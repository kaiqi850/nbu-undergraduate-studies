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pdf" ContentType="application/pdf"/>
  <Override PartName="/ppt/media/image13.pdf" ContentType="application/pdf"/>
  <Override PartName="/ppt/media/image15.pdf" ContentType="application/pdf"/>
  <Override PartName="/ppt/media/image17.pdf" ContentType="application/pdf"/>
  <Override PartName="/ppt/media/image33.pdf" ContentType="application/pdf"/>
  <Override PartName="/ppt/media/image35.pdf" ContentType="application/pdf"/>
  <Override PartName="/ppt/media/image37.pdf" ContentType="application/pdf"/>
  <Override PartName="/ppt/media/image7.pdf" ContentType="application/pdf"/>
  <Override PartName="/ppt/media/image9.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335" r:id="rId3"/>
    <p:sldId id="343" r:id="rId4"/>
    <p:sldId id="352" r:id="rId6"/>
    <p:sldId id="357" r:id="rId7"/>
    <p:sldId id="358" r:id="rId8"/>
    <p:sldId id="521" r:id="rId9"/>
    <p:sldId id="449" r:id="rId10"/>
    <p:sldId id="450" r:id="rId11"/>
    <p:sldId id="522" r:id="rId12"/>
    <p:sldId id="524" r:id="rId13"/>
    <p:sldId id="526" r:id="rId14"/>
    <p:sldId id="527" r:id="rId15"/>
    <p:sldId id="528" r:id="rId16"/>
    <p:sldId id="530" r:id="rId17"/>
    <p:sldId id="529" r:id="rId18"/>
    <p:sldId id="531" r:id="rId19"/>
    <p:sldId id="532" r:id="rId20"/>
    <p:sldId id="533" r:id="rId21"/>
    <p:sldId id="534" r:id="rId22"/>
    <p:sldId id="536" r:id="rId23"/>
    <p:sldId id="537" r:id="rId24"/>
    <p:sldId id="538" r:id="rId25"/>
    <p:sldId id="373" r:id="rId26"/>
    <p:sldId id="374" r:id="rId27"/>
    <p:sldId id="375" r:id="rId28"/>
    <p:sldId id="376" r:id="rId29"/>
    <p:sldId id="377" r:id="rId30"/>
    <p:sldId id="378" r:id="rId31"/>
    <p:sldId id="379" r:id="rId32"/>
    <p:sldId id="380" r:id="rId33"/>
    <p:sldId id="381" r:id="rId34"/>
    <p:sldId id="382" r:id="rId35"/>
    <p:sldId id="383" r:id="rId36"/>
    <p:sldId id="539" r:id="rId37"/>
    <p:sldId id="570" r:id="rId38"/>
    <p:sldId id="551" r:id="rId39"/>
    <p:sldId id="576" r:id="rId40"/>
    <p:sldId id="577" r:id="rId41"/>
    <p:sldId id="553" r:id="rId42"/>
    <p:sldId id="552" r:id="rId43"/>
    <p:sldId id="554" r:id="rId44"/>
    <p:sldId id="555" r:id="rId45"/>
    <p:sldId id="556" r:id="rId46"/>
    <p:sldId id="574" r:id="rId47"/>
    <p:sldId id="562" r:id="rId48"/>
    <p:sldId id="565" r:id="rId49"/>
    <p:sldId id="572" r:id="rId50"/>
    <p:sldId id="571" r:id="rId51"/>
    <p:sldId id="573" r:id="rId52"/>
    <p:sldId id="575" r:id="rId53"/>
    <p:sldId id="579" r:id="rId54"/>
    <p:sldId id="610" r:id="rId55"/>
    <p:sldId id="611" r:id="rId56"/>
    <p:sldId id="612" r:id="rId57"/>
    <p:sldId id="613" r:id="rId58"/>
    <p:sldId id="614" r:id="rId59"/>
    <p:sldId id="615" r:id="rId60"/>
    <p:sldId id="596" r:id="rId61"/>
    <p:sldId id="597" r:id="rId62"/>
    <p:sldId id="598" r:id="rId63"/>
    <p:sldId id="599" r:id="rId64"/>
    <p:sldId id="600" r:id="rId65"/>
    <p:sldId id="601" r:id="rId66"/>
    <p:sldId id="602" r:id="rId67"/>
    <p:sldId id="603" r:id="rId68"/>
    <p:sldId id="604" r:id="rId69"/>
    <p:sldId id="605" r:id="rId70"/>
    <p:sldId id="606" r:id="rId71"/>
    <p:sldId id="607" r:id="rId72"/>
    <p:sldId id="608" r:id="rId73"/>
  </p:sldIdLst>
  <p:sldSz cx="12192000" cy="6858000" type="screen4x3"/>
  <p:notesSz cx="6858000" cy="9144000"/>
  <p:custDataLst>
    <p:tags r:id="rId7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98"/>
        <p:guide pos="37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7" Type="http://schemas.openxmlformats.org/officeDocument/2006/relationships/tags" Target="tags/tag1.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正变换非常容易，逆变换非常难，大家可以思考一下，包括我们日常生活中或者我们之前学过的其他知识里面有什么具有单向性的现象呢？</a:t>
            </a:r>
            <a:endParaRPr lang="zh-CN" altLang="en-US"/>
          </a:p>
          <a:p>
            <a:r>
              <a:rPr lang="zh-CN" altLang="en-US"/>
              <a:t>不知道大家还记不记得可能初中高中学过的电路，我们的二极管，正向电流可以通过，反向电流通过不了。</a:t>
            </a:r>
            <a:endParaRPr lang="zh-CN" altLang="en-US"/>
          </a:p>
          <a:p>
            <a:r>
              <a:rPr lang="zh-CN" altLang="en-US"/>
              <a:t>还有我们日常生活中就会有更多的例子：例如回家吃饭，把面粉和沙子进行混合，是正变换；然后如果让你把沙子和面粉再分开，逆变换是不是就很难？</a:t>
            </a:r>
            <a:endParaRPr lang="zh-CN" altLang="en-US"/>
          </a:p>
          <a:p>
            <a:r>
              <a:rPr lang="zh-CN" altLang="en-US"/>
              <a:t>或者是我们生活中，经常会使用镜子，那把镜子打碎很容易，收回来就很难。</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我们对单向函数进行改进，在单向函数上增加一个陷门，就是增加一个窍门。</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刚才我们介绍了公钥密码的基本概念。</a:t>
            </a:r>
            <a:endParaRPr lang="zh-CN" altLang="en-US"/>
          </a:p>
          <a:p>
            <a:r>
              <a:rPr lang="zh-CN" altLang="en-US"/>
              <a:t>大家可能会有一个疑问就是，公钥密码虽然有很好的性质，但是也有很高的要求，例如需要设计足够安全的单向陷门函数，那我们能设计安全的公钥密码算法吗。</a:t>
            </a:r>
            <a:endParaRPr lang="zh-CN" altLang="en-US"/>
          </a:p>
          <a:p>
            <a:r>
              <a:rPr lang="zh-CN" altLang="en-US"/>
              <a:t>其实在公钥密码在我们的生活中早就应用的非常广泛，我们的身份证、校园卡中都使用了公钥密码算法提供安全性。</a:t>
            </a:r>
            <a:endParaRPr lang="zh-CN" altLang="en-US"/>
          </a:p>
          <a:p>
            <a:r>
              <a:rPr lang="zh-CN" altLang="en-US"/>
              <a:t>公钥密码的思想最开始是由斯坦福大学的一个博士diffie和他的导师hellman提出的。他们提出了公钥密码算法的思想，但是很遗憾没有给出具体的算法。不过他们的这篇论文依旧开创了密码学的新时代，因此这个论文也被评为这个期刊的最佳论文，他们两人也因此在</a:t>
            </a:r>
            <a:r>
              <a:rPr lang="en-US" altLang="zh-CN"/>
              <a:t>15</a:t>
            </a:r>
            <a:r>
              <a:rPr lang="zh-CN" altLang="en-US"/>
              <a:t>年获得了图灵奖。</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dh有关公钥密码思想的论文发表于1976</a:t>
            </a:r>
            <a:r>
              <a:rPr lang="zh-CN" altLang="en-US"/>
              <a:t>年，在</a:t>
            </a:r>
            <a:r>
              <a:rPr lang="en-US" altLang="zh-CN"/>
              <a:t>77</a:t>
            </a:r>
            <a:r>
              <a:rPr lang="zh-CN" altLang="en-US"/>
              <a:t>年就有三个公钥密码方案被提出，由于论文发表需要一定的时间，</a:t>
            </a:r>
            <a:r>
              <a:rPr lang="en-US" altLang="zh-CN"/>
              <a:t>1978</a:t>
            </a:r>
            <a:r>
              <a:rPr lang="zh-CN" altLang="en-US"/>
              <a:t>年著名的rsa算法相关的论文被正式刊登出来。</a:t>
            </a:r>
            <a:endParaRPr lang="zh-CN" altLang="en-US"/>
          </a:p>
          <a:p>
            <a:r>
              <a:rPr lang="zh-CN" altLang="en-US"/>
              <a:t>他们提出了一种基于数论中大整数因式分解困难的数学难题设计的公钥密码方案，这个密码方案由三位设计者的名字首字母命名。</a:t>
            </a:r>
            <a:endParaRPr lang="zh-CN" altLang="en-US"/>
          </a:p>
          <a:p>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r>
              <a:rPr lang="en-AU" dirty="0" smtClean="0">
                <a:uFillTx/>
                <a:latin typeface="Calibri" panose="020F0502020204030204" charset="0"/>
                <a:ea typeface="微软雅黑" panose="020B0503020204020204" charset="-122"/>
                <a:sym typeface="+mn-ea"/>
              </a:rPr>
              <a:t>③计算φ(n)=(p-1)(q-1),对</a:t>
            </a:r>
            <a:r>
              <a:rPr lang="en-AU" dirty="0" smtClean="0">
                <a:solidFill>
                  <a:srgbClr val="FF0000"/>
                </a:solidFill>
                <a:uFillTx/>
                <a:latin typeface="Calibri" panose="020F0502020204030204" charset="0"/>
                <a:ea typeface="微软雅黑" panose="020B0503020204020204" charset="-122"/>
                <a:sym typeface="+mn-ea"/>
              </a:rPr>
              <a:t>φ(n)</a:t>
            </a:r>
            <a:r>
              <a:rPr lang="en-AU" dirty="0" smtClean="0">
                <a:uFillTx/>
                <a:latin typeface="Calibri" panose="020F0502020204030204" charset="0"/>
                <a:ea typeface="微软雅黑" panose="020B0503020204020204" charset="-122"/>
                <a:sym typeface="+mn-ea"/>
              </a:rPr>
              <a:t>保密；</a:t>
            </a:r>
            <a:endParaRPr lang="en-AU" dirty="0" smtClean="0">
              <a:uFillTx/>
              <a:latin typeface="Calibri" panose="020F0502020204030204" charset="0"/>
              <a:ea typeface="微软雅黑" panose="020B0503020204020204" charset="-122"/>
              <a:sym typeface="+mn-ea"/>
            </a:endParaRPr>
          </a:p>
          <a:p>
            <a:r>
              <a:rPr lang="en-AU" dirty="0" smtClean="0">
                <a:uFillTx/>
                <a:latin typeface="Calibri" panose="020F0502020204030204" charset="0"/>
                <a:ea typeface="微软雅黑" panose="020B0503020204020204" charset="-122"/>
                <a:sym typeface="+mn-ea"/>
              </a:rPr>
              <a:t>φ(n)</a:t>
            </a:r>
            <a:r>
              <a:rPr lang="zh-CN" altLang="en-AU" dirty="0" smtClean="0">
                <a:uFillTx/>
                <a:latin typeface="Calibri" panose="020F0502020204030204" charset="0"/>
                <a:ea typeface="微软雅黑" panose="020B0503020204020204" charset="-122"/>
                <a:sym typeface="+mn-ea"/>
              </a:rPr>
              <a:t>：欧拉函数，小于</a:t>
            </a:r>
            <a:r>
              <a:rPr lang="en-US" altLang="zh-CN" dirty="0" smtClean="0">
                <a:uFillTx/>
                <a:latin typeface="Calibri" panose="020F0502020204030204" charset="0"/>
                <a:ea typeface="微软雅黑" panose="020B0503020204020204" charset="-122"/>
                <a:sym typeface="+mn-ea"/>
              </a:rPr>
              <a:t>n</a:t>
            </a:r>
            <a:r>
              <a:rPr lang="zh-CN" altLang="en-US" dirty="0" smtClean="0">
                <a:uFillTx/>
                <a:latin typeface="Calibri" panose="020F0502020204030204" charset="0"/>
                <a:ea typeface="微软雅黑" panose="020B0503020204020204" charset="-122"/>
                <a:sym typeface="+mn-ea"/>
              </a:rPr>
              <a:t>且与</a:t>
            </a:r>
            <a:r>
              <a:rPr lang="en-US" altLang="zh-CN" dirty="0" smtClean="0">
                <a:uFillTx/>
                <a:latin typeface="Calibri" panose="020F0502020204030204" charset="0"/>
                <a:ea typeface="微软雅黑" panose="020B0503020204020204" charset="-122"/>
                <a:sym typeface="+mn-ea"/>
              </a:rPr>
              <a:t>n</a:t>
            </a:r>
            <a:r>
              <a:rPr lang="zh-CN" altLang="en-US" dirty="0" smtClean="0">
                <a:uFillTx/>
                <a:latin typeface="Calibri" panose="020F0502020204030204" charset="0"/>
                <a:ea typeface="微软雅黑" panose="020B0503020204020204" charset="-122"/>
                <a:sym typeface="+mn-ea"/>
              </a:rPr>
              <a:t>互素的整数个数。</a:t>
            </a:r>
            <a:endParaRPr lang="zh-CN" altLang="en-US" dirty="0" smtClean="0">
              <a:uFillTx/>
              <a:latin typeface="Calibri" panose="020F0502020204030204" charset="0"/>
              <a:ea typeface="微软雅黑" panose="020B0503020204020204" charset="-122"/>
              <a:sym typeface="+mn-ea"/>
            </a:endParaRPr>
          </a:p>
          <a:p>
            <a:r>
              <a:rPr lang="zh-CN" altLang="en-US" dirty="0" smtClean="0">
                <a:uFillTx/>
                <a:latin typeface="Calibri" panose="020F0502020204030204" charset="0"/>
                <a:ea typeface="微软雅黑" panose="020B0503020204020204" charset="-122"/>
                <a:sym typeface="+mn-ea"/>
              </a:rPr>
              <a:t>对于一个素数来说</a:t>
            </a:r>
            <a:r>
              <a:rPr lang="en-AU" dirty="0" smtClean="0">
                <a:uFillTx/>
                <a:latin typeface="Calibri" panose="020F0502020204030204" charset="0"/>
                <a:ea typeface="微软雅黑" panose="020B0503020204020204" charset="-122"/>
                <a:sym typeface="+mn-ea"/>
              </a:rPr>
              <a:t>φ(</a:t>
            </a:r>
            <a:r>
              <a:rPr lang="en-US" altLang="en-AU" dirty="0" smtClean="0">
                <a:uFillTx/>
                <a:latin typeface="Calibri" panose="020F0502020204030204" charset="0"/>
                <a:ea typeface="微软雅黑" panose="020B0503020204020204" charset="-122"/>
                <a:sym typeface="+mn-ea"/>
              </a:rPr>
              <a:t>p</a:t>
            </a:r>
            <a:r>
              <a:rPr lang="en-AU" dirty="0" smtClean="0">
                <a:uFillTx/>
                <a:latin typeface="Calibri" panose="020F0502020204030204" charset="0"/>
                <a:ea typeface="微软雅黑" panose="020B0503020204020204" charset="-122"/>
                <a:sym typeface="+mn-ea"/>
              </a:rPr>
              <a:t>)</a:t>
            </a:r>
            <a:r>
              <a:rPr lang="en-US" altLang="en-AU" dirty="0" smtClean="0">
                <a:uFillTx/>
                <a:latin typeface="Calibri" panose="020F0502020204030204" charset="0"/>
                <a:ea typeface="微软雅黑" panose="020B0503020204020204" charset="-122"/>
                <a:sym typeface="+mn-ea"/>
              </a:rPr>
              <a:t>=p-1</a:t>
            </a:r>
            <a:r>
              <a:rPr lang="zh-CN" altLang="en-US" dirty="0" smtClean="0">
                <a:uFillTx/>
                <a:latin typeface="Calibri" panose="020F0502020204030204" charset="0"/>
                <a:ea typeface="微软雅黑" panose="020B0503020204020204" charset="-122"/>
                <a:sym typeface="+mn-ea"/>
              </a:rPr>
              <a:t>；如果有两个素数，</a:t>
            </a:r>
            <a:r>
              <a:rPr lang="en-US" altLang="zh-CN" dirty="0" smtClean="0">
                <a:uFillTx/>
                <a:latin typeface="Calibri" panose="020F0502020204030204" charset="0"/>
                <a:ea typeface="微软雅黑" panose="020B0503020204020204" charset="-122"/>
                <a:sym typeface="+mn-ea"/>
              </a:rPr>
              <a:t>p</a:t>
            </a:r>
            <a:r>
              <a:rPr lang="zh-CN" altLang="en-US" dirty="0" smtClean="0">
                <a:uFillTx/>
                <a:latin typeface="Calibri" panose="020F0502020204030204" charset="0"/>
                <a:ea typeface="微软雅黑" panose="020B0503020204020204" charset="-122"/>
                <a:sym typeface="+mn-ea"/>
              </a:rPr>
              <a:t>和</a:t>
            </a:r>
            <a:r>
              <a:rPr lang="en-US" altLang="zh-CN" dirty="0" smtClean="0">
                <a:uFillTx/>
                <a:latin typeface="Calibri" panose="020F0502020204030204" charset="0"/>
                <a:ea typeface="微软雅黑" panose="020B0503020204020204" charset="-122"/>
                <a:sym typeface="+mn-ea"/>
              </a:rPr>
              <a:t>q</a:t>
            </a:r>
            <a:r>
              <a:rPr lang="zh-CN" altLang="en-US" dirty="0" smtClean="0">
                <a:uFillTx/>
                <a:latin typeface="Calibri" panose="020F0502020204030204" charset="0"/>
                <a:ea typeface="微软雅黑" panose="020B0503020204020204" charset="-122"/>
                <a:sym typeface="+mn-ea"/>
              </a:rPr>
              <a:t>，且</a:t>
            </a:r>
            <a:r>
              <a:rPr lang="en-US" altLang="zh-CN" dirty="0" smtClean="0">
                <a:uFillTx/>
                <a:latin typeface="Calibri" panose="020F0502020204030204" charset="0"/>
                <a:ea typeface="微软雅黑" panose="020B0503020204020204" charset="-122"/>
                <a:sym typeface="+mn-ea"/>
              </a:rPr>
              <a:t>p</a:t>
            </a:r>
            <a:r>
              <a:rPr lang="en-US" altLang="zh-CN" dirty="0" smtClean="0">
                <a:uFillTx/>
                <a:latin typeface="微软雅黑" panose="020B0503020204020204" charset="-122"/>
                <a:ea typeface="微软雅黑" panose="020B0503020204020204" charset="-122"/>
                <a:sym typeface="+mn-ea"/>
              </a:rPr>
              <a:t>≠q</a:t>
            </a:r>
            <a:r>
              <a:rPr lang="zh-CN" altLang="en-US" dirty="0" smtClean="0">
                <a:uFillTx/>
                <a:latin typeface="微软雅黑" panose="020B0503020204020204" charset="-122"/>
                <a:ea typeface="微软雅黑" panose="020B0503020204020204" charset="-122"/>
                <a:sym typeface="+mn-ea"/>
              </a:rPr>
              <a:t>，那么对于</a:t>
            </a:r>
            <a:r>
              <a:rPr lang="en-US" altLang="zh-CN" dirty="0" smtClean="0">
                <a:uFillTx/>
                <a:latin typeface="微软雅黑" panose="020B0503020204020204" charset="-122"/>
                <a:ea typeface="微软雅黑" panose="020B0503020204020204" charset="-122"/>
                <a:sym typeface="+mn-ea"/>
              </a:rPr>
              <a:t>n=pq</a:t>
            </a:r>
            <a:r>
              <a:rPr lang="zh-CN" altLang="en-US" dirty="0" smtClean="0">
                <a:uFillTx/>
                <a:latin typeface="微软雅黑" panose="020B0503020204020204" charset="-122"/>
                <a:ea typeface="微软雅黑" panose="020B0503020204020204" charset="-122"/>
                <a:sym typeface="+mn-ea"/>
              </a:rPr>
              <a:t>，有</a:t>
            </a:r>
            <a:r>
              <a:rPr lang="en-AU" dirty="0" smtClean="0">
                <a:uFillTx/>
                <a:latin typeface="Calibri" panose="020F0502020204030204" charset="0"/>
                <a:ea typeface="微软雅黑" panose="020B0503020204020204" charset="-122"/>
                <a:sym typeface="+mn-ea"/>
              </a:rPr>
              <a:t>φ(n)</a:t>
            </a:r>
            <a:r>
              <a:rPr lang="en-US" altLang="en-AU" dirty="0" smtClean="0">
                <a:uFillTx/>
                <a:latin typeface="Calibri" panose="020F0502020204030204" charset="0"/>
                <a:ea typeface="微软雅黑" panose="020B0503020204020204" charset="-122"/>
                <a:sym typeface="+mn-ea"/>
              </a:rPr>
              <a:t>=</a:t>
            </a:r>
            <a:r>
              <a:rPr lang="en-AU" dirty="0" smtClean="0">
                <a:uFillTx/>
                <a:latin typeface="Calibri" panose="020F0502020204030204" charset="0"/>
                <a:ea typeface="微软雅黑" panose="020B0503020204020204" charset="-122"/>
                <a:sym typeface="+mn-ea"/>
              </a:rPr>
              <a:t>φ(</a:t>
            </a:r>
            <a:r>
              <a:rPr lang="en-US" altLang="en-AU" dirty="0" smtClean="0">
                <a:uFillTx/>
                <a:latin typeface="Calibri" panose="020F0502020204030204" charset="0"/>
                <a:ea typeface="微软雅黑" panose="020B0503020204020204" charset="-122"/>
                <a:sym typeface="+mn-ea"/>
              </a:rPr>
              <a:t>pq</a:t>
            </a:r>
            <a:r>
              <a:rPr lang="en-AU" dirty="0" smtClean="0">
                <a:uFillTx/>
                <a:latin typeface="Calibri" panose="020F0502020204030204" charset="0"/>
                <a:ea typeface="微软雅黑" panose="020B0503020204020204" charset="-122"/>
                <a:sym typeface="+mn-ea"/>
              </a:rPr>
              <a:t>)</a:t>
            </a:r>
            <a:r>
              <a:rPr lang="en-US" altLang="en-AU" dirty="0" smtClean="0">
                <a:uFillTx/>
                <a:latin typeface="Calibri" panose="020F0502020204030204" charset="0"/>
                <a:ea typeface="微软雅黑" panose="020B0503020204020204" charset="-122"/>
                <a:sym typeface="+mn-ea"/>
              </a:rPr>
              <a:t>=</a:t>
            </a:r>
            <a:r>
              <a:rPr lang="en-AU" dirty="0" smtClean="0">
                <a:uFillTx/>
                <a:latin typeface="Calibri" panose="020F0502020204030204" charset="0"/>
                <a:ea typeface="微软雅黑" panose="020B0503020204020204" charset="-122"/>
                <a:sym typeface="+mn-ea"/>
              </a:rPr>
              <a:t>φ(</a:t>
            </a:r>
            <a:r>
              <a:rPr lang="en-US" altLang="en-AU" dirty="0" smtClean="0">
                <a:uFillTx/>
                <a:latin typeface="Calibri" panose="020F0502020204030204" charset="0"/>
                <a:ea typeface="微软雅黑" panose="020B0503020204020204" charset="-122"/>
                <a:sym typeface="+mn-ea"/>
              </a:rPr>
              <a:t>p</a:t>
            </a:r>
            <a:r>
              <a:rPr lang="en-AU" dirty="0" smtClean="0">
                <a:uFillTx/>
                <a:latin typeface="Calibri" panose="020F0502020204030204" charset="0"/>
                <a:ea typeface="微软雅黑" panose="020B0503020204020204" charset="-122"/>
                <a:sym typeface="+mn-ea"/>
              </a:rPr>
              <a:t>)</a:t>
            </a:r>
            <a:r>
              <a:rPr lang="en-US" altLang="en-AU" dirty="0" smtClean="0">
                <a:uFillTx/>
                <a:latin typeface="Calibri" panose="020F0502020204030204" charset="0"/>
                <a:ea typeface="微软雅黑" panose="020B0503020204020204" charset="-122"/>
                <a:sym typeface="+mn-ea"/>
              </a:rPr>
              <a:t>*</a:t>
            </a:r>
            <a:r>
              <a:rPr lang="en-AU" dirty="0" smtClean="0">
                <a:uFillTx/>
                <a:latin typeface="Calibri" panose="020F0502020204030204" charset="0"/>
                <a:ea typeface="微软雅黑" panose="020B0503020204020204" charset="-122"/>
                <a:sym typeface="+mn-ea"/>
              </a:rPr>
              <a:t>φ(</a:t>
            </a:r>
            <a:r>
              <a:rPr lang="en-US" altLang="en-AU" dirty="0" smtClean="0">
                <a:uFillTx/>
                <a:latin typeface="Calibri" panose="020F0502020204030204" charset="0"/>
                <a:ea typeface="微软雅黑" panose="020B0503020204020204" charset="-122"/>
                <a:sym typeface="+mn-ea"/>
              </a:rPr>
              <a:t>q</a:t>
            </a:r>
            <a:r>
              <a:rPr lang="en-AU" dirty="0" smtClean="0">
                <a:uFillTx/>
                <a:latin typeface="Calibri" panose="020F0502020204030204" charset="0"/>
                <a:ea typeface="微软雅黑" panose="020B0503020204020204" charset="-122"/>
                <a:sym typeface="+mn-ea"/>
              </a:rPr>
              <a:t>)</a:t>
            </a:r>
            <a:r>
              <a:rPr lang="en-US" altLang="en-AU" dirty="0" smtClean="0">
                <a:uFillTx/>
                <a:latin typeface="Calibri" panose="020F0502020204030204" charset="0"/>
                <a:ea typeface="微软雅黑" panose="020B0503020204020204" charset="-122"/>
                <a:sym typeface="+mn-ea"/>
              </a:rPr>
              <a:t>=</a:t>
            </a:r>
            <a:r>
              <a:rPr lang="zh-CN" altLang="en-US" dirty="0" smtClean="0">
                <a:uFillTx/>
                <a:latin typeface="Calibri" panose="020F0502020204030204" charset="0"/>
                <a:ea typeface="微软雅黑" panose="020B0503020204020204" charset="-122"/>
                <a:sym typeface="+mn-ea"/>
              </a:rPr>
              <a:t>（</a:t>
            </a:r>
            <a:r>
              <a:rPr lang="en-US" altLang="zh-CN" dirty="0" smtClean="0">
                <a:uFillTx/>
                <a:latin typeface="Calibri" panose="020F0502020204030204" charset="0"/>
                <a:ea typeface="微软雅黑" panose="020B0503020204020204" charset="-122"/>
                <a:sym typeface="+mn-ea"/>
              </a:rPr>
              <a:t>p-1)*(q-1);</a:t>
            </a:r>
            <a:endParaRPr lang="en-US" altLang="zh-CN" dirty="0" smtClean="0">
              <a:uFillTx/>
              <a:latin typeface="Calibri" panose="020F0502020204030204" charset="0"/>
              <a:ea typeface="微软雅黑" panose="020B0503020204020204" charset="-122"/>
              <a:sym typeface="+mn-ea"/>
            </a:endParaRPr>
          </a:p>
          <a:p>
            <a:r>
              <a:rPr lang="en-AU" dirty="0" smtClean="0">
                <a:uFillTx/>
                <a:latin typeface="Calibri" panose="020F0502020204030204" charset="0"/>
                <a:ea typeface="微软雅黑" panose="020B0503020204020204" charset="-122"/>
                <a:sym typeface="+mn-ea"/>
              </a:rPr>
              <a:t>④随机地选取一个正整数</a:t>
            </a:r>
            <a:r>
              <a:rPr lang="en-AU" dirty="0" smtClean="0">
                <a:solidFill>
                  <a:srgbClr val="0070C0"/>
                </a:solidFill>
                <a:uFillTx/>
                <a:latin typeface="Calibri" panose="020F0502020204030204" charset="0"/>
                <a:ea typeface="微软雅黑" panose="020B0503020204020204" charset="-122"/>
                <a:sym typeface="+mn-ea"/>
              </a:rPr>
              <a:t>e</a:t>
            </a:r>
            <a:r>
              <a:rPr lang="en-AU" dirty="0" smtClean="0">
                <a:uFillTx/>
                <a:latin typeface="Calibri" panose="020F0502020204030204" charset="0"/>
                <a:ea typeface="微软雅黑" panose="020B0503020204020204" charset="-122"/>
                <a:sym typeface="+mn-ea"/>
              </a:rPr>
              <a:t>,1&lt;e&lt;φ(n)且</a:t>
            </a:r>
            <a:r>
              <a:rPr lang="en-US" altLang="en-AU" dirty="0" smtClean="0">
                <a:uFillTx/>
                <a:latin typeface="Calibri" panose="020F0502020204030204" charset="0"/>
                <a:ea typeface="微软雅黑" panose="020B0503020204020204" charset="-122"/>
                <a:sym typeface="+mn-ea"/>
              </a:rPr>
              <a:t>gcd</a:t>
            </a:r>
            <a:r>
              <a:rPr lang="en-AU" dirty="0" smtClean="0">
                <a:uFillTx/>
                <a:latin typeface="Calibri" panose="020F0502020204030204" charset="0"/>
                <a:ea typeface="微软雅黑" panose="020B0503020204020204" charset="-122"/>
                <a:sym typeface="+mn-ea"/>
              </a:rPr>
              <a:t>(e,φ(n))=1,将e公开；</a:t>
            </a:r>
            <a:endParaRPr lang="en-AU" dirty="0" smtClean="0">
              <a:uFillTx/>
              <a:latin typeface="Calibri" panose="020F0502020204030204" charset="0"/>
              <a:ea typeface="微软雅黑" panose="020B0503020204020204" charset="-122"/>
              <a:sym typeface="+mn-ea"/>
            </a:endParaRPr>
          </a:p>
          <a:p>
            <a:r>
              <a:rPr lang="en-US" altLang="zh-CN" dirty="0" smtClean="0">
                <a:uFillTx/>
                <a:latin typeface="Calibri" panose="020F0502020204030204" charset="0"/>
                <a:ea typeface="微软雅黑" panose="020B0503020204020204" charset="-122"/>
                <a:sym typeface="+mn-ea"/>
              </a:rPr>
              <a:t>e</a:t>
            </a:r>
            <a:r>
              <a:rPr lang="zh-CN" altLang="en-US" dirty="0" smtClean="0">
                <a:uFillTx/>
                <a:latin typeface="Calibri" panose="020F0502020204030204" charset="0"/>
                <a:ea typeface="微软雅黑" panose="020B0503020204020204" charset="-122"/>
                <a:sym typeface="+mn-ea"/>
              </a:rPr>
              <a:t>和</a:t>
            </a:r>
            <a:r>
              <a:rPr lang="en-AU" dirty="0" smtClean="0">
                <a:uFillTx/>
                <a:latin typeface="Calibri" panose="020F0502020204030204" charset="0"/>
                <a:ea typeface="微软雅黑" panose="020B0503020204020204" charset="-122"/>
                <a:sym typeface="+mn-ea"/>
              </a:rPr>
              <a:t>φ(n)</a:t>
            </a:r>
            <a:r>
              <a:rPr lang="zh-CN" altLang="en-AU" dirty="0" smtClean="0">
                <a:uFillTx/>
                <a:latin typeface="Calibri" panose="020F0502020204030204" charset="0"/>
                <a:ea typeface="微软雅黑" panose="020B0503020204020204" charset="-122"/>
                <a:sym typeface="+mn-ea"/>
              </a:rPr>
              <a:t>互素。</a:t>
            </a:r>
            <a:endParaRPr lang="zh-CN" altLang="en-AU" dirty="0" smtClean="0">
              <a:uFillTx/>
              <a:latin typeface="Calibri" panose="020F0502020204030204" charset="0"/>
              <a:ea typeface="微软雅黑" panose="020B0503020204020204" charset="-122"/>
              <a:sym typeface="+mn-ea"/>
            </a:endParaRPr>
          </a:p>
          <a:p>
            <a:r>
              <a:rPr lang="en-AU" dirty="0" smtClean="0">
                <a:uFillTx/>
                <a:latin typeface="Calibri" panose="020F0502020204030204" charset="0"/>
                <a:ea typeface="微软雅黑" panose="020B0503020204020204" charset="-122"/>
                <a:sym typeface="+mn-ea"/>
              </a:rPr>
              <a:t>⑤根据ed=1 mod φ(n),求出d,并对</a:t>
            </a:r>
            <a:r>
              <a:rPr lang="en-AU" dirty="0" smtClean="0">
                <a:solidFill>
                  <a:srgbClr val="FF0000"/>
                </a:solidFill>
                <a:uFillTx/>
                <a:latin typeface="Calibri" panose="020F0502020204030204" charset="0"/>
                <a:ea typeface="微软雅黑" panose="020B0503020204020204" charset="-122"/>
                <a:sym typeface="+mn-ea"/>
              </a:rPr>
              <a:t>d</a:t>
            </a:r>
            <a:r>
              <a:rPr lang="en-AU" dirty="0" smtClean="0">
                <a:uFillTx/>
                <a:latin typeface="Calibri" panose="020F0502020204030204" charset="0"/>
                <a:ea typeface="微软雅黑" panose="020B0503020204020204" charset="-122"/>
                <a:sym typeface="+mn-ea"/>
              </a:rPr>
              <a:t>保密；</a:t>
            </a:r>
            <a:endParaRPr lang="zh-CN" altLang="en-AU" dirty="0" smtClean="0">
              <a:uFillTx/>
              <a:latin typeface="Calibri" panose="020F0502020204030204" charset="0"/>
              <a:ea typeface="微软雅黑" panose="020B0503020204020204" charset="-122"/>
              <a:sym typeface="+mn-ea"/>
            </a:endParaRPr>
          </a:p>
          <a:p>
            <a:r>
              <a:rPr lang="en-US" altLang="zh-CN" dirty="0" smtClean="0">
                <a:uFillTx/>
                <a:latin typeface="Calibri" panose="020F0502020204030204" charset="0"/>
                <a:ea typeface="微软雅黑" panose="020B0503020204020204" charset="-122"/>
                <a:sym typeface="+mn-ea"/>
              </a:rPr>
              <a:t>d</a:t>
            </a:r>
            <a:r>
              <a:rPr lang="zh-CN" altLang="en-US" dirty="0" smtClean="0">
                <a:uFillTx/>
                <a:latin typeface="Calibri" panose="020F0502020204030204" charset="0"/>
                <a:ea typeface="微软雅黑" panose="020B0503020204020204" charset="-122"/>
                <a:sym typeface="+mn-ea"/>
              </a:rPr>
              <a:t>是</a:t>
            </a:r>
            <a:r>
              <a:rPr lang="en-US" altLang="zh-CN" dirty="0" smtClean="0">
                <a:uFillTx/>
                <a:latin typeface="Calibri" panose="020F0502020204030204" charset="0"/>
                <a:ea typeface="微软雅黑" panose="020B0503020204020204" charset="-122"/>
                <a:sym typeface="+mn-ea"/>
              </a:rPr>
              <a:t>e</a:t>
            </a:r>
            <a:r>
              <a:rPr lang="zh-CN" altLang="en-US" dirty="0" smtClean="0">
                <a:uFillTx/>
                <a:latin typeface="Calibri" panose="020F0502020204030204" charset="0"/>
                <a:ea typeface="微软雅黑" panose="020B0503020204020204" charset="-122"/>
                <a:sym typeface="+mn-ea"/>
              </a:rPr>
              <a:t>的</a:t>
            </a:r>
            <a:r>
              <a:rPr lang="zh-CN" altLang="en-AU" dirty="0" smtClean="0">
                <a:uFillTx/>
                <a:latin typeface="Calibri" panose="020F0502020204030204" charset="0"/>
                <a:ea typeface="微软雅黑" panose="020B0503020204020204" charset="-122"/>
                <a:sym typeface="+mn-ea"/>
              </a:rPr>
              <a:t>模意义下乘法运算的逆元，可以根据扩展欧几里得算法算</a:t>
            </a:r>
            <a:r>
              <a:rPr lang="zh-CN" altLang="en-AU" dirty="0" smtClean="0">
                <a:uFillTx/>
                <a:latin typeface="Calibri" panose="020F0502020204030204" charset="0"/>
                <a:ea typeface="微软雅黑" panose="020B0503020204020204" charset="-122"/>
                <a:sym typeface="+mn-ea"/>
              </a:rPr>
              <a:t>得。</a:t>
            </a:r>
            <a:endParaRPr lang="zh-CN" altLang="en-AU" dirty="0" smtClean="0">
              <a:uFillTx/>
              <a:latin typeface="Calibri" panose="020F0502020204030204" charset="0"/>
              <a:ea typeface="微软雅黑" panose="020B0503020204020204" charset="-122"/>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我们刚才说</a:t>
            </a:r>
            <a:r>
              <a:rPr lang="en-US" altLang="zh-CN"/>
              <a:t>RSA</a:t>
            </a:r>
            <a:r>
              <a:rPr lang="zh-CN" altLang="en-US"/>
              <a:t>加密过程中明文</a:t>
            </a:r>
            <a:r>
              <a:rPr lang="en-US" altLang="zh-CN"/>
              <a:t>M</a:t>
            </a:r>
            <a:r>
              <a:rPr lang="zh-CN" altLang="en-US"/>
              <a:t>长度需要小于</a:t>
            </a:r>
            <a:r>
              <a:rPr lang="en-US" altLang="zh-CN"/>
              <a:t>n</a:t>
            </a:r>
            <a:r>
              <a:rPr lang="zh-CN" altLang="en-US"/>
              <a:t>，是</a:t>
            </a:r>
            <a:r>
              <a:rPr lang="en-US" altLang="zh-CN"/>
              <a:t>0~n-1</a:t>
            </a:r>
            <a:r>
              <a:rPr lang="zh-CN" altLang="en-US"/>
              <a:t>之间的整数，如果</a:t>
            </a:r>
            <a:r>
              <a:rPr lang="en-US" altLang="zh-CN"/>
              <a:t>M</a:t>
            </a:r>
            <a:r>
              <a:rPr lang="zh-CN" altLang="en-US"/>
              <a:t>过长，我们就会将</a:t>
            </a:r>
            <a:r>
              <a:rPr lang="en-US" altLang="zh-CN"/>
              <a:t>M</a:t>
            </a:r>
            <a:r>
              <a:rPr lang="zh-CN" altLang="en-US"/>
              <a:t>进行分组，分成多个组进行</a:t>
            </a:r>
            <a:r>
              <a:rPr lang="zh-CN" altLang="en-US"/>
              <a:t>计算</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以下是对伪代码的逐步解释：</a:t>
            </a:r>
            <a:endParaRPr lang="zh-CN" altLang="en-US"/>
          </a:p>
          <a:p>
            <a:endParaRPr lang="zh-CN" altLang="en-US"/>
          </a:p>
          <a:p>
            <a:r>
              <a:rPr lang="zh-CN" altLang="en-US"/>
              <a:t>c &lt;- 1; f &lt;- 1：初始化变量c为1，f为1。c用于记录当前的幂次，f用于累积计算结果。</a:t>
            </a:r>
            <a:endParaRPr lang="zh-CN" altLang="en-US"/>
          </a:p>
          <a:p>
            <a:endParaRPr lang="zh-CN" altLang="en-US"/>
          </a:p>
          <a:p>
            <a:r>
              <a:rPr lang="zh-CN" altLang="en-US"/>
              <a:t>for i from (k-1) downto 0 do：这里的k应该是b的二进制表示中最后一个1所在的位置加1。循环从k-1开始，递减到0。</a:t>
            </a:r>
            <a:endParaRPr lang="zh-CN" altLang="en-US"/>
          </a:p>
          <a:p>
            <a:endParaRPr lang="zh-CN" altLang="en-US"/>
          </a:p>
          <a:p>
            <a:r>
              <a:rPr lang="zh-CN" altLang="en-US"/>
              <a:t>do c &lt;- 2*c：将c乘以2，这是因为我们即将处理b的下一位，而每一位的权重是前一位的两倍。</a:t>
            </a:r>
            <a:endParaRPr lang="zh-CN" altLang="en-US"/>
          </a:p>
          <a:p>
            <a:endParaRPr lang="zh-CN" altLang="en-US"/>
          </a:p>
          <a:p>
            <a:r>
              <a:rPr lang="zh-CN" altLang="en-US"/>
              <a:t>f &lt;- (f * f) mod n：将f自身乘以自身，然后对n取模。这一步是快速幂算法的核心，它利用了幂的性质</a:t>
            </a:r>
            <a:endParaRPr lang="zh-CN" altLang="en-US"/>
          </a:p>
          <a:p>
            <a:r>
              <a:rPr lang="zh-CN" altLang="en-US"/>
              <a:t>(</a:t>
            </a:r>
            <a:r>
              <a:rPr lang="en-US" altLang="zh-CN"/>
              <a:t>a</a:t>
            </a:r>
            <a:r>
              <a:rPr lang="zh-CN" altLang="en-US" baseline="30000"/>
              <a:t>𝑚</a:t>
            </a:r>
            <a:r>
              <a:rPr lang="zh-CN" altLang="en-US"/>
              <a:t>)</a:t>
            </a:r>
            <a:r>
              <a:rPr lang="zh-CN" altLang="en-US" baseline="30000"/>
              <a:t>2</a:t>
            </a:r>
            <a:r>
              <a:rPr lang="zh-CN" altLang="en-US"/>
              <a:t>=</a:t>
            </a:r>
            <a:r>
              <a:rPr lang="en-US" altLang="zh-CN"/>
              <a:t>a</a:t>
            </a:r>
            <a:r>
              <a:rPr lang="zh-CN" altLang="en-US" baseline="30000"/>
              <a:t>2𝑚</a:t>
            </a:r>
            <a:endParaRPr lang="zh-CN" altLang="en-US"/>
          </a:p>
          <a:p>
            <a:r>
              <a:rPr lang="zh-CN" altLang="en-US"/>
              <a:t>if b AND 1 == 1 then：使用按位与操作符AND检查b的当前最低位是否为1。在二进制中，b AND 1等同于b的最低位。</a:t>
            </a:r>
            <a:endParaRPr lang="zh-CN" altLang="en-US"/>
          </a:p>
          <a:p>
            <a:endParaRPr lang="zh-CN" altLang="en-US"/>
          </a:p>
          <a:p>
            <a:r>
              <a:rPr lang="zh-CN" altLang="en-US"/>
              <a:t>f &lt;- (f * a) mod n：如果b的当前位为1，将a乘以f，然后对n取模，加到累积的结果中。</a:t>
            </a:r>
            <a:endParaRPr lang="zh-CN" altLang="en-US"/>
          </a:p>
          <a:p>
            <a:endParaRPr lang="zh-CN" altLang="en-US"/>
          </a:p>
          <a:p>
            <a:r>
              <a:rPr lang="zh-CN" altLang="en-US"/>
              <a:t>b &lt;- b &gt;&gt; 1：将b右移一位，丢弃最低位。这一步是为了在下一次循环中处理b的下一位。</a:t>
            </a:r>
            <a:endParaRPr lang="zh-CN" altLang="en-US"/>
          </a:p>
          <a:p>
            <a:endParaRPr lang="zh-CN" altLang="en-US"/>
          </a:p>
          <a:p>
            <a:r>
              <a:rPr lang="zh-CN" altLang="en-US"/>
              <a:t>return f：在完成所有位的处理后，返回f的值，这个值就是</a:t>
            </a:r>
            <a:endParaRPr lang="zh-CN" altLang="en-US"/>
          </a:p>
          <a:p>
            <a:r>
              <a:rPr lang="en-US" altLang="zh-CN"/>
              <a:t>a</a:t>
            </a:r>
            <a:r>
              <a:rPr lang="zh-CN" altLang="en-US"/>
              <a:t>的𝑏次方</a:t>
            </a:r>
            <a:r>
              <a:rPr lang="en-US" altLang="zh-CN"/>
              <a:t>modn</a:t>
            </a:r>
            <a:r>
              <a:rPr lang="zh-CN" altLang="en-US"/>
              <a:t>的结果。</a:t>
            </a:r>
            <a:endParaRPr lang="zh-CN" altLang="en-US"/>
          </a:p>
          <a:p>
            <a:endParaRPr lang="zh-CN" altLang="en-US"/>
          </a:p>
          <a:p>
            <a:r>
              <a:rPr lang="zh-CN" altLang="en-US"/>
              <a:t>请注意，这段伪代码假设a、b和n是已经给定的参数，且n是一个正整数，a和n互质。此外，这段伪代码没有显式地初始化k，但在实际应用中，你需要先计算出k的值，即b的二进制表示中1的个数。</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我们刚才介绍公钥加密算法时，提到要设计能够保证既保证信息的机密性（保密）又能保证信息的真实性（保真），需要保证的四个基本条件，分别是：</a:t>
            </a:r>
            <a:r>
              <a:rPr lang="en-US" altLang="zh-CN"/>
              <a:t>1. </a:t>
            </a:r>
            <a:r>
              <a:rPr lang="zh-CN" altLang="en-US"/>
              <a:t>加密算法和解密算法时可逆的。</a:t>
            </a:r>
            <a:r>
              <a:rPr lang="en-US" altLang="zh-CN"/>
              <a:t>2</a:t>
            </a:r>
            <a:r>
              <a:rPr lang="zh-CN" altLang="en-US"/>
              <a:t>：根据加密密钥不能计算出解密的密钥；</a:t>
            </a:r>
            <a:r>
              <a:rPr lang="en-US" altLang="zh-CN"/>
              <a:t>3</a:t>
            </a:r>
            <a:r>
              <a:rPr lang="zh-CN" altLang="en-US"/>
              <a:t>：加密算法和解密算法实现起来都必须是高效的；</a:t>
            </a:r>
            <a:r>
              <a:rPr lang="en-US" altLang="zh-CN"/>
              <a:t>4</a:t>
            </a:r>
            <a:r>
              <a:rPr lang="zh-CN" altLang="en-US"/>
              <a:t>：</a:t>
            </a:r>
            <a:r>
              <a:rPr lang="en-US" altLang="zh-CN"/>
              <a:t>E(D(M))=M </a:t>
            </a:r>
            <a:r>
              <a:rPr lang="zh-CN" altLang="en-US"/>
              <a:t>就能保证真实性。满足前三个能保密，满足后三个能保真，全部满足的话既能保密又能保真。</a:t>
            </a:r>
            <a:endParaRPr lang="zh-CN" altLang="en-US"/>
          </a:p>
          <a:p>
            <a:r>
              <a:rPr lang="zh-CN" altLang="en-US"/>
              <a:t>而我们的</a:t>
            </a:r>
            <a:r>
              <a:rPr lang="en-US" altLang="zh-CN"/>
              <a:t>RSA</a:t>
            </a:r>
            <a:r>
              <a:rPr lang="zh-CN" altLang="en-US"/>
              <a:t>算法就是能满足上述所有的条件。接下来我们要逐步进行证明。</a:t>
            </a:r>
            <a:endParaRPr lang="zh-CN" altLang="en-US"/>
          </a:p>
          <a:p>
            <a:r>
              <a:rPr lang="zh-CN" altLang="en-US"/>
              <a:t>首先证明加密算法和解密算法的可逆性。</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刚才我们介绍了公钥密码的基本概念。</a:t>
            </a:r>
            <a:endParaRPr lang="zh-CN" altLang="en-US"/>
          </a:p>
          <a:p>
            <a:r>
              <a:rPr lang="zh-CN" altLang="en-US"/>
              <a:t>大家可能会有一个疑问就是，公钥密码虽然有很好的性质，但是也有很高的要求，例如需要设计足够安全的单向陷门函数，那我们能设计安全的公钥密码算法吗。</a:t>
            </a:r>
            <a:endParaRPr lang="zh-CN" altLang="en-US"/>
          </a:p>
          <a:p>
            <a:r>
              <a:rPr lang="zh-CN" altLang="en-US"/>
              <a:t>其实在公钥密码在我们的生活中早就应用的非常广泛，我们的身份证、校园卡中都使用了公钥密码算法提供安全性。</a:t>
            </a:r>
            <a:endParaRPr lang="zh-CN" altLang="en-US"/>
          </a:p>
          <a:p>
            <a:r>
              <a:rPr lang="zh-CN" altLang="en-US"/>
              <a:t>公钥密码的思想最开始是由斯坦福大学的一个博士diffie和他的导师hellman提出的。他们提出了公钥密码算法的思想，但是很遗憾没有给出具体的算法。不过他们的这篇论文依旧开创了密码学的新时代，因此这个论文也被评为这个期刊的最佳论文，他们两人也因此在</a:t>
            </a:r>
            <a:r>
              <a:rPr lang="en-US" altLang="zh-CN"/>
              <a:t>15</a:t>
            </a:r>
            <a:r>
              <a:rPr lang="zh-CN" altLang="en-US"/>
              <a:t>年获得了图灵奖。</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对数的问题大家在中学就学过。</a:t>
            </a:r>
            <a:endParaRPr lang="zh-CN" altLang="en-US"/>
          </a:p>
          <a:p>
            <a:r>
              <a:rPr lang="zh-CN" altLang="en-US">
                <a:sym typeface="+mn-ea"/>
              </a:rPr>
              <a:t>把所有整数进行</a:t>
            </a:r>
            <a:r>
              <a:rPr lang="en-US" altLang="zh-CN">
                <a:sym typeface="+mn-ea"/>
              </a:rPr>
              <a:t>mod p</a:t>
            </a:r>
            <a:r>
              <a:rPr lang="zh-CN" altLang="en-US">
                <a:sym typeface="+mn-ea"/>
              </a:rPr>
              <a:t>运算，就构成了有限域</a:t>
            </a:r>
            <a:r>
              <a:rPr lang="en-US" altLang="zh-CN">
                <a:sym typeface="+mn-ea"/>
              </a:rPr>
              <a:t>{0~p-1}</a:t>
            </a:r>
            <a:endParaRPr lang="en-US" altLang="zh-CN">
              <a:sym typeface="+mn-ea"/>
            </a:endParaRPr>
          </a:p>
          <a:p>
            <a:r>
              <a:rPr lang="zh-CN" altLang="en-US">
                <a:sym typeface="+mn-ea"/>
              </a:rPr>
              <a:t>这个有限域上有两个群，一个是加法群，就还是</a:t>
            </a:r>
            <a:r>
              <a:rPr lang="en-US" altLang="zh-CN">
                <a:sym typeface="+mn-ea"/>
              </a:rPr>
              <a:t>0~p-1</a:t>
            </a:r>
            <a:endParaRPr lang="en-US" altLang="zh-CN">
              <a:sym typeface="+mn-ea"/>
            </a:endParaRPr>
          </a:p>
          <a:p>
            <a:r>
              <a:rPr lang="zh-CN" altLang="en-US">
                <a:sym typeface="+mn-ea"/>
              </a:rPr>
              <a:t>还有一个就是去掉</a:t>
            </a:r>
            <a:r>
              <a:rPr lang="en-US" altLang="zh-CN">
                <a:sym typeface="+mn-ea"/>
              </a:rPr>
              <a:t>0</a:t>
            </a:r>
            <a:r>
              <a:rPr lang="zh-CN" altLang="en-US">
                <a:sym typeface="+mn-ea"/>
              </a:rPr>
              <a:t>，所有的非零元素构成了乘法循环群。</a:t>
            </a:r>
            <a:endParaRPr lang="zh-CN" altLang="en-US">
              <a:sym typeface="+mn-ea"/>
            </a:endParaRPr>
          </a:p>
          <a:p>
            <a:r>
              <a:rPr lang="zh-CN" altLang="en-US">
                <a:sym typeface="+mn-ea"/>
              </a:rPr>
              <a:t>这里面的所有元素都可以表示成一个数</a:t>
            </a:r>
            <a:r>
              <a:rPr lang="en-US" altLang="zh-CN">
                <a:sym typeface="+mn-ea"/>
              </a:rPr>
              <a:t>α</a:t>
            </a:r>
            <a:r>
              <a:rPr lang="zh-CN" altLang="en-US">
                <a:sym typeface="+mn-ea"/>
              </a:rPr>
              <a:t>的幂次，那么这个</a:t>
            </a:r>
            <a:r>
              <a:rPr lang="en-US" altLang="zh-CN">
                <a:sym typeface="+mn-ea"/>
              </a:rPr>
              <a:t>α</a:t>
            </a:r>
            <a:r>
              <a:rPr lang="zh-CN" altLang="en-US">
                <a:sym typeface="+mn-ea"/>
              </a:rPr>
              <a:t>就是这个群的本原元。</a:t>
            </a:r>
            <a:endParaRPr lang="zh-CN" altLang="en-US">
              <a:sym typeface="+mn-ea"/>
            </a:endParaRPr>
          </a:p>
          <a:p>
            <a:r>
              <a:rPr lang="zh-CN" altLang="en-US">
                <a:sym typeface="+mn-ea"/>
              </a:rPr>
              <a:t>我们现在有</a:t>
            </a:r>
            <a:r>
              <a:rPr lang="en-US" altLang="zh-CN">
                <a:sym typeface="+mn-ea"/>
              </a:rPr>
              <a:t>α</a:t>
            </a:r>
            <a:r>
              <a:rPr lang="zh-CN" altLang="en-US">
                <a:sym typeface="+mn-ea"/>
              </a:rPr>
              <a:t>计算</a:t>
            </a:r>
            <a:r>
              <a:rPr lang="en-US" altLang="zh-CN">
                <a:sym typeface="+mn-ea"/>
              </a:rPr>
              <a:t>y</a:t>
            </a:r>
            <a:r>
              <a:rPr lang="zh-CN" altLang="en-US">
                <a:sym typeface="+mn-ea"/>
              </a:rPr>
              <a:t>很容易</a:t>
            </a:r>
            <a:endParaRPr lang="en-US" altLang="zh-CN">
              <a:sym typeface="+mn-ea"/>
            </a:endParaRPr>
          </a:p>
          <a:p>
            <a:endParaRPr lang="zh-CN" altLang="en-US"/>
          </a:p>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但是反过来知道</a:t>
            </a:r>
            <a:r>
              <a:rPr lang="en-US" altLang="zh-CN"/>
              <a:t>y</a:t>
            </a:r>
            <a:r>
              <a:rPr lang="zh-CN" altLang="en-US"/>
              <a:t>计算</a:t>
            </a:r>
            <a:r>
              <a:rPr lang="en-US" altLang="zh-CN"/>
              <a:t>x</a:t>
            </a:r>
            <a:r>
              <a:rPr lang="zh-CN" altLang="en-US"/>
              <a:t>很困难。</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对数的问题大家在中学就学过。</a:t>
            </a:r>
            <a:endParaRPr lang="zh-CN" altLang="en-US"/>
          </a:p>
          <a:p>
            <a:r>
              <a:rPr lang="zh-CN" altLang="en-US"/>
              <a:t>把所有整数进行</a:t>
            </a:r>
            <a:r>
              <a:rPr lang="en-US" altLang="zh-CN"/>
              <a:t>modp</a:t>
            </a:r>
            <a:r>
              <a:rPr lang="zh-CN" altLang="en-US"/>
              <a:t>运算，就构成了有限域</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r>
              <a:rPr dirty="0" smtClean="0">
                <a:uFillTx/>
                <a:latin typeface="Calibri" panose="020F0502020204030204" charset="0"/>
                <a:ea typeface="微软雅黑" panose="020B0503020204020204" charset="-122"/>
                <a:sym typeface="+mn-ea"/>
              </a:rPr>
              <a:t>Diffie-Hellman  密钥交换的安全性建立在下述事实之上：求关于素数的模素数幂运算相对容易， 而计算离散对数却非常困难；对于大素数，求离散对数被认为是不可行的。</a:t>
            </a:r>
            <a:endParaRPr dirty="0" smtClean="0">
              <a:uFillTx/>
              <a:latin typeface="Calibri" panose="020F0502020204030204" charset="0"/>
              <a:ea typeface="微软雅黑" panose="020B0503020204020204" charset="-122"/>
              <a:sym typeface="+mn-ea"/>
            </a:endParaRPr>
          </a:p>
          <a:p>
            <a:pPr marL="0" lvl="1"/>
            <a:endParaRPr dirty="0" smtClean="0">
              <a:uFillTx/>
              <a:latin typeface="Calibri" panose="020F0502020204030204" charset="0"/>
              <a:ea typeface="微软雅黑" panose="020B0503020204020204" charset="-122"/>
              <a:sym typeface="+mn-ea"/>
            </a:endParaRPr>
          </a:p>
          <a:p>
            <a:pPr marL="0" lvl="1"/>
            <a:r>
              <a:rPr dirty="0" smtClean="0">
                <a:uFillTx/>
                <a:latin typeface="Calibri" panose="020F0502020204030204" charset="0"/>
                <a:ea typeface="微软雅黑" panose="020B0503020204020204" charset="-122"/>
                <a:sym typeface="+mn-ea"/>
              </a:rPr>
              <a:t>特别地，攻击者可以通过寻找方程 3</a:t>
            </a:r>
            <a:r>
              <a:rPr lang="zh-CN" dirty="0" smtClean="0">
                <a:uFillTx/>
                <a:latin typeface="Calibri" panose="020F0502020204030204" charset="0"/>
                <a:ea typeface="微软雅黑" panose="020B0503020204020204" charset="-122"/>
                <a:sym typeface="+mn-ea"/>
              </a:rPr>
              <a:t>的</a:t>
            </a:r>
            <a:r>
              <a:rPr lang="en-US" altLang="zh-CN" dirty="0" smtClean="0">
                <a:uFillTx/>
                <a:latin typeface="Calibri" panose="020F0502020204030204" charset="0"/>
                <a:ea typeface="微软雅黑" panose="020B0503020204020204" charset="-122"/>
                <a:sym typeface="+mn-ea"/>
              </a:rPr>
              <a:t>α</a:t>
            </a:r>
            <a:r>
              <a:rPr lang="zh-CN" altLang="en-US" dirty="0" smtClean="0">
                <a:uFillTx/>
                <a:latin typeface="Calibri" panose="020F0502020204030204" charset="0"/>
                <a:ea typeface="微软雅黑" panose="020B0503020204020204" charset="-122"/>
                <a:sym typeface="+mn-ea"/>
              </a:rPr>
              <a:t>次方</a:t>
            </a:r>
            <a:r>
              <a:rPr dirty="0" smtClean="0">
                <a:uFillTx/>
                <a:latin typeface="Calibri" panose="020F0502020204030204" charset="0"/>
                <a:ea typeface="微软雅黑" panose="020B0503020204020204" charset="-122"/>
                <a:sym typeface="+mn-ea"/>
              </a:rPr>
              <a:t>mod353=40  或3</a:t>
            </a:r>
            <a:r>
              <a:rPr lang="zh-CN" dirty="0" smtClean="0">
                <a:uFillTx/>
                <a:latin typeface="Calibri" panose="020F0502020204030204" charset="0"/>
                <a:ea typeface="微软雅黑" panose="020B0503020204020204" charset="-122"/>
                <a:sym typeface="+mn-ea"/>
              </a:rPr>
              <a:t>的</a:t>
            </a:r>
            <a:r>
              <a:rPr lang="en-US" altLang="zh-CN" dirty="0" smtClean="0">
                <a:uFillTx/>
                <a:latin typeface="Calibri" panose="020F0502020204030204" charset="0"/>
                <a:ea typeface="微软雅黑" panose="020B0503020204020204" charset="-122"/>
                <a:sym typeface="+mn-ea"/>
              </a:rPr>
              <a:t>b</a:t>
            </a:r>
            <a:r>
              <a:rPr lang="zh-CN" altLang="en-US" dirty="0" smtClean="0">
                <a:uFillTx/>
                <a:latin typeface="Calibri" panose="020F0502020204030204" charset="0"/>
                <a:ea typeface="微软雅黑" panose="020B0503020204020204" charset="-122"/>
                <a:sym typeface="+mn-ea"/>
              </a:rPr>
              <a:t>次方</a:t>
            </a:r>
            <a:r>
              <a:rPr dirty="0" smtClean="0">
                <a:uFillTx/>
                <a:latin typeface="Calibri" panose="020F0502020204030204" charset="0"/>
                <a:ea typeface="微软雅黑" panose="020B0503020204020204" charset="-122"/>
                <a:sym typeface="+mn-ea"/>
              </a:rPr>
              <a:t>mod353=248 的解来确定该公共密钥。</a:t>
            </a:r>
            <a:endParaRPr dirty="0" smtClean="0">
              <a:uFillTx/>
              <a:latin typeface="Calibri" panose="020F0502020204030204" charset="0"/>
              <a:ea typeface="微软雅黑" panose="020B0503020204020204" charset="-122"/>
              <a:sym typeface="+mn-ea"/>
            </a:endParaRPr>
          </a:p>
          <a:p>
            <a:pPr marL="0" lvl="1"/>
            <a:r>
              <a:rPr dirty="0" smtClean="0">
                <a:uFillTx/>
                <a:latin typeface="Calibri" panose="020F0502020204030204" charset="0"/>
                <a:ea typeface="微软雅黑" panose="020B0503020204020204" charset="-122"/>
                <a:sym typeface="+mn-ea"/>
              </a:rPr>
              <a:t>穷举攻击方法即是要计算3模353的若干幂，当计算结果等于40或248时则停止。因</a:t>
            </a:r>
            <a:r>
              <a:rPr lang="en-US" dirty="0" smtClean="0">
                <a:uFillTx/>
                <a:latin typeface="Calibri" panose="020F0502020204030204" charset="0"/>
                <a:ea typeface="微软雅黑" panose="020B0503020204020204" charset="-122"/>
                <a:sym typeface="+mn-ea"/>
              </a:rPr>
              <a:t>3</a:t>
            </a:r>
            <a:r>
              <a:rPr lang="zh-CN" altLang="en-US" dirty="0" smtClean="0">
                <a:uFillTx/>
                <a:latin typeface="Calibri" panose="020F0502020204030204" charset="0"/>
                <a:ea typeface="微软雅黑" panose="020B0503020204020204" charset="-122"/>
                <a:sym typeface="+mn-ea"/>
              </a:rPr>
              <a:t>的</a:t>
            </a:r>
            <a:r>
              <a:rPr lang="en-US" altLang="zh-CN" dirty="0" smtClean="0">
                <a:uFillTx/>
                <a:latin typeface="Calibri" panose="020F0502020204030204" charset="0"/>
                <a:ea typeface="微软雅黑" panose="020B0503020204020204" charset="-122"/>
                <a:sym typeface="+mn-ea"/>
              </a:rPr>
              <a:t>97</a:t>
            </a:r>
            <a:r>
              <a:rPr lang="zh-CN" altLang="en-US" dirty="0" smtClean="0">
                <a:uFillTx/>
                <a:latin typeface="Calibri" panose="020F0502020204030204" charset="0"/>
                <a:ea typeface="微软雅黑" panose="020B0503020204020204" charset="-122"/>
                <a:sym typeface="+mn-ea"/>
              </a:rPr>
              <a:t>次方</a:t>
            </a:r>
            <a:r>
              <a:rPr dirty="0" smtClean="0">
                <a:uFillTx/>
                <a:latin typeface="Calibri" panose="020F0502020204030204" charset="0"/>
                <a:ea typeface="微软雅黑" panose="020B0503020204020204" charset="-122"/>
                <a:sym typeface="+mn-ea"/>
              </a:rPr>
              <a:t>mod353=40,  所以指数为97时可得到期望的结果。</a:t>
            </a:r>
            <a:endParaRPr dirty="0" smtClean="0">
              <a:uFillTx/>
              <a:latin typeface="Calibri" panose="020F0502020204030204" charset="0"/>
              <a:ea typeface="微软雅黑" panose="020B0503020204020204" charset="-122"/>
              <a:sym typeface="+mn-ea"/>
            </a:endParaRPr>
          </a:p>
          <a:p>
            <a:pPr marL="0" lvl="1"/>
            <a:r>
              <a:rPr dirty="0" smtClean="0">
                <a:uFillTx/>
                <a:latin typeface="Calibri" panose="020F0502020204030204" charset="0"/>
                <a:ea typeface="微软雅黑" panose="020B0503020204020204" charset="-122"/>
                <a:sym typeface="+mn-ea"/>
              </a:rPr>
              <a:t>对于较大的数，上述方法实际是不可行的。</a:t>
            </a:r>
            <a:endParaRPr dirty="0" smtClean="0">
              <a:solidFill>
                <a:schemeClr val="tx1"/>
              </a:solidFill>
              <a:uFillTx/>
              <a:latin typeface="Calibri" panose="020F0502020204030204" charset="0"/>
              <a:ea typeface="微软雅黑" panose="020B0503020204020204" charset="-122"/>
            </a:endParaRPr>
          </a:p>
          <a:p>
            <a:pPr marL="0" lvl="1"/>
            <a:endParaRPr dirty="0" smtClean="0">
              <a:solidFill>
                <a:schemeClr val="tx1"/>
              </a:solidFill>
              <a:uFillTx/>
              <a:latin typeface="Calibri" panose="020F0502020204030204" charset="0"/>
              <a:ea typeface="微软雅黑" panose="020B0503020204020204" charset="-122"/>
            </a:endParaRPr>
          </a:p>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marL="0" lvl="1"/>
            <a:r>
              <a:rPr lang="en-US" dirty="0" smtClean="0">
                <a:solidFill>
                  <a:schemeClr val="tx1"/>
                </a:solidFill>
                <a:uFillTx/>
                <a:latin typeface="Calibri" panose="020F0502020204030204" charset="0"/>
                <a:ea typeface="微软雅黑" panose="020B0503020204020204" charset="-122"/>
              </a:rPr>
              <a:t>DH</a:t>
            </a:r>
            <a:r>
              <a:rPr lang="zh-CN" altLang="en-US" dirty="0" smtClean="0">
                <a:solidFill>
                  <a:schemeClr val="tx1"/>
                </a:solidFill>
                <a:uFillTx/>
                <a:latin typeface="Calibri" panose="020F0502020204030204" charset="0"/>
                <a:ea typeface="微软雅黑" panose="020B0503020204020204" charset="-122"/>
              </a:rPr>
              <a:t>密钥交换不能抵抗中间人攻击。</a:t>
            </a:r>
            <a:endParaRPr dirty="0" smtClean="0">
              <a:solidFill>
                <a:schemeClr val="tx1"/>
              </a:solidFill>
              <a:uFillTx/>
              <a:latin typeface="Calibri" panose="020F0502020204030204" charset="0"/>
              <a:ea typeface="微软雅黑" panose="020B0503020204020204" charset="-122"/>
            </a:endParaRPr>
          </a:p>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与 Diffie-Hellman一样 ，EIGamal 的系统用户也是共同选择一个素数q,和它的本原根a  </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，模</a:t>
            </a:r>
            <a:r>
              <a:rPr lang="en-US" altLang="zh-CN">
                <a:sym typeface="+mn-ea"/>
              </a:rPr>
              <a:t>P</a:t>
            </a:r>
            <a:r>
              <a:rPr lang="zh-CN" altLang="en-US">
                <a:sym typeface="+mn-ea"/>
              </a:rPr>
              <a:t>的有限域。</a:t>
            </a:r>
            <a:endParaRPr lang="zh-CN" altLang="en-US">
              <a:sym typeface="+mn-ea"/>
            </a:endParaRPr>
          </a:p>
          <a:p>
            <a:r>
              <a:rPr lang="zh-CN" altLang="en-US">
                <a:sym typeface="+mn-ea"/>
              </a:rPr>
              <a:t>目前对于这种离散对数的复杂性求解难度是亚指数。目前要求</a:t>
            </a:r>
            <a:r>
              <a:rPr lang="zh-CN" altLang="en-US" dirty="0" smtClean="0">
                <a:uFillTx/>
                <a:latin typeface="Calibri" panose="020F0502020204030204" charset="0"/>
                <a:ea typeface="微软雅黑" panose="020B0503020204020204" charset="-122"/>
                <a:sym typeface="+mn-ea"/>
              </a:rPr>
              <a:t>为了安全p应为150位以上的十进制数，但在实际应用中一般在</a:t>
            </a:r>
            <a:r>
              <a:rPr lang="en-US" altLang="zh-CN" dirty="0" smtClean="0">
                <a:uFillTx/>
                <a:latin typeface="Calibri" panose="020F0502020204030204" charset="0"/>
                <a:ea typeface="微软雅黑" panose="020B0503020204020204" charset="-122"/>
                <a:sym typeface="+mn-ea"/>
              </a:rPr>
              <a:t>200</a:t>
            </a:r>
            <a:r>
              <a:rPr lang="zh-CN" altLang="en-US" dirty="0" smtClean="0">
                <a:uFillTx/>
                <a:latin typeface="Calibri" panose="020F0502020204030204" charset="0"/>
                <a:ea typeface="微软雅黑" panose="020B0503020204020204" charset="-122"/>
                <a:sym typeface="+mn-ea"/>
              </a:rPr>
              <a:t>位以上。</a:t>
            </a:r>
            <a:endParaRPr lang="zh-CN" altLang="en-US"/>
          </a:p>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https://www.bilibili.com/video/BV19r4y127fu/?spm_id_from=333.337.search-card.all.click&amp;vd_source=e08c175307f35306e4bb6c53da93a18b</a:t>
            </a:r>
            <a:endParaRPr lang="zh-CN" altLang="en-US"/>
          </a:p>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GF(P)</a:t>
            </a:r>
            <a:r>
              <a:rPr lang="zh-CN" altLang="en-US">
                <a:sym typeface="+mn-ea"/>
              </a:rPr>
              <a:t>，</a:t>
            </a:r>
            <a:r>
              <a:rPr lang="en-US" altLang="zh-CN">
                <a:sym typeface="+mn-ea"/>
              </a:rPr>
              <a:t>P</a:t>
            </a:r>
            <a:r>
              <a:rPr lang="zh-CN" altLang="en-US">
                <a:sym typeface="+mn-ea"/>
              </a:rPr>
              <a:t>的有限域</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7.pd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image" Target="../media/image9.pdf"/><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df"/><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pdf"/><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df"/><Relationship Id="rId3" Type="http://schemas.openxmlformats.org/officeDocument/2006/relationships/image" Target="../media/image16.png"/><Relationship Id="rId2" Type="http://schemas.openxmlformats.org/officeDocument/2006/relationships/image" Target="../media/image15.pdf"/><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23.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24.png"/><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image" Target="../media/image25.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27.pn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2.xml"/><Relationship Id="rId2" Type="http://schemas.openxmlformats.org/officeDocument/2006/relationships/image" Target="../media/image28.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2.xml"/><Relationship Id="rId2" Type="http://schemas.openxmlformats.org/officeDocument/2006/relationships/image" Target="../media/image29.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2.xml"/><Relationship Id="rId2" Type="http://schemas.openxmlformats.org/officeDocument/2006/relationships/image" Target="../media/image30.pn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image" Target="../media/image32.png"/><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2.xml"/><Relationship Id="rId3" Type="http://schemas.openxmlformats.org/officeDocument/2006/relationships/image" Target="../media/image34.png"/><Relationship Id="rId2" Type="http://schemas.openxmlformats.org/officeDocument/2006/relationships/image" Target="../media/image33.pdf"/><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2.xml"/><Relationship Id="rId3" Type="http://schemas.openxmlformats.org/officeDocument/2006/relationships/image" Target="../media/image36.png"/><Relationship Id="rId2" Type="http://schemas.openxmlformats.org/officeDocument/2006/relationships/image" Target="../media/image35.pdf"/><Relationship Id="rId1" Type="http://schemas.openxmlformats.org/officeDocument/2006/relationships/image" Target="../media/image1.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2.xml"/><Relationship Id="rId3" Type="http://schemas.openxmlformats.org/officeDocument/2006/relationships/image" Target="../media/image38.png"/><Relationship Id="rId2" Type="http://schemas.openxmlformats.org/officeDocument/2006/relationships/image" Target="../media/image37.pdf"/><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1.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pdf"/><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2.xml"/><Relationship Id="rId2" Type="http://schemas.openxmlformats.org/officeDocument/2006/relationships/image" Target="../media/image44.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12.xml"/><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image" Target="../media/image1.jpeg"/></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image" Target="../media/image47.jpe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7.jpeg"/><Relationship Id="rId2" Type="http://schemas.openxmlformats.org/officeDocument/2006/relationships/image" Target="../media/image49.png"/><Relationship Id="rId1" Type="http://schemas.openxmlformats.org/officeDocument/2006/relationships/image" Target="../media/image48.jpeg"/></Relationships>
</file>

<file path=ppt/slides/_rels/slide60.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50.jpeg"/><Relationship Id="rId4" Type="http://schemas.openxmlformats.org/officeDocument/2006/relationships/image" Target="../media/image47.jpeg"/><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image" Target="../media/image45.jpeg"/></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image" Target="../media/image47.jpeg"/></Relationships>
</file>

<file path=ppt/slides/_rels/slide62.xml.rels><?xml version="1.0" encoding="UTF-8" standalone="yes"?>
<Relationships xmlns="http://schemas.openxmlformats.org/package/2006/relationships"><Relationship Id="rId9" Type="http://schemas.openxmlformats.org/officeDocument/2006/relationships/image" Target="../media/image47.jpeg"/><Relationship Id="rId8" Type="http://schemas.openxmlformats.org/officeDocument/2006/relationships/image" Target="../media/image49.png"/><Relationship Id="rId7" Type="http://schemas.openxmlformats.org/officeDocument/2006/relationships/image" Target="../media/image48.jpeg"/><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1" Type="http://schemas.openxmlformats.org/officeDocument/2006/relationships/slideLayout" Target="../slideLayouts/slideLayout12.xml"/><Relationship Id="rId10" Type="http://schemas.openxmlformats.org/officeDocument/2006/relationships/image" Target="../media/image50.jpeg"/><Relationship Id="rId1" Type="http://schemas.openxmlformats.org/officeDocument/2006/relationships/image" Target="../media/image53.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image" Target="../media/image54.png"/></Relationships>
</file>

<file path=ppt/slides/_rels/slide64.xml.rels><?xml version="1.0" encoding="UTF-8" standalone="yes"?>
<Relationships xmlns="http://schemas.openxmlformats.org/package/2006/relationships"><Relationship Id="rId9" Type="http://schemas.openxmlformats.org/officeDocument/2006/relationships/image" Target="../media/image62.png"/><Relationship Id="rId8" Type="http://schemas.openxmlformats.org/officeDocument/2006/relationships/image" Target="../media/image61.png"/><Relationship Id="rId7" Type="http://schemas.openxmlformats.org/officeDocument/2006/relationships/image" Target="../media/image60.pn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48.jpeg"/><Relationship Id="rId3" Type="http://schemas.openxmlformats.org/officeDocument/2006/relationships/image" Target="../media/image57.png"/><Relationship Id="rId26" Type="http://schemas.openxmlformats.org/officeDocument/2006/relationships/slideLayout" Target="../slideLayouts/slideLayout12.xml"/><Relationship Id="rId25" Type="http://schemas.openxmlformats.org/officeDocument/2006/relationships/image" Target="../media/image78.png"/><Relationship Id="rId24" Type="http://schemas.openxmlformats.org/officeDocument/2006/relationships/image" Target="../media/image77.png"/><Relationship Id="rId23" Type="http://schemas.openxmlformats.org/officeDocument/2006/relationships/image" Target="../media/image76.png"/><Relationship Id="rId22" Type="http://schemas.openxmlformats.org/officeDocument/2006/relationships/image" Target="../media/image75.png"/><Relationship Id="rId21" Type="http://schemas.openxmlformats.org/officeDocument/2006/relationships/image" Target="../media/image74.png"/><Relationship Id="rId20" Type="http://schemas.openxmlformats.org/officeDocument/2006/relationships/image" Target="../media/image73.png"/><Relationship Id="rId2" Type="http://schemas.openxmlformats.org/officeDocument/2006/relationships/image" Target="../media/image56.png"/><Relationship Id="rId19" Type="http://schemas.openxmlformats.org/officeDocument/2006/relationships/image" Target="../media/image72.png"/><Relationship Id="rId18" Type="http://schemas.openxmlformats.org/officeDocument/2006/relationships/image" Target="../media/image71.png"/><Relationship Id="rId17" Type="http://schemas.openxmlformats.org/officeDocument/2006/relationships/image" Target="../media/image70.png"/><Relationship Id="rId16" Type="http://schemas.openxmlformats.org/officeDocument/2006/relationships/image" Target="../media/image69.png"/><Relationship Id="rId15" Type="http://schemas.openxmlformats.org/officeDocument/2006/relationships/image" Target="../media/image68.png"/><Relationship Id="rId14" Type="http://schemas.openxmlformats.org/officeDocument/2006/relationships/image" Target="../media/image67.png"/><Relationship Id="rId13" Type="http://schemas.openxmlformats.org/officeDocument/2006/relationships/image" Target="../media/image66.png"/><Relationship Id="rId12" Type="http://schemas.openxmlformats.org/officeDocument/2006/relationships/image" Target="../media/image65.png"/><Relationship Id="rId11" Type="http://schemas.openxmlformats.org/officeDocument/2006/relationships/image" Target="../media/image64.png"/><Relationship Id="rId10" Type="http://schemas.openxmlformats.org/officeDocument/2006/relationships/image" Target="../media/image63.png"/><Relationship Id="rId1" Type="http://schemas.openxmlformats.org/officeDocument/2006/relationships/image" Target="../media/image55.png"/></Relationships>
</file>

<file path=ppt/slides/_rels/slide65.xml.rels><?xml version="1.0" encoding="UTF-8" standalone="yes"?>
<Relationships xmlns="http://schemas.openxmlformats.org/package/2006/relationships"><Relationship Id="rId9" Type="http://schemas.openxmlformats.org/officeDocument/2006/relationships/image" Target="../media/image86.png"/><Relationship Id="rId8" Type="http://schemas.openxmlformats.org/officeDocument/2006/relationships/image" Target="../media/image85.png"/><Relationship Id="rId7" Type="http://schemas.openxmlformats.org/officeDocument/2006/relationships/image" Target="../media/image84.png"/><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3" Type="http://schemas.openxmlformats.org/officeDocument/2006/relationships/image" Target="../media/image48.jpeg"/><Relationship Id="rId2" Type="http://schemas.openxmlformats.org/officeDocument/2006/relationships/image" Target="../media/image80.png"/><Relationship Id="rId19" Type="http://schemas.openxmlformats.org/officeDocument/2006/relationships/slideLayout" Target="../slideLayouts/slideLayout12.xml"/><Relationship Id="rId18" Type="http://schemas.openxmlformats.org/officeDocument/2006/relationships/image" Target="../media/image95.png"/><Relationship Id="rId17" Type="http://schemas.openxmlformats.org/officeDocument/2006/relationships/image" Target="../media/image94.png"/><Relationship Id="rId16" Type="http://schemas.openxmlformats.org/officeDocument/2006/relationships/image" Target="../media/image93.png"/><Relationship Id="rId15" Type="http://schemas.openxmlformats.org/officeDocument/2006/relationships/image" Target="../media/image92.png"/><Relationship Id="rId14" Type="http://schemas.openxmlformats.org/officeDocument/2006/relationships/image" Target="../media/image91.png"/><Relationship Id="rId13" Type="http://schemas.openxmlformats.org/officeDocument/2006/relationships/image" Target="../media/image90.png"/><Relationship Id="rId12" Type="http://schemas.openxmlformats.org/officeDocument/2006/relationships/image" Target="../media/image89.png"/><Relationship Id="rId11" Type="http://schemas.openxmlformats.org/officeDocument/2006/relationships/image" Target="../media/image88.png"/><Relationship Id="rId10" Type="http://schemas.openxmlformats.org/officeDocument/2006/relationships/image" Target="../media/image87.png"/><Relationship Id="rId1" Type="http://schemas.openxmlformats.org/officeDocument/2006/relationships/image" Target="../media/image79.png"/></Relationships>
</file>

<file path=ppt/slides/_rels/slide66.xml.rels><?xml version="1.0" encoding="UTF-8" standalone="yes"?>
<Relationships xmlns="http://schemas.openxmlformats.org/package/2006/relationships"><Relationship Id="rId9" Type="http://schemas.openxmlformats.org/officeDocument/2006/relationships/image" Target="../media/image102.png"/><Relationship Id="rId8" Type="http://schemas.openxmlformats.org/officeDocument/2006/relationships/image" Target="../media/image101.png"/><Relationship Id="rId7" Type="http://schemas.openxmlformats.org/officeDocument/2006/relationships/image" Target="../media/image100.png"/><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 Id="rId3" Type="http://schemas.openxmlformats.org/officeDocument/2006/relationships/image" Target="../media/image48.jpeg"/><Relationship Id="rId20" Type="http://schemas.openxmlformats.org/officeDocument/2006/relationships/slideLayout" Target="../slideLayouts/slideLayout12.xml"/><Relationship Id="rId2" Type="http://schemas.openxmlformats.org/officeDocument/2006/relationships/image" Target="../media/image96.png"/><Relationship Id="rId19" Type="http://schemas.openxmlformats.org/officeDocument/2006/relationships/image" Target="../media/image112.png"/><Relationship Id="rId18" Type="http://schemas.openxmlformats.org/officeDocument/2006/relationships/image" Target="../media/image111.png"/><Relationship Id="rId17" Type="http://schemas.openxmlformats.org/officeDocument/2006/relationships/image" Target="../media/image110.png"/><Relationship Id="rId16" Type="http://schemas.openxmlformats.org/officeDocument/2006/relationships/image" Target="../media/image109.png"/><Relationship Id="rId15" Type="http://schemas.openxmlformats.org/officeDocument/2006/relationships/image" Target="../media/image108.png"/><Relationship Id="rId14" Type="http://schemas.openxmlformats.org/officeDocument/2006/relationships/image" Target="../media/image107.png"/><Relationship Id="rId13" Type="http://schemas.openxmlformats.org/officeDocument/2006/relationships/image" Target="../media/image106.png"/><Relationship Id="rId12" Type="http://schemas.openxmlformats.org/officeDocument/2006/relationships/image" Target="../media/image105.png"/><Relationship Id="rId11" Type="http://schemas.openxmlformats.org/officeDocument/2006/relationships/image" Target="../media/image104.png"/><Relationship Id="rId10" Type="http://schemas.openxmlformats.org/officeDocument/2006/relationships/image" Target="../media/image103.png"/><Relationship Id="rId1" Type="http://schemas.openxmlformats.org/officeDocument/2006/relationships/image" Target="../media/image79.png"/></Relationships>
</file>

<file path=ppt/slides/_rels/slide67.xml.rels><?xml version="1.0" encoding="UTF-8" standalone="yes"?>
<Relationships xmlns="http://schemas.openxmlformats.org/package/2006/relationships"><Relationship Id="rId9" Type="http://schemas.openxmlformats.org/officeDocument/2006/relationships/image" Target="../media/image118.png"/><Relationship Id="rId8" Type="http://schemas.openxmlformats.org/officeDocument/2006/relationships/image" Target="../media/image117.png"/><Relationship Id="rId7" Type="http://schemas.openxmlformats.org/officeDocument/2006/relationships/image" Target="../media/image94.png"/><Relationship Id="rId6" Type="http://schemas.openxmlformats.org/officeDocument/2006/relationships/image" Target="../media/image83.png"/><Relationship Id="rId5" Type="http://schemas.openxmlformats.org/officeDocument/2006/relationships/image" Target="../media/image116.png"/><Relationship Id="rId4" Type="http://schemas.openxmlformats.org/officeDocument/2006/relationships/image" Target="../media/image115.png"/><Relationship Id="rId32" Type="http://schemas.openxmlformats.org/officeDocument/2006/relationships/slideLayout" Target="../slideLayouts/slideLayout12.xml"/><Relationship Id="rId31" Type="http://schemas.openxmlformats.org/officeDocument/2006/relationships/image" Target="../media/image140.png"/><Relationship Id="rId30" Type="http://schemas.openxmlformats.org/officeDocument/2006/relationships/image" Target="../media/image139.png"/><Relationship Id="rId3" Type="http://schemas.openxmlformats.org/officeDocument/2006/relationships/image" Target="../media/image48.jpeg"/><Relationship Id="rId29" Type="http://schemas.openxmlformats.org/officeDocument/2006/relationships/image" Target="../media/image138.png"/><Relationship Id="rId28" Type="http://schemas.openxmlformats.org/officeDocument/2006/relationships/image" Target="../media/image137.png"/><Relationship Id="rId27" Type="http://schemas.openxmlformats.org/officeDocument/2006/relationships/image" Target="../media/image136.png"/><Relationship Id="rId26" Type="http://schemas.openxmlformats.org/officeDocument/2006/relationships/image" Target="../media/image135.png"/><Relationship Id="rId25" Type="http://schemas.openxmlformats.org/officeDocument/2006/relationships/image" Target="../media/image134.png"/><Relationship Id="rId24" Type="http://schemas.openxmlformats.org/officeDocument/2006/relationships/image" Target="../media/image133.png"/><Relationship Id="rId23" Type="http://schemas.openxmlformats.org/officeDocument/2006/relationships/image" Target="../media/image132.png"/><Relationship Id="rId22" Type="http://schemas.openxmlformats.org/officeDocument/2006/relationships/image" Target="../media/image131.png"/><Relationship Id="rId21" Type="http://schemas.openxmlformats.org/officeDocument/2006/relationships/image" Target="../media/image130.png"/><Relationship Id="rId20" Type="http://schemas.openxmlformats.org/officeDocument/2006/relationships/image" Target="../media/image129.png"/><Relationship Id="rId2" Type="http://schemas.openxmlformats.org/officeDocument/2006/relationships/image" Target="../media/image114.png"/><Relationship Id="rId19" Type="http://schemas.openxmlformats.org/officeDocument/2006/relationships/image" Target="../media/image128.png"/><Relationship Id="rId18" Type="http://schemas.openxmlformats.org/officeDocument/2006/relationships/image" Target="../media/image127.png"/><Relationship Id="rId17" Type="http://schemas.openxmlformats.org/officeDocument/2006/relationships/image" Target="../media/image126.png"/><Relationship Id="rId16" Type="http://schemas.openxmlformats.org/officeDocument/2006/relationships/image" Target="../media/image125.png"/><Relationship Id="rId15" Type="http://schemas.openxmlformats.org/officeDocument/2006/relationships/image" Target="../media/image124.png"/><Relationship Id="rId14" Type="http://schemas.openxmlformats.org/officeDocument/2006/relationships/image" Target="../media/image123.png"/><Relationship Id="rId13" Type="http://schemas.openxmlformats.org/officeDocument/2006/relationships/image" Target="../media/image122.png"/><Relationship Id="rId12" Type="http://schemas.openxmlformats.org/officeDocument/2006/relationships/image" Target="../media/image121.png"/><Relationship Id="rId11" Type="http://schemas.openxmlformats.org/officeDocument/2006/relationships/image" Target="../media/image120.png"/><Relationship Id="rId10" Type="http://schemas.openxmlformats.org/officeDocument/2006/relationships/image" Target="../media/image119.png"/><Relationship Id="rId1" Type="http://schemas.openxmlformats.org/officeDocument/2006/relationships/image" Target="../media/image113.png"/></Relationships>
</file>

<file path=ppt/slides/_rels/slide68.xml.rels><?xml version="1.0" encoding="UTF-8" standalone="yes"?>
<Relationships xmlns="http://schemas.openxmlformats.org/package/2006/relationships"><Relationship Id="rId9" Type="http://schemas.openxmlformats.org/officeDocument/2006/relationships/image" Target="../media/image147.png"/><Relationship Id="rId8" Type="http://schemas.openxmlformats.org/officeDocument/2006/relationships/image" Target="../media/image146.png"/><Relationship Id="rId7" Type="http://schemas.openxmlformats.org/officeDocument/2006/relationships/image" Target="../media/image145.png"/><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48.jpeg"/><Relationship Id="rId3" Type="http://schemas.openxmlformats.org/officeDocument/2006/relationships/image" Target="../media/image142.png"/><Relationship Id="rId21" Type="http://schemas.openxmlformats.org/officeDocument/2006/relationships/slideLayout" Target="../slideLayouts/slideLayout12.xml"/><Relationship Id="rId20" Type="http://schemas.openxmlformats.org/officeDocument/2006/relationships/image" Target="../media/image158.png"/><Relationship Id="rId2" Type="http://schemas.openxmlformats.org/officeDocument/2006/relationships/image" Target="../media/image141.png"/><Relationship Id="rId19" Type="http://schemas.openxmlformats.org/officeDocument/2006/relationships/image" Target="../media/image157.jpeg"/><Relationship Id="rId18" Type="http://schemas.openxmlformats.org/officeDocument/2006/relationships/image" Target="../media/image156.png"/><Relationship Id="rId17" Type="http://schemas.openxmlformats.org/officeDocument/2006/relationships/image" Target="../media/image155.png"/><Relationship Id="rId16" Type="http://schemas.openxmlformats.org/officeDocument/2006/relationships/image" Target="../media/image154.png"/><Relationship Id="rId15" Type="http://schemas.openxmlformats.org/officeDocument/2006/relationships/image" Target="../media/image153.png"/><Relationship Id="rId14" Type="http://schemas.openxmlformats.org/officeDocument/2006/relationships/image" Target="../media/image152.jpeg"/><Relationship Id="rId13" Type="http://schemas.openxmlformats.org/officeDocument/2006/relationships/image" Target="../media/image151.png"/><Relationship Id="rId12" Type="http://schemas.openxmlformats.org/officeDocument/2006/relationships/image" Target="../media/image150.png"/><Relationship Id="rId11" Type="http://schemas.openxmlformats.org/officeDocument/2006/relationships/image" Target="../media/image149.png"/><Relationship Id="rId10" Type="http://schemas.openxmlformats.org/officeDocument/2006/relationships/image" Target="../media/image148.png"/><Relationship Id="rId1" Type="http://schemas.openxmlformats.org/officeDocument/2006/relationships/image" Target="../media/image55.png"/></Relationships>
</file>

<file path=ppt/slides/_rels/slide69.xml.rels><?xml version="1.0" encoding="UTF-8" standalone="yes"?>
<Relationships xmlns="http://schemas.openxmlformats.org/package/2006/relationships"><Relationship Id="rId9" Type="http://schemas.openxmlformats.org/officeDocument/2006/relationships/image" Target="../media/image165.png"/><Relationship Id="rId8" Type="http://schemas.openxmlformats.org/officeDocument/2006/relationships/image" Target="../media/image164.png"/><Relationship Id="rId7" Type="http://schemas.openxmlformats.org/officeDocument/2006/relationships/image" Target="../media/image163.png"/><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 Id="rId32" Type="http://schemas.openxmlformats.org/officeDocument/2006/relationships/slideLayout" Target="../slideLayouts/slideLayout12.xml"/><Relationship Id="rId31" Type="http://schemas.openxmlformats.org/officeDocument/2006/relationships/image" Target="../media/image187.png"/><Relationship Id="rId30" Type="http://schemas.openxmlformats.org/officeDocument/2006/relationships/image" Target="../media/image186.png"/><Relationship Id="rId3" Type="http://schemas.openxmlformats.org/officeDocument/2006/relationships/image" Target="../media/image48.jpeg"/><Relationship Id="rId29" Type="http://schemas.openxmlformats.org/officeDocument/2006/relationships/image" Target="../media/image185.png"/><Relationship Id="rId28" Type="http://schemas.openxmlformats.org/officeDocument/2006/relationships/image" Target="../media/image184.png"/><Relationship Id="rId27" Type="http://schemas.openxmlformats.org/officeDocument/2006/relationships/image" Target="../media/image183.png"/><Relationship Id="rId26" Type="http://schemas.openxmlformats.org/officeDocument/2006/relationships/image" Target="../media/image182.png"/><Relationship Id="rId25" Type="http://schemas.openxmlformats.org/officeDocument/2006/relationships/image" Target="../media/image181.png"/><Relationship Id="rId24" Type="http://schemas.openxmlformats.org/officeDocument/2006/relationships/image" Target="../media/image180.png"/><Relationship Id="rId23" Type="http://schemas.openxmlformats.org/officeDocument/2006/relationships/image" Target="../media/image179.png"/><Relationship Id="rId22" Type="http://schemas.openxmlformats.org/officeDocument/2006/relationships/image" Target="../media/image178.png"/><Relationship Id="rId21" Type="http://schemas.openxmlformats.org/officeDocument/2006/relationships/image" Target="../media/image177.png"/><Relationship Id="rId20" Type="http://schemas.openxmlformats.org/officeDocument/2006/relationships/image" Target="../media/image176.png"/><Relationship Id="rId2" Type="http://schemas.openxmlformats.org/officeDocument/2006/relationships/image" Target="../media/image159.png"/><Relationship Id="rId19" Type="http://schemas.openxmlformats.org/officeDocument/2006/relationships/image" Target="../media/image175.png"/><Relationship Id="rId18" Type="http://schemas.openxmlformats.org/officeDocument/2006/relationships/image" Target="../media/image174.png"/><Relationship Id="rId17" Type="http://schemas.openxmlformats.org/officeDocument/2006/relationships/image" Target="../media/image173.png"/><Relationship Id="rId16" Type="http://schemas.openxmlformats.org/officeDocument/2006/relationships/image" Target="../media/image172.png"/><Relationship Id="rId15" Type="http://schemas.openxmlformats.org/officeDocument/2006/relationships/image" Target="../media/image171.png"/><Relationship Id="rId14" Type="http://schemas.openxmlformats.org/officeDocument/2006/relationships/image" Target="../media/image170.png"/><Relationship Id="rId13" Type="http://schemas.openxmlformats.org/officeDocument/2006/relationships/image" Target="../media/image169.png"/><Relationship Id="rId12" Type="http://schemas.openxmlformats.org/officeDocument/2006/relationships/image" Target="../media/image168.png"/><Relationship Id="rId11" Type="http://schemas.openxmlformats.org/officeDocument/2006/relationships/image" Target="../media/image167.png"/><Relationship Id="rId10" Type="http://schemas.openxmlformats.org/officeDocument/2006/relationships/image" Target="../media/image166.png"/><Relationship Id="rId1" Type="http://schemas.openxmlformats.org/officeDocument/2006/relationships/image" Target="../media/image56.png"/></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50.jpeg"/><Relationship Id="rId3" Type="http://schemas.openxmlformats.org/officeDocument/2006/relationships/image" Target="../media/image47.jpeg"/><Relationship Id="rId2" Type="http://schemas.openxmlformats.org/officeDocument/2006/relationships/image" Target="../media/image49.png"/><Relationship Id="rId1" Type="http://schemas.openxmlformats.org/officeDocument/2006/relationships/image" Target="../media/image4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marL="12700" algn="l" rtl="0" eaLnBrk="0">
              <a:lnSpc>
                <a:spcPct val="93000"/>
              </a:lnSpc>
              <a:spcBef>
                <a:spcPts val="1085"/>
              </a:spcBef>
            </a:pPr>
            <a:r>
              <a:rPr 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上节回顾</a:t>
            </a:r>
            <a:r>
              <a:rPr lang="en-US" altLang="zh-CN"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a:t>
            </a:r>
            <a:r>
              <a:rPr lang="zh-CN" altLang="en-US" sz="3600" b="1"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公钥密码学基本概念</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dirty="0">
                <a:latin typeface="仿宋" panose="02010609060101010101" charset="-122"/>
                <a:ea typeface="仿宋" panose="02010609060101010101" charset="-122"/>
                <a:cs typeface="仿宋" panose="02010609060101010101" charset="-122"/>
              </a:rPr>
              <a:t>一、公钥密码学的基本概念</a:t>
            </a:r>
            <a:endParaRPr lang="zh-CN" sz="36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rPr>
              <a:t>二、公钥密码学的基本思想</a:t>
            </a:r>
            <a:endParaRPr lang="zh-CN" sz="36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085"/>
              </a:spcBef>
            </a:pPr>
            <a:r>
              <a:rPr lang="zh-CN" altLang="en-US" sz="3600" dirty="0">
                <a:latin typeface="仿宋" panose="02010609060101010101" charset="-122"/>
                <a:ea typeface="仿宋" panose="02010609060101010101" charset="-122"/>
                <a:cs typeface="仿宋" panose="02010609060101010101" charset="-122"/>
              </a:rPr>
              <a:t>三、</a:t>
            </a:r>
            <a:r>
              <a:rPr lang="en-US" altLang="zh-CN" sz="3600" dirty="0">
                <a:latin typeface="仿宋" panose="02010609060101010101" charset="-122"/>
                <a:ea typeface="仿宋" panose="02010609060101010101" charset="-122"/>
                <a:cs typeface="仿宋" panose="02010609060101010101" charset="-122"/>
              </a:rPr>
              <a:t>RSA</a:t>
            </a:r>
            <a:r>
              <a:rPr lang="zh-CN" altLang="en-US" sz="3600" dirty="0">
                <a:latin typeface="仿宋" panose="02010609060101010101" charset="-122"/>
                <a:ea typeface="仿宋" panose="02010609060101010101" charset="-122"/>
                <a:cs typeface="仿宋" panose="02010609060101010101" charset="-122"/>
              </a:rPr>
              <a:t>公钥密码</a:t>
            </a:r>
            <a:endParaRPr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132" name="textbox 132"/>
          <p:cNvSpPr/>
          <p:nvPr/>
        </p:nvSpPr>
        <p:spPr>
          <a:xfrm>
            <a:off x="1465580" y="1354455"/>
            <a:ext cx="9050020" cy="407670"/>
          </a:xfrm>
          <a:prstGeom prst="rect">
            <a:avLst/>
          </a:prstGeom>
        </p:spPr>
        <p:txBody>
          <a:bodyPr vert="horz" wrap="square" lIns="0" tIns="0" rIns="0" bIns="0"/>
          <a:p>
            <a:pPr marL="342900" indent="-342900" algn="l" rtl="0" eaLnBrk="0">
              <a:lnSpc>
                <a:spcPct val="83000"/>
              </a:lnSpc>
              <a:buFont typeface="Wingdings" panose="05000000000000000000" pitchFamily="2" charset="2"/>
              <a:buChar char="Ø"/>
            </a:pPr>
            <a:r>
              <a:rPr sz="2400" b="1"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主要思想:</a:t>
            </a:r>
            <a:endParaRPr lang="en-US" altLang="en-US" sz="2400" kern="0" spc="-2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endParaRPr>
          </a:p>
        </p:txBody>
      </p:sp>
      <p:pic>
        <p:nvPicPr>
          <p:cNvPr id="158" name="picture 158"/>
          <p:cNvPicPr>
            <a:picLocks noChangeAspect="1"/>
          </p:cNvPicPr>
          <p:nvPr/>
        </p:nvPicPr>
        <p:blipFill>
          <a:blip r:embed="rId2"/>
          <a:srcRect t="2204"/>
          <a:stretch>
            <a:fillRect/>
          </a:stretch>
        </p:blipFill>
        <p:spPr>
          <a:xfrm rot="21600000">
            <a:off x="1915795" y="1656715"/>
            <a:ext cx="8361045" cy="4480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2" name="图片 1"/>
          <p:cNvPicPr>
            <a:picLocks noChangeAspect="1"/>
          </p:cNvPicPr>
          <p:nvPr/>
        </p:nvPicPr>
        <p:blipFill>
          <a:blip r:embed="rId2"/>
          <a:stretch>
            <a:fillRect/>
          </a:stretch>
        </p:blipFill>
        <p:spPr>
          <a:xfrm>
            <a:off x="1547495" y="1167130"/>
            <a:ext cx="8676005" cy="46748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公钥密码的基本思想</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pic>
        <p:nvPicPr>
          <p:cNvPr id="3" name="图片 2"/>
          <p:cNvPicPr>
            <a:picLocks noChangeAspect="1"/>
          </p:cNvPicPr>
          <p:nvPr/>
        </p:nvPicPr>
        <p:blipFill>
          <a:blip r:embed="rId2"/>
          <a:stretch>
            <a:fillRect/>
          </a:stretch>
        </p:blipFill>
        <p:spPr>
          <a:xfrm>
            <a:off x="1465580" y="1114425"/>
            <a:ext cx="9190990" cy="4721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dirty="0">
                <a:latin typeface="仿宋" panose="02010609060101010101" charset="-122"/>
                <a:ea typeface="仿宋" panose="02010609060101010101" charset="-122"/>
                <a:cs typeface="仿宋" panose="02010609060101010101" charset="-122"/>
              </a:rPr>
              <a:t>一、公钥密码学的基本概念</a:t>
            </a:r>
            <a:endParaRPr lang="zh-CN" sz="36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rPr>
              <a:t>二、公钥密码学的基本思想</a:t>
            </a:r>
            <a:endParaRPr lang="zh-CN" sz="3600" dirty="0">
              <a:latin typeface="仿宋" panose="02010609060101010101" charset="-122"/>
              <a:ea typeface="仿宋" panose="02010609060101010101" charset="-122"/>
              <a:cs typeface="仿宋" panose="02010609060101010101" charset="-122"/>
            </a:endParaRPr>
          </a:p>
          <a:p>
            <a:pPr marL="12700" algn="l" rtl="0" eaLnBrk="0">
              <a:lnSpc>
                <a:spcPct val="93000"/>
              </a:lnSpc>
              <a:spcBef>
                <a:spcPts val="1085"/>
              </a:spcBef>
            </a:pPr>
            <a:r>
              <a:rPr lang="zh-CN" altLang="en-US" sz="3600" dirty="0">
                <a:solidFill>
                  <a:srgbClr val="FF0000"/>
                </a:solidFill>
                <a:latin typeface="仿宋" panose="02010609060101010101" charset="-122"/>
                <a:ea typeface="仿宋" panose="02010609060101010101" charset="-122"/>
                <a:cs typeface="仿宋" panose="02010609060101010101" charset="-122"/>
              </a:rPr>
              <a:t>三、</a:t>
            </a:r>
            <a:r>
              <a:rPr lang="en-US" altLang="zh-CN" sz="3600" dirty="0">
                <a:solidFill>
                  <a:srgbClr val="FF0000"/>
                </a:solidFill>
                <a:latin typeface="仿宋" panose="02010609060101010101" charset="-122"/>
                <a:ea typeface="仿宋" panose="02010609060101010101" charset="-122"/>
                <a:cs typeface="仿宋" panose="02010609060101010101" charset="-122"/>
              </a:rPr>
              <a:t>RSA</a:t>
            </a:r>
            <a:r>
              <a:rPr lang="zh-CN" altLang="en-US" sz="3600" dirty="0">
                <a:solidFill>
                  <a:srgbClr val="FF0000"/>
                </a:solidFill>
                <a:latin typeface="仿宋" panose="02010609060101010101" charset="-122"/>
                <a:ea typeface="仿宋" panose="02010609060101010101" charset="-122"/>
                <a:cs typeface="仿宋" panose="02010609060101010101" charset="-122"/>
              </a:rPr>
              <a:t>公钥密码</a:t>
            </a:r>
            <a:endParaRPr sz="3600" dirty="0">
              <a:solidFill>
                <a:srgbClr val="FF0000"/>
              </a:solidFill>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6" name="picture 116"/>
          <p:cNvPicPr>
            <a:picLocks noChangeAspect="1"/>
          </p:cNvPicPr>
          <p:nvPr/>
        </p:nvPicPr>
        <p:blipFill>
          <a:blip r:embed="rId2"/>
          <a:stretch>
            <a:fillRect/>
          </a:stretch>
        </p:blipFill>
        <p:spPr>
          <a:xfrm rot="21600000">
            <a:off x="824230" y="1176655"/>
            <a:ext cx="6015990" cy="4803775"/>
          </a:xfrm>
          <a:prstGeom prst="rect">
            <a:avLst/>
          </a:prstGeom>
        </p:spPr>
      </p:pic>
      <p:pic>
        <p:nvPicPr>
          <p:cNvPr id="122" name="picture 122"/>
          <p:cNvPicPr>
            <a:picLocks noChangeAspect="1"/>
          </p:cNvPicPr>
          <p:nvPr/>
        </p:nvPicPr>
        <p:blipFill>
          <a:blip r:embed="rId3"/>
          <a:stretch>
            <a:fillRect/>
          </a:stretch>
        </p:blipFill>
        <p:spPr>
          <a:xfrm rot="21600000">
            <a:off x="7424420" y="1176655"/>
            <a:ext cx="3162300" cy="3495675"/>
          </a:xfrm>
          <a:prstGeom prst="rect">
            <a:avLst/>
          </a:prstGeom>
        </p:spPr>
      </p:pic>
      <p:sp>
        <p:nvSpPr>
          <p:cNvPr id="126" name="textbox 126"/>
          <p:cNvSpPr/>
          <p:nvPr/>
        </p:nvSpPr>
        <p:spPr>
          <a:xfrm>
            <a:off x="7155180" y="4790440"/>
            <a:ext cx="4318000" cy="859155"/>
          </a:xfrm>
          <a:prstGeom prst="rect">
            <a:avLst/>
          </a:prstGeom>
        </p:spPr>
        <p:txBody>
          <a:bodyPr vert="horz" wrap="square" lIns="0" tIns="0" rIns="0" bIns="0"/>
          <a:p>
            <a:pPr algn="l" rtl="0" eaLnBrk="0">
              <a:lnSpc>
                <a:spcPct val="69000"/>
              </a:lnSpc>
            </a:pPr>
            <a:endParaRPr lang="en-US"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12700" algn="l" rtl="0" eaLnBrk="0">
              <a:lnSpc>
                <a:spcPct val="91000"/>
              </a:lnSpc>
            </a:pPr>
            <a:r>
              <a:rPr sz="2400" kern="0" spc="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Diffie</a:t>
            </a: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和</a:t>
            </a:r>
            <a:r>
              <a:rPr sz="2400" kern="0" spc="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Hellman</a:t>
            </a:r>
            <a:r>
              <a:rPr sz="2400" kern="0" spc="10" dirty="0">
                <a:solidFill>
                  <a:schemeClr val="tx1">
                    <a:alpha val="100000"/>
                  </a:schemeClr>
                </a:solidFill>
                <a:latin typeface="宋体" panose="02010600030101010101" pitchFamily="2" charset="-122"/>
                <a:ea typeface="宋体" panose="02010600030101010101" pitchFamily="2" charset="-122"/>
                <a:cs typeface="宋体" panose="02010600030101010101" pitchFamily="2" charset="-122"/>
              </a:rPr>
              <a:t>因为提出“公钥密码”这一概念</a:t>
            </a:r>
            <a:r>
              <a:rPr sz="2400" kern="0" spc="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rPr>
              <a:t>获得</a:t>
            </a:r>
            <a:r>
              <a:rPr sz="2400" kern="0" spc="-72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rPr>
              <a:t> </a:t>
            </a:r>
            <a:r>
              <a:rPr sz="2400" kern="0" spc="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rPr>
              <a:t>2015 年ACM图灵奖	</a:t>
            </a:r>
            <a:endParaRPr lang="en-US" altLang="en-US" sz="2400" kern="0" spc="0" dirty="0">
              <a:solidFill>
                <a:schemeClr val="tx1">
                  <a:alpha val="100000"/>
                </a:schemeClr>
              </a:solidFill>
              <a:uFill>
                <a:solidFill>
                  <a:srgbClr val="5B9BD5"/>
                </a:solidFill>
              </a:u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1510030" y="1256030"/>
            <a:ext cx="9005570" cy="3152775"/>
          </a:xfrm>
          <a:prstGeom prst="rect">
            <a:avLst/>
          </a:prstGeom>
          <a:noFill/>
        </p:spPr>
        <p:txBody>
          <a:bodyPr wrap="square" rtlCol="0" anchor="t">
            <a:noAutofit/>
          </a:bodyPr>
          <a:p>
            <a:pPr indent="0" fontAlgn="auto">
              <a:lnSpc>
                <a:spcPct val="120000"/>
              </a:lnSpc>
              <a:spcBef>
                <a:spcPts val="600"/>
              </a:spcBef>
              <a:spcAft>
                <a:spcPts val="600"/>
              </a:spcAft>
            </a:pPr>
            <a:r>
              <a:rPr lang="en-AU" sz="2400" dirty="0" smtClean="0">
                <a:uFillTx/>
                <a:latin typeface="Calibri" panose="020F0502020204030204" charset="0"/>
                <a:ea typeface="微软雅黑" panose="020B0503020204020204" charset="-122"/>
              </a:rPr>
              <a:t>●1978年美国麻省理工学院的三名密码学者R.L.Rivest,A.Shamir和L.Adleman提出了一种基于大合数因子分解困难性的公开密钥密码，简称为RSA密码。</a:t>
            </a:r>
            <a:endParaRPr lang="en-AU" sz="2400" dirty="0" smtClean="0">
              <a:uFillTx/>
              <a:latin typeface="Calibri" panose="020F0502020204030204" charset="0"/>
              <a:ea typeface="微软雅黑" panose="020B0503020204020204" charset="-122"/>
            </a:endParaRPr>
          </a:p>
          <a:p>
            <a:pPr indent="0" fontAlgn="auto">
              <a:lnSpc>
                <a:spcPct val="120000"/>
              </a:lnSpc>
              <a:spcBef>
                <a:spcPts val="600"/>
              </a:spcBef>
              <a:spcAft>
                <a:spcPts val="600"/>
              </a:spcAft>
            </a:pPr>
            <a:r>
              <a:rPr lang="en-AU" sz="2400" dirty="0" smtClean="0">
                <a:uFillTx/>
                <a:latin typeface="Calibri" panose="020F0502020204030204" charset="0"/>
                <a:ea typeface="微软雅黑" panose="020B0503020204020204" charset="-122"/>
              </a:rPr>
              <a:t>●RSA密码被誉为是一种风格幽雅的公开密钥密码。既可用于加密，又可用于数字签名，安全、易懂。</a:t>
            </a:r>
            <a:endParaRPr lang="en-AU" sz="2400" dirty="0" smtClean="0">
              <a:uFillTx/>
              <a:latin typeface="Calibri" panose="020F0502020204030204" charset="0"/>
              <a:ea typeface="微软雅黑" panose="020B0503020204020204" charset="-122"/>
            </a:endParaRPr>
          </a:p>
          <a:p>
            <a:pPr indent="0" fontAlgn="auto">
              <a:lnSpc>
                <a:spcPct val="120000"/>
              </a:lnSpc>
              <a:spcBef>
                <a:spcPts val="600"/>
              </a:spcBef>
              <a:spcAft>
                <a:spcPts val="600"/>
              </a:spcAft>
            </a:pPr>
            <a:r>
              <a:rPr lang="en-AU" sz="2400" dirty="0" smtClean="0">
                <a:uFillTx/>
                <a:latin typeface="Calibri" panose="020F0502020204030204" charset="0"/>
                <a:ea typeface="微软雅黑" panose="020B0503020204020204" charset="-122"/>
              </a:rPr>
              <a:t>●RSA密码已成为目前应用最广泛的公开密钥密码之一。</a:t>
            </a:r>
            <a:endParaRPr lang="en-AU" sz="2400" dirty="0" smtClean="0">
              <a:uFillTx/>
              <a:latin typeface="Calibri" panose="020F0502020204030204" charset="0"/>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4714875"/>
          </a:xfrm>
        </p:spPr>
        <p:txBody>
          <a:bodyPr>
            <a:noAutofit/>
          </a:bodyPr>
          <a:p>
            <a:pPr fontAlgn="auto">
              <a:lnSpc>
                <a:spcPct val="10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RSA体制是一种分组密码，其明文和密文均是0至某n-1 之间的整数，通常n的大小为1024位</a:t>
            </a:r>
            <a:r>
              <a:rPr lang="zh-CN" altLang="en-AU" sz="2400" dirty="0" smtClean="0">
                <a:solidFill>
                  <a:schemeClr val="tx1"/>
                </a:solidFill>
                <a:uFillTx/>
                <a:latin typeface="Calibri" panose="020F0502020204030204" charset="0"/>
                <a:ea typeface="微软雅黑" panose="020B0503020204020204" charset="-122"/>
              </a:rPr>
              <a:t>（现在要求为</a:t>
            </a:r>
            <a:r>
              <a:rPr lang="en-US" altLang="zh-CN" sz="2400" dirty="0" smtClean="0">
                <a:solidFill>
                  <a:schemeClr val="tx1"/>
                </a:solidFill>
                <a:uFillTx/>
                <a:latin typeface="Calibri" panose="020F0502020204030204" charset="0"/>
                <a:ea typeface="微软雅黑" panose="020B0503020204020204" charset="-122"/>
              </a:rPr>
              <a:t>2048</a:t>
            </a:r>
            <a:r>
              <a:rPr lang="zh-CN" altLang="en-US" sz="2400" dirty="0" smtClean="0">
                <a:solidFill>
                  <a:schemeClr val="tx1"/>
                </a:solidFill>
                <a:uFillTx/>
                <a:latin typeface="Calibri" panose="020F0502020204030204" charset="0"/>
                <a:ea typeface="微软雅黑" panose="020B0503020204020204" charset="-122"/>
              </a:rPr>
              <a:t>位）</a:t>
            </a:r>
            <a:r>
              <a:rPr lang="en-AU" sz="2400" dirty="0" smtClean="0">
                <a:solidFill>
                  <a:schemeClr val="tx1"/>
                </a:solidFill>
                <a:uFillTx/>
                <a:latin typeface="Calibri" panose="020F0502020204030204" charset="0"/>
                <a:ea typeface="微软雅黑" panose="020B0503020204020204" charset="-122"/>
              </a:rPr>
              <a:t>二进制数或</a:t>
            </a:r>
            <a:r>
              <a:rPr lang="en-US" altLang="en-AU" sz="2400" dirty="0" smtClean="0">
                <a:solidFill>
                  <a:schemeClr val="tx1"/>
                </a:solidFill>
                <a:uFillTx/>
                <a:latin typeface="Calibri" panose="020F0502020204030204" charset="0"/>
                <a:ea typeface="微软雅黑" panose="020B0503020204020204" charset="-122"/>
              </a:rPr>
              <a:t> </a:t>
            </a:r>
            <a:r>
              <a:rPr lang="en-AU" sz="2400" dirty="0" smtClean="0">
                <a:solidFill>
                  <a:schemeClr val="tx1"/>
                </a:solidFill>
                <a:uFillTx/>
                <a:latin typeface="Calibri" panose="020F0502020204030204" charset="0"/>
                <a:ea typeface="微软雅黑" panose="020B0503020204020204" charset="-122"/>
              </a:rPr>
              <a:t>309位十进制数，也就是说</a:t>
            </a:r>
            <a:r>
              <a:rPr lang="en-US" altLang="en-AU" sz="2400" dirty="0" smtClean="0">
                <a:solidFill>
                  <a:schemeClr val="tx1"/>
                </a:solidFill>
                <a:uFillTx/>
                <a:latin typeface="Calibri" panose="020F0502020204030204" charset="0"/>
                <a:ea typeface="微软雅黑" panose="020B0503020204020204" charset="-122"/>
              </a:rPr>
              <a:t> </a:t>
            </a:r>
            <a:r>
              <a:rPr lang="en-AU" sz="2400" dirty="0" smtClean="0">
                <a:solidFill>
                  <a:schemeClr val="tx1"/>
                </a:solidFill>
                <a:uFillTx/>
                <a:latin typeface="Calibri" panose="020F0502020204030204" charset="0"/>
                <a:ea typeface="微软雅黑" panose="020B0503020204020204" charset="-122"/>
              </a:rPr>
              <a:t>n 小于</a:t>
            </a:r>
            <a:r>
              <a:rPr lang="en-US" altLang="en-AU" sz="2400" dirty="0" smtClean="0">
                <a:solidFill>
                  <a:schemeClr val="tx1"/>
                </a:solidFill>
                <a:uFillTx/>
                <a:latin typeface="Calibri" panose="020F0502020204030204" charset="0"/>
                <a:ea typeface="微软雅黑" panose="020B0503020204020204" charset="-122"/>
              </a:rPr>
              <a:t> </a:t>
            </a:r>
            <a:r>
              <a:rPr lang="en-AU" sz="2400" dirty="0" smtClean="0">
                <a:solidFill>
                  <a:schemeClr val="tx1"/>
                </a:solidFill>
                <a:uFillTx/>
                <a:latin typeface="Calibri" panose="020F0502020204030204" charset="0"/>
                <a:ea typeface="微软雅黑" panose="020B0503020204020204" charset="-122"/>
              </a:rPr>
              <a:t>2</a:t>
            </a:r>
            <a:r>
              <a:rPr lang="en-AU" sz="2400" baseline="30000" dirty="0" smtClean="0">
                <a:solidFill>
                  <a:schemeClr val="tx1"/>
                </a:solidFill>
                <a:uFillTx/>
                <a:latin typeface="Calibri" panose="020F0502020204030204" charset="0"/>
                <a:ea typeface="微软雅黑" panose="020B0503020204020204" charset="-122"/>
              </a:rPr>
              <a:t>1</a:t>
            </a:r>
            <a:r>
              <a:rPr lang="en-US" altLang="en-AU" sz="2400" baseline="30000" dirty="0" smtClean="0">
                <a:solidFill>
                  <a:schemeClr val="tx1"/>
                </a:solidFill>
                <a:uFillTx/>
                <a:latin typeface="Calibri" panose="020F0502020204030204" charset="0"/>
                <a:ea typeface="微软雅黑" panose="020B0503020204020204" charset="-122"/>
              </a:rPr>
              <a:t>0</a:t>
            </a:r>
            <a:r>
              <a:rPr lang="en-AU" sz="2400" baseline="30000" dirty="0" smtClean="0">
                <a:solidFill>
                  <a:schemeClr val="tx1"/>
                </a:solidFill>
                <a:uFillTx/>
                <a:latin typeface="Calibri" panose="020F0502020204030204" charset="0"/>
                <a:ea typeface="微软雅黑" panose="020B0503020204020204" charset="-122"/>
              </a:rPr>
              <a:t>24</a:t>
            </a:r>
            <a:r>
              <a:rPr lang="en-AU" sz="2400" dirty="0" smtClean="0">
                <a:solidFill>
                  <a:schemeClr val="tx1"/>
                </a:solidFill>
                <a:uFillTx/>
                <a:latin typeface="Calibri" panose="020F0502020204030204" charset="0"/>
                <a:ea typeface="微软雅黑" panose="020B0503020204020204" charset="-122"/>
              </a:rPr>
              <a:t>。</a:t>
            </a:r>
            <a:endParaRPr lang="en-AU"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RSA 算法使用乘方运算</a:t>
            </a:r>
            <a:r>
              <a:rPr lang="zh-CN" altLang="en-AU" sz="2400" dirty="0" smtClean="0">
                <a:solidFill>
                  <a:schemeClr val="tx1"/>
                </a:solidFill>
                <a:uFillTx/>
                <a:latin typeface="Calibri" panose="020F0502020204030204" charset="0"/>
                <a:ea typeface="微软雅黑" panose="020B0503020204020204" charset="-122"/>
              </a:rPr>
              <a:t>。</a:t>
            </a:r>
            <a:endParaRPr lang="en-AU"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明文以分组为单位进行加密，每个分组的二进制值均小于 n</a:t>
            </a:r>
            <a:r>
              <a:rPr lang="zh-CN" altLang="en-AU" sz="2400" dirty="0" smtClean="0">
                <a:solidFill>
                  <a:schemeClr val="tx1"/>
                </a:solidFill>
                <a:uFillTx/>
                <a:latin typeface="Calibri" panose="020F0502020204030204" charset="0"/>
                <a:ea typeface="微软雅黑" panose="020B0503020204020204" charset="-122"/>
              </a:rPr>
              <a:t>。</a:t>
            </a:r>
            <a:endParaRPr lang="en-AU"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对明文分组M和密文分组 C,  加密和解密过程如下</a:t>
            </a:r>
            <a:r>
              <a:rPr lang="zh-CN" altLang="en-AU" sz="2400" dirty="0" smtClean="0">
                <a:solidFill>
                  <a:schemeClr val="tx1"/>
                </a:solidFill>
                <a:uFillTx/>
                <a:latin typeface="Calibri" panose="020F0502020204030204" charset="0"/>
                <a:ea typeface="微软雅黑" panose="020B0503020204020204" charset="-122"/>
              </a:rPr>
              <a:t>：</a:t>
            </a:r>
            <a:endParaRPr lang="en-AU" sz="2400" dirty="0" smtClean="0">
              <a:solidFill>
                <a:schemeClr val="tx1"/>
              </a:solidFill>
              <a:uFillTx/>
              <a:latin typeface="Calibri" panose="020F0502020204030204" charset="0"/>
              <a:ea typeface="微软雅黑" panose="020B0503020204020204" charset="-122"/>
            </a:endParaRPr>
          </a:p>
          <a:p>
            <a:pPr fontAlgn="auto">
              <a:lnSpc>
                <a:spcPct val="70000"/>
              </a:lnSpc>
              <a:spcBef>
                <a:spcPts val="600"/>
              </a:spcBef>
              <a:spcAft>
                <a:spcPts val="600"/>
              </a:spcAft>
              <a:buNone/>
            </a:pPr>
            <a:r>
              <a:rPr lang="en-AU" sz="2400" i="1" dirty="0" smtClean="0">
                <a:solidFill>
                  <a:schemeClr val="tx1"/>
                </a:solidFill>
                <a:uFillTx/>
                <a:latin typeface="Calibri" panose="020F0502020204030204" charset="0"/>
                <a:ea typeface="微软雅黑" panose="020B0503020204020204" charset="-122"/>
              </a:rPr>
              <a:t>		C = M</a:t>
            </a:r>
            <a:r>
              <a:rPr lang="en-AU" sz="2400" i="1" baseline="30000" dirty="0" smtClean="0">
                <a:solidFill>
                  <a:schemeClr val="tx1"/>
                </a:solidFill>
                <a:uFillTx/>
                <a:latin typeface="Calibri" panose="020F0502020204030204" charset="0"/>
                <a:ea typeface="微软雅黑" panose="020B0503020204020204" charset="-122"/>
              </a:rPr>
              <a:t>e</a:t>
            </a:r>
            <a:r>
              <a:rPr lang="en-AU" sz="2400" i="1" dirty="0" smtClean="0">
                <a:solidFill>
                  <a:schemeClr val="tx1"/>
                </a:solidFill>
                <a:uFillTx/>
                <a:latin typeface="Calibri" panose="020F0502020204030204" charset="0"/>
                <a:ea typeface="微软雅黑" panose="020B0503020204020204" charset="-122"/>
              </a:rPr>
              <a:t> </a:t>
            </a:r>
            <a:r>
              <a:rPr lang="en-AU" sz="2400" dirty="0" smtClean="0">
                <a:solidFill>
                  <a:schemeClr val="tx1"/>
                </a:solidFill>
                <a:uFillTx/>
                <a:latin typeface="Calibri" panose="020F0502020204030204" charset="0"/>
                <a:ea typeface="微软雅黑" panose="020B0503020204020204" charset="-122"/>
              </a:rPr>
              <a:t>mod </a:t>
            </a:r>
            <a:r>
              <a:rPr lang="en-AU" sz="2400" i="1" dirty="0" smtClean="0">
                <a:solidFill>
                  <a:schemeClr val="tx1"/>
                </a:solidFill>
                <a:uFillTx/>
                <a:latin typeface="Calibri" panose="020F0502020204030204" charset="0"/>
                <a:ea typeface="微软雅黑" panose="020B0503020204020204" charset="-122"/>
              </a:rPr>
              <a:t>n</a:t>
            </a:r>
            <a:endParaRPr lang="en-AU" sz="2400" i="1" dirty="0" smtClean="0">
              <a:solidFill>
                <a:schemeClr val="tx1"/>
              </a:solidFill>
              <a:uFillTx/>
              <a:latin typeface="Calibri" panose="020F0502020204030204" charset="0"/>
              <a:ea typeface="微软雅黑" panose="020B0503020204020204" charset="-122"/>
            </a:endParaRPr>
          </a:p>
          <a:p>
            <a:pPr fontAlgn="auto">
              <a:lnSpc>
                <a:spcPct val="70000"/>
              </a:lnSpc>
              <a:spcBef>
                <a:spcPts val="600"/>
              </a:spcBef>
              <a:spcAft>
                <a:spcPts val="600"/>
              </a:spcAft>
              <a:buNone/>
            </a:pPr>
            <a:r>
              <a:rPr lang="en-AU" sz="2400" i="1" dirty="0" smtClean="0">
                <a:solidFill>
                  <a:schemeClr val="tx1"/>
                </a:solidFill>
                <a:uFillTx/>
                <a:latin typeface="Calibri" panose="020F0502020204030204" charset="0"/>
                <a:ea typeface="微软雅黑" panose="020B0503020204020204" charset="-122"/>
              </a:rPr>
              <a:t>		M = C</a:t>
            </a:r>
            <a:r>
              <a:rPr lang="en-AU" sz="2400" i="1" baseline="30000" dirty="0" smtClean="0">
                <a:solidFill>
                  <a:schemeClr val="tx1"/>
                </a:solidFill>
                <a:uFillTx/>
                <a:latin typeface="Calibri" panose="020F0502020204030204" charset="0"/>
                <a:ea typeface="微软雅黑" panose="020B0503020204020204" charset="-122"/>
              </a:rPr>
              <a:t>d</a:t>
            </a:r>
            <a:r>
              <a:rPr lang="en-AU" sz="2400" i="1" dirty="0" smtClean="0">
                <a:solidFill>
                  <a:schemeClr val="tx1"/>
                </a:solidFill>
                <a:uFillTx/>
                <a:latin typeface="Calibri" panose="020F0502020204030204" charset="0"/>
                <a:ea typeface="微软雅黑" panose="020B0503020204020204" charset="-122"/>
              </a:rPr>
              <a:t> mod n = (M</a:t>
            </a:r>
            <a:r>
              <a:rPr lang="en-AU" sz="2400" i="1" baseline="30000" dirty="0" smtClean="0">
                <a:solidFill>
                  <a:schemeClr val="tx1"/>
                </a:solidFill>
                <a:uFillTx/>
                <a:latin typeface="Calibri" panose="020F0502020204030204" charset="0"/>
                <a:ea typeface="微软雅黑" panose="020B0503020204020204" charset="-122"/>
              </a:rPr>
              <a:t>e</a:t>
            </a:r>
            <a:r>
              <a:rPr lang="en-AU" sz="2400" i="1" dirty="0" smtClean="0">
                <a:solidFill>
                  <a:schemeClr val="tx1"/>
                </a:solidFill>
                <a:uFillTx/>
                <a:latin typeface="Calibri" panose="020F0502020204030204" charset="0"/>
                <a:ea typeface="微软雅黑" panose="020B0503020204020204" charset="-122"/>
              </a:rPr>
              <a:t>)</a:t>
            </a:r>
            <a:r>
              <a:rPr lang="en-AU" sz="2400" i="1" baseline="30000" dirty="0" smtClean="0">
                <a:solidFill>
                  <a:schemeClr val="tx1"/>
                </a:solidFill>
                <a:uFillTx/>
                <a:latin typeface="Calibri" panose="020F0502020204030204" charset="0"/>
                <a:ea typeface="微软雅黑" panose="020B0503020204020204" charset="-122"/>
              </a:rPr>
              <a:t>d</a:t>
            </a:r>
            <a:r>
              <a:rPr lang="en-AU" sz="2400" i="1" dirty="0" smtClean="0">
                <a:solidFill>
                  <a:schemeClr val="tx1"/>
                </a:solidFill>
                <a:uFillTx/>
                <a:latin typeface="Calibri" panose="020F0502020204030204" charset="0"/>
                <a:ea typeface="微软雅黑" panose="020B0503020204020204" charset="-122"/>
              </a:rPr>
              <a:t> mod n = M</a:t>
            </a:r>
            <a:r>
              <a:rPr lang="en-AU" sz="2400" i="1" baseline="30000" dirty="0" smtClean="0">
                <a:solidFill>
                  <a:schemeClr val="tx1"/>
                </a:solidFill>
                <a:uFillTx/>
                <a:latin typeface="Calibri" panose="020F0502020204030204" charset="0"/>
                <a:ea typeface="微软雅黑" panose="020B0503020204020204" charset="-122"/>
              </a:rPr>
              <a:t>ed</a:t>
            </a:r>
            <a:r>
              <a:rPr lang="en-AU" sz="2400" i="1" dirty="0" smtClean="0">
                <a:solidFill>
                  <a:schemeClr val="tx1"/>
                </a:solidFill>
                <a:uFillTx/>
                <a:latin typeface="Calibri" panose="020F0502020204030204" charset="0"/>
                <a:ea typeface="微软雅黑" panose="020B0503020204020204" charset="-122"/>
              </a:rPr>
              <a:t> mod n </a:t>
            </a:r>
            <a:endParaRPr lang="en-AU" sz="2400" i="1"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其中收发双方均已知</a:t>
            </a:r>
            <a:r>
              <a:rPr lang="en-US" altLang="en-AU" sz="2400" dirty="0" smtClean="0">
                <a:solidFill>
                  <a:schemeClr val="tx1"/>
                </a:solidFill>
                <a:uFillTx/>
                <a:latin typeface="Calibri" panose="020F0502020204030204" charset="0"/>
                <a:ea typeface="微软雅黑" panose="020B0503020204020204" charset="-122"/>
              </a:rPr>
              <a:t> </a:t>
            </a:r>
            <a:r>
              <a:rPr lang="en-AU" sz="2400" dirty="0" smtClean="0">
                <a:solidFill>
                  <a:schemeClr val="tx1"/>
                </a:solidFill>
                <a:uFillTx/>
                <a:latin typeface="Calibri" panose="020F0502020204030204" charset="0"/>
                <a:ea typeface="微软雅黑" panose="020B0503020204020204" charset="-122"/>
              </a:rPr>
              <a:t>n</a:t>
            </a:r>
            <a:r>
              <a:rPr lang="zh-CN" altLang="en-AU" sz="2400" dirty="0" smtClean="0">
                <a:solidFill>
                  <a:schemeClr val="tx1"/>
                </a:solidFill>
                <a:uFillTx/>
                <a:latin typeface="Calibri" panose="020F0502020204030204" charset="0"/>
                <a:ea typeface="微软雅黑" panose="020B0503020204020204" charset="-122"/>
              </a:rPr>
              <a:t>。</a:t>
            </a:r>
            <a:endParaRPr lang="en-AU" sz="2400"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发送方已知 </a:t>
            </a:r>
            <a:r>
              <a:rPr lang="en-AU" sz="2400" i="1" dirty="0" smtClean="0">
                <a:solidFill>
                  <a:schemeClr val="tx1"/>
                </a:solidFill>
                <a:uFillTx/>
                <a:latin typeface="Calibri" panose="020F0502020204030204" charset="0"/>
                <a:ea typeface="微软雅黑" panose="020B0503020204020204" charset="-122"/>
              </a:rPr>
              <a:t>e, </a:t>
            </a:r>
            <a:r>
              <a:rPr lang="en-AU" sz="2400" dirty="0" smtClean="0">
                <a:solidFill>
                  <a:schemeClr val="tx1"/>
                </a:solidFill>
                <a:uFillTx/>
                <a:latin typeface="Calibri" panose="020F0502020204030204" charset="0"/>
                <a:ea typeface="微软雅黑" panose="020B0503020204020204" charset="-122"/>
              </a:rPr>
              <a:t>只有接收方已知 </a:t>
            </a:r>
            <a:r>
              <a:rPr lang="en-AU" sz="2400" i="1" dirty="0" smtClean="0">
                <a:solidFill>
                  <a:schemeClr val="tx1"/>
                </a:solidFill>
                <a:uFillTx/>
                <a:latin typeface="Calibri" panose="020F0502020204030204" charset="0"/>
                <a:ea typeface="微软雅黑" panose="020B0503020204020204" charset="-122"/>
              </a:rPr>
              <a:t>d</a:t>
            </a:r>
            <a:r>
              <a:rPr lang="zh-CN" altLang="en-AU" sz="2400" i="1" dirty="0" smtClean="0">
                <a:solidFill>
                  <a:schemeClr val="tx1"/>
                </a:solidFill>
                <a:uFillTx/>
                <a:latin typeface="Calibri" panose="020F0502020204030204" charset="0"/>
                <a:ea typeface="微软雅黑" panose="020B0503020204020204" charset="-122"/>
              </a:rPr>
              <a:t>。</a:t>
            </a:r>
            <a:endParaRPr lang="en-AU" sz="2400" i="1" dirty="0" smtClean="0">
              <a:solidFill>
                <a:schemeClr val="tx1"/>
              </a:solidFill>
              <a:uFillTx/>
              <a:latin typeface="Calibri" panose="020F0502020204030204" charset="0"/>
              <a:ea typeface="微软雅黑" panose="020B0503020204020204" charset="-122"/>
            </a:endParaRPr>
          </a:p>
          <a:p>
            <a:pPr fontAlgn="auto">
              <a:lnSpc>
                <a:spcPct val="100000"/>
              </a:lnSpc>
              <a:spcBef>
                <a:spcPts val="600"/>
              </a:spcBef>
              <a:spcAft>
                <a:spcPts val="600"/>
              </a:spcAft>
              <a:defRPr/>
            </a:pPr>
            <a:r>
              <a:rPr lang="en-AU" sz="2400" dirty="0" smtClean="0">
                <a:solidFill>
                  <a:schemeClr val="tx1"/>
                </a:solidFill>
                <a:uFillTx/>
                <a:latin typeface="Calibri" panose="020F0502020204030204" charset="0"/>
                <a:ea typeface="微软雅黑" panose="020B0503020204020204" charset="-122"/>
              </a:rPr>
              <a:t>因此公钥加密算法的公钥为 </a:t>
            </a:r>
            <a:r>
              <a:rPr lang="en-AU" sz="2400" i="1" dirty="0" smtClean="0">
                <a:solidFill>
                  <a:schemeClr val="tx1"/>
                </a:solidFill>
                <a:uFillTx/>
                <a:latin typeface="Calibri" panose="020F0502020204030204" charset="0"/>
                <a:ea typeface="微软雅黑" panose="020B0503020204020204" charset="-122"/>
              </a:rPr>
              <a:t>PU={e,n}</a:t>
            </a:r>
            <a:r>
              <a:rPr lang="en-AU" sz="2400" dirty="0" smtClean="0">
                <a:solidFill>
                  <a:schemeClr val="tx1"/>
                </a:solidFill>
                <a:uFillTx/>
                <a:latin typeface="Calibri" panose="020F0502020204030204" charset="0"/>
                <a:ea typeface="微软雅黑" panose="020B0503020204020204" charset="-122"/>
              </a:rPr>
              <a:t> </a:t>
            </a:r>
            <a:r>
              <a:rPr lang="zh-CN" altLang="en-AU" sz="2400" dirty="0" smtClean="0">
                <a:solidFill>
                  <a:schemeClr val="tx1"/>
                </a:solidFill>
                <a:uFillTx/>
                <a:latin typeface="Calibri" panose="020F0502020204030204" charset="0"/>
                <a:ea typeface="微软雅黑" panose="020B0503020204020204" charset="-122"/>
              </a:rPr>
              <a:t>私钥</a:t>
            </a:r>
            <a:r>
              <a:rPr lang="en-AU" sz="2400" i="1" dirty="0" smtClean="0">
                <a:solidFill>
                  <a:schemeClr val="tx1"/>
                </a:solidFill>
                <a:uFillTx/>
                <a:latin typeface="Calibri" panose="020F0502020204030204" charset="0"/>
                <a:ea typeface="微软雅黑" panose="020B0503020204020204" charset="-122"/>
              </a:rPr>
              <a:t>PR={d,n} </a:t>
            </a:r>
            <a:endParaRPr lang="en-AU" sz="2400" i="1" dirty="0" smtClean="0">
              <a:solidFill>
                <a:schemeClr val="tx1"/>
              </a:solidFill>
              <a:uFillTx/>
              <a:latin typeface="Calibri" panose="020F0502020204030204" charset="0"/>
              <a:ea typeface="微软雅黑" panose="020B0503020204020204" charset="-122"/>
            </a:endParaRPr>
          </a:p>
          <a:p>
            <a:pPr fontAlgn="auto">
              <a:spcBef>
                <a:spcPts val="600"/>
              </a:spcBef>
              <a:spcAft>
                <a:spcPts val="600"/>
              </a:spcAft>
            </a:pPr>
            <a:endParaRPr lang="en-AU" sz="2400" i="1" dirty="0" smtClean="0">
              <a:solidFill>
                <a:schemeClr val="tx1"/>
              </a:solidFill>
              <a:uFillTx/>
              <a:latin typeface="Calibri" panose="020F0502020204030204" charset="0"/>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4714875"/>
          </a:xfrm>
        </p:spPr>
        <p:txBody>
          <a:bodyPr>
            <a:noAutofit/>
          </a:bodyPr>
          <a:p>
            <a:pPr fontAlgn="auto">
              <a:lnSpc>
                <a:spcPct val="110000"/>
              </a:lnSpc>
              <a:spcBef>
                <a:spcPts val="600"/>
              </a:spcBef>
              <a:spcAft>
                <a:spcPts val="600"/>
              </a:spcAft>
            </a:pPr>
            <a:r>
              <a:rPr lang="en-AU" sz="2400" dirty="0" smtClean="0">
                <a:solidFill>
                  <a:schemeClr val="tx1"/>
                </a:solidFill>
                <a:uFillTx/>
                <a:latin typeface="Calibri" panose="020F0502020204030204" charset="0"/>
                <a:ea typeface="微软雅黑" panose="020B0503020204020204" charset="-122"/>
              </a:rPr>
              <a:t>该算法要能用于公钥加密，必须满足下列条件：</a:t>
            </a:r>
            <a:endParaRPr lang="en-AU"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(1)可以找到e,d 和n,  使得对所有M&lt;n,   有M=M</a:t>
            </a:r>
            <a:r>
              <a:rPr lang="en-US" altLang="en-AU" dirty="0" smtClean="0">
                <a:solidFill>
                  <a:schemeClr val="tx1"/>
                </a:solidFill>
                <a:uFillTx/>
                <a:latin typeface="Calibri" panose="020F0502020204030204" charset="0"/>
                <a:ea typeface="微软雅黑" panose="020B0503020204020204" charset="-122"/>
              </a:rPr>
              <a:t> </a:t>
            </a:r>
            <a:r>
              <a:rPr lang="en-AU" dirty="0" smtClean="0">
                <a:solidFill>
                  <a:schemeClr val="tx1"/>
                </a:solidFill>
                <a:uFillTx/>
                <a:latin typeface="Calibri" panose="020F0502020204030204" charset="0"/>
                <a:ea typeface="微软雅黑" panose="020B0503020204020204" charset="-122"/>
              </a:rPr>
              <a:t>mod n。</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(2)对所有M&lt;n,   计算M</a:t>
            </a:r>
            <a:r>
              <a:rPr lang="en-US" altLang="en-AU" baseline="30000" dirty="0" smtClean="0">
                <a:solidFill>
                  <a:schemeClr val="tx1"/>
                </a:solidFill>
                <a:uFillTx/>
                <a:latin typeface="Calibri" panose="020F0502020204030204" charset="0"/>
                <a:ea typeface="微软雅黑" panose="020B0503020204020204" charset="-122"/>
              </a:rPr>
              <a:t>e</a:t>
            </a:r>
            <a:r>
              <a:rPr lang="en-AU" dirty="0" smtClean="0">
                <a:solidFill>
                  <a:schemeClr val="tx1"/>
                </a:solidFill>
                <a:uFillTx/>
                <a:latin typeface="Calibri" panose="020F0502020204030204" charset="0"/>
                <a:ea typeface="微软雅黑" panose="020B0503020204020204" charset="-122"/>
              </a:rPr>
              <a:t>和C</a:t>
            </a:r>
            <a:r>
              <a:rPr lang="en-US" altLang="en-AU" baseline="30000" dirty="0" smtClean="0">
                <a:solidFill>
                  <a:schemeClr val="tx1"/>
                </a:solidFill>
                <a:uFillTx/>
                <a:latin typeface="Calibri" panose="020F0502020204030204" charset="0"/>
                <a:ea typeface="微软雅黑" panose="020B0503020204020204" charset="-122"/>
              </a:rPr>
              <a:t>d</a:t>
            </a:r>
            <a:r>
              <a:rPr lang="en-AU" dirty="0" smtClean="0">
                <a:solidFill>
                  <a:schemeClr val="tx1"/>
                </a:solidFill>
                <a:uFillTx/>
                <a:latin typeface="Calibri" panose="020F0502020204030204" charset="0"/>
                <a:ea typeface="微软雅黑" panose="020B0503020204020204" charset="-122"/>
              </a:rPr>
              <a:t>是比较容易的。</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(3)由e 和n 确定d是不可行的。</a:t>
            </a:r>
            <a:endParaRPr lang="en-AU" dirty="0" smtClean="0">
              <a:solidFill>
                <a:schemeClr val="tx1"/>
              </a:solidFill>
              <a:uFillTx/>
              <a:latin typeface="Calibri" panose="020F0502020204030204" charset="0"/>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F09-9.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1"/>
              <a:srcRect l="12941" t="7273" r="12941" b="21818"/>
              <a:stretch>
                <a:fillRect/>
              </a:stretch>
            </p:blipFill>
          </mc:Choice>
          <mc:Fallback>
            <p:blipFill>
              <a:blip r:embed="rId2"/>
              <a:srcRect l="12941" t="7273" r="12941" b="21818"/>
              <a:stretch>
                <a:fillRect/>
              </a:stretch>
            </p:blipFill>
          </mc:Fallback>
        </mc:AlternateContent>
        <p:spPr>
          <a:xfrm>
            <a:off x="3232150" y="-58056"/>
            <a:ext cx="5462883" cy="67636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5073650"/>
          </a:xfrm>
        </p:spPr>
        <p:txBody>
          <a:bodyPr>
            <a:noAutofit/>
          </a:bodyPr>
          <a:p>
            <a:pPr fontAlgn="auto">
              <a:lnSpc>
                <a:spcPct val="110000"/>
              </a:lnSpc>
              <a:spcBef>
                <a:spcPts val="600"/>
              </a:spcBef>
              <a:spcAft>
                <a:spcPts val="600"/>
              </a:spcAft>
            </a:pPr>
            <a:r>
              <a:rPr lang="zh-CN" altLang="en-AU" sz="2400" dirty="0" smtClean="0">
                <a:solidFill>
                  <a:schemeClr val="tx1"/>
                </a:solidFill>
                <a:uFillTx/>
                <a:latin typeface="Calibri" panose="020F0502020204030204" charset="0"/>
                <a:ea typeface="微软雅黑" panose="020B0503020204020204" charset="-122"/>
              </a:rPr>
              <a:t>密钥产生</a:t>
            </a:r>
            <a:endParaRPr lang="en-AU"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①随机地选择两个大素数</a:t>
            </a:r>
            <a:r>
              <a:rPr lang="en-AU" dirty="0" smtClean="0">
                <a:solidFill>
                  <a:srgbClr val="FF0000"/>
                </a:solidFill>
                <a:uFillTx/>
                <a:latin typeface="Calibri" panose="020F0502020204030204" charset="0"/>
                <a:ea typeface="微软雅黑" panose="020B0503020204020204" charset="-122"/>
              </a:rPr>
              <a:t>p</a:t>
            </a:r>
            <a:r>
              <a:rPr lang="en-AU" dirty="0" smtClean="0">
                <a:solidFill>
                  <a:schemeClr val="tx1"/>
                </a:solidFill>
                <a:uFillTx/>
                <a:latin typeface="Calibri" panose="020F0502020204030204" charset="0"/>
                <a:ea typeface="微软雅黑" panose="020B0503020204020204" charset="-122"/>
              </a:rPr>
              <a:t>和</a:t>
            </a:r>
            <a:r>
              <a:rPr lang="en-AU" dirty="0" smtClean="0">
                <a:solidFill>
                  <a:srgbClr val="FF0000"/>
                </a:solidFill>
                <a:uFillTx/>
                <a:latin typeface="Calibri" panose="020F0502020204030204" charset="0"/>
                <a:ea typeface="微软雅黑" panose="020B0503020204020204" charset="-122"/>
              </a:rPr>
              <a:t>q</a:t>
            </a:r>
            <a:r>
              <a:rPr lang="en-AU" dirty="0" smtClean="0">
                <a:solidFill>
                  <a:schemeClr val="tx1"/>
                </a:solidFill>
                <a:uFillTx/>
                <a:latin typeface="Calibri" panose="020F0502020204030204" charset="0"/>
                <a:ea typeface="微软雅黑" panose="020B0503020204020204" charset="-122"/>
              </a:rPr>
              <a:t>,而且保密；</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②计算n=pq,将</a:t>
            </a:r>
            <a:r>
              <a:rPr lang="en-AU" dirty="0" smtClean="0">
                <a:solidFill>
                  <a:srgbClr val="0070C0"/>
                </a:solidFill>
                <a:uFillTx/>
                <a:latin typeface="Calibri" panose="020F0502020204030204" charset="0"/>
                <a:ea typeface="微软雅黑" panose="020B0503020204020204" charset="-122"/>
              </a:rPr>
              <a:t>n</a:t>
            </a:r>
            <a:r>
              <a:rPr lang="en-AU" dirty="0" smtClean="0">
                <a:solidFill>
                  <a:schemeClr val="tx1"/>
                </a:solidFill>
                <a:uFillTx/>
                <a:latin typeface="Calibri" panose="020F0502020204030204" charset="0"/>
                <a:ea typeface="微软雅黑" panose="020B0503020204020204" charset="-122"/>
              </a:rPr>
              <a:t>公开；</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③计算φ(n)=(p-1)(q-1),对</a:t>
            </a:r>
            <a:r>
              <a:rPr lang="en-AU" dirty="0" smtClean="0">
                <a:solidFill>
                  <a:srgbClr val="FF0000"/>
                </a:solidFill>
                <a:uFillTx/>
                <a:latin typeface="Calibri" panose="020F0502020204030204" charset="0"/>
                <a:ea typeface="微软雅黑" panose="020B0503020204020204" charset="-122"/>
              </a:rPr>
              <a:t>φ(n)</a:t>
            </a:r>
            <a:r>
              <a:rPr lang="en-AU" dirty="0" smtClean="0">
                <a:solidFill>
                  <a:schemeClr val="tx1"/>
                </a:solidFill>
                <a:uFillTx/>
                <a:latin typeface="Calibri" panose="020F0502020204030204" charset="0"/>
                <a:ea typeface="微软雅黑" panose="020B0503020204020204" charset="-122"/>
              </a:rPr>
              <a:t>保密；</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④随机地选取一个正整数</a:t>
            </a:r>
            <a:r>
              <a:rPr lang="en-AU" dirty="0" smtClean="0">
                <a:solidFill>
                  <a:srgbClr val="0070C0"/>
                </a:solidFill>
                <a:uFillTx/>
                <a:latin typeface="Calibri" panose="020F0502020204030204" charset="0"/>
                <a:ea typeface="微软雅黑" panose="020B0503020204020204" charset="-122"/>
              </a:rPr>
              <a:t>e</a:t>
            </a:r>
            <a:r>
              <a:rPr lang="en-AU" dirty="0" smtClean="0">
                <a:solidFill>
                  <a:schemeClr val="tx1"/>
                </a:solidFill>
                <a:uFillTx/>
                <a:latin typeface="Calibri" panose="020F0502020204030204" charset="0"/>
                <a:ea typeface="微软雅黑" panose="020B0503020204020204" charset="-122"/>
              </a:rPr>
              <a:t>,1&lt;e&lt;φ(n)且</a:t>
            </a:r>
            <a:r>
              <a:rPr lang="en-US" altLang="en-AU" dirty="0" smtClean="0">
                <a:solidFill>
                  <a:schemeClr val="tx1"/>
                </a:solidFill>
                <a:uFillTx/>
                <a:latin typeface="Calibri" panose="020F0502020204030204" charset="0"/>
                <a:ea typeface="微软雅黑" panose="020B0503020204020204" charset="-122"/>
              </a:rPr>
              <a:t>gcd</a:t>
            </a:r>
            <a:r>
              <a:rPr lang="en-AU" dirty="0" smtClean="0">
                <a:solidFill>
                  <a:schemeClr val="tx1"/>
                </a:solidFill>
                <a:uFillTx/>
                <a:latin typeface="Calibri" panose="020F0502020204030204" charset="0"/>
                <a:ea typeface="微软雅黑" panose="020B0503020204020204" charset="-122"/>
              </a:rPr>
              <a:t>(e,φ(n))=1,将e公开；</a:t>
            </a:r>
            <a:endParaRPr lang="en-AU"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None/>
            </a:pPr>
            <a:r>
              <a:rPr lang="en-AU" dirty="0" smtClean="0">
                <a:solidFill>
                  <a:schemeClr val="tx1"/>
                </a:solidFill>
                <a:uFillTx/>
                <a:latin typeface="Calibri" panose="020F0502020204030204" charset="0"/>
                <a:ea typeface="微软雅黑" panose="020B0503020204020204" charset="-122"/>
              </a:rPr>
              <a:t>⑤根据ed=1 mod φ(n),求出d,并对</a:t>
            </a:r>
            <a:r>
              <a:rPr lang="en-AU" dirty="0" smtClean="0">
                <a:solidFill>
                  <a:srgbClr val="FF0000"/>
                </a:solidFill>
                <a:uFillTx/>
                <a:latin typeface="Calibri" panose="020F0502020204030204" charset="0"/>
                <a:ea typeface="微软雅黑" panose="020B0503020204020204" charset="-122"/>
              </a:rPr>
              <a:t>d</a:t>
            </a:r>
            <a:r>
              <a:rPr lang="en-AU" dirty="0" smtClean="0">
                <a:solidFill>
                  <a:schemeClr val="tx1"/>
                </a:solidFill>
                <a:uFillTx/>
                <a:latin typeface="Calibri" panose="020F0502020204030204" charset="0"/>
                <a:ea typeface="微软雅黑" panose="020B0503020204020204" charset="-122"/>
              </a:rPr>
              <a:t>保密；</a:t>
            </a:r>
            <a:endParaRPr lang="en-AU" dirty="0" smtClean="0">
              <a:solidFill>
                <a:schemeClr val="tx1"/>
              </a:solidFill>
              <a:uFillTx/>
              <a:latin typeface="Calibri" panose="020F0502020204030204" charset="0"/>
              <a:ea typeface="微软雅黑" panose="020B0503020204020204" charset="-122"/>
            </a:endParaRPr>
          </a:p>
          <a:p>
            <a:pPr lvl="0" algn="l" fontAlgn="auto">
              <a:lnSpc>
                <a:spcPct val="110000"/>
              </a:lnSpc>
              <a:spcBef>
                <a:spcPts val="600"/>
              </a:spcBef>
              <a:spcAft>
                <a:spcPts val="600"/>
              </a:spcAft>
            </a:pPr>
            <a:r>
              <a:rPr lang="zh-CN" altLang="en-AU" sz="2400" dirty="0" smtClean="0">
                <a:solidFill>
                  <a:schemeClr val="tx1"/>
                </a:solidFill>
                <a:uFillTx/>
                <a:latin typeface="Calibri" panose="020F0502020204030204" charset="0"/>
                <a:ea typeface="微软雅黑" panose="020B0503020204020204" charset="-122"/>
              </a:rPr>
              <a:t>加密运算：</a:t>
            </a:r>
            <a:r>
              <a:rPr lang="en-AU" sz="2400" dirty="0" smtClean="0">
                <a:solidFill>
                  <a:schemeClr val="tx1"/>
                </a:solidFill>
                <a:uFillTx/>
                <a:latin typeface="Calibri" panose="020F0502020204030204" charset="0"/>
                <a:ea typeface="微软雅黑" panose="020B0503020204020204" charset="-122"/>
              </a:rPr>
              <a:t>C=M</a:t>
            </a:r>
            <a:r>
              <a:rPr lang="en-AU" sz="2400" baseline="30000" dirty="0" smtClean="0">
                <a:solidFill>
                  <a:schemeClr val="tx1"/>
                </a:solidFill>
                <a:uFillTx/>
                <a:latin typeface="Calibri" panose="020F0502020204030204" charset="0"/>
                <a:ea typeface="微软雅黑" panose="020B0503020204020204" charset="-122"/>
              </a:rPr>
              <a:t>e </a:t>
            </a:r>
            <a:r>
              <a:rPr lang="en-AU" sz="2400" dirty="0" smtClean="0">
                <a:solidFill>
                  <a:schemeClr val="tx1"/>
                </a:solidFill>
                <a:uFillTx/>
                <a:latin typeface="Calibri" panose="020F0502020204030204" charset="0"/>
                <a:ea typeface="微软雅黑" panose="020B0503020204020204" charset="-122"/>
              </a:rPr>
              <a:t>mod n</a:t>
            </a:r>
            <a:endParaRPr lang="en-AU" sz="2400" dirty="0" smtClean="0">
              <a:solidFill>
                <a:schemeClr val="tx1"/>
              </a:solidFill>
              <a:uFillTx/>
              <a:latin typeface="Calibri" panose="020F0502020204030204" charset="0"/>
              <a:ea typeface="微软雅黑" panose="020B0503020204020204" charset="-122"/>
            </a:endParaRPr>
          </a:p>
          <a:p>
            <a:pPr lvl="0" algn="l" fontAlgn="auto">
              <a:lnSpc>
                <a:spcPct val="110000"/>
              </a:lnSpc>
              <a:spcBef>
                <a:spcPts val="600"/>
              </a:spcBef>
              <a:spcAft>
                <a:spcPts val="600"/>
              </a:spcAft>
              <a:buClrTx/>
              <a:buSzTx/>
            </a:pPr>
            <a:r>
              <a:rPr lang="zh-CN" altLang="en-AU" sz="2400" dirty="0" smtClean="0">
                <a:solidFill>
                  <a:schemeClr val="tx1"/>
                </a:solidFill>
                <a:uFillTx/>
                <a:latin typeface="Calibri" panose="020F0502020204030204" charset="0"/>
                <a:ea typeface="微软雅黑" panose="020B0503020204020204" charset="-122"/>
              </a:rPr>
              <a:t>解密运算：M=Cd mod n</a:t>
            </a:r>
            <a:endParaRPr lang="zh-CN" altLang="en-AU" sz="2400" dirty="0" smtClean="0">
              <a:solidFill>
                <a:schemeClr val="tx1"/>
              </a:solidFill>
              <a:uFillTx/>
              <a:latin typeface="Calibri" panose="020F0502020204030204" charset="0"/>
              <a:ea typeface="微软雅黑" panose="020B0503020204020204" charset="-122"/>
            </a:endParaRPr>
          </a:p>
          <a:p>
            <a:pPr lvl="0" algn="l" fontAlgn="auto">
              <a:lnSpc>
                <a:spcPct val="110000"/>
              </a:lnSpc>
              <a:spcBef>
                <a:spcPts val="600"/>
              </a:spcBef>
              <a:spcAft>
                <a:spcPts val="600"/>
              </a:spcAft>
              <a:buClrTx/>
              <a:buSzTx/>
            </a:pPr>
            <a:r>
              <a:rPr lang="zh-CN" altLang="en-AU" sz="2400" dirty="0" smtClean="0">
                <a:solidFill>
                  <a:schemeClr val="tx1"/>
                </a:solidFill>
                <a:uFillTx/>
                <a:latin typeface="Calibri" panose="020F0502020204030204" charset="0"/>
                <a:ea typeface="微软雅黑" panose="020B0503020204020204" charset="-122"/>
              </a:rPr>
              <a:t>公开加密钥</a:t>
            </a:r>
            <a:r>
              <a:rPr lang="en-US" altLang="zh-CN" sz="2400" dirty="0" smtClean="0">
                <a:solidFill>
                  <a:srgbClr val="0070C0"/>
                </a:solidFill>
                <a:uFillTx/>
                <a:latin typeface="Calibri" panose="020F0502020204030204" charset="0"/>
                <a:ea typeface="微软雅黑" panose="020B0503020204020204" charset="-122"/>
              </a:rPr>
              <a:t>PU</a:t>
            </a:r>
            <a:r>
              <a:rPr lang="zh-CN" altLang="en-AU" sz="2400" dirty="0" smtClean="0">
                <a:solidFill>
                  <a:srgbClr val="0070C0"/>
                </a:solidFill>
                <a:uFillTx/>
                <a:latin typeface="Calibri" panose="020F0502020204030204" charset="0"/>
                <a:ea typeface="微软雅黑" panose="020B0503020204020204" charset="-122"/>
              </a:rPr>
              <a:t>=&lt;e,n&gt;</a:t>
            </a:r>
            <a:r>
              <a:rPr lang="zh-CN" altLang="en-AU" sz="2400" dirty="0" smtClean="0">
                <a:solidFill>
                  <a:schemeClr val="tx1"/>
                </a:solidFill>
                <a:uFillTx/>
                <a:latin typeface="Calibri" panose="020F0502020204030204" charset="0"/>
                <a:ea typeface="微软雅黑" panose="020B0503020204020204" charset="-122"/>
              </a:rPr>
              <a:t>,保密解密钥</a:t>
            </a:r>
            <a:r>
              <a:rPr lang="en-US" altLang="zh-CN" sz="2400" dirty="0" smtClean="0">
                <a:solidFill>
                  <a:srgbClr val="FF0000"/>
                </a:solidFill>
                <a:uFillTx/>
                <a:latin typeface="Calibri" panose="020F0502020204030204" charset="0"/>
                <a:ea typeface="微软雅黑" panose="020B0503020204020204" charset="-122"/>
              </a:rPr>
              <a:t>PR</a:t>
            </a:r>
            <a:r>
              <a:rPr lang="zh-CN" altLang="en-AU" sz="2400" dirty="0" smtClean="0">
                <a:solidFill>
                  <a:srgbClr val="FF0000"/>
                </a:solidFill>
                <a:uFillTx/>
                <a:latin typeface="Calibri" panose="020F0502020204030204" charset="0"/>
                <a:ea typeface="微软雅黑" panose="020B0503020204020204" charset="-122"/>
              </a:rPr>
              <a:t>=&lt;p,q,d,φ(n)&gt;</a:t>
            </a:r>
            <a:r>
              <a:rPr lang="en-US" altLang="zh-CN" sz="2400" dirty="0" smtClean="0">
                <a:solidFill>
                  <a:srgbClr val="FF0000"/>
                </a:solidFill>
                <a:uFillTx/>
                <a:latin typeface="Calibri" panose="020F0502020204030204" charset="0"/>
                <a:ea typeface="微软雅黑" panose="020B0503020204020204" charset="-122"/>
              </a:rPr>
              <a:t>=&lt;d,n&gt;</a:t>
            </a:r>
            <a:endParaRPr lang="zh-CN" altLang="en-US" sz="2400" dirty="0" smtClean="0">
              <a:solidFill>
                <a:srgbClr val="FF0000"/>
              </a:solidFill>
              <a:uFillTx/>
              <a:latin typeface="Calibri" panose="020F0502020204030204" charset="0"/>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Picture 3" descr="f6.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9091" t="24706" r="10000" b="23529"/>
              <a:stretch>
                <a:fillRect/>
              </a:stretch>
            </p:blipFill>
          </mc:Choice>
          <mc:Fallback>
            <p:blipFill>
              <a:blip r:embed="rId3"/>
              <a:srcRect l="9091" t="24706" r="10000" b="23529"/>
              <a:stretch>
                <a:fillRect/>
              </a:stretch>
            </p:blipFill>
          </mc:Fallback>
        </mc:AlternateContent>
        <p:spPr>
          <a:xfrm>
            <a:off x="1543149" y="1339850"/>
            <a:ext cx="9057541" cy="44778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5073650"/>
          </a:xfrm>
        </p:spPr>
        <p:txBody>
          <a:bodyPr>
            <a:noAutofit/>
          </a:bodyPr>
          <a:p>
            <a:pPr fontAlgn="auto">
              <a:lnSpc>
                <a:spcPct val="110000"/>
              </a:lnSpc>
              <a:spcBef>
                <a:spcPts val="600"/>
              </a:spcBef>
              <a:spcAft>
                <a:spcPts val="600"/>
              </a:spcAft>
            </a:pPr>
            <a:r>
              <a:rPr lang="zh-CN" altLang="en-AU" sz="2400" dirty="0" smtClean="0">
                <a:solidFill>
                  <a:schemeClr val="tx1"/>
                </a:solidFill>
                <a:uFillTx/>
                <a:latin typeface="Calibri" panose="020F0502020204030204" charset="0"/>
                <a:ea typeface="微软雅黑" panose="020B0503020204020204" charset="-122"/>
              </a:rPr>
              <a:t>密钥产生</a:t>
            </a:r>
            <a:endParaRPr lang="en-AU" sz="2400" dirty="0" smtClean="0">
              <a:solidFill>
                <a:schemeClr val="tx1"/>
              </a:solidFill>
              <a:uFillTx/>
              <a:latin typeface="Calibri" panose="020F0502020204030204" charset="0"/>
              <a:ea typeface="微软雅黑" panose="020B0503020204020204" charset="-122"/>
            </a:endParaRPr>
          </a:p>
          <a:p>
            <a:pPr marL="914400" lvl="1" indent="-457200" algn="l" fontAlgn="auto">
              <a:lnSpc>
                <a:spcPct val="110000"/>
              </a:lnSpc>
              <a:spcBef>
                <a:spcPts val="600"/>
              </a:spcBef>
              <a:spcAft>
                <a:spcPts val="600"/>
              </a:spcAft>
              <a:buFont typeface="+mj-ea"/>
              <a:buAutoNum type="circleNumDbPlain"/>
            </a:pPr>
            <a:r>
              <a:rPr lang="en-AU" dirty="0" smtClean="0">
                <a:solidFill>
                  <a:schemeClr val="tx1"/>
                </a:solidFill>
                <a:uFillTx/>
                <a:latin typeface="Calibri" panose="020F0502020204030204" charset="0"/>
                <a:ea typeface="微软雅黑" panose="020B0503020204020204" charset="-122"/>
              </a:rPr>
              <a:t>随机地选择两个大素数</a:t>
            </a:r>
            <a:r>
              <a:rPr lang="en-AU" dirty="0" smtClean="0">
                <a:solidFill>
                  <a:srgbClr val="FF0000"/>
                </a:solidFill>
                <a:uFillTx/>
                <a:latin typeface="Calibri" panose="020F0502020204030204" charset="0"/>
                <a:ea typeface="微软雅黑" panose="020B0503020204020204" charset="-122"/>
              </a:rPr>
              <a:t>p</a:t>
            </a:r>
            <a:r>
              <a:rPr lang="en-AU" dirty="0" smtClean="0">
                <a:solidFill>
                  <a:schemeClr val="tx1"/>
                </a:solidFill>
                <a:uFillTx/>
                <a:latin typeface="Calibri" panose="020F0502020204030204" charset="0"/>
                <a:ea typeface="微软雅黑" panose="020B0503020204020204" charset="-122"/>
              </a:rPr>
              <a:t>和</a:t>
            </a:r>
            <a:r>
              <a:rPr lang="en-AU" dirty="0" smtClean="0">
                <a:solidFill>
                  <a:srgbClr val="FF0000"/>
                </a:solidFill>
                <a:uFillTx/>
                <a:latin typeface="Calibri" panose="020F0502020204030204" charset="0"/>
                <a:ea typeface="微软雅黑" panose="020B0503020204020204" charset="-122"/>
              </a:rPr>
              <a:t>q</a:t>
            </a:r>
            <a:r>
              <a:rPr lang="en-AU" dirty="0" smtClean="0">
                <a:solidFill>
                  <a:schemeClr val="tx1"/>
                </a:solidFill>
                <a:uFillTx/>
                <a:latin typeface="Calibri" panose="020F0502020204030204" charset="0"/>
                <a:ea typeface="微软雅黑" panose="020B0503020204020204" charset="-122"/>
              </a:rPr>
              <a:t>,而且保密；</a:t>
            </a:r>
            <a:r>
              <a:rPr lang="zh-CN" altLang="en-US" sz="2400" dirty="0" smtClean="0">
                <a:solidFill>
                  <a:schemeClr val="tx1"/>
                </a:solidFill>
                <a:uFillTx/>
                <a:latin typeface="Calibri" panose="020F0502020204030204" charset="0"/>
                <a:ea typeface="微软雅黑" panose="020B0503020204020204" charset="-122"/>
              </a:rPr>
              <a:t>选择两个素数</a:t>
            </a:r>
            <a:r>
              <a:rPr lang="en-US" altLang="zh-CN" sz="2400" dirty="0" smtClean="0">
                <a:solidFill>
                  <a:schemeClr val="tx1"/>
                </a:solidFill>
                <a:uFillTx/>
                <a:latin typeface="Calibri" panose="020F0502020204030204" charset="0"/>
                <a:ea typeface="微软雅黑" panose="020B0503020204020204" charset="-122"/>
              </a:rPr>
              <a:t>, </a:t>
            </a:r>
            <a:r>
              <a:rPr lang="zh-CN" altLang="en-US" sz="2400" dirty="0" smtClean="0">
                <a:solidFill>
                  <a:schemeClr val="tx1"/>
                </a:solidFill>
                <a:uFillTx/>
                <a:latin typeface="Calibri" panose="020F0502020204030204" charset="0"/>
                <a:ea typeface="微软雅黑" panose="020B0503020204020204" charset="-122"/>
              </a:rPr>
              <a:t>p=17,q=11。</a:t>
            </a:r>
            <a:endParaRPr lang="zh-CN" altLang="en-US" sz="2400" dirty="0" smtClean="0">
              <a:solidFill>
                <a:schemeClr val="tx1"/>
              </a:solidFill>
              <a:uFillTx/>
              <a:latin typeface="Calibri" panose="020F0502020204030204" charset="0"/>
              <a:ea typeface="微软雅黑" panose="020B0503020204020204" charset="-122"/>
            </a:endParaRPr>
          </a:p>
          <a:p>
            <a:pPr marL="914400" lvl="1" indent="-457200" algn="l" fontAlgn="auto">
              <a:lnSpc>
                <a:spcPct val="110000"/>
              </a:lnSpc>
              <a:spcBef>
                <a:spcPts val="600"/>
              </a:spcBef>
              <a:spcAft>
                <a:spcPts val="600"/>
              </a:spcAft>
              <a:buFont typeface="+mj-ea"/>
              <a:buAutoNum type="circleNumDbPlain"/>
            </a:pPr>
            <a:r>
              <a:rPr lang="zh-CN" altLang="en-US" sz="2400" dirty="0" smtClean="0">
                <a:solidFill>
                  <a:schemeClr val="tx1"/>
                </a:solidFill>
                <a:uFillTx/>
                <a:latin typeface="Calibri" panose="020F0502020204030204" charset="0"/>
                <a:ea typeface="微软雅黑" panose="020B0503020204020204" charset="-122"/>
              </a:rPr>
              <a:t>计算n=pq,将</a:t>
            </a:r>
            <a:r>
              <a:rPr lang="zh-CN" altLang="en-US" sz="2400" dirty="0" smtClean="0">
                <a:solidFill>
                  <a:schemeClr val="accent1"/>
                </a:solidFill>
                <a:uFillTx/>
                <a:latin typeface="Calibri" panose="020F0502020204030204" charset="0"/>
                <a:ea typeface="微软雅黑" panose="020B0503020204020204" charset="-122"/>
              </a:rPr>
              <a:t>n</a:t>
            </a:r>
            <a:r>
              <a:rPr lang="zh-CN" altLang="en-US" sz="2400" dirty="0" smtClean="0">
                <a:solidFill>
                  <a:schemeClr val="tx1"/>
                </a:solidFill>
                <a:uFillTx/>
                <a:latin typeface="Calibri" panose="020F0502020204030204" charset="0"/>
                <a:ea typeface="微软雅黑" panose="020B0503020204020204" charset="-122"/>
              </a:rPr>
              <a:t>公开；计算n=pq=17×11=187。</a:t>
            </a:r>
            <a:endParaRPr lang="zh-CN" altLang="en-US" sz="2400" dirty="0" smtClean="0">
              <a:solidFill>
                <a:schemeClr val="tx1"/>
              </a:solidFill>
              <a:uFillTx/>
              <a:latin typeface="Calibri" panose="020F0502020204030204" charset="0"/>
              <a:ea typeface="微软雅黑" panose="020B0503020204020204" charset="-122"/>
            </a:endParaRPr>
          </a:p>
          <a:p>
            <a:pPr marL="914400" lvl="1" indent="-457200" algn="l" fontAlgn="auto">
              <a:lnSpc>
                <a:spcPct val="110000"/>
              </a:lnSpc>
              <a:spcBef>
                <a:spcPts val="600"/>
              </a:spcBef>
              <a:spcAft>
                <a:spcPts val="600"/>
              </a:spcAft>
              <a:buFont typeface="+mj-ea"/>
              <a:buAutoNum type="circleNumDbPlain"/>
            </a:pPr>
            <a:r>
              <a:rPr lang="zh-CN" altLang="en-US" sz="2400" dirty="0" smtClean="0">
                <a:solidFill>
                  <a:schemeClr val="tx1"/>
                </a:solidFill>
                <a:uFillTx/>
                <a:latin typeface="Calibri" panose="020F0502020204030204" charset="0"/>
                <a:ea typeface="微软雅黑" panose="020B0503020204020204" charset="-122"/>
              </a:rPr>
              <a:t>计算</a:t>
            </a:r>
            <a:r>
              <a:rPr lang="zh-CN" altLang="en-US" sz="2400" dirty="0" smtClean="0">
                <a:solidFill>
                  <a:srgbClr val="FF0000"/>
                </a:solidFill>
                <a:uFillTx/>
                <a:latin typeface="Calibri" panose="020F0502020204030204" charset="0"/>
                <a:ea typeface="微软雅黑" panose="020B0503020204020204" charset="-122"/>
              </a:rPr>
              <a:t>φ(n)</a:t>
            </a:r>
            <a:r>
              <a:rPr lang="zh-CN" altLang="en-US" sz="2400" dirty="0" smtClean="0">
                <a:solidFill>
                  <a:schemeClr val="tx1"/>
                </a:solidFill>
                <a:uFillTx/>
                <a:latin typeface="Calibri" panose="020F0502020204030204" charset="0"/>
                <a:ea typeface="微软雅黑" panose="020B0503020204020204" charset="-122"/>
              </a:rPr>
              <a:t>=(p-1)(q-1)=16×10=160。</a:t>
            </a:r>
            <a:endParaRPr lang="zh-CN" altLang="en-US" sz="2400" dirty="0" smtClean="0">
              <a:solidFill>
                <a:schemeClr val="tx1"/>
              </a:solidFill>
              <a:uFillTx/>
              <a:latin typeface="Calibri" panose="020F0502020204030204" charset="0"/>
              <a:ea typeface="微软雅黑" panose="020B0503020204020204" charset="-122"/>
            </a:endParaRPr>
          </a:p>
          <a:p>
            <a:pPr marL="914400" lvl="1" indent="-457200" algn="l" fontAlgn="auto">
              <a:lnSpc>
                <a:spcPct val="110000"/>
              </a:lnSpc>
              <a:spcBef>
                <a:spcPts val="600"/>
              </a:spcBef>
              <a:spcAft>
                <a:spcPts val="600"/>
              </a:spcAft>
              <a:buFont typeface="+mj-ea"/>
              <a:buAutoNum type="circleNumDbPlain"/>
            </a:pPr>
            <a:r>
              <a:rPr lang="zh-CN" altLang="en-US" sz="2400" dirty="0" smtClean="0">
                <a:solidFill>
                  <a:schemeClr val="tx1"/>
                </a:solidFill>
                <a:uFillTx/>
                <a:latin typeface="Calibri" panose="020F0502020204030204" charset="0"/>
                <a:ea typeface="微软雅黑" panose="020B0503020204020204" charset="-122"/>
              </a:rPr>
              <a:t>选择</a:t>
            </a:r>
            <a:r>
              <a:rPr lang="zh-CN" altLang="en-US" sz="2400" dirty="0" smtClean="0">
                <a:solidFill>
                  <a:schemeClr val="accent1"/>
                </a:solidFill>
                <a:uFillTx/>
                <a:latin typeface="Calibri" panose="020F0502020204030204" charset="0"/>
                <a:ea typeface="微软雅黑" panose="020B0503020204020204" charset="-122"/>
              </a:rPr>
              <a:t>e</a:t>
            </a:r>
            <a:r>
              <a:rPr lang="zh-CN" altLang="en-US" sz="2400" dirty="0" smtClean="0">
                <a:solidFill>
                  <a:schemeClr val="tx1"/>
                </a:solidFill>
                <a:uFillTx/>
                <a:latin typeface="Calibri" panose="020F0502020204030204" charset="0"/>
                <a:ea typeface="微软雅黑" panose="020B0503020204020204" charset="-122"/>
              </a:rPr>
              <a:t>使其与φ(n)=160互素且小于φ(n), 这里选择e=7。</a:t>
            </a:r>
            <a:endParaRPr lang="zh-CN" altLang="en-US" sz="2400" dirty="0" smtClean="0">
              <a:solidFill>
                <a:schemeClr val="tx1"/>
              </a:solidFill>
              <a:uFillTx/>
              <a:latin typeface="Calibri" panose="020F0502020204030204" charset="0"/>
              <a:ea typeface="微软雅黑" panose="020B0503020204020204" charset="-122"/>
            </a:endParaRPr>
          </a:p>
          <a:p>
            <a:pPr marL="914400" lvl="1" indent="-457200" algn="l" fontAlgn="auto">
              <a:lnSpc>
                <a:spcPct val="110000"/>
              </a:lnSpc>
              <a:spcBef>
                <a:spcPts val="600"/>
              </a:spcBef>
              <a:spcAft>
                <a:spcPts val="600"/>
              </a:spcAft>
              <a:buFont typeface="+mj-ea"/>
              <a:buAutoNum type="circleNumDbPlain"/>
            </a:pPr>
            <a:r>
              <a:rPr lang="zh-CN" altLang="en-US" sz="2400" dirty="0" smtClean="0">
                <a:solidFill>
                  <a:schemeClr val="tx1"/>
                </a:solidFill>
                <a:uFillTx/>
                <a:latin typeface="Calibri" panose="020F0502020204030204" charset="0"/>
                <a:ea typeface="微软雅黑" panose="020B0503020204020204" charset="-122"/>
              </a:rPr>
              <a:t>确定</a:t>
            </a:r>
            <a:r>
              <a:rPr lang="zh-CN" altLang="en-US" sz="2400" dirty="0" smtClean="0">
                <a:solidFill>
                  <a:srgbClr val="FF0000"/>
                </a:solidFill>
                <a:uFillTx/>
                <a:latin typeface="Calibri" panose="020F0502020204030204" charset="0"/>
                <a:ea typeface="微软雅黑" panose="020B0503020204020204" charset="-122"/>
              </a:rPr>
              <a:t>d</a:t>
            </a:r>
            <a:r>
              <a:rPr lang="zh-CN" altLang="en-US" sz="2400" dirty="0" smtClean="0">
                <a:solidFill>
                  <a:schemeClr val="tx1"/>
                </a:solidFill>
                <a:uFillTx/>
                <a:latin typeface="Calibri" panose="020F0502020204030204" charset="0"/>
                <a:ea typeface="微软雅黑" panose="020B0503020204020204" charset="-122"/>
              </a:rPr>
              <a:t>使得e</a:t>
            </a:r>
            <a:r>
              <a:rPr lang="en-US" altLang="zh-CN" sz="2400" dirty="0" smtClean="0">
                <a:solidFill>
                  <a:schemeClr val="tx1"/>
                </a:solidFill>
                <a:uFillTx/>
                <a:latin typeface="Calibri" panose="020F0502020204030204" charset="0"/>
                <a:ea typeface="微软雅黑" panose="020B0503020204020204" charset="-122"/>
              </a:rPr>
              <a:t>d</a:t>
            </a:r>
            <a:r>
              <a:rPr lang="zh-CN" altLang="en-US" sz="2400" dirty="0" smtClean="0">
                <a:solidFill>
                  <a:schemeClr val="tx1"/>
                </a:solidFill>
                <a:uFillTx/>
                <a:latin typeface="Calibri" panose="020F0502020204030204" charset="0"/>
                <a:ea typeface="微软雅黑" panose="020B0503020204020204" charset="-122"/>
              </a:rPr>
              <a:t>=1mod160且d&lt;160。</a:t>
            </a:r>
            <a:endParaRPr lang="zh-CN" altLang="en-US" sz="2400" dirty="0" smtClean="0">
              <a:solidFill>
                <a:schemeClr val="tx1"/>
              </a:solidFill>
              <a:uFillTx/>
              <a:latin typeface="Calibri" panose="020F0502020204030204" charset="0"/>
              <a:ea typeface="微软雅黑" panose="020B0503020204020204" charset="-122"/>
            </a:endParaRPr>
          </a:p>
          <a:p>
            <a:pPr marL="914400" lvl="2"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因为23×7=161=1×160+1,所以d=23。d可利用扩展的Euclid算法来计算(参见第2章)。</a:t>
            </a:r>
            <a:endParaRPr lang="zh-CN" altLang="en-US" sz="2400" dirty="0" smtClean="0">
              <a:solidFill>
                <a:schemeClr val="tx1"/>
              </a:solidFill>
              <a:uFillTx/>
              <a:latin typeface="Calibri" panose="020F0502020204030204" charset="0"/>
              <a:ea typeface="微软雅黑" panose="020B0503020204020204" charset="-122"/>
            </a:endParaRPr>
          </a:p>
          <a:p>
            <a:pPr marL="914400" lvl="2"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所得的公钥PU={7,187}, 私钥PR={23,187}</a:t>
            </a:r>
            <a:endParaRPr lang="zh-CN" altLang="en-US" sz="2400" dirty="0" smtClean="0">
              <a:solidFill>
                <a:schemeClr val="tx1"/>
              </a:solidFill>
              <a:uFillTx/>
              <a:latin typeface="Calibri" panose="020F0502020204030204" charset="0"/>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5073650"/>
          </a:xfrm>
        </p:spPr>
        <p:txBody>
          <a:bodyPr>
            <a:noAutofit/>
          </a:bodyPr>
          <a:p>
            <a:pPr fontAlgn="auto">
              <a:lnSpc>
                <a:spcPct val="110000"/>
              </a:lnSpc>
              <a:spcBef>
                <a:spcPts val="600"/>
              </a:spcBef>
              <a:spcAft>
                <a:spcPts val="600"/>
              </a:spcAft>
            </a:pPr>
            <a:r>
              <a:rPr lang="zh-CN" altLang="en-US" sz="2400" dirty="0" smtClean="0">
                <a:uFillTx/>
                <a:latin typeface="Calibri" panose="020F0502020204030204" charset="0"/>
                <a:ea typeface="微软雅黑" panose="020B0503020204020204" charset="-122"/>
                <a:sym typeface="+mn-ea"/>
              </a:rPr>
              <a:t>所得的公钥PU={7,187}, 私钥PR={23,187}</a:t>
            </a:r>
            <a:endParaRPr lang="zh-CN" altLang="en-US" sz="24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zh-CN" altLang="en-US" sz="2400" dirty="0" smtClean="0">
                <a:uFillTx/>
                <a:latin typeface="Calibri" panose="020F0502020204030204" charset="0"/>
                <a:ea typeface="微软雅黑" panose="020B0503020204020204" charset="-122"/>
                <a:sym typeface="+mn-ea"/>
              </a:rPr>
              <a:t>加密</a:t>
            </a:r>
            <a:r>
              <a:rPr lang="zh-CN" altLang="en-US" sz="2400" dirty="0" smtClean="0">
                <a:uFillTx/>
                <a:latin typeface="Calibri" panose="020F0502020204030204" charset="0"/>
                <a:ea typeface="微软雅黑" panose="020B0503020204020204" charset="-122"/>
                <a:sym typeface="+mn-ea"/>
              </a:rPr>
              <a:t>过程：</a:t>
            </a:r>
            <a:endParaRPr lang="zh-CN" altLang="en-US" sz="2400" dirty="0" smtClean="0">
              <a:uFillTx/>
              <a:latin typeface="Calibri" panose="020F0502020204030204" charset="0"/>
              <a:ea typeface="微软雅黑" panose="020B0503020204020204" charset="-122"/>
              <a:sym typeface="+mn-ea"/>
            </a:endParaRPr>
          </a:p>
          <a:p>
            <a:pPr marL="0" lvl="2" indent="45720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输入明文M=88 时这些密钥的使用情况。加密时，需计算C=88</a:t>
            </a:r>
            <a:r>
              <a:rPr lang="en-US" altLang="zh-CN" sz="2400" baseline="30000" dirty="0" smtClean="0">
                <a:solidFill>
                  <a:schemeClr val="tx1"/>
                </a:solidFill>
                <a:uFillTx/>
                <a:latin typeface="Calibri" panose="020F0502020204030204" charset="0"/>
                <a:ea typeface="微软雅黑" panose="020B0503020204020204" charset="-122"/>
              </a:rPr>
              <a:t>7</a:t>
            </a:r>
            <a:r>
              <a:rPr lang="zh-CN" altLang="en-US" sz="2400" dirty="0" smtClean="0">
                <a:solidFill>
                  <a:schemeClr val="tx1"/>
                </a:solidFill>
                <a:uFillTx/>
                <a:latin typeface="Calibri" panose="020F0502020204030204" charset="0"/>
                <a:ea typeface="微软雅黑" panose="020B0503020204020204" charset="-122"/>
              </a:rPr>
              <a:t>mod</a:t>
            </a:r>
            <a:r>
              <a:rPr lang="en-US" altLang="zh-CN" sz="2400" dirty="0" smtClean="0">
                <a:solidFill>
                  <a:schemeClr val="tx1"/>
                </a:solidFill>
                <a:uFillTx/>
                <a:latin typeface="Calibri" panose="020F0502020204030204" charset="0"/>
                <a:ea typeface="微软雅黑" panose="020B0503020204020204" charset="-122"/>
              </a:rPr>
              <a:t> </a:t>
            </a:r>
            <a:r>
              <a:rPr lang="zh-CN" altLang="en-US" sz="2400" dirty="0" smtClean="0">
                <a:solidFill>
                  <a:schemeClr val="tx1"/>
                </a:solidFill>
                <a:uFillTx/>
                <a:latin typeface="Calibri" panose="020F0502020204030204" charset="0"/>
                <a:ea typeface="微软雅黑" panose="020B0503020204020204" charset="-122"/>
              </a:rPr>
              <a:t>187。</a:t>
            </a:r>
            <a:endParaRPr lang="zh-CN" altLang="en-US"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88</a:t>
            </a:r>
            <a:r>
              <a:rPr lang="en-US" altLang="zh-CN" sz="2400" baseline="30000" dirty="0" smtClean="0">
                <a:solidFill>
                  <a:schemeClr val="tx1"/>
                </a:solidFill>
                <a:uFillTx/>
                <a:latin typeface="Calibri" panose="020F0502020204030204" charset="0"/>
                <a:ea typeface="微软雅黑" panose="020B0503020204020204" charset="-122"/>
              </a:rPr>
              <a:t>7</a:t>
            </a:r>
            <a:r>
              <a:rPr lang="zh-CN" altLang="en-US" sz="2400" dirty="0" smtClean="0">
                <a:solidFill>
                  <a:schemeClr val="tx1"/>
                </a:solidFill>
                <a:uFillTx/>
                <a:latin typeface="Calibri" panose="020F0502020204030204" charset="0"/>
                <a:ea typeface="微软雅黑" panose="020B0503020204020204" charset="-122"/>
              </a:rPr>
              <a:t>mod 187=[(88</a:t>
            </a:r>
            <a:r>
              <a:rPr lang="en-US" altLang="zh-CN" sz="2400" baseline="30000" dirty="0" smtClean="0">
                <a:solidFill>
                  <a:schemeClr val="tx1"/>
                </a:solidFill>
                <a:uFillTx/>
                <a:latin typeface="Calibri" panose="020F0502020204030204" charset="0"/>
                <a:ea typeface="微软雅黑" panose="020B0503020204020204" charset="-122"/>
              </a:rPr>
              <a:t>4</a:t>
            </a:r>
            <a:r>
              <a:rPr lang="zh-CN" altLang="en-US" sz="2400" dirty="0" smtClean="0">
                <a:solidFill>
                  <a:schemeClr val="tx1"/>
                </a:solidFill>
                <a:uFillTx/>
                <a:latin typeface="Calibri" panose="020F0502020204030204" charset="0"/>
                <a:ea typeface="微软雅黑" panose="020B0503020204020204" charset="-122"/>
              </a:rPr>
              <a:t>mod 187)×(88²mod 187)×(88</a:t>
            </a:r>
            <a:r>
              <a:rPr lang="en-US" altLang="zh-CN" sz="2400" baseline="30000" dirty="0" smtClean="0">
                <a:solidFill>
                  <a:schemeClr val="tx1"/>
                </a:solidFill>
                <a:uFillTx/>
                <a:latin typeface="Calibri" panose="020F0502020204030204" charset="0"/>
                <a:ea typeface="微软雅黑" panose="020B0503020204020204" charset="-122"/>
              </a:rPr>
              <a:t>1</a:t>
            </a:r>
            <a:r>
              <a:rPr lang="zh-CN" altLang="en-US" sz="2400" dirty="0" smtClean="0">
                <a:solidFill>
                  <a:schemeClr val="tx1"/>
                </a:solidFill>
                <a:uFillTx/>
                <a:latin typeface="Calibri" panose="020F0502020204030204" charset="0"/>
                <a:ea typeface="微软雅黑" panose="020B0503020204020204" charset="-122"/>
              </a:rPr>
              <a:t>mod 187)]mod 187</a:t>
            </a:r>
            <a:endParaRPr lang="zh-CN" altLang="en-US"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88</a:t>
            </a:r>
            <a:r>
              <a:rPr lang="en-US" altLang="zh-CN" sz="2400" baseline="30000" dirty="0" smtClean="0">
                <a:solidFill>
                  <a:schemeClr val="tx1"/>
                </a:solidFill>
                <a:uFillTx/>
                <a:latin typeface="Calibri" panose="020F0502020204030204" charset="0"/>
                <a:ea typeface="微软雅黑" panose="020B0503020204020204" charset="-122"/>
              </a:rPr>
              <a:t>1</a:t>
            </a:r>
            <a:r>
              <a:rPr lang="zh-CN" altLang="en-US" sz="2400" dirty="0" smtClean="0">
                <a:solidFill>
                  <a:schemeClr val="tx1"/>
                </a:solidFill>
                <a:uFillTx/>
                <a:latin typeface="Calibri" panose="020F0502020204030204" charset="0"/>
                <a:ea typeface="微软雅黑" panose="020B0503020204020204" charset="-122"/>
              </a:rPr>
              <a:t>mod  187=88</a:t>
            </a:r>
            <a:endParaRPr lang="zh-CN" altLang="en-US"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88²mod  187=7744  mod  187=77</a:t>
            </a:r>
            <a:endParaRPr lang="zh-CN" altLang="en-US"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88</a:t>
            </a:r>
            <a:r>
              <a:rPr lang="en-US" altLang="zh-CN" sz="2400" baseline="30000" dirty="0" smtClean="0">
                <a:solidFill>
                  <a:schemeClr val="tx1"/>
                </a:solidFill>
                <a:uFillTx/>
                <a:latin typeface="Calibri" panose="020F0502020204030204" charset="0"/>
                <a:ea typeface="微软雅黑" panose="020B0503020204020204" charset="-122"/>
              </a:rPr>
              <a:t>4</a:t>
            </a:r>
            <a:r>
              <a:rPr lang="zh-CN" altLang="en-US" sz="2400" dirty="0" smtClean="0">
                <a:solidFill>
                  <a:schemeClr val="tx1"/>
                </a:solidFill>
                <a:uFillTx/>
                <a:latin typeface="Calibri" panose="020F0502020204030204" charset="0"/>
                <a:ea typeface="微软雅黑" panose="020B0503020204020204" charset="-122"/>
              </a:rPr>
              <a:t>mod  187=59,969,536  mod  187=132</a:t>
            </a:r>
            <a:endParaRPr lang="zh-CN" altLang="en-US"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lang="zh-CN" altLang="en-US" sz="2400" dirty="0" smtClean="0">
                <a:solidFill>
                  <a:schemeClr val="tx1"/>
                </a:solidFill>
                <a:uFillTx/>
                <a:latin typeface="Calibri" panose="020F0502020204030204" charset="0"/>
                <a:ea typeface="微软雅黑" panose="020B0503020204020204" charset="-122"/>
              </a:rPr>
              <a:t>88</a:t>
            </a:r>
            <a:r>
              <a:rPr lang="en-US" altLang="zh-CN" sz="2400" baseline="30000" dirty="0" smtClean="0">
                <a:solidFill>
                  <a:schemeClr val="tx1"/>
                </a:solidFill>
                <a:uFillTx/>
                <a:latin typeface="Calibri" panose="020F0502020204030204" charset="0"/>
                <a:ea typeface="微软雅黑" panose="020B0503020204020204" charset="-122"/>
              </a:rPr>
              <a:t>7</a:t>
            </a:r>
            <a:r>
              <a:rPr lang="zh-CN" altLang="en-US" sz="2400" dirty="0" smtClean="0">
                <a:solidFill>
                  <a:schemeClr val="tx1"/>
                </a:solidFill>
                <a:uFillTx/>
                <a:latin typeface="Calibri" panose="020F0502020204030204" charset="0"/>
                <a:ea typeface="微软雅黑" panose="020B0503020204020204" charset="-122"/>
              </a:rPr>
              <a:t>mod  187=(88×77×132)mod  187=894,432  mod  187=11</a:t>
            </a:r>
            <a:endParaRPr lang="zh-CN" altLang="en-US" sz="2400" dirty="0" smtClean="0">
              <a:solidFill>
                <a:schemeClr val="tx1"/>
              </a:solidFill>
              <a:uFillTx/>
              <a:latin typeface="Calibri" panose="020F0502020204030204" charset="0"/>
              <a:ea typeface="微软雅黑" panose="020B0503020204020204" charset="-122"/>
            </a:endParaRPr>
          </a:p>
        </p:txBody>
      </p:sp>
      <p:sp>
        <p:nvSpPr>
          <p:cNvPr id="2" name="矩形 1"/>
          <p:cNvSpPr/>
          <p:nvPr/>
        </p:nvSpPr>
        <p:spPr>
          <a:xfrm>
            <a:off x="5784850" y="184150"/>
            <a:ext cx="6096000" cy="72707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sz="2400" b="1"/>
              <a:t>[(a mod n)×(b</a:t>
            </a:r>
            <a:r>
              <a:rPr lang="en-US" altLang="zh-CN" sz="2400" b="1"/>
              <a:t> </a:t>
            </a:r>
            <a:r>
              <a:rPr lang="zh-CN" altLang="en-US" sz="2400" b="1"/>
              <a:t>mod n)]</a:t>
            </a:r>
            <a:r>
              <a:rPr lang="en-US" altLang="zh-CN" sz="2400" b="1"/>
              <a:t> </a:t>
            </a:r>
            <a:r>
              <a:rPr lang="zh-CN" altLang="en-US" sz="2400" b="1"/>
              <a:t>mod</a:t>
            </a:r>
            <a:r>
              <a:rPr lang="en-US" altLang="zh-CN" sz="2400" b="1"/>
              <a:t> </a:t>
            </a:r>
            <a:r>
              <a:rPr lang="zh-CN" altLang="en-US" sz="2400" b="1"/>
              <a:t>n=(a×b)</a:t>
            </a:r>
            <a:r>
              <a:rPr lang="en-US" altLang="zh-CN" sz="2400" b="1"/>
              <a:t> </a:t>
            </a:r>
            <a:r>
              <a:rPr lang="zh-CN" altLang="en-US" sz="2400" b="1"/>
              <a:t>mod n</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3">
                                            <p:txEl>
                                              <p:pRg st="3" end="3"/>
                                            </p:txEl>
                                          </p:spTgt>
                                        </p:tgtEl>
                                        <p:attrNameLst>
                                          <p:attrName>style.visibility</p:attrName>
                                        </p:attrNameLst>
                                      </p:cBhvr>
                                      <p:to>
                                        <p:strVal val="visible"/>
                                      </p:to>
                                    </p:set>
                                    <p:anim calcmode="lin" valueType="num">
                                      <p:cBhvr additive="base">
                                        <p:cTn id="7" dur="500" fill="hold"/>
                                        <p:tgtEl>
                                          <p:spTgt spid="6656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563">
                                            <p:txEl>
                                              <p:pRg st="4" end="4"/>
                                            </p:txEl>
                                          </p:spTgt>
                                        </p:tgtEl>
                                        <p:attrNameLst>
                                          <p:attrName>style.visibility</p:attrName>
                                        </p:attrNameLst>
                                      </p:cBhvr>
                                      <p:to>
                                        <p:strVal val="visible"/>
                                      </p:to>
                                    </p:set>
                                    <p:anim calcmode="lin" valueType="num">
                                      <p:cBhvr additive="base">
                                        <p:cTn id="11" dur="500" fill="hold"/>
                                        <p:tgtEl>
                                          <p:spTgt spid="6656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56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6563">
                                            <p:txEl>
                                              <p:pRg st="5" end="5"/>
                                            </p:txEl>
                                          </p:spTgt>
                                        </p:tgtEl>
                                        <p:attrNameLst>
                                          <p:attrName>style.visibility</p:attrName>
                                        </p:attrNameLst>
                                      </p:cBhvr>
                                      <p:to>
                                        <p:strVal val="visible"/>
                                      </p:to>
                                    </p:set>
                                    <p:anim calcmode="lin" valueType="num">
                                      <p:cBhvr additive="base">
                                        <p:cTn id="15" dur="500" fill="hold"/>
                                        <p:tgtEl>
                                          <p:spTgt spid="6656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656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6563">
                                            <p:txEl>
                                              <p:pRg st="6" end="6"/>
                                            </p:txEl>
                                          </p:spTgt>
                                        </p:tgtEl>
                                        <p:attrNameLst>
                                          <p:attrName>style.visibility</p:attrName>
                                        </p:attrNameLst>
                                      </p:cBhvr>
                                      <p:to>
                                        <p:strVal val="visible"/>
                                      </p:to>
                                    </p:set>
                                    <p:anim calcmode="lin" valueType="num">
                                      <p:cBhvr additive="base">
                                        <p:cTn id="19" dur="500" fill="hold"/>
                                        <p:tgtEl>
                                          <p:spTgt spid="6656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56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6563">
                                            <p:txEl>
                                              <p:pRg st="7" end="7"/>
                                            </p:txEl>
                                          </p:spTgt>
                                        </p:tgtEl>
                                        <p:attrNameLst>
                                          <p:attrName>style.visibility</p:attrName>
                                        </p:attrNameLst>
                                      </p:cBhvr>
                                      <p:to>
                                        <p:strVal val="visible"/>
                                      </p:to>
                                    </p:set>
                                    <p:anim calcmode="lin" valueType="num">
                                      <p:cBhvr additive="base">
                                        <p:cTn id="23" dur="500" fill="hold"/>
                                        <p:tgtEl>
                                          <p:spTgt spid="6656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656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91895"/>
            <a:ext cx="9785985" cy="5073650"/>
          </a:xfrm>
        </p:spPr>
        <p:txBody>
          <a:bodyPr>
            <a:noAutofit/>
          </a:bodyPr>
          <a:p>
            <a:pPr fontAlgn="auto">
              <a:lnSpc>
                <a:spcPct val="110000"/>
              </a:lnSpc>
              <a:spcBef>
                <a:spcPts val="600"/>
              </a:spcBef>
              <a:spcAft>
                <a:spcPts val="600"/>
              </a:spcAft>
            </a:pPr>
            <a:r>
              <a:rPr lang="zh-CN" altLang="en-US" sz="2400" dirty="0" smtClean="0">
                <a:uFillTx/>
                <a:latin typeface="Calibri" panose="020F0502020204030204" charset="0"/>
                <a:ea typeface="微软雅黑" panose="020B0503020204020204" charset="-122"/>
                <a:sym typeface="+mn-ea"/>
              </a:rPr>
              <a:t>所得的公钥PU={7,187}, 私钥PR={23,187}，解密过程：</a:t>
            </a:r>
            <a:r>
              <a:rPr lang="zh-CN" altLang="en-US" sz="2400" dirty="0" smtClean="0">
                <a:solidFill>
                  <a:schemeClr val="tx1"/>
                </a:solidFill>
                <a:uFillTx/>
                <a:latin typeface="Calibri" panose="020F0502020204030204" charset="0"/>
                <a:ea typeface="微软雅黑" panose="020B0503020204020204" charset="-122"/>
              </a:rPr>
              <a:t>密文</a:t>
            </a:r>
            <a:r>
              <a:rPr lang="en-US" altLang="zh-CN" sz="2400" dirty="0" smtClean="0">
                <a:solidFill>
                  <a:schemeClr val="tx1"/>
                </a:solidFill>
                <a:uFillTx/>
                <a:latin typeface="Calibri" panose="020F0502020204030204" charset="0"/>
                <a:ea typeface="微软雅黑" panose="020B0503020204020204" charset="-122"/>
              </a:rPr>
              <a:t>C</a:t>
            </a:r>
            <a:r>
              <a:rPr lang="zh-CN" altLang="en-US" sz="2400" dirty="0" smtClean="0">
                <a:solidFill>
                  <a:schemeClr val="tx1"/>
                </a:solidFill>
                <a:uFillTx/>
                <a:latin typeface="Calibri" panose="020F0502020204030204" charset="0"/>
                <a:ea typeface="微软雅黑" panose="020B0503020204020204" charset="-122"/>
              </a:rPr>
              <a:t>=</a:t>
            </a:r>
            <a:r>
              <a:rPr lang="en-US" altLang="zh-CN" sz="2400" dirty="0" smtClean="0">
                <a:solidFill>
                  <a:schemeClr val="tx1"/>
                </a:solidFill>
                <a:uFillTx/>
                <a:latin typeface="Calibri" panose="020F0502020204030204" charset="0"/>
                <a:ea typeface="微软雅黑" panose="020B0503020204020204" charset="-122"/>
              </a:rPr>
              <a:t>11</a:t>
            </a:r>
            <a:r>
              <a:rPr lang="zh-CN" altLang="en-US" sz="2400" dirty="0" smtClean="0">
                <a:solidFill>
                  <a:schemeClr val="tx1"/>
                </a:solidFill>
                <a:uFillTx/>
                <a:latin typeface="Calibri" panose="020F0502020204030204" charset="0"/>
                <a:ea typeface="微软雅黑" panose="020B0503020204020204" charset="-122"/>
              </a:rPr>
              <a:t> ，解密过程需计算</a:t>
            </a:r>
            <a:r>
              <a:rPr lang="en-US" altLang="zh-CN" sz="2400" dirty="0" smtClean="0">
                <a:solidFill>
                  <a:schemeClr val="tx1"/>
                </a:solidFill>
                <a:uFillTx/>
                <a:latin typeface="Calibri" panose="020F0502020204030204" charset="0"/>
                <a:ea typeface="微软雅黑" panose="020B0503020204020204" charset="-122"/>
              </a:rPr>
              <a:t>M</a:t>
            </a:r>
            <a:r>
              <a:rPr lang="zh-CN" altLang="en-US" sz="2400" dirty="0" smtClean="0">
                <a:solidFill>
                  <a:schemeClr val="tx1"/>
                </a:solidFill>
                <a:uFillTx/>
                <a:latin typeface="Calibri" panose="020F0502020204030204" charset="0"/>
                <a:ea typeface="微软雅黑" panose="020B0503020204020204" charset="-122"/>
              </a:rPr>
              <a:t>=</a:t>
            </a:r>
            <a:r>
              <a:rPr lang="en-US" altLang="zh-CN" sz="2400" dirty="0" smtClean="0">
                <a:solidFill>
                  <a:schemeClr val="tx1"/>
                </a:solidFill>
                <a:uFillTx/>
                <a:latin typeface="Calibri" panose="020F0502020204030204" charset="0"/>
                <a:ea typeface="微软雅黑" panose="020B0503020204020204" charset="-122"/>
              </a:rPr>
              <a:t>11</a:t>
            </a:r>
            <a:r>
              <a:rPr lang="en-US" altLang="zh-CN" sz="2400" baseline="30000" dirty="0" smtClean="0">
                <a:solidFill>
                  <a:schemeClr val="tx1"/>
                </a:solidFill>
                <a:uFillTx/>
                <a:latin typeface="Calibri" panose="020F0502020204030204" charset="0"/>
                <a:ea typeface="微软雅黑" panose="020B0503020204020204" charset="-122"/>
              </a:rPr>
              <a:t>23</a:t>
            </a:r>
            <a:r>
              <a:rPr lang="zh-CN" altLang="en-US" sz="2400" dirty="0" smtClean="0">
                <a:solidFill>
                  <a:schemeClr val="tx1"/>
                </a:solidFill>
                <a:uFillTx/>
                <a:latin typeface="Calibri" panose="020F0502020204030204" charset="0"/>
                <a:ea typeface="微软雅黑" panose="020B0503020204020204" charset="-122"/>
              </a:rPr>
              <a:t>mod 187。</a:t>
            </a:r>
            <a:endParaRPr lang="zh-CN" altLang="en-US"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sz="2400" dirty="0" smtClean="0">
                <a:solidFill>
                  <a:schemeClr val="tx1"/>
                </a:solidFill>
                <a:uFillTx/>
                <a:latin typeface="Calibri" panose="020F0502020204030204" charset="0"/>
                <a:ea typeface="微软雅黑" panose="020B0503020204020204" charset="-122"/>
              </a:rPr>
              <a:t>11²³mod 187=[(11</a:t>
            </a:r>
            <a:r>
              <a:rPr lang="en-US" sz="2400" baseline="30000" dirty="0" smtClean="0">
                <a:solidFill>
                  <a:schemeClr val="tx1"/>
                </a:solidFill>
                <a:uFillTx/>
                <a:latin typeface="Calibri" panose="020F0502020204030204" charset="0"/>
                <a:ea typeface="微软雅黑" panose="020B0503020204020204" charset="-122"/>
              </a:rPr>
              <a:t>1</a:t>
            </a:r>
            <a:r>
              <a:rPr sz="2400" dirty="0" smtClean="0">
                <a:solidFill>
                  <a:schemeClr val="tx1"/>
                </a:solidFill>
                <a:uFillTx/>
                <a:latin typeface="Calibri" panose="020F0502020204030204" charset="0"/>
                <a:ea typeface="微软雅黑" panose="020B0503020204020204" charset="-122"/>
              </a:rPr>
              <a:t>mod 187)×(11²mod 187)×(11</a:t>
            </a:r>
            <a:r>
              <a:rPr lang="en-US" sz="2400" baseline="30000" dirty="0" smtClean="0">
                <a:solidFill>
                  <a:schemeClr val="tx1"/>
                </a:solidFill>
                <a:uFillTx/>
                <a:latin typeface="Calibri" panose="020F0502020204030204" charset="0"/>
                <a:ea typeface="微软雅黑" panose="020B0503020204020204" charset="-122"/>
              </a:rPr>
              <a:t>4</a:t>
            </a:r>
            <a:r>
              <a:rPr sz="2400" dirty="0" smtClean="0">
                <a:solidFill>
                  <a:schemeClr val="tx1"/>
                </a:solidFill>
                <a:uFillTx/>
                <a:latin typeface="Calibri" panose="020F0502020204030204" charset="0"/>
                <a:ea typeface="微软雅黑" panose="020B0503020204020204" charset="-122"/>
              </a:rPr>
              <a:t>mod 187)×(11</a:t>
            </a:r>
            <a:r>
              <a:rPr lang="en-US" sz="2400" baseline="30000" dirty="0" smtClean="0">
                <a:solidFill>
                  <a:schemeClr val="tx1"/>
                </a:solidFill>
                <a:uFillTx/>
                <a:latin typeface="Calibri" panose="020F0502020204030204" charset="0"/>
                <a:ea typeface="微软雅黑" panose="020B0503020204020204" charset="-122"/>
              </a:rPr>
              <a:t>8</a:t>
            </a:r>
            <a:r>
              <a:rPr sz="2400" dirty="0" smtClean="0">
                <a:solidFill>
                  <a:schemeClr val="tx1"/>
                </a:solidFill>
                <a:uFillTx/>
                <a:latin typeface="Calibri" panose="020F0502020204030204" charset="0"/>
                <a:ea typeface="微软雅黑" panose="020B0503020204020204" charset="-122"/>
              </a:rPr>
              <a:t>mod 187)×(11</a:t>
            </a:r>
            <a:r>
              <a:rPr lang="en-US" sz="2400" baseline="30000" dirty="0" smtClean="0">
                <a:solidFill>
                  <a:schemeClr val="tx1"/>
                </a:solidFill>
                <a:uFillTx/>
                <a:latin typeface="Calibri" panose="020F0502020204030204" charset="0"/>
                <a:ea typeface="微软雅黑" panose="020B0503020204020204" charset="-122"/>
              </a:rPr>
              <a:t>8</a:t>
            </a:r>
            <a:r>
              <a:rPr sz="2400" dirty="0" smtClean="0">
                <a:solidFill>
                  <a:schemeClr val="tx1"/>
                </a:solidFill>
                <a:uFillTx/>
                <a:latin typeface="Calibri" panose="020F0502020204030204" charset="0"/>
                <a:ea typeface="微软雅黑" panose="020B0503020204020204" charset="-122"/>
              </a:rPr>
              <a:t>mod 187)]mod 187</a:t>
            </a:r>
            <a:endParaRPr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dirty="0" smtClean="0">
                <a:uFillTx/>
                <a:latin typeface="Calibri" panose="020F0502020204030204" charset="0"/>
                <a:ea typeface="微软雅黑" panose="020B0503020204020204" charset="-122"/>
                <a:sym typeface="+mn-ea"/>
              </a:rPr>
              <a:t>11</a:t>
            </a:r>
            <a:r>
              <a:rPr lang="en-US" baseline="30000" dirty="0" smtClean="0">
                <a:uFillTx/>
                <a:latin typeface="Calibri" panose="020F0502020204030204" charset="0"/>
                <a:ea typeface="微软雅黑" panose="020B0503020204020204" charset="-122"/>
                <a:sym typeface="+mn-ea"/>
              </a:rPr>
              <a:t>1</a:t>
            </a:r>
            <a:r>
              <a:rPr dirty="0" smtClean="0">
                <a:uFillTx/>
                <a:latin typeface="Calibri" panose="020F0502020204030204" charset="0"/>
                <a:ea typeface="微软雅黑" panose="020B0503020204020204" charset="-122"/>
                <a:sym typeface="+mn-ea"/>
              </a:rPr>
              <a:t>mod 187</a:t>
            </a:r>
            <a:r>
              <a:rPr sz="2400" dirty="0" smtClean="0">
                <a:solidFill>
                  <a:schemeClr val="tx1"/>
                </a:solidFill>
                <a:uFillTx/>
                <a:latin typeface="Calibri" panose="020F0502020204030204" charset="0"/>
                <a:ea typeface="微软雅黑" panose="020B0503020204020204" charset="-122"/>
              </a:rPr>
              <a:t>=11</a:t>
            </a:r>
            <a:endParaRPr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sz="2400" dirty="0" smtClean="0">
                <a:solidFill>
                  <a:schemeClr val="tx1"/>
                </a:solidFill>
                <a:uFillTx/>
                <a:latin typeface="Calibri" panose="020F0502020204030204" charset="0"/>
                <a:ea typeface="微软雅黑" panose="020B0503020204020204" charset="-122"/>
              </a:rPr>
              <a:t>11</a:t>
            </a:r>
            <a:r>
              <a:rPr sz="2400" baseline="30000" dirty="0" smtClean="0">
                <a:solidFill>
                  <a:schemeClr val="tx1"/>
                </a:solidFill>
                <a:uFillTx/>
                <a:latin typeface="Calibri" panose="020F0502020204030204" charset="0"/>
                <a:ea typeface="微软雅黑" panose="020B0503020204020204" charset="-122"/>
              </a:rPr>
              <a:t>2</a:t>
            </a:r>
            <a:r>
              <a:rPr sz="2400" dirty="0" smtClean="0">
                <a:solidFill>
                  <a:schemeClr val="tx1"/>
                </a:solidFill>
                <a:uFillTx/>
                <a:latin typeface="Calibri" panose="020F0502020204030204" charset="0"/>
                <a:ea typeface="微软雅黑" panose="020B0503020204020204" charset="-122"/>
              </a:rPr>
              <a:t>mod 187=121</a:t>
            </a:r>
            <a:endParaRPr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sz="2400" dirty="0" smtClean="0">
                <a:solidFill>
                  <a:schemeClr val="tx1"/>
                </a:solidFill>
                <a:uFillTx/>
                <a:latin typeface="Calibri" panose="020F0502020204030204" charset="0"/>
                <a:ea typeface="微软雅黑" panose="020B0503020204020204" charset="-122"/>
              </a:rPr>
              <a:t>11</a:t>
            </a:r>
            <a:r>
              <a:rPr sz="2400" baseline="30000" dirty="0" smtClean="0">
                <a:solidFill>
                  <a:schemeClr val="tx1"/>
                </a:solidFill>
                <a:uFillTx/>
                <a:latin typeface="Calibri" panose="020F0502020204030204" charset="0"/>
                <a:ea typeface="微软雅黑" panose="020B0503020204020204" charset="-122"/>
              </a:rPr>
              <a:t>4</a:t>
            </a:r>
            <a:r>
              <a:rPr sz="2400" dirty="0" smtClean="0">
                <a:solidFill>
                  <a:schemeClr val="tx1"/>
                </a:solidFill>
                <a:uFillTx/>
                <a:latin typeface="Calibri" panose="020F0502020204030204" charset="0"/>
                <a:ea typeface="微软雅黑" panose="020B0503020204020204" charset="-122"/>
              </a:rPr>
              <a:t>mod 187=14,641 mod 187=55</a:t>
            </a:r>
            <a:endParaRPr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sz="2400" dirty="0" smtClean="0">
                <a:solidFill>
                  <a:schemeClr val="tx1"/>
                </a:solidFill>
                <a:uFillTx/>
                <a:latin typeface="Calibri" panose="020F0502020204030204" charset="0"/>
                <a:ea typeface="微软雅黑" panose="020B0503020204020204" charset="-122"/>
              </a:rPr>
              <a:t>11</a:t>
            </a:r>
            <a:r>
              <a:rPr lang="en-US" sz="2400" baseline="30000" dirty="0" smtClean="0">
                <a:solidFill>
                  <a:schemeClr val="tx1"/>
                </a:solidFill>
                <a:uFillTx/>
                <a:latin typeface="Calibri" panose="020F0502020204030204" charset="0"/>
                <a:ea typeface="微软雅黑" panose="020B0503020204020204" charset="-122"/>
              </a:rPr>
              <a:t>8</a:t>
            </a:r>
            <a:r>
              <a:rPr sz="2400" dirty="0" smtClean="0">
                <a:solidFill>
                  <a:schemeClr val="tx1"/>
                </a:solidFill>
                <a:uFillTx/>
                <a:latin typeface="Calibri" panose="020F0502020204030204" charset="0"/>
                <a:ea typeface="微软雅黑" panose="020B0503020204020204" charset="-122"/>
              </a:rPr>
              <a:t>mod 187=214,358,881 mod 187=33</a:t>
            </a:r>
            <a:endParaRPr sz="2400" dirty="0" smtClean="0">
              <a:solidFill>
                <a:schemeClr val="tx1"/>
              </a:solidFill>
              <a:uFillTx/>
              <a:latin typeface="Calibri" panose="020F0502020204030204" charset="0"/>
              <a:ea typeface="微软雅黑" panose="020B0503020204020204" charset="-122"/>
            </a:endParaRPr>
          </a:p>
          <a:p>
            <a:pPr marL="457200" lvl="1" indent="0" algn="l" fontAlgn="auto">
              <a:lnSpc>
                <a:spcPct val="110000"/>
              </a:lnSpc>
              <a:spcBef>
                <a:spcPts val="600"/>
              </a:spcBef>
              <a:spcAft>
                <a:spcPts val="600"/>
              </a:spcAft>
              <a:buFont typeface="+mj-ea"/>
              <a:buNone/>
            </a:pPr>
            <a:r>
              <a:rPr sz="2400" dirty="0" smtClean="0">
                <a:solidFill>
                  <a:schemeClr val="tx1"/>
                </a:solidFill>
                <a:uFillTx/>
                <a:latin typeface="Calibri" panose="020F0502020204030204" charset="0"/>
                <a:ea typeface="微软雅黑" panose="020B0503020204020204" charset="-122"/>
              </a:rPr>
              <a:t>11</a:t>
            </a:r>
            <a:r>
              <a:rPr sz="2400" baseline="30000" dirty="0" smtClean="0">
                <a:solidFill>
                  <a:schemeClr val="tx1"/>
                </a:solidFill>
                <a:uFillTx/>
                <a:latin typeface="Calibri" panose="020F0502020204030204" charset="0"/>
                <a:ea typeface="微软雅黑" panose="020B0503020204020204" charset="-122"/>
              </a:rPr>
              <a:t>2</a:t>
            </a:r>
            <a:r>
              <a:rPr lang="en-US" sz="2400" baseline="30000" dirty="0" smtClean="0">
                <a:solidFill>
                  <a:schemeClr val="tx1"/>
                </a:solidFill>
                <a:uFillTx/>
                <a:latin typeface="Calibri" panose="020F0502020204030204" charset="0"/>
                <a:ea typeface="微软雅黑" panose="020B0503020204020204" charset="-122"/>
              </a:rPr>
              <a:t>3</a:t>
            </a:r>
            <a:r>
              <a:rPr sz="2400" dirty="0" smtClean="0">
                <a:solidFill>
                  <a:schemeClr val="tx1"/>
                </a:solidFill>
                <a:uFillTx/>
                <a:latin typeface="Calibri" panose="020F0502020204030204" charset="0"/>
                <a:ea typeface="微软雅黑" panose="020B0503020204020204" charset="-122"/>
              </a:rPr>
              <a:t>mod 187=(11×121×55×33×33)mod 187=79,720,245 mod 187=88</a:t>
            </a:r>
            <a:endParaRPr sz="2400" dirty="0" smtClean="0">
              <a:solidFill>
                <a:schemeClr val="tx1"/>
              </a:solidFill>
              <a:uFillTx/>
              <a:latin typeface="Calibri" panose="020F0502020204030204" charset="0"/>
              <a:ea typeface="微软雅黑" panose="020B0503020204020204" charset="-122"/>
            </a:endParaRPr>
          </a:p>
        </p:txBody>
      </p:sp>
      <p:sp>
        <p:nvSpPr>
          <p:cNvPr id="2" name="矩形 1"/>
          <p:cNvSpPr/>
          <p:nvPr/>
        </p:nvSpPr>
        <p:spPr>
          <a:xfrm>
            <a:off x="5784850" y="184150"/>
            <a:ext cx="6096000" cy="72707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r>
              <a:rPr lang="zh-CN" altLang="en-US" sz="2400" b="1"/>
              <a:t>[(a mod n)×(b</a:t>
            </a:r>
            <a:r>
              <a:rPr lang="en-US" altLang="zh-CN" sz="2400" b="1"/>
              <a:t> </a:t>
            </a:r>
            <a:r>
              <a:rPr lang="zh-CN" altLang="en-US" sz="2400" b="1"/>
              <a:t>mod n)]</a:t>
            </a:r>
            <a:r>
              <a:rPr lang="en-US" altLang="zh-CN" sz="2400" b="1"/>
              <a:t> </a:t>
            </a:r>
            <a:r>
              <a:rPr lang="zh-CN" altLang="en-US" sz="2400" b="1"/>
              <a:t>mod</a:t>
            </a:r>
            <a:r>
              <a:rPr lang="en-US" altLang="zh-CN" sz="2400" b="1"/>
              <a:t> </a:t>
            </a:r>
            <a:r>
              <a:rPr lang="zh-CN" altLang="en-US" sz="2400" b="1"/>
              <a:t>n=(a×b)</a:t>
            </a:r>
            <a:r>
              <a:rPr lang="en-US" altLang="zh-CN" sz="2400" b="1"/>
              <a:t> </a:t>
            </a:r>
            <a:r>
              <a:rPr lang="zh-CN" altLang="en-US" sz="2400" b="1"/>
              <a:t>mod n</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anim calcmode="lin" valueType="num">
                                      <p:cBhvr additive="base">
                                        <p:cTn id="7" dur="500" fill="hold"/>
                                        <p:tgtEl>
                                          <p:spTgt spid="665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563">
                                            <p:txEl>
                                              <p:pRg st="2" end="2"/>
                                            </p:txEl>
                                          </p:spTgt>
                                        </p:tgtEl>
                                        <p:attrNameLst>
                                          <p:attrName>style.visibility</p:attrName>
                                        </p:attrNameLst>
                                      </p:cBhvr>
                                      <p:to>
                                        <p:strVal val="visible"/>
                                      </p:to>
                                    </p:set>
                                    <p:anim calcmode="lin" valueType="num">
                                      <p:cBhvr additive="base">
                                        <p:cTn id="11" dur="500" fill="hold"/>
                                        <p:tgtEl>
                                          <p:spTgt spid="6656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56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6563">
                                            <p:txEl>
                                              <p:pRg st="3" end="3"/>
                                            </p:txEl>
                                          </p:spTgt>
                                        </p:tgtEl>
                                        <p:attrNameLst>
                                          <p:attrName>style.visibility</p:attrName>
                                        </p:attrNameLst>
                                      </p:cBhvr>
                                      <p:to>
                                        <p:strVal val="visible"/>
                                      </p:to>
                                    </p:set>
                                    <p:anim calcmode="lin" valueType="num">
                                      <p:cBhvr additive="base">
                                        <p:cTn id="15" dur="500" fill="hold"/>
                                        <p:tgtEl>
                                          <p:spTgt spid="6656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656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6563">
                                            <p:txEl>
                                              <p:pRg st="4" end="4"/>
                                            </p:txEl>
                                          </p:spTgt>
                                        </p:tgtEl>
                                        <p:attrNameLst>
                                          <p:attrName>style.visibility</p:attrName>
                                        </p:attrNameLst>
                                      </p:cBhvr>
                                      <p:to>
                                        <p:strVal val="visible"/>
                                      </p:to>
                                    </p:set>
                                    <p:anim calcmode="lin" valueType="num">
                                      <p:cBhvr additive="base">
                                        <p:cTn id="19" dur="500" fill="hold"/>
                                        <p:tgtEl>
                                          <p:spTgt spid="6656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656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6563">
                                            <p:txEl>
                                              <p:pRg st="5" end="5"/>
                                            </p:txEl>
                                          </p:spTgt>
                                        </p:tgtEl>
                                        <p:attrNameLst>
                                          <p:attrName>style.visibility</p:attrName>
                                        </p:attrNameLst>
                                      </p:cBhvr>
                                      <p:to>
                                        <p:strVal val="visible"/>
                                      </p:to>
                                    </p:set>
                                    <p:anim calcmode="lin" valueType="num">
                                      <p:cBhvr additive="base">
                                        <p:cTn id="23" dur="500" fill="hold"/>
                                        <p:tgtEl>
                                          <p:spTgt spid="6656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656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6563">
                                            <p:txEl>
                                              <p:pRg st="6" end="6"/>
                                            </p:txEl>
                                          </p:spTgt>
                                        </p:tgtEl>
                                        <p:attrNameLst>
                                          <p:attrName>style.visibility</p:attrName>
                                        </p:attrNameLst>
                                      </p:cBhvr>
                                      <p:to>
                                        <p:strVal val="visible"/>
                                      </p:to>
                                    </p:set>
                                    <p:anim calcmode="lin" valueType="num">
                                      <p:cBhvr additive="base">
                                        <p:cTn id="27" dur="500" fill="hold"/>
                                        <p:tgtEl>
                                          <p:spTgt spid="6656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65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07.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t="6364" b="31818"/>
              <a:stretch>
                <a:fillRect/>
              </a:stretch>
            </p:blipFill>
          </mc:Choice>
          <mc:Fallback>
            <p:blipFill>
              <a:blip r:embed="rId3"/>
              <a:srcRect t="6364" b="31818"/>
              <a:stretch>
                <a:fillRect/>
              </a:stretch>
            </p:blipFill>
          </mc:Fallback>
        </mc:AlternateContent>
        <p:spPr>
          <a:xfrm>
            <a:off x="2082800" y="0"/>
            <a:ext cx="7772400" cy="62178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计算问题</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marL="0" indent="0" fontAlgn="auto">
              <a:lnSpc>
                <a:spcPct val="110000"/>
              </a:lnSpc>
              <a:spcBef>
                <a:spcPts val="600"/>
              </a:spcBef>
              <a:spcAft>
                <a:spcPts val="600"/>
              </a:spcAft>
              <a:buNone/>
            </a:pPr>
            <a:r>
              <a:rPr lang="zh-CN" altLang="en-US" sz="2400" b="1" dirty="0" smtClean="0">
                <a:solidFill>
                  <a:schemeClr val="tx1"/>
                </a:solidFill>
                <a:uFillTx/>
                <a:latin typeface="Calibri" panose="020F0502020204030204" charset="0"/>
                <a:ea typeface="微软雅黑" panose="020B0503020204020204" charset="-122"/>
              </a:rPr>
              <a:t>模算术里的求幂运算</a:t>
            </a:r>
            <a:endParaRPr lang="zh-CN" altLang="en-US" sz="2400" b="1"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在RSA中，加密和解密都需要计算某整数的模n整数次幂，如果先求出整数的幂，再对n取模，那么中间结果会非常大</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可利用模算术的下列性质来计算模幂运算</a:t>
            </a:r>
            <a:r>
              <a:rPr lang="zh-CN" sz="2400" dirty="0" smtClean="0">
                <a:solidFill>
                  <a:schemeClr val="tx1"/>
                </a:solidFill>
                <a:uFillTx/>
                <a:latin typeface="Calibri" panose="020F0502020204030204" charset="0"/>
                <a:ea typeface="微软雅黑" panose="020B0503020204020204" charset="-122"/>
              </a:rPr>
              <a:t>：</a:t>
            </a:r>
            <a:endParaRPr lang="zh-CN" sz="2400" dirty="0" smtClean="0">
              <a:solidFill>
                <a:schemeClr val="tx1"/>
              </a:solidFill>
              <a:uFillTx/>
              <a:latin typeface="Calibri" panose="020F0502020204030204" charset="0"/>
              <a:ea typeface="微软雅黑" panose="020B0503020204020204" charset="-122"/>
            </a:endParaRPr>
          </a:p>
          <a:p>
            <a:pPr marL="0" indent="0" algn="ctr" fontAlgn="auto">
              <a:lnSpc>
                <a:spcPct val="110000"/>
              </a:lnSpc>
              <a:spcBef>
                <a:spcPts val="600"/>
              </a:spcBef>
              <a:spcAft>
                <a:spcPts val="600"/>
              </a:spcAft>
              <a:buNone/>
            </a:pPr>
            <a:r>
              <a:rPr lang="zh-CN" sz="2400" dirty="0" smtClean="0">
                <a:solidFill>
                  <a:schemeClr val="tx1"/>
                </a:solidFill>
                <a:uFillTx/>
                <a:latin typeface="Calibri" panose="020F0502020204030204" charset="0"/>
                <a:ea typeface="微软雅黑" panose="020B0503020204020204" charset="-122"/>
              </a:rPr>
              <a:t>[(a mod n)×(b mod n)] mod n=(a×b) mod n</a:t>
            </a:r>
            <a:endParaRPr lang="zh-CN" sz="2400" dirty="0" smtClean="0">
              <a:solidFill>
                <a:schemeClr val="tx1"/>
              </a:solidFill>
              <a:uFillTx/>
              <a:latin typeface="Calibri" panose="020F0502020204030204" charset="0"/>
              <a:ea typeface="微软雅黑" panose="020B0503020204020204" charset="-122"/>
            </a:endParaRPr>
          </a:p>
          <a:p>
            <a:pPr algn="l" fontAlgn="auto">
              <a:lnSpc>
                <a:spcPct val="110000"/>
              </a:lnSpc>
              <a:spcBef>
                <a:spcPts val="600"/>
              </a:spcBef>
              <a:spcAft>
                <a:spcPts val="600"/>
              </a:spcAft>
              <a:buClrTx/>
              <a:buSzTx/>
            </a:pPr>
            <a:r>
              <a:rPr sz="2400" dirty="0" smtClean="0">
                <a:solidFill>
                  <a:schemeClr val="tx1"/>
                </a:solidFill>
                <a:uFillTx/>
                <a:latin typeface="Calibri" panose="020F0502020204030204" charset="0"/>
                <a:ea typeface="微软雅黑" panose="020B0503020204020204" charset="-122"/>
              </a:rPr>
              <a:t>因为RSA中所用到的指数很大，所以还应考虑幂运算的效率问题</a:t>
            </a:r>
            <a:endParaRPr sz="2400" dirty="0" smtClean="0">
              <a:solidFill>
                <a:schemeClr val="tx1"/>
              </a:solidFill>
              <a:uFillTx/>
              <a:latin typeface="Calibri" panose="020F0502020204030204" charset="0"/>
              <a:ea typeface="微软雅黑" panose="020B0503020204020204" charset="-122"/>
            </a:endParaRPr>
          </a:p>
          <a:p>
            <a:pPr algn="l" fontAlgn="auto">
              <a:lnSpc>
                <a:spcPct val="110000"/>
              </a:lnSpc>
              <a:spcBef>
                <a:spcPts val="600"/>
              </a:spcBef>
              <a:spcAft>
                <a:spcPts val="600"/>
              </a:spcAft>
              <a:buClrTx/>
              <a:buSzTx/>
            </a:pPr>
            <a:r>
              <a:rPr sz="2400" dirty="0" smtClean="0">
                <a:solidFill>
                  <a:schemeClr val="tx1"/>
                </a:solidFill>
                <a:uFillTx/>
                <a:latin typeface="Calibri" panose="020F0502020204030204" charset="0"/>
                <a:ea typeface="微软雅黑" panose="020B0503020204020204" charset="-122"/>
              </a:rPr>
              <a:t>以计算x</a:t>
            </a:r>
            <a:r>
              <a:rPr sz="2400" baseline="30000" dirty="0" smtClean="0">
                <a:solidFill>
                  <a:schemeClr val="tx1"/>
                </a:solidFill>
                <a:uFillTx/>
                <a:latin typeface="Calibri" panose="020F0502020204030204" charset="0"/>
                <a:ea typeface="微软雅黑" panose="020B0503020204020204" charset="-122"/>
              </a:rPr>
              <a:t>1</a:t>
            </a:r>
            <a:r>
              <a:rPr lang="en-US" sz="2400" baseline="30000" dirty="0" smtClean="0">
                <a:solidFill>
                  <a:schemeClr val="tx1"/>
                </a:solidFill>
                <a:uFillTx/>
                <a:latin typeface="Calibri" panose="020F0502020204030204" charset="0"/>
                <a:ea typeface="微软雅黑" panose="020B0503020204020204" charset="-122"/>
              </a:rPr>
              <a:t>6</a:t>
            </a:r>
            <a:r>
              <a:rPr sz="2400" dirty="0" smtClean="0">
                <a:solidFill>
                  <a:schemeClr val="tx1"/>
                </a:solidFill>
                <a:uFillTx/>
                <a:latin typeface="Calibri" panose="020F0502020204030204" charset="0"/>
                <a:ea typeface="微软雅黑" panose="020B0503020204020204" charset="-122"/>
              </a:rPr>
              <a:t>为例。若直接计算则需进行15次乘法：</a:t>
            </a:r>
            <a:endParaRPr sz="2400" dirty="0" smtClean="0">
              <a:solidFill>
                <a:schemeClr val="tx1"/>
              </a:solidFill>
              <a:uFillTx/>
              <a:latin typeface="Calibri" panose="020F0502020204030204" charset="0"/>
              <a:ea typeface="微软雅黑" panose="020B0503020204020204" charset="-122"/>
            </a:endParaRPr>
          </a:p>
          <a:p>
            <a:pPr algn="l" fontAlgn="auto">
              <a:lnSpc>
                <a:spcPct val="110000"/>
              </a:lnSpc>
              <a:spcBef>
                <a:spcPts val="600"/>
              </a:spcBef>
              <a:spcAft>
                <a:spcPts val="600"/>
              </a:spcAft>
              <a:buClrTx/>
              <a:buSzTx/>
            </a:pPr>
            <a:r>
              <a:rPr sz="2400" dirty="0" smtClean="0">
                <a:solidFill>
                  <a:schemeClr val="tx1"/>
                </a:solidFill>
                <a:uFillTx/>
                <a:latin typeface="Calibri" panose="020F0502020204030204" charset="0"/>
                <a:ea typeface="微软雅黑" panose="020B0503020204020204" charset="-122"/>
              </a:rPr>
              <a:t>x</a:t>
            </a:r>
            <a:r>
              <a:rPr sz="2400" baseline="30000" dirty="0" smtClean="0">
                <a:solidFill>
                  <a:schemeClr val="tx1"/>
                </a:solidFill>
                <a:uFillTx/>
                <a:latin typeface="Calibri" panose="020F0502020204030204" charset="0"/>
                <a:ea typeface="微软雅黑" panose="020B0503020204020204" charset="-122"/>
              </a:rPr>
              <a:t>1</a:t>
            </a:r>
            <a:r>
              <a:rPr lang="en-US" sz="2400" baseline="30000" dirty="0" smtClean="0">
                <a:solidFill>
                  <a:schemeClr val="tx1"/>
                </a:solidFill>
                <a:uFillTx/>
                <a:latin typeface="Calibri" panose="020F0502020204030204" charset="0"/>
                <a:ea typeface="微软雅黑" panose="020B0503020204020204" charset="-122"/>
              </a:rPr>
              <a:t>6</a:t>
            </a:r>
            <a:r>
              <a:rPr sz="2400" dirty="0" smtClean="0">
                <a:solidFill>
                  <a:schemeClr val="tx1"/>
                </a:solidFill>
                <a:uFillTx/>
                <a:latin typeface="Calibri" panose="020F0502020204030204" charset="0"/>
                <a:ea typeface="微软雅黑" panose="020B0503020204020204" charset="-122"/>
              </a:rPr>
              <a:t>=x×x×x×x×x×x×x×x×x×x×x×x×x×x×x×x</a:t>
            </a:r>
            <a:endParaRPr sz="2400" dirty="0" smtClean="0">
              <a:solidFill>
                <a:schemeClr val="tx1"/>
              </a:solidFill>
              <a:uFillTx/>
              <a:latin typeface="Calibri" panose="020F0502020204030204" charset="0"/>
              <a:ea typeface="微软雅黑" panose="020B0503020204020204" charset="-122"/>
            </a:endParaRPr>
          </a:p>
          <a:p>
            <a:pPr algn="l" fontAlgn="auto">
              <a:lnSpc>
                <a:spcPct val="110000"/>
              </a:lnSpc>
              <a:spcBef>
                <a:spcPts val="600"/>
              </a:spcBef>
              <a:spcAft>
                <a:spcPts val="600"/>
              </a:spcAft>
              <a:buClrTx/>
              <a:buSzTx/>
            </a:pPr>
            <a:r>
              <a:rPr sz="2400" dirty="0" smtClean="0">
                <a:solidFill>
                  <a:schemeClr val="tx1"/>
                </a:solidFill>
                <a:uFillTx/>
                <a:latin typeface="Calibri" panose="020F0502020204030204" charset="0"/>
                <a:ea typeface="微软雅黑" panose="020B0503020204020204" charset="-122"/>
              </a:rPr>
              <a:t>如果重复计算每个中间结果的平方，得到x</a:t>
            </a:r>
            <a:r>
              <a:rPr sz="2400" baseline="30000" dirty="0" smtClean="0">
                <a:solidFill>
                  <a:schemeClr val="tx1"/>
                </a:solidFill>
                <a:uFillTx/>
                <a:latin typeface="Calibri" panose="020F0502020204030204" charset="0"/>
                <a:ea typeface="微软雅黑" panose="020B0503020204020204" charset="-122"/>
              </a:rPr>
              <a:t>2</a:t>
            </a:r>
            <a:r>
              <a:rPr sz="2400" dirty="0" smtClean="0">
                <a:solidFill>
                  <a:schemeClr val="tx1"/>
                </a:solidFill>
                <a:uFillTx/>
                <a:latin typeface="Calibri" panose="020F0502020204030204" charset="0"/>
                <a:ea typeface="微软雅黑" panose="020B0503020204020204" charset="-122"/>
              </a:rPr>
              <a:t>,x</a:t>
            </a:r>
            <a:r>
              <a:rPr lang="en-US" sz="2400" baseline="30000" dirty="0" smtClean="0">
                <a:solidFill>
                  <a:schemeClr val="tx1"/>
                </a:solidFill>
                <a:uFillTx/>
                <a:latin typeface="Calibri" panose="020F0502020204030204" charset="0"/>
                <a:ea typeface="微软雅黑" panose="020B0503020204020204" charset="-122"/>
              </a:rPr>
              <a:t>4</a:t>
            </a:r>
            <a:r>
              <a:rPr sz="2400" dirty="0" smtClean="0">
                <a:solidFill>
                  <a:schemeClr val="tx1"/>
                </a:solidFill>
                <a:uFillTx/>
                <a:latin typeface="Calibri" panose="020F0502020204030204" charset="0"/>
                <a:ea typeface="微软雅黑" panose="020B0503020204020204" charset="-122"/>
              </a:rPr>
              <a:t>,x</a:t>
            </a:r>
            <a:r>
              <a:rPr lang="en-US" sz="2400" baseline="30000" dirty="0" smtClean="0">
                <a:solidFill>
                  <a:schemeClr val="tx1"/>
                </a:solidFill>
                <a:uFillTx/>
                <a:latin typeface="Calibri" panose="020F0502020204030204" charset="0"/>
                <a:ea typeface="微软雅黑" panose="020B0503020204020204" charset="-122"/>
              </a:rPr>
              <a:t>8</a:t>
            </a:r>
            <a:r>
              <a:rPr sz="2400" dirty="0" smtClean="0">
                <a:solidFill>
                  <a:schemeClr val="tx1"/>
                </a:solidFill>
                <a:uFillTx/>
                <a:latin typeface="Calibri" panose="020F0502020204030204" charset="0"/>
                <a:ea typeface="微软雅黑" panose="020B0503020204020204" charset="-122"/>
              </a:rPr>
              <a:t>和x</a:t>
            </a:r>
            <a:r>
              <a:rPr sz="2400" baseline="30000" dirty="0" smtClean="0">
                <a:solidFill>
                  <a:schemeClr val="tx1"/>
                </a:solidFill>
                <a:uFillTx/>
                <a:latin typeface="Calibri" panose="020F0502020204030204" charset="0"/>
                <a:ea typeface="微软雅黑" panose="020B0503020204020204" charset="-122"/>
              </a:rPr>
              <a:t>1</a:t>
            </a:r>
            <a:r>
              <a:rPr lang="en-US" sz="2400" baseline="30000" dirty="0" smtClean="0">
                <a:solidFill>
                  <a:schemeClr val="tx1"/>
                </a:solidFill>
                <a:uFillTx/>
                <a:latin typeface="Calibri" panose="020F0502020204030204" charset="0"/>
                <a:ea typeface="微软雅黑" panose="020B0503020204020204" charset="-122"/>
              </a:rPr>
              <a:t>6</a:t>
            </a:r>
            <a:r>
              <a:rPr sz="2400" dirty="0" smtClean="0">
                <a:solidFill>
                  <a:schemeClr val="tx1"/>
                </a:solidFill>
                <a:uFillTx/>
                <a:latin typeface="Calibri" panose="020F0502020204030204" charset="0"/>
                <a:ea typeface="微软雅黑" panose="020B0503020204020204" charset="-122"/>
              </a:rPr>
              <a:t>,那么只需4次乘法即可计算出x</a:t>
            </a:r>
            <a:r>
              <a:rPr sz="2400" baseline="30000" dirty="0" smtClean="0">
                <a:solidFill>
                  <a:schemeClr val="tx1"/>
                </a:solidFill>
                <a:uFillTx/>
                <a:latin typeface="Calibri" panose="020F0502020204030204" charset="0"/>
                <a:ea typeface="微软雅黑" panose="020B0503020204020204" charset="-122"/>
              </a:rPr>
              <a:t>1</a:t>
            </a:r>
            <a:r>
              <a:rPr lang="en-US" sz="2400" baseline="30000" dirty="0" smtClean="0">
                <a:solidFill>
                  <a:schemeClr val="tx1"/>
                </a:solidFill>
                <a:uFillTx/>
                <a:latin typeface="Calibri" panose="020F0502020204030204" charset="0"/>
                <a:ea typeface="微软雅黑" panose="020B0503020204020204" charset="-122"/>
              </a:rPr>
              <a:t>6</a:t>
            </a:r>
            <a:endParaRPr lang="en-US" sz="2400" baseline="30000" dirty="0" smtClean="0">
              <a:solidFill>
                <a:schemeClr val="tx1"/>
              </a:solidFill>
              <a:uFillTx/>
              <a:latin typeface="Calibri" panose="020F0502020204030204" charset="0"/>
              <a:ea typeface="微软雅黑" panose="020B050302020402020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计算问题</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marL="0" indent="0" fontAlgn="auto">
              <a:lnSpc>
                <a:spcPct val="110000"/>
              </a:lnSpc>
              <a:spcBef>
                <a:spcPts val="600"/>
              </a:spcBef>
              <a:spcAft>
                <a:spcPts val="600"/>
              </a:spcAft>
              <a:buNone/>
            </a:pPr>
            <a:r>
              <a:rPr lang="zh-CN" altLang="en-US" sz="2400" b="1" dirty="0" smtClean="0">
                <a:solidFill>
                  <a:schemeClr val="tx1"/>
                </a:solidFill>
                <a:uFillTx/>
                <a:latin typeface="Calibri" panose="020F0502020204030204" charset="0"/>
                <a:ea typeface="微软雅黑" panose="020B0503020204020204" charset="-122"/>
              </a:rPr>
              <a:t>模算术里的求幂运算</a:t>
            </a:r>
            <a:endParaRPr lang="zh-CN" altLang="en-US" sz="2400" b="1"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endParaRPr lang="en-US" sz="2400" baseline="30000" dirty="0" smtClean="0">
              <a:solidFill>
                <a:schemeClr val="tx1"/>
              </a:solidFill>
              <a:uFillTx/>
              <a:latin typeface="Calibri" panose="020F0502020204030204" charset="0"/>
              <a:ea typeface="微软雅黑" panose="020B0503020204020204" charset="-122"/>
            </a:endParaRPr>
          </a:p>
        </p:txBody>
      </p:sp>
      <p:pic>
        <p:nvPicPr>
          <p:cNvPr id="3" name="Picture 2" descr="F09-9.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6471" t="8182" r="23529" b="61818"/>
              <a:stretch>
                <a:fillRect/>
              </a:stretch>
            </p:blipFill>
          </mc:Choice>
          <mc:Fallback>
            <p:blipFill>
              <a:blip r:embed="rId3"/>
              <a:srcRect l="16471" t="8182" r="23529" b="61818"/>
              <a:stretch>
                <a:fillRect/>
              </a:stretch>
            </p:blipFill>
          </mc:Fallback>
        </mc:AlternateContent>
        <p:spPr>
          <a:xfrm>
            <a:off x="2083435" y="1405890"/>
            <a:ext cx="7384415" cy="477837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计算问题</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marL="0" indent="0" fontAlgn="auto">
              <a:lnSpc>
                <a:spcPct val="110000"/>
              </a:lnSpc>
              <a:spcBef>
                <a:spcPts val="600"/>
              </a:spcBef>
              <a:spcAft>
                <a:spcPts val="600"/>
              </a:spcAft>
              <a:buNone/>
            </a:pPr>
            <a:r>
              <a:rPr lang="zh-CN" altLang="en-US" sz="2400" b="1" dirty="0" smtClean="0">
                <a:solidFill>
                  <a:schemeClr val="tx1"/>
                </a:solidFill>
                <a:uFillTx/>
                <a:latin typeface="Calibri" panose="020F0502020204030204" charset="0"/>
                <a:ea typeface="微软雅黑" panose="020B0503020204020204" charset="-122"/>
              </a:rPr>
              <a:t>模算术里的求幂运算</a:t>
            </a:r>
            <a:endParaRPr lang="zh-CN" altLang="en-US" sz="2400" b="1"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endParaRPr lang="en-US" sz="2400" baseline="30000" dirty="0" smtClean="0">
              <a:solidFill>
                <a:schemeClr val="tx1"/>
              </a:solidFill>
              <a:uFillTx/>
              <a:latin typeface="Calibri" panose="020F0502020204030204" charset="0"/>
              <a:ea typeface="微软雅黑" panose="020B0503020204020204" charset="-122"/>
            </a:endParaRPr>
          </a:p>
        </p:txBody>
      </p:sp>
      <p:pic>
        <p:nvPicPr>
          <p:cNvPr id="7" name="Picture 6"/>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638935" y="1842770"/>
            <a:ext cx="8876820" cy="1968500"/>
          </a:xfrm>
          <a:prstGeom prst="rect">
            <a:avLst/>
          </a:prstGeom>
        </p:spPr>
      </p:pic>
      <p:pic>
        <p:nvPicPr>
          <p:cNvPr id="9" name="Picture 8"/>
          <p:cNvPicPr>
            <a:picLocks noChangeAspect="1"/>
          </p:cNvPicPr>
          <p:nvPr/>
        </p:nvPicPr>
        <mc:AlternateContent xmlns:mc="http://schemas.openxmlformats.org/markup-compatibility/2006">
          <mc:Choice xmlns:mv="urn:schemas-microsoft-com:mac:vml" xmlns:ma="http://schemas.microsoft.com/office/mac/drawingml/2008/main" Requires="ma">
            <p:blipFill>
              <a:blip r:embed="rId4"/>
              <a:stretch>
                <a:fillRect/>
              </a:stretch>
            </p:blipFill>
          </mc:Choice>
          <mc:Fallback>
            <p:blipFill>
              <a:blip r:embed="rId5"/>
              <a:stretch>
                <a:fillRect/>
              </a:stretch>
            </p:blipFill>
          </mc:Fallback>
        </mc:AlternateContent>
        <p:spPr>
          <a:xfrm>
            <a:off x="1486535" y="4509770"/>
            <a:ext cx="8915400" cy="56987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计算问题</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marL="0" indent="0" fontAlgn="auto">
              <a:lnSpc>
                <a:spcPct val="110000"/>
              </a:lnSpc>
              <a:spcBef>
                <a:spcPts val="600"/>
              </a:spcBef>
              <a:spcAft>
                <a:spcPts val="600"/>
              </a:spcAft>
              <a:buNone/>
            </a:pPr>
            <a:r>
              <a:rPr lang="zh-CN" altLang="en-US" sz="2400" b="1" dirty="0" smtClean="0">
                <a:solidFill>
                  <a:schemeClr val="tx1"/>
                </a:solidFill>
                <a:uFillTx/>
                <a:latin typeface="Calibri" panose="020F0502020204030204" charset="0"/>
                <a:ea typeface="微软雅黑" panose="020B0503020204020204" charset="-122"/>
              </a:rPr>
              <a:t>用公钥进行有效</a:t>
            </a:r>
            <a:r>
              <a:rPr lang="zh-CN" altLang="en-US" sz="2400" b="1" dirty="0" smtClean="0">
                <a:solidFill>
                  <a:schemeClr val="tx1"/>
                </a:solidFill>
                <a:uFillTx/>
                <a:latin typeface="Calibri" panose="020F0502020204030204" charset="0"/>
                <a:ea typeface="微软雅黑" panose="020B0503020204020204" charset="-122"/>
              </a:rPr>
              <a:t>计算</a:t>
            </a:r>
            <a:endParaRPr lang="zh-CN" altLang="en-US" sz="2400" b="1"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为了加快RSA算法在使用公钥时的运算速度，通常都会选择一个特定的e</a:t>
            </a:r>
            <a:r>
              <a:rPr lang="zh-CN" sz="2400" dirty="0" smtClean="0">
                <a:solidFill>
                  <a:schemeClr val="tx1"/>
                </a:solidFill>
                <a:uFillTx/>
                <a:latin typeface="Calibri" panose="020F0502020204030204" charset="0"/>
                <a:ea typeface="微软雅黑" panose="020B0503020204020204" charset="-122"/>
              </a:rPr>
              <a:t>。</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大多数情况下选e为65537(2</a:t>
            </a:r>
            <a:r>
              <a:rPr sz="2400" baseline="30000" dirty="0" smtClean="0">
                <a:solidFill>
                  <a:schemeClr val="tx1"/>
                </a:solidFill>
                <a:uFillTx/>
                <a:latin typeface="Calibri" panose="020F0502020204030204" charset="0"/>
                <a:ea typeface="微软雅黑" panose="020B0503020204020204" charset="-122"/>
              </a:rPr>
              <a:t>1</a:t>
            </a:r>
            <a:r>
              <a:rPr lang="en-US" sz="2400" baseline="30000" dirty="0" smtClean="0">
                <a:solidFill>
                  <a:schemeClr val="tx1"/>
                </a:solidFill>
                <a:uFillTx/>
                <a:latin typeface="Calibri" panose="020F0502020204030204" charset="0"/>
                <a:ea typeface="微软雅黑" panose="020B0503020204020204" charset="-122"/>
              </a:rPr>
              <a:t>6</a:t>
            </a:r>
            <a:r>
              <a:rPr sz="2400" dirty="0" smtClean="0">
                <a:solidFill>
                  <a:schemeClr val="tx1"/>
                </a:solidFill>
                <a:uFillTx/>
                <a:latin typeface="Calibri" panose="020F0502020204030204" charset="0"/>
                <a:ea typeface="微软雅黑" panose="020B0503020204020204" charset="-122"/>
              </a:rPr>
              <a:t>+1)</a:t>
            </a:r>
            <a:r>
              <a:rPr lang="zh-CN" sz="2400" dirty="0" smtClean="0">
                <a:solidFill>
                  <a:schemeClr val="tx1"/>
                </a:solidFill>
                <a:uFillTx/>
                <a:latin typeface="Calibri" panose="020F0502020204030204" charset="0"/>
                <a:ea typeface="微软雅黑" panose="020B0503020204020204" charset="-122"/>
              </a:rPr>
              <a:t>，</a:t>
            </a:r>
            <a:r>
              <a:rPr sz="2400" dirty="0" smtClean="0">
                <a:solidFill>
                  <a:schemeClr val="tx1"/>
                </a:solidFill>
                <a:uFillTx/>
                <a:latin typeface="Calibri" panose="020F0502020204030204" charset="0"/>
                <a:ea typeface="微软雅黑" panose="020B0503020204020204" charset="-122"/>
              </a:rPr>
              <a:t>另外两个常用的选择是3和17。</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这些指数里都只有2位，所以求幂运算时需要的乘法次数应极小化。</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然而，若指数太小，如e=3,RSA甚至会遭受一些简单的攻击。</a:t>
            </a:r>
            <a:endParaRPr sz="2400" dirty="0" smtClean="0">
              <a:solidFill>
                <a:schemeClr val="tx1"/>
              </a:solidFill>
              <a:uFillTx/>
              <a:latin typeface="Calibri" panose="020F0502020204030204" charset="0"/>
              <a:ea typeface="微软雅黑" panose="020B0503020204020204"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计算问题</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marL="0" indent="0" fontAlgn="auto">
              <a:lnSpc>
                <a:spcPct val="110000"/>
              </a:lnSpc>
              <a:spcBef>
                <a:spcPts val="600"/>
              </a:spcBef>
              <a:spcAft>
                <a:spcPts val="600"/>
              </a:spcAft>
              <a:buNone/>
            </a:pPr>
            <a:r>
              <a:rPr lang="zh-CN" altLang="en-US" sz="2400" b="1" dirty="0" smtClean="0">
                <a:solidFill>
                  <a:schemeClr val="tx1"/>
                </a:solidFill>
                <a:uFillTx/>
                <a:latin typeface="Calibri" panose="020F0502020204030204" charset="0"/>
                <a:ea typeface="微软雅黑" panose="020B0503020204020204" charset="-122"/>
              </a:rPr>
              <a:t>用公钥进行有效</a:t>
            </a:r>
            <a:r>
              <a:rPr lang="zh-CN" altLang="en-US" sz="2400" b="1" dirty="0" smtClean="0">
                <a:solidFill>
                  <a:schemeClr val="tx1"/>
                </a:solidFill>
                <a:uFillTx/>
                <a:latin typeface="Calibri" panose="020F0502020204030204" charset="0"/>
                <a:ea typeface="微软雅黑" panose="020B0503020204020204" charset="-122"/>
              </a:rPr>
              <a:t>计算</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在RSA算法中，公钥由两个部分组成：一个非常大的质数 n（通常是两个质数 p 和 q 的乘积）和一个指数 e。</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在公钥加密过程中，明文 M 通过计算</a:t>
            </a:r>
            <a:r>
              <a:rPr lang="en-AU" sz="2400" dirty="0" smtClean="0">
                <a:uFillTx/>
                <a:latin typeface="Calibri" panose="020F0502020204030204" charset="0"/>
                <a:ea typeface="微软雅黑" panose="020B0503020204020204" charset="-122"/>
                <a:sym typeface="+mn-ea"/>
              </a:rPr>
              <a:t>C=M</a:t>
            </a:r>
            <a:r>
              <a:rPr lang="en-AU" sz="2400" baseline="30000" dirty="0" smtClean="0">
                <a:uFillTx/>
                <a:latin typeface="Calibri" panose="020F0502020204030204" charset="0"/>
                <a:ea typeface="微软雅黑" panose="020B0503020204020204" charset="-122"/>
                <a:sym typeface="+mn-ea"/>
              </a:rPr>
              <a:t>e </a:t>
            </a:r>
            <a:r>
              <a:rPr lang="en-AU" sz="2400" dirty="0" smtClean="0">
                <a:uFillTx/>
                <a:latin typeface="Calibri" panose="020F0502020204030204" charset="0"/>
                <a:ea typeface="微软雅黑" panose="020B0503020204020204" charset="-122"/>
                <a:sym typeface="+mn-ea"/>
              </a:rPr>
              <a:t>mod n</a:t>
            </a:r>
            <a:r>
              <a:rPr sz="2400" dirty="0" smtClean="0">
                <a:solidFill>
                  <a:schemeClr val="tx1"/>
                </a:solidFill>
                <a:uFillTx/>
                <a:latin typeface="Calibri" panose="020F0502020204030204" charset="0"/>
                <a:ea typeface="微软雅黑" panose="020B0503020204020204" charset="-122"/>
              </a:rPr>
              <a:t>转换为密文 C。</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选择特定的 e 值，如 65537=</a:t>
            </a:r>
            <a:r>
              <a:rPr sz="2400" dirty="0" smtClean="0">
                <a:uFillTx/>
                <a:latin typeface="Calibri" panose="020F0502020204030204" charset="0"/>
                <a:ea typeface="微软雅黑" panose="020B0503020204020204" charset="-122"/>
                <a:sym typeface="+mn-ea"/>
              </a:rPr>
              <a:t>2</a:t>
            </a:r>
            <a:r>
              <a:rPr sz="2400" baseline="30000" dirty="0" smtClean="0">
                <a:uFillTx/>
                <a:latin typeface="Calibri" panose="020F0502020204030204" charset="0"/>
                <a:ea typeface="微软雅黑" panose="020B0503020204020204" charset="-122"/>
                <a:sym typeface="+mn-ea"/>
              </a:rPr>
              <a:t>1</a:t>
            </a:r>
            <a:r>
              <a:rPr lang="en-US" sz="2400" baseline="30000" dirty="0" smtClean="0">
                <a:uFillTx/>
                <a:latin typeface="Calibri" panose="020F0502020204030204" charset="0"/>
                <a:ea typeface="微软雅黑" panose="020B0503020204020204" charset="-122"/>
                <a:sym typeface="+mn-ea"/>
              </a:rPr>
              <a:t>6</a:t>
            </a:r>
            <a:r>
              <a:rPr sz="2400" dirty="0" smtClean="0">
                <a:uFillTx/>
                <a:latin typeface="Calibri" panose="020F0502020204030204" charset="0"/>
                <a:ea typeface="微软雅黑" panose="020B0503020204020204" charset="-122"/>
                <a:sym typeface="+mn-ea"/>
              </a:rPr>
              <a:t>+1</a:t>
            </a:r>
            <a:r>
              <a:rPr sz="2400" dirty="0" smtClean="0">
                <a:solidFill>
                  <a:schemeClr val="tx1"/>
                </a:solidFill>
                <a:uFillTx/>
                <a:latin typeface="Calibri" panose="020F0502020204030204" charset="0"/>
                <a:ea typeface="微软雅黑" panose="020B0503020204020204" charset="-122"/>
              </a:rPr>
              <a:t>是为了在执行模幂运算 </a:t>
            </a:r>
            <a:r>
              <a:rPr lang="en-AU" sz="2400" dirty="0" smtClean="0">
                <a:uFillTx/>
                <a:latin typeface="Calibri" panose="020F0502020204030204" charset="0"/>
                <a:ea typeface="微软雅黑" panose="020B0503020204020204" charset="-122"/>
                <a:sym typeface="+mn-ea"/>
              </a:rPr>
              <a:t>M</a:t>
            </a:r>
            <a:r>
              <a:rPr lang="en-AU" sz="2400" baseline="30000" dirty="0" smtClean="0">
                <a:uFillTx/>
                <a:latin typeface="Calibri" panose="020F0502020204030204" charset="0"/>
                <a:ea typeface="微软雅黑" panose="020B0503020204020204" charset="-122"/>
                <a:sym typeface="+mn-ea"/>
              </a:rPr>
              <a:t>e </a:t>
            </a:r>
            <a:r>
              <a:rPr lang="en-AU" sz="2400" dirty="0" smtClean="0">
                <a:uFillTx/>
                <a:latin typeface="Calibri" panose="020F0502020204030204" charset="0"/>
                <a:ea typeface="微软雅黑" panose="020B0503020204020204" charset="-122"/>
                <a:sym typeface="+mn-ea"/>
              </a:rPr>
              <a:t>mod n</a:t>
            </a:r>
            <a:r>
              <a:rPr sz="2400" dirty="0" smtClean="0">
                <a:solidFill>
                  <a:schemeClr val="tx1"/>
                </a:solidFill>
                <a:uFillTx/>
                <a:latin typeface="Calibri" panose="020F0502020204030204" charset="0"/>
                <a:ea typeface="微软雅黑" panose="020B0503020204020204" charset="-122"/>
              </a:rPr>
              <a:t>时减少所需的乘法次数。这是因为 e 的二进制表示中位数的多少直接影响到快速模幂算法中乘法和模幂操作的次数。</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在快速模幂算法中，我们从e 的最高位（最左边的位）开始，逐位进行计算。e 的二进制表示中1的位数少，那么在快速模幂算法中需要执行的乘法操作就少。</a:t>
            </a:r>
            <a:endParaRPr sz="2400" dirty="0" smtClean="0">
              <a:solidFill>
                <a:schemeClr val="tx1"/>
              </a:solidFill>
              <a:uFillTx/>
              <a:latin typeface="Calibri" panose="020F0502020204030204" charset="0"/>
              <a:ea typeface="微软雅黑" panose="020B0503020204020204" charset="-122"/>
            </a:endParaRPr>
          </a:p>
          <a:p>
            <a:pPr marL="0" indent="0" fontAlgn="auto">
              <a:lnSpc>
                <a:spcPct val="110000"/>
              </a:lnSpc>
              <a:spcBef>
                <a:spcPts val="600"/>
              </a:spcBef>
              <a:spcAft>
                <a:spcPts val="600"/>
              </a:spcAft>
              <a:buNone/>
            </a:pPr>
            <a:endParaRPr sz="2400" dirty="0" smtClean="0">
              <a:solidFill>
                <a:schemeClr val="tx1"/>
              </a:solidFill>
              <a:uFillTx/>
              <a:latin typeface="Calibri" panose="020F0502020204030204" charset="0"/>
              <a:ea typeface="微软雅黑" panose="020B0503020204020204"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9158605" cy="46799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8304530" cy="32594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80135"/>
            <a:ext cx="8637905" cy="430022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90930"/>
            <a:ext cx="9193530" cy="474853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113155"/>
            <a:ext cx="9135110" cy="487362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534795" y="1058545"/>
            <a:ext cx="8460740" cy="273685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63625"/>
            <a:ext cx="9088120" cy="45815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101725"/>
            <a:ext cx="9070975" cy="46545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65580" y="1099185"/>
            <a:ext cx="8874125" cy="46602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465580" y="1063625"/>
            <a:ext cx="8975725" cy="46634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541780" y="1120140"/>
            <a:ext cx="8973820" cy="4312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078990" y="1997710"/>
            <a:ext cx="8051165"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b="1" dirty="0">
                <a:latin typeface="仿宋" panose="02010609060101010101" charset="-122"/>
                <a:ea typeface="仿宋" panose="02010609060101010101" charset="-122"/>
                <a:cs typeface="仿宋" panose="02010609060101010101" charset="-122"/>
              </a:rPr>
              <a:t>第</a:t>
            </a:r>
            <a:r>
              <a:rPr lang="en-US" altLang="zh-CN" sz="3600" b="1" dirty="0">
                <a:latin typeface="仿宋" panose="02010609060101010101" charset="-122"/>
                <a:ea typeface="仿宋" panose="02010609060101010101" charset="-122"/>
                <a:cs typeface="仿宋" panose="02010609060101010101" charset="-122"/>
              </a:rPr>
              <a:t>10</a:t>
            </a:r>
            <a:r>
              <a:rPr lang="zh-CN" altLang="en-US" sz="3600" b="1" dirty="0">
                <a:latin typeface="仿宋" panose="02010609060101010101" charset="-122"/>
                <a:ea typeface="仿宋" panose="02010609060101010101" charset="-122"/>
                <a:cs typeface="仿宋" panose="02010609060101010101" charset="-122"/>
              </a:rPr>
              <a:t>章</a:t>
            </a:r>
            <a:r>
              <a:rPr lang="en-US" altLang="zh-CN" sz="3600" b="1" dirty="0">
                <a:latin typeface="仿宋" panose="02010609060101010101" charset="-122"/>
                <a:ea typeface="仿宋" panose="02010609060101010101" charset="-122"/>
                <a:cs typeface="仿宋" panose="02010609060101010101" charset="-122"/>
              </a:rPr>
              <a:t> </a:t>
            </a:r>
            <a:r>
              <a:rPr lang="zh-CN" sz="3600" b="1" dirty="0">
                <a:latin typeface="仿宋" panose="02010609060101010101" charset="-122"/>
                <a:ea typeface="仿宋" panose="02010609060101010101" charset="-122"/>
                <a:cs typeface="仿宋" panose="02010609060101010101" charset="-122"/>
              </a:rPr>
              <a:t>密钥管理和其他公钥密码体制</a:t>
            </a:r>
            <a:endParaRPr lang="zh-CN" sz="3600" b="1"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lvl="1"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Diffe-Hellman</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密钥交换</a:t>
            </a:r>
            <a:endParaRPr lang="zh-CN" sz="3600" dirty="0">
              <a:latin typeface="仿宋" panose="02010609060101010101" charset="-122"/>
              <a:ea typeface="仿宋" panose="02010609060101010101" charset="-122"/>
              <a:cs typeface="仿宋" panose="02010609060101010101" charset="-122"/>
            </a:endParaRPr>
          </a:p>
          <a:p>
            <a:pPr marL="469900" lvl="1"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sym typeface="+mn-ea"/>
              </a:rPr>
              <a:t>二、</a:t>
            </a:r>
            <a:r>
              <a:rPr lang="en-US" altLang="zh-CN" sz="3600" dirty="0">
                <a:latin typeface="仿宋" panose="02010609060101010101" charset="-122"/>
                <a:ea typeface="仿宋" panose="02010609060101010101" charset="-122"/>
                <a:cs typeface="仿宋" panose="02010609060101010101" charset="-122"/>
                <a:sym typeface="+mn-ea"/>
              </a:rPr>
              <a:t>ElGamal</a:t>
            </a:r>
            <a:r>
              <a:rPr lang="zh-CN" altLang="en-US" sz="3600" dirty="0">
                <a:latin typeface="仿宋" panose="02010609060101010101" charset="-122"/>
                <a:ea typeface="仿宋" panose="02010609060101010101" charset="-122"/>
                <a:cs typeface="仿宋" panose="02010609060101010101" charset="-122"/>
                <a:sym typeface="+mn-ea"/>
              </a:rPr>
              <a:t>密码体制</a:t>
            </a: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en-US" altLang="zh-CN"/>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公钥密码的基本工作方式</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694055" y="1181735"/>
            <a:ext cx="10978515" cy="49212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Diffie 和 Hellman 在论文中首次提出了公钥算法，给出了公钥密码学的定义，该算法通常称为Diffie-Hellman密钥交换</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目的是使两个用户能安全地交换密钥，以便在后续的通信中用该密钥对消息加密。</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rgbClr val="FF0000"/>
                </a:solidFill>
                <a:uFillTx/>
                <a:latin typeface="Calibri" panose="020F0502020204030204" charset="0"/>
                <a:ea typeface="微软雅黑" panose="020B0503020204020204" charset="-122"/>
              </a:rPr>
              <a:t>算法本身只限于进行密钥交换。</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endParaRPr sz="2400" dirty="0" smtClean="0">
              <a:solidFill>
                <a:schemeClr val="tx1"/>
              </a:solidFill>
              <a:uFillTx/>
              <a:latin typeface="Calibri" panose="020F0502020204030204" charset="0"/>
              <a:ea typeface="微软雅黑" panose="020B050302020402020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315720" y="1063625"/>
            <a:ext cx="9199245" cy="4911725"/>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图片 2"/>
          <p:cNvPicPr>
            <a:picLocks noChangeAspect="1"/>
          </p:cNvPicPr>
          <p:nvPr/>
        </p:nvPicPr>
        <p:blipFill>
          <a:blip r:embed="rId2"/>
          <a:stretch>
            <a:fillRect/>
          </a:stretch>
        </p:blipFill>
        <p:spPr>
          <a:xfrm>
            <a:off x="1512570" y="1141095"/>
            <a:ext cx="9003030" cy="457581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Diffie-Hellman算法的有效性是</a:t>
            </a:r>
            <a:r>
              <a:rPr sz="2400" dirty="0" smtClean="0">
                <a:solidFill>
                  <a:srgbClr val="FF0000"/>
                </a:solidFill>
                <a:uFillTx/>
                <a:latin typeface="Calibri" panose="020F0502020204030204" charset="0"/>
                <a:ea typeface="微软雅黑" panose="020B0503020204020204" charset="-122"/>
              </a:rPr>
              <a:t>建立在计算离散对数很困难</a:t>
            </a:r>
            <a:r>
              <a:rPr sz="2400" dirty="0" smtClean="0">
                <a:solidFill>
                  <a:schemeClr val="tx1"/>
                </a:solidFill>
                <a:uFillTx/>
                <a:latin typeface="Calibri" panose="020F0502020204030204" charset="0"/>
                <a:ea typeface="微软雅黑" panose="020B0503020204020204" charset="-122"/>
              </a:rPr>
              <a:t>的这一基础上的。</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定义</a:t>
            </a:r>
            <a:r>
              <a:rPr lang="zh-CN" sz="2400" dirty="0" smtClean="0">
                <a:solidFill>
                  <a:schemeClr val="tx1"/>
                </a:solidFill>
                <a:uFillTx/>
                <a:latin typeface="Calibri" panose="020F0502020204030204" charset="0"/>
                <a:ea typeface="微软雅黑" panose="020B0503020204020204" charset="-122"/>
              </a:rPr>
              <a:t>如下</a:t>
            </a:r>
            <a:r>
              <a:rPr sz="2400" dirty="0" smtClean="0">
                <a:solidFill>
                  <a:schemeClr val="tx1"/>
                </a:solidFill>
                <a:uFillTx/>
                <a:latin typeface="Calibri" panose="020F0502020204030204" charset="0"/>
                <a:ea typeface="微软雅黑" panose="020B0503020204020204" charset="-122"/>
              </a:rPr>
              <a:t>离散对数</a:t>
            </a:r>
            <a:r>
              <a:rPr lang="zh-CN" sz="2400" dirty="0" smtClean="0">
                <a:solidFill>
                  <a:schemeClr val="tx1"/>
                </a:solidFill>
                <a:uFillTx/>
                <a:latin typeface="Calibri" panose="020F0502020204030204" charset="0"/>
                <a:ea typeface="微软雅黑" panose="020B0503020204020204" charset="-122"/>
              </a:rPr>
              <a:t>：</a:t>
            </a:r>
            <a:r>
              <a:rPr sz="2400" dirty="0" smtClean="0">
                <a:solidFill>
                  <a:schemeClr val="tx1"/>
                </a:solidFill>
                <a:uFillTx/>
                <a:latin typeface="Calibri" panose="020F0502020204030204" charset="0"/>
                <a:ea typeface="微软雅黑" panose="020B0503020204020204" charset="-122"/>
              </a:rPr>
              <a:t>首先定义素数p 的本原根。素数p 的本原根是一个整数，且其幂可以产生1到 p-1 之间所有整数，也就是说若 a 是素数p的本原根，则</a:t>
            </a:r>
            <a:endParaRPr sz="2400" dirty="0" smtClean="0">
              <a:solidFill>
                <a:schemeClr val="tx1"/>
              </a:solidFill>
              <a:uFillTx/>
              <a:latin typeface="Calibri" panose="020F0502020204030204" charset="0"/>
              <a:ea typeface="微软雅黑" panose="020B0503020204020204" charset="-122"/>
            </a:endParaRPr>
          </a:p>
          <a:p>
            <a:pPr marL="0" indent="0" algn="ctr" fontAlgn="auto">
              <a:lnSpc>
                <a:spcPct val="110000"/>
              </a:lnSpc>
              <a:spcBef>
                <a:spcPts val="600"/>
              </a:spcBef>
              <a:spcAft>
                <a:spcPts val="600"/>
              </a:spcAft>
              <a:buNone/>
            </a:pPr>
            <a:r>
              <a:rPr sz="2400" dirty="0" smtClean="0">
                <a:solidFill>
                  <a:schemeClr val="tx1"/>
                </a:solidFill>
                <a:uFillTx/>
                <a:latin typeface="Calibri" panose="020F0502020204030204" charset="0"/>
                <a:ea typeface="微软雅黑" panose="020B0503020204020204" charset="-122"/>
              </a:rPr>
              <a:t>a mod p,a²mod p,…,a</a:t>
            </a:r>
            <a:r>
              <a:rPr sz="2400" baseline="30000" dirty="0" smtClean="0">
                <a:solidFill>
                  <a:schemeClr val="tx1"/>
                </a:solidFill>
                <a:uFillTx/>
                <a:latin typeface="Calibri" panose="020F0502020204030204" charset="0"/>
                <a:ea typeface="微软雅黑" panose="020B0503020204020204" charset="-122"/>
              </a:rPr>
              <a:t>P-</a:t>
            </a:r>
            <a:r>
              <a:rPr lang="en-US" sz="2400" baseline="30000" dirty="0" smtClean="0">
                <a:solidFill>
                  <a:schemeClr val="tx1"/>
                </a:solidFill>
                <a:uFillTx/>
                <a:latin typeface="Calibri" panose="020F0502020204030204" charset="0"/>
                <a:ea typeface="微软雅黑" panose="020B0503020204020204" charset="-122"/>
              </a:rPr>
              <a:t>1</a:t>
            </a:r>
            <a:r>
              <a:rPr sz="2400" dirty="0" smtClean="0">
                <a:solidFill>
                  <a:schemeClr val="tx1"/>
                </a:solidFill>
                <a:uFillTx/>
                <a:latin typeface="Calibri" panose="020F0502020204030204" charset="0"/>
                <a:ea typeface="微软雅黑" panose="020B0503020204020204" charset="-122"/>
              </a:rPr>
              <a:t>mod p</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各不相同，它是整数1到p-1 的一个置换。</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对任意整数b 和素数 p的本原根a,   我们可以找到唯一的指数使得</a:t>
            </a:r>
            <a:endParaRPr sz="2400" dirty="0" smtClean="0">
              <a:solidFill>
                <a:schemeClr val="tx1"/>
              </a:solidFill>
              <a:uFillTx/>
              <a:latin typeface="Calibri" panose="020F0502020204030204" charset="0"/>
              <a:ea typeface="微软雅黑" panose="020B0503020204020204" charset="-122"/>
            </a:endParaRPr>
          </a:p>
          <a:p>
            <a:pPr marL="0" indent="0" algn="ctr" fontAlgn="auto">
              <a:lnSpc>
                <a:spcPct val="110000"/>
              </a:lnSpc>
              <a:spcBef>
                <a:spcPts val="600"/>
              </a:spcBef>
              <a:spcAft>
                <a:spcPts val="600"/>
              </a:spcAft>
              <a:buNone/>
            </a:pPr>
            <a:r>
              <a:rPr sz="2400" dirty="0" smtClean="0">
                <a:solidFill>
                  <a:schemeClr val="tx1"/>
                </a:solidFill>
                <a:uFillTx/>
                <a:latin typeface="Calibri" panose="020F0502020204030204" charset="0"/>
                <a:ea typeface="微软雅黑" panose="020B0503020204020204" charset="-122"/>
              </a:rPr>
              <a:t>b=</a:t>
            </a:r>
            <a:r>
              <a:rPr sz="2400" dirty="0" smtClean="0">
                <a:uFillTx/>
                <a:latin typeface="Calibri" panose="020F0502020204030204" charset="0"/>
                <a:ea typeface="微软雅黑" panose="020B0503020204020204" charset="-122"/>
                <a:sym typeface="+mn-ea"/>
              </a:rPr>
              <a:t>a</a:t>
            </a:r>
            <a:r>
              <a:rPr lang="en-US" sz="2400" baseline="30000" dirty="0" smtClean="0">
                <a:uFillTx/>
                <a:latin typeface="Calibri" panose="020F0502020204030204" charset="0"/>
                <a:ea typeface="微软雅黑" panose="020B0503020204020204" charset="-122"/>
                <a:sym typeface="+mn-ea"/>
              </a:rPr>
              <a:t>i</a:t>
            </a:r>
            <a:r>
              <a:rPr sz="2400" dirty="0" smtClean="0">
                <a:solidFill>
                  <a:schemeClr val="tx1"/>
                </a:solidFill>
                <a:uFillTx/>
                <a:latin typeface="Calibri" panose="020F0502020204030204" charset="0"/>
                <a:ea typeface="微软雅黑" panose="020B0503020204020204" charset="-122"/>
              </a:rPr>
              <a:t>modp,          其中O≤i≤(p-1)</a:t>
            </a:r>
            <a:endParaRPr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指数i称为 b 的以a为底的模p离散对数，记为dlog</a:t>
            </a:r>
            <a:r>
              <a:rPr sz="2400" baseline="-25000" dirty="0" smtClean="0">
                <a:solidFill>
                  <a:schemeClr val="tx1"/>
                </a:solidFill>
                <a:uFillTx/>
                <a:latin typeface="Calibri" panose="020F0502020204030204" charset="0"/>
                <a:ea typeface="微软雅黑" panose="020B0503020204020204" charset="-122"/>
              </a:rPr>
              <a:t>a,</a:t>
            </a:r>
            <a:r>
              <a:rPr lang="en-US" sz="2400" baseline="-25000" dirty="0" smtClean="0">
                <a:solidFill>
                  <a:schemeClr val="tx1"/>
                </a:solidFill>
                <a:uFillTx/>
                <a:latin typeface="Calibri" panose="020F0502020204030204" charset="0"/>
                <a:ea typeface="微软雅黑" panose="020B0503020204020204" charset="-122"/>
              </a:rPr>
              <a:t>p</a:t>
            </a:r>
            <a:r>
              <a:rPr sz="2400" dirty="0" smtClean="0">
                <a:solidFill>
                  <a:schemeClr val="tx1"/>
                </a:solidFill>
                <a:uFillTx/>
                <a:latin typeface="Calibri" panose="020F0502020204030204" charset="0"/>
                <a:ea typeface="微软雅黑" panose="020B0503020204020204" charset="-122"/>
              </a:rPr>
              <a:t>(b)。</a:t>
            </a:r>
            <a:endParaRPr sz="2400" dirty="0" smtClean="0">
              <a:solidFill>
                <a:schemeClr val="tx1"/>
              </a:solidFill>
              <a:uFillTx/>
              <a:latin typeface="Calibri" panose="020F0502020204030204" charset="0"/>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4969510" cy="5073650"/>
          </a:xfrm>
        </p:spPr>
        <p:txBody>
          <a:bodyPr>
            <a:noAutofit/>
          </a:bodyPr>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素数 q 和其本原根</a:t>
            </a:r>
            <a:r>
              <a:rPr lang="en-US" sz="2000" dirty="0" smtClean="0">
                <a:solidFill>
                  <a:schemeClr val="tx1"/>
                </a:solidFill>
                <a:uFillTx/>
                <a:latin typeface="Calibri" panose="020F0502020204030204" charset="0"/>
                <a:ea typeface="微软雅黑" panose="020B0503020204020204" charset="-122"/>
              </a:rPr>
              <a:t>α</a:t>
            </a:r>
            <a:r>
              <a:rPr sz="2000" dirty="0" smtClean="0">
                <a:solidFill>
                  <a:schemeClr val="tx1"/>
                </a:solidFill>
                <a:uFillTx/>
                <a:latin typeface="Calibri" panose="020F0502020204030204" charset="0"/>
                <a:ea typeface="微软雅黑" panose="020B0503020204020204" charset="-122"/>
              </a:rPr>
              <a:t>是两个公开的整数</a:t>
            </a:r>
            <a:endParaRPr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用户A 选择一个随机整数X</a:t>
            </a:r>
            <a:r>
              <a:rPr lang="en-US" sz="2000" baseline="-25000" dirty="0" smtClean="0">
                <a:solidFill>
                  <a:schemeClr val="tx1"/>
                </a:solidFill>
                <a:uFillTx/>
                <a:latin typeface="Calibri" panose="020F0502020204030204" charset="0"/>
                <a:ea typeface="微软雅黑" panose="020B0503020204020204" charset="-122"/>
              </a:rPr>
              <a:t>A</a:t>
            </a:r>
            <a:r>
              <a:rPr sz="2000" dirty="0" smtClean="0">
                <a:solidFill>
                  <a:schemeClr val="tx1"/>
                </a:solidFill>
                <a:uFillTx/>
                <a:latin typeface="Calibri" panose="020F0502020204030204" charset="0"/>
                <a:ea typeface="微软雅黑" panose="020B0503020204020204" charset="-122"/>
              </a:rPr>
              <a:t>&lt;q, 并计算Y</a:t>
            </a:r>
            <a:r>
              <a:rPr lang="en-US" sz="2000" baseline="-25000" dirty="0" smtClean="0">
                <a:solidFill>
                  <a:schemeClr val="tx1"/>
                </a:solidFill>
                <a:uFillTx/>
                <a:latin typeface="Calibri" panose="020F0502020204030204" charset="0"/>
                <a:ea typeface="微软雅黑" panose="020B0503020204020204" charset="-122"/>
              </a:rPr>
              <a:t>A</a:t>
            </a:r>
            <a:r>
              <a:rPr sz="2000" dirty="0" smtClean="0">
                <a:solidFill>
                  <a:schemeClr val="tx1"/>
                </a:solidFill>
                <a:uFillTx/>
                <a:latin typeface="Calibri" panose="020F0502020204030204" charset="0"/>
                <a:ea typeface="微软雅黑" panose="020B0503020204020204" charset="-122"/>
              </a:rPr>
              <a:t>=</a:t>
            </a:r>
            <a:r>
              <a:rPr lang="en-US"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solidFill>
                  <a:schemeClr val="tx1"/>
                </a:solidFill>
                <a:uFillTx/>
                <a:latin typeface="Calibri" panose="020F0502020204030204" charset="0"/>
                <a:ea typeface="微软雅黑" panose="020B0503020204020204" charset="-122"/>
              </a:rPr>
              <a:t>mod</a:t>
            </a:r>
            <a:r>
              <a:rPr lang="en-US" sz="2000" dirty="0" smtClean="0">
                <a:solidFill>
                  <a:schemeClr val="tx1"/>
                </a:solidFill>
                <a:uFillTx/>
                <a:latin typeface="Calibri" panose="020F0502020204030204" charset="0"/>
                <a:ea typeface="微软雅黑" panose="020B0503020204020204" charset="-122"/>
              </a:rPr>
              <a:t> </a:t>
            </a:r>
            <a:r>
              <a:rPr sz="2000" dirty="0" smtClean="0">
                <a:solidFill>
                  <a:schemeClr val="tx1"/>
                </a:solidFill>
                <a:uFillTx/>
                <a:latin typeface="Calibri" panose="020F0502020204030204" charset="0"/>
                <a:ea typeface="微软雅黑" panose="020B0503020204020204" charset="-122"/>
              </a:rPr>
              <a:t>q。 </a:t>
            </a:r>
            <a:endParaRPr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用户B独立地选择一个随机整数X</a:t>
            </a:r>
            <a:r>
              <a:rPr lang="en-US" sz="2000" baseline="-25000" dirty="0" smtClean="0">
                <a:solidFill>
                  <a:schemeClr val="tx1"/>
                </a:solidFill>
                <a:uFillTx/>
                <a:latin typeface="Calibri" panose="020F0502020204030204" charset="0"/>
                <a:ea typeface="微软雅黑" panose="020B0503020204020204" charset="-122"/>
              </a:rPr>
              <a:t>B</a:t>
            </a:r>
            <a:r>
              <a:rPr sz="2000" dirty="0" smtClean="0">
                <a:solidFill>
                  <a:schemeClr val="tx1"/>
                </a:solidFill>
                <a:uFillTx/>
                <a:latin typeface="Calibri" panose="020F0502020204030204" charset="0"/>
                <a:ea typeface="微软雅黑" panose="020B0503020204020204" charset="-122"/>
              </a:rPr>
              <a:t>&lt;q,    并计算Y</a:t>
            </a:r>
            <a:r>
              <a:rPr lang="en-US" sz="2000" baseline="-25000" dirty="0" smtClean="0">
                <a:solidFill>
                  <a:schemeClr val="tx1"/>
                </a:solidFill>
                <a:uFillTx/>
                <a:latin typeface="Calibri" panose="020F0502020204030204" charset="0"/>
                <a:ea typeface="微软雅黑" panose="020B0503020204020204" charset="-122"/>
              </a:rPr>
              <a:t>B</a:t>
            </a:r>
            <a:r>
              <a:rPr sz="2000" dirty="0" smtClean="0">
                <a:solidFill>
                  <a:schemeClr val="tx1"/>
                </a:solidFill>
                <a:uFillTx/>
                <a:latin typeface="Calibri" panose="020F0502020204030204" charset="0"/>
                <a:ea typeface="微软雅黑" panose="020B0503020204020204" charset="-122"/>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solidFill>
                  <a:schemeClr val="tx1"/>
                </a:solidFill>
                <a:uFillTx/>
                <a:latin typeface="Calibri" panose="020F0502020204030204" charset="0"/>
                <a:ea typeface="微软雅黑" panose="020B0503020204020204" charset="-122"/>
              </a:rPr>
              <a:t>mod q 。</a:t>
            </a:r>
            <a:endParaRPr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lang="zh-CN" sz="2000" dirty="0" smtClean="0">
                <a:solidFill>
                  <a:schemeClr val="tx1"/>
                </a:solidFill>
                <a:uFillTx/>
                <a:latin typeface="Calibri" panose="020F0502020204030204" charset="0"/>
                <a:ea typeface="微软雅黑" panose="020B0503020204020204" charset="-122"/>
              </a:rPr>
              <a:t>其中</a:t>
            </a:r>
            <a:r>
              <a:rPr lang="en-US" altLang="zh-CN" sz="2000" dirty="0" smtClean="0">
                <a:solidFill>
                  <a:schemeClr val="tx1"/>
                </a:solidFill>
                <a:uFillTx/>
                <a:latin typeface="Calibri" panose="020F0502020204030204" charset="0"/>
                <a:ea typeface="微软雅黑" panose="020B0503020204020204" charset="-122"/>
              </a:rPr>
              <a:t>X</a:t>
            </a:r>
            <a:r>
              <a:rPr lang="zh-CN" altLang="en-US" sz="2000" dirty="0" smtClean="0">
                <a:solidFill>
                  <a:schemeClr val="tx1"/>
                </a:solidFill>
                <a:uFillTx/>
                <a:latin typeface="Calibri" panose="020F0502020204030204" charset="0"/>
                <a:ea typeface="微软雅黑" panose="020B0503020204020204" charset="-122"/>
              </a:rPr>
              <a:t>为私有的，</a:t>
            </a:r>
            <a:r>
              <a:rPr lang="en-US" altLang="zh-CN" sz="2000" dirty="0" smtClean="0">
                <a:solidFill>
                  <a:schemeClr val="tx1"/>
                </a:solidFill>
                <a:uFillTx/>
                <a:latin typeface="Calibri" panose="020F0502020204030204" charset="0"/>
                <a:ea typeface="微软雅黑" panose="020B0503020204020204" charset="-122"/>
              </a:rPr>
              <a:t>Y</a:t>
            </a:r>
            <a:r>
              <a:rPr lang="zh-CN" altLang="en-US" sz="2000" dirty="0" smtClean="0">
                <a:solidFill>
                  <a:schemeClr val="tx1"/>
                </a:solidFill>
                <a:uFillTx/>
                <a:latin typeface="Calibri" panose="020F0502020204030204" charset="0"/>
                <a:ea typeface="微软雅黑" panose="020B0503020204020204" charset="-122"/>
              </a:rPr>
              <a:t>为公开的。</a:t>
            </a:r>
            <a:endParaRPr lang="zh-CN" altLang="en-US" sz="20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计算</a:t>
            </a:r>
            <a:r>
              <a:rPr lang="en-US" altLang="zh-CN" sz="2000" dirty="0" smtClean="0">
                <a:solidFill>
                  <a:schemeClr val="tx1"/>
                </a:solidFill>
                <a:uFillTx/>
                <a:latin typeface="Calibri" panose="020F0502020204030204" charset="0"/>
                <a:ea typeface="微软雅黑" panose="020B0503020204020204" charset="-122"/>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B</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zh-CN" sz="2000" dirty="0" smtClean="0">
                <a:uFillTx/>
                <a:latin typeface="Calibri" panose="020F0502020204030204" charset="0"/>
                <a:ea typeface="微软雅黑" panose="020B0503020204020204" charset="-122"/>
                <a:sym typeface="+mn-ea"/>
              </a:rPr>
              <a:t>，</a:t>
            </a:r>
            <a:r>
              <a:rPr lang="en-US" altLang="zh-CN" sz="2000" dirty="0" smtClean="0">
                <a:uFillTx/>
                <a:latin typeface="Calibri" panose="020F0502020204030204" charset="0"/>
                <a:ea typeface="微软雅黑" panose="020B0503020204020204" charset="-122"/>
                <a:sym typeface="+mn-ea"/>
              </a:rPr>
              <a:t>B</a:t>
            </a:r>
            <a:r>
              <a:rPr lang="zh-CN" altLang="en-US" sz="2000" dirty="0" smtClean="0">
                <a:uFillTx/>
                <a:latin typeface="Calibri" panose="020F0502020204030204" charset="0"/>
                <a:ea typeface="微软雅黑" panose="020B0503020204020204" charset="-122"/>
                <a:sym typeface="+mn-ea"/>
              </a:rPr>
              <a:t>计算</a:t>
            </a: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B</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 q</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a:t>
            </a:r>
            <a:r>
              <a:rPr lang="en-US"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 = (</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A</a:t>
            </a:r>
            <a:r>
              <a:rPr sz="2000" dirty="0" smtClean="0">
                <a:uFillTx/>
                <a:latin typeface="Calibri" panose="020F0502020204030204" charset="0"/>
                <a:ea typeface="微软雅黑" panose="020B0503020204020204" charset="-122"/>
                <a:sym typeface="+mn-ea"/>
              </a:rPr>
              <a:t>mod q</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a:t>
            </a:r>
            <a:r>
              <a:rPr lang="en-US" altLang="zh-CN"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t>
            </a:r>
            <a:r>
              <a:rPr lang="en-US" sz="1400" baseline="30000" dirty="0" smtClean="0">
                <a:uFillTx/>
                <a:latin typeface="Calibri" panose="020F0502020204030204" charset="0"/>
                <a:ea typeface="微软雅黑" panose="020B0503020204020204" charset="-122"/>
                <a:sym typeface="+mn-ea"/>
              </a:rPr>
              <a:t>B</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endParaRPr sz="200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pic>
        <p:nvPicPr>
          <p:cNvPr id="2" name="Picture 3" descr="f1.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4706" t="909" r="3529" b="21818"/>
              <a:stretch>
                <a:fillRect/>
              </a:stretch>
            </p:blipFill>
          </mc:Choice>
          <mc:Fallback>
            <p:blipFill>
              <a:blip r:embed="rId3"/>
              <a:srcRect l="4706" t="909" r="3529" b="21818"/>
              <a:stretch>
                <a:fillRect/>
              </a:stretch>
            </p:blipFill>
          </mc:Fallback>
        </mc:AlternateContent>
        <p:spPr>
          <a:xfrm>
            <a:off x="6320790" y="817245"/>
            <a:ext cx="5474335" cy="596646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Rectangle 3"/>
          <p:cNvSpPr>
            <a:spLocks noGrp="1" noChangeArrowheads="1"/>
          </p:cNvSpPr>
          <p:nvPr>
            <p:ph idx="1"/>
          </p:nvPr>
        </p:nvSpPr>
        <p:spPr>
          <a:xfrm>
            <a:off x="1351280" y="1110615"/>
            <a:ext cx="9785985" cy="5073650"/>
          </a:xfrm>
        </p:spPr>
        <p:txBody>
          <a:bodyPr>
            <a:noAutofit/>
          </a:bodyPr>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Diffie-Hellman算法的有效性是</a:t>
            </a:r>
            <a:r>
              <a:rPr sz="2400" dirty="0" smtClean="0">
                <a:solidFill>
                  <a:srgbClr val="FF0000"/>
                </a:solidFill>
                <a:uFillTx/>
                <a:latin typeface="Calibri" panose="020F0502020204030204" charset="0"/>
                <a:ea typeface="微软雅黑" panose="020B0503020204020204" charset="-122"/>
              </a:rPr>
              <a:t>建立在计算离散对数很困难</a:t>
            </a:r>
            <a:r>
              <a:rPr sz="2400" dirty="0" smtClean="0">
                <a:solidFill>
                  <a:schemeClr val="tx1"/>
                </a:solidFill>
                <a:uFillTx/>
                <a:latin typeface="Calibri" panose="020F0502020204030204" charset="0"/>
                <a:ea typeface="微软雅黑" panose="020B0503020204020204" charset="-122"/>
              </a:rPr>
              <a:t>的这一基础上的。</a:t>
            </a:r>
            <a:endParaRPr sz="24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2055" dirty="0" smtClean="0">
                <a:solidFill>
                  <a:schemeClr val="tx1"/>
                </a:solidFill>
                <a:uFillTx/>
                <a:latin typeface="Calibri" panose="020F0502020204030204" charset="0"/>
                <a:ea typeface="微软雅黑" panose="020B0503020204020204" charset="-122"/>
              </a:rPr>
              <a:t>密钥交换中所使用的素数q=353  和它的一个本原根α=3。A和B分别选择密钥</a:t>
            </a:r>
            <a:r>
              <a:rPr sz="2055" dirty="0" smtClean="0">
                <a:uFillTx/>
                <a:latin typeface="Calibri" panose="020F0502020204030204" charset="0"/>
                <a:ea typeface="微软雅黑" panose="020B0503020204020204" charset="-122"/>
                <a:sym typeface="+mn-ea"/>
              </a:rPr>
              <a:t>X</a:t>
            </a:r>
            <a:r>
              <a:rPr lang="en-US" sz="2055" baseline="-25000" dirty="0" smtClean="0">
                <a:uFillTx/>
                <a:latin typeface="Calibri" panose="020F0502020204030204" charset="0"/>
                <a:ea typeface="微软雅黑" panose="020B0503020204020204" charset="-122"/>
                <a:sym typeface="+mn-ea"/>
              </a:rPr>
              <a:t>A</a:t>
            </a:r>
            <a:r>
              <a:rPr sz="2055" dirty="0" smtClean="0">
                <a:solidFill>
                  <a:schemeClr val="tx1"/>
                </a:solidFill>
                <a:uFillTx/>
                <a:latin typeface="Calibri" panose="020F0502020204030204" charset="0"/>
                <a:ea typeface="微软雅黑" panose="020B0503020204020204" charset="-122"/>
              </a:rPr>
              <a:t>=97  和</a:t>
            </a:r>
            <a:r>
              <a:rPr sz="2055" dirty="0" smtClean="0">
                <a:uFillTx/>
                <a:latin typeface="Calibri" panose="020F0502020204030204" charset="0"/>
                <a:ea typeface="微软雅黑" panose="020B0503020204020204" charset="-122"/>
                <a:sym typeface="+mn-ea"/>
              </a:rPr>
              <a:t>X</a:t>
            </a:r>
            <a:r>
              <a:rPr lang="en-US" sz="2055" baseline="-25000" dirty="0" smtClean="0">
                <a:uFillTx/>
                <a:latin typeface="Calibri" panose="020F0502020204030204" charset="0"/>
                <a:ea typeface="微软雅黑" panose="020B0503020204020204" charset="-122"/>
                <a:sym typeface="+mn-ea"/>
              </a:rPr>
              <a:t>B</a:t>
            </a:r>
            <a:r>
              <a:rPr sz="2055" dirty="0" smtClean="0">
                <a:solidFill>
                  <a:schemeClr val="tx1"/>
                </a:solidFill>
                <a:uFillTx/>
                <a:latin typeface="Calibri" panose="020F0502020204030204" charset="0"/>
                <a:ea typeface="微软雅黑" panose="020B0503020204020204" charset="-122"/>
              </a:rPr>
              <a:t>=233,   并计算相应的公钥</a:t>
            </a:r>
            <a:endParaRPr sz="2055"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2055" dirty="0" smtClean="0">
                <a:solidFill>
                  <a:schemeClr val="tx1"/>
                </a:solidFill>
                <a:uFillTx/>
                <a:latin typeface="Calibri" panose="020F0502020204030204" charset="0"/>
                <a:ea typeface="微软雅黑" panose="020B0503020204020204" charset="-122"/>
              </a:rPr>
              <a:t>A计算</a:t>
            </a:r>
            <a:r>
              <a:rPr sz="2055" dirty="0" smtClean="0">
                <a:uFillTx/>
                <a:latin typeface="Calibri" panose="020F0502020204030204" charset="0"/>
                <a:ea typeface="微软雅黑" panose="020B0503020204020204" charset="-122"/>
                <a:sym typeface="+mn-ea"/>
              </a:rPr>
              <a:t>Y</a:t>
            </a:r>
            <a:r>
              <a:rPr lang="en-US" sz="2055" baseline="-25000" dirty="0" smtClean="0">
                <a:uFillTx/>
                <a:latin typeface="Calibri" panose="020F0502020204030204" charset="0"/>
                <a:ea typeface="微软雅黑" panose="020B0503020204020204" charset="-122"/>
                <a:sym typeface="+mn-ea"/>
              </a:rPr>
              <a:t>A</a:t>
            </a:r>
            <a:r>
              <a:rPr sz="2055" dirty="0" smtClean="0">
                <a:uFillTx/>
                <a:latin typeface="Calibri" panose="020F0502020204030204" charset="0"/>
                <a:ea typeface="微软雅黑" panose="020B0503020204020204" charset="-122"/>
                <a:sym typeface="+mn-ea"/>
              </a:rPr>
              <a:t>=</a:t>
            </a:r>
            <a:r>
              <a:rPr lang="en-US" sz="2055" dirty="0" smtClean="0">
                <a:uFillTx/>
                <a:latin typeface="Calibri" panose="020F0502020204030204" charset="0"/>
                <a:ea typeface="微软雅黑" panose="020B0503020204020204" charset="-122"/>
                <a:sym typeface="+mn-ea"/>
              </a:rPr>
              <a:t>3</a:t>
            </a:r>
            <a:r>
              <a:rPr lang="en-US" sz="2055" baseline="30000" dirty="0" smtClean="0">
                <a:uFillTx/>
                <a:latin typeface="Calibri" panose="020F0502020204030204" charset="0"/>
                <a:ea typeface="微软雅黑" panose="020B0503020204020204" charset="-122"/>
                <a:sym typeface="+mn-ea"/>
              </a:rPr>
              <a:t>97</a:t>
            </a:r>
            <a:r>
              <a:rPr sz="2055" dirty="0" smtClean="0">
                <a:uFillTx/>
                <a:latin typeface="Calibri" panose="020F0502020204030204" charset="0"/>
                <a:ea typeface="微软雅黑" panose="020B0503020204020204" charset="-122"/>
                <a:sym typeface="+mn-ea"/>
              </a:rPr>
              <a:t>mod</a:t>
            </a:r>
            <a:r>
              <a:rPr lang="en-US" sz="2055" dirty="0" smtClean="0">
                <a:uFillTx/>
                <a:latin typeface="Calibri" panose="020F0502020204030204" charset="0"/>
                <a:ea typeface="微软雅黑" panose="020B0503020204020204" charset="-122"/>
                <a:sym typeface="+mn-ea"/>
              </a:rPr>
              <a:t> </a:t>
            </a:r>
            <a:r>
              <a:rPr sz="2055" dirty="0" smtClean="0">
                <a:solidFill>
                  <a:schemeClr val="tx1"/>
                </a:solidFill>
                <a:uFillTx/>
                <a:latin typeface="Calibri" panose="020F0502020204030204" charset="0"/>
                <a:ea typeface="微软雅黑" panose="020B0503020204020204" charset="-122"/>
              </a:rPr>
              <a:t>353</a:t>
            </a:r>
            <a:r>
              <a:rPr lang="en-US" sz="2055" dirty="0" smtClean="0">
                <a:solidFill>
                  <a:schemeClr val="tx1"/>
                </a:solidFill>
                <a:uFillTx/>
                <a:latin typeface="Calibri" panose="020F0502020204030204" charset="0"/>
                <a:ea typeface="微软雅黑" panose="020B0503020204020204" charset="-122"/>
              </a:rPr>
              <a:t> </a:t>
            </a:r>
            <a:r>
              <a:rPr sz="2055" dirty="0" smtClean="0">
                <a:solidFill>
                  <a:schemeClr val="tx1"/>
                </a:solidFill>
                <a:uFillTx/>
                <a:latin typeface="Calibri" panose="020F0502020204030204" charset="0"/>
                <a:ea typeface="微软雅黑" panose="020B0503020204020204" charset="-122"/>
              </a:rPr>
              <a:t>=</a:t>
            </a:r>
            <a:r>
              <a:rPr lang="en-US" sz="2055" dirty="0" smtClean="0">
                <a:solidFill>
                  <a:schemeClr val="tx1"/>
                </a:solidFill>
                <a:uFillTx/>
                <a:latin typeface="Calibri" panose="020F0502020204030204" charset="0"/>
                <a:ea typeface="微软雅黑" panose="020B0503020204020204" charset="-122"/>
              </a:rPr>
              <a:t> </a:t>
            </a:r>
            <a:r>
              <a:rPr sz="2055" dirty="0" smtClean="0">
                <a:solidFill>
                  <a:schemeClr val="tx1"/>
                </a:solidFill>
                <a:uFillTx/>
                <a:latin typeface="Calibri" panose="020F0502020204030204" charset="0"/>
                <a:ea typeface="微软雅黑" panose="020B0503020204020204" charset="-122"/>
              </a:rPr>
              <a:t>40</a:t>
            </a:r>
            <a:r>
              <a:rPr lang="zh-CN" sz="2055" dirty="0" smtClean="0">
                <a:solidFill>
                  <a:schemeClr val="tx1"/>
                </a:solidFill>
                <a:uFillTx/>
                <a:latin typeface="Calibri" panose="020F0502020204030204" charset="0"/>
                <a:ea typeface="微软雅黑" panose="020B0503020204020204" charset="-122"/>
              </a:rPr>
              <a:t>；</a:t>
            </a:r>
            <a:r>
              <a:rPr sz="2055" dirty="0" smtClean="0">
                <a:solidFill>
                  <a:schemeClr val="tx1"/>
                </a:solidFill>
                <a:uFillTx/>
                <a:latin typeface="Calibri" panose="020F0502020204030204" charset="0"/>
                <a:ea typeface="微软雅黑" panose="020B0503020204020204" charset="-122"/>
              </a:rPr>
              <a:t>B 计算</a:t>
            </a:r>
            <a:r>
              <a:rPr sz="2055" dirty="0" smtClean="0">
                <a:uFillTx/>
                <a:latin typeface="Calibri" panose="020F0502020204030204" charset="0"/>
                <a:ea typeface="微软雅黑" panose="020B0503020204020204" charset="-122"/>
                <a:sym typeface="+mn-ea"/>
              </a:rPr>
              <a:t>Y</a:t>
            </a:r>
            <a:r>
              <a:rPr lang="en-US" sz="2055" baseline="-25000" dirty="0" smtClean="0">
                <a:uFillTx/>
                <a:latin typeface="Calibri" panose="020F0502020204030204" charset="0"/>
                <a:ea typeface="微软雅黑" panose="020B0503020204020204" charset="-122"/>
                <a:sym typeface="+mn-ea"/>
              </a:rPr>
              <a:t>B</a:t>
            </a:r>
            <a:r>
              <a:rPr sz="2055" dirty="0" smtClean="0">
                <a:uFillTx/>
                <a:latin typeface="Calibri" panose="020F0502020204030204" charset="0"/>
                <a:ea typeface="微软雅黑" panose="020B0503020204020204" charset="-122"/>
                <a:sym typeface="+mn-ea"/>
              </a:rPr>
              <a:t>=</a:t>
            </a:r>
            <a:r>
              <a:rPr lang="en-US" sz="2055" dirty="0" smtClean="0">
                <a:uFillTx/>
                <a:latin typeface="Calibri" panose="020F0502020204030204" charset="0"/>
                <a:ea typeface="微软雅黑" panose="020B0503020204020204" charset="-122"/>
                <a:sym typeface="+mn-ea"/>
              </a:rPr>
              <a:t>3</a:t>
            </a:r>
            <a:r>
              <a:rPr lang="en-US" sz="2055" baseline="30000" dirty="0" smtClean="0">
                <a:uFillTx/>
                <a:latin typeface="Calibri" panose="020F0502020204030204" charset="0"/>
                <a:ea typeface="微软雅黑" panose="020B0503020204020204" charset="-122"/>
                <a:sym typeface="+mn-ea"/>
              </a:rPr>
              <a:t>233</a:t>
            </a:r>
            <a:r>
              <a:rPr sz="2055" dirty="0" smtClean="0">
                <a:uFillTx/>
                <a:latin typeface="Calibri" panose="020F0502020204030204" charset="0"/>
                <a:ea typeface="微软雅黑" panose="020B0503020204020204" charset="-122"/>
                <a:sym typeface="+mn-ea"/>
              </a:rPr>
              <a:t>mod </a:t>
            </a:r>
            <a:r>
              <a:rPr sz="2055" dirty="0" smtClean="0">
                <a:solidFill>
                  <a:schemeClr val="tx1"/>
                </a:solidFill>
                <a:uFillTx/>
                <a:latin typeface="Calibri" panose="020F0502020204030204" charset="0"/>
                <a:ea typeface="微软雅黑" panose="020B0503020204020204" charset="-122"/>
              </a:rPr>
              <a:t>353=248</a:t>
            </a:r>
            <a:r>
              <a:rPr lang="zh-CN" sz="2055" dirty="0" smtClean="0">
                <a:solidFill>
                  <a:schemeClr val="tx1"/>
                </a:solidFill>
                <a:uFillTx/>
                <a:latin typeface="Calibri" panose="020F0502020204030204" charset="0"/>
                <a:ea typeface="微软雅黑" panose="020B0503020204020204" charset="-122"/>
              </a:rPr>
              <a:t>；</a:t>
            </a:r>
            <a:r>
              <a:rPr sz="2055" dirty="0" smtClean="0">
                <a:solidFill>
                  <a:schemeClr val="tx1"/>
                </a:solidFill>
                <a:uFillTx/>
                <a:latin typeface="Calibri" panose="020F0502020204030204" charset="0"/>
                <a:ea typeface="微软雅黑" panose="020B0503020204020204" charset="-122"/>
              </a:rPr>
              <a:t>A和B交换公钥后，双方均可计算出公共的密钥</a:t>
            </a:r>
            <a:endParaRPr sz="2055"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2055" dirty="0" smtClean="0">
                <a:solidFill>
                  <a:schemeClr val="tx1"/>
                </a:solidFill>
                <a:uFillTx/>
                <a:latin typeface="Calibri" panose="020F0502020204030204" charset="0"/>
                <a:ea typeface="微软雅黑" panose="020B0503020204020204" charset="-122"/>
              </a:rPr>
              <a:t>A 计算K=</a:t>
            </a:r>
            <a:r>
              <a:rPr lang="en-US" altLang="zh-CN" sz="2055" dirty="0" smtClean="0">
                <a:uFillTx/>
                <a:latin typeface="Calibri" panose="020F0502020204030204" charset="0"/>
                <a:ea typeface="微软雅黑" panose="020B0503020204020204" charset="-122"/>
                <a:sym typeface="+mn-ea"/>
              </a:rPr>
              <a:t>(</a:t>
            </a:r>
            <a:r>
              <a:rPr sz="2055" dirty="0" smtClean="0">
                <a:uFillTx/>
                <a:latin typeface="Calibri" panose="020F0502020204030204" charset="0"/>
                <a:ea typeface="微软雅黑" panose="020B0503020204020204" charset="-122"/>
                <a:sym typeface="+mn-ea"/>
              </a:rPr>
              <a:t>Y</a:t>
            </a:r>
            <a:r>
              <a:rPr lang="en-US" sz="2055" baseline="-25000" dirty="0" smtClean="0">
                <a:uFillTx/>
                <a:latin typeface="Calibri" panose="020F0502020204030204" charset="0"/>
                <a:ea typeface="微软雅黑" panose="020B0503020204020204" charset="-122"/>
                <a:sym typeface="+mn-ea"/>
              </a:rPr>
              <a:t>B</a:t>
            </a:r>
            <a:r>
              <a:rPr lang="en-US" sz="2055" dirty="0" smtClean="0">
                <a:uFillTx/>
                <a:latin typeface="Calibri" panose="020F0502020204030204" charset="0"/>
                <a:ea typeface="微软雅黑" panose="020B0503020204020204" charset="-122"/>
                <a:sym typeface="+mn-ea"/>
              </a:rPr>
              <a:t>)</a:t>
            </a:r>
            <a:r>
              <a:rPr lang="en-US" sz="2055" baseline="30000" dirty="0" smtClean="0">
                <a:uFillTx/>
                <a:latin typeface="Calibri" panose="020F0502020204030204" charset="0"/>
                <a:ea typeface="微软雅黑" panose="020B0503020204020204" charset="-122"/>
                <a:sym typeface="+mn-ea"/>
              </a:rPr>
              <a:t>XA</a:t>
            </a:r>
            <a:r>
              <a:rPr sz="2055" dirty="0" smtClean="0">
                <a:uFillTx/>
                <a:latin typeface="Calibri" panose="020F0502020204030204" charset="0"/>
                <a:ea typeface="微软雅黑" panose="020B0503020204020204" charset="-122"/>
                <a:sym typeface="+mn-ea"/>
              </a:rPr>
              <a:t>mod</a:t>
            </a:r>
            <a:r>
              <a:rPr lang="en-US" sz="2055" dirty="0" smtClean="0">
                <a:uFillTx/>
                <a:latin typeface="Calibri" panose="020F0502020204030204" charset="0"/>
                <a:ea typeface="微软雅黑" panose="020B0503020204020204" charset="-122"/>
                <a:sym typeface="+mn-ea"/>
              </a:rPr>
              <a:t> </a:t>
            </a:r>
            <a:r>
              <a:rPr sz="2055" dirty="0" smtClean="0">
                <a:solidFill>
                  <a:schemeClr val="tx1"/>
                </a:solidFill>
                <a:uFillTx/>
                <a:latin typeface="Calibri" panose="020F0502020204030204" charset="0"/>
                <a:ea typeface="微软雅黑" panose="020B0503020204020204" charset="-122"/>
              </a:rPr>
              <a:t>353=248</a:t>
            </a:r>
            <a:r>
              <a:rPr lang="en-US" sz="2055" baseline="30000" dirty="0" smtClean="0">
                <a:solidFill>
                  <a:schemeClr val="tx1"/>
                </a:solidFill>
                <a:uFillTx/>
                <a:latin typeface="Calibri" panose="020F0502020204030204" charset="0"/>
                <a:ea typeface="微软雅黑" panose="020B0503020204020204" charset="-122"/>
              </a:rPr>
              <a:t>97</a:t>
            </a:r>
            <a:r>
              <a:rPr sz="2055" dirty="0" smtClean="0">
                <a:solidFill>
                  <a:schemeClr val="tx1"/>
                </a:solidFill>
                <a:uFillTx/>
                <a:latin typeface="Calibri" panose="020F0502020204030204" charset="0"/>
                <a:ea typeface="微软雅黑" panose="020B0503020204020204" charset="-122"/>
              </a:rPr>
              <a:t>mod 353=160</a:t>
            </a:r>
            <a:r>
              <a:rPr lang="zh-CN" sz="2055" dirty="0" smtClean="0">
                <a:solidFill>
                  <a:schemeClr val="tx1"/>
                </a:solidFill>
                <a:uFillTx/>
                <a:latin typeface="Calibri" panose="020F0502020204030204" charset="0"/>
                <a:ea typeface="微软雅黑" panose="020B0503020204020204" charset="-122"/>
              </a:rPr>
              <a:t>；</a:t>
            </a:r>
            <a:r>
              <a:rPr sz="2055" dirty="0" smtClean="0">
                <a:solidFill>
                  <a:schemeClr val="tx1"/>
                </a:solidFill>
                <a:uFillTx/>
                <a:latin typeface="Calibri" panose="020F0502020204030204" charset="0"/>
                <a:ea typeface="微软雅黑" panose="020B0503020204020204" charset="-122"/>
              </a:rPr>
              <a:t>B计算</a:t>
            </a:r>
            <a:r>
              <a:rPr lang="en-US" altLang="zh-CN" sz="2055" dirty="0" smtClean="0">
                <a:uFillTx/>
                <a:latin typeface="Calibri" panose="020F0502020204030204" charset="0"/>
                <a:ea typeface="微软雅黑" panose="020B0503020204020204" charset="-122"/>
                <a:sym typeface="+mn-ea"/>
              </a:rPr>
              <a:t>K=(</a:t>
            </a:r>
            <a:r>
              <a:rPr sz="2055" dirty="0" smtClean="0">
                <a:uFillTx/>
                <a:latin typeface="Calibri" panose="020F0502020204030204" charset="0"/>
                <a:ea typeface="微软雅黑" panose="020B0503020204020204" charset="-122"/>
                <a:sym typeface="+mn-ea"/>
              </a:rPr>
              <a:t>Y</a:t>
            </a:r>
            <a:r>
              <a:rPr lang="en-US" sz="2055" baseline="-25000" dirty="0" smtClean="0">
                <a:uFillTx/>
                <a:latin typeface="Calibri" panose="020F0502020204030204" charset="0"/>
                <a:ea typeface="微软雅黑" panose="020B0503020204020204" charset="-122"/>
                <a:sym typeface="+mn-ea"/>
              </a:rPr>
              <a:t>A</a:t>
            </a:r>
            <a:r>
              <a:rPr lang="en-US" sz="2055" dirty="0" smtClean="0">
                <a:uFillTx/>
                <a:latin typeface="Calibri" panose="020F0502020204030204" charset="0"/>
                <a:ea typeface="微软雅黑" panose="020B0503020204020204" charset="-122"/>
                <a:sym typeface="+mn-ea"/>
              </a:rPr>
              <a:t>)</a:t>
            </a:r>
            <a:r>
              <a:rPr lang="en-US" sz="2055" baseline="30000" dirty="0" smtClean="0">
                <a:uFillTx/>
                <a:latin typeface="Calibri" panose="020F0502020204030204" charset="0"/>
                <a:ea typeface="微软雅黑" panose="020B0503020204020204" charset="-122"/>
                <a:sym typeface="+mn-ea"/>
              </a:rPr>
              <a:t>XB</a:t>
            </a:r>
            <a:r>
              <a:rPr sz="2055" dirty="0" smtClean="0">
                <a:uFillTx/>
                <a:latin typeface="Calibri" panose="020F0502020204030204" charset="0"/>
                <a:ea typeface="微软雅黑" panose="020B0503020204020204" charset="-122"/>
                <a:sym typeface="+mn-ea"/>
              </a:rPr>
              <a:t>mod</a:t>
            </a:r>
            <a:r>
              <a:rPr lang="en-US" sz="2055" dirty="0" smtClean="0">
                <a:uFillTx/>
                <a:latin typeface="Calibri" panose="020F0502020204030204" charset="0"/>
                <a:ea typeface="微软雅黑" panose="020B0503020204020204" charset="-122"/>
                <a:sym typeface="+mn-ea"/>
              </a:rPr>
              <a:t> </a:t>
            </a:r>
            <a:r>
              <a:rPr sz="2055" dirty="0" smtClean="0">
                <a:solidFill>
                  <a:schemeClr val="tx1"/>
                </a:solidFill>
                <a:uFillTx/>
                <a:latin typeface="Calibri" panose="020F0502020204030204" charset="0"/>
                <a:ea typeface="微软雅黑" panose="020B0503020204020204" charset="-122"/>
              </a:rPr>
              <a:t>353=40</a:t>
            </a:r>
            <a:r>
              <a:rPr lang="en-US" sz="2055" baseline="30000" dirty="0" smtClean="0">
                <a:solidFill>
                  <a:schemeClr val="tx1"/>
                </a:solidFill>
                <a:uFillTx/>
                <a:latin typeface="Calibri" panose="020F0502020204030204" charset="0"/>
                <a:ea typeface="微软雅黑" panose="020B0503020204020204" charset="-122"/>
              </a:rPr>
              <a:t>233</a:t>
            </a:r>
            <a:r>
              <a:rPr sz="2055" dirty="0" smtClean="0">
                <a:solidFill>
                  <a:schemeClr val="tx1"/>
                </a:solidFill>
                <a:uFillTx/>
                <a:latin typeface="Calibri" panose="020F0502020204030204" charset="0"/>
                <a:ea typeface="微软雅黑" panose="020B0503020204020204" charset="-122"/>
              </a:rPr>
              <a:t>mod     353=160</a:t>
            </a:r>
            <a:endParaRPr sz="2055"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2055" dirty="0" smtClean="0">
                <a:solidFill>
                  <a:schemeClr val="tx1"/>
                </a:solidFill>
                <a:uFillTx/>
                <a:latin typeface="Calibri" panose="020F0502020204030204" charset="0"/>
                <a:ea typeface="微软雅黑" panose="020B0503020204020204" charset="-122"/>
              </a:rPr>
              <a:t>我们假定攻击者能够得到下列信息：q=353;α=3;Y</a:t>
            </a:r>
            <a:r>
              <a:rPr lang="en-US" sz="2055" baseline="-25000" dirty="0" smtClean="0">
                <a:solidFill>
                  <a:schemeClr val="tx1"/>
                </a:solidFill>
                <a:uFillTx/>
                <a:latin typeface="Calibri" panose="020F0502020204030204" charset="0"/>
                <a:ea typeface="微软雅黑" panose="020B0503020204020204" charset="-122"/>
              </a:rPr>
              <a:t>A</a:t>
            </a:r>
            <a:r>
              <a:rPr sz="2055" dirty="0" smtClean="0">
                <a:solidFill>
                  <a:schemeClr val="tx1"/>
                </a:solidFill>
                <a:uFillTx/>
                <a:latin typeface="Calibri" panose="020F0502020204030204" charset="0"/>
                <a:ea typeface="微软雅黑" panose="020B0503020204020204" charset="-122"/>
              </a:rPr>
              <a:t>=40;Y</a:t>
            </a:r>
            <a:r>
              <a:rPr lang="en-US" sz="2055" baseline="-25000" dirty="0" smtClean="0">
                <a:solidFill>
                  <a:schemeClr val="tx1"/>
                </a:solidFill>
                <a:uFillTx/>
                <a:latin typeface="Calibri" panose="020F0502020204030204" charset="0"/>
                <a:ea typeface="微软雅黑" panose="020B0503020204020204" charset="-122"/>
              </a:rPr>
              <a:t>B</a:t>
            </a:r>
            <a:r>
              <a:rPr sz="2055" dirty="0" smtClean="0">
                <a:solidFill>
                  <a:schemeClr val="tx1"/>
                </a:solidFill>
                <a:uFillTx/>
                <a:latin typeface="Calibri" panose="020F0502020204030204" charset="0"/>
                <a:ea typeface="微软雅黑" panose="020B0503020204020204" charset="-122"/>
              </a:rPr>
              <a:t>=248</a:t>
            </a:r>
            <a:endParaRPr sz="2055"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2055" dirty="0" smtClean="0">
                <a:solidFill>
                  <a:schemeClr val="tx1"/>
                </a:solidFill>
                <a:uFillTx/>
                <a:latin typeface="Calibri" panose="020F0502020204030204" charset="0"/>
                <a:ea typeface="微软雅黑" panose="020B0503020204020204" charset="-122"/>
              </a:rPr>
              <a:t>在这个简单的例子中，用穷举攻击确定密钥160是可能的。</a:t>
            </a:r>
            <a:endParaRPr sz="2055"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2055" dirty="0" smtClean="0">
                <a:uFillTx/>
                <a:latin typeface="Calibri" panose="020F0502020204030204" charset="0"/>
                <a:ea typeface="微软雅黑" panose="020B0503020204020204" charset="-122"/>
                <a:sym typeface="+mn-ea"/>
              </a:rPr>
              <a:t>攻击者可以通过寻找方程 3</a:t>
            </a:r>
            <a:r>
              <a:rPr lang="en-US" altLang="zh-CN" sz="2055" baseline="30000" dirty="0" smtClean="0">
                <a:uFillTx/>
                <a:latin typeface="Calibri" panose="020F0502020204030204" charset="0"/>
                <a:ea typeface="微软雅黑" panose="020B0503020204020204" charset="-122"/>
                <a:sym typeface="+mn-ea"/>
              </a:rPr>
              <a:t>α</a:t>
            </a:r>
            <a:r>
              <a:rPr sz="2055" dirty="0" smtClean="0">
                <a:uFillTx/>
                <a:latin typeface="Calibri" panose="020F0502020204030204" charset="0"/>
                <a:ea typeface="微软雅黑" panose="020B0503020204020204" charset="-122"/>
                <a:sym typeface="+mn-ea"/>
              </a:rPr>
              <a:t>mod353=40或3</a:t>
            </a:r>
            <a:r>
              <a:rPr lang="en-US" altLang="zh-CN" sz="2055" baseline="30000" dirty="0" smtClean="0">
                <a:uFillTx/>
                <a:latin typeface="Calibri" panose="020F0502020204030204" charset="0"/>
                <a:ea typeface="微软雅黑" panose="020B0503020204020204" charset="-122"/>
                <a:sym typeface="+mn-ea"/>
              </a:rPr>
              <a:t>b</a:t>
            </a:r>
            <a:r>
              <a:rPr sz="2055" dirty="0" smtClean="0">
                <a:uFillTx/>
                <a:latin typeface="Calibri" panose="020F0502020204030204" charset="0"/>
                <a:ea typeface="微软雅黑" panose="020B0503020204020204" charset="-122"/>
                <a:sym typeface="+mn-ea"/>
              </a:rPr>
              <a:t>mod353=248 的解</a:t>
            </a:r>
            <a:r>
              <a:rPr lang="zh-CN" sz="2055" dirty="0" smtClean="0">
                <a:uFillTx/>
                <a:latin typeface="Calibri" panose="020F0502020204030204" charset="0"/>
                <a:ea typeface="微软雅黑" panose="020B0503020204020204" charset="-122"/>
                <a:sym typeface="+mn-ea"/>
              </a:rPr>
              <a:t>进行攻击。</a:t>
            </a:r>
            <a:endParaRPr lang="zh-CN" sz="2055"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Diffe-Hellman密钥交换</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Rectangle 3"/>
          <p:cNvSpPr>
            <a:spLocks noGrp="1" noChangeArrowheads="1"/>
          </p:cNvSpPr>
          <p:nvPr>
            <p:ph idx="1"/>
          </p:nvPr>
        </p:nvSpPr>
        <p:spPr>
          <a:xfrm>
            <a:off x="1351280" y="1110615"/>
            <a:ext cx="9785985" cy="5073650"/>
          </a:xfrm>
        </p:spPr>
        <p:txBody>
          <a:bodyPr>
            <a:noAutofit/>
          </a:bodyPr>
          <a:p>
            <a:pPr fontAlgn="auto">
              <a:lnSpc>
                <a:spcPct val="110000"/>
              </a:lnSpc>
              <a:spcBef>
                <a:spcPts val="600"/>
              </a:spcBef>
              <a:spcAft>
                <a:spcPts val="600"/>
              </a:spcAft>
            </a:pPr>
            <a:r>
              <a:rPr sz="2400" dirty="0" smtClean="0">
                <a:solidFill>
                  <a:schemeClr val="tx1"/>
                </a:solidFill>
                <a:uFillTx/>
                <a:latin typeface="Calibri" panose="020F0502020204030204" charset="0"/>
                <a:ea typeface="微软雅黑" panose="020B0503020204020204" charset="-122"/>
              </a:rPr>
              <a:t>Diffie-Hellman算法的</a:t>
            </a:r>
            <a:r>
              <a:rPr lang="zh-CN" sz="2400" dirty="0" smtClean="0">
                <a:solidFill>
                  <a:schemeClr val="tx1"/>
                </a:solidFill>
                <a:uFillTx/>
                <a:latin typeface="Calibri" panose="020F0502020204030204" charset="0"/>
                <a:ea typeface="微软雅黑" panose="020B0503020204020204" charset="-122"/>
              </a:rPr>
              <a:t>中间人攻击</a:t>
            </a:r>
            <a:endParaRPr lang="zh-CN"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endParaRPr lang="zh-CN" sz="2400" dirty="0" smtClean="0">
              <a:solidFill>
                <a:schemeClr val="tx1"/>
              </a:solidFill>
              <a:uFillTx/>
              <a:latin typeface="Calibri" panose="020F0502020204030204" charset="0"/>
              <a:ea typeface="微软雅黑" panose="020B0503020204020204" charset="-122"/>
              <a:sym typeface="+mn-ea"/>
            </a:endParaRPr>
          </a:p>
        </p:txBody>
      </p:sp>
      <p:pic>
        <p:nvPicPr>
          <p:cNvPr id="2" name="Picture 3" descr="f2.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5882" t="1818" r="5882" b="10000"/>
              <a:stretch>
                <a:fillRect/>
              </a:stretch>
            </p:blipFill>
          </mc:Choice>
          <mc:Fallback>
            <p:blipFill>
              <a:blip r:embed="rId3"/>
              <a:srcRect l="5882" t="1818" r="5882" b="10000"/>
              <a:stretch>
                <a:fillRect/>
              </a:stretch>
            </p:blipFill>
          </mc:Fallback>
        </mc:AlternateContent>
        <p:spPr>
          <a:xfrm>
            <a:off x="3679190" y="665480"/>
            <a:ext cx="4610735" cy="5963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3">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3">
                                            <p:txEl>
                                              <p:pRg st="0" end="0"/>
                                            </p:txEl>
                                          </p:spTgt>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6"/>
                                        </p:tgtEl>
                                        <p:attrNameLst>
                                          <p:attrName>ppt_x</p:attrName>
                                        </p:attrNameLst>
                                      </p:cBhvr>
                                      <p:tavLst>
                                        <p:tav tm="0">
                                          <p:val>
                                            <p:strVal val="ppt_x"/>
                                          </p:val>
                                        </p:tav>
                                        <p:tav tm="100000">
                                          <p:val>
                                            <p:strVal val="ppt_x"/>
                                          </p:val>
                                        </p:tav>
                                      </p:tavLst>
                                    </p:anim>
                                    <p:anim calcmode="lin" valueType="num">
                                      <p:cBhvr additive="base">
                                        <p:cTn id="11" dur="500"/>
                                        <p:tgtEl>
                                          <p:spTgt spid="6"/>
                                        </p:tgtEl>
                                        <p:attrNameLst>
                                          <p:attrName>ppt_y</p:attrName>
                                        </p:attrNameLst>
                                      </p:cBhvr>
                                      <p:tavLst>
                                        <p:tav tm="0">
                                          <p:val>
                                            <p:strVal val="ppt_y"/>
                                          </p:val>
                                        </p:tav>
                                        <p:tav tm="100000">
                                          <p:val>
                                            <p:strVal val="1+ppt_h/2"/>
                                          </p:val>
                                        </p:tav>
                                      </p:tavLst>
                                    </p:anim>
                                    <p:set>
                                      <p:cBhvr>
                                        <p:cTn id="12" dur="1" fill="hold">
                                          <p:stCondLst>
                                            <p:cond delay="499"/>
                                          </p:stCondLst>
                                        </p:cTn>
                                        <p:tgtEl>
                                          <p:spTgt spid="6"/>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152"/>
                                        </p:tgtEl>
                                        <p:attrNameLst>
                                          <p:attrName>ppt_x</p:attrName>
                                        </p:attrNameLst>
                                      </p:cBhvr>
                                      <p:tavLst>
                                        <p:tav tm="0">
                                          <p:val>
                                            <p:strVal val="ppt_x"/>
                                          </p:val>
                                        </p:tav>
                                        <p:tav tm="100000">
                                          <p:val>
                                            <p:strVal val="ppt_x"/>
                                          </p:val>
                                        </p:tav>
                                      </p:tavLst>
                                    </p:anim>
                                    <p:anim calcmode="lin" valueType="num">
                                      <p:cBhvr additive="base">
                                        <p:cTn id="15" dur="500"/>
                                        <p:tgtEl>
                                          <p:spTgt spid="152"/>
                                        </p:tgtEl>
                                        <p:attrNameLst>
                                          <p:attrName>ppt_y</p:attrName>
                                        </p:attrNameLst>
                                      </p:cBhvr>
                                      <p:tavLst>
                                        <p:tav tm="0">
                                          <p:val>
                                            <p:strVal val="ppt_y"/>
                                          </p:val>
                                        </p:tav>
                                        <p:tav tm="100000">
                                          <p:val>
                                            <p:strVal val="1+ppt_h/2"/>
                                          </p:val>
                                        </p:tav>
                                      </p:tavLst>
                                    </p:anim>
                                    <p:set>
                                      <p:cBhvr>
                                        <p:cTn id="16" dur="1" fill="hold">
                                          <p:stCondLst>
                                            <p:cond delay="499"/>
                                          </p:stCondLst>
                                        </p:cTn>
                                        <p:tgtEl>
                                          <p:spTgt spid="152"/>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148"/>
                                        </p:tgtEl>
                                        <p:attrNameLst>
                                          <p:attrName>ppt_x</p:attrName>
                                        </p:attrNameLst>
                                      </p:cBhvr>
                                      <p:tavLst>
                                        <p:tav tm="0">
                                          <p:val>
                                            <p:strVal val="ppt_x"/>
                                          </p:val>
                                        </p:tav>
                                        <p:tav tm="100000">
                                          <p:val>
                                            <p:strVal val="ppt_x"/>
                                          </p:val>
                                        </p:tav>
                                      </p:tavLst>
                                    </p:anim>
                                    <p:anim calcmode="lin" valueType="num">
                                      <p:cBhvr additive="base">
                                        <p:cTn id="19" dur="500"/>
                                        <p:tgtEl>
                                          <p:spTgt spid="148"/>
                                        </p:tgtEl>
                                        <p:attrNameLst>
                                          <p:attrName>ppt_y</p:attrName>
                                        </p:attrNameLst>
                                      </p:cBhvr>
                                      <p:tavLst>
                                        <p:tav tm="0">
                                          <p:val>
                                            <p:strVal val="ppt_y"/>
                                          </p:val>
                                        </p:tav>
                                        <p:tav tm="100000">
                                          <p:val>
                                            <p:strVal val="1+ppt_h/2"/>
                                          </p:val>
                                        </p:tav>
                                      </p:tavLst>
                                    </p:anim>
                                    <p:set>
                                      <p:cBhvr>
                                        <p:cTn id="20" dur="1" fill="hold">
                                          <p:stCondLst>
                                            <p:cond delay="499"/>
                                          </p:stCondLst>
                                        </p:cTn>
                                        <p:tgtEl>
                                          <p:spTgt spid="14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152" grpId="0" animBg="1"/>
      <p:bldP spid="148" grpId="0" animBg="1"/>
      <p:bldP spid="3" grpId="1" build="p"/>
      <p:bldP spid="6" grpId="1"/>
      <p:bldP spid="152" grpId="1" animBg="1"/>
      <p:bldP spid="148"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078990" y="1997710"/>
            <a:ext cx="8051165" cy="3321050"/>
          </a:xfrm>
          <a:prstGeom prst="rect">
            <a:avLst/>
          </a:prstGeom>
          <a:noFill/>
          <a:ln w="0" cap="flat">
            <a:noFill/>
            <a:prstDash val="solid"/>
            <a:miter lim="0"/>
          </a:ln>
        </p:spPr>
        <p:txBody>
          <a:bodyPr vert="horz" wrap="square" lIns="0" tIns="0" rIns="0" bIns="0"/>
          <a:lstStyle/>
          <a:p>
            <a:pPr algn="l" rtl="0" eaLnBrk="0">
              <a:lnSpc>
                <a:spcPct val="100000"/>
              </a:lnSpc>
            </a:pPr>
            <a:r>
              <a:rPr lang="zh-CN" sz="3600" b="1" dirty="0">
                <a:latin typeface="仿宋" panose="02010609060101010101" charset="-122"/>
                <a:ea typeface="仿宋" panose="02010609060101010101" charset="-122"/>
                <a:cs typeface="仿宋" panose="02010609060101010101" charset="-122"/>
              </a:rPr>
              <a:t>第</a:t>
            </a:r>
            <a:r>
              <a:rPr lang="en-US" altLang="zh-CN" sz="3600" b="1" dirty="0">
                <a:latin typeface="仿宋" panose="02010609060101010101" charset="-122"/>
                <a:ea typeface="仿宋" panose="02010609060101010101" charset="-122"/>
                <a:cs typeface="仿宋" panose="02010609060101010101" charset="-122"/>
              </a:rPr>
              <a:t>10</a:t>
            </a:r>
            <a:r>
              <a:rPr lang="zh-CN" altLang="en-US" sz="3600" b="1" dirty="0">
                <a:latin typeface="仿宋" panose="02010609060101010101" charset="-122"/>
                <a:ea typeface="仿宋" panose="02010609060101010101" charset="-122"/>
                <a:cs typeface="仿宋" panose="02010609060101010101" charset="-122"/>
              </a:rPr>
              <a:t>章</a:t>
            </a:r>
            <a:r>
              <a:rPr lang="en-US" altLang="zh-CN" sz="3600" b="1" dirty="0">
                <a:latin typeface="仿宋" panose="02010609060101010101" charset="-122"/>
                <a:ea typeface="仿宋" panose="02010609060101010101" charset="-122"/>
                <a:cs typeface="仿宋" panose="02010609060101010101" charset="-122"/>
              </a:rPr>
              <a:t> </a:t>
            </a:r>
            <a:r>
              <a:rPr lang="zh-CN" sz="3600" b="1" dirty="0">
                <a:latin typeface="仿宋" panose="02010609060101010101" charset="-122"/>
                <a:ea typeface="仿宋" panose="02010609060101010101" charset="-122"/>
                <a:cs typeface="仿宋" panose="02010609060101010101" charset="-122"/>
              </a:rPr>
              <a:t>密钥管理和其他公钥密码体制</a:t>
            </a:r>
            <a:endParaRPr lang="zh-CN" sz="3600" b="1"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lvl="1" algn="l" rtl="0" eaLnBrk="0">
              <a:lnSpc>
                <a:spcPct val="100000"/>
              </a:lnSpc>
            </a:pPr>
            <a:r>
              <a:rPr lang="zh-CN" sz="3600" dirty="0">
                <a:latin typeface="仿宋" panose="02010609060101010101" charset="-122"/>
                <a:ea typeface="仿宋" panose="02010609060101010101" charset="-122"/>
                <a:cs typeface="仿宋" panose="02010609060101010101" charset="-122"/>
                <a:sym typeface="+mn-ea"/>
              </a:rPr>
              <a:t>一、</a:t>
            </a:r>
            <a:r>
              <a:rPr lang="en-US" altLang="zh-CN" sz="3600" dirty="0">
                <a:solidFill>
                  <a:schemeClr val="tx1"/>
                </a:solidFill>
                <a:latin typeface="仿宋" panose="02010609060101010101" charset="-122"/>
                <a:ea typeface="仿宋" panose="02010609060101010101" charset="-122"/>
                <a:cs typeface="仿宋" panose="02010609060101010101" charset="-122"/>
                <a:sym typeface="+mn-ea"/>
              </a:rPr>
              <a:t>Diffe-Hellman</a:t>
            </a:r>
            <a:r>
              <a:rPr lang="zh-CN" altLang="en-US" sz="3600" dirty="0">
                <a:solidFill>
                  <a:schemeClr val="tx1"/>
                </a:solidFill>
                <a:latin typeface="仿宋" panose="02010609060101010101" charset="-122"/>
                <a:ea typeface="仿宋" panose="02010609060101010101" charset="-122"/>
                <a:cs typeface="仿宋" panose="02010609060101010101" charset="-122"/>
                <a:sym typeface="+mn-ea"/>
              </a:rPr>
              <a:t>密钥交换</a:t>
            </a:r>
            <a:endParaRPr lang="zh-CN" sz="3600" dirty="0">
              <a:latin typeface="仿宋" panose="02010609060101010101" charset="-122"/>
              <a:ea typeface="仿宋" panose="02010609060101010101" charset="-122"/>
              <a:cs typeface="仿宋" panose="02010609060101010101" charset="-122"/>
            </a:endParaRPr>
          </a:p>
          <a:p>
            <a:pPr marL="469900" lvl="1" algn="l" rtl="0" eaLnBrk="0">
              <a:lnSpc>
                <a:spcPct val="93000"/>
              </a:lnSpc>
              <a:spcBef>
                <a:spcPts val="1085"/>
              </a:spcBef>
            </a:pPr>
            <a:r>
              <a:rPr lang="zh-CN" sz="3600" dirty="0">
                <a:latin typeface="仿宋" panose="02010609060101010101" charset="-122"/>
                <a:ea typeface="仿宋" panose="02010609060101010101" charset="-122"/>
                <a:cs typeface="仿宋" panose="02010609060101010101" charset="-122"/>
                <a:sym typeface="+mn-ea"/>
              </a:rPr>
              <a:t>二、</a:t>
            </a:r>
            <a:r>
              <a:rPr lang="en-US" altLang="zh-CN" sz="3600" dirty="0">
                <a:solidFill>
                  <a:srgbClr val="FF0000"/>
                </a:solidFill>
                <a:latin typeface="仿宋" panose="02010609060101010101" charset="-122"/>
                <a:ea typeface="仿宋" panose="02010609060101010101" charset="-122"/>
                <a:cs typeface="仿宋" panose="02010609060101010101" charset="-122"/>
                <a:sym typeface="+mn-ea"/>
              </a:rPr>
              <a:t>ElGamal</a:t>
            </a:r>
            <a:r>
              <a:rPr lang="zh-CN" altLang="en-US" sz="3600" dirty="0">
                <a:solidFill>
                  <a:srgbClr val="FF0000"/>
                </a:solidFill>
                <a:latin typeface="仿宋" panose="02010609060101010101" charset="-122"/>
                <a:ea typeface="仿宋" panose="02010609060101010101" charset="-122"/>
                <a:cs typeface="仿宋" panose="02010609060101010101" charset="-122"/>
                <a:sym typeface="+mn-ea"/>
              </a:rPr>
              <a:t>密码体制</a:t>
            </a: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0000"/>
              </a:lnSpc>
            </a:pPr>
            <a:endParaRPr lang="zh-CN" sz="3600" dirty="0">
              <a:latin typeface="仿宋" panose="02010609060101010101" charset="-122"/>
              <a:ea typeface="仿宋" panose="02010609060101010101" charset="-122"/>
              <a:cs typeface="仿宋" panose="02010609060101010101" charset="-122"/>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en-US" altLang="zh-CN"/>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基本情况</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公钥密码的理论模型是单向陷门函数</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用正变换作加密，加密效率高；</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用逆变换作解密，安全；</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fontAlgn="auto">
              <a:lnSpc>
                <a:spcPct val="100000"/>
              </a:lnSpc>
              <a:spcBef>
                <a:spcPts val="600"/>
              </a:spcBef>
              <a:spcAft>
                <a:spcPts val="600"/>
              </a:spcAft>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把陷门信息作为密钥，且只分配给合法用户。确保合法用户能够方便地解密，而非法用户不能破译。</a:t>
            </a:r>
            <a:endParaRPr lang="zh-CN" altLang="en-US" sz="2000" dirty="0" smtClean="0">
              <a:solidFill>
                <a:srgbClr val="FF0000"/>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成功实例</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RSA密码建立在大合数分解的困难性之上。</a:t>
            </a:r>
            <a:endParaRPr lang="zh-CN" altLang="en-US" sz="2000" dirty="0" smtClean="0">
              <a:solidFill>
                <a:schemeClr val="tx1"/>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rgbClr val="FF0000"/>
                </a:solidFill>
                <a:uFillTx/>
                <a:latin typeface="Calibri" panose="020F0502020204030204" charset="0"/>
                <a:ea typeface="微软雅黑" panose="020B0503020204020204" charset="-122"/>
                <a:sym typeface="+mn-ea"/>
              </a:rPr>
              <a:t>EIGamal密码建立在离散对数的困难性之上。</a:t>
            </a:r>
            <a:endParaRPr lang="zh-CN" altLang="en-US" sz="2000" dirty="0" smtClean="0">
              <a:solidFill>
                <a:srgbClr val="FF0000"/>
              </a:solidFill>
              <a:uFillTx/>
              <a:latin typeface="Calibri" panose="020F0502020204030204" charset="0"/>
              <a:ea typeface="微软雅黑" panose="020B0503020204020204" charset="-122"/>
              <a:sym typeface="+mn-ea"/>
            </a:endParaRPr>
          </a:p>
          <a:p>
            <a:pPr marL="914400" lvl="1" indent="-457200" algn="l" fontAlgn="auto">
              <a:lnSpc>
                <a:spcPct val="100000"/>
              </a:lnSpc>
              <a:spcBef>
                <a:spcPts val="600"/>
              </a:spcBef>
              <a:spcAft>
                <a:spcPts val="600"/>
              </a:spcAft>
              <a:buClrTx/>
              <a:buSzTx/>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ECC密码建立在椭圆曲线离散对数的困难性之上。</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Picture 4" descr="f3.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1765" t="6364" r="10588" b="10000"/>
              <a:stretch>
                <a:fillRect/>
              </a:stretch>
            </p:blipFill>
          </mc:Choice>
          <mc:Fallback>
            <p:blipFill>
              <a:blip r:embed="rId3"/>
              <a:srcRect l="11765" t="6364" r="10588" b="10000"/>
              <a:stretch>
                <a:fillRect/>
              </a:stretch>
            </p:blipFill>
          </mc:Fallback>
        </mc:AlternateContent>
        <p:spPr>
          <a:xfrm>
            <a:off x="7552690" y="-222885"/>
            <a:ext cx="4919802" cy="6858000"/>
          </a:xfrm>
          <a:prstGeom prst="rect">
            <a:avLst/>
          </a:prstGeom>
        </p:spPr>
      </p:pic>
      <p:sp>
        <p:nvSpPr>
          <p:cNvPr id="66563" name="Rectangle 3"/>
          <p:cNvSpPr>
            <a:spLocks noGrp="1" noChangeArrowheads="1"/>
          </p:cNvSpPr>
          <p:nvPr>
            <p:ph idx="1"/>
          </p:nvPr>
        </p:nvSpPr>
        <p:spPr>
          <a:xfrm>
            <a:off x="1351280" y="1110615"/>
            <a:ext cx="6201410" cy="5073650"/>
          </a:xfrm>
        </p:spPr>
        <p:txBody>
          <a:bodyPr>
            <a:noAutofit/>
          </a:bodyPr>
          <a:p>
            <a:pPr fontAlgn="auto">
              <a:lnSpc>
                <a:spcPct val="110000"/>
              </a:lnSpc>
              <a:spcBef>
                <a:spcPts val="600"/>
              </a:spcBef>
              <a:spcAft>
                <a:spcPts val="600"/>
              </a:spcAft>
            </a:pPr>
            <a:r>
              <a:rPr lang="zh-CN" sz="2000" dirty="0" smtClean="0">
                <a:solidFill>
                  <a:schemeClr val="tx1"/>
                </a:solidFill>
                <a:uFillTx/>
                <a:latin typeface="Calibri" panose="020F0502020204030204" charset="0"/>
                <a:ea typeface="微软雅黑" panose="020B0503020204020204" charset="-122"/>
              </a:rPr>
              <a:t>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生成密钥对：</a:t>
            </a:r>
            <a:endParaRPr lang="zh-CN" altLang="en-US"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1710" dirty="0" smtClean="0">
                <a:solidFill>
                  <a:schemeClr val="tx1"/>
                </a:solidFill>
                <a:uFillTx/>
                <a:latin typeface="Calibri" panose="020F0502020204030204" charset="0"/>
                <a:ea typeface="微软雅黑" panose="020B0503020204020204" charset="-122"/>
              </a:rPr>
              <a:t>用户A </a:t>
            </a:r>
            <a:r>
              <a:rPr lang="zh-CN" sz="1710" dirty="0" smtClean="0">
                <a:solidFill>
                  <a:schemeClr val="tx1"/>
                </a:solidFill>
                <a:uFillTx/>
                <a:latin typeface="Calibri" panose="020F0502020204030204" charset="0"/>
                <a:ea typeface="微软雅黑" panose="020B0503020204020204" charset="-122"/>
              </a:rPr>
              <a:t>生成</a:t>
            </a:r>
            <a:r>
              <a:rPr sz="1710" dirty="0" smtClean="0">
                <a:solidFill>
                  <a:schemeClr val="tx1"/>
                </a:solidFill>
                <a:uFillTx/>
                <a:latin typeface="Calibri" panose="020F0502020204030204" charset="0"/>
                <a:ea typeface="微软雅黑" panose="020B0503020204020204" charset="-122"/>
              </a:rPr>
              <a:t>随机整数X</a:t>
            </a:r>
            <a:r>
              <a:rPr lang="en-US" sz="1710" baseline="-25000" dirty="0" smtClean="0">
                <a:solidFill>
                  <a:schemeClr val="tx1"/>
                </a:solidFill>
                <a:uFillTx/>
                <a:latin typeface="Calibri" panose="020F0502020204030204" charset="0"/>
                <a:ea typeface="微软雅黑" panose="020B0503020204020204" charset="-122"/>
              </a:rPr>
              <a:t>A</a:t>
            </a:r>
            <a:r>
              <a:rPr lang="zh-CN" altLang="en-US" sz="1710" baseline="-25000" dirty="0" smtClean="0">
                <a:solidFill>
                  <a:schemeClr val="tx1"/>
                </a:solidFill>
                <a:uFillTx/>
                <a:latin typeface="Calibri" panose="020F0502020204030204" charset="0"/>
                <a:ea typeface="微软雅黑" panose="020B0503020204020204" charset="-122"/>
              </a:rPr>
              <a:t>，</a:t>
            </a:r>
            <a:r>
              <a:rPr lang="en-US" altLang="zh-CN" sz="1710" dirty="0" smtClean="0">
                <a:solidFill>
                  <a:schemeClr val="tx1"/>
                </a:solidFill>
                <a:uFillTx/>
                <a:latin typeface="Calibri" panose="020F0502020204030204" charset="0"/>
                <a:ea typeface="微软雅黑" panose="020B0503020204020204" charset="-122"/>
              </a:rPr>
              <a:t>0</a:t>
            </a:r>
            <a:r>
              <a:rPr sz="1710" dirty="0" smtClean="0">
                <a:uFillTx/>
                <a:latin typeface="Calibri" panose="020F0502020204030204" charset="0"/>
                <a:ea typeface="微软雅黑" panose="020B0503020204020204" charset="-122"/>
                <a:sym typeface="+mn-ea"/>
              </a:rPr>
              <a:t>&lt;X</a:t>
            </a:r>
            <a:r>
              <a:rPr lang="en-US" sz="1710" baseline="-25000" dirty="0" smtClean="0">
                <a:uFillTx/>
                <a:latin typeface="Calibri" panose="020F0502020204030204" charset="0"/>
                <a:ea typeface="微软雅黑" panose="020B0503020204020204" charset="-122"/>
                <a:sym typeface="+mn-ea"/>
              </a:rPr>
              <a:t>A</a:t>
            </a:r>
            <a:r>
              <a:rPr sz="1710" dirty="0" smtClean="0">
                <a:solidFill>
                  <a:schemeClr val="tx1"/>
                </a:solidFill>
                <a:uFillTx/>
                <a:latin typeface="Calibri" panose="020F0502020204030204" charset="0"/>
                <a:ea typeface="微软雅黑" panose="020B0503020204020204" charset="-122"/>
              </a:rPr>
              <a:t>&lt;q, 并计算Y</a:t>
            </a:r>
            <a:r>
              <a:rPr lang="en-US" sz="1710" baseline="-25000" dirty="0" smtClean="0">
                <a:solidFill>
                  <a:schemeClr val="tx1"/>
                </a:solidFill>
                <a:uFillTx/>
                <a:latin typeface="Calibri" panose="020F0502020204030204" charset="0"/>
                <a:ea typeface="微软雅黑" panose="020B0503020204020204" charset="-122"/>
              </a:rPr>
              <a:t>A</a:t>
            </a:r>
            <a:r>
              <a:rPr sz="1710" dirty="0" smtClean="0">
                <a:solidFill>
                  <a:schemeClr val="tx1"/>
                </a:solidFill>
                <a:uFillTx/>
                <a:latin typeface="Calibri" panose="020F0502020204030204" charset="0"/>
                <a:ea typeface="微软雅黑" panose="020B0503020204020204" charset="-122"/>
              </a:rPr>
              <a:t>=</a:t>
            </a:r>
            <a:r>
              <a:rPr lang="en-US" sz="1710" dirty="0" smtClean="0">
                <a:uFillTx/>
                <a:latin typeface="Calibri" panose="020F0502020204030204" charset="0"/>
                <a:ea typeface="微软雅黑" panose="020B0503020204020204" charset="-122"/>
                <a:sym typeface="+mn-ea"/>
              </a:rPr>
              <a:t>α</a:t>
            </a:r>
            <a:r>
              <a:rPr lang="en-US" sz="1710" baseline="30000" dirty="0" smtClean="0">
                <a:uFillTx/>
                <a:latin typeface="Calibri" panose="020F0502020204030204" charset="0"/>
                <a:ea typeface="微软雅黑" panose="020B0503020204020204" charset="-122"/>
                <a:sym typeface="+mn-ea"/>
              </a:rPr>
              <a:t>X</a:t>
            </a:r>
            <a:r>
              <a:rPr lang="en-US" sz="1200" baseline="30000" dirty="0" smtClean="0">
                <a:uFillTx/>
                <a:latin typeface="Calibri" panose="020F0502020204030204" charset="0"/>
                <a:ea typeface="微软雅黑" panose="020B0503020204020204" charset="-122"/>
                <a:sym typeface="+mn-ea"/>
              </a:rPr>
              <a:t>A</a:t>
            </a:r>
            <a:r>
              <a:rPr sz="1710" dirty="0" smtClean="0">
                <a:solidFill>
                  <a:schemeClr val="tx1"/>
                </a:solidFill>
                <a:uFillTx/>
                <a:latin typeface="Calibri" panose="020F0502020204030204" charset="0"/>
                <a:ea typeface="微软雅黑" panose="020B0503020204020204" charset="-122"/>
              </a:rPr>
              <a:t>mod</a:t>
            </a:r>
            <a:r>
              <a:rPr lang="en-US" sz="1710" dirty="0" smtClean="0">
                <a:solidFill>
                  <a:schemeClr val="tx1"/>
                </a:solidFill>
                <a:uFillTx/>
                <a:latin typeface="Calibri" panose="020F0502020204030204" charset="0"/>
                <a:ea typeface="微软雅黑" panose="020B0503020204020204" charset="-122"/>
              </a:rPr>
              <a:t> </a:t>
            </a:r>
            <a:r>
              <a:rPr sz="1710" dirty="0" smtClean="0">
                <a:solidFill>
                  <a:schemeClr val="tx1"/>
                </a:solidFill>
                <a:uFillTx/>
                <a:latin typeface="Calibri" panose="020F0502020204030204" charset="0"/>
                <a:ea typeface="微软雅黑" panose="020B0503020204020204" charset="-122"/>
              </a:rPr>
              <a:t>q。 </a:t>
            </a:r>
            <a:endParaRPr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en-US" sz="1710" dirty="0" smtClean="0">
                <a:solidFill>
                  <a:schemeClr val="tx1"/>
                </a:solidFill>
                <a:uFillTx/>
                <a:latin typeface="Calibri" panose="020F0502020204030204" charset="0"/>
                <a:ea typeface="微软雅黑" panose="020B0503020204020204" charset="-122"/>
              </a:rPr>
              <a:t>A</a:t>
            </a:r>
            <a:r>
              <a:rPr lang="zh-CN" altLang="en-US" sz="1710" dirty="0" smtClean="0">
                <a:solidFill>
                  <a:schemeClr val="tx1"/>
                </a:solidFill>
                <a:uFillTx/>
                <a:latin typeface="Calibri" panose="020F0502020204030204" charset="0"/>
                <a:ea typeface="微软雅黑" panose="020B0503020204020204" charset="-122"/>
              </a:rPr>
              <a:t>的私钥为</a:t>
            </a:r>
            <a:r>
              <a:rPr sz="1710" dirty="0" smtClean="0">
                <a:uFillTx/>
                <a:latin typeface="Calibri" panose="020F0502020204030204" charset="0"/>
                <a:ea typeface="微软雅黑" panose="020B0503020204020204" charset="-122"/>
                <a:sym typeface="+mn-ea"/>
              </a:rPr>
              <a:t>X</a:t>
            </a:r>
            <a:r>
              <a:rPr lang="en-US" sz="1710" baseline="-25000" dirty="0" smtClean="0">
                <a:uFillTx/>
                <a:latin typeface="Calibri" panose="020F0502020204030204" charset="0"/>
                <a:ea typeface="微软雅黑" panose="020B0503020204020204" charset="-122"/>
                <a:sym typeface="+mn-ea"/>
              </a:rPr>
              <a:t>A</a:t>
            </a:r>
            <a:r>
              <a:rPr lang="zh-CN" altLang="en-US" sz="1710" dirty="0" smtClean="0">
                <a:uFillTx/>
                <a:latin typeface="Calibri" panose="020F0502020204030204" charset="0"/>
                <a:ea typeface="微软雅黑" panose="020B0503020204020204" charset="-122"/>
                <a:sym typeface="+mn-ea"/>
              </a:rPr>
              <a:t>，公钥为</a:t>
            </a:r>
            <a:r>
              <a:rPr lang="en-US" altLang="zh-CN" sz="1710" dirty="0" smtClean="0">
                <a:uFillTx/>
                <a:latin typeface="Calibri" panose="020F0502020204030204" charset="0"/>
                <a:ea typeface="微软雅黑" panose="020B0503020204020204" charset="-122"/>
                <a:sym typeface="+mn-ea"/>
              </a:rPr>
              <a:t>{q,</a:t>
            </a:r>
            <a:r>
              <a:rPr lang="en-US" sz="1710" dirty="0" smtClean="0">
                <a:uFillTx/>
                <a:latin typeface="Calibri" panose="020F0502020204030204" charset="0"/>
                <a:ea typeface="微软雅黑" panose="020B0503020204020204" charset="-122"/>
                <a:sym typeface="+mn-ea"/>
              </a:rPr>
              <a:t>α,</a:t>
            </a:r>
            <a:r>
              <a:rPr sz="1710" dirty="0" smtClean="0">
                <a:uFillTx/>
                <a:latin typeface="Calibri" panose="020F0502020204030204" charset="0"/>
                <a:ea typeface="微软雅黑" panose="020B0503020204020204" charset="-122"/>
                <a:sym typeface="+mn-ea"/>
              </a:rPr>
              <a:t>Y</a:t>
            </a:r>
            <a:r>
              <a:rPr lang="en-US" sz="1710" baseline="-25000" dirty="0" smtClean="0">
                <a:uFillTx/>
                <a:latin typeface="Calibri" panose="020F0502020204030204" charset="0"/>
                <a:ea typeface="微软雅黑" panose="020B0503020204020204" charset="-122"/>
                <a:sym typeface="+mn-ea"/>
              </a:rPr>
              <a:t>A</a:t>
            </a:r>
            <a:r>
              <a:rPr lang="en-US" sz="1710" dirty="0" smtClean="0">
                <a:uFillTx/>
                <a:latin typeface="Calibri" panose="020F0502020204030204" charset="0"/>
                <a:ea typeface="微软雅黑" panose="020B0503020204020204" charset="-122"/>
                <a:sym typeface="+mn-ea"/>
              </a:rPr>
              <a:t>}</a:t>
            </a:r>
            <a:endParaRPr sz="171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sz="2000" dirty="0" smtClean="0">
                <a:solidFill>
                  <a:schemeClr val="tx1"/>
                </a:solidFill>
                <a:uFillTx/>
                <a:latin typeface="Calibri" panose="020F0502020204030204" charset="0"/>
                <a:ea typeface="微软雅黑" panose="020B0503020204020204" charset="-122"/>
              </a:rPr>
              <a:t>用户B</a:t>
            </a:r>
            <a:r>
              <a:rPr lang="zh-CN" sz="2000" dirty="0" smtClean="0">
                <a:solidFill>
                  <a:schemeClr val="tx1"/>
                </a:solidFill>
                <a:uFillTx/>
                <a:latin typeface="Calibri" panose="020F0502020204030204" charset="0"/>
                <a:ea typeface="微软雅黑" panose="020B0503020204020204" charset="-122"/>
              </a:rPr>
              <a:t>通过用户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的公钥加密消息</a:t>
            </a:r>
            <a:r>
              <a:rPr lang="en-US" altLang="zh-CN" sz="2000" dirty="0" smtClean="0">
                <a:solidFill>
                  <a:schemeClr val="tx1"/>
                </a:solidFill>
                <a:uFillTx/>
                <a:latin typeface="Calibri" panose="020F0502020204030204" charset="0"/>
                <a:ea typeface="微软雅黑" panose="020B0503020204020204" charset="-122"/>
              </a:rPr>
              <a:t>M</a:t>
            </a:r>
            <a:r>
              <a:rPr lang="zh-CN" altLang="en-US" sz="2000" dirty="0" smtClean="0">
                <a:solidFill>
                  <a:schemeClr val="tx1"/>
                </a:solidFill>
                <a:uFillTx/>
                <a:latin typeface="Calibri" panose="020F0502020204030204" charset="0"/>
                <a:ea typeface="微软雅黑" panose="020B0503020204020204" charset="-122"/>
              </a:rPr>
              <a:t>，</a:t>
            </a:r>
            <a:r>
              <a:rPr lang="en-US" altLang="zh-CN" sz="2000" dirty="0" smtClean="0">
                <a:uFillTx/>
                <a:latin typeface="Calibri" panose="020F0502020204030204" charset="0"/>
                <a:ea typeface="微软雅黑" panose="020B0503020204020204" charset="-122"/>
                <a:sym typeface="+mn-ea"/>
              </a:rPr>
              <a:t>0≤M</a:t>
            </a:r>
            <a:r>
              <a:rPr lang="en-US" altLang="zh-CN" sz="2000" dirty="0" smtClean="0">
                <a:uFillTx/>
                <a:latin typeface="Calibri" panose="020F0502020204030204" charset="0"/>
                <a:ea typeface="微软雅黑" panose="020B0503020204020204" charset="-122"/>
                <a:sym typeface="+mn-ea"/>
              </a:rPr>
              <a:t>≤</a:t>
            </a:r>
            <a:r>
              <a:rPr sz="2000" dirty="0" smtClean="0">
                <a:uFillTx/>
                <a:latin typeface="Calibri" panose="020F0502020204030204" charset="0"/>
                <a:ea typeface="微软雅黑" panose="020B0503020204020204" charset="-122"/>
                <a:sym typeface="+mn-ea"/>
              </a:rPr>
              <a:t>q</a:t>
            </a:r>
            <a:r>
              <a:rPr lang="en-US" sz="2000" dirty="0" smtClean="0">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rPr>
              <a:t>：</a:t>
            </a:r>
            <a:endParaRPr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sz="1710" dirty="0" smtClean="0">
                <a:solidFill>
                  <a:schemeClr val="tx1"/>
                </a:solidFill>
                <a:uFillTx/>
                <a:latin typeface="Calibri" panose="020F0502020204030204" charset="0"/>
                <a:ea typeface="微软雅黑" panose="020B0503020204020204" charset="-122"/>
              </a:rPr>
              <a:t>选择</a:t>
            </a:r>
            <a:r>
              <a:rPr lang="zh-CN" sz="1710" dirty="0" smtClean="0">
                <a:solidFill>
                  <a:schemeClr val="tx1"/>
                </a:solidFill>
                <a:uFillTx/>
                <a:latin typeface="Calibri" panose="020F0502020204030204" charset="0"/>
                <a:ea typeface="微软雅黑" panose="020B0503020204020204" charset="-122"/>
              </a:rPr>
              <a:t>任意</a:t>
            </a:r>
            <a:r>
              <a:rPr sz="1710" dirty="0" smtClean="0">
                <a:solidFill>
                  <a:schemeClr val="tx1"/>
                </a:solidFill>
                <a:uFillTx/>
                <a:latin typeface="Calibri" panose="020F0502020204030204" charset="0"/>
                <a:ea typeface="微软雅黑" panose="020B0503020204020204" charset="-122"/>
              </a:rPr>
              <a:t>整数</a:t>
            </a:r>
            <a:r>
              <a:rPr lang="en-US" sz="1710" dirty="0" smtClean="0">
                <a:solidFill>
                  <a:schemeClr val="tx1"/>
                </a:solidFill>
                <a:uFillTx/>
                <a:latin typeface="Calibri" panose="020F0502020204030204" charset="0"/>
                <a:ea typeface="微软雅黑" panose="020B0503020204020204" charset="-122"/>
              </a:rPr>
              <a:t>k</a:t>
            </a:r>
            <a:r>
              <a:rPr sz="1710" dirty="0" smtClean="0">
                <a:solidFill>
                  <a:schemeClr val="tx1"/>
                </a:solidFill>
                <a:uFillTx/>
                <a:latin typeface="Calibri" panose="020F0502020204030204" charset="0"/>
                <a:ea typeface="微软雅黑" panose="020B0503020204020204" charset="-122"/>
              </a:rPr>
              <a:t>, </a:t>
            </a:r>
            <a:r>
              <a:rPr lang="en-US" sz="1710" dirty="0" smtClean="0">
                <a:solidFill>
                  <a:schemeClr val="tx1"/>
                </a:solidFill>
                <a:uFillTx/>
                <a:latin typeface="Calibri" panose="020F0502020204030204" charset="0"/>
                <a:ea typeface="微软雅黑" panose="020B0503020204020204" charset="-122"/>
              </a:rPr>
              <a:t>1</a:t>
            </a:r>
            <a:r>
              <a:rPr lang="en-US" altLang="zh-CN" sz="171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q</a:t>
            </a:r>
            <a:r>
              <a:rPr lang="en-US" sz="1710" dirty="0" smtClean="0">
                <a:uFillTx/>
                <a:latin typeface="Calibri" panose="020F0502020204030204" charset="0"/>
                <a:ea typeface="微软雅黑" panose="020B0503020204020204" charset="-122"/>
                <a:sym typeface="+mn-ea"/>
              </a:rPr>
              <a:t>-1</a:t>
            </a:r>
            <a:r>
              <a:rPr lang="zh-CN" altLang="en-US" sz="1710" dirty="0" smtClean="0">
                <a:uFillTx/>
                <a:latin typeface="Calibri" panose="020F0502020204030204" charset="0"/>
                <a:ea typeface="微软雅黑" panose="020B0503020204020204" charset="-122"/>
                <a:sym typeface="+mn-ea"/>
              </a:rPr>
              <a:t>；</a:t>
            </a:r>
            <a:r>
              <a:rPr sz="1710" dirty="0" smtClean="0">
                <a:solidFill>
                  <a:schemeClr val="tx1"/>
                </a:solidFill>
                <a:uFillTx/>
                <a:latin typeface="Calibri" panose="020F0502020204030204" charset="0"/>
                <a:ea typeface="微软雅黑" panose="020B0503020204020204" charset="-122"/>
              </a:rPr>
              <a:t>计算</a:t>
            </a:r>
            <a:r>
              <a:rPr lang="en-US" altLang="zh-CN" sz="171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Y</a:t>
            </a:r>
            <a:r>
              <a:rPr lang="en-US" sz="1710" baseline="-25000" dirty="0" smtClean="0">
                <a:uFillTx/>
                <a:latin typeface="Calibri" panose="020F0502020204030204" charset="0"/>
                <a:ea typeface="微软雅黑" panose="020B0503020204020204" charset="-122"/>
                <a:sym typeface="+mn-ea"/>
              </a:rPr>
              <a:t>A</a:t>
            </a:r>
            <a:r>
              <a:rPr lang="en-US" sz="1710" dirty="0" smtClean="0">
                <a:uFillTx/>
                <a:latin typeface="Calibri" panose="020F0502020204030204" charset="0"/>
                <a:ea typeface="微软雅黑" panose="020B0503020204020204" charset="-122"/>
                <a:sym typeface="+mn-ea"/>
              </a:rPr>
              <a:t>)</a:t>
            </a:r>
            <a:r>
              <a:rPr lang="en-US" sz="1710" baseline="30000" dirty="0" smtClean="0">
                <a:uFillTx/>
                <a:latin typeface="Calibri" panose="020F0502020204030204" charset="0"/>
                <a:ea typeface="微软雅黑" panose="020B0503020204020204" charset="-122"/>
                <a:sym typeface="+mn-ea"/>
              </a:rPr>
              <a:t>k</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r>
              <a:rPr sz="1710" dirty="0" smtClean="0">
                <a:solidFill>
                  <a:schemeClr val="tx1"/>
                </a:solidFill>
                <a:uFillTx/>
                <a:latin typeface="Calibri" panose="020F0502020204030204" charset="0"/>
                <a:ea typeface="微软雅黑" panose="020B0503020204020204" charset="-122"/>
              </a:rPr>
              <a:t> 。</a:t>
            </a:r>
            <a:endParaRPr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zh-CN" sz="1710" dirty="0" smtClean="0">
                <a:solidFill>
                  <a:schemeClr val="tx1"/>
                </a:solidFill>
                <a:uFillTx/>
                <a:latin typeface="Calibri" panose="020F0502020204030204" charset="0"/>
                <a:ea typeface="微软雅黑" panose="020B0503020204020204" charset="-122"/>
              </a:rPr>
              <a:t>将</a:t>
            </a:r>
            <a:r>
              <a:rPr lang="en-US" altLang="zh-CN" sz="1710" dirty="0" smtClean="0">
                <a:solidFill>
                  <a:schemeClr val="tx1"/>
                </a:solidFill>
                <a:uFillTx/>
                <a:latin typeface="Calibri" panose="020F0502020204030204" charset="0"/>
                <a:ea typeface="微软雅黑" panose="020B0503020204020204" charset="-122"/>
              </a:rPr>
              <a:t>M</a:t>
            </a:r>
            <a:r>
              <a:rPr lang="zh-CN" altLang="en-US" sz="1710" dirty="0" smtClean="0">
                <a:solidFill>
                  <a:schemeClr val="tx1"/>
                </a:solidFill>
                <a:uFillTx/>
                <a:latin typeface="Calibri" panose="020F0502020204030204" charset="0"/>
                <a:ea typeface="微软雅黑" panose="020B0503020204020204" charset="-122"/>
              </a:rPr>
              <a:t>加密为整数对</a:t>
            </a:r>
            <a:r>
              <a:rPr lang="en-US" altLang="zh-CN" sz="1710" dirty="0" smtClean="0">
                <a:solidFill>
                  <a:schemeClr val="tx1"/>
                </a:solidFill>
                <a:uFillTx/>
                <a:latin typeface="Calibri" panose="020F0502020204030204" charset="0"/>
                <a:ea typeface="微软雅黑" panose="020B0503020204020204" charset="-122"/>
              </a:rPr>
              <a:t>(C</a:t>
            </a:r>
            <a:r>
              <a:rPr lang="en-US" altLang="zh-CN" sz="1710" baseline="-25000" dirty="0" smtClean="0">
                <a:solidFill>
                  <a:schemeClr val="tx1"/>
                </a:solidFill>
                <a:uFillTx/>
                <a:latin typeface="Calibri" panose="020F0502020204030204" charset="0"/>
                <a:ea typeface="微软雅黑" panose="020B0503020204020204" charset="-122"/>
              </a:rPr>
              <a:t>1</a:t>
            </a:r>
            <a:r>
              <a:rPr lang="en-US" altLang="zh-CN" sz="1710" dirty="0" smtClean="0">
                <a:solidFill>
                  <a:schemeClr val="tx1"/>
                </a:solidFill>
                <a:uFillTx/>
                <a:latin typeface="Calibri" panose="020F0502020204030204" charset="0"/>
                <a:ea typeface="微软雅黑" panose="020B0503020204020204" charset="-122"/>
              </a:rPr>
              <a:t>,C</a:t>
            </a:r>
            <a:r>
              <a:rPr lang="en-US" altLang="zh-CN" sz="1710" baseline="-25000" dirty="0" smtClean="0">
                <a:uFillTx/>
                <a:latin typeface="Calibri" panose="020F0502020204030204" charset="0"/>
                <a:ea typeface="微软雅黑" panose="020B0503020204020204" charset="-122"/>
                <a:sym typeface="+mn-ea"/>
              </a:rPr>
              <a:t>2</a:t>
            </a:r>
            <a:r>
              <a:rPr lang="en-US" altLang="zh-CN" sz="1710" dirty="0" smtClean="0">
                <a:solidFill>
                  <a:schemeClr val="tx1"/>
                </a:solidFill>
                <a:uFillTx/>
                <a:latin typeface="Calibri" panose="020F0502020204030204" charset="0"/>
                <a:ea typeface="微软雅黑" panose="020B0503020204020204" charset="-122"/>
              </a:rPr>
              <a:t>)</a:t>
            </a:r>
            <a:r>
              <a:rPr lang="zh-CN" altLang="en-US" sz="1710" dirty="0" smtClean="0">
                <a:solidFill>
                  <a:schemeClr val="tx1"/>
                </a:solidFill>
                <a:uFillTx/>
                <a:latin typeface="Calibri" panose="020F0502020204030204" charset="0"/>
                <a:ea typeface="微软雅黑" panose="020B0503020204020204" charset="-122"/>
              </a:rPr>
              <a:t>，其中：</a:t>
            </a:r>
            <a:endParaRPr lang="zh-CN" altLang="en-US" sz="171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1</a:t>
            </a:r>
            <a:r>
              <a:rPr lang="en-US" altLang="zh-CN" sz="1710" dirty="0" smtClean="0">
                <a:uFillTx/>
                <a:latin typeface="Calibri" panose="020F0502020204030204" charset="0"/>
                <a:ea typeface="微软雅黑" panose="020B0503020204020204" charset="-122"/>
                <a:sym typeface="+mn-ea"/>
              </a:rPr>
              <a:t>=</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α</a:t>
            </a:r>
            <a:r>
              <a:rPr lang="en-US" sz="1710" baseline="30000" dirty="0" smtClean="0">
                <a:uFillTx/>
                <a:latin typeface="Calibri" panose="020F0502020204030204" charset="0"/>
                <a:ea typeface="微软雅黑" panose="020B0503020204020204" charset="-122"/>
                <a:sym typeface="+mn-ea"/>
              </a:rPr>
              <a:t>k</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r>
              <a:rPr lang="zh-CN" sz="1710" dirty="0" smtClean="0">
                <a:uFillTx/>
                <a:latin typeface="Calibri" panose="020F0502020204030204" charset="0"/>
                <a:ea typeface="微软雅黑" panose="020B0503020204020204" charset="-122"/>
                <a:sym typeface="+mn-ea"/>
              </a:rPr>
              <a:t>，</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2</a:t>
            </a:r>
            <a:r>
              <a:rPr lang="en-US" sz="1710" dirty="0" smtClean="0">
                <a:uFillTx/>
                <a:latin typeface="Calibri" panose="020F0502020204030204" charset="0"/>
                <a:ea typeface="微软雅黑" panose="020B0503020204020204" charset="-122"/>
                <a:sym typeface="+mn-ea"/>
              </a:rPr>
              <a:t>=KM </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sz="1710" dirty="0" smtClean="0">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rPr>
              <a:t>用户</a:t>
            </a:r>
            <a:r>
              <a:rPr lang="en-US" altLang="zh-CN" sz="2000" dirty="0" smtClean="0">
                <a:solidFill>
                  <a:schemeClr val="tx1"/>
                </a:solidFill>
                <a:uFillTx/>
                <a:latin typeface="Calibri" panose="020F0502020204030204" charset="0"/>
                <a:ea typeface="微软雅黑" panose="020B0503020204020204" charset="-122"/>
              </a:rPr>
              <a:t>A</a:t>
            </a:r>
            <a:r>
              <a:rPr lang="zh-CN" altLang="en-US" sz="2000" dirty="0" smtClean="0">
                <a:solidFill>
                  <a:schemeClr val="tx1"/>
                </a:solidFill>
                <a:uFillTx/>
                <a:latin typeface="Calibri" panose="020F0502020204030204" charset="0"/>
                <a:ea typeface="微软雅黑" panose="020B0503020204020204" charset="-122"/>
              </a:rPr>
              <a:t>解密过程：</a:t>
            </a:r>
            <a:endParaRPr lang="zh-CN" altLang="en-US" sz="2000" dirty="0" smtClean="0">
              <a:solidFill>
                <a:schemeClr val="tx1"/>
              </a:solidFill>
              <a:uFillTx/>
              <a:latin typeface="Calibri" panose="020F0502020204030204" charset="0"/>
              <a:ea typeface="微软雅黑" panose="020B0503020204020204" charset="-122"/>
            </a:endParaRPr>
          </a:p>
          <a:p>
            <a:pPr lvl="1" fontAlgn="auto">
              <a:lnSpc>
                <a:spcPct val="110000"/>
              </a:lnSpc>
              <a:spcBef>
                <a:spcPts val="600"/>
              </a:spcBef>
              <a:spcAft>
                <a:spcPts val="600"/>
              </a:spcAft>
            </a:pPr>
            <a:r>
              <a:rPr lang="zh-CN" altLang="en-US" sz="1710" dirty="0" smtClean="0">
                <a:solidFill>
                  <a:schemeClr val="tx1"/>
                </a:solidFill>
                <a:uFillTx/>
                <a:latin typeface="Calibri" panose="020F0502020204030204" charset="0"/>
                <a:ea typeface="微软雅黑" panose="020B0503020204020204" charset="-122"/>
              </a:rPr>
              <a:t>恢复密钥：</a:t>
            </a:r>
            <a:r>
              <a:rPr lang="en-US" altLang="zh-CN" sz="1710" dirty="0" smtClean="0">
                <a:solidFill>
                  <a:schemeClr val="tx1"/>
                </a:solidFill>
                <a:uFillTx/>
                <a:latin typeface="Calibri" panose="020F0502020204030204" charset="0"/>
                <a:ea typeface="微软雅黑" panose="020B0503020204020204" charset="-122"/>
              </a:rPr>
              <a:t>K=(</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1</a:t>
            </a:r>
            <a:r>
              <a:rPr lang="en-US" sz="1710" dirty="0" smtClean="0">
                <a:uFillTx/>
                <a:latin typeface="Calibri" panose="020F0502020204030204" charset="0"/>
                <a:ea typeface="微软雅黑" panose="020B0503020204020204" charset="-122"/>
                <a:sym typeface="+mn-ea"/>
              </a:rPr>
              <a:t>)</a:t>
            </a:r>
            <a:r>
              <a:rPr lang="en-US" sz="1710" baseline="30000" dirty="0" smtClean="0">
                <a:uFillTx/>
                <a:latin typeface="Calibri" panose="020F0502020204030204" charset="0"/>
                <a:ea typeface="微软雅黑" panose="020B0503020204020204" charset="-122"/>
                <a:sym typeface="+mn-ea"/>
              </a:rPr>
              <a:t>X</a:t>
            </a:r>
            <a:r>
              <a:rPr lang="en-US" sz="1200" baseline="30000" dirty="0" smtClean="0">
                <a:uFillTx/>
                <a:latin typeface="Calibri" panose="020F0502020204030204" charset="0"/>
                <a:ea typeface="微软雅黑" panose="020B0503020204020204" charset="-122"/>
                <a:sym typeface="+mn-ea"/>
              </a:rPr>
              <a:t>A</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lang="zh-CN" sz="1710" dirty="0" smtClean="0">
              <a:uFillTx/>
              <a:latin typeface="Calibri" panose="020F0502020204030204" charset="0"/>
              <a:ea typeface="微软雅黑" panose="020B0503020204020204" charset="-122"/>
              <a:sym typeface="+mn-ea"/>
            </a:endParaRPr>
          </a:p>
          <a:p>
            <a:pPr lvl="1" fontAlgn="auto">
              <a:lnSpc>
                <a:spcPct val="110000"/>
              </a:lnSpc>
              <a:spcBef>
                <a:spcPts val="600"/>
              </a:spcBef>
              <a:spcAft>
                <a:spcPts val="600"/>
              </a:spcAft>
            </a:pPr>
            <a:r>
              <a:rPr lang="en-US" altLang="zh-CN" sz="1710" dirty="0" smtClean="0">
                <a:uFillTx/>
                <a:latin typeface="Calibri" panose="020F0502020204030204" charset="0"/>
                <a:ea typeface="微软雅黑" panose="020B0503020204020204" charset="-122"/>
                <a:sym typeface="+mn-ea"/>
              </a:rPr>
              <a:t>M=(</a:t>
            </a:r>
            <a:r>
              <a:rPr lang="en-US" altLang="zh-CN" sz="1710" dirty="0" smtClean="0">
                <a:uFillTx/>
                <a:latin typeface="Calibri" panose="020F0502020204030204" charset="0"/>
                <a:ea typeface="微软雅黑" panose="020B0503020204020204" charset="-122"/>
                <a:sym typeface="+mn-ea"/>
              </a:rPr>
              <a:t>C</a:t>
            </a:r>
            <a:r>
              <a:rPr lang="en-US" altLang="zh-CN" sz="1710" baseline="-25000" dirty="0" smtClean="0">
                <a:uFillTx/>
                <a:latin typeface="Calibri" panose="020F0502020204030204" charset="0"/>
                <a:ea typeface="微软雅黑" panose="020B0503020204020204" charset="-122"/>
                <a:sym typeface="+mn-ea"/>
              </a:rPr>
              <a:t>2</a:t>
            </a:r>
            <a:r>
              <a:rPr lang="en-US" altLang="zh-CN" sz="1710" dirty="0" smtClean="0">
                <a:uFillTx/>
                <a:latin typeface="Calibri" panose="020F0502020204030204" charset="0"/>
                <a:ea typeface="微软雅黑" panose="020B0503020204020204" charset="-122"/>
                <a:sym typeface="+mn-ea"/>
              </a:rPr>
              <a:t>K</a:t>
            </a:r>
            <a:r>
              <a:rPr lang="en-US" altLang="zh-CN" sz="1710" baseline="30000" dirty="0" smtClean="0">
                <a:uFillTx/>
                <a:latin typeface="Calibri" panose="020F0502020204030204" charset="0"/>
                <a:ea typeface="微软雅黑" panose="020B0503020204020204" charset="-122"/>
                <a:sym typeface="+mn-ea"/>
              </a:rPr>
              <a:t>-1</a:t>
            </a:r>
            <a:r>
              <a:rPr lang="en-US" sz="1710" dirty="0" smtClean="0">
                <a:uFillTx/>
                <a:latin typeface="Calibri" panose="020F0502020204030204" charset="0"/>
                <a:ea typeface="微软雅黑" panose="020B0503020204020204" charset="-122"/>
                <a:sym typeface="+mn-ea"/>
              </a:rPr>
              <a:t>)</a:t>
            </a:r>
            <a:r>
              <a:rPr sz="1710" dirty="0" smtClean="0">
                <a:uFillTx/>
                <a:latin typeface="Calibri" panose="020F0502020204030204" charset="0"/>
                <a:ea typeface="微软雅黑" panose="020B0503020204020204" charset="-122"/>
                <a:sym typeface="+mn-ea"/>
              </a:rPr>
              <a:t>mod</a:t>
            </a:r>
            <a:r>
              <a:rPr lang="en-US" sz="1710" dirty="0" smtClean="0">
                <a:uFillTx/>
                <a:latin typeface="Calibri" panose="020F0502020204030204" charset="0"/>
                <a:ea typeface="微软雅黑" panose="020B0503020204020204" charset="-122"/>
                <a:sym typeface="+mn-ea"/>
              </a:rPr>
              <a:t> </a:t>
            </a:r>
            <a:r>
              <a:rPr sz="1710" dirty="0" smtClean="0">
                <a:uFillTx/>
                <a:latin typeface="Calibri" panose="020F0502020204030204" charset="0"/>
                <a:ea typeface="微软雅黑" panose="020B0503020204020204" charset="-122"/>
                <a:sym typeface="+mn-ea"/>
              </a:rPr>
              <a:t>q</a:t>
            </a:r>
            <a:endParaRPr sz="1710" dirty="0" smtClean="0">
              <a:uFillTx/>
              <a:latin typeface="Calibri" panose="020F0502020204030204" charset="0"/>
              <a:ea typeface="微软雅黑" panose="020B0503020204020204" charset="-122"/>
              <a:sym typeface="+mn-ea"/>
            </a:endParaRPr>
          </a:p>
          <a:p>
            <a:pPr marL="0" indent="0" fontAlgn="auto">
              <a:lnSpc>
                <a:spcPct val="110000"/>
              </a:lnSpc>
              <a:spcBef>
                <a:spcPts val="600"/>
              </a:spcBef>
              <a:spcAft>
                <a:spcPts val="600"/>
              </a:spcAft>
              <a:buNone/>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ElGamal解密过程可还原性证明：</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首先，我们来看K被解密恢复的过程：</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solidFill>
                  <a:schemeClr val="tx1"/>
                </a:solidFill>
                <a:uFillTx/>
                <a:latin typeface="Calibri" panose="020F0502020204030204" charset="0"/>
                <a:ea typeface="微软雅黑" panose="020B0503020204020204" charset="-122"/>
                <a:sym typeface="+mn-ea"/>
              </a:rPr>
              <a:t>K=(</a:t>
            </a:r>
            <a:r>
              <a:rPr lang="en-US"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XA</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en-US" altLang="zh-CN" sz="2000" dirty="0" smtClean="0">
                <a:solidFill>
                  <a:schemeClr val="tx1"/>
                </a:solidFill>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k</a:t>
            </a:r>
            <a:r>
              <a:rPr lang="en-US" altLang="zh-CN" sz="2000" dirty="0" smtClean="0">
                <a:solidFill>
                  <a:schemeClr val="tx1"/>
                </a:solidFill>
                <a:uFillTx/>
                <a:latin typeface="Calibri" panose="020F0502020204030204" charset="0"/>
                <a:ea typeface="微软雅黑" panose="020B0503020204020204" charset="-122"/>
                <a:sym typeface="+mn-ea"/>
              </a:rPr>
              <a:t>mod q</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solidFill>
                  <a:schemeClr val="tx1"/>
                </a:solidFill>
                <a:uFillTx/>
                <a:latin typeface="Calibri" panose="020F0502020204030204" charset="0"/>
                <a:ea typeface="微软雅黑" panose="020B0503020204020204" charset="-122"/>
                <a:sym typeface="+mn-ea"/>
              </a:rPr>
              <a:t>K= </a:t>
            </a:r>
            <a:r>
              <a:rPr lang="en-US" sz="2000" dirty="0" smtClean="0">
                <a:uFillTx/>
                <a:latin typeface="Calibri" panose="020F0502020204030204" charset="0"/>
                <a:ea typeface="微软雅黑" panose="020B0503020204020204" charset="-122"/>
                <a:sym typeface="+mn-ea"/>
              </a:rPr>
              <a:t>α</a:t>
            </a:r>
            <a:r>
              <a:rPr lang="en-US" sz="2000" baseline="30000" dirty="0" smtClean="0">
                <a:uFillTx/>
                <a:latin typeface="Calibri" panose="020F0502020204030204" charset="0"/>
                <a:ea typeface="微软雅黑" panose="020B0503020204020204" charset="-122"/>
                <a:sym typeface="+mn-ea"/>
              </a:rPr>
              <a:t>kXA</a:t>
            </a:r>
            <a:r>
              <a:rPr lang="en-US" altLang="zh-CN" sz="2000" dirty="0" smtClean="0">
                <a:solidFill>
                  <a:schemeClr val="tx1"/>
                </a:solidFill>
                <a:uFillTx/>
                <a:latin typeface="Calibri" panose="020F0502020204030204" charset="0"/>
                <a:ea typeface="微软雅黑" panose="020B0503020204020204" charset="-122"/>
                <a:sym typeface="+mn-ea"/>
              </a:rPr>
              <a:t>mod q</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indent="0" algn="l" fontAlgn="auto">
              <a:lnSpc>
                <a:spcPct val="70000"/>
              </a:lnSpc>
              <a:spcBef>
                <a:spcPts val="600"/>
              </a:spcBef>
              <a:spcAft>
                <a:spcPts val="600"/>
              </a:spcAft>
              <a:buNone/>
            </a:pPr>
            <a:r>
              <a:rPr lang="en-US" altLang="zh-CN" sz="2000" dirty="0" smtClean="0">
                <a:solidFill>
                  <a:schemeClr val="tx1"/>
                </a:solidFill>
                <a:uFillTx/>
                <a:latin typeface="Calibri" panose="020F0502020204030204" charset="0"/>
                <a:ea typeface="微软雅黑" panose="020B0503020204020204" charset="-122"/>
                <a:sym typeface="+mn-ea"/>
              </a:rPr>
              <a:t>K=(</a:t>
            </a:r>
            <a:r>
              <a:rPr lang="en-US" altLang="zh-CN" sz="2000" dirty="0" smtClean="0">
                <a:uFillTx/>
                <a:latin typeface="Calibri" panose="020F0502020204030204" charset="0"/>
                <a:ea typeface="微软雅黑" panose="020B0503020204020204" charset="-122"/>
                <a:sym typeface="+mn-ea"/>
              </a:rPr>
              <a:t>C</a:t>
            </a:r>
            <a:r>
              <a:rPr lang="en-US" altLang="zh-CN" sz="2000" baseline="-25000" dirty="0" smtClean="0">
                <a:uFillTx/>
                <a:latin typeface="Calibri" panose="020F0502020204030204" charset="0"/>
                <a:ea typeface="微软雅黑" panose="020B0503020204020204" charset="-122"/>
                <a:sym typeface="+mn-ea"/>
              </a:rPr>
              <a:t>1</a:t>
            </a:r>
            <a:r>
              <a:rPr lang="en-US" altLang="zh-CN" sz="2000" dirty="0" smtClean="0">
                <a:solidFill>
                  <a:schemeClr val="tx1"/>
                </a:solidFill>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XA</a:t>
            </a:r>
            <a:r>
              <a:rPr lang="en-US" altLang="zh-CN" sz="2000" dirty="0" smtClean="0">
                <a:solidFill>
                  <a:schemeClr val="tx1"/>
                </a:solidFill>
                <a:uFillTx/>
                <a:latin typeface="Calibri" panose="020F0502020204030204" charset="0"/>
                <a:ea typeface="微软雅黑" panose="020B0503020204020204" charset="-122"/>
                <a:sym typeface="+mn-ea"/>
              </a:rPr>
              <a:t>mod q</a:t>
            </a:r>
            <a:endParaRPr lang="en-US" altLang="zh-CN" sz="2000" dirty="0" smtClean="0">
              <a:solidFill>
                <a:schemeClr val="tx1"/>
              </a:solidFill>
              <a:uFillTx/>
              <a:latin typeface="Calibri" panose="020F0502020204030204" charset="0"/>
              <a:ea typeface="微软雅黑" panose="020B0503020204020204" charset="-122"/>
              <a:sym typeface="+mn-ea"/>
            </a:endParaRPr>
          </a:p>
          <a:p>
            <a:pPr fontAlgn="auto">
              <a:lnSpc>
                <a:spcPct val="110000"/>
              </a:lnSpc>
              <a:spcBef>
                <a:spcPts val="600"/>
              </a:spcBef>
              <a:spcAft>
                <a:spcPts val="600"/>
              </a:spcAft>
            </a:pPr>
            <a:r>
              <a:rPr lang="en-US" altLang="zh-CN" sz="2000" dirty="0" smtClean="0">
                <a:solidFill>
                  <a:schemeClr val="tx1"/>
                </a:solidFill>
                <a:uFillTx/>
                <a:latin typeface="Calibri" panose="020F0502020204030204" charset="0"/>
                <a:ea typeface="微软雅黑" panose="020B0503020204020204" charset="-122"/>
                <a:sym typeface="+mn-ea"/>
              </a:rPr>
              <a:t>接下来，用K来恢复明文</a:t>
            </a:r>
            <a:endParaRPr lang="en-US" altLang="zh-CN" sz="2000" dirty="0" smtClean="0">
              <a:solidFill>
                <a:schemeClr val="tx1"/>
              </a:solidFill>
              <a:uFillTx/>
              <a:latin typeface="Calibri" panose="020F0502020204030204" charset="0"/>
              <a:ea typeface="微软雅黑" panose="020B0503020204020204" charset="-122"/>
              <a:sym typeface="+mn-ea"/>
            </a:endParaRPr>
          </a:p>
          <a:p>
            <a:pPr marL="2286000" lvl="5" algn="l" fontAlgn="auto">
              <a:lnSpc>
                <a:spcPct val="70000"/>
              </a:lnSpc>
              <a:spcBef>
                <a:spcPts val="600"/>
              </a:spcBef>
              <a:spcAft>
                <a:spcPts val="600"/>
              </a:spcAft>
              <a:buClrTx/>
              <a:buSzTx/>
            </a:pPr>
            <a:r>
              <a:rPr lang="en-US" altLang="zh-CN" sz="2000" dirty="0" smtClean="0">
                <a:solidFill>
                  <a:schemeClr val="tx1"/>
                </a:solidFill>
                <a:uFillTx/>
                <a:latin typeface="Calibri" panose="020F0502020204030204" charset="0"/>
                <a:ea typeface="微软雅黑" panose="020B0503020204020204" charset="-122"/>
                <a:sym typeface="+mn-ea"/>
              </a:rPr>
              <a:t>C₂=KM </a:t>
            </a:r>
            <a:r>
              <a:rPr lang="en-US" altLang="zh-CN" sz="2000" dirty="0" smtClean="0">
                <a:uFillTx/>
                <a:latin typeface="Calibri" panose="020F0502020204030204" charset="0"/>
                <a:ea typeface="微软雅黑" panose="020B0503020204020204" charset="-122"/>
                <a:sym typeface="+mn-ea"/>
              </a:rPr>
              <a:t>mod q</a:t>
            </a:r>
            <a:endParaRPr lang="en-US" altLang="zh-CN" sz="2000" dirty="0" smtClean="0">
              <a:uFillTx/>
              <a:latin typeface="Calibri" panose="020F0502020204030204" charset="0"/>
              <a:ea typeface="微软雅黑" panose="020B0503020204020204" charset="-122"/>
              <a:sym typeface="+mn-ea"/>
            </a:endParaRPr>
          </a:p>
          <a:p>
            <a:pPr marL="2286000" lvl="5" algn="l" fontAlgn="auto">
              <a:lnSpc>
                <a:spcPct val="70000"/>
              </a:lnSpc>
              <a:spcBef>
                <a:spcPts val="600"/>
              </a:spcBef>
              <a:spcAft>
                <a:spcPts val="600"/>
              </a:spcAft>
              <a:buClrTx/>
              <a:buSzTx/>
            </a:pPr>
            <a:r>
              <a:rPr lang="en-US" altLang="zh-CN" sz="2000" dirty="0" smtClean="0">
                <a:uFillTx/>
                <a:latin typeface="Calibri" panose="020F0502020204030204" charset="0"/>
                <a:ea typeface="微软雅黑" panose="020B0503020204020204" charset="-122"/>
                <a:sym typeface="+mn-ea"/>
              </a:rPr>
              <a:t>(C</a:t>
            </a:r>
            <a:r>
              <a:rPr lang="en-US" altLang="zh-CN" sz="2000" baseline="-25000" dirty="0" smtClean="0">
                <a:uFillTx/>
                <a:latin typeface="Calibri" panose="020F0502020204030204" charset="0"/>
                <a:ea typeface="微软雅黑" panose="020B0503020204020204" charset="-122"/>
                <a:sym typeface="+mn-ea"/>
              </a:rPr>
              <a:t>2</a:t>
            </a:r>
            <a:r>
              <a:rPr lang="en-US" altLang="zh-CN" sz="2000" dirty="0" smtClean="0">
                <a:uFillTx/>
                <a:latin typeface="Calibri" panose="020F0502020204030204" charset="0"/>
                <a:ea typeface="微软雅黑" panose="020B0503020204020204" charset="-122"/>
                <a:sym typeface="+mn-ea"/>
              </a:rPr>
              <a:t>K</a:t>
            </a:r>
            <a:r>
              <a:rPr lang="en-US" altLang="zh-CN" sz="2000" baseline="30000" dirty="0" smtClean="0">
                <a:uFillTx/>
                <a:latin typeface="Calibri" panose="020F0502020204030204" charset="0"/>
                <a:ea typeface="微软雅黑" panose="020B0503020204020204" charset="-122"/>
                <a:sym typeface="+mn-ea"/>
              </a:rPr>
              <a:t>-1</a:t>
            </a:r>
            <a:r>
              <a:rPr lang="en-US" altLang="zh-CN" sz="2000" dirty="0" smtClean="0">
                <a:uFillTx/>
                <a:latin typeface="Calibri" panose="020F0502020204030204" charset="0"/>
                <a:ea typeface="微软雅黑" panose="020B0503020204020204" charset="-122"/>
                <a:sym typeface="+mn-ea"/>
              </a:rPr>
              <a:t>) mod q</a:t>
            </a:r>
            <a:r>
              <a:rPr lang="en-US" altLang="zh-CN" sz="2000" dirty="0" smtClean="0">
                <a:solidFill>
                  <a:schemeClr val="tx1"/>
                </a:solidFill>
                <a:uFillTx/>
                <a:latin typeface="Calibri" panose="020F0502020204030204" charset="0"/>
                <a:ea typeface="微软雅黑" panose="020B0503020204020204" charset="-122"/>
                <a:sym typeface="+mn-ea"/>
              </a:rPr>
              <a:t> = KM</a:t>
            </a:r>
            <a:r>
              <a:rPr lang="en-US" altLang="zh-CN" sz="2000" dirty="0" smtClean="0">
                <a:uFillTx/>
                <a:latin typeface="Calibri" panose="020F0502020204030204" charset="0"/>
                <a:ea typeface="微软雅黑" panose="020B0503020204020204" charset="-122"/>
                <a:sym typeface="+mn-ea"/>
              </a:rPr>
              <a:t>K</a:t>
            </a:r>
            <a:r>
              <a:rPr lang="en-US" altLang="zh-CN" sz="2000" baseline="30000" dirty="0" smtClean="0">
                <a:uFillTx/>
                <a:latin typeface="Calibri" panose="020F0502020204030204" charset="0"/>
                <a:ea typeface="微软雅黑" panose="020B0503020204020204" charset="-122"/>
                <a:sym typeface="+mn-ea"/>
              </a:rPr>
              <a:t>-1</a:t>
            </a:r>
            <a:r>
              <a:rPr lang="en-US" altLang="zh-CN" sz="2000" dirty="0" smtClean="0">
                <a:uFillTx/>
                <a:latin typeface="Calibri" panose="020F0502020204030204" charset="0"/>
                <a:ea typeface="微软雅黑" panose="020B0503020204020204" charset="-122"/>
                <a:sym typeface="+mn-ea"/>
              </a:rPr>
              <a:t> mod q = M mod q = M</a:t>
            </a:r>
            <a:endParaRPr lang="en-US" altLang="zh-CN"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10000"/>
              </a:lnSpc>
              <a:spcBef>
                <a:spcPts val="600"/>
              </a:spcBef>
              <a:spcAft>
                <a:spcPts val="600"/>
              </a:spcAft>
              <a:buNone/>
            </a:pPr>
            <a:endParaRPr lang="en-US" altLang="zh-CN"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ElGamal算法的安全性分析</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由于EIGamal密码的安全性建立在GF(p)离散对数的困难性之上，而目前尚无求解GF(p)离散对数的有效算法，所以在p足够大时EIGamal密码是安全的。</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为了安全p应为150位以上的十进制数，而且p-1应有大素因子。</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sz="2000" dirty="0" smtClean="0">
                <a:uFillTx/>
                <a:latin typeface="Calibri" panose="020F0502020204030204" charset="0"/>
                <a:ea typeface="微软雅黑" panose="020B0503020204020204" charset="-122"/>
                <a:sym typeface="+mn-ea"/>
              </a:rPr>
              <a:t>X</a:t>
            </a:r>
            <a:r>
              <a:rPr lang="en-US" sz="2000" baseline="-25000" dirty="0" smtClean="0">
                <a:uFillTx/>
                <a:latin typeface="Calibri" panose="020F0502020204030204" charset="0"/>
                <a:ea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sym typeface="+mn-ea"/>
              </a:rPr>
              <a:t>和k都不能太小。</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为了安全加密和签名所使用的k必须是一次性的。</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ElGamal算法的安全性分析</a:t>
            </a:r>
            <a:endParaRPr lang="en-US" altLang="zh-CN" sz="2400" dirty="0" smtClean="0">
              <a:solidFill>
                <a:schemeClr val="tx1"/>
              </a:solidFill>
              <a:uFillTx/>
              <a:latin typeface="Calibri" panose="020F0502020204030204" charset="0"/>
              <a:ea typeface="微软雅黑" panose="020B0503020204020204" charset="-122"/>
            </a:endParaRPr>
          </a:p>
          <a:p>
            <a:pPr marL="457200" indent="-457200" fontAlgn="auto">
              <a:lnSpc>
                <a:spcPct val="11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如果k不是一次性的，时间长了就可能被攻击者获得。</a:t>
            </a:r>
            <a:endParaRPr lang="zh-CN" altLang="en-US" sz="2000" dirty="0" smtClean="0">
              <a:solidFill>
                <a:schemeClr val="tx1"/>
              </a:solidFill>
              <a:uFillTx/>
              <a:latin typeface="Calibri" panose="020F0502020204030204" charset="0"/>
              <a:ea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又因</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zh-CN" altLang="en-US" sz="2000" dirty="0" smtClean="0">
                <a:solidFill>
                  <a:schemeClr val="tx1"/>
                </a:solidFill>
                <a:uFillTx/>
                <a:latin typeface="Calibri" panose="020F0502020204030204" charset="0"/>
                <a:ea typeface="微软雅黑" panose="020B0503020204020204" charset="-122"/>
                <a:sym typeface="+mn-ea"/>
              </a:rPr>
              <a:t>是公开密钥，攻击者自然知道。于是攻击者就可以根据</a:t>
            </a:r>
            <a:r>
              <a:rPr lang="en-US" altLang="zh-CN" sz="2000" dirty="0" smtClean="0">
                <a:solidFill>
                  <a:schemeClr val="tx1"/>
                </a:solidFill>
                <a:uFillTx/>
                <a:latin typeface="Calibri" panose="020F0502020204030204" charset="0"/>
                <a:ea typeface="微软雅黑" panose="020B0503020204020204" charset="-122"/>
                <a:sym typeface="+mn-ea"/>
              </a:rPr>
              <a:t> </a:t>
            </a:r>
            <a:r>
              <a:rPr lang="en-US" altLang="zh-CN" sz="2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Y</a:t>
            </a:r>
            <a:r>
              <a:rPr lang="en-US" sz="2000" baseline="-25000" dirty="0" smtClean="0">
                <a:uFillTx/>
                <a:latin typeface="Calibri" panose="020F0502020204030204" charset="0"/>
                <a:ea typeface="微软雅黑" panose="020B0503020204020204" charset="-122"/>
                <a:sym typeface="+mn-ea"/>
              </a:rPr>
              <a:t>A</a:t>
            </a:r>
            <a:r>
              <a:rPr lang="en-US" sz="2000" dirty="0" smtClean="0">
                <a:uFillTx/>
                <a:latin typeface="Calibri" panose="020F0502020204030204" charset="0"/>
                <a:ea typeface="微软雅黑" panose="020B0503020204020204" charset="-122"/>
                <a:sym typeface="+mn-ea"/>
              </a:rPr>
              <a:t>)</a:t>
            </a:r>
            <a:r>
              <a:rPr lang="en-US" sz="2000" baseline="30000" dirty="0" smtClean="0">
                <a:uFillTx/>
                <a:latin typeface="Calibri" panose="020F0502020204030204" charset="0"/>
                <a:ea typeface="微软雅黑" panose="020B0503020204020204" charset="-122"/>
                <a:sym typeface="+mn-ea"/>
              </a:rPr>
              <a:t>k</a:t>
            </a:r>
            <a:r>
              <a:rPr sz="2000" dirty="0" smtClean="0">
                <a:uFillTx/>
                <a:latin typeface="Calibri" panose="020F0502020204030204" charset="0"/>
                <a:ea typeface="微软雅黑" panose="020B0503020204020204" charset="-122"/>
                <a:sym typeface="+mn-ea"/>
              </a:rPr>
              <a:t>mod</a:t>
            </a:r>
            <a:r>
              <a:rPr lang="en-US" sz="2000" dirty="0" smtClean="0">
                <a:uFillTx/>
                <a:latin typeface="Calibri" panose="020F0502020204030204" charset="0"/>
                <a:ea typeface="微软雅黑" panose="020B0503020204020204" charset="-122"/>
                <a:sym typeface="+mn-ea"/>
              </a:rPr>
              <a:t> </a:t>
            </a:r>
            <a:r>
              <a:rPr sz="2000" dirty="0" smtClean="0">
                <a:uFillTx/>
                <a:latin typeface="Calibri" panose="020F0502020204030204" charset="0"/>
                <a:ea typeface="微软雅黑" panose="020B0503020204020204" charset="-122"/>
                <a:sym typeface="+mn-ea"/>
              </a:rPr>
              <a:t>q</a:t>
            </a:r>
            <a:r>
              <a:rPr lang="zh-CN" altLang="en-US" sz="2000" dirty="0" smtClean="0">
                <a:solidFill>
                  <a:schemeClr val="tx1"/>
                </a:solidFill>
                <a:uFillTx/>
                <a:latin typeface="Calibri" panose="020F0502020204030204" charset="0"/>
                <a:ea typeface="微软雅黑" panose="020B0503020204020204" charset="-122"/>
                <a:sym typeface="+mn-ea"/>
              </a:rPr>
              <a:t>计算出</a:t>
            </a:r>
            <a:r>
              <a:rPr lang="en-US" altLang="zh-CN" sz="2000" dirty="0" smtClean="0">
                <a:solidFill>
                  <a:schemeClr val="tx1"/>
                </a:solidFill>
                <a:uFillTx/>
                <a:latin typeface="Calibri" panose="020F0502020204030204" charset="0"/>
                <a:ea typeface="微软雅黑" panose="020B0503020204020204" charset="-122"/>
                <a:sym typeface="+mn-ea"/>
              </a:rPr>
              <a:t>K</a:t>
            </a:r>
            <a:r>
              <a:rPr lang="zh-CN" altLang="en-US" sz="2000" dirty="0" smtClean="0">
                <a:solidFill>
                  <a:schemeClr val="tx1"/>
                </a:solidFill>
                <a:uFillTx/>
                <a:latin typeface="Calibri" panose="020F0502020204030204" charset="0"/>
                <a:ea typeface="微软雅黑" panose="020B0503020204020204" charset="-122"/>
                <a:sym typeface="+mn-ea"/>
              </a:rPr>
              <a:t>，进而利用欧几里得算法求出</a:t>
            </a:r>
            <a:r>
              <a:rPr lang="en-US" altLang="zh-CN" sz="2000" dirty="0" smtClean="0">
                <a:solidFill>
                  <a:schemeClr val="tx1"/>
                </a:solidFill>
                <a:uFillTx/>
                <a:latin typeface="Calibri" panose="020F0502020204030204" charset="0"/>
                <a:ea typeface="微软雅黑" panose="020B0503020204020204" charset="-122"/>
                <a:sym typeface="+mn-ea"/>
              </a:rPr>
              <a:t>K</a:t>
            </a:r>
            <a:r>
              <a:rPr lang="en-US" altLang="zh-CN" sz="2000" baseline="30000" dirty="0" smtClean="0">
                <a:solidFill>
                  <a:schemeClr val="tx1"/>
                </a:solidFill>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sym typeface="+mn-ea"/>
            </a:endParaRPr>
          </a:p>
          <a:p>
            <a:pPr marL="457200" lvl="1" indent="0" fontAlgn="auto">
              <a:lnSpc>
                <a:spcPct val="11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因为攻击者可以获得密文C₂,于是可根据式C₂=</a:t>
            </a:r>
            <a:r>
              <a:rPr lang="en-US" altLang="zh-CN" sz="2000" dirty="0" smtClean="0">
                <a:solidFill>
                  <a:schemeClr val="tx1"/>
                </a:solidFill>
                <a:uFillTx/>
                <a:latin typeface="Calibri" panose="020F0502020204030204" charset="0"/>
                <a:ea typeface="微软雅黑" panose="020B0503020204020204" charset="-122"/>
                <a:sym typeface="+mn-ea"/>
              </a:rPr>
              <a:t>K</a:t>
            </a:r>
            <a:r>
              <a:rPr lang="zh-CN" altLang="en-US" sz="2000" dirty="0" smtClean="0">
                <a:solidFill>
                  <a:schemeClr val="tx1"/>
                </a:solidFill>
                <a:uFillTx/>
                <a:latin typeface="Calibri" panose="020F0502020204030204" charset="0"/>
                <a:ea typeface="微软雅黑" panose="020B0503020204020204" charset="-122"/>
                <a:sym typeface="+mn-ea"/>
              </a:rPr>
              <a:t>M mod p通过计算</a:t>
            </a:r>
            <a:r>
              <a:rPr lang="en-US" altLang="zh-CN" sz="2000" dirty="0" smtClean="0">
                <a:solidFill>
                  <a:schemeClr val="tx1"/>
                </a:solidFill>
                <a:uFillTx/>
                <a:latin typeface="Calibri" panose="020F0502020204030204" charset="0"/>
                <a:ea typeface="微软雅黑" panose="020B0503020204020204" charset="-122"/>
                <a:sym typeface="+mn-ea"/>
              </a:rPr>
              <a:t>K</a:t>
            </a:r>
            <a:r>
              <a:rPr lang="zh-CN" altLang="en-US" sz="2000" baseline="30000" dirty="0" smtClean="0">
                <a:solidFill>
                  <a:schemeClr val="tx1"/>
                </a:solidFill>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sym typeface="+mn-ea"/>
              </a:rPr>
              <a:t>C</a:t>
            </a:r>
            <a:r>
              <a:rPr lang="zh-CN" altLang="en-US" sz="2000" baseline="-25000" dirty="0" smtClean="0">
                <a:solidFill>
                  <a:schemeClr val="tx1"/>
                </a:solidFill>
                <a:uFillTx/>
                <a:latin typeface="Calibri" panose="020F0502020204030204" charset="0"/>
                <a:ea typeface="微软雅黑" panose="020B0503020204020204" charset="-122"/>
                <a:sym typeface="+mn-ea"/>
              </a:rPr>
              <a:t>2</a:t>
            </a:r>
            <a:r>
              <a:rPr lang="zh-CN" altLang="en-US" sz="2000" dirty="0" smtClean="0">
                <a:solidFill>
                  <a:schemeClr val="tx1"/>
                </a:solidFill>
                <a:uFillTx/>
                <a:latin typeface="Calibri" panose="020F0502020204030204" charset="0"/>
                <a:ea typeface="微软雅黑" panose="020B0503020204020204" charset="-122"/>
                <a:sym typeface="+mn-ea"/>
              </a:rPr>
              <a:t>得到明文M。</a:t>
            </a:r>
            <a:endParaRPr lang="zh-CN" altLang="en-US" sz="2000" dirty="0" smtClean="0">
              <a:solidFill>
                <a:schemeClr val="tx1"/>
              </a:solidFill>
              <a:uFillTx/>
              <a:latin typeface="Calibri" panose="020F0502020204030204" charset="0"/>
              <a:ea typeface="微软雅黑" panose="020B0503020204020204" charset="-122"/>
              <a:sym typeface="+mn-ea"/>
            </a:endParaRPr>
          </a:p>
          <a:p>
            <a:pPr marL="457200" indent="-457200" fontAlgn="auto">
              <a:lnSpc>
                <a:spcPct val="110000"/>
              </a:lnSpc>
              <a:spcBef>
                <a:spcPts val="600"/>
              </a:spcBef>
              <a:spcAft>
                <a:spcPts val="600"/>
              </a:spcAft>
              <a:buFont typeface="+mj-ea"/>
              <a:buAutoNum type="circleNumDbPlain"/>
            </a:pPr>
            <a:r>
              <a:rPr lang="zh-CN" altLang="en-US" sz="2000" dirty="0" smtClean="0">
                <a:solidFill>
                  <a:schemeClr val="tx1"/>
                </a:solidFill>
                <a:uFillTx/>
                <a:latin typeface="Calibri" panose="020F0502020204030204" charset="0"/>
                <a:ea typeface="微软雅黑" panose="020B0503020204020204" charset="-122"/>
                <a:sym typeface="+mn-ea"/>
              </a:rPr>
              <a:t>设用同一个k加密两个不同的明文M和M</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，相应的密文为(C₁,C₂)和(C</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,C₂</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)。因为C₂/C₂</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=M/M'，如果攻击者知道M,则很容易求出M</a:t>
            </a:r>
            <a:r>
              <a:rPr lang="en-US" altLang="zh-CN" sz="2000" dirty="0" smtClean="0">
                <a:solidFill>
                  <a:schemeClr val="tx1"/>
                </a:solidFill>
                <a:uFillTx/>
                <a:latin typeface="Calibri" panose="020F0502020204030204" charset="0"/>
                <a:ea typeface="微软雅黑" panose="020B0503020204020204" charset="-122"/>
                <a:sym typeface="+mn-ea"/>
              </a:rPr>
              <a:t>’</a:t>
            </a:r>
            <a:r>
              <a:rPr lang="zh-CN" altLang="en-US" sz="2000" dirty="0" smtClean="0">
                <a:solidFill>
                  <a:schemeClr val="tx1"/>
                </a:solidFill>
                <a:uFillTx/>
                <a:latin typeface="Calibri" panose="020F0502020204030204" charset="0"/>
                <a:ea typeface="微软雅黑" panose="020B0503020204020204" charset="-122"/>
                <a:sym typeface="+mn-ea"/>
              </a:rPr>
              <a:t>。</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algn="l" fontAlgn="auto">
              <a:lnSpc>
                <a:spcPct val="110000"/>
              </a:lnSpc>
              <a:spcBef>
                <a:spcPts val="600"/>
              </a:spcBef>
              <a:spcAft>
                <a:spcPts val="600"/>
              </a:spcAft>
              <a:buClrTx/>
              <a:buSzTx/>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ElGamal算法的应用</a:t>
            </a:r>
            <a:endParaRPr lang="en-US" altLang="zh-CN" sz="2400" dirty="0" smtClean="0">
              <a:solidFill>
                <a:schemeClr val="tx1"/>
              </a:solidFill>
              <a:uFillTx/>
              <a:latin typeface="Calibri" panose="020F0502020204030204" charset="0"/>
              <a:ea typeface="微软雅黑" panose="020B0503020204020204" charset="-122"/>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由于EIGamal密码的安全性得到世界公认，所以得广泛的应用。</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著名的美国数字签名标准DSS,采用了EIGamal密码的一种变形。</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电子邮件标准S/MIME采用了EIGamal密码。</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俄罗斯的数字签名标准也是EIGamal密码的一种变形，而且数据规模选得更大。</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为了适应不同的应用，人们在应用中总结出18种不同的EIGamal密码的变形。</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en-US" altLang="zh-CN" sz="2400" dirty="0" smtClean="0">
                <a:solidFill>
                  <a:schemeClr val="tx1"/>
                </a:solidFill>
                <a:uFillTx/>
                <a:latin typeface="Calibri" panose="020F0502020204030204" charset="0"/>
                <a:ea typeface="微软雅黑" panose="020B0503020204020204" charset="-122"/>
              </a:rPr>
              <a:t>ElGamal</a:t>
            </a:r>
            <a:r>
              <a:rPr lang="zh-CN" altLang="en-US" sz="2400" dirty="0" smtClean="0">
                <a:solidFill>
                  <a:schemeClr val="tx1"/>
                </a:solidFill>
                <a:uFillTx/>
                <a:latin typeface="Calibri" panose="020F0502020204030204" charset="0"/>
                <a:ea typeface="微软雅黑" panose="020B0503020204020204" charset="-122"/>
              </a:rPr>
              <a:t>算法的应用</a:t>
            </a:r>
            <a:endParaRPr lang="zh-CN" altLang="en-US" sz="24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①加解密速度快</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由于实际应用时EIGamal密码运算的素数p比RSA要小，所以EIGamal密码的加解密速度比RSA快。</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②随机数源</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由EIGamal密码的解密钥d和随机数k都应是高质量的随机数。因此，应用EIGamal密码需要一个好的随机数源，也就是说能够快速地产生高质量的随机数。</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③大素数的选择</a:t>
            </a:r>
            <a:endParaRPr lang="zh-CN" altLang="en-US" sz="2000" dirty="0" smtClean="0">
              <a:solidFill>
                <a:schemeClr val="tx1"/>
              </a:solidFill>
              <a:uFillTx/>
              <a:latin typeface="Calibri" panose="020F0502020204030204" charset="0"/>
              <a:ea typeface="微软雅黑" panose="020B0503020204020204" charset="-122"/>
              <a:sym typeface="+mn-ea"/>
            </a:endParaRPr>
          </a:p>
          <a:p>
            <a:pPr fontAlgn="auto">
              <a:lnSpc>
                <a:spcPct val="13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为了EIGamal密码的安全，p应为150位(十进制数)以上的大素数，而且p-1应有大素因子。</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RSA——</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计算问题</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785985" cy="5073650"/>
          </a:xfrm>
        </p:spPr>
        <p:txBody>
          <a:bodyPr>
            <a:noAutofit/>
          </a:bodyPr>
          <a:p>
            <a:pPr marL="0" indent="0" fontAlgn="auto">
              <a:lnSpc>
                <a:spcPct val="110000"/>
              </a:lnSpc>
              <a:spcBef>
                <a:spcPts val="600"/>
              </a:spcBef>
              <a:spcAft>
                <a:spcPts val="600"/>
              </a:spcAft>
              <a:buNone/>
            </a:pPr>
            <a:r>
              <a:rPr lang="zh-CN" altLang="en-US" sz="2400" b="1" dirty="0" smtClean="0">
                <a:solidFill>
                  <a:schemeClr val="tx1"/>
                </a:solidFill>
                <a:uFillTx/>
                <a:latin typeface="Calibri" panose="020F0502020204030204" charset="0"/>
                <a:ea typeface="微软雅黑" panose="020B0503020204020204" charset="-122"/>
              </a:rPr>
              <a:t>模算术里的求幂运算</a:t>
            </a:r>
            <a:endParaRPr lang="zh-CN" altLang="en-US" sz="2400" b="1" dirty="0" smtClean="0">
              <a:solidFill>
                <a:schemeClr val="tx1"/>
              </a:solidFill>
              <a:uFillTx/>
              <a:latin typeface="Calibri" panose="020F0502020204030204" charset="0"/>
              <a:ea typeface="微软雅黑" panose="020B0503020204020204" charset="-122"/>
            </a:endParaRPr>
          </a:p>
          <a:p>
            <a:pPr fontAlgn="auto">
              <a:lnSpc>
                <a:spcPct val="110000"/>
              </a:lnSpc>
              <a:spcBef>
                <a:spcPts val="600"/>
              </a:spcBef>
              <a:spcAft>
                <a:spcPts val="600"/>
              </a:spcAft>
            </a:pPr>
            <a:endParaRPr lang="en-US" sz="2400" baseline="30000" dirty="0" smtClean="0">
              <a:solidFill>
                <a:schemeClr val="tx1"/>
              </a:solidFill>
              <a:uFillTx/>
              <a:latin typeface="Calibri" panose="020F0502020204030204" charset="0"/>
              <a:ea typeface="微软雅黑" panose="020B0503020204020204" charset="-122"/>
            </a:endParaRPr>
          </a:p>
        </p:txBody>
      </p:sp>
      <p:pic>
        <p:nvPicPr>
          <p:cNvPr id="3" name="Picture 2" descr="F09-9.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2"/>
              <a:srcRect l="16471" t="8182" r="23529" b="61818"/>
              <a:stretch>
                <a:fillRect/>
              </a:stretch>
            </p:blipFill>
          </mc:Choice>
          <mc:Fallback>
            <p:blipFill>
              <a:blip r:embed="rId3"/>
              <a:srcRect l="16471" t="8182" r="23529" b="61818"/>
              <a:stretch>
                <a:fillRect/>
              </a:stretch>
            </p:blipFill>
          </mc:Fallback>
        </mc:AlternateContent>
        <p:spPr>
          <a:xfrm>
            <a:off x="6593840" y="1518285"/>
            <a:ext cx="5123180" cy="4257675"/>
          </a:xfrm>
          <a:prstGeom prst="rect">
            <a:avLst/>
          </a:prstGeom>
        </p:spPr>
      </p:pic>
      <p:sp>
        <p:nvSpPr>
          <p:cNvPr id="2" name="Rectangle 3"/>
          <p:cNvSpPr>
            <a:spLocks noGrp="1" noChangeArrowheads="1"/>
          </p:cNvSpPr>
          <p:nvPr/>
        </p:nvSpPr>
        <p:spPr>
          <a:xfrm>
            <a:off x="1351280" y="1594485"/>
            <a:ext cx="6201410" cy="50736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fontAlgn="auto">
              <a:lnSpc>
                <a:spcPct val="110000"/>
              </a:lnSpc>
              <a:spcBef>
                <a:spcPts val="600"/>
              </a:spcBef>
              <a:spcAft>
                <a:spcPts val="600"/>
              </a:spcAft>
              <a:buClrTx/>
              <a:buSzTx/>
            </a:pPr>
            <a:r>
              <a:rPr lang="zh-CN" altLang="en-US" sz="2330" dirty="0" smtClean="0">
                <a:solidFill>
                  <a:schemeClr val="tx1"/>
                </a:solidFill>
                <a:uFillTx/>
                <a:latin typeface="Calibri" panose="020F0502020204030204" charset="0"/>
                <a:ea typeface="微软雅黑" panose="020B0503020204020204" charset="-122"/>
              </a:rPr>
              <a:t>a=3；b=13=</a:t>
            </a:r>
            <a:r>
              <a:rPr lang="zh-CN" altLang="en-US" sz="2330" dirty="0" smtClean="0">
                <a:uFillTx/>
                <a:latin typeface="Calibri" panose="020F0502020204030204" charset="0"/>
                <a:ea typeface="微软雅黑" panose="020B0503020204020204" charset="-122"/>
                <a:sym typeface="+mn-ea"/>
              </a:rPr>
              <a:t>(1101)</a:t>
            </a:r>
            <a:r>
              <a:rPr lang="zh-CN" altLang="en-US" sz="2330" baseline="-25000" dirty="0" smtClean="0">
                <a:uFillTx/>
                <a:latin typeface="Calibri" panose="020F0502020204030204" charset="0"/>
                <a:ea typeface="微软雅黑" panose="020B0503020204020204" charset="-122"/>
                <a:sym typeface="+mn-ea"/>
              </a:rPr>
              <a:t>2</a:t>
            </a:r>
            <a:r>
              <a:rPr lang="zh-CN" altLang="en-US" sz="2330" dirty="0" smtClean="0">
                <a:solidFill>
                  <a:schemeClr val="tx1"/>
                </a:solidFill>
                <a:uFillTx/>
                <a:latin typeface="Calibri" panose="020F0502020204030204" charset="0"/>
                <a:ea typeface="微软雅黑" panose="020B0503020204020204" charset="-122"/>
              </a:rPr>
              <a:t>；n=7；计算a</a:t>
            </a:r>
            <a:r>
              <a:rPr lang="zh-CN" altLang="en-US" sz="2330" baseline="30000" dirty="0" smtClean="0">
                <a:solidFill>
                  <a:schemeClr val="tx1"/>
                </a:solidFill>
                <a:uFillTx/>
                <a:latin typeface="Calibri" panose="020F0502020204030204" charset="0"/>
                <a:ea typeface="微软雅黑" panose="020B0503020204020204" charset="-122"/>
              </a:rPr>
              <a:t>b</a:t>
            </a:r>
            <a:r>
              <a:rPr lang="zh-CN" altLang="en-US" sz="2330" dirty="0" smtClean="0">
                <a:solidFill>
                  <a:schemeClr val="tx1"/>
                </a:solidFill>
                <a:uFillTx/>
                <a:latin typeface="Calibri" panose="020F0502020204030204" charset="0"/>
                <a:ea typeface="微软雅黑" panose="020B0503020204020204" charset="-122"/>
              </a:rPr>
              <a:t> mod n = ?：</a:t>
            </a:r>
            <a:endParaRPr lang="zh-CN" altLang="en-US" sz="2330" dirty="0" smtClean="0">
              <a:solidFill>
                <a:schemeClr val="tx1"/>
              </a:solidFill>
              <a:uFillTx/>
              <a:latin typeface="Calibri" panose="020F0502020204030204" charset="0"/>
              <a:ea typeface="微软雅黑" panose="020B0503020204020204" charset="-122"/>
            </a:endParaRPr>
          </a:p>
          <a:p>
            <a:pPr algn="l" fontAlgn="auto">
              <a:lnSpc>
                <a:spcPct val="80000"/>
              </a:lnSpc>
              <a:spcBef>
                <a:spcPts val="600"/>
              </a:spcBef>
              <a:spcAft>
                <a:spcPts val="600"/>
              </a:spcAft>
              <a:buClrTx/>
              <a:buSzTx/>
            </a:pPr>
            <a:r>
              <a:rPr lang="zh-CN" altLang="en-US" sz="2330" dirty="0" smtClean="0">
                <a:solidFill>
                  <a:schemeClr val="tx1"/>
                </a:solidFill>
                <a:uFillTx/>
                <a:latin typeface="Calibri" panose="020F0502020204030204" charset="0"/>
                <a:ea typeface="微软雅黑" panose="020B0503020204020204" charset="-122"/>
              </a:rPr>
              <a:t>第一轮：k=3；c=0；f=1</a:t>
            </a:r>
            <a:endParaRPr lang="zh-CN" altLang="en-US" sz="2330" dirty="0" smtClean="0">
              <a:solidFill>
                <a:schemeClr val="tx1"/>
              </a:solidFill>
              <a:uFillTx/>
              <a:latin typeface="Calibri" panose="020F0502020204030204" charset="0"/>
              <a:ea typeface="微软雅黑" panose="020B0503020204020204" charset="-122"/>
            </a:endParaRPr>
          </a:p>
          <a:p>
            <a:pPr lvl="1" fontAlgn="auto">
              <a:lnSpc>
                <a:spcPct val="80000"/>
              </a:lnSpc>
              <a:spcBef>
                <a:spcPts val="600"/>
              </a:spcBef>
              <a:spcAft>
                <a:spcPts val="600"/>
              </a:spcAft>
            </a:pPr>
            <a:r>
              <a:rPr lang="en-US" sz="1710" dirty="0" smtClean="0">
                <a:solidFill>
                  <a:schemeClr val="tx1"/>
                </a:solidFill>
                <a:uFillTx/>
                <a:latin typeface="Calibri" panose="020F0502020204030204" charset="0"/>
                <a:ea typeface="微软雅黑" panose="020B0503020204020204" charset="-122"/>
              </a:rPr>
              <a:t>c=2c=0; f=1 mod n</a:t>
            </a:r>
            <a:r>
              <a:rPr sz="1710" dirty="0" smtClean="0">
                <a:solidFill>
                  <a:schemeClr val="tx1"/>
                </a:solidFill>
                <a:uFillTx/>
                <a:latin typeface="Calibri" panose="020F0502020204030204" charset="0"/>
                <a:ea typeface="微软雅黑" panose="020B0503020204020204" charset="-122"/>
              </a:rPr>
              <a:t>。</a:t>
            </a:r>
            <a:endParaRPr sz="1710" dirty="0" smtClean="0">
              <a:solidFill>
                <a:schemeClr val="tx1"/>
              </a:solidFill>
              <a:uFillTx/>
              <a:latin typeface="Calibri" panose="020F0502020204030204" charset="0"/>
              <a:ea typeface="微软雅黑" panose="020B0503020204020204" charset="-122"/>
            </a:endParaRPr>
          </a:p>
          <a:p>
            <a:pPr lvl="1" fontAlgn="auto">
              <a:lnSpc>
                <a:spcPct val="80000"/>
              </a:lnSpc>
              <a:spcBef>
                <a:spcPts val="600"/>
              </a:spcBef>
              <a:spcAft>
                <a:spcPts val="600"/>
              </a:spcAft>
            </a:pPr>
            <a:r>
              <a:rPr lang="zh-CN" altLang="en-US" sz="2000" dirty="0" smtClean="0">
                <a:solidFill>
                  <a:schemeClr val="tx1"/>
                </a:solidFill>
                <a:uFillTx/>
                <a:latin typeface="Calibri" panose="020F0502020204030204" charset="0"/>
                <a:ea typeface="微软雅黑" panose="020B0503020204020204" charset="-122"/>
                <a:sym typeface="+mn-ea"/>
              </a:rPr>
              <a:t>因为</a:t>
            </a:r>
            <a:r>
              <a:rPr lang="en-US" altLang="zh-CN" sz="2000" dirty="0" smtClean="0">
                <a:solidFill>
                  <a:schemeClr val="tx1"/>
                </a:solidFill>
                <a:uFillTx/>
                <a:latin typeface="Calibri" panose="020F0502020204030204" charset="0"/>
                <a:ea typeface="微软雅黑" panose="020B0503020204020204" charset="-122"/>
                <a:sym typeface="+mn-ea"/>
              </a:rPr>
              <a:t>b</a:t>
            </a:r>
            <a:r>
              <a:rPr lang="en-US" altLang="zh-CN" sz="2000" baseline="-25000" dirty="0" smtClean="0">
                <a:solidFill>
                  <a:schemeClr val="tx1"/>
                </a:solidFill>
                <a:uFillTx/>
                <a:latin typeface="Calibri" panose="020F0502020204030204" charset="0"/>
                <a:ea typeface="微软雅黑" panose="020B0503020204020204" charset="-122"/>
                <a:sym typeface="+mn-ea"/>
              </a:rPr>
              <a:t>k</a:t>
            </a:r>
            <a:r>
              <a:rPr lang="en-US" altLang="zh-CN" sz="2000" dirty="0" smtClean="0">
                <a:solidFill>
                  <a:schemeClr val="tx1"/>
                </a:solidFill>
                <a:uFillTx/>
                <a:latin typeface="Calibri" panose="020F0502020204030204" charset="0"/>
                <a:ea typeface="微软雅黑" panose="020B0503020204020204" charset="-122"/>
                <a:sym typeface="+mn-ea"/>
              </a:rPr>
              <a:t>=1</a:t>
            </a:r>
            <a:r>
              <a:rPr lang="zh-CN" altLang="en-US" sz="2000" dirty="0" smtClean="0">
                <a:solidFill>
                  <a:schemeClr val="tx1"/>
                </a:solidFill>
                <a:uFillTx/>
                <a:latin typeface="Calibri" panose="020F0502020204030204" charset="0"/>
                <a:ea typeface="微软雅黑" panose="020B0503020204020204" charset="-122"/>
                <a:sym typeface="+mn-ea"/>
              </a:rPr>
              <a:t>，所以：</a:t>
            </a:r>
            <a:r>
              <a:rPr lang="en-US" sz="2000" dirty="0" smtClean="0">
                <a:uFillTx/>
                <a:latin typeface="Calibri" panose="020F0502020204030204" charset="0"/>
                <a:ea typeface="微软雅黑" panose="020B0503020204020204" charset="-122"/>
                <a:sym typeface="+mn-ea"/>
              </a:rPr>
              <a:t>c=c+1=1</a:t>
            </a:r>
            <a:r>
              <a:rPr lang="zh-CN" altLang="en-US" sz="2000" dirty="0" smtClean="0">
                <a:uFillTx/>
                <a:latin typeface="Calibri" panose="020F0502020204030204" charset="0"/>
                <a:ea typeface="微软雅黑" panose="020B0503020204020204" charset="-122"/>
                <a:sym typeface="+mn-ea"/>
              </a:rPr>
              <a:t>；</a:t>
            </a:r>
            <a:r>
              <a:rPr lang="en-US" altLang="zh-CN" sz="2000" dirty="0" smtClean="0">
                <a:uFillTx/>
                <a:latin typeface="Calibri" panose="020F0502020204030204" charset="0"/>
                <a:ea typeface="微软雅黑" panose="020B0503020204020204" charset="-122"/>
                <a:sym typeface="+mn-ea"/>
              </a:rPr>
              <a:t>f=a mod n</a:t>
            </a:r>
            <a:endParaRPr lang="en-US" altLang="zh-CN" sz="2000" dirty="0" smtClean="0">
              <a:uFillTx/>
              <a:latin typeface="Calibri" panose="020F0502020204030204" charset="0"/>
              <a:ea typeface="微软雅黑" panose="020B0503020204020204" charset="-122"/>
              <a:sym typeface="+mn-ea"/>
            </a:endParaRPr>
          </a:p>
          <a:p>
            <a:pPr lvl="0" fontAlgn="auto">
              <a:lnSpc>
                <a:spcPct val="80000"/>
              </a:lnSpc>
              <a:spcBef>
                <a:spcPts val="600"/>
              </a:spcBef>
              <a:spcAft>
                <a:spcPts val="600"/>
              </a:spcAft>
            </a:pPr>
            <a:r>
              <a:rPr lang="zh-CN" altLang="en-US" sz="2330" dirty="0" smtClean="0">
                <a:uFillTx/>
                <a:latin typeface="Calibri" panose="020F0502020204030204" charset="0"/>
                <a:ea typeface="微软雅黑" panose="020B0503020204020204" charset="-122"/>
                <a:sym typeface="+mn-ea"/>
              </a:rPr>
              <a:t>第二轮</a:t>
            </a:r>
            <a:endParaRPr lang="zh-CN" altLang="en-US" sz="2330" dirty="0" smtClean="0">
              <a:uFillTx/>
              <a:latin typeface="Calibri" panose="020F0502020204030204" charset="0"/>
              <a:ea typeface="微软雅黑" panose="020B0503020204020204" charset="-122"/>
              <a:sym typeface="+mn-ea"/>
            </a:endParaRPr>
          </a:p>
          <a:p>
            <a:pPr lvl="1" fontAlgn="auto">
              <a:lnSpc>
                <a:spcPct val="80000"/>
              </a:lnSpc>
              <a:spcBef>
                <a:spcPts val="600"/>
              </a:spcBef>
              <a:spcAft>
                <a:spcPts val="600"/>
              </a:spcAft>
            </a:pPr>
            <a:r>
              <a:rPr lang="en-US" altLang="zh-CN" sz="1995" dirty="0" smtClean="0">
                <a:solidFill>
                  <a:schemeClr val="tx1"/>
                </a:solidFill>
                <a:uFillTx/>
                <a:latin typeface="Calibri" panose="020F0502020204030204" charset="0"/>
                <a:ea typeface="微软雅黑" panose="020B0503020204020204" charset="-122"/>
                <a:sym typeface="+mn-ea"/>
              </a:rPr>
              <a:t>......</a:t>
            </a:r>
            <a:endParaRPr lang="en-US" altLang="zh-CN" sz="1995" dirty="0" smtClean="0">
              <a:solidFill>
                <a:schemeClr val="tx1"/>
              </a:solidFill>
              <a:uFillTx/>
              <a:latin typeface="Calibri" panose="020F0502020204030204" charset="0"/>
              <a:ea typeface="微软雅黑" panose="020B0503020204020204" charset="-122"/>
              <a:sym typeface="+mn-ea"/>
            </a:endParaRPr>
          </a:p>
          <a:p>
            <a:pPr lvl="0" fontAlgn="auto">
              <a:lnSpc>
                <a:spcPct val="80000"/>
              </a:lnSpc>
              <a:spcBef>
                <a:spcPts val="600"/>
              </a:spcBef>
              <a:spcAft>
                <a:spcPts val="600"/>
              </a:spcAft>
            </a:pPr>
            <a:r>
              <a:rPr lang="zh-CN" altLang="en-US" sz="2325" dirty="0" smtClean="0">
                <a:uFillTx/>
                <a:latin typeface="Calibri" panose="020F0502020204030204" charset="0"/>
                <a:ea typeface="微软雅黑" panose="020B0503020204020204" charset="-122"/>
                <a:sym typeface="+mn-ea"/>
              </a:rPr>
              <a:t>第</a:t>
            </a:r>
            <a:r>
              <a:rPr lang="zh-CN" altLang="en-US" sz="2325" dirty="0" smtClean="0">
                <a:uFillTx/>
                <a:latin typeface="Calibri" panose="020F0502020204030204" charset="0"/>
                <a:ea typeface="微软雅黑" panose="020B0503020204020204" charset="-122"/>
                <a:sym typeface="+mn-ea"/>
              </a:rPr>
              <a:t>三轮</a:t>
            </a:r>
            <a:endParaRPr lang="zh-CN" altLang="en-US" sz="2325" dirty="0" smtClean="0">
              <a:uFillTx/>
              <a:latin typeface="Calibri" panose="020F0502020204030204" charset="0"/>
              <a:ea typeface="微软雅黑" panose="020B0503020204020204" charset="-122"/>
              <a:sym typeface="+mn-ea"/>
            </a:endParaRPr>
          </a:p>
          <a:p>
            <a:pPr lvl="1" fontAlgn="auto">
              <a:lnSpc>
                <a:spcPct val="80000"/>
              </a:lnSpc>
              <a:spcBef>
                <a:spcPts val="600"/>
              </a:spcBef>
              <a:spcAft>
                <a:spcPts val="600"/>
              </a:spcAft>
            </a:pPr>
            <a:r>
              <a:rPr lang="en-US" altLang="zh-CN" sz="2325" dirty="0" smtClean="0">
                <a:uFillTx/>
                <a:latin typeface="Calibri" panose="020F0502020204030204" charset="0"/>
                <a:ea typeface="微软雅黑" panose="020B0503020204020204" charset="-122"/>
                <a:sym typeface="+mn-ea"/>
              </a:rPr>
              <a:t>......</a:t>
            </a:r>
            <a:endParaRPr lang="en-US" altLang="zh-CN" sz="2325" dirty="0" smtClean="0">
              <a:solidFill>
                <a:schemeClr val="tx1"/>
              </a:solidFill>
              <a:uFillTx/>
              <a:latin typeface="Calibri" panose="020F0502020204030204" charset="0"/>
              <a:ea typeface="微软雅黑" panose="020B0503020204020204" charset="-122"/>
              <a:sym typeface="+mn-ea"/>
            </a:endParaRPr>
          </a:p>
          <a:p>
            <a:pPr lvl="0" fontAlgn="auto">
              <a:lnSpc>
                <a:spcPct val="80000"/>
              </a:lnSpc>
              <a:spcBef>
                <a:spcPts val="600"/>
              </a:spcBef>
              <a:spcAft>
                <a:spcPts val="600"/>
              </a:spcAft>
            </a:pPr>
            <a:r>
              <a:rPr lang="zh-CN" altLang="en-US" sz="2325" dirty="0" smtClean="0">
                <a:uFillTx/>
                <a:latin typeface="Calibri" panose="020F0502020204030204" charset="0"/>
                <a:ea typeface="微软雅黑" panose="020B0503020204020204" charset="-122"/>
                <a:sym typeface="+mn-ea"/>
              </a:rPr>
              <a:t>第</a:t>
            </a:r>
            <a:r>
              <a:rPr lang="zh-CN" altLang="en-US" sz="2325" dirty="0" smtClean="0">
                <a:uFillTx/>
                <a:latin typeface="Calibri" panose="020F0502020204030204" charset="0"/>
                <a:ea typeface="微软雅黑" panose="020B0503020204020204" charset="-122"/>
                <a:sym typeface="+mn-ea"/>
              </a:rPr>
              <a:t>四轮</a:t>
            </a:r>
            <a:endParaRPr lang="zh-CN" altLang="en-US" sz="2325" dirty="0" smtClean="0">
              <a:uFillTx/>
              <a:latin typeface="Calibri" panose="020F0502020204030204" charset="0"/>
              <a:ea typeface="微软雅黑" panose="020B0503020204020204" charset="-122"/>
              <a:sym typeface="+mn-ea"/>
            </a:endParaRPr>
          </a:p>
          <a:p>
            <a:pPr lvl="1" fontAlgn="auto">
              <a:lnSpc>
                <a:spcPct val="80000"/>
              </a:lnSpc>
              <a:spcBef>
                <a:spcPts val="600"/>
              </a:spcBef>
              <a:spcAft>
                <a:spcPts val="600"/>
              </a:spcAft>
            </a:pPr>
            <a:r>
              <a:rPr lang="en-US" altLang="zh-CN" sz="2325" dirty="0" smtClean="0">
                <a:uFillTx/>
                <a:latin typeface="Calibri" panose="020F0502020204030204" charset="0"/>
                <a:ea typeface="微软雅黑" panose="020B0503020204020204" charset="-122"/>
                <a:sym typeface="+mn-ea"/>
              </a:rPr>
              <a:t>......</a:t>
            </a:r>
            <a:endParaRPr lang="en-US" altLang="zh-CN" sz="2325" dirty="0" smtClean="0">
              <a:solidFill>
                <a:schemeClr val="tx1"/>
              </a:solidFill>
              <a:uFillTx/>
              <a:latin typeface="Calibri" panose="020F0502020204030204" charset="0"/>
              <a:ea typeface="微软雅黑" panose="020B0503020204020204" charset="-122"/>
              <a:sym typeface="+mn-ea"/>
            </a:endParaRPr>
          </a:p>
          <a:p>
            <a:pPr lvl="0" fontAlgn="auto">
              <a:lnSpc>
                <a:spcPct val="110000"/>
              </a:lnSpc>
              <a:spcBef>
                <a:spcPts val="600"/>
              </a:spcBef>
              <a:spcAft>
                <a:spcPts val="600"/>
              </a:spcAft>
            </a:pPr>
            <a:endParaRPr lang="en-US" altLang="zh-CN" sz="2325"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pitchFamily="34" charset="0"/>
              <a:ea typeface="Arial" panose="020B0604020202020204" pitchFamily="34" charset="0"/>
              <a:cs typeface="Arial" panose="020B0604020202020204" pitchFamily="34" charset="0"/>
            </a:endParaRPr>
          </a:p>
          <a:p>
            <a:pPr marL="2043430" algn="l" rtl="0" eaLnBrk="0">
              <a:lnSpc>
                <a:spcPct val="96000"/>
              </a:lnSpc>
            </a:pPr>
            <a:endParaRPr sz="4300" dirty="0">
              <a:latin typeface="仿宋" panose="02010609060101010101" charset="-122"/>
              <a:ea typeface="仿宋" panose="02010609060101010101" charset="-122"/>
              <a:cs typeface="仿宋" panose="02010609060101010101" charset="-122"/>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4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en-US" altLang="en-US" sz="3600" dirty="0"/>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6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7000"/>
              </a:lnSpc>
            </a:pPr>
            <a:endParaRPr sz="1000" dirty="0">
              <a:latin typeface="Arial" panose="020B0604020202020204" pitchFamily="34" charset="0"/>
              <a:ea typeface="Arial" panose="020B0604020202020204" pitchFamily="34" charset="0"/>
              <a:cs typeface="Arial" panose="020B0604020202020204" pitchFamily="34" charset="0"/>
            </a:endParaRPr>
          </a:p>
          <a:p>
            <a:pPr algn="l" rtl="0" eaLnBrk="0">
              <a:lnSpc>
                <a:spcPct val="100000"/>
              </a:lnSpc>
            </a:pPr>
            <a:endParaRPr sz="600" dirty="0">
              <a:latin typeface="Arial" panose="020B0604020202020204" pitchFamily="34" charset="0"/>
              <a:ea typeface="Arial" panose="020B0604020202020204" pitchFamily="34" charset="0"/>
              <a:cs typeface="Arial" panose="020B0604020202020204" pitchFamily="34" charset="0"/>
            </a:endParaRPr>
          </a:p>
          <a:p>
            <a:pPr marL="2055495" algn="l" rtl="0" eaLnBrk="0">
              <a:lnSpc>
                <a:spcPct val="94000"/>
              </a:lnSpc>
              <a:spcBef>
                <a:spcPts val="5"/>
              </a:spcBef>
            </a:pPr>
            <a:endParaRPr sz="2400" dirty="0">
              <a:latin typeface="仿宋" panose="02010609060101010101" charset="-122"/>
              <a:ea typeface="仿宋" panose="02010609060101010101"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grpSp>
        <p:nvGrpSpPr>
          <p:cNvPr id="3" name="group 2"/>
          <p:cNvGrpSpPr/>
          <p:nvPr/>
        </p:nvGrpSpPr>
        <p:grpSpPr>
          <a:xfrm rot="21600000">
            <a:off x="3937792" y="3143480"/>
            <a:ext cx="4790230" cy="815124"/>
            <a:chOff x="0" y="0"/>
            <a:chExt cx="5279898" cy="898448"/>
          </a:xfrm>
        </p:grpSpPr>
        <p:pic>
          <p:nvPicPr>
            <p:cNvPr id="12" name="picture 12"/>
            <p:cNvPicPr>
              <a:picLocks noChangeAspect="1"/>
            </p:cNvPicPr>
            <p:nvPr/>
          </p:nvPicPr>
          <p:blipFill>
            <a:blip r:embed="rId1"/>
            <a:stretch>
              <a:fillRect/>
            </a:stretch>
          </p:blipFill>
          <p:spPr>
            <a:xfrm rot="21600000">
              <a:off x="0" y="0"/>
              <a:ext cx="5279898" cy="898448"/>
            </a:xfrm>
            <a:prstGeom prst="rect">
              <a:avLst/>
            </a:prstGeom>
          </p:spPr>
        </p:pic>
        <p:sp>
          <p:nvSpPr>
            <p:cNvPr id="14" name="textbox 14"/>
            <p:cNvSpPr/>
            <p:nvPr/>
          </p:nvSpPr>
          <p:spPr>
            <a:xfrm>
              <a:off x="-12700" y="-12700"/>
              <a:ext cx="5305425" cy="955675"/>
            </a:xfrm>
            <a:prstGeom prst="rect">
              <a:avLst/>
            </a:prstGeom>
          </p:spPr>
          <p:txBody>
            <a:bodyPr vert="horz" wrap="square" lIns="0" tIns="0" rIns="0" bIns="0"/>
            <a:p>
              <a:pPr algn="l" rtl="0" eaLnBrk="0">
                <a:lnSpc>
                  <a:spcPct val="128000"/>
                </a:lnSpc>
              </a:pPr>
              <a:endParaRPr lang="en-US" altLang="en-US" sz="905" dirty="0"/>
            </a:p>
            <a:p>
              <a:pPr algn="l" rtl="0" eaLnBrk="0">
                <a:lnSpc>
                  <a:spcPct val="128000"/>
                </a:lnSpc>
              </a:pPr>
              <a:endParaRPr lang="en-US" altLang="en-US" sz="905" dirty="0"/>
            </a:p>
            <a:p>
              <a:pPr algn="l" rtl="0" eaLnBrk="0">
                <a:lnSpc>
                  <a:spcPct val="10000"/>
                </a:lnSpc>
              </a:pPr>
              <a:endParaRPr lang="en-US" altLang="en-US" sz="100" dirty="0"/>
            </a:p>
            <a:p>
              <a:pPr marL="1031875" algn="l" rtl="0" eaLnBrk="0">
                <a:lnSpc>
                  <a:spcPct val="95000"/>
                </a:lnSpc>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函数满足条件及安全性定义</a:t>
              </a:r>
              <a:endParaRPr lang="en-US" altLang="en-US" sz="1905" dirty="0"/>
            </a:p>
          </p:txBody>
        </p:sp>
      </p:grpSp>
      <p:grpSp>
        <p:nvGrpSpPr>
          <p:cNvPr id="5" name="group 4"/>
          <p:cNvGrpSpPr/>
          <p:nvPr/>
        </p:nvGrpSpPr>
        <p:grpSpPr>
          <a:xfrm rot="21600000">
            <a:off x="4091267" y="1970292"/>
            <a:ext cx="4665791" cy="646394"/>
            <a:chOff x="0" y="0"/>
            <a:chExt cx="5142738" cy="712470"/>
          </a:xfrm>
        </p:grpSpPr>
        <p:pic>
          <p:nvPicPr>
            <p:cNvPr id="16" name="picture 16"/>
            <p:cNvPicPr>
              <a:picLocks noChangeAspect="1"/>
            </p:cNvPicPr>
            <p:nvPr/>
          </p:nvPicPr>
          <p:blipFill>
            <a:blip r:embed="rId2"/>
            <a:stretch>
              <a:fillRect/>
            </a:stretch>
          </p:blipFill>
          <p:spPr>
            <a:xfrm rot="21600000">
              <a:off x="0" y="0"/>
              <a:ext cx="5142738" cy="712470"/>
            </a:xfrm>
            <a:prstGeom prst="rect">
              <a:avLst/>
            </a:prstGeom>
          </p:spPr>
        </p:pic>
        <p:sp>
          <p:nvSpPr>
            <p:cNvPr id="18" name="textbox 18"/>
            <p:cNvSpPr/>
            <p:nvPr/>
          </p:nvSpPr>
          <p:spPr>
            <a:xfrm>
              <a:off x="-12700" y="-12700"/>
              <a:ext cx="5168265" cy="774065"/>
            </a:xfrm>
            <a:prstGeom prst="rect">
              <a:avLst/>
            </a:prstGeom>
          </p:spPr>
          <p:txBody>
            <a:bodyPr vert="horz" wrap="square" lIns="0" tIns="0" rIns="0" bIns="0"/>
            <a:p>
              <a:pPr algn="l" rtl="0" eaLnBrk="0">
                <a:lnSpc>
                  <a:spcPct val="146000"/>
                </a:lnSpc>
              </a:pPr>
              <a:endParaRPr lang="en-US" altLang="en-US" sz="905" dirty="0"/>
            </a:p>
            <a:p>
              <a:pPr marL="582930" algn="l" rtl="0" eaLnBrk="0">
                <a:lnSpc>
                  <a:spcPct val="97000"/>
                </a:lnSpc>
                <a:spcBef>
                  <a:spcPts val="5"/>
                </a:spcBef>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函数的定义</a:t>
              </a:r>
              <a:endParaRPr lang="en-US" altLang="en-US" sz="1905" dirty="0"/>
            </a:p>
          </p:txBody>
        </p:sp>
      </p:grpSp>
      <p:grpSp>
        <p:nvGrpSpPr>
          <p:cNvPr id="6" name="group 6"/>
          <p:cNvGrpSpPr/>
          <p:nvPr/>
        </p:nvGrpSpPr>
        <p:grpSpPr>
          <a:xfrm rot="21600000">
            <a:off x="4116155" y="4560707"/>
            <a:ext cx="4645742" cy="646394"/>
            <a:chOff x="0" y="0"/>
            <a:chExt cx="5120640" cy="712470"/>
          </a:xfrm>
        </p:grpSpPr>
        <p:pic>
          <p:nvPicPr>
            <p:cNvPr id="20" name="picture 20"/>
            <p:cNvPicPr>
              <a:picLocks noChangeAspect="1"/>
            </p:cNvPicPr>
            <p:nvPr/>
          </p:nvPicPr>
          <p:blipFill>
            <a:blip r:embed="rId3"/>
            <a:stretch>
              <a:fillRect/>
            </a:stretch>
          </p:blipFill>
          <p:spPr>
            <a:xfrm rot="21600000">
              <a:off x="0" y="0"/>
              <a:ext cx="5120640" cy="712470"/>
            </a:xfrm>
            <a:prstGeom prst="rect">
              <a:avLst/>
            </a:prstGeom>
          </p:spPr>
        </p:pic>
        <p:sp>
          <p:nvSpPr>
            <p:cNvPr id="22" name="textbox 22"/>
            <p:cNvSpPr/>
            <p:nvPr/>
          </p:nvSpPr>
          <p:spPr>
            <a:xfrm>
              <a:off x="-12700" y="-12700"/>
              <a:ext cx="5146675" cy="772794"/>
            </a:xfrm>
            <a:prstGeom prst="rect">
              <a:avLst/>
            </a:prstGeom>
          </p:spPr>
          <p:txBody>
            <a:bodyPr vert="horz" wrap="square" lIns="0" tIns="0" rIns="0" bIns="0"/>
            <a:p>
              <a:pPr algn="l" rtl="0" eaLnBrk="0">
                <a:lnSpc>
                  <a:spcPct val="147000"/>
                </a:lnSpc>
              </a:pPr>
              <a:endParaRPr lang="en-US" altLang="en-US" sz="905" dirty="0"/>
            </a:p>
            <a:p>
              <a:pPr algn="l" rtl="0" eaLnBrk="0">
                <a:lnSpc>
                  <a:spcPct val="9000"/>
                </a:lnSpc>
              </a:pPr>
              <a:endParaRPr lang="en-US" altLang="en-US" sz="100" dirty="0"/>
            </a:p>
            <a:p>
              <a:pPr marL="582930" algn="l" rtl="0" eaLnBrk="0">
                <a:lnSpc>
                  <a:spcPct val="96000"/>
                </a:lnSpc>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函数使用方式</a:t>
              </a:r>
              <a:endParaRPr lang="en-US" altLang="en-US" sz="1905" dirty="0"/>
            </a:p>
          </p:txBody>
        </p:sp>
      </p:grpSp>
      <p:pic>
        <p:nvPicPr>
          <p:cNvPr id="26" name="picture 26"/>
          <p:cNvPicPr>
            <a:picLocks noChangeAspect="1"/>
          </p:cNvPicPr>
          <p:nvPr/>
        </p:nvPicPr>
        <p:blipFill>
          <a:blip r:embed="rId4"/>
          <a:stretch>
            <a:fillRect/>
          </a:stretch>
        </p:blipFill>
        <p:spPr>
          <a:xfrm rot="21600000">
            <a:off x="3688913" y="1884337"/>
            <a:ext cx="813695" cy="820402"/>
          </a:xfrm>
          <a:prstGeom prst="rect">
            <a:avLst/>
          </a:prstGeom>
        </p:spPr>
      </p:pic>
      <p:pic>
        <p:nvPicPr>
          <p:cNvPr id="28" name="picture 28"/>
          <p:cNvPicPr>
            <a:picLocks noChangeAspect="1"/>
          </p:cNvPicPr>
          <p:nvPr/>
        </p:nvPicPr>
        <p:blipFill>
          <a:blip r:embed="rId5"/>
          <a:stretch>
            <a:fillRect/>
          </a:stretch>
        </p:blipFill>
        <p:spPr>
          <a:xfrm rot="21600000">
            <a:off x="3710344" y="4477056"/>
            <a:ext cx="813695" cy="81484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sz="3600" u="sng" kern="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sym typeface="+mn-ea"/>
              </a:rPr>
              <a:t>Hash函数的定义</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a:picLocks noChangeAspect="1"/>
          </p:cNvPicPr>
          <p:nvPr/>
        </p:nvPicPr>
        <p:blipFill>
          <a:blip r:embed="rId2"/>
          <a:stretch>
            <a:fillRect/>
          </a:stretch>
        </p:blipFill>
        <p:spPr>
          <a:xfrm>
            <a:off x="356870" y="1019810"/>
            <a:ext cx="11457940" cy="913765"/>
          </a:xfrm>
          <a:prstGeom prst="rect">
            <a:avLst/>
          </a:prstGeom>
        </p:spPr>
      </p:pic>
      <p:sp>
        <p:nvSpPr>
          <p:cNvPr id="7" name="文本框 6"/>
          <p:cNvSpPr txBox="1"/>
          <p:nvPr/>
        </p:nvSpPr>
        <p:spPr>
          <a:xfrm>
            <a:off x="694055" y="1933575"/>
            <a:ext cx="11120755" cy="4246245"/>
          </a:xfrm>
          <a:prstGeom prst="rect">
            <a:avLst/>
          </a:prstGeom>
          <a:noFill/>
        </p:spPr>
        <p:txBody>
          <a:bodyPr wrap="square" rtlCol="0" anchor="t">
            <a:spAutoFit/>
          </a:bodyPr>
          <a:p>
            <a:r>
              <a:rPr lang="zh-CN" altLang="en-US"/>
              <a:t>Xcode 是由苹果公司发布的运行在操作系统Mac OS X上的集成开发工具（IDE），是开发OS X 和 iOS 应用程序的最主流工具。</a:t>
            </a:r>
            <a:endParaRPr lang="zh-CN" altLang="en-US"/>
          </a:p>
          <a:p>
            <a:r>
              <a:rPr lang="zh-CN" altLang="en-US"/>
              <a:t>2015年9月14日起，一例Xcode非官方版本恶意代码污染。多数分析者将这一事件称为“XcodeGhost”。</a:t>
            </a:r>
            <a:endParaRPr lang="zh-CN" altLang="en-US"/>
          </a:p>
          <a:p>
            <a:r>
              <a:rPr lang="zh-CN" altLang="en-US"/>
              <a:t>攻击者通过对Xcode进行篡改，加入恶意模块，并进行各种传播活动，使大量开发者使用被污染过的版本，建立开发环境。经过被污染过的Xcode版本编译出的App程序，将被植入恶意逻辑，其中包括向攻击者注册的域名回传若干信息，并可能导致弹窗攻击和被远程控制的风险。</a:t>
            </a:r>
            <a:endParaRPr lang="zh-CN" altLang="en-US"/>
          </a:p>
          <a:p>
            <a:r>
              <a:rPr lang="zh-CN" altLang="en-US"/>
              <a:t>本事件由腾讯相关安全团队发现，并上报国家互联网应急中心，国家互联网应急中心发出了公开预警，阿里安全研究员蒸米、Xundi根据分析将这一事件称为“XcodeGhost”，这一名称被其他机构和研究者所沿袭。PaloAlto Network、360、盘古、微步、i春秋等安全厂商和团队机构，对事件进行了大量跟进分析、普查和解读工作。有多个分析团队发现著名的游戏开发工具Unity 3D、Cocos 2d-x也被同一作者进行了地下供应链污染，因此会影响更多的操作系统平台。截止到本版本报告发布，尚未发现“XcodeGhost”组织对其他更多开发环境的影响，但安天分析小组基于JAVA代码和Native代码的开发特点，同样发出了相关风险预警。</a:t>
            </a:r>
            <a:endParaRPr lang="zh-CN" altLang="en-US"/>
          </a:p>
          <a:p>
            <a:r>
              <a:rPr lang="zh-CN" altLang="en-US"/>
              <a:t>截止到2015年9月20日，各方已经累计发现当前已确认共692种（如按版本号计算为858个）App曾受到污染，受影响的厂商中包括了微信、滴滴、网易云音乐等著名应用。</a:t>
            </a:r>
            <a:endParaRPr lang="zh-CN" altLang="en-US"/>
          </a:p>
          <a:p>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Hash函数的定义</a:t>
            </a:r>
            <a:endParaRPr lang="zh-CN" altLang="en-US" sz="24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①</a:t>
            </a:r>
            <a:r>
              <a:rPr lang="en-US" altLang="zh-CN" sz="2000" dirty="0" smtClean="0">
                <a:solidFill>
                  <a:schemeClr val="tx1"/>
                </a:solidFill>
                <a:uFillTx/>
                <a:latin typeface="Calibri" panose="020F0502020204030204" charset="0"/>
                <a:ea typeface="微软雅黑" panose="020B0503020204020204" charset="-122"/>
                <a:sym typeface="+mn-ea"/>
              </a:rPr>
              <a:t> </a:t>
            </a:r>
            <a:r>
              <a:rPr lang="zh-CN" altLang="en-US" sz="2000" dirty="0" smtClean="0">
                <a:uFillTx/>
                <a:latin typeface="Calibri" panose="020F0502020204030204" charset="0"/>
                <a:ea typeface="微软雅黑" panose="020B0503020204020204" charset="-122"/>
                <a:sym typeface="+mn-ea"/>
              </a:rPr>
              <a:t>将任意长的消息M映射为较短的、固定长度的一个值H(M)。</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②</a:t>
            </a:r>
            <a:r>
              <a:rPr lang="en-US" altLang="zh-CN" sz="2000" dirty="0" smtClean="0">
                <a:solidFill>
                  <a:schemeClr val="tx1"/>
                </a:solidFill>
                <a:uFillTx/>
                <a:latin typeface="Calibri" panose="020F0502020204030204" charset="0"/>
                <a:ea typeface="微软雅黑" panose="020B0503020204020204" charset="-122"/>
                <a:sym typeface="+mn-ea"/>
              </a:rPr>
              <a:t> </a:t>
            </a:r>
            <a:r>
              <a:rPr lang="zh-CN" altLang="en-US" sz="2000" dirty="0" smtClean="0">
                <a:uFillTx/>
                <a:latin typeface="Calibri" panose="020F0502020204030204" charset="0"/>
                <a:ea typeface="微软雅黑" panose="020B0503020204020204" charset="-122"/>
                <a:sym typeface="+mn-ea"/>
              </a:rPr>
              <a:t>Hash函数也称为哈希函数、散列函数、压缩函数、杂凑函数、指纹函数等。其函数值H(M)为哈希值、散列值、杂凑码、指纹、消息摘要等。</a:t>
            </a:r>
            <a:endParaRPr lang="zh-CN" altLang="en-US"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③</a:t>
            </a:r>
            <a:r>
              <a:rPr lang="en-US" altLang="zh-CN" sz="2000" dirty="0" smtClean="0">
                <a:solidFill>
                  <a:schemeClr val="tx1"/>
                </a:solidFill>
                <a:uFillTx/>
                <a:latin typeface="Calibri" panose="020F0502020204030204" charset="0"/>
                <a:ea typeface="微软雅黑" panose="020B0503020204020204" charset="-122"/>
                <a:sym typeface="+mn-ea"/>
              </a:rPr>
              <a:t> Hash函数H一般是公开的。</a:t>
            </a:r>
            <a:endParaRPr lang="en-US" altLang="zh-CN" sz="2000" dirty="0" smtClean="0">
              <a:solidFill>
                <a:schemeClr val="tx1"/>
              </a:solidFill>
              <a:uFillTx/>
              <a:latin typeface="Calibri" panose="020F0502020204030204" charset="0"/>
              <a:ea typeface="微软雅黑" panose="020B0503020204020204" charset="-122"/>
              <a:sym typeface="+mn-ea"/>
            </a:endParaRPr>
          </a:p>
          <a:p>
            <a:pPr marL="0" indent="0" fontAlgn="auto">
              <a:lnSpc>
                <a:spcPct val="130000"/>
              </a:lnSpc>
              <a:spcBef>
                <a:spcPts val="600"/>
              </a:spcBef>
              <a:spcAft>
                <a:spcPts val="600"/>
              </a:spcAft>
              <a:buNone/>
            </a:pPr>
            <a:endParaRPr lang="zh-CN" altLang="en-US" sz="2000" dirty="0" smtClean="0">
              <a:solidFill>
                <a:schemeClr val="tx1"/>
              </a:solidFill>
              <a:uFillTx/>
              <a:latin typeface="Calibri" panose="020F0502020204030204" charset="0"/>
              <a:ea typeface="微软雅黑" panose="020B0503020204020204" charset="-122"/>
              <a:sym typeface="+mn-ea"/>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Arial" panose="020B0604020202020204" pitchFamily="34" charset="0"/>
              <a:ea typeface="Arial" panose="020B0604020202020204" pitchFamily="34" charset="0"/>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ElGamal</a:t>
            </a:r>
            <a:r>
              <a:rPr lang="zh-CN" altLang="en-US"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密码算法</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sz="3600" dirty="0">
              <a:latin typeface="仿宋" panose="02010609060101010101" charset="-122"/>
              <a:ea typeface="仿宋" panose="02010609060101010101"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6563" name="Rectangle 3"/>
          <p:cNvSpPr>
            <a:spLocks noGrp="1" noChangeArrowheads="1"/>
          </p:cNvSpPr>
          <p:nvPr>
            <p:ph idx="1"/>
          </p:nvPr>
        </p:nvSpPr>
        <p:spPr>
          <a:xfrm>
            <a:off x="1351280" y="1110615"/>
            <a:ext cx="9151620" cy="5073650"/>
          </a:xfrm>
        </p:spPr>
        <p:txBody>
          <a:bodyPr>
            <a:noAutofit/>
          </a:bodyPr>
          <a:p>
            <a:pPr fontAlgn="auto">
              <a:lnSpc>
                <a:spcPct val="110000"/>
              </a:lnSpc>
              <a:spcBef>
                <a:spcPts val="600"/>
              </a:spcBef>
              <a:spcAft>
                <a:spcPts val="600"/>
              </a:spcAft>
              <a:buFont typeface="Wingdings" panose="05000000000000000000" charset="0"/>
              <a:buChar char="Ø"/>
            </a:pPr>
            <a:r>
              <a:rPr lang="zh-CN" altLang="en-US" sz="2400" dirty="0" smtClean="0">
                <a:solidFill>
                  <a:schemeClr val="tx1"/>
                </a:solidFill>
                <a:uFillTx/>
                <a:latin typeface="Calibri" panose="020F0502020204030204" charset="0"/>
                <a:ea typeface="微软雅黑" panose="020B0503020204020204" charset="-122"/>
              </a:rPr>
              <a:t>Hash函数的定义</a:t>
            </a:r>
            <a:endParaRPr lang="zh-CN" altLang="en-US" sz="2400" dirty="0" smtClean="0">
              <a:solidFill>
                <a:schemeClr val="tx1"/>
              </a:solidFill>
              <a:uFillTx/>
              <a:latin typeface="Calibri" panose="020F0502020204030204" charset="0"/>
              <a:ea typeface="微软雅黑" panose="020B0503020204020204" charset="-122"/>
            </a:endParaRPr>
          </a:p>
          <a:p>
            <a:pPr marL="0" indent="0" fontAlgn="auto">
              <a:lnSpc>
                <a:spcPct val="130000"/>
              </a:lnSpc>
              <a:spcBef>
                <a:spcPts val="600"/>
              </a:spcBef>
              <a:spcAft>
                <a:spcPts val="600"/>
              </a:spcAft>
              <a:buNone/>
            </a:pPr>
            <a:r>
              <a:rPr lang="zh-CN" altLang="en-US" sz="2000" dirty="0" smtClean="0">
                <a:solidFill>
                  <a:schemeClr val="tx1"/>
                </a:solidFill>
                <a:uFillTx/>
                <a:latin typeface="Calibri" panose="020F0502020204030204" charset="0"/>
                <a:ea typeface="微软雅黑" panose="020B0503020204020204" charset="-122"/>
                <a:sym typeface="+mn-ea"/>
              </a:rPr>
              <a:t>①</a:t>
            </a:r>
            <a:endParaRPr lang="zh-CN" altLang="en-US" sz="2000" dirty="0" smtClean="0">
              <a:solidFill>
                <a:schemeClr val="tx1"/>
              </a:solidFill>
              <a:uFillTx/>
              <a:latin typeface="Calibri" panose="020F0502020204030204" charset="0"/>
              <a:ea typeface="微软雅黑" panose="020B0503020204020204" charset="-122"/>
              <a:sym typeface="+mn-ea"/>
            </a:endParaRPr>
          </a:p>
        </p:txBody>
      </p:sp>
      <p:pic>
        <p:nvPicPr>
          <p:cNvPr id="58" name="picture 58"/>
          <p:cNvPicPr>
            <a:picLocks noChangeAspect="1"/>
          </p:cNvPicPr>
          <p:nvPr/>
        </p:nvPicPr>
        <p:blipFill>
          <a:blip r:embed="rId2"/>
          <a:stretch>
            <a:fillRect/>
          </a:stretch>
        </p:blipFill>
        <p:spPr>
          <a:xfrm rot="21600000">
            <a:off x="1896745" y="1688465"/>
            <a:ext cx="7332980" cy="2113915"/>
          </a:xfrm>
          <a:prstGeom prst="rect">
            <a:avLst/>
          </a:prstGeom>
        </p:spPr>
      </p:pic>
      <p:pic>
        <p:nvPicPr>
          <p:cNvPr id="3" name="图片 2"/>
          <p:cNvPicPr>
            <a:picLocks noChangeAspect="1"/>
          </p:cNvPicPr>
          <p:nvPr/>
        </p:nvPicPr>
        <p:blipFill>
          <a:blip r:embed="rId3"/>
          <a:stretch>
            <a:fillRect/>
          </a:stretch>
        </p:blipFill>
        <p:spPr>
          <a:xfrm>
            <a:off x="6576060" y="2018665"/>
            <a:ext cx="5496560" cy="4203700"/>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第</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11</a:t>
            </a:r>
            <a:r>
              <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章</a:t>
            </a:r>
            <a:r>
              <a:rPr lang="en-US" alt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  </a:t>
            </a:r>
            <a:r>
              <a:rPr lang="zh-CN"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密码学</a:t>
            </a:r>
            <a:r>
              <a:rPr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rPr>
              <a:t>Hash函数</a:t>
            </a:r>
            <a:endParaRPr lang="zh-CN" altLang="en-US" sz="3600" kern="0" spc="-40" dirty="0">
              <a:solidFill>
                <a:srgbClr val="1F4E79">
                  <a:alpha val="100000"/>
                </a:srgbClr>
              </a:solidFill>
              <a:latin typeface="仿宋" panose="02010609060101010101" charset="-122"/>
              <a:ea typeface="仿宋" panose="02010609060101010101"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grpSp>
        <p:nvGrpSpPr>
          <p:cNvPr id="3" name="group 2"/>
          <p:cNvGrpSpPr/>
          <p:nvPr/>
        </p:nvGrpSpPr>
        <p:grpSpPr>
          <a:xfrm rot="21600000">
            <a:off x="3937792" y="3143480"/>
            <a:ext cx="4790230" cy="815124"/>
            <a:chOff x="0" y="0"/>
            <a:chExt cx="5279898" cy="898448"/>
          </a:xfrm>
        </p:grpSpPr>
        <p:pic>
          <p:nvPicPr>
            <p:cNvPr id="12" name="picture 12"/>
            <p:cNvPicPr>
              <a:picLocks noChangeAspect="1"/>
            </p:cNvPicPr>
            <p:nvPr/>
          </p:nvPicPr>
          <p:blipFill>
            <a:blip r:embed="rId1"/>
            <a:stretch>
              <a:fillRect/>
            </a:stretch>
          </p:blipFill>
          <p:spPr>
            <a:xfrm rot="21600000">
              <a:off x="0" y="0"/>
              <a:ext cx="5279898" cy="898448"/>
            </a:xfrm>
            <a:prstGeom prst="rect">
              <a:avLst/>
            </a:prstGeom>
          </p:spPr>
        </p:pic>
        <p:sp>
          <p:nvSpPr>
            <p:cNvPr id="14" name="textbox 14"/>
            <p:cNvSpPr/>
            <p:nvPr/>
          </p:nvSpPr>
          <p:spPr>
            <a:xfrm>
              <a:off x="-12700" y="-12700"/>
              <a:ext cx="5305425" cy="955675"/>
            </a:xfrm>
            <a:prstGeom prst="rect">
              <a:avLst/>
            </a:prstGeom>
          </p:spPr>
          <p:txBody>
            <a:bodyPr vert="horz" wrap="square" lIns="0" tIns="0" rIns="0" bIns="0"/>
            <a:p>
              <a:pPr algn="l" rtl="0" eaLnBrk="0">
                <a:lnSpc>
                  <a:spcPct val="128000"/>
                </a:lnSpc>
              </a:pPr>
              <a:endParaRPr lang="en-US" altLang="en-US" sz="905" dirty="0"/>
            </a:p>
            <a:p>
              <a:pPr algn="l" rtl="0" eaLnBrk="0">
                <a:lnSpc>
                  <a:spcPct val="128000"/>
                </a:lnSpc>
              </a:pPr>
              <a:endParaRPr lang="en-US" altLang="en-US" sz="905" dirty="0"/>
            </a:p>
            <a:p>
              <a:pPr algn="l" rtl="0" eaLnBrk="0">
                <a:lnSpc>
                  <a:spcPct val="10000"/>
                </a:lnSpc>
              </a:pPr>
              <a:endParaRPr lang="en-US" altLang="en-US" sz="100" dirty="0"/>
            </a:p>
            <a:p>
              <a:pPr marL="1031875" algn="l" rtl="0" eaLnBrk="0">
                <a:lnSpc>
                  <a:spcPct val="95000"/>
                </a:lnSpc>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函数满足条件及安全性定义</a:t>
              </a:r>
              <a:endParaRPr lang="en-US" altLang="en-US" sz="1905" dirty="0"/>
            </a:p>
          </p:txBody>
        </p:sp>
      </p:grpSp>
      <p:grpSp>
        <p:nvGrpSpPr>
          <p:cNvPr id="5" name="group 4"/>
          <p:cNvGrpSpPr/>
          <p:nvPr/>
        </p:nvGrpSpPr>
        <p:grpSpPr>
          <a:xfrm rot="21600000">
            <a:off x="4091267" y="1970292"/>
            <a:ext cx="4665791" cy="646394"/>
            <a:chOff x="0" y="0"/>
            <a:chExt cx="5142738" cy="712470"/>
          </a:xfrm>
        </p:grpSpPr>
        <p:pic>
          <p:nvPicPr>
            <p:cNvPr id="16" name="picture 16"/>
            <p:cNvPicPr>
              <a:picLocks noChangeAspect="1"/>
            </p:cNvPicPr>
            <p:nvPr/>
          </p:nvPicPr>
          <p:blipFill>
            <a:blip r:embed="rId2"/>
            <a:stretch>
              <a:fillRect/>
            </a:stretch>
          </p:blipFill>
          <p:spPr>
            <a:xfrm rot="21600000">
              <a:off x="0" y="0"/>
              <a:ext cx="5142738" cy="712470"/>
            </a:xfrm>
            <a:prstGeom prst="rect">
              <a:avLst/>
            </a:prstGeom>
          </p:spPr>
        </p:pic>
        <p:sp>
          <p:nvSpPr>
            <p:cNvPr id="18" name="textbox 18"/>
            <p:cNvSpPr/>
            <p:nvPr/>
          </p:nvSpPr>
          <p:spPr>
            <a:xfrm>
              <a:off x="-12700" y="-12700"/>
              <a:ext cx="5168265" cy="774065"/>
            </a:xfrm>
            <a:prstGeom prst="rect">
              <a:avLst/>
            </a:prstGeom>
          </p:spPr>
          <p:txBody>
            <a:bodyPr vert="horz" wrap="square" lIns="0" tIns="0" rIns="0" bIns="0"/>
            <a:p>
              <a:pPr algn="l" rtl="0" eaLnBrk="0">
                <a:lnSpc>
                  <a:spcPct val="146000"/>
                </a:lnSpc>
              </a:pPr>
              <a:endParaRPr lang="en-US" altLang="en-US" sz="905" dirty="0"/>
            </a:p>
            <a:p>
              <a:pPr marL="582930" algn="l" rtl="0" eaLnBrk="0">
                <a:lnSpc>
                  <a:spcPct val="97000"/>
                </a:lnSpc>
                <a:spcBef>
                  <a:spcPts val="5"/>
                </a:spcBef>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函数的定义</a:t>
              </a:r>
              <a:endParaRPr lang="en-US" altLang="en-US" sz="1905" dirty="0"/>
            </a:p>
          </p:txBody>
        </p:sp>
      </p:grpSp>
      <p:grpSp>
        <p:nvGrpSpPr>
          <p:cNvPr id="6" name="group 6"/>
          <p:cNvGrpSpPr/>
          <p:nvPr/>
        </p:nvGrpSpPr>
        <p:grpSpPr>
          <a:xfrm rot="21600000">
            <a:off x="4116155" y="4560707"/>
            <a:ext cx="4645742" cy="646394"/>
            <a:chOff x="0" y="0"/>
            <a:chExt cx="5120640" cy="712470"/>
          </a:xfrm>
        </p:grpSpPr>
        <p:pic>
          <p:nvPicPr>
            <p:cNvPr id="20" name="picture 20"/>
            <p:cNvPicPr>
              <a:picLocks noChangeAspect="1"/>
            </p:cNvPicPr>
            <p:nvPr/>
          </p:nvPicPr>
          <p:blipFill>
            <a:blip r:embed="rId3"/>
            <a:stretch>
              <a:fillRect/>
            </a:stretch>
          </p:blipFill>
          <p:spPr>
            <a:xfrm rot="21600000">
              <a:off x="0" y="0"/>
              <a:ext cx="5120640" cy="712470"/>
            </a:xfrm>
            <a:prstGeom prst="rect">
              <a:avLst/>
            </a:prstGeom>
          </p:spPr>
        </p:pic>
        <p:sp>
          <p:nvSpPr>
            <p:cNvPr id="22" name="textbox 22"/>
            <p:cNvSpPr/>
            <p:nvPr/>
          </p:nvSpPr>
          <p:spPr>
            <a:xfrm>
              <a:off x="-12700" y="-12700"/>
              <a:ext cx="5146675" cy="772794"/>
            </a:xfrm>
            <a:prstGeom prst="rect">
              <a:avLst/>
            </a:prstGeom>
          </p:spPr>
          <p:txBody>
            <a:bodyPr vert="horz" wrap="square" lIns="0" tIns="0" rIns="0" bIns="0"/>
            <a:p>
              <a:pPr algn="l" rtl="0" eaLnBrk="0">
                <a:lnSpc>
                  <a:spcPct val="147000"/>
                </a:lnSpc>
              </a:pPr>
              <a:endParaRPr lang="en-US" altLang="en-US" sz="905" dirty="0"/>
            </a:p>
            <a:p>
              <a:pPr algn="l" rtl="0" eaLnBrk="0">
                <a:lnSpc>
                  <a:spcPct val="9000"/>
                </a:lnSpc>
              </a:pPr>
              <a:endParaRPr lang="en-US" altLang="en-US" sz="100" dirty="0"/>
            </a:p>
            <a:p>
              <a:pPr marL="582930" algn="l" rtl="0" eaLnBrk="0">
                <a:lnSpc>
                  <a:spcPct val="96000"/>
                </a:lnSpc>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函数使用方式</a:t>
              </a:r>
              <a:endParaRPr lang="en-US" altLang="en-US" sz="1905" dirty="0"/>
            </a:p>
          </p:txBody>
        </p:sp>
      </p:grpSp>
      <p:pic>
        <p:nvPicPr>
          <p:cNvPr id="26" name="picture 26"/>
          <p:cNvPicPr>
            <a:picLocks noChangeAspect="1"/>
          </p:cNvPicPr>
          <p:nvPr/>
        </p:nvPicPr>
        <p:blipFill>
          <a:blip r:embed="rId4"/>
          <a:stretch>
            <a:fillRect/>
          </a:stretch>
        </p:blipFill>
        <p:spPr>
          <a:xfrm rot="21600000">
            <a:off x="3688913" y="1884337"/>
            <a:ext cx="813695" cy="820402"/>
          </a:xfrm>
          <a:prstGeom prst="rect">
            <a:avLst/>
          </a:prstGeom>
        </p:spPr>
      </p:pic>
      <p:pic>
        <p:nvPicPr>
          <p:cNvPr id="28" name="picture 28"/>
          <p:cNvPicPr>
            <a:picLocks noChangeAspect="1"/>
          </p:cNvPicPr>
          <p:nvPr/>
        </p:nvPicPr>
        <p:blipFill>
          <a:blip r:embed="rId5"/>
          <a:stretch>
            <a:fillRect/>
          </a:stretch>
        </p:blipFill>
        <p:spPr>
          <a:xfrm rot="21600000">
            <a:off x="3710344" y="4477056"/>
            <a:ext cx="813695" cy="814848"/>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110"/>
          <p:cNvSpPr/>
          <p:nvPr/>
        </p:nvSpPr>
        <p:spPr>
          <a:xfrm>
            <a:off x="3023533" y="1920395"/>
            <a:ext cx="6068731" cy="2310197"/>
          </a:xfrm>
          <a:prstGeom prst="rect">
            <a:avLst/>
          </a:prstGeom>
        </p:spPr>
        <p:txBody>
          <a:bodyPr vert="horz" wrap="square" lIns="0" tIns="0" rIns="0" bIns="0"/>
          <a:lstStyle/>
          <a:p>
            <a:pPr algn="l" rtl="0" eaLnBrk="0">
              <a:lnSpc>
                <a:spcPct val="97000"/>
              </a:lnSpc>
            </a:pPr>
            <a:endParaRPr lang="en-US" altLang="en-US" sz="100" dirty="0"/>
          </a:p>
          <a:p>
            <a:pPr marL="204470" indent="-192405" algn="l" rtl="0" eaLnBrk="0">
              <a:lnSpc>
                <a:spcPct val="98000"/>
              </a:lnSpc>
            </a:pPr>
            <a:r>
              <a:rPr sz="1000" kern="0" spc="-830" dirty="0">
                <a:solidFill>
                  <a:srgbClr val="FF0000">
                    <a:alpha val="100000"/>
                  </a:srgbClr>
                </a:solidFill>
                <a:latin typeface="Wingdings" panose="05000000000000000000"/>
                <a:ea typeface="Wingdings" panose="05000000000000000000"/>
                <a:cs typeface="Wingdings" panose="05000000000000000000"/>
              </a:rPr>
              <a:t>.</a:t>
            </a:r>
            <a:r>
              <a:rPr sz="1000" kern="0" spc="440" dirty="0">
                <a:solidFill>
                  <a:srgbClr val="FF0000">
                    <a:alpha val="100000"/>
                  </a:srgbClr>
                </a:solidFill>
                <a:latin typeface="Wingdings" panose="05000000000000000000"/>
                <a:ea typeface="Wingdings" panose="05000000000000000000"/>
                <a:cs typeface="Wingdings" panose="05000000000000000000"/>
              </a:rPr>
              <a:t> </a:t>
            </a:r>
            <a:r>
              <a:rPr sz="1905" kern="0" spc="-50" dirty="0">
                <a:solidFill>
                  <a:srgbClr val="FF0000">
                    <a:alpha val="100000"/>
                  </a:srgbClr>
                </a:solidFill>
                <a:latin typeface="Times New Roman" panose="02020603050405020304"/>
                <a:ea typeface="Times New Roman" panose="02020603050405020304"/>
                <a:cs typeface="Times New Roman" panose="02020603050405020304"/>
              </a:rPr>
              <a:t>Hash</a:t>
            </a:r>
            <a:r>
              <a:rPr sz="1905" kern="0" spc="-50" dirty="0">
                <a:solidFill>
                  <a:srgbClr val="FF0000">
                    <a:alpha val="100000"/>
                  </a:srgbClr>
                </a:solidFill>
                <a:latin typeface="仿宋" panose="02010609060101010101" charset="-122"/>
                <a:ea typeface="仿宋" panose="02010609060101010101" charset="-122"/>
                <a:cs typeface="仿宋" panose="02010609060101010101" charset="-122"/>
              </a:rPr>
              <a:t>函数的目的是为需认证</a:t>
            </a:r>
            <a:r>
              <a:rPr sz="1905" kern="0" spc="-60" dirty="0">
                <a:solidFill>
                  <a:srgbClr val="FF0000">
                    <a:alpha val="100000"/>
                  </a:srgbClr>
                </a:solidFill>
                <a:latin typeface="仿宋" panose="02010609060101010101" charset="-122"/>
                <a:ea typeface="仿宋" panose="02010609060101010101" charset="-122"/>
                <a:cs typeface="仿宋" panose="02010609060101010101" charset="-122"/>
              </a:rPr>
              <a:t>的数据产生一个“指纹”，</a:t>
            </a:r>
            <a:r>
              <a:rPr sz="1905" kern="0" spc="0" dirty="0">
                <a:solidFill>
                  <a:srgbClr val="FF0000">
                    <a:alpha val="100000"/>
                  </a:srgbClr>
                </a:solidFill>
                <a:latin typeface="仿宋" panose="02010609060101010101" charset="-122"/>
                <a:ea typeface="仿宋" panose="02010609060101010101" charset="-122"/>
                <a:cs typeface="仿宋" panose="02010609060101010101" charset="-122"/>
              </a:rPr>
              <a:t>  </a:t>
            </a:r>
            <a:r>
              <a:rPr sz="1905" kern="0" spc="-30" dirty="0">
                <a:solidFill>
                  <a:srgbClr val="FF0000">
                    <a:alpha val="100000"/>
                  </a:srgbClr>
                </a:solidFill>
                <a:latin typeface="Times New Roman" panose="02020603050405020304"/>
                <a:ea typeface="Times New Roman" panose="02020603050405020304"/>
                <a:cs typeface="Times New Roman" panose="02020603050405020304"/>
              </a:rPr>
              <a:t>Hash</a:t>
            </a:r>
            <a:r>
              <a:rPr sz="1905" kern="0" spc="-30" dirty="0">
                <a:solidFill>
                  <a:srgbClr val="FF0000">
                    <a:alpha val="100000"/>
                  </a:srgbClr>
                </a:solidFill>
                <a:latin typeface="仿宋" panose="02010609060101010101" charset="-122"/>
                <a:ea typeface="仿宋" panose="02010609060101010101" charset="-122"/>
                <a:cs typeface="仿宋" panose="02010609060101010101" charset="-122"/>
              </a:rPr>
              <a:t>函数应满足以下条件：</a:t>
            </a:r>
            <a:endParaRPr lang="en-US" altLang="en-US" sz="1905" dirty="0"/>
          </a:p>
          <a:p>
            <a:pPr algn="l" rtl="0" eaLnBrk="0">
              <a:lnSpc>
                <a:spcPct val="165000"/>
              </a:lnSpc>
            </a:pPr>
            <a:endParaRPr lang="en-US" altLang="en-US" sz="905" dirty="0"/>
          </a:p>
          <a:p>
            <a:pPr marL="412115" algn="l" rtl="0" eaLnBrk="0">
              <a:lnSpc>
                <a:spcPct val="97000"/>
              </a:lnSpc>
              <a:spcBef>
                <a:spcPts val="630"/>
              </a:spcBef>
            </a:pPr>
            <a:r>
              <a:rPr sz="905" kern="0" spc="-760" dirty="0">
                <a:solidFill>
                  <a:srgbClr val="3333CC">
                    <a:alpha val="100000"/>
                  </a:srgbClr>
                </a:solidFill>
                <a:latin typeface="Wingdings" panose="05000000000000000000"/>
                <a:ea typeface="Wingdings" panose="05000000000000000000"/>
                <a:cs typeface="Wingdings" panose="05000000000000000000"/>
              </a:rPr>
              <a:t>.</a:t>
            </a:r>
            <a:r>
              <a:rPr sz="905" kern="0" spc="660" dirty="0">
                <a:solidFill>
                  <a:srgbClr val="3333CC">
                    <a:alpha val="100000"/>
                  </a:srgbClr>
                </a:solidFill>
                <a:latin typeface="Wingdings" panose="05000000000000000000"/>
                <a:ea typeface="Wingdings" panose="05000000000000000000"/>
                <a:cs typeface="Wingdings" panose="05000000000000000000"/>
              </a:rPr>
              <a:t> </a:t>
            </a:r>
            <a:r>
              <a:rPr sz="1905" kern="0" spc="0" dirty="0">
                <a:solidFill>
                  <a:srgbClr val="000000">
                    <a:alpha val="100000"/>
                  </a:srgbClr>
                </a:solidFill>
                <a:latin typeface="Times New Roman" panose="02020603050405020304"/>
                <a:ea typeface="Times New Roman" panose="02020603050405020304"/>
                <a:cs typeface="Times New Roman" panose="02020603050405020304"/>
              </a:rPr>
              <a:t>Hash</a:t>
            </a:r>
            <a:r>
              <a:rPr sz="1905" kern="0" spc="0" dirty="0">
                <a:solidFill>
                  <a:srgbClr val="000000">
                    <a:alpha val="100000"/>
                  </a:srgbClr>
                </a:solidFill>
                <a:latin typeface="仿宋" panose="02010609060101010101" charset="-122"/>
                <a:ea typeface="仿宋" panose="02010609060101010101" charset="-122"/>
                <a:cs typeface="仿宋" panose="02010609060101010101" charset="-122"/>
              </a:rPr>
              <a:t>函数函数的输入可以是任意长</a:t>
            </a:r>
            <a:endParaRPr lang="en-US" altLang="en-US" sz="1905" dirty="0"/>
          </a:p>
          <a:p>
            <a:pPr algn="l" rtl="0" eaLnBrk="0">
              <a:lnSpc>
                <a:spcPct val="164000"/>
              </a:lnSpc>
            </a:pPr>
            <a:endParaRPr lang="en-US" altLang="en-US" sz="905" dirty="0"/>
          </a:p>
          <a:p>
            <a:pPr marL="412115" algn="l" rtl="0" eaLnBrk="0">
              <a:lnSpc>
                <a:spcPct val="97000"/>
              </a:lnSpc>
              <a:spcBef>
                <a:spcPts val="640"/>
              </a:spcBef>
            </a:pPr>
            <a:r>
              <a:rPr sz="905" kern="0" spc="-760" dirty="0">
                <a:solidFill>
                  <a:srgbClr val="3333CC">
                    <a:alpha val="100000"/>
                  </a:srgbClr>
                </a:solidFill>
                <a:latin typeface="Wingdings" panose="05000000000000000000"/>
                <a:ea typeface="Wingdings" panose="05000000000000000000"/>
                <a:cs typeface="Wingdings" panose="05000000000000000000"/>
              </a:rPr>
              <a:t>.</a:t>
            </a:r>
            <a:r>
              <a:rPr sz="905" kern="0" spc="660" dirty="0">
                <a:solidFill>
                  <a:srgbClr val="3333CC">
                    <a:alpha val="100000"/>
                  </a:srgbClr>
                </a:solidFill>
                <a:latin typeface="Wingdings" panose="05000000000000000000"/>
                <a:ea typeface="Wingdings" panose="05000000000000000000"/>
                <a:cs typeface="Wingdings" panose="05000000000000000000"/>
              </a:rPr>
              <a:t> </a:t>
            </a:r>
            <a:r>
              <a:rPr sz="1905" kern="0" spc="0" dirty="0">
                <a:solidFill>
                  <a:srgbClr val="000000">
                    <a:alpha val="100000"/>
                  </a:srgbClr>
                </a:solidFill>
                <a:latin typeface="Times New Roman" panose="02020603050405020304"/>
                <a:ea typeface="Times New Roman" panose="02020603050405020304"/>
                <a:cs typeface="Times New Roman" panose="02020603050405020304"/>
              </a:rPr>
              <a:t>Hash</a:t>
            </a:r>
            <a:r>
              <a:rPr sz="1905" kern="0" spc="0" dirty="0">
                <a:solidFill>
                  <a:srgbClr val="000000">
                    <a:alpha val="100000"/>
                  </a:srgbClr>
                </a:solidFill>
                <a:latin typeface="仿宋" panose="02010609060101010101" charset="-122"/>
                <a:ea typeface="仿宋" panose="02010609060101010101" charset="-122"/>
                <a:cs typeface="仿宋" panose="02010609060101010101" charset="-122"/>
              </a:rPr>
              <a:t>函数函数的输出是固定长</a:t>
            </a:r>
            <a:endParaRPr lang="en-US" altLang="en-US" sz="1905" dirty="0"/>
          </a:p>
          <a:p>
            <a:pPr algn="l" rtl="0" eaLnBrk="0">
              <a:lnSpc>
                <a:spcPct val="168000"/>
              </a:lnSpc>
            </a:pPr>
            <a:endParaRPr lang="en-US" altLang="en-US" sz="905" dirty="0"/>
          </a:p>
          <a:p>
            <a:pPr algn="l" rtl="0" eaLnBrk="0">
              <a:lnSpc>
                <a:spcPct val="121000"/>
              </a:lnSpc>
            </a:pPr>
            <a:endParaRPr lang="en-US" altLang="en-US" sz="365" dirty="0"/>
          </a:p>
          <a:p>
            <a:pPr marL="410845" algn="l" rtl="0" eaLnBrk="0">
              <a:lnSpc>
                <a:spcPct val="96000"/>
              </a:lnSpc>
            </a:pPr>
            <a:r>
              <a:rPr sz="815" kern="0" spc="-40" dirty="0">
                <a:solidFill>
                  <a:srgbClr val="3333CC">
                    <a:alpha val="100000"/>
                  </a:srgbClr>
                </a:solidFill>
                <a:latin typeface="Wingdings" panose="05000000000000000000"/>
                <a:ea typeface="Wingdings" panose="05000000000000000000"/>
                <a:cs typeface="Wingdings" panose="05000000000000000000"/>
              </a:rPr>
              <a:t>.  </a:t>
            </a:r>
            <a:r>
              <a:rPr sz="1725" kern="0" spc="-40" dirty="0">
                <a:solidFill>
                  <a:srgbClr val="000000">
                    <a:alpha val="100000"/>
                  </a:srgbClr>
                </a:solidFill>
                <a:latin typeface="仿宋" panose="02010609060101010101" charset="-122"/>
                <a:ea typeface="仿宋" panose="02010609060101010101" charset="-122"/>
                <a:cs typeface="仿宋" panose="02010609060101010101" charset="-122"/>
              </a:rPr>
              <a:t>易于在软件和硬件</a:t>
            </a:r>
            <a:r>
              <a:rPr sz="1725" kern="0" spc="-50" dirty="0">
                <a:solidFill>
                  <a:srgbClr val="000000">
                    <a:alpha val="100000"/>
                  </a:srgbClr>
                </a:solidFill>
                <a:latin typeface="仿宋" panose="02010609060101010101" charset="-122"/>
                <a:ea typeface="仿宋" panose="02010609060101010101" charset="-122"/>
                <a:cs typeface="仿宋" panose="02010609060101010101" charset="-122"/>
              </a:rPr>
              <a:t>实现</a:t>
            </a:r>
            <a:endParaRPr lang="en-US" altLang="en-US" sz="1725" dirty="0"/>
          </a:p>
        </p:txBody>
      </p:sp>
      <p:sp>
        <p:nvSpPr>
          <p:cNvPr id="112" name="textbox 112"/>
          <p:cNvSpPr/>
          <p:nvPr/>
        </p:nvSpPr>
        <p:spPr>
          <a:xfrm>
            <a:off x="1890992" y="1013721"/>
            <a:ext cx="7723891" cy="609523"/>
          </a:xfrm>
          <a:prstGeom prst="rect">
            <a:avLst/>
          </a:prstGeom>
        </p:spPr>
        <p:txBody>
          <a:bodyPr vert="horz" wrap="square" lIns="0" tIns="0" rIns="0" bIns="0"/>
          <a:lstStyle/>
          <a:p>
            <a:pPr algn="l" rtl="0" eaLnBrk="0">
              <a:lnSpc>
                <a:spcPct val="124000"/>
              </a:lnSpc>
            </a:pPr>
            <a:endParaRPr lang="en-US" altLang="en-US" sz="100" dirty="0"/>
          </a:p>
          <a:p>
            <a:pPr marL="379730" algn="l" rtl="0" eaLnBrk="0">
              <a:lnSpc>
                <a:spcPct val="96000"/>
              </a:lnSpc>
              <a:tabLst>
                <a:tab pos="574675" algn="l"/>
                <a:tab pos="8499475" algn="l"/>
              </a:tabLst>
            </a:pPr>
            <a:r>
              <a:rPr sz="3175" kern="0" spc="0" dirty="0">
                <a:solidFill>
                  <a:srgbClr val="000000">
                    <a:alpha val="100000"/>
                  </a:srgbClr>
                </a:solidFill>
                <a:latin typeface="Calibri" panose="020F0502020204030204"/>
                <a:ea typeface="Calibri" panose="020F0502020204030204"/>
                <a:cs typeface="Calibri" panose="020F0502020204030204"/>
              </a:rPr>
              <a:t>	</a:t>
            </a:r>
            <a:r>
              <a:rPr sz="3175" u="sng" kern="0" spc="30" dirty="0">
                <a:solidFill>
                  <a:srgbClr val="000000">
                    <a:alpha val="100000"/>
                  </a:srgbClr>
                </a:solidFill>
                <a:uFill>
                  <a:solidFill>
                    <a:srgbClr val="5B9BD5"/>
                  </a:solidFill>
                </a:uFill>
                <a:latin typeface="Calibri" panose="020F0502020204030204"/>
                <a:ea typeface="Calibri" panose="020F0502020204030204"/>
                <a:cs typeface="Calibri" panose="020F0502020204030204"/>
              </a:rPr>
              <a:t>         </a:t>
            </a:r>
            <a:r>
              <a:rPr sz="3175" u="sng" kern="0" spc="20" dirty="0">
                <a:solidFill>
                  <a:srgbClr val="000000">
                    <a:alpha val="100000"/>
                  </a:srgbClr>
                </a:solidFill>
                <a:uFill>
                  <a:solidFill>
                    <a:srgbClr val="5B9BD5"/>
                  </a:solidFill>
                </a:uFill>
                <a:latin typeface="Calibri" panose="020F0502020204030204"/>
                <a:ea typeface="Calibri" panose="020F0502020204030204"/>
                <a:cs typeface="Calibri" panose="020F0502020204030204"/>
              </a:rPr>
              <a:t>  </a:t>
            </a:r>
            <a:r>
              <a:rPr sz="3175" u="sng" kern="0" spc="-40" dirty="0">
                <a:solidFill>
                  <a:srgbClr val="000000">
                    <a:alpha val="100000"/>
                  </a:srgbClr>
                </a:solidFill>
                <a:uFill>
                  <a:solidFill>
                    <a:srgbClr val="5B9BD5"/>
                  </a:solidFill>
                </a:uFill>
                <a:latin typeface="Calibri" panose="020F0502020204030204"/>
                <a:ea typeface="Calibri" panose="020F0502020204030204"/>
                <a:cs typeface="Calibri" panose="020F0502020204030204"/>
              </a:rPr>
              <a:t>Hash</a:t>
            </a:r>
            <a:r>
              <a:rPr sz="3175" u="sng" kern="0" spc="-4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函数满足条件</a:t>
            </a:r>
            <a:r>
              <a:rPr sz="3175"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lang="en-US" altLang="en-US" sz="3175" dirty="0"/>
          </a:p>
        </p:txBody>
      </p:sp>
      <p:pic>
        <p:nvPicPr>
          <p:cNvPr id="114" name="picture 114"/>
          <p:cNvPicPr>
            <a:picLocks noChangeAspect="1"/>
          </p:cNvPicPr>
          <p:nvPr/>
        </p:nvPicPr>
        <p:blipFill>
          <a:blip r:embed="rId1"/>
          <a:stretch>
            <a:fillRect/>
          </a:stretch>
        </p:blipFill>
        <p:spPr>
          <a:xfrm rot="21600000">
            <a:off x="1902514" y="1025243"/>
            <a:ext cx="333221" cy="521954"/>
          </a:xfrm>
          <a:prstGeom prst="rect">
            <a:avLst/>
          </a:prstGeom>
        </p:spPr>
      </p:pic>
      <p:pic>
        <p:nvPicPr>
          <p:cNvPr id="116" name="picture 116"/>
          <p:cNvPicPr>
            <a:picLocks noChangeAspect="1"/>
          </p:cNvPicPr>
          <p:nvPr/>
        </p:nvPicPr>
        <p:blipFill>
          <a:blip r:embed="rId2"/>
          <a:stretch>
            <a:fillRect/>
          </a:stretch>
        </p:blipFill>
        <p:spPr>
          <a:xfrm rot="21600000">
            <a:off x="10209533" y="700317"/>
            <a:ext cx="736958" cy="727971"/>
          </a:xfrm>
          <a:prstGeom prst="rect">
            <a:avLst/>
          </a:prstGeom>
        </p:spPr>
      </p:pic>
      <p:sp>
        <p:nvSpPr>
          <p:cNvPr id="118" name="textbox 118"/>
          <p:cNvSpPr/>
          <p:nvPr/>
        </p:nvSpPr>
        <p:spPr>
          <a:xfrm>
            <a:off x="4851810"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pic>
        <p:nvPicPr>
          <p:cNvPr id="120" name="picture 120"/>
          <p:cNvPicPr>
            <a:picLocks noChangeAspect="1"/>
          </p:cNvPicPr>
          <p:nvPr/>
        </p:nvPicPr>
        <p:blipFill>
          <a:blip r:embed="rId3"/>
          <a:stretch>
            <a:fillRect/>
          </a:stretch>
        </p:blipFill>
        <p:spPr>
          <a:xfrm rot="21600000">
            <a:off x="1798815" y="5661997"/>
            <a:ext cx="8575956" cy="22814"/>
          </a:xfrm>
          <a:prstGeom prst="rect">
            <a:avLst/>
          </a:prstGeom>
        </p:spPr>
      </p:pic>
      <p:sp>
        <p:nvSpPr>
          <p:cNvPr id="122" name="textbox 122"/>
          <p:cNvSpPr/>
          <p:nvPr/>
        </p:nvSpPr>
        <p:spPr>
          <a:xfrm>
            <a:off x="9362511" y="5815543"/>
            <a:ext cx="773714"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30" dirty="0">
                <a:solidFill>
                  <a:srgbClr val="898989">
                    <a:alpha val="100000"/>
                  </a:srgbClr>
                </a:solidFill>
                <a:latin typeface="Times New Roman" panose="02020603050405020304"/>
                <a:ea typeface="Times New Roman" panose="02020603050405020304"/>
                <a:cs typeface="Times New Roman" panose="02020603050405020304"/>
              </a:rPr>
              <a:t> </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6</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124" name="textbox 124"/>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box 126"/>
          <p:cNvSpPr/>
          <p:nvPr/>
        </p:nvSpPr>
        <p:spPr>
          <a:xfrm>
            <a:off x="2401194" y="1017513"/>
            <a:ext cx="7214034" cy="4101895"/>
          </a:xfrm>
          <a:prstGeom prst="rect">
            <a:avLst/>
          </a:prstGeom>
        </p:spPr>
        <p:txBody>
          <a:bodyPr vert="horz" wrap="square" lIns="0" tIns="0" rIns="0" bIns="0"/>
          <a:lstStyle/>
          <a:p>
            <a:pPr algn="l" rtl="0" eaLnBrk="0">
              <a:lnSpc>
                <a:spcPct val="97000"/>
              </a:lnSpc>
            </a:pPr>
            <a:endParaRPr lang="en-US" altLang="en-US" sz="100" dirty="0"/>
          </a:p>
          <a:p>
            <a:pPr marL="12700" algn="l" rtl="0" eaLnBrk="0">
              <a:lnSpc>
                <a:spcPct val="96000"/>
              </a:lnSpc>
              <a:tabLst>
                <a:tab pos="1148080" algn="l"/>
                <a:tab pos="7937500" algn="l"/>
              </a:tabLst>
            </a:pPr>
            <a:r>
              <a:rPr sz="3175" u="sng" kern="0" spc="0" dirty="0">
                <a:solidFill>
                  <a:srgbClr val="000000">
                    <a:alpha val="100000"/>
                  </a:srgbClr>
                </a:solidFill>
                <a:uFill>
                  <a:solidFill>
                    <a:srgbClr val="5B9BD5"/>
                  </a:solidFill>
                </a:uFill>
                <a:latin typeface="Calibri" panose="020F0502020204030204"/>
                <a:ea typeface="Calibri" panose="020F0502020204030204"/>
                <a:cs typeface="Calibri" panose="020F0502020204030204"/>
              </a:rPr>
              <a:t>	</a:t>
            </a:r>
            <a:r>
              <a:rPr sz="3175" u="sng" kern="0" spc="-30" dirty="0">
                <a:solidFill>
                  <a:srgbClr val="000000">
                    <a:alpha val="100000"/>
                  </a:srgbClr>
                </a:solidFill>
                <a:uFill>
                  <a:solidFill>
                    <a:srgbClr val="5B9BD5"/>
                  </a:solidFill>
                </a:uFill>
                <a:latin typeface="Calibri" panose="020F0502020204030204"/>
                <a:ea typeface="Calibri" panose="020F0502020204030204"/>
                <a:cs typeface="Calibri" panose="020F0502020204030204"/>
              </a:rPr>
              <a:t>Hash</a:t>
            </a:r>
            <a:r>
              <a:rPr sz="3175" u="sng" kern="0" spc="-3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函数满足的安全条件</a:t>
            </a:r>
            <a:r>
              <a:rPr sz="3175"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lang="en-US" altLang="en-US" sz="3175" dirty="0"/>
          </a:p>
          <a:p>
            <a:pPr algn="l" rtl="0" eaLnBrk="0">
              <a:lnSpc>
                <a:spcPct val="132000"/>
              </a:lnSpc>
            </a:pPr>
            <a:endParaRPr lang="en-US" altLang="en-US" sz="905" dirty="0"/>
          </a:p>
          <a:p>
            <a:pPr algn="l" rtl="0" eaLnBrk="0">
              <a:lnSpc>
                <a:spcPct val="132000"/>
              </a:lnSpc>
            </a:pPr>
            <a:endParaRPr lang="en-US" altLang="en-US" sz="905" dirty="0"/>
          </a:p>
          <a:p>
            <a:pPr marL="906780" indent="-208280" algn="l" rtl="0" eaLnBrk="0">
              <a:lnSpc>
                <a:spcPct val="98000"/>
              </a:lnSpc>
              <a:spcBef>
                <a:spcPts val="635"/>
              </a:spcBef>
            </a:pPr>
            <a:r>
              <a:rPr sz="1000" kern="0" spc="-520" dirty="0">
                <a:solidFill>
                  <a:srgbClr val="FF0000">
                    <a:alpha val="100000"/>
                  </a:srgbClr>
                </a:solidFill>
                <a:latin typeface="Wingdings" panose="05000000000000000000"/>
                <a:ea typeface="Wingdings" panose="05000000000000000000"/>
                <a:cs typeface="Wingdings" panose="05000000000000000000"/>
              </a:rPr>
              <a:t>.</a:t>
            </a:r>
            <a:r>
              <a:rPr sz="1000" kern="0" spc="850" dirty="0">
                <a:solidFill>
                  <a:srgbClr val="FF0000">
                    <a:alpha val="100000"/>
                  </a:srgbClr>
                </a:solidFill>
                <a:latin typeface="Wingdings" panose="05000000000000000000"/>
                <a:ea typeface="Wingdings" panose="05000000000000000000"/>
                <a:cs typeface="Wingdings" panose="05000000000000000000"/>
              </a:rPr>
              <a:t> </a:t>
            </a:r>
            <a:r>
              <a:rPr sz="1905" kern="0" spc="-520" dirty="0">
                <a:solidFill>
                  <a:srgbClr val="FF0000">
                    <a:alpha val="100000"/>
                  </a:srgbClr>
                </a:solidFill>
                <a:latin typeface="仿宋" panose="02010609060101010101" charset="-122"/>
                <a:ea typeface="仿宋" panose="02010609060101010101" charset="-122"/>
                <a:cs typeface="仿宋" panose="02010609060101010101" charset="-122"/>
              </a:rPr>
              <a:t>同时，</a:t>
            </a:r>
            <a:r>
              <a:rPr sz="1905" kern="0" spc="-140" dirty="0">
                <a:solidFill>
                  <a:srgbClr val="FF0000">
                    <a:alpha val="100000"/>
                  </a:srgbClr>
                </a:solidFill>
                <a:latin typeface="仿宋" panose="02010609060101010101" charset="-122"/>
                <a:ea typeface="仿宋" panose="02010609060101010101" charset="-122"/>
                <a:cs typeface="仿宋" panose="02010609060101010101" charset="-122"/>
              </a:rPr>
              <a:t> </a:t>
            </a:r>
            <a:r>
              <a:rPr sz="1905" kern="0" spc="0" dirty="0">
                <a:solidFill>
                  <a:srgbClr val="FF0000">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0000">
                    <a:alpha val="100000"/>
                  </a:srgbClr>
                </a:solidFill>
                <a:latin typeface="仿宋" panose="02010609060101010101" charset="-122"/>
                <a:ea typeface="仿宋" panose="02010609060101010101" charset="-122"/>
                <a:cs typeface="仿宋" panose="02010609060101010101" charset="-122"/>
              </a:rPr>
              <a:t>函数为了实现安全认证，需要满足如下安全     </a:t>
            </a:r>
            <a:r>
              <a:rPr sz="1905" kern="0" spc="-150" dirty="0">
                <a:solidFill>
                  <a:srgbClr val="FF0000">
                    <a:alpha val="100000"/>
                  </a:srgbClr>
                </a:solidFill>
                <a:latin typeface="仿宋" panose="02010609060101010101" charset="-122"/>
                <a:ea typeface="仿宋" panose="02010609060101010101" charset="-122"/>
                <a:cs typeface="仿宋" panose="02010609060101010101" charset="-122"/>
              </a:rPr>
              <a:t>条件：</a:t>
            </a:r>
            <a:endParaRPr lang="en-US" altLang="en-US" sz="1905" dirty="0"/>
          </a:p>
          <a:p>
            <a:pPr algn="l" rtl="0" eaLnBrk="0">
              <a:lnSpc>
                <a:spcPct val="140000"/>
              </a:lnSpc>
            </a:pPr>
            <a:endParaRPr lang="en-US" altLang="en-US" sz="905" dirty="0"/>
          </a:p>
          <a:p>
            <a:pPr marL="1412240" indent="-314325" algn="l" rtl="0" eaLnBrk="0">
              <a:lnSpc>
                <a:spcPct val="102000"/>
              </a:lnSpc>
              <a:spcBef>
                <a:spcPts val="635"/>
              </a:spcBef>
            </a:pPr>
            <a:r>
              <a:rPr sz="905" kern="0" spc="-300" dirty="0">
                <a:solidFill>
                  <a:srgbClr val="3333CC">
                    <a:alpha val="100000"/>
                  </a:srgbClr>
                </a:solidFill>
                <a:latin typeface="Wingdings" panose="05000000000000000000"/>
                <a:ea typeface="Wingdings" panose="05000000000000000000"/>
                <a:cs typeface="Wingdings" panose="05000000000000000000"/>
              </a:rPr>
              <a:t>.  </a:t>
            </a:r>
            <a:r>
              <a:rPr sz="1905" kern="0" spc="-300" dirty="0">
                <a:solidFill>
                  <a:srgbClr val="000000">
                    <a:alpha val="100000"/>
                  </a:srgbClr>
                </a:solidFill>
                <a:latin typeface="仿宋" panose="02010609060101010101" charset="-122"/>
                <a:ea typeface="仿宋" panose="02010609060101010101" charset="-122"/>
                <a:cs typeface="仿宋" panose="02010609060101010101" charset="-122"/>
              </a:rPr>
              <a:t>单向性：</a:t>
            </a:r>
            <a:r>
              <a:rPr sz="1905" kern="0" spc="470" dirty="0">
                <a:solidFill>
                  <a:srgbClr val="000000">
                    <a:alpha val="100000"/>
                  </a:srgbClr>
                </a:solidFill>
                <a:latin typeface="仿宋" panose="02010609060101010101" charset="-122"/>
                <a:ea typeface="仿宋" panose="02010609060101010101" charset="-122"/>
                <a:cs typeface="仿宋" panose="02010609060101010101" charset="-122"/>
              </a:rPr>
              <a:t> </a:t>
            </a:r>
            <a:r>
              <a:rPr sz="1905" kern="0" spc="-300" dirty="0">
                <a:solidFill>
                  <a:srgbClr val="ED7C31">
                    <a:alpha val="100000"/>
                  </a:srgbClr>
                </a:solidFill>
                <a:latin typeface="仿宋" panose="02010609060101010101" charset="-122"/>
                <a:ea typeface="仿宋" panose="02010609060101010101" charset="-122"/>
                <a:cs typeface="仿宋" panose="02010609060101010101" charset="-122"/>
              </a:rPr>
              <a:t>已知</a:t>
            </a:r>
            <a:r>
              <a:rPr sz="1905" kern="0" spc="-20" dirty="0">
                <a:solidFill>
                  <a:srgbClr val="ED7C31">
                    <a:alpha val="100000"/>
                  </a:srgbClr>
                </a:solidFill>
                <a:latin typeface="Times New Roman" panose="02020603050405020304"/>
                <a:ea typeface="Times New Roman" panose="02020603050405020304"/>
                <a:cs typeface="Times New Roman" panose="02020603050405020304"/>
              </a:rPr>
              <a:t>x</a:t>
            </a:r>
            <a:r>
              <a:rPr sz="1905" kern="0" spc="-240" dirty="0">
                <a:solidFill>
                  <a:srgbClr val="ED7C31">
                    <a:alpha val="100000"/>
                  </a:srgbClr>
                </a:solidFill>
                <a:latin typeface="Times New Roman" panose="02020603050405020304"/>
                <a:ea typeface="Times New Roman" panose="02020603050405020304"/>
                <a:cs typeface="Times New Roman" panose="02020603050405020304"/>
              </a:rPr>
              <a:t> </a:t>
            </a:r>
            <a:r>
              <a:rPr sz="1905" kern="0" spc="-20" dirty="0">
                <a:solidFill>
                  <a:srgbClr val="ED7C31">
                    <a:alpha val="100000"/>
                  </a:srgbClr>
                </a:solidFill>
                <a:latin typeface="仿宋" panose="02010609060101010101" charset="-122"/>
                <a:ea typeface="仿宋" panose="02010609060101010101" charset="-122"/>
                <a:cs typeface="仿宋" panose="02010609060101010101" charset="-122"/>
              </a:rPr>
              <a:t>，求</a:t>
            </a:r>
            <a:r>
              <a:rPr sz="1905" kern="0" spc="-20" dirty="0">
                <a:solidFill>
                  <a:srgbClr val="ED7C31">
                    <a:alpha val="100000"/>
                  </a:srgbClr>
                </a:solidFill>
                <a:latin typeface="Times New Roman" panose="02020603050405020304"/>
                <a:ea typeface="Times New Roman" panose="02020603050405020304"/>
                <a:cs typeface="Times New Roman" panose="02020603050405020304"/>
              </a:rPr>
              <a:t>H(x)</a:t>
            </a:r>
            <a:r>
              <a:rPr sz="1905" kern="0" spc="-20" dirty="0">
                <a:solidFill>
                  <a:srgbClr val="ED7C31">
                    <a:alpha val="100000"/>
                  </a:srgbClr>
                </a:solidFill>
                <a:latin typeface="仿宋" panose="02010609060101010101" charset="-122"/>
                <a:ea typeface="仿宋" panose="02010609060101010101" charset="-122"/>
                <a:cs typeface="仿宋" panose="02010609060101010101" charset="-122"/>
              </a:rPr>
              <a:t>较为容易</a:t>
            </a:r>
            <a:r>
              <a:rPr sz="1905" kern="0" spc="-30" dirty="0">
                <a:solidFill>
                  <a:srgbClr val="ED7C31">
                    <a:alpha val="100000"/>
                  </a:srgbClr>
                </a:solidFill>
                <a:latin typeface="仿宋" panose="02010609060101010101" charset="-122"/>
                <a:ea typeface="仿宋" panose="02010609060101010101" charset="-122"/>
                <a:cs typeface="仿宋" panose="02010609060101010101" charset="-122"/>
              </a:rPr>
              <a:t>；但是，已知</a:t>
            </a:r>
            <a:r>
              <a:rPr sz="1905" kern="0" spc="-30" dirty="0">
                <a:solidFill>
                  <a:srgbClr val="ED7C31">
                    <a:alpha val="100000"/>
                  </a:srgbClr>
                </a:solidFill>
                <a:latin typeface="Times New Roman" panose="02020603050405020304"/>
                <a:ea typeface="Times New Roman" panose="02020603050405020304"/>
                <a:cs typeface="Times New Roman" panose="02020603050405020304"/>
              </a:rPr>
              <a:t>h</a:t>
            </a:r>
            <a:r>
              <a:rPr sz="1905" kern="0" spc="-240" dirty="0">
                <a:solidFill>
                  <a:srgbClr val="ED7C31">
                    <a:alpha val="100000"/>
                  </a:srgbClr>
                </a:solidFill>
                <a:latin typeface="Times New Roman" panose="02020603050405020304"/>
                <a:ea typeface="Times New Roman" panose="02020603050405020304"/>
                <a:cs typeface="Times New Roman" panose="02020603050405020304"/>
              </a:rPr>
              <a:t> </a:t>
            </a:r>
            <a:r>
              <a:rPr sz="1905" kern="0" spc="-30" dirty="0">
                <a:solidFill>
                  <a:srgbClr val="ED7C31">
                    <a:alpha val="100000"/>
                  </a:srgbClr>
                </a:solidFill>
                <a:latin typeface="仿宋" panose="02010609060101010101" charset="-122"/>
                <a:ea typeface="仿宋" panose="02010609060101010101" charset="-122"/>
                <a:cs typeface="仿宋" panose="02010609060101010101" charset="-122"/>
              </a:rPr>
              <a:t>，</a:t>
            </a:r>
            <a:r>
              <a:rPr sz="1905" kern="0" spc="0" dirty="0">
                <a:solidFill>
                  <a:srgbClr val="ED7C31">
                    <a:alpha val="100000"/>
                  </a:srgbClr>
                </a:solidFill>
                <a:latin typeface="仿宋" panose="02010609060101010101" charset="-122"/>
                <a:ea typeface="仿宋" panose="02010609060101010101" charset="-122"/>
                <a:cs typeface="仿宋" panose="02010609060101010101" charset="-122"/>
              </a:rPr>
              <a:t>      </a:t>
            </a:r>
            <a:r>
              <a:rPr sz="1905" kern="0" spc="-20" dirty="0">
                <a:solidFill>
                  <a:srgbClr val="ED7C31">
                    <a:alpha val="100000"/>
                  </a:srgbClr>
                </a:solidFill>
                <a:latin typeface="仿宋" panose="02010609060101010101" charset="-122"/>
                <a:ea typeface="仿宋" panose="02010609060101010101" charset="-122"/>
                <a:cs typeface="仿宋" panose="02010609060101010101" charset="-122"/>
              </a:rPr>
              <a:t>求使得</a:t>
            </a:r>
            <a:r>
              <a:rPr sz="1905" kern="0" spc="-20" dirty="0">
                <a:solidFill>
                  <a:srgbClr val="ED7C31">
                    <a:alpha val="100000"/>
                  </a:srgbClr>
                </a:solidFill>
                <a:latin typeface="Times New Roman" panose="02020603050405020304"/>
                <a:ea typeface="Times New Roman" panose="02020603050405020304"/>
                <a:cs typeface="Times New Roman" panose="02020603050405020304"/>
              </a:rPr>
              <a:t>H(x)=h</a:t>
            </a:r>
            <a:r>
              <a:rPr sz="1905" kern="0" spc="-20" dirty="0">
                <a:solidFill>
                  <a:srgbClr val="ED7C31">
                    <a:alpha val="100000"/>
                  </a:srgbClr>
                </a:solidFill>
                <a:latin typeface="仿宋" panose="02010609060101010101" charset="-122"/>
                <a:ea typeface="仿宋" panose="02010609060101010101" charset="-122"/>
                <a:cs typeface="仿宋" panose="02010609060101010101" charset="-122"/>
              </a:rPr>
              <a:t>的</a:t>
            </a:r>
            <a:r>
              <a:rPr sz="1905" kern="0" spc="-20" dirty="0">
                <a:solidFill>
                  <a:srgbClr val="ED7C31">
                    <a:alpha val="100000"/>
                  </a:srgbClr>
                </a:solidFill>
                <a:latin typeface="Times New Roman" panose="02020603050405020304"/>
                <a:ea typeface="Times New Roman" panose="02020603050405020304"/>
                <a:cs typeface="Times New Roman" panose="02020603050405020304"/>
              </a:rPr>
              <a:t>x</a:t>
            </a:r>
            <a:r>
              <a:rPr sz="1905" kern="0" spc="-20" dirty="0">
                <a:solidFill>
                  <a:srgbClr val="ED7C31">
                    <a:alpha val="100000"/>
                  </a:srgbClr>
                </a:solidFill>
                <a:latin typeface="仿宋" panose="02010609060101010101" charset="-122"/>
                <a:ea typeface="仿宋" panose="02010609060101010101" charset="-122"/>
                <a:cs typeface="仿宋" panose="02010609060101010101" charset="-122"/>
              </a:rPr>
              <a:t>在计算上是不可行的。</a:t>
            </a:r>
            <a:endParaRPr lang="en-US" altLang="en-US" sz="1905" dirty="0"/>
          </a:p>
          <a:p>
            <a:pPr algn="l" rtl="0" eaLnBrk="0">
              <a:lnSpc>
                <a:spcPct val="150000"/>
              </a:lnSpc>
            </a:pPr>
            <a:endParaRPr lang="en-US" altLang="en-US" sz="905" dirty="0"/>
          </a:p>
          <a:p>
            <a:pPr marL="1405255" indent="-307340" algn="l" rtl="0" eaLnBrk="0">
              <a:lnSpc>
                <a:spcPct val="104000"/>
              </a:lnSpc>
              <a:spcBef>
                <a:spcPts val="630"/>
              </a:spcBef>
            </a:pPr>
            <a:r>
              <a:rPr sz="905" kern="0" spc="-250" dirty="0">
                <a:solidFill>
                  <a:srgbClr val="3333CC">
                    <a:alpha val="100000"/>
                  </a:srgbClr>
                </a:solidFill>
                <a:latin typeface="Wingdings" panose="05000000000000000000"/>
                <a:ea typeface="Wingdings" panose="05000000000000000000"/>
                <a:cs typeface="Wingdings" panose="05000000000000000000"/>
              </a:rPr>
              <a:t>.  </a:t>
            </a:r>
            <a:r>
              <a:rPr sz="1905" kern="0" spc="-250" dirty="0">
                <a:solidFill>
                  <a:srgbClr val="000000">
                    <a:alpha val="100000"/>
                  </a:srgbClr>
                </a:solidFill>
                <a:latin typeface="仿宋" panose="02010609060101010101" charset="-122"/>
                <a:ea typeface="仿宋" panose="02010609060101010101" charset="-122"/>
                <a:cs typeface="仿宋" panose="02010609060101010101" charset="-122"/>
              </a:rPr>
              <a:t>抗弱碰撞性：  </a:t>
            </a:r>
            <a:r>
              <a:rPr sz="1905" kern="0" spc="-250" dirty="0">
                <a:solidFill>
                  <a:srgbClr val="ED7C31">
                    <a:alpha val="100000"/>
                  </a:srgbClr>
                </a:solidFill>
                <a:latin typeface="仿宋" panose="02010609060101010101" charset="-122"/>
                <a:ea typeface="仿宋" panose="02010609060101010101" charset="-122"/>
                <a:cs typeface="仿宋" panose="02010609060101010101" charset="-122"/>
              </a:rPr>
              <a:t>已知</a:t>
            </a:r>
            <a:r>
              <a:rPr sz="1905" kern="0" spc="-10" dirty="0">
                <a:solidFill>
                  <a:srgbClr val="ED7C31">
                    <a:alpha val="100000"/>
                  </a:srgbClr>
                </a:solidFill>
                <a:latin typeface="Times New Roman" panose="02020603050405020304"/>
                <a:ea typeface="Times New Roman" panose="02020603050405020304"/>
                <a:cs typeface="Times New Roman" panose="02020603050405020304"/>
              </a:rPr>
              <a:t>x</a:t>
            </a:r>
            <a:r>
              <a:rPr sz="1905" kern="0" spc="-220" dirty="0">
                <a:solidFill>
                  <a:srgbClr val="ED7C31">
                    <a:alpha val="100000"/>
                  </a:srgbClr>
                </a:solidFill>
                <a:latin typeface="Times New Roman" panose="02020603050405020304"/>
                <a:ea typeface="Times New Roman" panose="02020603050405020304"/>
                <a:cs typeface="Times New Roman" panose="02020603050405020304"/>
              </a:rPr>
              <a:t> </a:t>
            </a:r>
            <a:r>
              <a:rPr sz="1905" kern="0" spc="-10" dirty="0">
                <a:solidFill>
                  <a:srgbClr val="ED7C31">
                    <a:alpha val="100000"/>
                  </a:srgbClr>
                </a:solidFill>
                <a:latin typeface="仿宋" panose="02010609060101010101" charset="-122"/>
                <a:ea typeface="仿宋" panose="02010609060101010101" charset="-122"/>
                <a:cs typeface="仿宋" panose="02010609060101010101" charset="-122"/>
              </a:rPr>
              <a:t>，找出</a:t>
            </a:r>
            <a:r>
              <a:rPr sz="1905" kern="0" spc="-10" dirty="0">
                <a:solidFill>
                  <a:srgbClr val="ED7C31">
                    <a:alpha val="100000"/>
                  </a:srgbClr>
                </a:solidFill>
                <a:latin typeface="Times New Roman" panose="02020603050405020304"/>
                <a:ea typeface="Times New Roman" panose="02020603050405020304"/>
                <a:cs typeface="Times New Roman" panose="02020603050405020304"/>
              </a:rPr>
              <a:t>y(y≠x)</a:t>
            </a:r>
            <a:r>
              <a:rPr sz="1905" kern="0" spc="-10" dirty="0">
                <a:solidFill>
                  <a:srgbClr val="ED7C31">
                    <a:alpha val="100000"/>
                  </a:srgbClr>
                </a:solidFill>
                <a:latin typeface="仿宋" panose="02010609060101010101" charset="-122"/>
                <a:ea typeface="仿宋" panose="02010609060101010101" charset="-122"/>
                <a:cs typeface="仿宋" panose="02010609060101010101" charset="-122"/>
              </a:rPr>
              <a:t>使得</a:t>
            </a:r>
            <a:r>
              <a:rPr sz="1905" kern="0" spc="-10" dirty="0">
                <a:solidFill>
                  <a:srgbClr val="ED7C31">
                    <a:alpha val="100000"/>
                  </a:srgbClr>
                </a:solidFill>
                <a:latin typeface="Times New Roman" panose="02020603050405020304"/>
                <a:ea typeface="Times New Roman" panose="02020603050405020304"/>
                <a:cs typeface="Times New Roman" panose="02020603050405020304"/>
              </a:rPr>
              <a:t>H(y)=H(x)</a:t>
            </a:r>
            <a:r>
              <a:rPr sz="1905" kern="0" spc="-10" dirty="0">
                <a:solidFill>
                  <a:srgbClr val="ED7C31">
                    <a:alpha val="100000"/>
                  </a:srgbClr>
                </a:solidFill>
                <a:latin typeface="仿宋" panose="02010609060101010101" charset="-122"/>
                <a:ea typeface="仿宋" panose="02010609060101010101" charset="-122"/>
                <a:cs typeface="仿宋" panose="02010609060101010101" charset="-122"/>
              </a:rPr>
              <a:t>在计</a:t>
            </a:r>
            <a:r>
              <a:rPr sz="1905" kern="0" spc="0" dirty="0">
                <a:solidFill>
                  <a:srgbClr val="ED7C31">
                    <a:alpha val="100000"/>
                  </a:srgbClr>
                </a:solidFill>
                <a:latin typeface="仿宋" panose="02010609060101010101" charset="-122"/>
                <a:ea typeface="仿宋" panose="02010609060101010101" charset="-122"/>
                <a:cs typeface="仿宋" panose="02010609060101010101" charset="-122"/>
              </a:rPr>
              <a:t>     </a:t>
            </a:r>
            <a:r>
              <a:rPr sz="1905" kern="0" spc="-50" dirty="0">
                <a:solidFill>
                  <a:srgbClr val="ED7C31">
                    <a:alpha val="100000"/>
                  </a:srgbClr>
                </a:solidFill>
                <a:latin typeface="仿宋" panose="02010609060101010101" charset="-122"/>
                <a:ea typeface="仿宋" panose="02010609060101010101" charset="-122"/>
                <a:cs typeface="仿宋" panose="02010609060101010101" charset="-122"/>
              </a:rPr>
              <a:t>算上是不可行的。</a:t>
            </a:r>
            <a:endParaRPr lang="en-US" altLang="en-US" sz="1905" dirty="0"/>
          </a:p>
          <a:p>
            <a:pPr algn="l" rtl="0" eaLnBrk="0">
              <a:lnSpc>
                <a:spcPct val="167000"/>
              </a:lnSpc>
            </a:pPr>
            <a:endParaRPr lang="en-US" altLang="en-US" sz="905" dirty="0"/>
          </a:p>
          <a:p>
            <a:pPr algn="l" rtl="0" eaLnBrk="0">
              <a:lnSpc>
                <a:spcPct val="106000"/>
              </a:lnSpc>
            </a:pPr>
            <a:endParaRPr lang="en-US" altLang="en-US" sz="455" dirty="0"/>
          </a:p>
          <a:p>
            <a:pPr marL="1391920" indent="-294005" algn="l" rtl="0" eaLnBrk="0">
              <a:lnSpc>
                <a:spcPct val="96000"/>
              </a:lnSpc>
            </a:pPr>
            <a:r>
              <a:rPr sz="905" kern="0" spc="-130" dirty="0">
                <a:solidFill>
                  <a:srgbClr val="3333CC">
                    <a:alpha val="100000"/>
                  </a:srgbClr>
                </a:solidFill>
                <a:latin typeface="Wingdings" panose="05000000000000000000"/>
                <a:ea typeface="Wingdings" panose="05000000000000000000"/>
                <a:cs typeface="Wingdings" panose="05000000000000000000"/>
              </a:rPr>
              <a:t>.</a:t>
            </a:r>
            <a:r>
              <a:rPr sz="905" kern="0" spc="760" dirty="0">
                <a:solidFill>
                  <a:srgbClr val="3333CC">
                    <a:alpha val="100000"/>
                  </a:srgbClr>
                </a:solidFill>
                <a:latin typeface="Wingdings" panose="05000000000000000000"/>
                <a:ea typeface="Wingdings" panose="05000000000000000000"/>
                <a:cs typeface="Wingdings" panose="05000000000000000000"/>
              </a:rPr>
              <a:t> </a:t>
            </a:r>
            <a:r>
              <a:rPr sz="1905" kern="0" spc="-130" dirty="0">
                <a:solidFill>
                  <a:srgbClr val="000000">
                    <a:alpha val="100000"/>
                  </a:srgbClr>
                </a:solidFill>
                <a:latin typeface="仿宋" panose="02010609060101010101" charset="-122"/>
                <a:ea typeface="仿宋" panose="02010609060101010101" charset="-122"/>
                <a:cs typeface="仿宋" panose="02010609060101010101" charset="-122"/>
              </a:rPr>
              <a:t>抗强碰撞性：</a:t>
            </a:r>
            <a:r>
              <a:rPr sz="1905" kern="0" spc="620" dirty="0">
                <a:solidFill>
                  <a:srgbClr val="000000">
                    <a:alpha val="100000"/>
                  </a:srgbClr>
                </a:solidFill>
                <a:latin typeface="仿宋" panose="02010609060101010101" charset="-122"/>
                <a:ea typeface="仿宋" panose="02010609060101010101" charset="-122"/>
                <a:cs typeface="仿宋" panose="02010609060101010101" charset="-122"/>
              </a:rPr>
              <a:t> </a:t>
            </a:r>
            <a:r>
              <a:rPr sz="1905" kern="0" spc="-130" dirty="0">
                <a:solidFill>
                  <a:srgbClr val="ED7C31">
                    <a:alpha val="100000"/>
                  </a:srgbClr>
                </a:solidFill>
                <a:latin typeface="仿宋" panose="02010609060101010101" charset="-122"/>
                <a:ea typeface="仿宋" panose="02010609060101010101" charset="-122"/>
                <a:cs typeface="仿宋" panose="02010609060101010101" charset="-122"/>
              </a:rPr>
              <a:t>找出任意两个不同的输入</a:t>
            </a:r>
            <a:r>
              <a:rPr sz="1905" kern="0" spc="-130" dirty="0">
                <a:solidFill>
                  <a:srgbClr val="ED7C31">
                    <a:alpha val="100000"/>
                  </a:srgbClr>
                </a:solidFill>
                <a:latin typeface="Times New Roman" panose="02020603050405020304"/>
                <a:ea typeface="Times New Roman" panose="02020603050405020304"/>
                <a:cs typeface="Times New Roman" panose="02020603050405020304"/>
              </a:rPr>
              <a:t>x</a:t>
            </a:r>
            <a:r>
              <a:rPr sz="1905" kern="0" spc="-240" dirty="0">
                <a:solidFill>
                  <a:srgbClr val="ED7C31">
                    <a:alpha val="100000"/>
                  </a:srgbClr>
                </a:solidFill>
                <a:latin typeface="Times New Roman" panose="02020603050405020304"/>
                <a:ea typeface="Times New Roman" panose="02020603050405020304"/>
                <a:cs typeface="Times New Roman" panose="02020603050405020304"/>
              </a:rPr>
              <a:t> </a:t>
            </a:r>
            <a:r>
              <a:rPr sz="1905" kern="0" spc="-90" dirty="0">
                <a:solidFill>
                  <a:srgbClr val="ED7C31">
                    <a:alpha val="100000"/>
                  </a:srgbClr>
                </a:solidFill>
                <a:latin typeface="仿宋" panose="02010609060101010101" charset="-122"/>
                <a:ea typeface="仿宋" panose="02010609060101010101" charset="-122"/>
                <a:cs typeface="仿宋" panose="02010609060101010101" charset="-122"/>
              </a:rPr>
              <a:t>、</a:t>
            </a:r>
            <a:r>
              <a:rPr sz="1905" kern="0" spc="-90" dirty="0">
                <a:solidFill>
                  <a:srgbClr val="ED7C31">
                    <a:alpha val="100000"/>
                  </a:srgbClr>
                </a:solidFill>
                <a:latin typeface="Times New Roman" panose="02020603050405020304"/>
                <a:ea typeface="Times New Roman" panose="02020603050405020304"/>
                <a:cs typeface="Times New Roman" panose="02020603050405020304"/>
              </a:rPr>
              <a:t>y</a:t>
            </a:r>
            <a:r>
              <a:rPr sz="1905" kern="0" spc="-90" dirty="0">
                <a:solidFill>
                  <a:srgbClr val="ED7C31">
                    <a:alpha val="100000"/>
                  </a:srgbClr>
                </a:solidFill>
                <a:latin typeface="仿宋" panose="02010609060101010101" charset="-122"/>
                <a:ea typeface="仿宋" panose="02010609060101010101" charset="-122"/>
                <a:cs typeface="仿宋" panose="02010609060101010101" charset="-122"/>
              </a:rPr>
              <a:t>，使得</a:t>
            </a:r>
            <a:r>
              <a:rPr sz="1905" kern="0" spc="0" dirty="0">
                <a:solidFill>
                  <a:srgbClr val="ED7C31">
                    <a:alpha val="100000"/>
                  </a:srgbClr>
                </a:solidFill>
                <a:latin typeface="仿宋" panose="02010609060101010101" charset="-122"/>
                <a:ea typeface="仿宋" panose="02010609060101010101" charset="-122"/>
                <a:cs typeface="仿宋" panose="02010609060101010101" charset="-122"/>
              </a:rPr>
              <a:t>      </a:t>
            </a:r>
            <a:r>
              <a:rPr sz="1905" kern="0" spc="-10" dirty="0">
                <a:solidFill>
                  <a:srgbClr val="ED7C31">
                    <a:alpha val="100000"/>
                  </a:srgbClr>
                </a:solidFill>
                <a:latin typeface="Times New Roman" panose="02020603050405020304"/>
                <a:ea typeface="Times New Roman" panose="02020603050405020304"/>
                <a:cs typeface="Times New Roman" panose="02020603050405020304"/>
              </a:rPr>
              <a:t>H(y)=H(x)</a:t>
            </a:r>
            <a:r>
              <a:rPr sz="1905" kern="0" spc="-10" dirty="0">
                <a:solidFill>
                  <a:srgbClr val="ED7C31">
                    <a:alpha val="100000"/>
                  </a:srgbClr>
                </a:solidFill>
                <a:latin typeface="仿宋" panose="02010609060101010101" charset="-122"/>
                <a:ea typeface="仿宋" panose="02010609060101010101" charset="-122"/>
                <a:cs typeface="仿宋" panose="02010609060101010101" charset="-122"/>
              </a:rPr>
              <a:t>在计算上是不</a:t>
            </a:r>
            <a:r>
              <a:rPr sz="1905" kern="0" spc="-20" dirty="0">
                <a:solidFill>
                  <a:srgbClr val="ED7C31">
                    <a:alpha val="100000"/>
                  </a:srgbClr>
                </a:solidFill>
                <a:latin typeface="仿宋" panose="02010609060101010101" charset="-122"/>
                <a:ea typeface="仿宋" panose="02010609060101010101" charset="-122"/>
                <a:cs typeface="仿宋" panose="02010609060101010101" charset="-122"/>
              </a:rPr>
              <a:t>可行的。</a:t>
            </a:r>
            <a:endParaRPr lang="en-US" altLang="en-US" sz="1905" dirty="0"/>
          </a:p>
        </p:txBody>
      </p:sp>
      <p:pic>
        <p:nvPicPr>
          <p:cNvPr id="128" name="picture 128"/>
          <p:cNvPicPr>
            <a:picLocks noChangeAspect="1"/>
          </p:cNvPicPr>
          <p:nvPr/>
        </p:nvPicPr>
        <p:blipFill>
          <a:blip r:embed="rId1"/>
          <a:stretch>
            <a:fillRect/>
          </a:stretch>
        </p:blipFill>
        <p:spPr>
          <a:xfrm rot="21600000">
            <a:off x="10209533" y="700317"/>
            <a:ext cx="736958" cy="727971"/>
          </a:xfrm>
          <a:prstGeom prst="rect">
            <a:avLst/>
          </a:prstGeom>
        </p:spPr>
      </p:pic>
      <p:sp>
        <p:nvSpPr>
          <p:cNvPr id="130" name="textbox 130"/>
          <p:cNvSpPr/>
          <p:nvPr/>
        </p:nvSpPr>
        <p:spPr>
          <a:xfrm>
            <a:off x="4851810"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pic>
        <p:nvPicPr>
          <p:cNvPr id="132" name="picture 132"/>
          <p:cNvPicPr>
            <a:picLocks noChangeAspect="1"/>
          </p:cNvPicPr>
          <p:nvPr/>
        </p:nvPicPr>
        <p:blipFill>
          <a:blip r:embed="rId2"/>
          <a:stretch>
            <a:fillRect/>
          </a:stretch>
        </p:blipFill>
        <p:spPr>
          <a:xfrm rot="21600000">
            <a:off x="1798815" y="5661997"/>
            <a:ext cx="8575956" cy="22814"/>
          </a:xfrm>
          <a:prstGeom prst="rect">
            <a:avLst/>
          </a:prstGeom>
        </p:spPr>
      </p:pic>
      <p:pic>
        <p:nvPicPr>
          <p:cNvPr id="134" name="picture 134"/>
          <p:cNvPicPr>
            <a:picLocks noChangeAspect="1"/>
          </p:cNvPicPr>
          <p:nvPr/>
        </p:nvPicPr>
        <p:blipFill>
          <a:blip r:embed="rId3"/>
          <a:stretch>
            <a:fillRect/>
          </a:stretch>
        </p:blipFill>
        <p:spPr>
          <a:xfrm rot="21600000">
            <a:off x="1902514" y="1025243"/>
            <a:ext cx="333221" cy="521954"/>
          </a:xfrm>
          <a:prstGeom prst="rect">
            <a:avLst/>
          </a:prstGeom>
        </p:spPr>
      </p:pic>
      <p:sp>
        <p:nvSpPr>
          <p:cNvPr id="136" name="textbox 136"/>
          <p:cNvSpPr/>
          <p:nvPr/>
        </p:nvSpPr>
        <p:spPr>
          <a:xfrm>
            <a:off x="9362511" y="5815543"/>
            <a:ext cx="773714"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30" dirty="0">
                <a:solidFill>
                  <a:srgbClr val="898989">
                    <a:alpha val="100000"/>
                  </a:srgbClr>
                </a:solidFill>
                <a:latin typeface="Times New Roman" panose="02020603050405020304"/>
                <a:ea typeface="Times New Roman" panose="02020603050405020304"/>
                <a:cs typeface="Times New Roman" panose="02020603050405020304"/>
              </a:rPr>
              <a:t> </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7</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138" name="textbox 138"/>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 name="picture 140"/>
          <p:cNvPicPr>
            <a:picLocks noChangeAspect="1"/>
          </p:cNvPicPr>
          <p:nvPr/>
        </p:nvPicPr>
        <p:blipFill>
          <a:blip r:embed="rId1"/>
          <a:stretch>
            <a:fillRect/>
          </a:stretch>
        </p:blipFill>
        <p:spPr>
          <a:xfrm rot="21600000">
            <a:off x="2947115" y="1861061"/>
            <a:ext cx="6282813" cy="1825803"/>
          </a:xfrm>
          <a:prstGeom prst="rect">
            <a:avLst/>
          </a:prstGeom>
        </p:spPr>
      </p:pic>
      <p:pic>
        <p:nvPicPr>
          <p:cNvPr id="142" name="picture 142"/>
          <p:cNvPicPr>
            <a:picLocks noChangeAspect="1"/>
          </p:cNvPicPr>
          <p:nvPr/>
        </p:nvPicPr>
        <p:blipFill>
          <a:blip r:embed="rId2"/>
          <a:stretch>
            <a:fillRect/>
          </a:stretch>
        </p:blipFill>
        <p:spPr>
          <a:xfrm rot="21600000">
            <a:off x="10209533" y="700317"/>
            <a:ext cx="736958" cy="727971"/>
          </a:xfrm>
          <a:prstGeom prst="rect">
            <a:avLst/>
          </a:prstGeom>
        </p:spPr>
      </p:pic>
      <p:sp>
        <p:nvSpPr>
          <p:cNvPr id="144" name="textbox 144"/>
          <p:cNvSpPr/>
          <p:nvPr/>
        </p:nvSpPr>
        <p:spPr>
          <a:xfrm>
            <a:off x="3415014" y="1087684"/>
            <a:ext cx="1435662" cy="396363"/>
          </a:xfrm>
          <a:prstGeom prst="rect">
            <a:avLst/>
          </a:prstGeom>
        </p:spPr>
        <p:txBody>
          <a:bodyPr vert="horz" wrap="square" lIns="0" tIns="0" rIns="0" bIns="0"/>
          <a:lstStyle/>
          <a:p>
            <a:pPr algn="l" rtl="0" eaLnBrk="0">
              <a:lnSpc>
                <a:spcPct val="80000"/>
              </a:lnSpc>
            </a:pPr>
            <a:endParaRPr lang="en-US" altLang="en-US" sz="100" dirty="0"/>
          </a:p>
          <a:p>
            <a:pPr marL="12700" algn="l" rtl="0" eaLnBrk="0">
              <a:lnSpc>
                <a:spcPct val="100000"/>
              </a:lnSpc>
            </a:pPr>
            <a:r>
              <a:rPr sz="2450" kern="0" spc="-190" dirty="0">
                <a:solidFill>
                  <a:srgbClr val="1F4E79">
                    <a:alpha val="100000"/>
                  </a:srgbClr>
                </a:solidFill>
                <a:latin typeface="仿宋" panose="02010609060101010101" charset="-122"/>
                <a:ea typeface="仿宋" panose="02010609060101010101" charset="-122"/>
                <a:cs typeface="仿宋" panose="02010609060101010101" charset="-122"/>
              </a:rPr>
              <a:t>例1（续）</a:t>
            </a:r>
            <a:endParaRPr lang="en-US" altLang="en-US" sz="2450" dirty="0"/>
          </a:p>
        </p:txBody>
      </p:sp>
      <p:sp>
        <p:nvSpPr>
          <p:cNvPr id="146" name="textbox 146"/>
          <p:cNvSpPr/>
          <p:nvPr/>
        </p:nvSpPr>
        <p:spPr>
          <a:xfrm>
            <a:off x="4851810"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pic>
        <p:nvPicPr>
          <p:cNvPr id="148" name="picture 148"/>
          <p:cNvPicPr>
            <a:picLocks noChangeAspect="1"/>
          </p:cNvPicPr>
          <p:nvPr/>
        </p:nvPicPr>
        <p:blipFill>
          <a:blip r:embed="rId3"/>
          <a:stretch>
            <a:fillRect/>
          </a:stretch>
        </p:blipFill>
        <p:spPr>
          <a:xfrm rot="21600000">
            <a:off x="1798815" y="5661997"/>
            <a:ext cx="8575956" cy="22814"/>
          </a:xfrm>
          <a:prstGeom prst="rect">
            <a:avLst/>
          </a:prstGeom>
        </p:spPr>
      </p:pic>
      <p:pic>
        <p:nvPicPr>
          <p:cNvPr id="150" name="picture 150"/>
          <p:cNvPicPr>
            <a:picLocks noChangeAspect="1"/>
          </p:cNvPicPr>
          <p:nvPr/>
        </p:nvPicPr>
        <p:blipFill>
          <a:blip r:embed="rId4"/>
          <a:stretch>
            <a:fillRect/>
          </a:stretch>
        </p:blipFill>
        <p:spPr>
          <a:xfrm rot="21600000">
            <a:off x="1902514" y="1025243"/>
            <a:ext cx="333221" cy="521954"/>
          </a:xfrm>
          <a:prstGeom prst="rect">
            <a:avLst/>
          </a:prstGeom>
        </p:spPr>
      </p:pic>
      <p:pic>
        <p:nvPicPr>
          <p:cNvPr id="152" name="picture 152"/>
          <p:cNvPicPr>
            <a:picLocks noChangeAspect="1"/>
          </p:cNvPicPr>
          <p:nvPr/>
        </p:nvPicPr>
        <p:blipFill>
          <a:blip r:embed="rId5"/>
          <a:stretch>
            <a:fillRect/>
          </a:stretch>
        </p:blipFill>
        <p:spPr>
          <a:xfrm rot="21600000">
            <a:off x="2412716" y="1511249"/>
            <a:ext cx="7190529" cy="22814"/>
          </a:xfrm>
          <a:prstGeom prst="rect">
            <a:avLst/>
          </a:prstGeom>
        </p:spPr>
      </p:pic>
      <p:sp>
        <p:nvSpPr>
          <p:cNvPr id="154" name="textbox 154"/>
          <p:cNvSpPr/>
          <p:nvPr/>
        </p:nvSpPr>
        <p:spPr>
          <a:xfrm>
            <a:off x="9362511" y="5815543"/>
            <a:ext cx="773714"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30" dirty="0">
                <a:solidFill>
                  <a:srgbClr val="898989">
                    <a:alpha val="100000"/>
                  </a:srgbClr>
                </a:solidFill>
                <a:latin typeface="Times New Roman" panose="02020603050405020304"/>
                <a:ea typeface="Times New Roman" panose="02020603050405020304"/>
                <a:cs typeface="Times New Roman" panose="02020603050405020304"/>
              </a:rPr>
              <a:t> </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8</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156" name="textbox 156"/>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1890992" y="1013721"/>
            <a:ext cx="3030908" cy="583598"/>
          </a:xfrm>
          <a:prstGeom prst="rect">
            <a:avLst/>
          </a:prstGeom>
        </p:spPr>
        <p:txBody>
          <a:bodyPr vert="horz" wrap="square" lIns="0" tIns="0" rIns="0" bIns="0"/>
          <a:lstStyle/>
          <a:p>
            <a:pPr algn="l" rtl="0" eaLnBrk="0">
              <a:lnSpc>
                <a:spcPct val="104000"/>
              </a:lnSpc>
            </a:pPr>
            <a:endParaRPr lang="en-US" altLang="en-US" sz="545" dirty="0"/>
          </a:p>
          <a:p>
            <a:pPr marL="379730" algn="l" rtl="0" eaLnBrk="0">
              <a:lnSpc>
                <a:spcPct val="95000"/>
              </a:lnSpc>
              <a:spcBef>
                <a:spcPts val="5"/>
              </a:spcBef>
              <a:tabLst>
                <a:tab pos="673735" algn="l"/>
              </a:tabLst>
            </a:pPr>
            <a:r>
              <a:rPr sz="254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2540" kern="0" spc="-20" dirty="0">
                <a:solidFill>
                  <a:srgbClr val="1F4E79">
                    <a:alpha val="100000"/>
                  </a:srgbClr>
                </a:solidFill>
                <a:latin typeface="仿宋" panose="02010609060101010101" charset="-122"/>
                <a:ea typeface="仿宋" panose="02010609060101010101" charset="-122"/>
                <a:cs typeface="仿宋" panose="02010609060101010101" charset="-122"/>
              </a:rPr>
              <a:t>3个安全性的关系</a:t>
            </a:r>
            <a:endParaRPr lang="en-US" altLang="en-US" sz="2540" dirty="0"/>
          </a:p>
        </p:txBody>
      </p:sp>
      <p:pic>
        <p:nvPicPr>
          <p:cNvPr id="160" name="picture 160"/>
          <p:cNvPicPr>
            <a:picLocks noChangeAspect="1"/>
          </p:cNvPicPr>
          <p:nvPr/>
        </p:nvPicPr>
        <p:blipFill>
          <a:blip r:embed="rId1"/>
          <a:stretch>
            <a:fillRect/>
          </a:stretch>
        </p:blipFill>
        <p:spPr>
          <a:xfrm rot="21600000">
            <a:off x="1902514" y="1025243"/>
            <a:ext cx="333221" cy="521954"/>
          </a:xfrm>
          <a:prstGeom prst="rect">
            <a:avLst/>
          </a:prstGeom>
        </p:spPr>
      </p:pic>
      <p:graphicFrame>
        <p:nvGraphicFramePr>
          <p:cNvPr id="162" name="table 162"/>
          <p:cNvGraphicFramePr>
            <a:graphicFrameLocks noGrp="1"/>
          </p:cNvGraphicFramePr>
          <p:nvPr/>
        </p:nvGraphicFramePr>
        <p:xfrm>
          <a:off x="5244407" y="2818554"/>
          <a:ext cx="1826260" cy="695325"/>
        </p:xfrm>
        <a:graphic>
          <a:graphicData uri="http://schemas.openxmlformats.org/drawingml/2006/table">
            <a:tbl>
              <a:tblPr/>
              <a:tblGrid>
                <a:gridCol w="1826260"/>
              </a:tblGrid>
              <a:tr h="695325">
                <a:tc>
                  <a:txBody>
                    <a:bodyPr/>
                    <a:lstStyle/>
                    <a:p>
                      <a:pPr algn="l" rtl="0" eaLnBrk="0">
                        <a:lnSpc>
                          <a:spcPct val="158000"/>
                        </a:lnSpc>
                      </a:pPr>
                      <a:endParaRPr lang="en-US" altLang="en-US" sz="905" dirty="0"/>
                    </a:p>
                    <a:p>
                      <a:pPr marL="347980" algn="l" rtl="0" eaLnBrk="0">
                        <a:lnSpc>
                          <a:spcPct val="95000"/>
                        </a:lnSpc>
                        <a:spcBef>
                          <a:spcPts val="0"/>
                        </a:spcBef>
                      </a:pPr>
                      <a:r>
                        <a:rPr sz="1905"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抗弱碰撞性</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4" name="table 164"/>
          <p:cNvGraphicFramePr>
            <a:graphicFrameLocks noGrp="1"/>
          </p:cNvGraphicFramePr>
          <p:nvPr/>
        </p:nvGraphicFramePr>
        <p:xfrm>
          <a:off x="2212922" y="2807493"/>
          <a:ext cx="1826260" cy="694690"/>
        </p:xfrm>
        <a:graphic>
          <a:graphicData uri="http://schemas.openxmlformats.org/drawingml/2006/table">
            <a:tbl>
              <a:tblPr/>
              <a:tblGrid>
                <a:gridCol w="1826260"/>
              </a:tblGrid>
              <a:tr h="694690">
                <a:tc>
                  <a:txBody>
                    <a:bodyPr/>
                    <a:lstStyle/>
                    <a:p>
                      <a:pPr algn="l" rtl="0" eaLnBrk="0">
                        <a:lnSpc>
                          <a:spcPct val="167000"/>
                        </a:lnSpc>
                      </a:pPr>
                      <a:endParaRPr lang="en-US" altLang="en-US" sz="905" dirty="0"/>
                    </a:p>
                    <a:p>
                      <a:pPr algn="l" rtl="0" eaLnBrk="0">
                        <a:lnSpc>
                          <a:spcPct val="7000"/>
                        </a:lnSpc>
                      </a:pPr>
                      <a:endParaRPr lang="en-US" altLang="en-US" sz="100" dirty="0"/>
                    </a:p>
                    <a:p>
                      <a:pPr marL="347980" algn="l" rtl="0" eaLnBrk="0">
                        <a:lnSpc>
                          <a:spcPct val="95000"/>
                        </a:lnSpc>
                      </a:pPr>
                      <a:r>
                        <a:rPr sz="1905"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抗强碰撞性</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66" name="table 166"/>
          <p:cNvGraphicFramePr>
            <a:graphicFrameLocks noGrp="1"/>
          </p:cNvGraphicFramePr>
          <p:nvPr/>
        </p:nvGraphicFramePr>
        <p:xfrm>
          <a:off x="8275881" y="2806110"/>
          <a:ext cx="1583690" cy="694690"/>
        </p:xfrm>
        <a:graphic>
          <a:graphicData uri="http://schemas.openxmlformats.org/drawingml/2006/table">
            <a:tbl>
              <a:tblPr/>
              <a:tblGrid>
                <a:gridCol w="1583690"/>
              </a:tblGrid>
              <a:tr h="694690">
                <a:tc>
                  <a:txBody>
                    <a:bodyPr/>
                    <a:lstStyle/>
                    <a:p>
                      <a:pPr algn="l" rtl="0" eaLnBrk="0">
                        <a:lnSpc>
                          <a:spcPct val="166000"/>
                        </a:lnSpc>
                      </a:pPr>
                      <a:endParaRPr lang="en-US" altLang="en-US" sz="905" dirty="0"/>
                    </a:p>
                    <a:p>
                      <a:pPr marL="483870" algn="l" rtl="0" eaLnBrk="0">
                        <a:lnSpc>
                          <a:spcPct val="96000"/>
                        </a:lnSpc>
                        <a:spcBef>
                          <a:spcPts val="5"/>
                        </a:spcBef>
                      </a:pPr>
                      <a:r>
                        <a:rPr sz="1905"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单向性</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68" name="picture 168"/>
          <p:cNvPicPr>
            <a:picLocks noChangeAspect="1"/>
          </p:cNvPicPr>
          <p:nvPr/>
        </p:nvPicPr>
        <p:blipFill>
          <a:blip r:embed="rId2"/>
          <a:stretch>
            <a:fillRect/>
          </a:stretch>
        </p:blipFill>
        <p:spPr>
          <a:xfrm rot="21600000">
            <a:off x="10209533" y="700317"/>
            <a:ext cx="736958" cy="727971"/>
          </a:xfrm>
          <a:prstGeom prst="rect">
            <a:avLst/>
          </a:prstGeom>
        </p:spPr>
      </p:pic>
      <p:sp>
        <p:nvSpPr>
          <p:cNvPr id="170" name="textbox 170"/>
          <p:cNvSpPr/>
          <p:nvPr/>
        </p:nvSpPr>
        <p:spPr>
          <a:xfrm>
            <a:off x="4851810"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pic>
        <p:nvPicPr>
          <p:cNvPr id="172" name="picture 172"/>
          <p:cNvPicPr>
            <a:picLocks noChangeAspect="1"/>
          </p:cNvPicPr>
          <p:nvPr/>
        </p:nvPicPr>
        <p:blipFill>
          <a:blip r:embed="rId3"/>
          <a:stretch>
            <a:fillRect/>
          </a:stretch>
        </p:blipFill>
        <p:spPr>
          <a:xfrm rot="21600000">
            <a:off x="1798815" y="5661997"/>
            <a:ext cx="8575956" cy="22814"/>
          </a:xfrm>
          <a:prstGeom prst="rect">
            <a:avLst/>
          </a:prstGeom>
        </p:spPr>
      </p:pic>
      <p:pic>
        <p:nvPicPr>
          <p:cNvPr id="174" name="picture 174"/>
          <p:cNvPicPr>
            <a:picLocks noChangeAspect="1"/>
          </p:cNvPicPr>
          <p:nvPr/>
        </p:nvPicPr>
        <p:blipFill>
          <a:blip r:embed="rId4"/>
          <a:stretch>
            <a:fillRect/>
          </a:stretch>
        </p:blipFill>
        <p:spPr>
          <a:xfrm rot="21600000">
            <a:off x="7066743" y="3077803"/>
            <a:ext cx="1212594" cy="151401"/>
          </a:xfrm>
          <a:prstGeom prst="rect">
            <a:avLst/>
          </a:prstGeom>
        </p:spPr>
      </p:pic>
      <p:pic>
        <p:nvPicPr>
          <p:cNvPr id="176" name="picture 176"/>
          <p:cNvPicPr>
            <a:picLocks noChangeAspect="1"/>
          </p:cNvPicPr>
          <p:nvPr/>
        </p:nvPicPr>
        <p:blipFill>
          <a:blip r:embed="rId5"/>
          <a:stretch>
            <a:fillRect/>
          </a:stretch>
        </p:blipFill>
        <p:spPr>
          <a:xfrm rot="21600000">
            <a:off x="4035269" y="3062594"/>
            <a:ext cx="1212593" cy="151401"/>
          </a:xfrm>
          <a:prstGeom prst="rect">
            <a:avLst/>
          </a:prstGeom>
        </p:spPr>
      </p:pic>
      <p:sp>
        <p:nvSpPr>
          <p:cNvPr id="178" name="rect"/>
          <p:cNvSpPr/>
          <p:nvPr/>
        </p:nvSpPr>
        <p:spPr>
          <a:xfrm>
            <a:off x="2412716" y="1511249"/>
            <a:ext cx="7190529" cy="22814"/>
          </a:xfrm>
          <a:prstGeom prst="rect">
            <a:avLst/>
          </a:prstGeom>
          <a:solidFill>
            <a:srgbClr val="5B9BD5">
              <a:alpha val="100000"/>
            </a:srgbClr>
          </a:solidFill>
          <a:ln cap="flat">
            <a:noFill/>
            <a:prstDash val="solid"/>
            <a:miter lim="0"/>
          </a:ln>
        </p:spPr>
        <p:txBody>
          <a:bodyPr rtlCol="0"/>
          <a:lstStyle/>
          <a:p>
            <a:pPr algn="ctr"/>
            <a:endParaRPr lang="zh-CN" altLang="en-US" sz="1635"/>
          </a:p>
        </p:txBody>
      </p:sp>
      <p:sp>
        <p:nvSpPr>
          <p:cNvPr id="180" name="textbox 180"/>
          <p:cNvSpPr/>
          <p:nvPr/>
        </p:nvSpPr>
        <p:spPr>
          <a:xfrm>
            <a:off x="9362511" y="5815543"/>
            <a:ext cx="773714"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30" dirty="0">
                <a:solidFill>
                  <a:srgbClr val="898989">
                    <a:alpha val="100000"/>
                  </a:srgbClr>
                </a:solidFill>
                <a:latin typeface="Times New Roman" panose="02020603050405020304"/>
                <a:ea typeface="Times New Roman" panose="02020603050405020304"/>
                <a:cs typeface="Times New Roman" panose="02020603050405020304"/>
              </a:rPr>
              <a:t> </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9</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182" name="textbox 182"/>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 name="picture 184"/>
          <p:cNvPicPr>
            <a:picLocks noChangeAspect="1"/>
          </p:cNvPicPr>
          <p:nvPr/>
        </p:nvPicPr>
        <p:blipFill>
          <a:blip r:embed="rId1"/>
          <a:stretch>
            <a:fillRect/>
          </a:stretch>
        </p:blipFill>
        <p:spPr>
          <a:xfrm rot="21600000">
            <a:off x="3541659" y="1764275"/>
            <a:ext cx="928696" cy="3525095"/>
          </a:xfrm>
          <a:prstGeom prst="rect">
            <a:avLst/>
          </a:prstGeom>
        </p:spPr>
      </p:pic>
      <p:grpSp>
        <p:nvGrpSpPr>
          <p:cNvPr id="14" name="group 14"/>
          <p:cNvGrpSpPr/>
          <p:nvPr/>
        </p:nvGrpSpPr>
        <p:grpSpPr>
          <a:xfrm rot="21600000">
            <a:off x="3937792" y="3143480"/>
            <a:ext cx="4790230" cy="815124"/>
            <a:chOff x="0" y="0"/>
            <a:chExt cx="5279898" cy="898448"/>
          </a:xfrm>
        </p:grpSpPr>
        <p:pic>
          <p:nvPicPr>
            <p:cNvPr id="186" name="picture 186"/>
            <p:cNvPicPr>
              <a:picLocks noChangeAspect="1"/>
            </p:cNvPicPr>
            <p:nvPr/>
          </p:nvPicPr>
          <p:blipFill>
            <a:blip r:embed="rId2"/>
            <a:stretch>
              <a:fillRect/>
            </a:stretch>
          </p:blipFill>
          <p:spPr>
            <a:xfrm rot="21600000">
              <a:off x="0" y="0"/>
              <a:ext cx="5279898" cy="898448"/>
            </a:xfrm>
            <a:prstGeom prst="rect">
              <a:avLst/>
            </a:prstGeom>
          </p:spPr>
        </p:pic>
        <p:sp>
          <p:nvSpPr>
            <p:cNvPr id="188" name="textbox 188"/>
            <p:cNvSpPr/>
            <p:nvPr/>
          </p:nvSpPr>
          <p:spPr>
            <a:xfrm>
              <a:off x="-12700" y="-12700"/>
              <a:ext cx="5305425" cy="955675"/>
            </a:xfrm>
            <a:prstGeom prst="rect">
              <a:avLst/>
            </a:prstGeom>
          </p:spPr>
          <p:txBody>
            <a:bodyPr vert="horz" wrap="square" lIns="0" tIns="0" rIns="0" bIns="0"/>
            <a:lstStyle/>
            <a:p>
              <a:pPr algn="l" rtl="0" eaLnBrk="0">
                <a:lnSpc>
                  <a:spcPct val="128000"/>
                </a:lnSpc>
              </a:pPr>
              <a:endParaRPr lang="en-US" altLang="en-US" sz="905" dirty="0"/>
            </a:p>
            <a:p>
              <a:pPr algn="l" rtl="0" eaLnBrk="0">
                <a:lnSpc>
                  <a:spcPct val="128000"/>
                </a:lnSpc>
              </a:pPr>
              <a:endParaRPr lang="en-US" altLang="en-US" sz="905" dirty="0"/>
            </a:p>
            <a:p>
              <a:pPr algn="l" rtl="0" eaLnBrk="0">
                <a:lnSpc>
                  <a:spcPct val="10000"/>
                </a:lnSpc>
              </a:pPr>
              <a:endParaRPr lang="en-US" altLang="en-US" sz="100" dirty="0"/>
            </a:p>
            <a:p>
              <a:pPr marL="1031875" algn="l" rtl="0" eaLnBrk="0">
                <a:lnSpc>
                  <a:spcPct val="95000"/>
                </a:lnSpc>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函数满足条件及安全性定义</a:t>
              </a:r>
              <a:endParaRPr lang="en-US" altLang="en-US" sz="1905" dirty="0"/>
            </a:p>
          </p:txBody>
        </p:sp>
      </p:grpSp>
      <p:grpSp>
        <p:nvGrpSpPr>
          <p:cNvPr id="16" name="group 16"/>
          <p:cNvGrpSpPr/>
          <p:nvPr/>
        </p:nvGrpSpPr>
        <p:grpSpPr>
          <a:xfrm rot="21600000">
            <a:off x="4091267" y="1970292"/>
            <a:ext cx="4665791" cy="646394"/>
            <a:chOff x="0" y="0"/>
            <a:chExt cx="5142738" cy="712470"/>
          </a:xfrm>
        </p:grpSpPr>
        <p:pic>
          <p:nvPicPr>
            <p:cNvPr id="190" name="picture 190"/>
            <p:cNvPicPr>
              <a:picLocks noChangeAspect="1"/>
            </p:cNvPicPr>
            <p:nvPr/>
          </p:nvPicPr>
          <p:blipFill>
            <a:blip r:embed="rId3"/>
            <a:stretch>
              <a:fillRect/>
            </a:stretch>
          </p:blipFill>
          <p:spPr>
            <a:xfrm rot="21600000">
              <a:off x="0" y="0"/>
              <a:ext cx="5142738" cy="712470"/>
            </a:xfrm>
            <a:prstGeom prst="rect">
              <a:avLst/>
            </a:prstGeom>
          </p:spPr>
        </p:pic>
        <p:sp>
          <p:nvSpPr>
            <p:cNvPr id="192" name="textbox 192"/>
            <p:cNvSpPr/>
            <p:nvPr/>
          </p:nvSpPr>
          <p:spPr>
            <a:xfrm>
              <a:off x="-12700" y="-12700"/>
              <a:ext cx="5168265" cy="774065"/>
            </a:xfrm>
            <a:prstGeom prst="rect">
              <a:avLst/>
            </a:prstGeom>
          </p:spPr>
          <p:txBody>
            <a:bodyPr vert="horz" wrap="square" lIns="0" tIns="0" rIns="0" bIns="0"/>
            <a:lstStyle/>
            <a:p>
              <a:pPr algn="l" rtl="0" eaLnBrk="0">
                <a:lnSpc>
                  <a:spcPct val="146000"/>
                </a:lnSpc>
              </a:pPr>
              <a:endParaRPr lang="en-US" altLang="en-US" sz="905" dirty="0"/>
            </a:p>
            <a:p>
              <a:pPr marL="582930" algn="l" rtl="0" eaLnBrk="0">
                <a:lnSpc>
                  <a:spcPct val="97000"/>
                </a:lnSpc>
                <a:spcBef>
                  <a:spcPts val="5"/>
                </a:spcBef>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函数的定义</a:t>
              </a:r>
              <a:endParaRPr lang="en-US" altLang="en-US" sz="1905" dirty="0"/>
            </a:p>
          </p:txBody>
        </p:sp>
      </p:grpSp>
      <p:grpSp>
        <p:nvGrpSpPr>
          <p:cNvPr id="18" name="group 18"/>
          <p:cNvGrpSpPr/>
          <p:nvPr/>
        </p:nvGrpSpPr>
        <p:grpSpPr>
          <a:xfrm rot="21600000">
            <a:off x="4116155" y="4560707"/>
            <a:ext cx="4645742" cy="646394"/>
            <a:chOff x="0" y="0"/>
            <a:chExt cx="5120640" cy="712470"/>
          </a:xfrm>
        </p:grpSpPr>
        <p:pic>
          <p:nvPicPr>
            <p:cNvPr id="194" name="picture 194"/>
            <p:cNvPicPr>
              <a:picLocks noChangeAspect="1"/>
            </p:cNvPicPr>
            <p:nvPr/>
          </p:nvPicPr>
          <p:blipFill>
            <a:blip r:embed="rId4"/>
            <a:stretch>
              <a:fillRect/>
            </a:stretch>
          </p:blipFill>
          <p:spPr>
            <a:xfrm rot="21600000">
              <a:off x="0" y="0"/>
              <a:ext cx="5120640" cy="712470"/>
            </a:xfrm>
            <a:prstGeom prst="rect">
              <a:avLst/>
            </a:prstGeom>
          </p:spPr>
        </p:pic>
        <p:sp>
          <p:nvSpPr>
            <p:cNvPr id="196" name="textbox 196"/>
            <p:cNvSpPr/>
            <p:nvPr/>
          </p:nvSpPr>
          <p:spPr>
            <a:xfrm>
              <a:off x="-12700" y="-12700"/>
              <a:ext cx="5146675" cy="772794"/>
            </a:xfrm>
            <a:prstGeom prst="rect">
              <a:avLst/>
            </a:prstGeom>
          </p:spPr>
          <p:txBody>
            <a:bodyPr vert="horz" wrap="square" lIns="0" tIns="0" rIns="0" bIns="0"/>
            <a:lstStyle/>
            <a:p>
              <a:pPr algn="l" rtl="0" eaLnBrk="0">
                <a:lnSpc>
                  <a:spcPct val="147000"/>
                </a:lnSpc>
              </a:pPr>
              <a:endParaRPr lang="en-US" altLang="en-US" sz="905" dirty="0"/>
            </a:p>
            <a:p>
              <a:pPr algn="l" rtl="0" eaLnBrk="0">
                <a:lnSpc>
                  <a:spcPct val="9000"/>
                </a:lnSpc>
              </a:pPr>
              <a:endParaRPr lang="en-US" altLang="en-US" sz="100" dirty="0"/>
            </a:p>
            <a:p>
              <a:pPr marL="582930" algn="l" rtl="0" eaLnBrk="0">
                <a:lnSpc>
                  <a:spcPct val="96000"/>
                </a:lnSpc>
              </a:pPr>
              <a:r>
                <a:rPr sz="1905" kern="0" spc="0" dirty="0">
                  <a:solidFill>
                    <a:srgbClr val="FFFFFF">
                      <a:alpha val="100000"/>
                    </a:srgbClr>
                  </a:solidFill>
                  <a:latin typeface="Times New Roman" panose="02020603050405020304"/>
                  <a:ea typeface="Times New Roman" panose="02020603050405020304"/>
                  <a:cs typeface="Times New Roman" panose="02020603050405020304"/>
                </a:rPr>
                <a:t>Hash</a:t>
              </a:r>
              <a:r>
                <a:rPr sz="1905" kern="0" spc="0" dirty="0">
                  <a:solidFill>
                    <a:srgbClr val="FFFFFF">
                      <a:alpha val="100000"/>
                    </a:srgbClr>
                  </a:solidFill>
                  <a:latin typeface="仿宋" panose="02010609060101010101" charset="-122"/>
                  <a:ea typeface="仿宋" panose="02010609060101010101" charset="-122"/>
                  <a:cs typeface="仿宋" panose="02010609060101010101" charset="-122"/>
                </a:rPr>
                <a:t>函数使用方式</a:t>
              </a:r>
              <a:endParaRPr lang="en-US" altLang="en-US" sz="1905" dirty="0"/>
            </a:p>
          </p:txBody>
        </p:sp>
      </p:grpSp>
      <p:sp>
        <p:nvSpPr>
          <p:cNvPr id="198" name="textbox 198"/>
          <p:cNvSpPr/>
          <p:nvPr/>
        </p:nvSpPr>
        <p:spPr>
          <a:xfrm>
            <a:off x="3429897" y="1087684"/>
            <a:ext cx="2412743" cy="396363"/>
          </a:xfrm>
          <a:prstGeom prst="rect">
            <a:avLst/>
          </a:prstGeom>
        </p:spPr>
        <p:txBody>
          <a:bodyPr vert="horz" wrap="square" lIns="0" tIns="0" rIns="0" bIns="0"/>
          <a:lstStyle/>
          <a:p>
            <a:pPr algn="l" rtl="0" eaLnBrk="0">
              <a:lnSpc>
                <a:spcPct val="94000"/>
              </a:lnSpc>
            </a:pPr>
            <a:endParaRPr lang="en-US" altLang="en-US" sz="100" dirty="0"/>
          </a:p>
          <a:p>
            <a:pPr marL="12700" algn="l" rtl="0" eaLnBrk="0">
              <a:lnSpc>
                <a:spcPct val="96000"/>
              </a:lnSpc>
            </a:pPr>
            <a:r>
              <a:rPr sz="2540" kern="0" spc="-30" dirty="0">
                <a:solidFill>
                  <a:srgbClr val="1F4E79">
                    <a:alpha val="100000"/>
                  </a:srgbClr>
                </a:solidFill>
                <a:latin typeface="仿宋" panose="02010609060101010101" charset="-122"/>
                <a:ea typeface="仿宋" panose="02010609060101010101" charset="-122"/>
                <a:cs typeface="仿宋" panose="02010609060101010101" charset="-122"/>
              </a:rPr>
              <a:t>第41讲 Hash函数</a:t>
            </a:r>
            <a:endParaRPr lang="en-US" altLang="en-US" sz="2540" dirty="0"/>
          </a:p>
        </p:txBody>
      </p:sp>
      <p:pic>
        <p:nvPicPr>
          <p:cNvPr id="200" name="picture 200"/>
          <p:cNvPicPr>
            <a:picLocks noChangeAspect="1"/>
          </p:cNvPicPr>
          <p:nvPr/>
        </p:nvPicPr>
        <p:blipFill>
          <a:blip r:embed="rId5"/>
          <a:stretch>
            <a:fillRect/>
          </a:stretch>
        </p:blipFill>
        <p:spPr>
          <a:xfrm rot="21600000">
            <a:off x="3688913" y="1884337"/>
            <a:ext cx="813695" cy="820402"/>
          </a:xfrm>
          <a:prstGeom prst="rect">
            <a:avLst/>
          </a:prstGeom>
        </p:spPr>
      </p:pic>
      <p:pic>
        <p:nvPicPr>
          <p:cNvPr id="202" name="picture 202"/>
          <p:cNvPicPr>
            <a:picLocks noChangeAspect="1"/>
          </p:cNvPicPr>
          <p:nvPr/>
        </p:nvPicPr>
        <p:blipFill>
          <a:blip r:embed="rId6"/>
          <a:stretch>
            <a:fillRect/>
          </a:stretch>
        </p:blipFill>
        <p:spPr>
          <a:xfrm rot="21600000">
            <a:off x="3710344" y="4477056"/>
            <a:ext cx="813695" cy="814848"/>
          </a:xfrm>
          <a:prstGeom prst="rect">
            <a:avLst/>
          </a:prstGeom>
        </p:spPr>
      </p:pic>
      <p:pic>
        <p:nvPicPr>
          <p:cNvPr id="204" name="picture 204"/>
          <p:cNvPicPr>
            <a:picLocks noChangeAspect="1"/>
          </p:cNvPicPr>
          <p:nvPr/>
        </p:nvPicPr>
        <p:blipFill>
          <a:blip r:embed="rId7"/>
          <a:stretch>
            <a:fillRect/>
          </a:stretch>
        </p:blipFill>
        <p:spPr>
          <a:xfrm rot="21600000">
            <a:off x="10209533" y="700317"/>
            <a:ext cx="736958" cy="727971"/>
          </a:xfrm>
          <a:prstGeom prst="rect">
            <a:avLst/>
          </a:prstGeom>
        </p:spPr>
      </p:pic>
      <p:sp>
        <p:nvSpPr>
          <p:cNvPr id="206" name="textbox 206"/>
          <p:cNvSpPr/>
          <p:nvPr/>
        </p:nvSpPr>
        <p:spPr>
          <a:xfrm>
            <a:off x="4851822"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pic>
        <p:nvPicPr>
          <p:cNvPr id="208" name="picture 208"/>
          <p:cNvPicPr>
            <a:picLocks noChangeAspect="1"/>
          </p:cNvPicPr>
          <p:nvPr/>
        </p:nvPicPr>
        <p:blipFill>
          <a:blip r:embed="rId8"/>
          <a:stretch>
            <a:fillRect/>
          </a:stretch>
        </p:blipFill>
        <p:spPr>
          <a:xfrm rot="21600000">
            <a:off x="1798815" y="5661997"/>
            <a:ext cx="8575956" cy="22814"/>
          </a:xfrm>
          <a:prstGeom prst="rect">
            <a:avLst/>
          </a:prstGeom>
        </p:spPr>
      </p:pic>
      <p:pic>
        <p:nvPicPr>
          <p:cNvPr id="210" name="picture 210"/>
          <p:cNvPicPr>
            <a:picLocks noChangeAspect="1"/>
          </p:cNvPicPr>
          <p:nvPr/>
        </p:nvPicPr>
        <p:blipFill>
          <a:blip r:embed="rId9"/>
          <a:stretch>
            <a:fillRect/>
          </a:stretch>
        </p:blipFill>
        <p:spPr>
          <a:xfrm rot="21600000">
            <a:off x="1902514" y="1025243"/>
            <a:ext cx="333221" cy="521954"/>
          </a:xfrm>
          <a:prstGeom prst="rect">
            <a:avLst/>
          </a:prstGeom>
        </p:spPr>
      </p:pic>
      <p:pic>
        <p:nvPicPr>
          <p:cNvPr id="212" name="picture 212"/>
          <p:cNvPicPr>
            <a:picLocks noChangeAspect="1"/>
          </p:cNvPicPr>
          <p:nvPr/>
        </p:nvPicPr>
        <p:blipFill>
          <a:blip r:embed="rId10"/>
          <a:stretch>
            <a:fillRect/>
          </a:stretch>
        </p:blipFill>
        <p:spPr>
          <a:xfrm rot="21600000">
            <a:off x="2412716" y="1511249"/>
            <a:ext cx="7190529" cy="22814"/>
          </a:xfrm>
          <a:prstGeom prst="rect">
            <a:avLst/>
          </a:prstGeom>
        </p:spPr>
      </p:pic>
      <p:sp>
        <p:nvSpPr>
          <p:cNvPr id="214" name="textbox 214"/>
          <p:cNvSpPr/>
          <p:nvPr/>
        </p:nvSpPr>
        <p:spPr>
          <a:xfrm>
            <a:off x="9301668" y="5815543"/>
            <a:ext cx="834781"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5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30" dirty="0">
                <a:solidFill>
                  <a:srgbClr val="898989">
                    <a:alpha val="100000"/>
                  </a:srgbClr>
                </a:solidFill>
                <a:latin typeface="Times New Roman" panose="02020603050405020304"/>
                <a:ea typeface="Times New Roman" panose="02020603050405020304"/>
                <a:cs typeface="Times New Roman" panose="02020603050405020304"/>
              </a:rPr>
              <a:t> </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10</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216" name="textbox 216"/>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picture 218"/>
          <p:cNvPicPr>
            <a:picLocks noChangeAspect="1"/>
          </p:cNvPicPr>
          <p:nvPr/>
        </p:nvPicPr>
        <p:blipFill>
          <a:blip r:embed="rId1"/>
          <a:stretch>
            <a:fillRect/>
          </a:stretch>
        </p:blipFill>
        <p:spPr>
          <a:xfrm rot="21600000">
            <a:off x="1798815" y="1511249"/>
            <a:ext cx="8575956" cy="4173563"/>
          </a:xfrm>
          <a:prstGeom prst="rect">
            <a:avLst/>
          </a:prstGeom>
        </p:spPr>
      </p:pic>
      <p:sp>
        <p:nvSpPr>
          <p:cNvPr id="220" name="textbox 220"/>
          <p:cNvSpPr/>
          <p:nvPr/>
        </p:nvSpPr>
        <p:spPr>
          <a:xfrm>
            <a:off x="1890992" y="1013721"/>
            <a:ext cx="5755903" cy="587631"/>
          </a:xfrm>
          <a:prstGeom prst="rect">
            <a:avLst/>
          </a:prstGeom>
        </p:spPr>
        <p:txBody>
          <a:bodyPr vert="horz" wrap="square" lIns="0" tIns="0" rIns="0" bIns="0"/>
          <a:lstStyle/>
          <a:p>
            <a:pPr algn="l" rtl="0" eaLnBrk="0">
              <a:lnSpc>
                <a:spcPct val="104000"/>
              </a:lnSpc>
            </a:pPr>
            <a:endParaRPr lang="en-US" altLang="en-US" sz="545" dirty="0"/>
          </a:p>
          <a:p>
            <a:pPr marL="379730" algn="l" rtl="0" eaLnBrk="0">
              <a:lnSpc>
                <a:spcPct val="96000"/>
              </a:lnSpc>
              <a:spcBef>
                <a:spcPts val="5"/>
              </a:spcBef>
              <a:tabLst>
                <a:tab pos="679450" algn="l"/>
              </a:tabLst>
            </a:pPr>
            <a:r>
              <a:rPr sz="254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2540" kern="0" spc="-80" dirty="0">
                <a:solidFill>
                  <a:srgbClr val="1F4E79">
                    <a:alpha val="100000"/>
                  </a:srgbClr>
                </a:solidFill>
                <a:latin typeface="仿宋" panose="02010609060101010101" charset="-122"/>
                <a:ea typeface="仿宋" panose="02010609060101010101" charset="-122"/>
                <a:cs typeface="仿宋" panose="02010609060101010101" charset="-122"/>
              </a:rPr>
              <a:t>认证函数：Hash函数-基本用法（a）</a:t>
            </a:r>
            <a:endParaRPr lang="en-US" altLang="en-US" sz="2540" dirty="0"/>
          </a:p>
        </p:txBody>
      </p:sp>
      <p:pic>
        <p:nvPicPr>
          <p:cNvPr id="222" name="picture 222"/>
          <p:cNvPicPr>
            <a:picLocks noChangeAspect="1"/>
          </p:cNvPicPr>
          <p:nvPr/>
        </p:nvPicPr>
        <p:blipFill>
          <a:blip r:embed="rId2"/>
          <a:stretch>
            <a:fillRect/>
          </a:stretch>
        </p:blipFill>
        <p:spPr>
          <a:xfrm rot="21600000">
            <a:off x="1902514" y="1025243"/>
            <a:ext cx="333221" cy="521954"/>
          </a:xfrm>
          <a:prstGeom prst="rect">
            <a:avLst/>
          </a:prstGeom>
        </p:spPr>
      </p:pic>
      <p:pic>
        <p:nvPicPr>
          <p:cNvPr id="224" name="picture 224"/>
          <p:cNvPicPr>
            <a:picLocks noChangeAspect="1"/>
          </p:cNvPicPr>
          <p:nvPr/>
        </p:nvPicPr>
        <p:blipFill>
          <a:blip r:embed="rId3"/>
          <a:stretch>
            <a:fillRect/>
          </a:stretch>
        </p:blipFill>
        <p:spPr>
          <a:xfrm rot="21600000">
            <a:off x="10209533" y="700317"/>
            <a:ext cx="736958" cy="727971"/>
          </a:xfrm>
          <a:prstGeom prst="rect">
            <a:avLst/>
          </a:prstGeom>
        </p:spPr>
      </p:pic>
      <p:sp>
        <p:nvSpPr>
          <p:cNvPr id="226" name="textbox 226"/>
          <p:cNvSpPr/>
          <p:nvPr/>
        </p:nvSpPr>
        <p:spPr>
          <a:xfrm>
            <a:off x="4851822"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sp>
        <p:nvSpPr>
          <p:cNvPr id="228" name="textbox 228"/>
          <p:cNvSpPr/>
          <p:nvPr/>
        </p:nvSpPr>
        <p:spPr>
          <a:xfrm>
            <a:off x="9306508" y="5815543"/>
            <a:ext cx="829597"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30" dirty="0">
                <a:solidFill>
                  <a:srgbClr val="898989">
                    <a:alpha val="100000"/>
                  </a:srgbClr>
                </a:solidFill>
                <a:latin typeface="Times New Roman" panose="02020603050405020304"/>
                <a:ea typeface="Times New Roman" panose="02020603050405020304"/>
                <a:cs typeface="Times New Roman" panose="02020603050405020304"/>
              </a:rPr>
              <a:t> </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11</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230" name="textbox 230"/>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rect"/>
          <p:cNvSpPr/>
          <p:nvPr/>
        </p:nvSpPr>
        <p:spPr>
          <a:xfrm>
            <a:off x="1715164" y="1025243"/>
            <a:ext cx="8322238" cy="483931"/>
          </a:xfrm>
          <a:prstGeom prst="rect">
            <a:avLst/>
          </a:prstGeom>
          <a:solidFill>
            <a:srgbClr val="C8DDF0">
              <a:alpha val="100000"/>
            </a:srgbClr>
          </a:solidFill>
          <a:ln cap="flat">
            <a:noFill/>
            <a:prstDash val="solid"/>
            <a:miter lim="0"/>
          </a:ln>
        </p:spPr>
        <p:txBody>
          <a:bodyPr rtlCol="0"/>
          <a:lstStyle/>
          <a:p>
            <a:pPr algn="ctr"/>
            <a:endParaRPr lang="zh-CN" altLang="en-US" sz="1635"/>
          </a:p>
        </p:txBody>
      </p:sp>
      <p:sp>
        <p:nvSpPr>
          <p:cNvPr id="234" name="textbox 234"/>
          <p:cNvSpPr/>
          <p:nvPr/>
        </p:nvSpPr>
        <p:spPr>
          <a:xfrm>
            <a:off x="1703642" y="1209417"/>
            <a:ext cx="8345512" cy="736843"/>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85000"/>
              </a:lnSpc>
              <a:tabLst>
                <a:tab pos="1329055" algn="l"/>
              </a:tabLst>
            </a:pPr>
            <a:r>
              <a:rPr sz="39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900" kern="0" spc="-130" dirty="0">
                <a:solidFill>
                  <a:srgbClr val="1F4E79">
                    <a:alpha val="100000"/>
                  </a:srgbClr>
                </a:solidFill>
                <a:latin typeface="仿宋" panose="02010609060101010101" charset="-122"/>
                <a:ea typeface="仿宋" panose="02010609060101010101" charset="-122"/>
                <a:cs typeface="仿宋" panose="02010609060101010101" charset="-122"/>
              </a:rPr>
              <a:t>认证函数：Hash函数（续）</a:t>
            </a:r>
            <a:r>
              <a:rPr sz="3900" kern="0" spc="-14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900" dirty="0"/>
          </a:p>
          <a:p>
            <a:pPr marL="7562850" algn="l" rtl="0" eaLnBrk="0">
              <a:lnSpc>
                <a:spcPct val="71000"/>
              </a:lnSpc>
              <a:spcBef>
                <a:spcPts val="10"/>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pic>
        <p:nvPicPr>
          <p:cNvPr id="236" name="picture 236"/>
          <p:cNvPicPr>
            <a:picLocks noChangeAspect="1"/>
          </p:cNvPicPr>
          <p:nvPr/>
        </p:nvPicPr>
        <p:blipFill>
          <a:blip r:embed="rId1"/>
          <a:stretch>
            <a:fillRect/>
          </a:stretch>
        </p:blipFill>
        <p:spPr>
          <a:xfrm rot="21600000">
            <a:off x="1715164" y="5449759"/>
            <a:ext cx="8322238" cy="45627"/>
          </a:xfrm>
          <a:prstGeom prst="rect">
            <a:avLst/>
          </a:prstGeom>
        </p:spPr>
      </p:pic>
      <p:pic>
        <p:nvPicPr>
          <p:cNvPr id="238" name="picture 238"/>
          <p:cNvPicPr>
            <a:picLocks noChangeAspect="1"/>
          </p:cNvPicPr>
          <p:nvPr/>
        </p:nvPicPr>
        <p:blipFill>
          <a:blip r:embed="rId2"/>
          <a:stretch>
            <a:fillRect/>
          </a:stretch>
        </p:blipFill>
        <p:spPr>
          <a:xfrm rot="21600000">
            <a:off x="3483588" y="5005233"/>
            <a:ext cx="5881840" cy="821991"/>
          </a:xfrm>
          <a:prstGeom prst="rect">
            <a:avLst/>
          </a:prstGeom>
        </p:spPr>
      </p:pic>
      <p:sp>
        <p:nvSpPr>
          <p:cNvPr id="240" name="rect"/>
          <p:cNvSpPr/>
          <p:nvPr/>
        </p:nvSpPr>
        <p:spPr>
          <a:xfrm>
            <a:off x="8960309" y="4797834"/>
            <a:ext cx="1198766"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242" name="picture 242"/>
          <p:cNvPicPr>
            <a:picLocks noChangeAspect="1"/>
          </p:cNvPicPr>
          <p:nvPr/>
        </p:nvPicPr>
        <p:blipFill>
          <a:blip r:embed="rId3"/>
          <a:stretch>
            <a:fillRect/>
          </a:stretch>
        </p:blipFill>
        <p:spPr>
          <a:xfrm rot="21600000">
            <a:off x="9471883" y="4805418"/>
            <a:ext cx="970627" cy="740435"/>
          </a:xfrm>
          <a:prstGeom prst="rect">
            <a:avLst/>
          </a:prstGeom>
        </p:spPr>
      </p:pic>
      <p:graphicFrame>
        <p:nvGraphicFramePr>
          <p:cNvPr id="244" name="table 244"/>
          <p:cNvGraphicFramePr>
            <a:graphicFrameLocks noGrp="1"/>
          </p:cNvGraphicFramePr>
          <p:nvPr/>
        </p:nvGraphicFramePr>
        <p:xfrm>
          <a:off x="7123443" y="2116854"/>
          <a:ext cx="694055" cy="923925"/>
        </p:xfrm>
        <a:graphic>
          <a:graphicData uri="http://schemas.openxmlformats.org/drawingml/2006/table">
            <a:tbl>
              <a:tblPr>
                <a:solidFill>
                  <a:srgbClr val="C0C0C0"/>
                </a:solidFill>
              </a:tblPr>
              <a:tblGrid>
                <a:gridCol w="694055"/>
              </a:tblGrid>
              <a:tr h="923925">
                <a:tc>
                  <a:txBody>
                    <a:bodyPr/>
                    <a:lstStyle/>
                    <a:p>
                      <a:pPr algn="l" rtl="0" eaLnBrk="0">
                        <a:lnSpc>
                          <a:spcPct val="141000"/>
                        </a:lnSpc>
                      </a:pPr>
                      <a:endParaRPr lang="en-US" altLang="en-US" sz="905" dirty="0"/>
                    </a:p>
                    <a:p>
                      <a:pPr algn="l" rtl="0" eaLnBrk="0">
                        <a:lnSpc>
                          <a:spcPct val="142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bl>
          </a:graphicData>
        </a:graphic>
      </p:graphicFrame>
      <p:sp>
        <p:nvSpPr>
          <p:cNvPr id="246" name="path"/>
          <p:cNvSpPr/>
          <p:nvPr/>
        </p:nvSpPr>
        <p:spPr>
          <a:xfrm>
            <a:off x="2121315" y="5079897"/>
            <a:ext cx="578304" cy="462500"/>
          </a:xfrm>
          <a:custGeom>
            <a:avLst/>
            <a:gdLst/>
            <a:ahLst/>
            <a:cxnLst/>
            <a:rect l="0" t="0" r="0" b="0"/>
            <a:pathLst>
              <a:path w="1003" h="802">
                <a:moveTo>
                  <a:pt x="5" y="314"/>
                </a:moveTo>
                <a:lnTo>
                  <a:pt x="9" y="338"/>
                </a:lnTo>
                <a:lnTo>
                  <a:pt x="16" y="362"/>
                </a:lnTo>
                <a:cubicBezTo>
                  <a:pt x="38" y="446"/>
                  <a:pt x="84" y="523"/>
                  <a:pt x="142" y="588"/>
                </a:cubicBezTo>
                <a:lnTo>
                  <a:pt x="159" y="608"/>
                </a:lnTo>
                <a:lnTo>
                  <a:pt x="178" y="628"/>
                </a:lnTo>
                <a:lnTo>
                  <a:pt x="197" y="648"/>
                </a:lnTo>
                <a:lnTo>
                  <a:pt x="217" y="666"/>
                </a:lnTo>
                <a:lnTo>
                  <a:pt x="239" y="685"/>
                </a:lnTo>
                <a:lnTo>
                  <a:pt x="261" y="703"/>
                </a:lnTo>
                <a:lnTo>
                  <a:pt x="282" y="720"/>
                </a:lnTo>
                <a:lnTo>
                  <a:pt x="305" y="738"/>
                </a:lnTo>
                <a:lnTo>
                  <a:pt x="329" y="754"/>
                </a:lnTo>
                <a:lnTo>
                  <a:pt x="353" y="770"/>
                </a:lnTo>
                <a:lnTo>
                  <a:pt x="377" y="787"/>
                </a:lnTo>
                <a:lnTo>
                  <a:pt x="402" y="802"/>
                </a:lnTo>
                <a:lnTo>
                  <a:pt x="407" y="802"/>
                </a:lnTo>
                <a:lnTo>
                  <a:pt x="412" y="798"/>
                </a:lnTo>
                <a:lnTo>
                  <a:pt x="409" y="795"/>
                </a:lnTo>
                <a:cubicBezTo>
                  <a:pt x="196" y="645"/>
                  <a:pt x="-14" y="401"/>
                  <a:pt x="23" y="122"/>
                </a:cubicBezTo>
                <a:lnTo>
                  <a:pt x="24" y="118"/>
                </a:lnTo>
                <a:lnTo>
                  <a:pt x="19" y="140"/>
                </a:lnTo>
                <a:lnTo>
                  <a:pt x="10" y="192"/>
                </a:lnTo>
                <a:lnTo>
                  <a:pt x="4" y="255"/>
                </a:lnTo>
              </a:path>
              <a:path w="1003" h="802">
                <a:moveTo>
                  <a:pt x="305" y="99"/>
                </a:moveTo>
                <a:lnTo>
                  <a:pt x="317" y="106"/>
                </a:lnTo>
                <a:lnTo>
                  <a:pt x="330" y="111"/>
                </a:lnTo>
                <a:cubicBezTo>
                  <a:pt x="381" y="139"/>
                  <a:pt x="432" y="167"/>
                  <a:pt x="478" y="204"/>
                </a:cubicBezTo>
                <a:lnTo>
                  <a:pt x="487" y="212"/>
                </a:lnTo>
                <a:lnTo>
                  <a:pt x="504" y="228"/>
                </a:lnTo>
                <a:cubicBezTo>
                  <a:pt x="614" y="336"/>
                  <a:pt x="556" y="385"/>
                  <a:pt x="480" y="480"/>
                </a:cubicBezTo>
                <a:lnTo>
                  <a:pt x="471" y="498"/>
                </a:lnTo>
                <a:lnTo>
                  <a:pt x="471" y="500"/>
                </a:lnTo>
                <a:lnTo>
                  <a:pt x="474" y="501"/>
                </a:lnTo>
                <a:lnTo>
                  <a:pt x="478" y="501"/>
                </a:lnTo>
                <a:lnTo>
                  <a:pt x="480" y="499"/>
                </a:lnTo>
                <a:cubicBezTo>
                  <a:pt x="516" y="446"/>
                  <a:pt x="583" y="408"/>
                  <a:pt x="589" y="339"/>
                </a:cubicBezTo>
                <a:lnTo>
                  <a:pt x="587" y="320"/>
                </a:lnTo>
                <a:lnTo>
                  <a:pt x="582" y="300"/>
                </a:lnTo>
                <a:cubicBezTo>
                  <a:pt x="563" y="253"/>
                  <a:pt x="515" y="210"/>
                  <a:pt x="473" y="183"/>
                </a:cubicBezTo>
                <a:lnTo>
                  <a:pt x="460" y="176"/>
                </a:lnTo>
                <a:lnTo>
                  <a:pt x="449" y="169"/>
                </a:lnTo>
                <a:lnTo>
                  <a:pt x="437" y="163"/>
                </a:lnTo>
                <a:cubicBezTo>
                  <a:pt x="329" y="106"/>
                  <a:pt x="226" y="36"/>
                  <a:pt x="102" y="16"/>
                </a:cubicBezTo>
                <a:lnTo>
                  <a:pt x="90" y="14"/>
                </a:lnTo>
                <a:lnTo>
                  <a:pt x="91" y="15"/>
                </a:lnTo>
                <a:cubicBezTo>
                  <a:pt x="153" y="36"/>
                  <a:pt x="218" y="61"/>
                  <a:pt x="277" y="86"/>
                </a:cubicBezTo>
                <a:lnTo>
                  <a:pt x="293" y="93"/>
                </a:lnTo>
              </a:path>
              <a:path w="1003" h="802">
                <a:moveTo>
                  <a:pt x="623" y="0"/>
                </a:moveTo>
                <a:lnTo>
                  <a:pt x="635" y="12"/>
                </a:lnTo>
                <a:cubicBezTo>
                  <a:pt x="798" y="154"/>
                  <a:pt x="839" y="214"/>
                  <a:pt x="903" y="436"/>
                </a:cubicBezTo>
                <a:lnTo>
                  <a:pt x="905" y="442"/>
                </a:lnTo>
                <a:lnTo>
                  <a:pt x="900" y="411"/>
                </a:lnTo>
                <a:cubicBezTo>
                  <a:pt x="865" y="228"/>
                  <a:pt x="790" y="113"/>
                  <a:pt x="639" y="10"/>
                </a:cubicBezTo>
                <a:lnTo>
                  <a:pt x="623" y="0"/>
                </a:lnTo>
              </a:path>
              <a:path w="1003" h="802">
                <a:moveTo>
                  <a:pt x="423" y="685"/>
                </a:moveTo>
                <a:lnTo>
                  <a:pt x="426" y="674"/>
                </a:lnTo>
                <a:lnTo>
                  <a:pt x="429" y="655"/>
                </a:lnTo>
                <a:cubicBezTo>
                  <a:pt x="406" y="500"/>
                  <a:pt x="586" y="526"/>
                  <a:pt x="676" y="564"/>
                </a:cubicBezTo>
                <a:lnTo>
                  <a:pt x="691" y="571"/>
                </a:lnTo>
                <a:lnTo>
                  <a:pt x="706" y="577"/>
                </a:lnTo>
                <a:lnTo>
                  <a:pt x="719" y="583"/>
                </a:lnTo>
                <a:cubicBezTo>
                  <a:pt x="761" y="605"/>
                  <a:pt x="792" y="614"/>
                  <a:pt x="838" y="626"/>
                </a:cubicBezTo>
                <a:lnTo>
                  <a:pt x="853" y="628"/>
                </a:lnTo>
                <a:lnTo>
                  <a:pt x="869" y="631"/>
                </a:lnTo>
                <a:lnTo>
                  <a:pt x="900" y="636"/>
                </a:lnTo>
                <a:lnTo>
                  <a:pt x="917" y="638"/>
                </a:lnTo>
                <a:lnTo>
                  <a:pt x="934" y="638"/>
                </a:lnTo>
                <a:lnTo>
                  <a:pt x="951" y="640"/>
                </a:lnTo>
                <a:lnTo>
                  <a:pt x="966" y="640"/>
                </a:lnTo>
                <a:lnTo>
                  <a:pt x="983" y="642"/>
                </a:lnTo>
                <a:lnTo>
                  <a:pt x="1000" y="642"/>
                </a:lnTo>
                <a:lnTo>
                  <a:pt x="1002" y="640"/>
                </a:lnTo>
                <a:lnTo>
                  <a:pt x="1003" y="639"/>
                </a:lnTo>
                <a:lnTo>
                  <a:pt x="1003" y="638"/>
                </a:lnTo>
                <a:lnTo>
                  <a:pt x="1002" y="636"/>
                </a:lnTo>
                <a:lnTo>
                  <a:pt x="985" y="634"/>
                </a:lnTo>
                <a:lnTo>
                  <a:pt x="970" y="633"/>
                </a:lnTo>
                <a:cubicBezTo>
                  <a:pt x="855" y="629"/>
                  <a:pt x="757" y="576"/>
                  <a:pt x="655" y="531"/>
                </a:cubicBezTo>
                <a:lnTo>
                  <a:pt x="629" y="522"/>
                </a:lnTo>
                <a:cubicBezTo>
                  <a:pt x="551" y="495"/>
                  <a:pt x="396" y="511"/>
                  <a:pt x="418" y="626"/>
                </a:cubicBezTo>
                <a:lnTo>
                  <a:pt x="420" y="650"/>
                </a:lnTo>
                <a:lnTo>
                  <a:pt x="418" y="670"/>
                </a:lnTo>
                <a:lnTo>
                  <a:pt x="402" y="672"/>
                </a:lnTo>
                <a:cubicBezTo>
                  <a:pt x="384" y="661"/>
                  <a:pt x="376" y="657"/>
                  <a:pt x="360" y="644"/>
                </a:cubicBezTo>
                <a:lnTo>
                  <a:pt x="359" y="643"/>
                </a:lnTo>
                <a:lnTo>
                  <a:pt x="361" y="645"/>
                </a:lnTo>
                <a:cubicBezTo>
                  <a:pt x="379" y="667"/>
                  <a:pt x="379" y="671"/>
                  <a:pt x="405" y="687"/>
                </a:cubicBezTo>
                <a:lnTo>
                  <a:pt x="414" y="688"/>
                </a:lnTo>
              </a:path>
            </a:pathLst>
          </a:custGeom>
          <a:solidFill>
            <a:srgbClr val="140000">
              <a:alpha val="100000"/>
            </a:srgbClr>
          </a:solidFill>
          <a:ln cap="flat">
            <a:noFill/>
            <a:prstDash val="solid"/>
            <a:miter lim="0"/>
          </a:ln>
        </p:spPr>
        <p:txBody>
          <a:bodyPr rtlCol="0"/>
          <a:lstStyle/>
          <a:p>
            <a:pPr algn="ctr"/>
            <a:endParaRPr lang="zh-CN" altLang="en-US" sz="1635"/>
          </a:p>
        </p:txBody>
      </p:sp>
      <p:grpSp>
        <p:nvGrpSpPr>
          <p:cNvPr id="20" name="group 20"/>
          <p:cNvGrpSpPr/>
          <p:nvPr/>
        </p:nvGrpSpPr>
        <p:grpSpPr>
          <a:xfrm rot="21600000">
            <a:off x="2636178" y="5399632"/>
            <a:ext cx="319925" cy="148296"/>
            <a:chOff x="0" y="0"/>
            <a:chExt cx="352628" cy="163455"/>
          </a:xfrm>
        </p:grpSpPr>
        <p:sp>
          <p:nvSpPr>
            <p:cNvPr id="248" name="path"/>
            <p:cNvSpPr/>
            <p:nvPr/>
          </p:nvSpPr>
          <p:spPr>
            <a:xfrm>
              <a:off x="120218" y="25580"/>
              <a:ext cx="194929" cy="115738"/>
            </a:xfrm>
            <a:custGeom>
              <a:avLst/>
              <a:gdLst/>
              <a:ahLst/>
              <a:cxnLst/>
              <a:rect l="0" t="0" r="0" b="0"/>
              <a:pathLst>
                <a:path w="306" h="182">
                  <a:moveTo>
                    <a:pt x="8" y="110"/>
                  </a:moveTo>
                  <a:lnTo>
                    <a:pt x="9" y="110"/>
                  </a:lnTo>
                  <a:lnTo>
                    <a:pt x="11" y="106"/>
                  </a:lnTo>
                  <a:lnTo>
                    <a:pt x="15" y="103"/>
                  </a:lnTo>
                  <a:cubicBezTo>
                    <a:pt x="75" y="37"/>
                    <a:pt x="207" y="-35"/>
                    <a:pt x="287" y="28"/>
                  </a:cubicBezTo>
                  <a:lnTo>
                    <a:pt x="296" y="35"/>
                  </a:lnTo>
                  <a:lnTo>
                    <a:pt x="301" y="46"/>
                  </a:lnTo>
                  <a:cubicBezTo>
                    <a:pt x="336" y="142"/>
                    <a:pt x="48" y="225"/>
                    <a:pt x="2" y="147"/>
                  </a:cubicBezTo>
                  <a:lnTo>
                    <a:pt x="0" y="137"/>
                  </a:lnTo>
                  <a:lnTo>
                    <a:pt x="2" y="124"/>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250" name="path"/>
            <p:cNvSpPr/>
            <p:nvPr/>
          </p:nvSpPr>
          <p:spPr>
            <a:xfrm>
              <a:off x="130886" y="33153"/>
              <a:ext cx="177545" cy="103021"/>
            </a:xfrm>
            <a:custGeom>
              <a:avLst/>
              <a:gdLst/>
              <a:ahLst/>
              <a:cxnLst/>
              <a:rect l="0" t="0" r="0" b="0"/>
              <a:pathLst>
                <a:path w="279" h="162">
                  <a:moveTo>
                    <a:pt x="7" y="97"/>
                  </a:moveTo>
                  <a:lnTo>
                    <a:pt x="33" y="70"/>
                  </a:lnTo>
                  <a:lnTo>
                    <a:pt x="52" y="56"/>
                  </a:lnTo>
                  <a:lnTo>
                    <a:pt x="75" y="39"/>
                  </a:lnTo>
                  <a:lnTo>
                    <a:pt x="103" y="23"/>
                  </a:lnTo>
                  <a:lnTo>
                    <a:pt x="133" y="10"/>
                  </a:lnTo>
                  <a:lnTo>
                    <a:pt x="166" y="2"/>
                  </a:lnTo>
                  <a:lnTo>
                    <a:pt x="200" y="0"/>
                  </a:lnTo>
                  <a:lnTo>
                    <a:pt x="230" y="4"/>
                  </a:lnTo>
                  <a:lnTo>
                    <a:pt x="254" y="14"/>
                  </a:lnTo>
                  <a:lnTo>
                    <a:pt x="271" y="30"/>
                  </a:lnTo>
                  <a:lnTo>
                    <a:pt x="279" y="48"/>
                  </a:lnTo>
                  <a:lnTo>
                    <a:pt x="276" y="69"/>
                  </a:lnTo>
                  <a:lnTo>
                    <a:pt x="260" y="92"/>
                  </a:lnTo>
                  <a:lnTo>
                    <a:pt x="230" y="115"/>
                  </a:lnTo>
                  <a:cubicBezTo>
                    <a:pt x="191" y="147"/>
                    <a:pt x="32" y="184"/>
                    <a:pt x="2" y="130"/>
                  </a:cubicBezTo>
                  <a:lnTo>
                    <a:pt x="0" y="121"/>
                  </a:lnTo>
                  <a:lnTo>
                    <a:pt x="1" y="110"/>
                  </a:lnTo>
                </a:path>
              </a:pathLst>
            </a:custGeom>
            <a:solidFill>
              <a:srgbClr val="EDDDD3">
                <a:alpha val="100000"/>
              </a:srgbClr>
            </a:solidFill>
            <a:ln cap="flat">
              <a:noFill/>
              <a:prstDash val="solid"/>
              <a:miter lim="0"/>
            </a:ln>
          </p:spPr>
          <p:txBody>
            <a:bodyPr rtlCol="0"/>
            <a:lstStyle/>
            <a:p>
              <a:pPr algn="ctr"/>
              <a:endParaRPr lang="zh-CN" altLang="en-US" sz="1635"/>
            </a:p>
          </p:txBody>
        </p:sp>
        <p:sp>
          <p:nvSpPr>
            <p:cNvPr id="252" name="path"/>
            <p:cNvSpPr/>
            <p:nvPr/>
          </p:nvSpPr>
          <p:spPr>
            <a:xfrm>
              <a:off x="136220" y="38487"/>
              <a:ext cx="161544" cy="92697"/>
            </a:xfrm>
            <a:custGeom>
              <a:avLst/>
              <a:gdLst/>
              <a:ahLst/>
              <a:cxnLst/>
              <a:rect l="0" t="0" r="0" b="0"/>
              <a:pathLst>
                <a:path w="254" h="145">
                  <a:moveTo>
                    <a:pt x="7" y="87"/>
                  </a:moveTo>
                  <a:lnTo>
                    <a:pt x="10" y="83"/>
                  </a:lnTo>
                  <a:lnTo>
                    <a:pt x="17" y="75"/>
                  </a:lnTo>
                  <a:lnTo>
                    <a:pt x="31" y="63"/>
                  </a:lnTo>
                  <a:lnTo>
                    <a:pt x="49" y="50"/>
                  </a:lnTo>
                  <a:lnTo>
                    <a:pt x="69" y="34"/>
                  </a:lnTo>
                  <a:lnTo>
                    <a:pt x="93" y="20"/>
                  </a:lnTo>
                  <a:lnTo>
                    <a:pt x="121" y="9"/>
                  </a:lnTo>
                  <a:lnTo>
                    <a:pt x="151" y="1"/>
                  </a:lnTo>
                  <a:lnTo>
                    <a:pt x="182" y="0"/>
                  </a:lnTo>
                  <a:lnTo>
                    <a:pt x="210" y="3"/>
                  </a:lnTo>
                  <a:lnTo>
                    <a:pt x="231" y="13"/>
                  </a:lnTo>
                  <a:lnTo>
                    <a:pt x="247" y="26"/>
                  </a:lnTo>
                  <a:lnTo>
                    <a:pt x="254" y="43"/>
                  </a:lnTo>
                  <a:lnTo>
                    <a:pt x="252" y="62"/>
                  </a:lnTo>
                  <a:lnTo>
                    <a:pt x="237" y="82"/>
                  </a:lnTo>
                  <a:lnTo>
                    <a:pt x="210" y="104"/>
                  </a:lnTo>
                  <a:cubicBezTo>
                    <a:pt x="172" y="131"/>
                    <a:pt x="34" y="166"/>
                    <a:pt x="2" y="117"/>
                  </a:cubicBezTo>
                  <a:lnTo>
                    <a:pt x="0" y="109"/>
                  </a:lnTo>
                  <a:lnTo>
                    <a:pt x="2" y="98"/>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254" name="path"/>
            <p:cNvSpPr/>
            <p:nvPr/>
          </p:nvSpPr>
          <p:spPr>
            <a:xfrm>
              <a:off x="144602" y="43821"/>
              <a:ext cx="145542" cy="82715"/>
            </a:xfrm>
            <a:custGeom>
              <a:avLst/>
              <a:gdLst/>
              <a:ahLst/>
              <a:cxnLst/>
              <a:rect l="0" t="0" r="0" b="0"/>
              <a:pathLst>
                <a:path w="229" h="130">
                  <a:moveTo>
                    <a:pt x="6" y="76"/>
                  </a:moveTo>
                  <a:lnTo>
                    <a:pt x="15" y="67"/>
                  </a:lnTo>
                  <a:lnTo>
                    <a:pt x="27" y="56"/>
                  </a:lnTo>
                  <a:lnTo>
                    <a:pt x="43" y="44"/>
                  </a:lnTo>
                  <a:lnTo>
                    <a:pt x="62" y="30"/>
                  </a:lnTo>
                  <a:lnTo>
                    <a:pt x="85" y="17"/>
                  </a:lnTo>
                  <a:lnTo>
                    <a:pt x="109" y="7"/>
                  </a:lnTo>
                  <a:lnTo>
                    <a:pt x="136" y="1"/>
                  </a:lnTo>
                  <a:lnTo>
                    <a:pt x="164" y="0"/>
                  </a:lnTo>
                  <a:lnTo>
                    <a:pt x="188" y="2"/>
                  </a:lnTo>
                  <a:lnTo>
                    <a:pt x="208" y="10"/>
                  </a:lnTo>
                  <a:lnTo>
                    <a:pt x="222" y="22"/>
                  </a:lnTo>
                  <a:lnTo>
                    <a:pt x="229" y="37"/>
                  </a:lnTo>
                  <a:lnTo>
                    <a:pt x="225" y="55"/>
                  </a:lnTo>
                  <a:lnTo>
                    <a:pt x="212" y="73"/>
                  </a:lnTo>
                  <a:lnTo>
                    <a:pt x="188" y="92"/>
                  </a:lnTo>
                  <a:cubicBezTo>
                    <a:pt x="155" y="117"/>
                    <a:pt x="30" y="147"/>
                    <a:pt x="2" y="104"/>
                  </a:cubicBezTo>
                  <a:lnTo>
                    <a:pt x="0" y="95"/>
                  </a:lnTo>
                  <a:lnTo>
                    <a:pt x="1" y="87"/>
                  </a:lnTo>
                </a:path>
              </a:pathLst>
            </a:custGeom>
            <a:solidFill>
              <a:srgbClr val="C1967C">
                <a:alpha val="100000"/>
              </a:srgbClr>
            </a:solidFill>
            <a:ln cap="flat">
              <a:noFill/>
              <a:prstDash val="solid"/>
              <a:miter lim="0"/>
            </a:ln>
          </p:spPr>
          <p:txBody>
            <a:bodyPr rtlCol="0"/>
            <a:lstStyle/>
            <a:p>
              <a:pPr algn="ctr"/>
              <a:endParaRPr lang="zh-CN" altLang="en-US" sz="1635"/>
            </a:p>
          </p:txBody>
        </p:sp>
        <p:sp>
          <p:nvSpPr>
            <p:cNvPr id="256" name="path"/>
            <p:cNvSpPr/>
            <p:nvPr/>
          </p:nvSpPr>
          <p:spPr>
            <a:xfrm>
              <a:off x="152984" y="48393"/>
              <a:ext cx="128777" cy="73229"/>
            </a:xfrm>
            <a:custGeom>
              <a:avLst/>
              <a:gdLst/>
              <a:ahLst/>
              <a:cxnLst/>
              <a:rect l="0" t="0" r="0" b="0"/>
              <a:pathLst>
                <a:path w="202" h="115">
                  <a:moveTo>
                    <a:pt x="6" y="68"/>
                  </a:moveTo>
                  <a:lnTo>
                    <a:pt x="14" y="60"/>
                  </a:lnTo>
                  <a:lnTo>
                    <a:pt x="23" y="49"/>
                  </a:lnTo>
                  <a:lnTo>
                    <a:pt x="38" y="39"/>
                  </a:lnTo>
                  <a:lnTo>
                    <a:pt x="53" y="27"/>
                  </a:lnTo>
                  <a:lnTo>
                    <a:pt x="74" y="16"/>
                  </a:lnTo>
                  <a:lnTo>
                    <a:pt x="96" y="7"/>
                  </a:lnTo>
                  <a:lnTo>
                    <a:pt x="121" y="1"/>
                  </a:lnTo>
                  <a:lnTo>
                    <a:pt x="145" y="0"/>
                  </a:lnTo>
                  <a:lnTo>
                    <a:pt x="166" y="2"/>
                  </a:lnTo>
                  <a:lnTo>
                    <a:pt x="184" y="9"/>
                  </a:lnTo>
                  <a:lnTo>
                    <a:pt x="196" y="20"/>
                  </a:lnTo>
                  <a:lnTo>
                    <a:pt x="202" y="33"/>
                  </a:lnTo>
                  <a:lnTo>
                    <a:pt x="200" y="48"/>
                  </a:lnTo>
                  <a:lnTo>
                    <a:pt x="189" y="64"/>
                  </a:lnTo>
                  <a:lnTo>
                    <a:pt x="166" y="81"/>
                  </a:lnTo>
                  <a:cubicBezTo>
                    <a:pt x="138" y="103"/>
                    <a:pt x="23" y="129"/>
                    <a:pt x="2" y="92"/>
                  </a:cubicBezTo>
                  <a:lnTo>
                    <a:pt x="0" y="85"/>
                  </a:lnTo>
                  <a:lnTo>
                    <a:pt x="2" y="76"/>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258" name="path"/>
            <p:cNvSpPr/>
            <p:nvPr/>
          </p:nvSpPr>
          <p:spPr>
            <a:xfrm>
              <a:off x="0" y="0"/>
              <a:ext cx="352628" cy="163455"/>
            </a:xfrm>
            <a:custGeom>
              <a:avLst/>
              <a:gdLst/>
              <a:ahLst/>
              <a:cxnLst/>
              <a:rect l="0" t="0" r="0" b="0"/>
              <a:pathLst>
                <a:path w="555" h="257">
                  <a:moveTo>
                    <a:pt x="36" y="144"/>
                  </a:moveTo>
                  <a:lnTo>
                    <a:pt x="30" y="150"/>
                  </a:lnTo>
                  <a:lnTo>
                    <a:pt x="26" y="156"/>
                  </a:lnTo>
                  <a:lnTo>
                    <a:pt x="20" y="162"/>
                  </a:lnTo>
                  <a:lnTo>
                    <a:pt x="16" y="168"/>
                  </a:lnTo>
                  <a:lnTo>
                    <a:pt x="11" y="175"/>
                  </a:lnTo>
                  <a:lnTo>
                    <a:pt x="8" y="181"/>
                  </a:lnTo>
                  <a:lnTo>
                    <a:pt x="5" y="187"/>
                  </a:lnTo>
                  <a:lnTo>
                    <a:pt x="3" y="195"/>
                  </a:lnTo>
                  <a:lnTo>
                    <a:pt x="2" y="208"/>
                  </a:lnTo>
                  <a:lnTo>
                    <a:pt x="4" y="220"/>
                  </a:lnTo>
                  <a:lnTo>
                    <a:pt x="9" y="232"/>
                  </a:lnTo>
                  <a:lnTo>
                    <a:pt x="16" y="244"/>
                  </a:lnTo>
                  <a:lnTo>
                    <a:pt x="17" y="245"/>
                  </a:lnTo>
                  <a:lnTo>
                    <a:pt x="18" y="245"/>
                  </a:lnTo>
                  <a:lnTo>
                    <a:pt x="21" y="243"/>
                  </a:lnTo>
                  <a:lnTo>
                    <a:pt x="21" y="241"/>
                  </a:lnTo>
                  <a:lnTo>
                    <a:pt x="17" y="227"/>
                  </a:lnTo>
                  <a:cubicBezTo>
                    <a:pt x="0" y="158"/>
                    <a:pt x="85" y="115"/>
                    <a:pt x="134" y="90"/>
                  </a:cubicBezTo>
                  <a:lnTo>
                    <a:pt x="142" y="85"/>
                  </a:lnTo>
                  <a:lnTo>
                    <a:pt x="146" y="83"/>
                  </a:lnTo>
                  <a:lnTo>
                    <a:pt x="142" y="85"/>
                  </a:lnTo>
                  <a:cubicBezTo>
                    <a:pt x="116" y="96"/>
                    <a:pt x="88" y="111"/>
                    <a:pt x="64" y="125"/>
                  </a:cubicBezTo>
                  <a:lnTo>
                    <a:pt x="47" y="135"/>
                  </a:lnTo>
                </a:path>
                <a:path w="555" h="257">
                  <a:moveTo>
                    <a:pt x="119" y="160"/>
                  </a:moveTo>
                  <a:lnTo>
                    <a:pt x="110" y="172"/>
                  </a:lnTo>
                  <a:lnTo>
                    <a:pt x="104" y="184"/>
                  </a:lnTo>
                  <a:lnTo>
                    <a:pt x="94" y="210"/>
                  </a:lnTo>
                  <a:lnTo>
                    <a:pt x="93" y="221"/>
                  </a:lnTo>
                  <a:lnTo>
                    <a:pt x="95" y="233"/>
                  </a:lnTo>
                  <a:lnTo>
                    <a:pt x="99" y="245"/>
                  </a:lnTo>
                  <a:lnTo>
                    <a:pt x="101" y="256"/>
                  </a:lnTo>
                  <a:lnTo>
                    <a:pt x="102" y="257"/>
                  </a:lnTo>
                  <a:lnTo>
                    <a:pt x="105" y="257"/>
                  </a:lnTo>
                  <a:lnTo>
                    <a:pt x="107" y="255"/>
                  </a:lnTo>
                  <a:lnTo>
                    <a:pt x="108" y="253"/>
                  </a:lnTo>
                  <a:lnTo>
                    <a:pt x="105" y="228"/>
                  </a:lnTo>
                  <a:cubicBezTo>
                    <a:pt x="106" y="166"/>
                    <a:pt x="155" y="128"/>
                    <a:pt x="198" y="94"/>
                  </a:cubicBezTo>
                  <a:lnTo>
                    <a:pt x="206" y="88"/>
                  </a:lnTo>
                  <a:lnTo>
                    <a:pt x="208" y="87"/>
                  </a:lnTo>
                  <a:lnTo>
                    <a:pt x="204" y="88"/>
                  </a:lnTo>
                  <a:cubicBezTo>
                    <a:pt x="184" y="104"/>
                    <a:pt x="163" y="118"/>
                    <a:pt x="142" y="136"/>
                  </a:cubicBezTo>
                  <a:lnTo>
                    <a:pt x="130" y="148"/>
                  </a:lnTo>
                </a:path>
                <a:path w="555" h="257">
                  <a:moveTo>
                    <a:pt x="345" y="46"/>
                  </a:moveTo>
                  <a:lnTo>
                    <a:pt x="352" y="40"/>
                  </a:lnTo>
                  <a:lnTo>
                    <a:pt x="358" y="34"/>
                  </a:lnTo>
                  <a:cubicBezTo>
                    <a:pt x="390" y="-2"/>
                    <a:pt x="416" y="19"/>
                    <a:pt x="455" y="30"/>
                  </a:cubicBezTo>
                  <a:lnTo>
                    <a:pt x="462" y="31"/>
                  </a:lnTo>
                  <a:lnTo>
                    <a:pt x="470" y="34"/>
                  </a:lnTo>
                  <a:cubicBezTo>
                    <a:pt x="497" y="42"/>
                    <a:pt x="525" y="49"/>
                    <a:pt x="551" y="60"/>
                  </a:cubicBezTo>
                  <a:lnTo>
                    <a:pt x="555" y="60"/>
                  </a:lnTo>
                  <a:lnTo>
                    <a:pt x="555" y="58"/>
                  </a:lnTo>
                  <a:lnTo>
                    <a:pt x="554" y="58"/>
                  </a:lnTo>
                  <a:lnTo>
                    <a:pt x="548" y="55"/>
                  </a:lnTo>
                  <a:cubicBezTo>
                    <a:pt x="519" y="42"/>
                    <a:pt x="488" y="34"/>
                    <a:pt x="459" y="23"/>
                  </a:cubicBezTo>
                  <a:lnTo>
                    <a:pt x="452" y="21"/>
                  </a:lnTo>
                  <a:lnTo>
                    <a:pt x="446" y="18"/>
                  </a:lnTo>
                  <a:lnTo>
                    <a:pt x="435" y="15"/>
                  </a:lnTo>
                  <a:lnTo>
                    <a:pt x="424" y="11"/>
                  </a:lnTo>
                  <a:lnTo>
                    <a:pt x="413" y="7"/>
                  </a:lnTo>
                  <a:lnTo>
                    <a:pt x="402" y="5"/>
                  </a:lnTo>
                  <a:lnTo>
                    <a:pt x="392" y="4"/>
                  </a:lnTo>
                  <a:lnTo>
                    <a:pt x="382" y="6"/>
                  </a:lnTo>
                  <a:lnTo>
                    <a:pt x="372" y="9"/>
                  </a:lnTo>
                  <a:lnTo>
                    <a:pt x="364" y="16"/>
                  </a:lnTo>
                  <a:cubicBezTo>
                    <a:pt x="333" y="45"/>
                    <a:pt x="282" y="76"/>
                    <a:pt x="246" y="100"/>
                  </a:cubicBezTo>
                  <a:lnTo>
                    <a:pt x="230" y="111"/>
                  </a:lnTo>
                  <a:lnTo>
                    <a:pt x="216" y="119"/>
                  </a:lnTo>
                  <a:lnTo>
                    <a:pt x="212" y="121"/>
                  </a:lnTo>
                  <a:lnTo>
                    <a:pt x="216" y="120"/>
                  </a:lnTo>
                  <a:cubicBezTo>
                    <a:pt x="247" y="104"/>
                    <a:pt x="279" y="88"/>
                    <a:pt x="309" y="71"/>
                  </a:cubicBezTo>
                  <a:lnTo>
                    <a:pt x="329" y="58"/>
                  </a:lnTo>
                </a:path>
              </a:pathLst>
            </a:custGeom>
            <a:solidFill>
              <a:srgbClr val="140000">
                <a:alpha val="100000"/>
              </a:srgbClr>
            </a:solidFill>
            <a:ln cap="flat">
              <a:noFill/>
              <a:prstDash val="solid"/>
              <a:miter lim="0"/>
            </a:ln>
          </p:spPr>
          <p:txBody>
            <a:bodyPr rtlCol="0"/>
            <a:lstStyle/>
            <a:p>
              <a:pPr algn="ctr"/>
              <a:endParaRPr lang="zh-CN" altLang="en-US" sz="1635"/>
            </a:p>
          </p:txBody>
        </p:sp>
      </p:grpSp>
      <p:grpSp>
        <p:nvGrpSpPr>
          <p:cNvPr id="22" name="group 22"/>
          <p:cNvGrpSpPr/>
          <p:nvPr/>
        </p:nvGrpSpPr>
        <p:grpSpPr>
          <a:xfrm rot="21600000">
            <a:off x="2145863" y="4827723"/>
            <a:ext cx="764612" cy="708337"/>
            <a:chOff x="0" y="0"/>
            <a:chExt cx="842772" cy="780745"/>
          </a:xfrm>
        </p:grpSpPr>
        <p:sp>
          <p:nvSpPr>
            <p:cNvPr id="260" name="path"/>
            <p:cNvSpPr/>
            <p:nvPr/>
          </p:nvSpPr>
          <p:spPr>
            <a:xfrm>
              <a:off x="0" y="224002"/>
              <a:ext cx="842772" cy="556743"/>
            </a:xfrm>
            <a:custGeom>
              <a:avLst/>
              <a:gdLst/>
              <a:ahLst/>
              <a:cxnLst/>
              <a:rect l="0" t="0" r="0" b="0"/>
              <a:pathLst>
                <a:path w="1327" h="876">
                  <a:moveTo>
                    <a:pt x="0" y="452"/>
                  </a:moveTo>
                  <a:lnTo>
                    <a:pt x="0" y="449"/>
                  </a:lnTo>
                  <a:lnTo>
                    <a:pt x="1" y="442"/>
                  </a:lnTo>
                  <a:lnTo>
                    <a:pt x="2" y="430"/>
                  </a:lnTo>
                  <a:cubicBezTo>
                    <a:pt x="38" y="155"/>
                    <a:pt x="413" y="-40"/>
                    <a:pt x="661" y="12"/>
                  </a:cubicBezTo>
                  <a:lnTo>
                    <a:pt x="701" y="24"/>
                  </a:lnTo>
                  <a:lnTo>
                    <a:pt x="740" y="38"/>
                  </a:lnTo>
                  <a:lnTo>
                    <a:pt x="776" y="54"/>
                  </a:lnTo>
                  <a:cubicBezTo>
                    <a:pt x="854" y="95"/>
                    <a:pt x="927" y="143"/>
                    <a:pt x="1004" y="185"/>
                  </a:cubicBezTo>
                  <a:lnTo>
                    <a:pt x="1031" y="206"/>
                  </a:lnTo>
                  <a:lnTo>
                    <a:pt x="1061" y="228"/>
                  </a:lnTo>
                  <a:cubicBezTo>
                    <a:pt x="1138" y="298"/>
                    <a:pt x="1207" y="370"/>
                    <a:pt x="1268" y="454"/>
                  </a:cubicBezTo>
                  <a:lnTo>
                    <a:pt x="1287" y="480"/>
                  </a:lnTo>
                  <a:lnTo>
                    <a:pt x="1301" y="504"/>
                  </a:lnTo>
                  <a:lnTo>
                    <a:pt x="1315" y="526"/>
                  </a:lnTo>
                  <a:lnTo>
                    <a:pt x="1323" y="544"/>
                  </a:lnTo>
                  <a:lnTo>
                    <a:pt x="1327" y="561"/>
                  </a:lnTo>
                  <a:lnTo>
                    <a:pt x="1321" y="578"/>
                  </a:lnTo>
                  <a:cubicBezTo>
                    <a:pt x="1293" y="630"/>
                    <a:pt x="1166" y="679"/>
                    <a:pt x="1114" y="705"/>
                  </a:cubicBezTo>
                  <a:lnTo>
                    <a:pt x="1081" y="720"/>
                  </a:lnTo>
                  <a:lnTo>
                    <a:pt x="1048" y="735"/>
                  </a:lnTo>
                  <a:cubicBezTo>
                    <a:pt x="963" y="771"/>
                    <a:pt x="944" y="826"/>
                    <a:pt x="859" y="846"/>
                  </a:cubicBezTo>
                  <a:lnTo>
                    <a:pt x="828" y="855"/>
                  </a:lnTo>
                  <a:lnTo>
                    <a:pt x="794" y="861"/>
                  </a:lnTo>
                  <a:lnTo>
                    <a:pt x="758" y="866"/>
                  </a:lnTo>
                  <a:lnTo>
                    <a:pt x="721" y="869"/>
                  </a:lnTo>
                  <a:cubicBezTo>
                    <a:pt x="623" y="876"/>
                    <a:pt x="511" y="872"/>
                    <a:pt x="415" y="852"/>
                  </a:cubicBezTo>
                  <a:lnTo>
                    <a:pt x="381" y="845"/>
                  </a:lnTo>
                  <a:lnTo>
                    <a:pt x="348" y="832"/>
                  </a:lnTo>
                  <a:cubicBezTo>
                    <a:pt x="249" y="790"/>
                    <a:pt x="148" y="697"/>
                    <a:pt x="88" y="609"/>
                  </a:cubicBezTo>
                  <a:lnTo>
                    <a:pt x="67" y="578"/>
                  </a:lnTo>
                  <a:lnTo>
                    <a:pt x="48" y="546"/>
                  </a:lnTo>
                  <a:lnTo>
                    <a:pt x="28" y="514"/>
                  </a:lnTo>
                  <a:lnTo>
                    <a:pt x="13" y="482"/>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262" name="path"/>
            <p:cNvSpPr/>
            <p:nvPr/>
          </p:nvSpPr>
          <p:spPr>
            <a:xfrm>
              <a:off x="13716" y="238940"/>
              <a:ext cx="815340" cy="533892"/>
            </a:xfrm>
            <a:custGeom>
              <a:avLst/>
              <a:gdLst/>
              <a:ahLst/>
              <a:cxnLst/>
              <a:rect l="0" t="0" r="0" b="0"/>
              <a:pathLst>
                <a:path w="1284" h="840">
                  <a:moveTo>
                    <a:pt x="262" y="77"/>
                  </a:moveTo>
                  <a:lnTo>
                    <a:pt x="323" y="48"/>
                  </a:lnTo>
                  <a:lnTo>
                    <a:pt x="383" y="27"/>
                  </a:lnTo>
                  <a:lnTo>
                    <a:pt x="439" y="13"/>
                  </a:lnTo>
                  <a:lnTo>
                    <a:pt x="491" y="6"/>
                  </a:lnTo>
                  <a:cubicBezTo>
                    <a:pt x="622" y="-4"/>
                    <a:pt x="699" y="21"/>
                    <a:pt x="812" y="80"/>
                  </a:cubicBezTo>
                  <a:lnTo>
                    <a:pt x="842" y="97"/>
                  </a:lnTo>
                  <a:lnTo>
                    <a:pt x="870" y="113"/>
                  </a:lnTo>
                  <a:cubicBezTo>
                    <a:pt x="978" y="166"/>
                    <a:pt x="1024" y="204"/>
                    <a:pt x="1110" y="291"/>
                  </a:cubicBezTo>
                  <a:lnTo>
                    <a:pt x="1136" y="319"/>
                  </a:lnTo>
                  <a:lnTo>
                    <a:pt x="1161" y="348"/>
                  </a:lnTo>
                  <a:lnTo>
                    <a:pt x="1185" y="377"/>
                  </a:lnTo>
                  <a:lnTo>
                    <a:pt x="1207" y="404"/>
                  </a:lnTo>
                  <a:lnTo>
                    <a:pt x="1227" y="431"/>
                  </a:lnTo>
                  <a:lnTo>
                    <a:pt x="1246" y="456"/>
                  </a:lnTo>
                  <a:lnTo>
                    <a:pt x="1261" y="480"/>
                  </a:lnTo>
                  <a:lnTo>
                    <a:pt x="1273" y="500"/>
                  </a:lnTo>
                  <a:lnTo>
                    <a:pt x="1281" y="518"/>
                  </a:lnTo>
                  <a:lnTo>
                    <a:pt x="1284" y="535"/>
                  </a:lnTo>
                  <a:lnTo>
                    <a:pt x="1279" y="551"/>
                  </a:lnTo>
                  <a:lnTo>
                    <a:pt x="1268" y="566"/>
                  </a:lnTo>
                  <a:lnTo>
                    <a:pt x="1251" y="583"/>
                  </a:lnTo>
                  <a:lnTo>
                    <a:pt x="1228" y="597"/>
                  </a:lnTo>
                  <a:cubicBezTo>
                    <a:pt x="1144" y="650"/>
                    <a:pt x="1046" y="682"/>
                    <a:pt x="960" y="733"/>
                  </a:cubicBezTo>
                  <a:lnTo>
                    <a:pt x="938" y="749"/>
                  </a:lnTo>
                  <a:lnTo>
                    <a:pt x="921" y="764"/>
                  </a:lnTo>
                  <a:lnTo>
                    <a:pt x="904" y="779"/>
                  </a:lnTo>
                  <a:lnTo>
                    <a:pt x="884" y="791"/>
                  </a:lnTo>
                  <a:lnTo>
                    <a:pt x="859" y="801"/>
                  </a:lnTo>
                  <a:lnTo>
                    <a:pt x="831" y="811"/>
                  </a:lnTo>
                  <a:cubicBezTo>
                    <a:pt x="738" y="837"/>
                    <a:pt x="640" y="840"/>
                    <a:pt x="544" y="834"/>
                  </a:cubicBezTo>
                  <a:lnTo>
                    <a:pt x="506" y="831"/>
                  </a:lnTo>
                  <a:lnTo>
                    <a:pt x="469" y="828"/>
                  </a:lnTo>
                  <a:cubicBezTo>
                    <a:pt x="353" y="816"/>
                    <a:pt x="275" y="779"/>
                    <a:pt x="190" y="699"/>
                  </a:cubicBezTo>
                  <a:lnTo>
                    <a:pt x="163" y="674"/>
                  </a:lnTo>
                  <a:lnTo>
                    <a:pt x="138" y="648"/>
                  </a:lnTo>
                  <a:lnTo>
                    <a:pt x="113" y="619"/>
                  </a:lnTo>
                  <a:lnTo>
                    <a:pt x="91" y="589"/>
                  </a:lnTo>
                  <a:cubicBezTo>
                    <a:pt x="53" y="540"/>
                    <a:pt x="23" y="485"/>
                    <a:pt x="0" y="428"/>
                  </a:cubicBezTo>
                  <a:lnTo>
                    <a:pt x="0" y="417"/>
                  </a:lnTo>
                  <a:cubicBezTo>
                    <a:pt x="6" y="344"/>
                    <a:pt x="39" y="274"/>
                    <a:pt x="85" y="217"/>
                  </a:cubicBezTo>
                  <a:lnTo>
                    <a:pt x="109" y="187"/>
                  </a:lnTo>
                  <a:lnTo>
                    <a:pt x="139" y="158"/>
                  </a:lnTo>
                  <a:lnTo>
                    <a:pt x="175" y="129"/>
                  </a:lnTo>
                  <a:lnTo>
                    <a:pt x="216" y="103"/>
                  </a:lnTo>
                </a:path>
              </a:pathLst>
            </a:custGeom>
            <a:solidFill>
              <a:srgbClr val="F7EFEA">
                <a:alpha val="100000"/>
              </a:srgbClr>
            </a:solidFill>
            <a:ln cap="flat">
              <a:noFill/>
              <a:prstDash val="solid"/>
              <a:miter lim="0"/>
            </a:ln>
          </p:spPr>
          <p:txBody>
            <a:bodyPr rtlCol="0"/>
            <a:lstStyle/>
            <a:p>
              <a:pPr algn="ctr"/>
              <a:endParaRPr lang="zh-CN" altLang="en-US" sz="1635"/>
            </a:p>
          </p:txBody>
        </p:sp>
        <p:sp>
          <p:nvSpPr>
            <p:cNvPr id="264" name="path"/>
            <p:cNvSpPr/>
            <p:nvPr/>
          </p:nvSpPr>
          <p:spPr>
            <a:xfrm>
              <a:off x="26669" y="252648"/>
              <a:ext cx="788670" cy="511802"/>
            </a:xfrm>
            <a:custGeom>
              <a:avLst/>
              <a:gdLst/>
              <a:ahLst/>
              <a:cxnLst/>
              <a:rect l="0" t="0" r="0" b="0"/>
              <a:pathLst>
                <a:path w="1242" h="805">
                  <a:moveTo>
                    <a:pt x="254" y="67"/>
                  </a:moveTo>
                  <a:lnTo>
                    <a:pt x="311" y="43"/>
                  </a:lnTo>
                  <a:lnTo>
                    <a:pt x="366" y="25"/>
                  </a:lnTo>
                  <a:lnTo>
                    <a:pt x="417" y="13"/>
                  </a:lnTo>
                  <a:lnTo>
                    <a:pt x="468" y="6"/>
                  </a:lnTo>
                  <a:cubicBezTo>
                    <a:pt x="579" y="-4"/>
                    <a:pt x="684" y="25"/>
                    <a:pt x="783" y="73"/>
                  </a:cubicBezTo>
                  <a:lnTo>
                    <a:pt x="813" y="89"/>
                  </a:lnTo>
                  <a:lnTo>
                    <a:pt x="841" y="103"/>
                  </a:lnTo>
                  <a:cubicBezTo>
                    <a:pt x="935" y="144"/>
                    <a:pt x="1003" y="200"/>
                    <a:pt x="1074" y="275"/>
                  </a:cubicBezTo>
                  <a:lnTo>
                    <a:pt x="1100" y="302"/>
                  </a:lnTo>
                  <a:lnTo>
                    <a:pt x="1124" y="330"/>
                  </a:lnTo>
                  <a:lnTo>
                    <a:pt x="1147" y="357"/>
                  </a:lnTo>
                  <a:lnTo>
                    <a:pt x="1168" y="384"/>
                  </a:lnTo>
                  <a:lnTo>
                    <a:pt x="1187" y="410"/>
                  </a:lnTo>
                  <a:lnTo>
                    <a:pt x="1206" y="434"/>
                  </a:lnTo>
                  <a:lnTo>
                    <a:pt x="1220" y="457"/>
                  </a:lnTo>
                  <a:lnTo>
                    <a:pt x="1231" y="477"/>
                  </a:lnTo>
                  <a:lnTo>
                    <a:pt x="1239" y="494"/>
                  </a:lnTo>
                  <a:lnTo>
                    <a:pt x="1242" y="510"/>
                  </a:lnTo>
                  <a:lnTo>
                    <a:pt x="1237" y="525"/>
                  </a:lnTo>
                  <a:lnTo>
                    <a:pt x="1226" y="541"/>
                  </a:lnTo>
                  <a:lnTo>
                    <a:pt x="1210" y="555"/>
                  </a:lnTo>
                  <a:lnTo>
                    <a:pt x="1189" y="571"/>
                  </a:lnTo>
                  <a:cubicBezTo>
                    <a:pt x="1107" y="623"/>
                    <a:pt x="1010" y="652"/>
                    <a:pt x="928" y="703"/>
                  </a:cubicBezTo>
                  <a:lnTo>
                    <a:pt x="908" y="717"/>
                  </a:lnTo>
                  <a:lnTo>
                    <a:pt x="891" y="732"/>
                  </a:lnTo>
                  <a:lnTo>
                    <a:pt x="876" y="745"/>
                  </a:lnTo>
                  <a:lnTo>
                    <a:pt x="855" y="757"/>
                  </a:lnTo>
                  <a:lnTo>
                    <a:pt x="831" y="768"/>
                  </a:lnTo>
                  <a:lnTo>
                    <a:pt x="805" y="777"/>
                  </a:lnTo>
                  <a:cubicBezTo>
                    <a:pt x="714" y="801"/>
                    <a:pt x="620" y="805"/>
                    <a:pt x="526" y="800"/>
                  </a:cubicBezTo>
                  <a:lnTo>
                    <a:pt x="489" y="797"/>
                  </a:lnTo>
                  <a:lnTo>
                    <a:pt x="454" y="794"/>
                  </a:lnTo>
                  <a:cubicBezTo>
                    <a:pt x="332" y="781"/>
                    <a:pt x="276" y="749"/>
                    <a:pt x="183" y="671"/>
                  </a:cubicBezTo>
                  <a:lnTo>
                    <a:pt x="158" y="645"/>
                  </a:lnTo>
                  <a:lnTo>
                    <a:pt x="133" y="618"/>
                  </a:lnTo>
                  <a:lnTo>
                    <a:pt x="87" y="563"/>
                  </a:lnTo>
                  <a:cubicBezTo>
                    <a:pt x="51" y="515"/>
                    <a:pt x="23" y="461"/>
                    <a:pt x="0" y="407"/>
                  </a:cubicBezTo>
                  <a:lnTo>
                    <a:pt x="0" y="396"/>
                  </a:lnTo>
                  <a:cubicBezTo>
                    <a:pt x="4" y="327"/>
                    <a:pt x="38" y="252"/>
                    <a:pt x="81" y="199"/>
                  </a:cubicBezTo>
                  <a:lnTo>
                    <a:pt x="106" y="170"/>
                  </a:lnTo>
                  <a:lnTo>
                    <a:pt x="135" y="143"/>
                  </a:lnTo>
                  <a:lnTo>
                    <a:pt x="170" y="116"/>
                  </a:lnTo>
                  <a:lnTo>
                    <a:pt x="210" y="91"/>
                  </a:lnTo>
                </a:path>
              </a:pathLst>
            </a:custGeom>
            <a:solidFill>
              <a:srgbClr val="F2E2D6">
                <a:alpha val="100000"/>
              </a:srgbClr>
            </a:solidFill>
            <a:ln cap="flat">
              <a:noFill/>
              <a:prstDash val="solid"/>
              <a:miter lim="0"/>
            </a:ln>
          </p:spPr>
          <p:txBody>
            <a:bodyPr rtlCol="0"/>
            <a:lstStyle/>
            <a:p>
              <a:pPr algn="ctr"/>
              <a:endParaRPr lang="zh-CN" altLang="en-US" sz="1635"/>
            </a:p>
          </p:txBody>
        </p:sp>
        <p:sp>
          <p:nvSpPr>
            <p:cNvPr id="266" name="path"/>
            <p:cNvSpPr/>
            <p:nvPr/>
          </p:nvSpPr>
          <p:spPr>
            <a:xfrm>
              <a:off x="39623" y="267125"/>
              <a:ext cx="762762" cy="489489"/>
            </a:xfrm>
            <a:custGeom>
              <a:avLst/>
              <a:gdLst/>
              <a:ahLst/>
              <a:cxnLst/>
              <a:rect l="0" t="0" r="0" b="0"/>
              <a:pathLst>
                <a:path w="1201" h="770">
                  <a:moveTo>
                    <a:pt x="246" y="56"/>
                  </a:moveTo>
                  <a:lnTo>
                    <a:pt x="297" y="36"/>
                  </a:lnTo>
                  <a:lnTo>
                    <a:pt x="348" y="21"/>
                  </a:lnTo>
                  <a:lnTo>
                    <a:pt x="396" y="11"/>
                  </a:lnTo>
                  <a:lnTo>
                    <a:pt x="442" y="6"/>
                  </a:lnTo>
                  <a:cubicBezTo>
                    <a:pt x="545" y="-4"/>
                    <a:pt x="661" y="23"/>
                    <a:pt x="754" y="66"/>
                  </a:cubicBezTo>
                  <a:lnTo>
                    <a:pt x="784" y="78"/>
                  </a:lnTo>
                  <a:lnTo>
                    <a:pt x="813" y="91"/>
                  </a:lnTo>
                  <a:cubicBezTo>
                    <a:pt x="911" y="135"/>
                    <a:pt x="963" y="181"/>
                    <a:pt x="1039" y="257"/>
                  </a:cubicBezTo>
                  <a:lnTo>
                    <a:pt x="1087" y="309"/>
                  </a:lnTo>
                  <a:lnTo>
                    <a:pt x="1110" y="337"/>
                  </a:lnTo>
                  <a:lnTo>
                    <a:pt x="1130" y="362"/>
                  </a:lnTo>
                  <a:lnTo>
                    <a:pt x="1149" y="387"/>
                  </a:lnTo>
                  <a:lnTo>
                    <a:pt x="1165" y="411"/>
                  </a:lnTo>
                  <a:lnTo>
                    <a:pt x="1179" y="433"/>
                  </a:lnTo>
                  <a:lnTo>
                    <a:pt x="1191" y="452"/>
                  </a:lnTo>
                  <a:lnTo>
                    <a:pt x="1198" y="469"/>
                  </a:lnTo>
                  <a:lnTo>
                    <a:pt x="1201" y="485"/>
                  </a:lnTo>
                  <a:lnTo>
                    <a:pt x="1196" y="499"/>
                  </a:lnTo>
                  <a:lnTo>
                    <a:pt x="1185" y="515"/>
                  </a:lnTo>
                  <a:lnTo>
                    <a:pt x="1171" y="529"/>
                  </a:lnTo>
                  <a:lnTo>
                    <a:pt x="1150" y="543"/>
                  </a:lnTo>
                  <a:cubicBezTo>
                    <a:pt x="1070" y="592"/>
                    <a:pt x="980" y="623"/>
                    <a:pt x="898" y="671"/>
                  </a:cubicBezTo>
                  <a:lnTo>
                    <a:pt x="878" y="685"/>
                  </a:lnTo>
                  <a:lnTo>
                    <a:pt x="862" y="699"/>
                  </a:lnTo>
                  <a:lnTo>
                    <a:pt x="847" y="713"/>
                  </a:lnTo>
                  <a:lnTo>
                    <a:pt x="826" y="725"/>
                  </a:lnTo>
                  <a:lnTo>
                    <a:pt x="805" y="734"/>
                  </a:lnTo>
                  <a:lnTo>
                    <a:pt x="778" y="743"/>
                  </a:lnTo>
                  <a:cubicBezTo>
                    <a:pt x="695" y="767"/>
                    <a:pt x="594" y="770"/>
                    <a:pt x="508" y="764"/>
                  </a:cubicBezTo>
                  <a:lnTo>
                    <a:pt x="439" y="759"/>
                  </a:lnTo>
                  <a:cubicBezTo>
                    <a:pt x="326" y="749"/>
                    <a:pt x="261" y="714"/>
                    <a:pt x="177" y="638"/>
                  </a:cubicBezTo>
                  <a:lnTo>
                    <a:pt x="152" y="614"/>
                  </a:lnTo>
                  <a:lnTo>
                    <a:pt x="106" y="561"/>
                  </a:lnTo>
                  <a:lnTo>
                    <a:pt x="85" y="534"/>
                  </a:lnTo>
                  <a:cubicBezTo>
                    <a:pt x="50" y="490"/>
                    <a:pt x="20" y="435"/>
                    <a:pt x="0" y="384"/>
                  </a:cubicBezTo>
                  <a:lnTo>
                    <a:pt x="0" y="373"/>
                  </a:lnTo>
                  <a:cubicBezTo>
                    <a:pt x="2" y="302"/>
                    <a:pt x="33" y="234"/>
                    <a:pt x="78" y="180"/>
                  </a:cubicBezTo>
                  <a:lnTo>
                    <a:pt x="102" y="153"/>
                  </a:lnTo>
                  <a:lnTo>
                    <a:pt x="129" y="127"/>
                  </a:lnTo>
                  <a:lnTo>
                    <a:pt x="163" y="102"/>
                  </a:lnTo>
                  <a:lnTo>
                    <a:pt x="201" y="78"/>
                  </a:lnTo>
                </a:path>
              </a:pathLst>
            </a:custGeom>
            <a:solidFill>
              <a:srgbClr val="EAD3C1">
                <a:alpha val="100000"/>
              </a:srgbClr>
            </a:solidFill>
            <a:ln cap="flat">
              <a:noFill/>
              <a:prstDash val="solid"/>
              <a:miter lim="0"/>
            </a:ln>
          </p:spPr>
          <p:txBody>
            <a:bodyPr rtlCol="0"/>
            <a:lstStyle/>
            <a:p>
              <a:pPr algn="ctr"/>
              <a:endParaRPr lang="zh-CN" altLang="en-US" sz="1635"/>
            </a:p>
          </p:txBody>
        </p:sp>
        <p:sp>
          <p:nvSpPr>
            <p:cNvPr id="268" name="path"/>
            <p:cNvSpPr/>
            <p:nvPr/>
          </p:nvSpPr>
          <p:spPr>
            <a:xfrm>
              <a:off x="52577" y="281458"/>
              <a:ext cx="736853" cy="467650"/>
            </a:xfrm>
            <a:custGeom>
              <a:avLst/>
              <a:gdLst/>
              <a:ahLst/>
              <a:cxnLst/>
              <a:rect l="0" t="0" r="0" b="0"/>
              <a:pathLst>
                <a:path w="1160" h="736">
                  <a:moveTo>
                    <a:pt x="237" y="46"/>
                  </a:moveTo>
                  <a:lnTo>
                    <a:pt x="283" y="30"/>
                  </a:lnTo>
                  <a:lnTo>
                    <a:pt x="328" y="18"/>
                  </a:lnTo>
                  <a:lnTo>
                    <a:pt x="374" y="10"/>
                  </a:lnTo>
                  <a:lnTo>
                    <a:pt x="417" y="5"/>
                  </a:lnTo>
                  <a:cubicBezTo>
                    <a:pt x="523" y="0"/>
                    <a:pt x="626" y="19"/>
                    <a:pt x="724" y="58"/>
                  </a:cubicBezTo>
                  <a:lnTo>
                    <a:pt x="754" y="70"/>
                  </a:lnTo>
                  <a:lnTo>
                    <a:pt x="784" y="80"/>
                  </a:lnTo>
                  <a:cubicBezTo>
                    <a:pt x="874" y="117"/>
                    <a:pt x="936" y="170"/>
                    <a:pt x="1003" y="240"/>
                  </a:cubicBezTo>
                  <a:lnTo>
                    <a:pt x="1027" y="265"/>
                  </a:lnTo>
                  <a:lnTo>
                    <a:pt x="1051" y="292"/>
                  </a:lnTo>
                  <a:lnTo>
                    <a:pt x="1072" y="317"/>
                  </a:lnTo>
                  <a:lnTo>
                    <a:pt x="1091" y="342"/>
                  </a:lnTo>
                  <a:lnTo>
                    <a:pt x="1109" y="366"/>
                  </a:lnTo>
                  <a:lnTo>
                    <a:pt x="1125" y="389"/>
                  </a:lnTo>
                  <a:lnTo>
                    <a:pt x="1139" y="410"/>
                  </a:lnTo>
                  <a:lnTo>
                    <a:pt x="1150" y="428"/>
                  </a:lnTo>
                  <a:lnTo>
                    <a:pt x="1158" y="445"/>
                  </a:lnTo>
                  <a:lnTo>
                    <a:pt x="1160" y="460"/>
                  </a:lnTo>
                  <a:lnTo>
                    <a:pt x="1155" y="474"/>
                  </a:lnTo>
                  <a:lnTo>
                    <a:pt x="1145" y="488"/>
                  </a:lnTo>
                  <a:lnTo>
                    <a:pt x="1130" y="503"/>
                  </a:lnTo>
                  <a:lnTo>
                    <a:pt x="1111" y="516"/>
                  </a:lnTo>
                  <a:cubicBezTo>
                    <a:pt x="1033" y="564"/>
                    <a:pt x="946" y="592"/>
                    <a:pt x="867" y="638"/>
                  </a:cubicBezTo>
                  <a:lnTo>
                    <a:pt x="847" y="653"/>
                  </a:lnTo>
                  <a:lnTo>
                    <a:pt x="832" y="666"/>
                  </a:lnTo>
                  <a:lnTo>
                    <a:pt x="817" y="679"/>
                  </a:lnTo>
                  <a:lnTo>
                    <a:pt x="799" y="690"/>
                  </a:lnTo>
                  <a:lnTo>
                    <a:pt x="776" y="701"/>
                  </a:lnTo>
                  <a:lnTo>
                    <a:pt x="752" y="709"/>
                  </a:lnTo>
                  <a:cubicBezTo>
                    <a:pt x="667" y="732"/>
                    <a:pt x="578" y="736"/>
                    <a:pt x="491" y="730"/>
                  </a:cubicBezTo>
                  <a:lnTo>
                    <a:pt x="457" y="727"/>
                  </a:lnTo>
                  <a:lnTo>
                    <a:pt x="424" y="725"/>
                  </a:lnTo>
                  <a:cubicBezTo>
                    <a:pt x="327" y="717"/>
                    <a:pt x="240" y="675"/>
                    <a:pt x="170" y="607"/>
                  </a:cubicBezTo>
                  <a:lnTo>
                    <a:pt x="147" y="583"/>
                  </a:lnTo>
                  <a:lnTo>
                    <a:pt x="123" y="559"/>
                  </a:lnTo>
                  <a:lnTo>
                    <a:pt x="101" y="533"/>
                  </a:lnTo>
                  <a:lnTo>
                    <a:pt x="81" y="505"/>
                  </a:lnTo>
                  <a:lnTo>
                    <a:pt x="62" y="479"/>
                  </a:lnTo>
                  <a:lnTo>
                    <a:pt x="28" y="424"/>
                  </a:lnTo>
                  <a:lnTo>
                    <a:pt x="15" y="396"/>
                  </a:lnTo>
                  <a:lnTo>
                    <a:pt x="3" y="370"/>
                  </a:lnTo>
                  <a:lnTo>
                    <a:pt x="2" y="368"/>
                  </a:lnTo>
                  <a:lnTo>
                    <a:pt x="2" y="366"/>
                  </a:lnTo>
                  <a:lnTo>
                    <a:pt x="1" y="364"/>
                  </a:lnTo>
                  <a:lnTo>
                    <a:pt x="0" y="362"/>
                  </a:lnTo>
                  <a:lnTo>
                    <a:pt x="0" y="350"/>
                  </a:lnTo>
                  <a:cubicBezTo>
                    <a:pt x="1" y="284"/>
                    <a:pt x="30" y="213"/>
                    <a:pt x="73" y="162"/>
                  </a:cubicBezTo>
                  <a:lnTo>
                    <a:pt x="97" y="136"/>
                  </a:lnTo>
                  <a:lnTo>
                    <a:pt x="124" y="112"/>
                  </a:lnTo>
                  <a:lnTo>
                    <a:pt x="157" y="88"/>
                  </a:lnTo>
                  <a:lnTo>
                    <a:pt x="194" y="66"/>
                  </a:lnTo>
                </a:path>
              </a:pathLst>
            </a:custGeom>
            <a:solidFill>
              <a:srgbClr val="E2C1AD">
                <a:alpha val="100000"/>
              </a:srgbClr>
            </a:solidFill>
            <a:ln cap="flat">
              <a:noFill/>
              <a:prstDash val="solid"/>
              <a:miter lim="0"/>
            </a:ln>
          </p:spPr>
          <p:txBody>
            <a:bodyPr rtlCol="0"/>
            <a:lstStyle/>
            <a:p>
              <a:pPr algn="ctr"/>
              <a:endParaRPr lang="zh-CN" altLang="en-US" sz="1635"/>
            </a:p>
          </p:txBody>
        </p:sp>
        <p:sp>
          <p:nvSpPr>
            <p:cNvPr id="270" name="path"/>
            <p:cNvSpPr/>
            <p:nvPr/>
          </p:nvSpPr>
          <p:spPr>
            <a:xfrm>
              <a:off x="64770" y="295272"/>
              <a:ext cx="710946" cy="446255"/>
            </a:xfrm>
            <a:custGeom>
              <a:avLst/>
              <a:gdLst/>
              <a:ahLst/>
              <a:cxnLst/>
              <a:rect l="0" t="0" r="0" b="0"/>
              <a:pathLst>
                <a:path w="1119" h="702">
                  <a:moveTo>
                    <a:pt x="231" y="36"/>
                  </a:moveTo>
                  <a:lnTo>
                    <a:pt x="271" y="24"/>
                  </a:lnTo>
                  <a:lnTo>
                    <a:pt x="311" y="14"/>
                  </a:lnTo>
                  <a:lnTo>
                    <a:pt x="354" y="8"/>
                  </a:lnTo>
                  <a:lnTo>
                    <a:pt x="394" y="5"/>
                  </a:lnTo>
                  <a:cubicBezTo>
                    <a:pt x="495" y="0"/>
                    <a:pt x="601" y="20"/>
                    <a:pt x="697" y="50"/>
                  </a:cubicBezTo>
                  <a:lnTo>
                    <a:pt x="728" y="61"/>
                  </a:lnTo>
                  <a:lnTo>
                    <a:pt x="756" y="71"/>
                  </a:lnTo>
                  <a:cubicBezTo>
                    <a:pt x="847" y="103"/>
                    <a:pt x="901" y="158"/>
                    <a:pt x="969" y="223"/>
                  </a:cubicBezTo>
                  <a:lnTo>
                    <a:pt x="992" y="248"/>
                  </a:lnTo>
                  <a:lnTo>
                    <a:pt x="1014" y="272"/>
                  </a:lnTo>
                  <a:lnTo>
                    <a:pt x="1034" y="297"/>
                  </a:lnTo>
                  <a:lnTo>
                    <a:pt x="1053" y="323"/>
                  </a:lnTo>
                  <a:lnTo>
                    <a:pt x="1071" y="345"/>
                  </a:lnTo>
                  <a:lnTo>
                    <a:pt x="1087" y="367"/>
                  </a:lnTo>
                  <a:lnTo>
                    <a:pt x="1100" y="387"/>
                  </a:lnTo>
                  <a:lnTo>
                    <a:pt x="1110" y="407"/>
                  </a:lnTo>
                  <a:lnTo>
                    <a:pt x="1117" y="422"/>
                  </a:lnTo>
                  <a:lnTo>
                    <a:pt x="1119" y="435"/>
                  </a:lnTo>
                  <a:lnTo>
                    <a:pt x="1114" y="450"/>
                  </a:lnTo>
                  <a:lnTo>
                    <a:pt x="1105" y="464"/>
                  </a:lnTo>
                  <a:lnTo>
                    <a:pt x="1091" y="477"/>
                  </a:lnTo>
                  <a:lnTo>
                    <a:pt x="1072" y="491"/>
                  </a:lnTo>
                  <a:cubicBezTo>
                    <a:pt x="996" y="538"/>
                    <a:pt x="915" y="561"/>
                    <a:pt x="838" y="608"/>
                  </a:cubicBezTo>
                  <a:lnTo>
                    <a:pt x="819" y="621"/>
                  </a:lnTo>
                  <a:lnTo>
                    <a:pt x="805" y="635"/>
                  </a:lnTo>
                  <a:lnTo>
                    <a:pt x="789" y="648"/>
                  </a:lnTo>
                  <a:lnTo>
                    <a:pt x="772" y="657"/>
                  </a:lnTo>
                  <a:lnTo>
                    <a:pt x="751" y="668"/>
                  </a:lnTo>
                  <a:lnTo>
                    <a:pt x="726" y="675"/>
                  </a:lnTo>
                  <a:cubicBezTo>
                    <a:pt x="657" y="697"/>
                    <a:pt x="548" y="702"/>
                    <a:pt x="476" y="696"/>
                  </a:cubicBezTo>
                  <a:lnTo>
                    <a:pt x="444" y="695"/>
                  </a:lnTo>
                  <a:lnTo>
                    <a:pt x="411" y="690"/>
                  </a:lnTo>
                  <a:cubicBezTo>
                    <a:pt x="303" y="681"/>
                    <a:pt x="247" y="647"/>
                    <a:pt x="165" y="578"/>
                  </a:cubicBezTo>
                  <a:lnTo>
                    <a:pt x="141" y="554"/>
                  </a:lnTo>
                  <a:lnTo>
                    <a:pt x="120" y="531"/>
                  </a:lnTo>
                  <a:lnTo>
                    <a:pt x="79" y="479"/>
                  </a:lnTo>
                  <a:lnTo>
                    <a:pt x="60" y="453"/>
                  </a:lnTo>
                  <a:lnTo>
                    <a:pt x="44" y="427"/>
                  </a:lnTo>
                  <a:lnTo>
                    <a:pt x="27" y="399"/>
                  </a:lnTo>
                  <a:lnTo>
                    <a:pt x="3" y="347"/>
                  </a:lnTo>
                  <a:lnTo>
                    <a:pt x="3" y="345"/>
                  </a:lnTo>
                  <a:lnTo>
                    <a:pt x="2" y="344"/>
                  </a:lnTo>
                  <a:lnTo>
                    <a:pt x="2" y="343"/>
                  </a:lnTo>
                  <a:lnTo>
                    <a:pt x="1" y="342"/>
                  </a:lnTo>
                  <a:lnTo>
                    <a:pt x="1" y="337"/>
                  </a:lnTo>
                  <a:lnTo>
                    <a:pt x="0" y="329"/>
                  </a:lnTo>
                  <a:cubicBezTo>
                    <a:pt x="4" y="262"/>
                    <a:pt x="26" y="195"/>
                    <a:pt x="70" y="144"/>
                  </a:cubicBezTo>
                  <a:lnTo>
                    <a:pt x="93" y="120"/>
                  </a:lnTo>
                  <a:lnTo>
                    <a:pt x="120" y="96"/>
                  </a:lnTo>
                  <a:lnTo>
                    <a:pt x="151" y="74"/>
                  </a:lnTo>
                  <a:lnTo>
                    <a:pt x="189" y="54"/>
                  </a:lnTo>
                </a:path>
              </a:pathLst>
            </a:custGeom>
            <a:solidFill>
              <a:srgbClr val="DBB299">
                <a:alpha val="100000"/>
              </a:srgbClr>
            </a:solidFill>
            <a:ln cap="flat">
              <a:noFill/>
              <a:prstDash val="solid"/>
              <a:miter lim="0"/>
            </a:ln>
          </p:spPr>
          <p:txBody>
            <a:bodyPr rtlCol="0"/>
            <a:lstStyle/>
            <a:p>
              <a:pPr algn="ctr"/>
              <a:endParaRPr lang="zh-CN" altLang="en-US" sz="1635"/>
            </a:p>
          </p:txBody>
        </p:sp>
        <p:sp>
          <p:nvSpPr>
            <p:cNvPr id="272" name="path"/>
            <p:cNvSpPr/>
            <p:nvPr/>
          </p:nvSpPr>
          <p:spPr>
            <a:xfrm>
              <a:off x="78486" y="311162"/>
              <a:ext cx="684275" cy="422503"/>
            </a:xfrm>
            <a:custGeom>
              <a:avLst/>
              <a:gdLst/>
              <a:ahLst/>
              <a:cxnLst/>
              <a:rect l="0" t="0" r="0" b="0"/>
              <a:pathLst>
                <a:path w="1077" h="665">
                  <a:moveTo>
                    <a:pt x="221" y="24"/>
                  </a:moveTo>
                  <a:lnTo>
                    <a:pt x="255" y="16"/>
                  </a:lnTo>
                  <a:lnTo>
                    <a:pt x="292" y="8"/>
                  </a:lnTo>
                  <a:lnTo>
                    <a:pt x="330" y="4"/>
                  </a:lnTo>
                  <a:lnTo>
                    <a:pt x="367" y="1"/>
                  </a:lnTo>
                  <a:cubicBezTo>
                    <a:pt x="468" y="0"/>
                    <a:pt x="569" y="14"/>
                    <a:pt x="667" y="41"/>
                  </a:cubicBezTo>
                  <a:lnTo>
                    <a:pt x="698" y="50"/>
                  </a:lnTo>
                  <a:lnTo>
                    <a:pt x="727" y="59"/>
                  </a:lnTo>
                  <a:cubicBezTo>
                    <a:pt x="807" y="84"/>
                    <a:pt x="875" y="145"/>
                    <a:pt x="931" y="205"/>
                  </a:cubicBezTo>
                  <a:lnTo>
                    <a:pt x="953" y="228"/>
                  </a:lnTo>
                  <a:lnTo>
                    <a:pt x="975" y="252"/>
                  </a:lnTo>
                  <a:lnTo>
                    <a:pt x="1013" y="300"/>
                  </a:lnTo>
                  <a:lnTo>
                    <a:pt x="1031" y="322"/>
                  </a:lnTo>
                  <a:lnTo>
                    <a:pt x="1045" y="343"/>
                  </a:lnTo>
                  <a:lnTo>
                    <a:pt x="1058" y="362"/>
                  </a:lnTo>
                  <a:lnTo>
                    <a:pt x="1068" y="379"/>
                  </a:lnTo>
                  <a:lnTo>
                    <a:pt x="1075" y="395"/>
                  </a:lnTo>
                  <a:lnTo>
                    <a:pt x="1077" y="409"/>
                  </a:lnTo>
                  <a:lnTo>
                    <a:pt x="1072" y="422"/>
                  </a:lnTo>
                  <a:lnTo>
                    <a:pt x="1064" y="436"/>
                  </a:lnTo>
                  <a:lnTo>
                    <a:pt x="1051" y="449"/>
                  </a:lnTo>
                  <a:lnTo>
                    <a:pt x="1031" y="461"/>
                  </a:lnTo>
                  <a:cubicBezTo>
                    <a:pt x="963" y="506"/>
                    <a:pt x="877" y="532"/>
                    <a:pt x="806" y="576"/>
                  </a:cubicBezTo>
                  <a:lnTo>
                    <a:pt x="788" y="588"/>
                  </a:lnTo>
                  <a:lnTo>
                    <a:pt x="775" y="600"/>
                  </a:lnTo>
                  <a:lnTo>
                    <a:pt x="760" y="613"/>
                  </a:lnTo>
                  <a:lnTo>
                    <a:pt x="743" y="623"/>
                  </a:lnTo>
                  <a:lnTo>
                    <a:pt x="722" y="632"/>
                  </a:lnTo>
                  <a:lnTo>
                    <a:pt x="699" y="641"/>
                  </a:lnTo>
                  <a:cubicBezTo>
                    <a:pt x="619" y="662"/>
                    <a:pt x="539" y="665"/>
                    <a:pt x="457" y="660"/>
                  </a:cubicBezTo>
                  <a:lnTo>
                    <a:pt x="425" y="658"/>
                  </a:lnTo>
                  <a:lnTo>
                    <a:pt x="395" y="655"/>
                  </a:lnTo>
                  <a:cubicBezTo>
                    <a:pt x="291" y="644"/>
                    <a:pt x="236" y="615"/>
                    <a:pt x="158" y="546"/>
                  </a:cubicBezTo>
                  <a:lnTo>
                    <a:pt x="135" y="523"/>
                  </a:lnTo>
                  <a:lnTo>
                    <a:pt x="113" y="499"/>
                  </a:lnTo>
                  <a:lnTo>
                    <a:pt x="93" y="475"/>
                  </a:lnTo>
                  <a:lnTo>
                    <a:pt x="74" y="450"/>
                  </a:lnTo>
                  <a:lnTo>
                    <a:pt x="40" y="400"/>
                  </a:lnTo>
                  <a:lnTo>
                    <a:pt x="26" y="373"/>
                  </a:lnTo>
                  <a:lnTo>
                    <a:pt x="13" y="348"/>
                  </a:lnTo>
                  <a:lnTo>
                    <a:pt x="2" y="323"/>
                  </a:lnTo>
                  <a:lnTo>
                    <a:pt x="2" y="320"/>
                  </a:lnTo>
                  <a:lnTo>
                    <a:pt x="1" y="319"/>
                  </a:lnTo>
                  <a:lnTo>
                    <a:pt x="1" y="318"/>
                  </a:lnTo>
                  <a:lnTo>
                    <a:pt x="0" y="313"/>
                  </a:lnTo>
                  <a:lnTo>
                    <a:pt x="0" y="305"/>
                  </a:lnTo>
                  <a:cubicBezTo>
                    <a:pt x="0" y="234"/>
                    <a:pt x="20" y="179"/>
                    <a:pt x="64" y="124"/>
                  </a:cubicBezTo>
                  <a:lnTo>
                    <a:pt x="87" y="101"/>
                  </a:lnTo>
                  <a:lnTo>
                    <a:pt x="112" y="78"/>
                  </a:lnTo>
                  <a:lnTo>
                    <a:pt x="143" y="59"/>
                  </a:lnTo>
                  <a:lnTo>
                    <a:pt x="180" y="40"/>
                  </a:lnTo>
                </a:path>
              </a:pathLst>
            </a:custGeom>
            <a:solidFill>
              <a:srgbClr val="D6A587">
                <a:alpha val="100000"/>
              </a:srgbClr>
            </a:solidFill>
            <a:ln cap="flat">
              <a:noFill/>
              <a:prstDash val="solid"/>
              <a:miter lim="0"/>
            </a:ln>
          </p:spPr>
          <p:txBody>
            <a:bodyPr rtlCol="0"/>
            <a:lstStyle/>
            <a:p>
              <a:pPr algn="ctr"/>
              <a:endParaRPr lang="zh-CN" altLang="en-US" sz="1635"/>
            </a:p>
          </p:txBody>
        </p:sp>
        <p:sp>
          <p:nvSpPr>
            <p:cNvPr id="274" name="path"/>
            <p:cNvSpPr/>
            <p:nvPr/>
          </p:nvSpPr>
          <p:spPr>
            <a:xfrm>
              <a:off x="89992" y="325716"/>
              <a:ext cx="659815" cy="401510"/>
            </a:xfrm>
            <a:custGeom>
              <a:avLst/>
              <a:gdLst/>
              <a:ahLst/>
              <a:cxnLst/>
              <a:rect l="0" t="0" r="0" b="0"/>
              <a:pathLst>
                <a:path w="1039" h="632">
                  <a:moveTo>
                    <a:pt x="215" y="15"/>
                  </a:moveTo>
                  <a:lnTo>
                    <a:pt x="244" y="8"/>
                  </a:lnTo>
                  <a:lnTo>
                    <a:pt x="275" y="5"/>
                  </a:lnTo>
                  <a:lnTo>
                    <a:pt x="309" y="2"/>
                  </a:lnTo>
                  <a:lnTo>
                    <a:pt x="345" y="1"/>
                  </a:lnTo>
                  <a:cubicBezTo>
                    <a:pt x="444" y="0"/>
                    <a:pt x="543" y="11"/>
                    <a:pt x="640" y="32"/>
                  </a:cubicBezTo>
                  <a:lnTo>
                    <a:pt x="673" y="41"/>
                  </a:lnTo>
                  <a:lnTo>
                    <a:pt x="700" y="48"/>
                  </a:lnTo>
                  <a:cubicBezTo>
                    <a:pt x="783" y="71"/>
                    <a:pt x="839" y="130"/>
                    <a:pt x="899" y="187"/>
                  </a:cubicBezTo>
                  <a:lnTo>
                    <a:pt x="921" y="210"/>
                  </a:lnTo>
                  <a:lnTo>
                    <a:pt x="941" y="234"/>
                  </a:lnTo>
                  <a:lnTo>
                    <a:pt x="961" y="257"/>
                  </a:lnTo>
                  <a:lnTo>
                    <a:pt x="977" y="279"/>
                  </a:lnTo>
                  <a:lnTo>
                    <a:pt x="994" y="301"/>
                  </a:lnTo>
                  <a:lnTo>
                    <a:pt x="1009" y="321"/>
                  </a:lnTo>
                  <a:lnTo>
                    <a:pt x="1021" y="339"/>
                  </a:lnTo>
                  <a:lnTo>
                    <a:pt x="1030" y="356"/>
                  </a:lnTo>
                  <a:lnTo>
                    <a:pt x="1036" y="371"/>
                  </a:lnTo>
                  <a:lnTo>
                    <a:pt x="1039" y="384"/>
                  </a:lnTo>
                  <a:lnTo>
                    <a:pt x="1035" y="397"/>
                  </a:lnTo>
                  <a:lnTo>
                    <a:pt x="1025" y="410"/>
                  </a:lnTo>
                  <a:lnTo>
                    <a:pt x="1013" y="422"/>
                  </a:lnTo>
                  <a:lnTo>
                    <a:pt x="994" y="435"/>
                  </a:lnTo>
                  <a:cubicBezTo>
                    <a:pt x="926" y="477"/>
                    <a:pt x="848" y="503"/>
                    <a:pt x="778" y="545"/>
                  </a:cubicBezTo>
                  <a:lnTo>
                    <a:pt x="761" y="557"/>
                  </a:lnTo>
                  <a:lnTo>
                    <a:pt x="747" y="569"/>
                  </a:lnTo>
                  <a:lnTo>
                    <a:pt x="734" y="581"/>
                  </a:lnTo>
                  <a:lnTo>
                    <a:pt x="717" y="590"/>
                  </a:lnTo>
                  <a:lnTo>
                    <a:pt x="697" y="600"/>
                  </a:lnTo>
                  <a:lnTo>
                    <a:pt x="675" y="607"/>
                  </a:lnTo>
                  <a:cubicBezTo>
                    <a:pt x="599" y="626"/>
                    <a:pt x="520" y="632"/>
                    <a:pt x="442" y="625"/>
                  </a:cubicBezTo>
                  <a:lnTo>
                    <a:pt x="412" y="624"/>
                  </a:lnTo>
                  <a:lnTo>
                    <a:pt x="382" y="620"/>
                  </a:lnTo>
                  <a:cubicBezTo>
                    <a:pt x="289" y="613"/>
                    <a:pt x="221" y="577"/>
                    <a:pt x="153" y="515"/>
                  </a:cubicBezTo>
                  <a:lnTo>
                    <a:pt x="131" y="493"/>
                  </a:lnTo>
                  <a:lnTo>
                    <a:pt x="111" y="470"/>
                  </a:lnTo>
                  <a:lnTo>
                    <a:pt x="92" y="447"/>
                  </a:lnTo>
                  <a:lnTo>
                    <a:pt x="74" y="423"/>
                  </a:lnTo>
                  <a:lnTo>
                    <a:pt x="57" y="398"/>
                  </a:lnTo>
                  <a:lnTo>
                    <a:pt x="40" y="374"/>
                  </a:lnTo>
                  <a:lnTo>
                    <a:pt x="27" y="349"/>
                  </a:lnTo>
                  <a:lnTo>
                    <a:pt x="15" y="324"/>
                  </a:lnTo>
                  <a:lnTo>
                    <a:pt x="4" y="300"/>
                  </a:lnTo>
                  <a:lnTo>
                    <a:pt x="4" y="297"/>
                  </a:lnTo>
                  <a:lnTo>
                    <a:pt x="3" y="296"/>
                  </a:lnTo>
                  <a:lnTo>
                    <a:pt x="2" y="291"/>
                  </a:lnTo>
                  <a:lnTo>
                    <a:pt x="2" y="283"/>
                  </a:lnTo>
                  <a:cubicBezTo>
                    <a:pt x="0" y="219"/>
                    <a:pt x="20" y="153"/>
                    <a:pt x="62" y="103"/>
                  </a:cubicBezTo>
                  <a:lnTo>
                    <a:pt x="83" y="81"/>
                  </a:lnTo>
                  <a:lnTo>
                    <a:pt x="110" y="62"/>
                  </a:lnTo>
                  <a:lnTo>
                    <a:pt x="140" y="43"/>
                  </a:lnTo>
                  <a:lnTo>
                    <a:pt x="175" y="27"/>
                  </a:lnTo>
                </a:path>
              </a:pathLst>
            </a:custGeom>
            <a:solidFill>
              <a:srgbClr val="CE9670">
                <a:alpha val="100000"/>
              </a:srgbClr>
            </a:solidFill>
            <a:ln cap="flat">
              <a:noFill/>
              <a:prstDash val="solid"/>
              <a:miter lim="0"/>
            </a:ln>
          </p:spPr>
          <p:txBody>
            <a:bodyPr rtlCol="0"/>
            <a:lstStyle/>
            <a:p>
              <a:pPr algn="ctr"/>
              <a:endParaRPr lang="zh-CN" altLang="en-US" sz="1635"/>
            </a:p>
          </p:txBody>
        </p:sp>
        <p:sp>
          <p:nvSpPr>
            <p:cNvPr id="276" name="path"/>
            <p:cNvSpPr/>
            <p:nvPr/>
          </p:nvSpPr>
          <p:spPr>
            <a:xfrm>
              <a:off x="103632" y="334324"/>
              <a:ext cx="633222" cy="383062"/>
            </a:xfrm>
            <a:custGeom>
              <a:avLst/>
              <a:gdLst/>
              <a:ahLst/>
              <a:cxnLst/>
              <a:rect l="0" t="0" r="0" b="0"/>
              <a:pathLst>
                <a:path w="997" h="603">
                  <a:moveTo>
                    <a:pt x="2" y="283"/>
                  </a:moveTo>
                  <a:lnTo>
                    <a:pt x="2" y="280"/>
                  </a:lnTo>
                  <a:lnTo>
                    <a:pt x="1" y="273"/>
                  </a:lnTo>
                  <a:lnTo>
                    <a:pt x="0" y="261"/>
                  </a:lnTo>
                  <a:cubicBezTo>
                    <a:pt x="2" y="1"/>
                    <a:pt x="222" y="-7"/>
                    <a:pt x="426" y="9"/>
                  </a:cubicBezTo>
                  <a:lnTo>
                    <a:pt x="464" y="12"/>
                  </a:lnTo>
                  <a:lnTo>
                    <a:pt x="501" y="15"/>
                  </a:lnTo>
                  <a:lnTo>
                    <a:pt x="540" y="20"/>
                  </a:lnTo>
                  <a:cubicBezTo>
                    <a:pt x="618" y="32"/>
                    <a:pt x="688" y="38"/>
                    <a:pt x="756" y="84"/>
                  </a:cubicBezTo>
                  <a:lnTo>
                    <a:pt x="776" y="99"/>
                  </a:lnTo>
                  <a:lnTo>
                    <a:pt x="798" y="116"/>
                  </a:lnTo>
                  <a:cubicBezTo>
                    <a:pt x="862" y="173"/>
                    <a:pt x="901" y="217"/>
                    <a:pt x="954" y="285"/>
                  </a:cubicBezTo>
                  <a:lnTo>
                    <a:pt x="967" y="306"/>
                  </a:lnTo>
                  <a:lnTo>
                    <a:pt x="979" y="324"/>
                  </a:lnTo>
                  <a:lnTo>
                    <a:pt x="988" y="340"/>
                  </a:lnTo>
                  <a:lnTo>
                    <a:pt x="994" y="354"/>
                  </a:lnTo>
                  <a:lnTo>
                    <a:pt x="997" y="366"/>
                  </a:lnTo>
                  <a:lnTo>
                    <a:pt x="992" y="379"/>
                  </a:lnTo>
                  <a:cubicBezTo>
                    <a:pt x="971" y="419"/>
                    <a:pt x="877" y="451"/>
                    <a:pt x="838" y="474"/>
                  </a:cubicBezTo>
                  <a:lnTo>
                    <a:pt x="812" y="484"/>
                  </a:lnTo>
                  <a:lnTo>
                    <a:pt x="788" y="496"/>
                  </a:lnTo>
                  <a:cubicBezTo>
                    <a:pt x="735" y="516"/>
                    <a:pt x="703" y="569"/>
                    <a:pt x="646" y="579"/>
                  </a:cubicBezTo>
                  <a:lnTo>
                    <a:pt x="622" y="586"/>
                  </a:lnTo>
                  <a:lnTo>
                    <a:pt x="597" y="591"/>
                  </a:lnTo>
                  <a:lnTo>
                    <a:pt x="571" y="594"/>
                  </a:lnTo>
                  <a:cubicBezTo>
                    <a:pt x="331" y="612"/>
                    <a:pt x="193" y="590"/>
                    <a:pt x="52" y="378"/>
                  </a:cubicBezTo>
                  <a:lnTo>
                    <a:pt x="38" y="355"/>
                  </a:lnTo>
                  <a:lnTo>
                    <a:pt x="24" y="331"/>
                  </a:lnTo>
                  <a:lnTo>
                    <a:pt x="12" y="307"/>
                  </a:lnTo>
                </a:path>
              </a:pathLst>
            </a:custGeom>
            <a:solidFill>
              <a:srgbClr val="C6875B">
                <a:alpha val="100000"/>
              </a:srgbClr>
            </a:solidFill>
            <a:ln cap="flat">
              <a:noFill/>
              <a:prstDash val="solid"/>
              <a:miter lim="0"/>
            </a:ln>
          </p:spPr>
          <p:txBody>
            <a:bodyPr rtlCol="0"/>
            <a:lstStyle/>
            <a:p>
              <a:pPr algn="ctr"/>
              <a:endParaRPr lang="zh-CN" altLang="en-US" sz="1635"/>
            </a:p>
          </p:txBody>
        </p:sp>
        <p:sp>
          <p:nvSpPr>
            <p:cNvPr id="278" name="path"/>
            <p:cNvSpPr/>
            <p:nvPr/>
          </p:nvSpPr>
          <p:spPr>
            <a:xfrm>
              <a:off x="341414" y="0"/>
              <a:ext cx="283320" cy="618566"/>
            </a:xfrm>
            <a:custGeom>
              <a:avLst/>
              <a:gdLst/>
              <a:ahLst/>
              <a:cxnLst/>
              <a:rect l="0" t="0" r="0" b="0"/>
              <a:pathLst>
                <a:path w="446" h="974">
                  <a:moveTo>
                    <a:pt x="23" y="285"/>
                  </a:moveTo>
                  <a:lnTo>
                    <a:pt x="22" y="286"/>
                  </a:lnTo>
                  <a:lnTo>
                    <a:pt x="21" y="288"/>
                  </a:lnTo>
                  <a:cubicBezTo>
                    <a:pt x="-31" y="344"/>
                    <a:pt x="46" y="426"/>
                    <a:pt x="85" y="464"/>
                  </a:cubicBezTo>
                  <a:lnTo>
                    <a:pt x="115" y="489"/>
                  </a:lnTo>
                  <a:lnTo>
                    <a:pt x="146" y="516"/>
                  </a:lnTo>
                  <a:cubicBezTo>
                    <a:pt x="263" y="619"/>
                    <a:pt x="325" y="753"/>
                    <a:pt x="317" y="909"/>
                  </a:cubicBezTo>
                  <a:lnTo>
                    <a:pt x="314" y="941"/>
                  </a:lnTo>
                  <a:lnTo>
                    <a:pt x="309" y="974"/>
                  </a:lnTo>
                  <a:lnTo>
                    <a:pt x="310" y="970"/>
                  </a:lnTo>
                  <a:cubicBezTo>
                    <a:pt x="406" y="822"/>
                    <a:pt x="413" y="623"/>
                    <a:pt x="314" y="474"/>
                  </a:cubicBezTo>
                  <a:lnTo>
                    <a:pt x="277" y="424"/>
                  </a:lnTo>
                  <a:lnTo>
                    <a:pt x="274" y="424"/>
                  </a:lnTo>
                  <a:cubicBezTo>
                    <a:pt x="201" y="412"/>
                    <a:pt x="107" y="379"/>
                    <a:pt x="56" y="324"/>
                  </a:cubicBezTo>
                  <a:lnTo>
                    <a:pt x="39" y="306"/>
                  </a:lnTo>
                </a:path>
                <a:path w="446" h="974">
                  <a:moveTo>
                    <a:pt x="140" y="454"/>
                  </a:moveTo>
                  <a:lnTo>
                    <a:pt x="135" y="452"/>
                  </a:lnTo>
                  <a:lnTo>
                    <a:pt x="124" y="447"/>
                  </a:lnTo>
                  <a:lnTo>
                    <a:pt x="107" y="437"/>
                  </a:lnTo>
                  <a:cubicBezTo>
                    <a:pt x="10" y="377"/>
                    <a:pt x="23" y="296"/>
                    <a:pt x="39" y="195"/>
                  </a:cubicBezTo>
                  <a:lnTo>
                    <a:pt x="53" y="150"/>
                  </a:lnTo>
                  <a:lnTo>
                    <a:pt x="70" y="107"/>
                  </a:lnTo>
                  <a:cubicBezTo>
                    <a:pt x="117" y="11"/>
                    <a:pt x="183" y="0"/>
                    <a:pt x="279" y="3"/>
                  </a:cubicBezTo>
                  <a:lnTo>
                    <a:pt x="309" y="6"/>
                  </a:lnTo>
                  <a:lnTo>
                    <a:pt x="339" y="11"/>
                  </a:lnTo>
                  <a:lnTo>
                    <a:pt x="365" y="21"/>
                  </a:lnTo>
                  <a:cubicBezTo>
                    <a:pt x="577" y="93"/>
                    <a:pt x="298" y="402"/>
                    <a:pt x="187" y="446"/>
                  </a:cubicBezTo>
                  <a:lnTo>
                    <a:pt x="170" y="452"/>
                  </a:lnTo>
                  <a:lnTo>
                    <a:pt x="155" y="454"/>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280" name="path"/>
            <p:cNvSpPr/>
            <p:nvPr/>
          </p:nvSpPr>
          <p:spPr>
            <a:xfrm>
              <a:off x="362103" y="9048"/>
              <a:ext cx="251170" cy="275412"/>
            </a:xfrm>
            <a:custGeom>
              <a:avLst/>
              <a:gdLst/>
              <a:ahLst/>
              <a:cxnLst/>
              <a:rect l="0" t="0" r="0" b="0"/>
              <a:pathLst>
                <a:path w="395" h="433">
                  <a:moveTo>
                    <a:pt x="123" y="16"/>
                  </a:moveTo>
                  <a:lnTo>
                    <a:pt x="141" y="9"/>
                  </a:lnTo>
                  <a:lnTo>
                    <a:pt x="162" y="4"/>
                  </a:lnTo>
                  <a:cubicBezTo>
                    <a:pt x="459" y="-15"/>
                    <a:pt x="438" y="154"/>
                    <a:pt x="273" y="333"/>
                  </a:cubicBezTo>
                  <a:lnTo>
                    <a:pt x="256" y="350"/>
                  </a:lnTo>
                  <a:lnTo>
                    <a:pt x="238" y="367"/>
                  </a:lnTo>
                  <a:lnTo>
                    <a:pt x="221" y="381"/>
                  </a:lnTo>
                  <a:cubicBezTo>
                    <a:pt x="192" y="404"/>
                    <a:pt x="146" y="436"/>
                    <a:pt x="106" y="428"/>
                  </a:cubicBezTo>
                  <a:lnTo>
                    <a:pt x="95" y="422"/>
                  </a:lnTo>
                  <a:lnTo>
                    <a:pt x="80" y="413"/>
                  </a:lnTo>
                  <a:cubicBezTo>
                    <a:pt x="-22" y="358"/>
                    <a:pt x="-1" y="232"/>
                    <a:pt x="28" y="140"/>
                  </a:cubicBezTo>
                  <a:lnTo>
                    <a:pt x="45" y="100"/>
                  </a:lnTo>
                  <a:lnTo>
                    <a:pt x="66" y="64"/>
                  </a:lnTo>
                  <a:lnTo>
                    <a:pt x="93" y="35"/>
                  </a:lnTo>
                </a:path>
              </a:pathLst>
            </a:custGeom>
            <a:solidFill>
              <a:srgbClr val="F2E8E0">
                <a:alpha val="100000"/>
              </a:srgbClr>
            </a:solidFill>
            <a:ln cap="flat">
              <a:noFill/>
              <a:prstDash val="solid"/>
              <a:miter lim="0"/>
            </a:ln>
          </p:spPr>
          <p:txBody>
            <a:bodyPr rtlCol="0"/>
            <a:lstStyle/>
            <a:p>
              <a:pPr algn="ctr"/>
              <a:endParaRPr lang="zh-CN" altLang="en-US" sz="1635"/>
            </a:p>
          </p:txBody>
        </p:sp>
        <p:sp>
          <p:nvSpPr>
            <p:cNvPr id="282" name="path"/>
            <p:cNvSpPr/>
            <p:nvPr/>
          </p:nvSpPr>
          <p:spPr>
            <a:xfrm>
              <a:off x="367892" y="15372"/>
              <a:ext cx="236760" cy="262383"/>
            </a:xfrm>
            <a:custGeom>
              <a:avLst/>
              <a:gdLst/>
              <a:ahLst/>
              <a:cxnLst/>
              <a:rect l="0" t="0" r="0" b="0"/>
              <a:pathLst>
                <a:path w="372" h="413">
                  <a:moveTo>
                    <a:pt x="116" y="17"/>
                  </a:moveTo>
                  <a:lnTo>
                    <a:pt x="134" y="12"/>
                  </a:lnTo>
                  <a:lnTo>
                    <a:pt x="155" y="7"/>
                  </a:lnTo>
                  <a:lnTo>
                    <a:pt x="176" y="5"/>
                  </a:lnTo>
                  <a:cubicBezTo>
                    <a:pt x="228" y="-1"/>
                    <a:pt x="323" y="16"/>
                    <a:pt x="351" y="64"/>
                  </a:cubicBezTo>
                  <a:lnTo>
                    <a:pt x="362" y="83"/>
                  </a:lnTo>
                  <a:lnTo>
                    <a:pt x="368" y="106"/>
                  </a:lnTo>
                  <a:cubicBezTo>
                    <a:pt x="373" y="171"/>
                    <a:pt x="312" y="248"/>
                    <a:pt x="275" y="298"/>
                  </a:cubicBezTo>
                  <a:lnTo>
                    <a:pt x="258" y="316"/>
                  </a:lnTo>
                  <a:lnTo>
                    <a:pt x="242" y="333"/>
                  </a:lnTo>
                  <a:lnTo>
                    <a:pt x="227" y="348"/>
                  </a:lnTo>
                  <a:lnTo>
                    <a:pt x="210" y="363"/>
                  </a:lnTo>
                  <a:cubicBezTo>
                    <a:pt x="184" y="382"/>
                    <a:pt x="135" y="416"/>
                    <a:pt x="101" y="407"/>
                  </a:cubicBezTo>
                  <a:lnTo>
                    <a:pt x="91" y="402"/>
                  </a:lnTo>
                  <a:lnTo>
                    <a:pt x="75" y="394"/>
                  </a:lnTo>
                  <a:cubicBezTo>
                    <a:pt x="-20" y="338"/>
                    <a:pt x="0" y="226"/>
                    <a:pt x="26" y="135"/>
                  </a:cubicBezTo>
                  <a:lnTo>
                    <a:pt x="43" y="96"/>
                  </a:lnTo>
                  <a:lnTo>
                    <a:pt x="63" y="63"/>
                  </a:lnTo>
                  <a:lnTo>
                    <a:pt x="87" y="36"/>
                  </a:lnTo>
                </a:path>
              </a:pathLst>
            </a:custGeom>
            <a:solidFill>
              <a:srgbClr val="E5D1C6">
                <a:alpha val="100000"/>
              </a:srgbClr>
            </a:solidFill>
            <a:ln cap="flat">
              <a:noFill/>
              <a:prstDash val="solid"/>
              <a:miter lim="0"/>
            </a:ln>
          </p:spPr>
          <p:txBody>
            <a:bodyPr rtlCol="0"/>
            <a:lstStyle/>
            <a:p>
              <a:pPr algn="ctr"/>
              <a:endParaRPr lang="zh-CN" altLang="en-US" sz="1635"/>
            </a:p>
          </p:txBody>
        </p:sp>
        <p:sp>
          <p:nvSpPr>
            <p:cNvPr id="284" name="path"/>
            <p:cNvSpPr/>
            <p:nvPr/>
          </p:nvSpPr>
          <p:spPr>
            <a:xfrm>
              <a:off x="373590" y="25342"/>
              <a:ext cx="218463" cy="245474"/>
            </a:xfrm>
            <a:custGeom>
              <a:avLst/>
              <a:gdLst/>
              <a:ahLst/>
              <a:cxnLst/>
              <a:rect l="0" t="0" r="0" b="0"/>
              <a:pathLst>
                <a:path w="344" h="386">
                  <a:moveTo>
                    <a:pt x="111" y="13"/>
                  </a:moveTo>
                  <a:lnTo>
                    <a:pt x="126" y="7"/>
                  </a:lnTo>
                  <a:lnTo>
                    <a:pt x="146" y="4"/>
                  </a:lnTo>
                  <a:cubicBezTo>
                    <a:pt x="390" y="-8"/>
                    <a:pt x="382" y="142"/>
                    <a:pt x="245" y="294"/>
                  </a:cubicBezTo>
                  <a:lnTo>
                    <a:pt x="230" y="310"/>
                  </a:lnTo>
                  <a:lnTo>
                    <a:pt x="198" y="339"/>
                  </a:lnTo>
                  <a:cubicBezTo>
                    <a:pt x="175" y="358"/>
                    <a:pt x="128" y="389"/>
                    <a:pt x="96" y="381"/>
                  </a:cubicBezTo>
                  <a:lnTo>
                    <a:pt x="86" y="377"/>
                  </a:lnTo>
                  <a:lnTo>
                    <a:pt x="72" y="369"/>
                  </a:lnTo>
                  <a:cubicBezTo>
                    <a:pt x="-19" y="317"/>
                    <a:pt x="0" y="208"/>
                    <a:pt x="26" y="124"/>
                  </a:cubicBezTo>
                  <a:lnTo>
                    <a:pt x="41" y="88"/>
                  </a:lnTo>
                  <a:lnTo>
                    <a:pt x="60" y="55"/>
                  </a:lnTo>
                  <a:lnTo>
                    <a:pt x="84" y="30"/>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286" name="path"/>
            <p:cNvSpPr/>
            <p:nvPr/>
          </p:nvSpPr>
          <p:spPr>
            <a:xfrm>
              <a:off x="381787" y="33489"/>
              <a:ext cx="203919" cy="228460"/>
            </a:xfrm>
            <a:custGeom>
              <a:avLst/>
              <a:gdLst/>
              <a:ahLst/>
              <a:cxnLst/>
              <a:rect l="0" t="0" r="0" b="0"/>
              <a:pathLst>
                <a:path w="321" h="359">
                  <a:moveTo>
                    <a:pt x="103" y="11"/>
                  </a:moveTo>
                  <a:lnTo>
                    <a:pt x="118" y="5"/>
                  </a:lnTo>
                  <a:lnTo>
                    <a:pt x="135" y="3"/>
                  </a:lnTo>
                  <a:lnTo>
                    <a:pt x="154" y="0"/>
                  </a:lnTo>
                  <a:cubicBezTo>
                    <a:pt x="205" y="0"/>
                    <a:pt x="268" y="15"/>
                    <a:pt x="299" y="58"/>
                  </a:cubicBezTo>
                  <a:lnTo>
                    <a:pt x="309" y="74"/>
                  </a:lnTo>
                  <a:lnTo>
                    <a:pt x="315" y="93"/>
                  </a:lnTo>
                  <a:cubicBezTo>
                    <a:pt x="325" y="151"/>
                    <a:pt x="274" y="212"/>
                    <a:pt x="244" y="257"/>
                  </a:cubicBezTo>
                  <a:lnTo>
                    <a:pt x="230" y="274"/>
                  </a:lnTo>
                  <a:lnTo>
                    <a:pt x="215" y="290"/>
                  </a:lnTo>
                  <a:lnTo>
                    <a:pt x="201" y="304"/>
                  </a:lnTo>
                  <a:lnTo>
                    <a:pt x="172" y="328"/>
                  </a:lnTo>
                  <a:lnTo>
                    <a:pt x="158" y="338"/>
                  </a:lnTo>
                  <a:lnTo>
                    <a:pt x="143" y="346"/>
                  </a:lnTo>
                  <a:lnTo>
                    <a:pt x="130" y="351"/>
                  </a:lnTo>
                  <a:lnTo>
                    <a:pt x="117" y="357"/>
                  </a:lnTo>
                  <a:lnTo>
                    <a:pt x="105" y="359"/>
                  </a:lnTo>
                  <a:lnTo>
                    <a:pt x="93" y="359"/>
                  </a:lnTo>
                  <a:lnTo>
                    <a:pt x="91" y="357"/>
                  </a:lnTo>
                  <a:lnTo>
                    <a:pt x="81" y="353"/>
                  </a:lnTo>
                  <a:lnTo>
                    <a:pt x="68" y="346"/>
                  </a:lnTo>
                  <a:cubicBezTo>
                    <a:pt x="-17" y="299"/>
                    <a:pt x="0" y="194"/>
                    <a:pt x="23" y="116"/>
                  </a:cubicBezTo>
                  <a:lnTo>
                    <a:pt x="38" y="82"/>
                  </a:lnTo>
                  <a:lnTo>
                    <a:pt x="56" y="51"/>
                  </a:lnTo>
                  <a:lnTo>
                    <a:pt x="77" y="27"/>
                  </a:lnTo>
                </a:path>
              </a:pathLst>
            </a:custGeom>
            <a:solidFill>
              <a:srgbClr val="CCA38C">
                <a:alpha val="100000"/>
              </a:srgbClr>
            </a:solidFill>
            <a:ln cap="flat">
              <a:noFill/>
              <a:prstDash val="solid"/>
              <a:miter lim="0"/>
            </a:ln>
          </p:spPr>
          <p:txBody>
            <a:bodyPr rtlCol="0"/>
            <a:lstStyle/>
            <a:p>
              <a:pPr algn="ctr"/>
              <a:endParaRPr lang="zh-CN" altLang="en-US" sz="1635"/>
            </a:p>
          </p:txBody>
        </p:sp>
        <p:sp>
          <p:nvSpPr>
            <p:cNvPr id="288" name="path"/>
            <p:cNvSpPr/>
            <p:nvPr/>
          </p:nvSpPr>
          <p:spPr>
            <a:xfrm>
              <a:off x="388021" y="40627"/>
              <a:ext cx="185873" cy="214465"/>
            </a:xfrm>
            <a:custGeom>
              <a:avLst/>
              <a:gdLst/>
              <a:ahLst/>
              <a:cxnLst/>
              <a:rect l="0" t="0" r="0" b="0"/>
              <a:pathLst>
                <a:path w="292" h="337">
                  <a:moveTo>
                    <a:pt x="96" y="11"/>
                  </a:moveTo>
                  <a:lnTo>
                    <a:pt x="111" y="6"/>
                  </a:lnTo>
                  <a:lnTo>
                    <a:pt x="126" y="4"/>
                  </a:lnTo>
                  <a:cubicBezTo>
                    <a:pt x="315" y="0"/>
                    <a:pt x="330" y="132"/>
                    <a:pt x="215" y="256"/>
                  </a:cubicBezTo>
                  <a:lnTo>
                    <a:pt x="203" y="270"/>
                  </a:lnTo>
                  <a:lnTo>
                    <a:pt x="189" y="284"/>
                  </a:lnTo>
                  <a:lnTo>
                    <a:pt x="174" y="296"/>
                  </a:lnTo>
                  <a:lnTo>
                    <a:pt x="162" y="308"/>
                  </a:lnTo>
                  <a:lnTo>
                    <a:pt x="148" y="317"/>
                  </a:lnTo>
                  <a:lnTo>
                    <a:pt x="135" y="325"/>
                  </a:lnTo>
                  <a:lnTo>
                    <a:pt x="123" y="330"/>
                  </a:lnTo>
                  <a:lnTo>
                    <a:pt x="110" y="335"/>
                  </a:lnTo>
                  <a:lnTo>
                    <a:pt x="98" y="337"/>
                  </a:lnTo>
                  <a:lnTo>
                    <a:pt x="87" y="337"/>
                  </a:lnTo>
                  <a:lnTo>
                    <a:pt x="83" y="335"/>
                  </a:lnTo>
                  <a:lnTo>
                    <a:pt x="75" y="332"/>
                  </a:lnTo>
                  <a:lnTo>
                    <a:pt x="63" y="325"/>
                  </a:lnTo>
                  <a:cubicBezTo>
                    <a:pt x="-16" y="278"/>
                    <a:pt x="0" y="184"/>
                    <a:pt x="22" y="109"/>
                  </a:cubicBezTo>
                  <a:lnTo>
                    <a:pt x="36" y="77"/>
                  </a:lnTo>
                  <a:lnTo>
                    <a:pt x="52" y="49"/>
                  </a:lnTo>
                  <a:lnTo>
                    <a:pt x="72" y="26"/>
                  </a:lnTo>
                </a:path>
              </a:pathLst>
            </a:custGeom>
            <a:solidFill>
              <a:srgbClr val="BC8C6D">
                <a:alpha val="100000"/>
              </a:srgbClr>
            </a:solidFill>
            <a:ln cap="flat">
              <a:noFill/>
              <a:prstDash val="solid"/>
              <a:miter lim="0"/>
            </a:ln>
          </p:spPr>
          <p:txBody>
            <a:bodyPr rtlCol="0"/>
            <a:lstStyle/>
            <a:p>
              <a:pPr algn="ctr"/>
              <a:endParaRPr lang="zh-CN" altLang="en-US" sz="1635"/>
            </a:p>
          </p:txBody>
        </p:sp>
        <p:sp>
          <p:nvSpPr>
            <p:cNvPr id="290" name="path"/>
            <p:cNvSpPr/>
            <p:nvPr/>
          </p:nvSpPr>
          <p:spPr>
            <a:xfrm>
              <a:off x="392641" y="47538"/>
              <a:ext cx="170532" cy="200695"/>
            </a:xfrm>
            <a:custGeom>
              <a:avLst/>
              <a:gdLst/>
              <a:ahLst/>
              <a:cxnLst/>
              <a:rect l="0" t="0" r="0" b="0"/>
              <a:pathLst>
                <a:path w="268" h="316">
                  <a:moveTo>
                    <a:pt x="82" y="316"/>
                  </a:moveTo>
                  <a:lnTo>
                    <a:pt x="78" y="314"/>
                  </a:lnTo>
                  <a:lnTo>
                    <a:pt x="59" y="305"/>
                  </a:lnTo>
                  <a:cubicBezTo>
                    <a:pt x="-3" y="264"/>
                    <a:pt x="-3" y="201"/>
                    <a:pt x="14" y="134"/>
                  </a:cubicBezTo>
                  <a:lnTo>
                    <a:pt x="22" y="103"/>
                  </a:lnTo>
                  <a:lnTo>
                    <a:pt x="34" y="73"/>
                  </a:lnTo>
                  <a:cubicBezTo>
                    <a:pt x="66" y="15"/>
                    <a:pt x="102" y="-6"/>
                    <a:pt x="166" y="8"/>
                  </a:cubicBezTo>
                  <a:lnTo>
                    <a:pt x="182" y="13"/>
                  </a:lnTo>
                  <a:lnTo>
                    <a:pt x="198" y="18"/>
                  </a:lnTo>
                  <a:lnTo>
                    <a:pt x="213" y="26"/>
                  </a:lnTo>
                  <a:cubicBezTo>
                    <a:pt x="342" y="93"/>
                    <a:pt x="196" y="274"/>
                    <a:pt x="116" y="310"/>
                  </a:cubicBezTo>
                  <a:lnTo>
                    <a:pt x="104" y="313"/>
                  </a:lnTo>
                  <a:lnTo>
                    <a:pt x="93" y="316"/>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292" name="path"/>
            <p:cNvSpPr/>
            <p:nvPr/>
          </p:nvSpPr>
          <p:spPr>
            <a:xfrm>
              <a:off x="379196" y="31064"/>
              <a:ext cx="404139" cy="738765"/>
            </a:xfrm>
            <a:custGeom>
              <a:avLst/>
              <a:gdLst/>
              <a:ahLst/>
              <a:cxnLst/>
              <a:rect l="0" t="0" r="0" b="0"/>
              <a:pathLst>
                <a:path w="636" h="1163">
                  <a:moveTo>
                    <a:pt x="337" y="120"/>
                  </a:moveTo>
                  <a:lnTo>
                    <a:pt x="336" y="121"/>
                  </a:lnTo>
                  <a:lnTo>
                    <a:pt x="338" y="123"/>
                  </a:lnTo>
                  <a:lnTo>
                    <a:pt x="340" y="123"/>
                  </a:lnTo>
                  <a:lnTo>
                    <a:pt x="362" y="105"/>
                  </a:lnTo>
                  <a:lnTo>
                    <a:pt x="377" y="86"/>
                  </a:lnTo>
                  <a:lnTo>
                    <a:pt x="385" y="66"/>
                  </a:lnTo>
                  <a:lnTo>
                    <a:pt x="389" y="45"/>
                  </a:lnTo>
                  <a:lnTo>
                    <a:pt x="389" y="27"/>
                  </a:lnTo>
                  <a:lnTo>
                    <a:pt x="388" y="13"/>
                  </a:lnTo>
                  <a:lnTo>
                    <a:pt x="385" y="3"/>
                  </a:lnTo>
                  <a:lnTo>
                    <a:pt x="384" y="0"/>
                  </a:lnTo>
                  <a:lnTo>
                    <a:pt x="384" y="4"/>
                  </a:lnTo>
                  <a:cubicBezTo>
                    <a:pt x="385" y="40"/>
                    <a:pt x="383" y="56"/>
                    <a:pt x="367" y="90"/>
                  </a:cubicBezTo>
                  <a:lnTo>
                    <a:pt x="355" y="106"/>
                  </a:lnTo>
                </a:path>
                <a:path w="636" h="1163">
                  <a:moveTo>
                    <a:pt x="121" y="109"/>
                  </a:moveTo>
                  <a:lnTo>
                    <a:pt x="110" y="107"/>
                  </a:lnTo>
                  <a:lnTo>
                    <a:pt x="108" y="109"/>
                  </a:lnTo>
                  <a:lnTo>
                    <a:pt x="110" y="113"/>
                  </a:lnTo>
                  <a:cubicBezTo>
                    <a:pt x="145" y="134"/>
                    <a:pt x="190" y="139"/>
                    <a:pt x="226" y="118"/>
                  </a:cubicBezTo>
                  <a:lnTo>
                    <a:pt x="228" y="117"/>
                  </a:lnTo>
                  <a:lnTo>
                    <a:pt x="224" y="117"/>
                  </a:lnTo>
                  <a:cubicBezTo>
                    <a:pt x="200" y="117"/>
                    <a:pt x="177" y="118"/>
                    <a:pt x="152" y="113"/>
                  </a:cubicBezTo>
                  <a:lnTo>
                    <a:pt x="136" y="112"/>
                  </a:lnTo>
                </a:path>
                <a:path w="636" h="1163">
                  <a:moveTo>
                    <a:pt x="337" y="195"/>
                  </a:moveTo>
                  <a:lnTo>
                    <a:pt x="332" y="201"/>
                  </a:lnTo>
                  <a:cubicBezTo>
                    <a:pt x="293" y="249"/>
                    <a:pt x="237" y="261"/>
                    <a:pt x="220" y="332"/>
                  </a:cubicBezTo>
                  <a:lnTo>
                    <a:pt x="220" y="337"/>
                  </a:lnTo>
                  <a:lnTo>
                    <a:pt x="223" y="330"/>
                  </a:lnTo>
                  <a:cubicBezTo>
                    <a:pt x="253" y="254"/>
                    <a:pt x="380" y="229"/>
                    <a:pt x="348" y="132"/>
                  </a:cubicBezTo>
                  <a:lnTo>
                    <a:pt x="347" y="126"/>
                  </a:lnTo>
                  <a:lnTo>
                    <a:pt x="348" y="133"/>
                  </a:lnTo>
                  <a:lnTo>
                    <a:pt x="348" y="152"/>
                  </a:lnTo>
                  <a:lnTo>
                    <a:pt x="346" y="175"/>
                  </a:lnTo>
                </a:path>
                <a:path w="636" h="1163">
                  <a:moveTo>
                    <a:pt x="329" y="128"/>
                  </a:moveTo>
                  <a:lnTo>
                    <a:pt x="322" y="127"/>
                  </a:lnTo>
                  <a:lnTo>
                    <a:pt x="308" y="127"/>
                  </a:lnTo>
                  <a:lnTo>
                    <a:pt x="301" y="128"/>
                  </a:lnTo>
                  <a:lnTo>
                    <a:pt x="301" y="129"/>
                  </a:lnTo>
                  <a:lnTo>
                    <a:pt x="300" y="129"/>
                  </a:lnTo>
                  <a:lnTo>
                    <a:pt x="300" y="131"/>
                  </a:lnTo>
                  <a:cubicBezTo>
                    <a:pt x="313" y="149"/>
                    <a:pt x="343" y="133"/>
                    <a:pt x="356" y="123"/>
                  </a:cubicBezTo>
                  <a:lnTo>
                    <a:pt x="360" y="121"/>
                  </a:lnTo>
                  <a:lnTo>
                    <a:pt x="349" y="124"/>
                  </a:lnTo>
                  <a:lnTo>
                    <a:pt x="338" y="127"/>
                  </a:lnTo>
                </a:path>
                <a:path w="636" h="1163">
                  <a:moveTo>
                    <a:pt x="204" y="259"/>
                  </a:moveTo>
                  <a:lnTo>
                    <a:pt x="197" y="259"/>
                  </a:lnTo>
                  <a:cubicBezTo>
                    <a:pt x="159" y="268"/>
                    <a:pt x="182" y="261"/>
                    <a:pt x="150" y="261"/>
                  </a:cubicBezTo>
                  <a:lnTo>
                    <a:pt x="149" y="261"/>
                  </a:lnTo>
                  <a:lnTo>
                    <a:pt x="149" y="263"/>
                  </a:lnTo>
                  <a:lnTo>
                    <a:pt x="157" y="266"/>
                  </a:lnTo>
                  <a:lnTo>
                    <a:pt x="163" y="267"/>
                  </a:lnTo>
                  <a:lnTo>
                    <a:pt x="169" y="268"/>
                  </a:lnTo>
                  <a:lnTo>
                    <a:pt x="188" y="268"/>
                  </a:lnTo>
                  <a:lnTo>
                    <a:pt x="194" y="267"/>
                  </a:lnTo>
                  <a:lnTo>
                    <a:pt x="199" y="266"/>
                  </a:lnTo>
                  <a:lnTo>
                    <a:pt x="204" y="265"/>
                  </a:lnTo>
                  <a:lnTo>
                    <a:pt x="209" y="265"/>
                  </a:lnTo>
                  <a:lnTo>
                    <a:pt x="215" y="266"/>
                  </a:lnTo>
                  <a:lnTo>
                    <a:pt x="221" y="267"/>
                  </a:lnTo>
                  <a:lnTo>
                    <a:pt x="229" y="267"/>
                  </a:lnTo>
                  <a:lnTo>
                    <a:pt x="238" y="263"/>
                  </a:lnTo>
                  <a:lnTo>
                    <a:pt x="244" y="260"/>
                  </a:lnTo>
                  <a:lnTo>
                    <a:pt x="246" y="259"/>
                  </a:lnTo>
                  <a:lnTo>
                    <a:pt x="245" y="259"/>
                  </a:lnTo>
                  <a:lnTo>
                    <a:pt x="242" y="260"/>
                  </a:lnTo>
                  <a:lnTo>
                    <a:pt x="240" y="261"/>
                  </a:lnTo>
                  <a:lnTo>
                    <a:pt x="235" y="261"/>
                  </a:lnTo>
                  <a:lnTo>
                    <a:pt x="229" y="262"/>
                  </a:lnTo>
                  <a:lnTo>
                    <a:pt x="221" y="262"/>
                  </a:lnTo>
                  <a:lnTo>
                    <a:pt x="214" y="261"/>
                  </a:lnTo>
                </a:path>
                <a:path w="636" h="1163">
                  <a:moveTo>
                    <a:pt x="209" y="289"/>
                  </a:moveTo>
                  <a:lnTo>
                    <a:pt x="204" y="289"/>
                  </a:lnTo>
                  <a:lnTo>
                    <a:pt x="199" y="287"/>
                  </a:lnTo>
                  <a:lnTo>
                    <a:pt x="193" y="286"/>
                  </a:lnTo>
                  <a:lnTo>
                    <a:pt x="188" y="285"/>
                  </a:lnTo>
                  <a:lnTo>
                    <a:pt x="187" y="285"/>
                  </a:lnTo>
                  <a:lnTo>
                    <a:pt x="186" y="287"/>
                  </a:lnTo>
                  <a:lnTo>
                    <a:pt x="186" y="289"/>
                  </a:lnTo>
                  <a:lnTo>
                    <a:pt x="187" y="289"/>
                  </a:lnTo>
                  <a:lnTo>
                    <a:pt x="199" y="293"/>
                  </a:lnTo>
                  <a:lnTo>
                    <a:pt x="209" y="295"/>
                  </a:lnTo>
                  <a:lnTo>
                    <a:pt x="216" y="296"/>
                  </a:lnTo>
                  <a:lnTo>
                    <a:pt x="222" y="293"/>
                  </a:lnTo>
                  <a:lnTo>
                    <a:pt x="226" y="292"/>
                  </a:lnTo>
                  <a:lnTo>
                    <a:pt x="229" y="290"/>
                  </a:lnTo>
                  <a:lnTo>
                    <a:pt x="229" y="287"/>
                  </a:lnTo>
                  <a:lnTo>
                    <a:pt x="230" y="285"/>
                  </a:lnTo>
                  <a:lnTo>
                    <a:pt x="229" y="285"/>
                  </a:lnTo>
                  <a:lnTo>
                    <a:pt x="223" y="286"/>
                  </a:lnTo>
                  <a:lnTo>
                    <a:pt x="216" y="289"/>
                  </a:lnTo>
                </a:path>
                <a:path w="636" h="1163">
                  <a:moveTo>
                    <a:pt x="343" y="76"/>
                  </a:moveTo>
                  <a:lnTo>
                    <a:pt x="336" y="80"/>
                  </a:lnTo>
                  <a:cubicBezTo>
                    <a:pt x="265" y="124"/>
                    <a:pt x="311" y="159"/>
                    <a:pt x="269" y="238"/>
                  </a:cubicBezTo>
                  <a:lnTo>
                    <a:pt x="269" y="240"/>
                  </a:lnTo>
                  <a:lnTo>
                    <a:pt x="272" y="240"/>
                  </a:lnTo>
                  <a:lnTo>
                    <a:pt x="274" y="238"/>
                  </a:lnTo>
                  <a:lnTo>
                    <a:pt x="284" y="219"/>
                  </a:lnTo>
                  <a:lnTo>
                    <a:pt x="293" y="200"/>
                  </a:lnTo>
                  <a:lnTo>
                    <a:pt x="300" y="178"/>
                  </a:lnTo>
                  <a:lnTo>
                    <a:pt x="302" y="159"/>
                  </a:lnTo>
                  <a:lnTo>
                    <a:pt x="302" y="146"/>
                  </a:lnTo>
                  <a:lnTo>
                    <a:pt x="301" y="141"/>
                  </a:lnTo>
                  <a:lnTo>
                    <a:pt x="301" y="135"/>
                  </a:lnTo>
                  <a:lnTo>
                    <a:pt x="304" y="124"/>
                  </a:lnTo>
                  <a:cubicBezTo>
                    <a:pt x="320" y="82"/>
                    <a:pt x="353" y="84"/>
                    <a:pt x="391" y="76"/>
                  </a:cubicBezTo>
                  <a:lnTo>
                    <a:pt x="401" y="76"/>
                  </a:lnTo>
                  <a:lnTo>
                    <a:pt x="398" y="76"/>
                  </a:lnTo>
                  <a:cubicBezTo>
                    <a:pt x="386" y="74"/>
                    <a:pt x="373" y="74"/>
                    <a:pt x="360" y="74"/>
                  </a:cubicBezTo>
                  <a:lnTo>
                    <a:pt x="352" y="75"/>
                  </a:lnTo>
                </a:path>
                <a:path w="636" h="1163">
                  <a:moveTo>
                    <a:pt x="221" y="79"/>
                  </a:moveTo>
                  <a:lnTo>
                    <a:pt x="217" y="76"/>
                  </a:lnTo>
                  <a:cubicBezTo>
                    <a:pt x="179" y="64"/>
                    <a:pt x="117" y="57"/>
                    <a:pt x="82" y="75"/>
                  </a:cubicBezTo>
                  <a:lnTo>
                    <a:pt x="80" y="77"/>
                  </a:lnTo>
                  <a:lnTo>
                    <a:pt x="82" y="79"/>
                  </a:lnTo>
                  <a:lnTo>
                    <a:pt x="85" y="80"/>
                  </a:lnTo>
                  <a:cubicBezTo>
                    <a:pt x="114" y="77"/>
                    <a:pt x="143" y="78"/>
                    <a:pt x="172" y="82"/>
                  </a:cubicBezTo>
                  <a:lnTo>
                    <a:pt x="187" y="85"/>
                  </a:lnTo>
                  <a:lnTo>
                    <a:pt x="200" y="88"/>
                  </a:lnTo>
                  <a:cubicBezTo>
                    <a:pt x="220" y="93"/>
                    <a:pt x="258" y="97"/>
                    <a:pt x="277" y="87"/>
                  </a:cubicBezTo>
                  <a:lnTo>
                    <a:pt x="281" y="86"/>
                  </a:lnTo>
                  <a:lnTo>
                    <a:pt x="282" y="85"/>
                  </a:lnTo>
                  <a:lnTo>
                    <a:pt x="281" y="85"/>
                  </a:lnTo>
                  <a:cubicBezTo>
                    <a:pt x="268" y="89"/>
                    <a:pt x="255" y="86"/>
                    <a:pt x="241" y="87"/>
                  </a:cubicBezTo>
                  <a:lnTo>
                    <a:pt x="230" y="83"/>
                  </a:lnTo>
                </a:path>
                <a:path w="636" h="1163">
                  <a:moveTo>
                    <a:pt x="10" y="226"/>
                  </a:moveTo>
                  <a:lnTo>
                    <a:pt x="14" y="241"/>
                  </a:lnTo>
                  <a:lnTo>
                    <a:pt x="22" y="255"/>
                  </a:lnTo>
                  <a:lnTo>
                    <a:pt x="30" y="268"/>
                  </a:lnTo>
                  <a:lnTo>
                    <a:pt x="41" y="280"/>
                  </a:lnTo>
                  <a:lnTo>
                    <a:pt x="55" y="293"/>
                  </a:lnTo>
                  <a:lnTo>
                    <a:pt x="72" y="306"/>
                  </a:lnTo>
                  <a:lnTo>
                    <a:pt x="89" y="316"/>
                  </a:lnTo>
                  <a:lnTo>
                    <a:pt x="108" y="327"/>
                  </a:lnTo>
                  <a:lnTo>
                    <a:pt x="127" y="336"/>
                  </a:lnTo>
                  <a:lnTo>
                    <a:pt x="149" y="343"/>
                  </a:lnTo>
                  <a:lnTo>
                    <a:pt x="170" y="346"/>
                  </a:lnTo>
                  <a:lnTo>
                    <a:pt x="193" y="347"/>
                  </a:lnTo>
                  <a:lnTo>
                    <a:pt x="198" y="345"/>
                  </a:lnTo>
                  <a:lnTo>
                    <a:pt x="198" y="343"/>
                  </a:lnTo>
                  <a:lnTo>
                    <a:pt x="197" y="343"/>
                  </a:lnTo>
                  <a:cubicBezTo>
                    <a:pt x="102" y="316"/>
                    <a:pt x="0" y="271"/>
                    <a:pt x="4" y="157"/>
                  </a:cubicBezTo>
                  <a:lnTo>
                    <a:pt x="4" y="148"/>
                  </a:lnTo>
                  <a:lnTo>
                    <a:pt x="4" y="157"/>
                  </a:lnTo>
                  <a:lnTo>
                    <a:pt x="2" y="173"/>
                  </a:lnTo>
                  <a:lnTo>
                    <a:pt x="4" y="199"/>
                  </a:lnTo>
                </a:path>
                <a:path w="636" h="1163">
                  <a:moveTo>
                    <a:pt x="500" y="1159"/>
                  </a:moveTo>
                  <a:lnTo>
                    <a:pt x="509" y="1157"/>
                  </a:lnTo>
                  <a:lnTo>
                    <a:pt x="517" y="1155"/>
                  </a:lnTo>
                  <a:cubicBezTo>
                    <a:pt x="535" y="1151"/>
                    <a:pt x="551" y="1142"/>
                    <a:pt x="568" y="1136"/>
                  </a:cubicBezTo>
                  <a:lnTo>
                    <a:pt x="575" y="1132"/>
                  </a:lnTo>
                  <a:lnTo>
                    <a:pt x="581" y="1129"/>
                  </a:lnTo>
                  <a:lnTo>
                    <a:pt x="595" y="1119"/>
                  </a:lnTo>
                  <a:lnTo>
                    <a:pt x="600" y="1114"/>
                  </a:lnTo>
                  <a:lnTo>
                    <a:pt x="607" y="1109"/>
                  </a:lnTo>
                  <a:lnTo>
                    <a:pt x="613" y="1103"/>
                  </a:lnTo>
                  <a:lnTo>
                    <a:pt x="619" y="1099"/>
                  </a:lnTo>
                  <a:lnTo>
                    <a:pt x="620" y="1096"/>
                  </a:lnTo>
                  <a:lnTo>
                    <a:pt x="619" y="1091"/>
                  </a:lnTo>
                  <a:lnTo>
                    <a:pt x="617" y="1089"/>
                  </a:lnTo>
                  <a:lnTo>
                    <a:pt x="611" y="1090"/>
                  </a:lnTo>
                  <a:cubicBezTo>
                    <a:pt x="525" y="1111"/>
                    <a:pt x="490" y="1167"/>
                    <a:pt x="398" y="1123"/>
                  </a:cubicBezTo>
                  <a:lnTo>
                    <a:pt x="395" y="1121"/>
                  </a:lnTo>
                  <a:lnTo>
                    <a:pt x="398" y="1123"/>
                  </a:lnTo>
                  <a:cubicBezTo>
                    <a:pt x="419" y="1138"/>
                    <a:pt x="442" y="1147"/>
                    <a:pt x="466" y="1156"/>
                  </a:cubicBezTo>
                  <a:lnTo>
                    <a:pt x="484" y="1159"/>
                  </a:lnTo>
                </a:path>
                <a:path w="636" h="1163">
                  <a:moveTo>
                    <a:pt x="634" y="1154"/>
                  </a:moveTo>
                  <a:lnTo>
                    <a:pt x="636" y="1151"/>
                  </a:lnTo>
                  <a:lnTo>
                    <a:pt x="635" y="1150"/>
                  </a:lnTo>
                  <a:cubicBezTo>
                    <a:pt x="610" y="1146"/>
                    <a:pt x="570" y="1141"/>
                    <a:pt x="547" y="1134"/>
                  </a:cubicBezTo>
                  <a:lnTo>
                    <a:pt x="544" y="1134"/>
                  </a:lnTo>
                  <a:lnTo>
                    <a:pt x="546" y="1136"/>
                  </a:lnTo>
                  <a:lnTo>
                    <a:pt x="548" y="1141"/>
                  </a:lnTo>
                  <a:lnTo>
                    <a:pt x="557" y="1144"/>
                  </a:lnTo>
                  <a:lnTo>
                    <a:pt x="568" y="1149"/>
                  </a:lnTo>
                  <a:lnTo>
                    <a:pt x="583" y="1151"/>
                  </a:lnTo>
                  <a:lnTo>
                    <a:pt x="605" y="1154"/>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294" name="picture 294"/>
          <p:cNvPicPr>
            <a:picLocks noChangeAspect="1"/>
          </p:cNvPicPr>
          <p:nvPr/>
        </p:nvPicPr>
        <p:blipFill>
          <a:blip r:embed="rId4"/>
          <a:stretch>
            <a:fillRect/>
          </a:stretch>
        </p:blipFill>
        <p:spPr>
          <a:xfrm rot="21600000">
            <a:off x="10209533" y="700317"/>
            <a:ext cx="736958" cy="727971"/>
          </a:xfrm>
          <a:prstGeom prst="rect">
            <a:avLst/>
          </a:prstGeom>
        </p:spPr>
      </p:pic>
      <p:graphicFrame>
        <p:nvGraphicFramePr>
          <p:cNvPr id="296" name="table 296"/>
          <p:cNvGraphicFramePr>
            <a:graphicFrameLocks noGrp="1"/>
          </p:cNvGraphicFramePr>
          <p:nvPr/>
        </p:nvGraphicFramePr>
        <p:xfrm>
          <a:off x="2082952" y="2231614"/>
          <a:ext cx="694690" cy="694055"/>
        </p:xfrm>
        <a:graphic>
          <a:graphicData uri="http://schemas.openxmlformats.org/drawingml/2006/table">
            <a:tbl>
              <a:tblPr/>
              <a:tblGrid>
                <a:gridCol w="694690"/>
              </a:tblGrid>
              <a:tr h="694055">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98" name="picture 298"/>
          <p:cNvPicPr>
            <a:picLocks noChangeAspect="1"/>
          </p:cNvPicPr>
          <p:nvPr/>
        </p:nvPicPr>
        <p:blipFill>
          <a:blip r:embed="rId5"/>
          <a:stretch>
            <a:fillRect/>
          </a:stretch>
        </p:blipFill>
        <p:spPr>
          <a:xfrm rot="21600000">
            <a:off x="4530954" y="2445927"/>
            <a:ext cx="458351" cy="152092"/>
          </a:xfrm>
          <a:prstGeom prst="rect">
            <a:avLst/>
          </a:prstGeom>
        </p:spPr>
      </p:pic>
      <p:graphicFrame>
        <p:nvGraphicFramePr>
          <p:cNvPr id="300" name="table 300"/>
          <p:cNvGraphicFramePr>
            <a:graphicFrameLocks noGrp="1"/>
          </p:cNvGraphicFramePr>
          <p:nvPr/>
        </p:nvGraphicFramePr>
        <p:xfrm>
          <a:off x="4985158" y="2116854"/>
          <a:ext cx="694055" cy="693420"/>
        </p:xfrm>
        <a:graphic>
          <a:graphicData uri="http://schemas.openxmlformats.org/drawingml/2006/table">
            <a:tbl>
              <a:tblPr/>
              <a:tblGrid>
                <a:gridCol w="694055"/>
              </a:tblGrid>
              <a:tr h="69342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02" name="table 302"/>
          <p:cNvGraphicFramePr>
            <a:graphicFrameLocks noGrp="1"/>
          </p:cNvGraphicFramePr>
          <p:nvPr/>
        </p:nvGraphicFramePr>
        <p:xfrm>
          <a:off x="8269669" y="3950263"/>
          <a:ext cx="693420" cy="694055"/>
        </p:xfrm>
        <a:graphic>
          <a:graphicData uri="http://schemas.openxmlformats.org/drawingml/2006/table">
            <a:tbl>
              <a:tblPr/>
              <a:tblGrid>
                <a:gridCol w="693420"/>
              </a:tblGrid>
              <a:tr h="694055">
                <a:tc>
                  <a:txBody>
                    <a:bodyPr/>
                    <a:lstStyle/>
                    <a:p>
                      <a:pPr algn="l" rtl="0" eaLnBrk="0">
                        <a:lnSpc>
                          <a:spcPct val="100000"/>
                        </a:lnSpc>
                      </a:pPr>
                      <a:endParaRPr lang="en-US" altLang="en-US" sz="905" dirty="0"/>
                    </a:p>
                    <a:p>
                      <a:pPr algn="l" rtl="0" eaLnBrk="0">
                        <a:lnSpc>
                          <a:spcPct val="100000"/>
                        </a:lnSpc>
                      </a:pPr>
                      <a:endParaRPr lang="en-US" altLang="en-US" sz="905" dirty="0"/>
                    </a:p>
                    <a:p>
                      <a:pPr marL="260985"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24" name="group 24"/>
          <p:cNvGrpSpPr/>
          <p:nvPr/>
        </p:nvGrpSpPr>
        <p:grpSpPr>
          <a:xfrm rot="21600000">
            <a:off x="9529955" y="5059848"/>
            <a:ext cx="904027" cy="486005"/>
            <a:chOff x="0" y="0"/>
            <a:chExt cx="996439" cy="535686"/>
          </a:xfrm>
        </p:grpSpPr>
        <p:sp>
          <p:nvSpPr>
            <p:cNvPr id="304" name="path"/>
            <p:cNvSpPr/>
            <p:nvPr/>
          </p:nvSpPr>
          <p:spPr>
            <a:xfrm>
              <a:off x="619506" y="206501"/>
              <a:ext cx="376932" cy="273304"/>
            </a:xfrm>
            <a:custGeom>
              <a:avLst/>
              <a:gdLst/>
              <a:ahLst/>
              <a:cxnLst/>
              <a:rect l="0" t="0" r="0" b="0"/>
              <a:pathLst>
                <a:path w="593" h="430">
                  <a:moveTo>
                    <a:pt x="98" y="51"/>
                  </a:moveTo>
                  <a:lnTo>
                    <a:pt x="86" y="57"/>
                  </a:lnTo>
                  <a:lnTo>
                    <a:pt x="73" y="68"/>
                  </a:lnTo>
                  <a:lnTo>
                    <a:pt x="60" y="82"/>
                  </a:lnTo>
                  <a:lnTo>
                    <a:pt x="47" y="98"/>
                  </a:lnTo>
                  <a:cubicBezTo>
                    <a:pt x="2" y="158"/>
                    <a:pt x="14" y="238"/>
                    <a:pt x="1" y="308"/>
                  </a:cubicBezTo>
                  <a:lnTo>
                    <a:pt x="0" y="324"/>
                  </a:lnTo>
                  <a:lnTo>
                    <a:pt x="1" y="327"/>
                  </a:lnTo>
                  <a:cubicBezTo>
                    <a:pt x="18" y="381"/>
                    <a:pt x="52" y="408"/>
                    <a:pt x="107" y="418"/>
                  </a:cubicBezTo>
                  <a:lnTo>
                    <a:pt x="128" y="422"/>
                  </a:lnTo>
                  <a:lnTo>
                    <a:pt x="147" y="424"/>
                  </a:lnTo>
                  <a:lnTo>
                    <a:pt x="165" y="426"/>
                  </a:lnTo>
                  <a:cubicBezTo>
                    <a:pt x="245" y="430"/>
                    <a:pt x="309" y="402"/>
                    <a:pt x="386" y="385"/>
                  </a:cubicBezTo>
                  <a:lnTo>
                    <a:pt x="410" y="378"/>
                  </a:lnTo>
                  <a:lnTo>
                    <a:pt x="434" y="372"/>
                  </a:lnTo>
                  <a:lnTo>
                    <a:pt x="457" y="364"/>
                  </a:lnTo>
                  <a:lnTo>
                    <a:pt x="480" y="358"/>
                  </a:lnTo>
                  <a:lnTo>
                    <a:pt x="499" y="351"/>
                  </a:lnTo>
                  <a:lnTo>
                    <a:pt x="517" y="345"/>
                  </a:lnTo>
                  <a:lnTo>
                    <a:pt x="531" y="339"/>
                  </a:lnTo>
                  <a:lnTo>
                    <a:pt x="541" y="334"/>
                  </a:lnTo>
                  <a:lnTo>
                    <a:pt x="547" y="331"/>
                  </a:lnTo>
                  <a:lnTo>
                    <a:pt x="560" y="303"/>
                  </a:lnTo>
                  <a:lnTo>
                    <a:pt x="571" y="268"/>
                  </a:lnTo>
                  <a:lnTo>
                    <a:pt x="580" y="226"/>
                  </a:lnTo>
                  <a:lnTo>
                    <a:pt x="586" y="182"/>
                  </a:lnTo>
                  <a:lnTo>
                    <a:pt x="589" y="139"/>
                  </a:lnTo>
                  <a:cubicBezTo>
                    <a:pt x="593" y="60"/>
                    <a:pt x="559" y="20"/>
                    <a:pt x="487" y="2"/>
                  </a:cubicBezTo>
                  <a:lnTo>
                    <a:pt x="477" y="1"/>
                  </a:lnTo>
                  <a:lnTo>
                    <a:pt x="471" y="0"/>
                  </a:lnTo>
                  <a:lnTo>
                    <a:pt x="470" y="0"/>
                  </a:lnTo>
                  <a:cubicBezTo>
                    <a:pt x="357" y="1"/>
                    <a:pt x="259" y="9"/>
                    <a:pt x="148" y="38"/>
                  </a:cubicBezTo>
                  <a:lnTo>
                    <a:pt x="134" y="40"/>
                  </a:lnTo>
                  <a:lnTo>
                    <a:pt x="121" y="45"/>
                  </a:lnTo>
                  <a:lnTo>
                    <a:pt x="110" y="48"/>
                  </a:lnTo>
                </a:path>
              </a:pathLst>
            </a:custGeom>
            <a:solidFill>
              <a:srgbClr val="59A359">
                <a:alpha val="100000"/>
              </a:srgbClr>
            </a:solidFill>
            <a:ln cap="flat">
              <a:noFill/>
              <a:prstDash val="solid"/>
              <a:miter lim="0"/>
            </a:ln>
          </p:spPr>
          <p:txBody>
            <a:bodyPr rtlCol="0"/>
            <a:lstStyle/>
            <a:p>
              <a:pPr algn="ctr"/>
              <a:endParaRPr lang="zh-CN" altLang="en-US" sz="1635"/>
            </a:p>
          </p:txBody>
        </p:sp>
        <p:sp>
          <p:nvSpPr>
            <p:cNvPr id="306" name="path"/>
            <p:cNvSpPr/>
            <p:nvPr/>
          </p:nvSpPr>
          <p:spPr>
            <a:xfrm>
              <a:off x="776490" y="273494"/>
              <a:ext cx="159257" cy="262191"/>
            </a:xfrm>
            <a:custGeom>
              <a:avLst/>
              <a:gdLst/>
              <a:ahLst/>
              <a:cxnLst/>
              <a:rect l="0" t="0" r="0" b="0"/>
              <a:pathLst>
                <a:path w="250" h="412">
                  <a:moveTo>
                    <a:pt x="74" y="28"/>
                  </a:moveTo>
                  <a:lnTo>
                    <a:pt x="0" y="412"/>
                  </a:lnTo>
                  <a:lnTo>
                    <a:pt x="171" y="412"/>
                  </a:lnTo>
                  <a:lnTo>
                    <a:pt x="250" y="19"/>
                  </a:lnTo>
                  <a:lnTo>
                    <a:pt x="250" y="14"/>
                  </a:lnTo>
                  <a:lnTo>
                    <a:pt x="247" y="10"/>
                  </a:lnTo>
                  <a:lnTo>
                    <a:pt x="240" y="8"/>
                  </a:lnTo>
                  <a:lnTo>
                    <a:pt x="230" y="4"/>
                  </a:lnTo>
                  <a:lnTo>
                    <a:pt x="214" y="3"/>
                  </a:lnTo>
                  <a:lnTo>
                    <a:pt x="194" y="2"/>
                  </a:lnTo>
                  <a:cubicBezTo>
                    <a:pt x="163" y="0"/>
                    <a:pt x="124" y="7"/>
                    <a:pt x="95" y="20"/>
                  </a:cubicBezTo>
                  <a:lnTo>
                    <a:pt x="83" y="25"/>
                  </a:lnTo>
                  <a:lnTo>
                    <a:pt x="76" y="27"/>
                  </a:lnTo>
                </a:path>
              </a:pathLst>
            </a:custGeom>
            <a:solidFill>
              <a:srgbClr val="A5A5A5">
                <a:alpha val="100000"/>
              </a:srgbClr>
            </a:solidFill>
            <a:ln cap="flat">
              <a:noFill/>
              <a:prstDash val="solid"/>
              <a:miter lim="0"/>
            </a:ln>
          </p:spPr>
          <p:txBody>
            <a:bodyPr rtlCol="0"/>
            <a:lstStyle/>
            <a:p>
              <a:pPr algn="ctr"/>
              <a:endParaRPr lang="zh-CN" altLang="en-US" sz="1635"/>
            </a:p>
          </p:txBody>
        </p:sp>
        <p:sp>
          <p:nvSpPr>
            <p:cNvPr id="308" name="path"/>
            <p:cNvSpPr/>
            <p:nvPr/>
          </p:nvSpPr>
          <p:spPr>
            <a:xfrm>
              <a:off x="0" y="0"/>
              <a:ext cx="938784" cy="358191"/>
            </a:xfrm>
            <a:custGeom>
              <a:avLst/>
              <a:gdLst/>
              <a:ahLst/>
              <a:cxnLst/>
              <a:rect l="0" t="0" r="0" b="0"/>
              <a:pathLst>
                <a:path w="1478" h="564">
                  <a:moveTo>
                    <a:pt x="709" y="477"/>
                  </a:moveTo>
                  <a:lnTo>
                    <a:pt x="768" y="463"/>
                  </a:lnTo>
                  <a:lnTo>
                    <a:pt x="766" y="472"/>
                  </a:lnTo>
                  <a:cubicBezTo>
                    <a:pt x="758" y="545"/>
                    <a:pt x="701" y="552"/>
                    <a:pt x="655" y="502"/>
                  </a:cubicBezTo>
                  <a:lnTo>
                    <a:pt x="648" y="493"/>
                  </a:lnTo>
                  <a:lnTo>
                    <a:pt x="709" y="477"/>
                  </a:lnTo>
                  <a:lnTo>
                    <a:pt x="704" y="460"/>
                  </a:lnTo>
                  <a:lnTo>
                    <a:pt x="640" y="477"/>
                  </a:lnTo>
                  <a:lnTo>
                    <a:pt x="634" y="474"/>
                  </a:lnTo>
                  <a:lnTo>
                    <a:pt x="628" y="468"/>
                  </a:lnTo>
                  <a:lnTo>
                    <a:pt x="626" y="460"/>
                  </a:lnTo>
                  <a:lnTo>
                    <a:pt x="620" y="454"/>
                  </a:lnTo>
                  <a:lnTo>
                    <a:pt x="630" y="451"/>
                  </a:lnTo>
                  <a:cubicBezTo>
                    <a:pt x="655" y="447"/>
                    <a:pt x="674" y="438"/>
                    <a:pt x="699" y="434"/>
                  </a:cubicBezTo>
                  <a:lnTo>
                    <a:pt x="709" y="432"/>
                  </a:lnTo>
                  <a:lnTo>
                    <a:pt x="703" y="415"/>
                  </a:lnTo>
                  <a:lnTo>
                    <a:pt x="625" y="434"/>
                  </a:lnTo>
                  <a:lnTo>
                    <a:pt x="624" y="433"/>
                  </a:lnTo>
                  <a:lnTo>
                    <a:pt x="624" y="426"/>
                  </a:lnTo>
                  <a:lnTo>
                    <a:pt x="592" y="424"/>
                  </a:lnTo>
                  <a:lnTo>
                    <a:pt x="592" y="436"/>
                  </a:lnTo>
                  <a:lnTo>
                    <a:pt x="594" y="448"/>
                  </a:lnTo>
                  <a:lnTo>
                    <a:pt x="597" y="460"/>
                  </a:lnTo>
                  <a:cubicBezTo>
                    <a:pt x="622" y="527"/>
                    <a:pt x="711" y="594"/>
                    <a:pt x="778" y="541"/>
                  </a:cubicBezTo>
                  <a:lnTo>
                    <a:pt x="783" y="534"/>
                  </a:lnTo>
                  <a:lnTo>
                    <a:pt x="793" y="517"/>
                  </a:lnTo>
                  <a:lnTo>
                    <a:pt x="795" y="508"/>
                  </a:lnTo>
                  <a:lnTo>
                    <a:pt x="822" y="352"/>
                  </a:lnTo>
                  <a:lnTo>
                    <a:pt x="823" y="340"/>
                  </a:lnTo>
                  <a:lnTo>
                    <a:pt x="828" y="316"/>
                  </a:lnTo>
                  <a:lnTo>
                    <a:pt x="831" y="306"/>
                  </a:lnTo>
                  <a:lnTo>
                    <a:pt x="835" y="294"/>
                  </a:lnTo>
                  <a:lnTo>
                    <a:pt x="838" y="283"/>
                  </a:lnTo>
                  <a:lnTo>
                    <a:pt x="843" y="272"/>
                  </a:lnTo>
                  <a:cubicBezTo>
                    <a:pt x="859" y="232"/>
                    <a:pt x="875" y="218"/>
                    <a:pt x="903" y="187"/>
                  </a:cubicBezTo>
                  <a:lnTo>
                    <a:pt x="916" y="176"/>
                  </a:lnTo>
                  <a:lnTo>
                    <a:pt x="945" y="157"/>
                  </a:lnTo>
                  <a:lnTo>
                    <a:pt x="960" y="148"/>
                  </a:lnTo>
                  <a:lnTo>
                    <a:pt x="976" y="140"/>
                  </a:lnTo>
                  <a:lnTo>
                    <a:pt x="992" y="134"/>
                  </a:lnTo>
                  <a:lnTo>
                    <a:pt x="1010" y="128"/>
                  </a:lnTo>
                  <a:lnTo>
                    <a:pt x="1027" y="123"/>
                  </a:lnTo>
                  <a:lnTo>
                    <a:pt x="1045" y="120"/>
                  </a:lnTo>
                  <a:lnTo>
                    <a:pt x="1064" y="117"/>
                  </a:lnTo>
                  <a:lnTo>
                    <a:pt x="1083" y="134"/>
                  </a:lnTo>
                  <a:lnTo>
                    <a:pt x="1093" y="141"/>
                  </a:lnTo>
                  <a:lnTo>
                    <a:pt x="1104" y="148"/>
                  </a:lnTo>
                  <a:lnTo>
                    <a:pt x="1116" y="154"/>
                  </a:lnTo>
                  <a:cubicBezTo>
                    <a:pt x="1149" y="167"/>
                    <a:pt x="1178" y="173"/>
                    <a:pt x="1214" y="172"/>
                  </a:cubicBezTo>
                  <a:lnTo>
                    <a:pt x="1225" y="171"/>
                  </a:lnTo>
                  <a:lnTo>
                    <a:pt x="1236" y="170"/>
                  </a:lnTo>
                  <a:lnTo>
                    <a:pt x="1246" y="168"/>
                  </a:lnTo>
                  <a:lnTo>
                    <a:pt x="1257" y="164"/>
                  </a:lnTo>
                  <a:cubicBezTo>
                    <a:pt x="1283" y="158"/>
                    <a:pt x="1302" y="149"/>
                    <a:pt x="1323" y="133"/>
                  </a:cubicBezTo>
                  <a:lnTo>
                    <a:pt x="1332" y="128"/>
                  </a:lnTo>
                  <a:lnTo>
                    <a:pt x="1359" y="139"/>
                  </a:lnTo>
                  <a:cubicBezTo>
                    <a:pt x="1411" y="165"/>
                    <a:pt x="1455" y="219"/>
                    <a:pt x="1455" y="279"/>
                  </a:cubicBezTo>
                  <a:lnTo>
                    <a:pt x="1458" y="296"/>
                  </a:lnTo>
                  <a:lnTo>
                    <a:pt x="1460" y="314"/>
                  </a:lnTo>
                  <a:lnTo>
                    <a:pt x="1462" y="327"/>
                  </a:lnTo>
                  <a:lnTo>
                    <a:pt x="1465" y="331"/>
                  </a:lnTo>
                  <a:lnTo>
                    <a:pt x="1474" y="302"/>
                  </a:lnTo>
                  <a:lnTo>
                    <a:pt x="1478" y="272"/>
                  </a:lnTo>
                  <a:lnTo>
                    <a:pt x="1477" y="241"/>
                  </a:lnTo>
                  <a:cubicBezTo>
                    <a:pt x="1471" y="193"/>
                    <a:pt x="1452" y="171"/>
                    <a:pt x="1418" y="140"/>
                  </a:cubicBezTo>
                  <a:lnTo>
                    <a:pt x="1408" y="133"/>
                  </a:lnTo>
                  <a:lnTo>
                    <a:pt x="1398" y="126"/>
                  </a:lnTo>
                  <a:lnTo>
                    <a:pt x="1388" y="120"/>
                  </a:lnTo>
                  <a:lnTo>
                    <a:pt x="1376" y="112"/>
                  </a:lnTo>
                  <a:lnTo>
                    <a:pt x="1365" y="106"/>
                  </a:lnTo>
                  <a:lnTo>
                    <a:pt x="1353" y="100"/>
                  </a:lnTo>
                  <a:lnTo>
                    <a:pt x="1342" y="96"/>
                  </a:lnTo>
                  <a:lnTo>
                    <a:pt x="1330" y="90"/>
                  </a:lnTo>
                  <a:lnTo>
                    <a:pt x="1327" y="91"/>
                  </a:lnTo>
                  <a:lnTo>
                    <a:pt x="1326" y="91"/>
                  </a:lnTo>
                  <a:lnTo>
                    <a:pt x="1324" y="92"/>
                  </a:lnTo>
                  <a:lnTo>
                    <a:pt x="1322" y="93"/>
                  </a:lnTo>
                  <a:lnTo>
                    <a:pt x="1320" y="96"/>
                  </a:lnTo>
                  <a:lnTo>
                    <a:pt x="1316" y="98"/>
                  </a:lnTo>
                  <a:lnTo>
                    <a:pt x="1310" y="103"/>
                  </a:lnTo>
                  <a:cubicBezTo>
                    <a:pt x="1258" y="153"/>
                    <a:pt x="1176" y="153"/>
                    <a:pt x="1113" y="126"/>
                  </a:cubicBezTo>
                  <a:lnTo>
                    <a:pt x="1101" y="116"/>
                  </a:lnTo>
                  <a:lnTo>
                    <a:pt x="1104" y="114"/>
                  </a:lnTo>
                  <a:cubicBezTo>
                    <a:pt x="1130" y="89"/>
                    <a:pt x="1120" y="36"/>
                    <a:pt x="1098" y="12"/>
                  </a:cubicBezTo>
                  <a:lnTo>
                    <a:pt x="1087" y="0"/>
                  </a:lnTo>
                  <a:lnTo>
                    <a:pt x="1087" y="13"/>
                  </a:lnTo>
                  <a:cubicBezTo>
                    <a:pt x="1103" y="142"/>
                    <a:pt x="1031" y="76"/>
                    <a:pt x="946" y="121"/>
                  </a:cubicBezTo>
                  <a:lnTo>
                    <a:pt x="931" y="127"/>
                  </a:lnTo>
                  <a:lnTo>
                    <a:pt x="918" y="134"/>
                  </a:lnTo>
                  <a:cubicBezTo>
                    <a:pt x="870" y="158"/>
                    <a:pt x="821" y="206"/>
                    <a:pt x="812" y="261"/>
                  </a:cubicBezTo>
                  <a:lnTo>
                    <a:pt x="808" y="272"/>
                  </a:lnTo>
                  <a:lnTo>
                    <a:pt x="805" y="282"/>
                  </a:lnTo>
                  <a:lnTo>
                    <a:pt x="798" y="279"/>
                  </a:lnTo>
                  <a:lnTo>
                    <a:pt x="788" y="277"/>
                  </a:lnTo>
                  <a:lnTo>
                    <a:pt x="776" y="274"/>
                  </a:lnTo>
                  <a:lnTo>
                    <a:pt x="752" y="267"/>
                  </a:lnTo>
                  <a:lnTo>
                    <a:pt x="741" y="264"/>
                  </a:lnTo>
                  <a:lnTo>
                    <a:pt x="733" y="259"/>
                  </a:lnTo>
                  <a:lnTo>
                    <a:pt x="729" y="255"/>
                  </a:lnTo>
                  <a:lnTo>
                    <a:pt x="715" y="256"/>
                  </a:lnTo>
                  <a:lnTo>
                    <a:pt x="690" y="260"/>
                  </a:lnTo>
                  <a:lnTo>
                    <a:pt x="660" y="264"/>
                  </a:lnTo>
                  <a:cubicBezTo>
                    <a:pt x="557" y="277"/>
                    <a:pt x="454" y="287"/>
                    <a:pt x="351" y="302"/>
                  </a:cubicBezTo>
                  <a:lnTo>
                    <a:pt x="310" y="307"/>
                  </a:lnTo>
                  <a:lnTo>
                    <a:pt x="273" y="312"/>
                  </a:lnTo>
                  <a:lnTo>
                    <a:pt x="242" y="315"/>
                  </a:lnTo>
                  <a:lnTo>
                    <a:pt x="219" y="318"/>
                  </a:lnTo>
                  <a:lnTo>
                    <a:pt x="204" y="320"/>
                  </a:lnTo>
                  <a:lnTo>
                    <a:pt x="199" y="321"/>
                  </a:lnTo>
                  <a:lnTo>
                    <a:pt x="187" y="318"/>
                  </a:lnTo>
                  <a:lnTo>
                    <a:pt x="163" y="313"/>
                  </a:lnTo>
                  <a:lnTo>
                    <a:pt x="139" y="306"/>
                  </a:lnTo>
                  <a:lnTo>
                    <a:pt x="127" y="303"/>
                  </a:lnTo>
                  <a:cubicBezTo>
                    <a:pt x="101" y="296"/>
                    <a:pt x="70" y="288"/>
                    <a:pt x="44" y="283"/>
                  </a:cubicBezTo>
                  <a:lnTo>
                    <a:pt x="20" y="278"/>
                  </a:lnTo>
                  <a:lnTo>
                    <a:pt x="8" y="274"/>
                  </a:lnTo>
                  <a:lnTo>
                    <a:pt x="0" y="282"/>
                  </a:lnTo>
                  <a:lnTo>
                    <a:pt x="2" y="283"/>
                  </a:lnTo>
                  <a:cubicBezTo>
                    <a:pt x="54" y="299"/>
                    <a:pt x="109" y="312"/>
                    <a:pt x="160" y="328"/>
                  </a:cubicBezTo>
                  <a:lnTo>
                    <a:pt x="163" y="328"/>
                  </a:lnTo>
                  <a:lnTo>
                    <a:pt x="162" y="328"/>
                  </a:lnTo>
                  <a:lnTo>
                    <a:pt x="159" y="330"/>
                  </a:lnTo>
                  <a:lnTo>
                    <a:pt x="156" y="331"/>
                  </a:lnTo>
                  <a:lnTo>
                    <a:pt x="146" y="333"/>
                  </a:lnTo>
                  <a:lnTo>
                    <a:pt x="141" y="334"/>
                  </a:lnTo>
                  <a:lnTo>
                    <a:pt x="138" y="337"/>
                  </a:lnTo>
                  <a:lnTo>
                    <a:pt x="134" y="338"/>
                  </a:lnTo>
                  <a:lnTo>
                    <a:pt x="367" y="415"/>
                  </a:lnTo>
                  <a:lnTo>
                    <a:pt x="372" y="416"/>
                  </a:lnTo>
                  <a:lnTo>
                    <a:pt x="376" y="417"/>
                  </a:lnTo>
                  <a:lnTo>
                    <a:pt x="380" y="417"/>
                  </a:lnTo>
                  <a:lnTo>
                    <a:pt x="385" y="415"/>
                  </a:lnTo>
                  <a:lnTo>
                    <a:pt x="183" y="343"/>
                  </a:lnTo>
                  <a:lnTo>
                    <a:pt x="198" y="340"/>
                  </a:lnTo>
                  <a:lnTo>
                    <a:pt x="220" y="337"/>
                  </a:lnTo>
                  <a:cubicBezTo>
                    <a:pt x="349" y="316"/>
                    <a:pt x="480" y="301"/>
                    <a:pt x="609" y="282"/>
                  </a:cubicBezTo>
                  <a:lnTo>
                    <a:pt x="648" y="276"/>
                  </a:lnTo>
                  <a:lnTo>
                    <a:pt x="680" y="272"/>
                  </a:lnTo>
                  <a:cubicBezTo>
                    <a:pt x="738" y="260"/>
                    <a:pt x="731" y="269"/>
                    <a:pt x="784" y="291"/>
                  </a:cubicBezTo>
                  <a:lnTo>
                    <a:pt x="794" y="296"/>
                  </a:lnTo>
                  <a:lnTo>
                    <a:pt x="802" y="301"/>
                  </a:lnTo>
                  <a:lnTo>
                    <a:pt x="801" y="318"/>
                  </a:lnTo>
                  <a:lnTo>
                    <a:pt x="794" y="349"/>
                  </a:lnTo>
                  <a:lnTo>
                    <a:pt x="788" y="364"/>
                  </a:lnTo>
                  <a:lnTo>
                    <a:pt x="782" y="358"/>
                  </a:lnTo>
                  <a:cubicBezTo>
                    <a:pt x="771" y="351"/>
                    <a:pt x="756" y="335"/>
                    <a:pt x="745" y="331"/>
                  </a:cubicBezTo>
                  <a:lnTo>
                    <a:pt x="738" y="326"/>
                  </a:lnTo>
                  <a:lnTo>
                    <a:pt x="744" y="326"/>
                  </a:lnTo>
                  <a:lnTo>
                    <a:pt x="756" y="331"/>
                  </a:lnTo>
                  <a:lnTo>
                    <a:pt x="760" y="334"/>
                  </a:lnTo>
                  <a:lnTo>
                    <a:pt x="766" y="338"/>
                  </a:lnTo>
                  <a:lnTo>
                    <a:pt x="772" y="339"/>
                  </a:lnTo>
                  <a:lnTo>
                    <a:pt x="778" y="339"/>
                  </a:lnTo>
                  <a:lnTo>
                    <a:pt x="786" y="337"/>
                  </a:lnTo>
                  <a:lnTo>
                    <a:pt x="780" y="328"/>
                  </a:lnTo>
                  <a:cubicBezTo>
                    <a:pt x="767" y="315"/>
                    <a:pt x="741" y="300"/>
                    <a:pt x="724" y="292"/>
                  </a:cubicBezTo>
                  <a:lnTo>
                    <a:pt x="715" y="289"/>
                  </a:lnTo>
                  <a:lnTo>
                    <a:pt x="721" y="290"/>
                  </a:lnTo>
                  <a:lnTo>
                    <a:pt x="728" y="290"/>
                  </a:lnTo>
                  <a:cubicBezTo>
                    <a:pt x="737" y="291"/>
                    <a:pt x="754" y="295"/>
                    <a:pt x="762" y="298"/>
                  </a:cubicBezTo>
                  <a:lnTo>
                    <a:pt x="768" y="301"/>
                  </a:lnTo>
                  <a:lnTo>
                    <a:pt x="771" y="301"/>
                  </a:lnTo>
                  <a:cubicBezTo>
                    <a:pt x="778" y="304"/>
                    <a:pt x="782" y="311"/>
                    <a:pt x="788" y="312"/>
                  </a:cubicBezTo>
                  <a:lnTo>
                    <a:pt x="790" y="310"/>
                  </a:lnTo>
                  <a:lnTo>
                    <a:pt x="795" y="308"/>
                  </a:lnTo>
                  <a:lnTo>
                    <a:pt x="789" y="302"/>
                  </a:lnTo>
                  <a:cubicBezTo>
                    <a:pt x="777" y="290"/>
                    <a:pt x="732" y="280"/>
                    <a:pt x="715" y="279"/>
                  </a:cubicBezTo>
                  <a:lnTo>
                    <a:pt x="711" y="282"/>
                  </a:lnTo>
                  <a:lnTo>
                    <a:pt x="711" y="286"/>
                  </a:lnTo>
                  <a:lnTo>
                    <a:pt x="712" y="288"/>
                  </a:lnTo>
                  <a:lnTo>
                    <a:pt x="715" y="289"/>
                  </a:lnTo>
                  <a:lnTo>
                    <a:pt x="709" y="290"/>
                  </a:lnTo>
                  <a:lnTo>
                    <a:pt x="702" y="290"/>
                  </a:lnTo>
                  <a:lnTo>
                    <a:pt x="696" y="291"/>
                  </a:lnTo>
                  <a:lnTo>
                    <a:pt x="696" y="297"/>
                  </a:lnTo>
                  <a:lnTo>
                    <a:pt x="702" y="298"/>
                  </a:lnTo>
                  <a:cubicBezTo>
                    <a:pt x="717" y="305"/>
                    <a:pt x="731" y="303"/>
                    <a:pt x="742" y="312"/>
                  </a:cubicBezTo>
                  <a:lnTo>
                    <a:pt x="748" y="315"/>
                  </a:lnTo>
                  <a:lnTo>
                    <a:pt x="733" y="315"/>
                  </a:lnTo>
                  <a:lnTo>
                    <a:pt x="727" y="314"/>
                  </a:lnTo>
                  <a:lnTo>
                    <a:pt x="715" y="312"/>
                  </a:lnTo>
                  <a:lnTo>
                    <a:pt x="709" y="313"/>
                  </a:lnTo>
                  <a:lnTo>
                    <a:pt x="703" y="315"/>
                  </a:lnTo>
                  <a:lnTo>
                    <a:pt x="705" y="322"/>
                  </a:lnTo>
                  <a:lnTo>
                    <a:pt x="711" y="328"/>
                  </a:lnTo>
                  <a:lnTo>
                    <a:pt x="717" y="332"/>
                  </a:lnTo>
                  <a:lnTo>
                    <a:pt x="739" y="346"/>
                  </a:lnTo>
                  <a:lnTo>
                    <a:pt x="745" y="354"/>
                  </a:lnTo>
                  <a:lnTo>
                    <a:pt x="751" y="360"/>
                  </a:lnTo>
                  <a:lnTo>
                    <a:pt x="736" y="362"/>
                  </a:lnTo>
                  <a:cubicBezTo>
                    <a:pt x="707" y="367"/>
                    <a:pt x="683" y="375"/>
                    <a:pt x="652" y="379"/>
                  </a:cubicBezTo>
                  <a:lnTo>
                    <a:pt x="638" y="380"/>
                  </a:lnTo>
                  <a:lnTo>
                    <a:pt x="642" y="366"/>
                  </a:lnTo>
                  <a:cubicBezTo>
                    <a:pt x="644" y="342"/>
                    <a:pt x="645" y="323"/>
                    <a:pt x="626" y="307"/>
                  </a:cubicBezTo>
                  <a:lnTo>
                    <a:pt x="620" y="306"/>
                  </a:lnTo>
                  <a:lnTo>
                    <a:pt x="613" y="314"/>
                  </a:lnTo>
                  <a:lnTo>
                    <a:pt x="608" y="324"/>
                  </a:lnTo>
                  <a:lnTo>
                    <a:pt x="604" y="333"/>
                  </a:lnTo>
                  <a:lnTo>
                    <a:pt x="596" y="343"/>
                  </a:lnTo>
                  <a:lnTo>
                    <a:pt x="566" y="306"/>
                  </a:lnTo>
                  <a:lnTo>
                    <a:pt x="558" y="306"/>
                  </a:lnTo>
                  <a:lnTo>
                    <a:pt x="558" y="312"/>
                  </a:lnTo>
                  <a:lnTo>
                    <a:pt x="564" y="318"/>
                  </a:lnTo>
                  <a:lnTo>
                    <a:pt x="573" y="332"/>
                  </a:lnTo>
                  <a:lnTo>
                    <a:pt x="577" y="340"/>
                  </a:lnTo>
                  <a:lnTo>
                    <a:pt x="582" y="348"/>
                  </a:lnTo>
                  <a:lnTo>
                    <a:pt x="585" y="355"/>
                  </a:lnTo>
                  <a:lnTo>
                    <a:pt x="590" y="372"/>
                  </a:lnTo>
                  <a:lnTo>
                    <a:pt x="597" y="370"/>
                  </a:lnTo>
                  <a:cubicBezTo>
                    <a:pt x="610" y="363"/>
                    <a:pt x="614" y="359"/>
                    <a:pt x="620" y="345"/>
                  </a:cubicBezTo>
                  <a:lnTo>
                    <a:pt x="622" y="340"/>
                  </a:lnTo>
                  <a:lnTo>
                    <a:pt x="626" y="345"/>
                  </a:lnTo>
                  <a:cubicBezTo>
                    <a:pt x="625" y="367"/>
                    <a:pt x="607" y="396"/>
                    <a:pt x="597" y="415"/>
                  </a:cubicBezTo>
                  <a:lnTo>
                    <a:pt x="592" y="424"/>
                  </a:lnTo>
                  <a:lnTo>
                    <a:pt x="624" y="426"/>
                  </a:lnTo>
                  <a:lnTo>
                    <a:pt x="626" y="421"/>
                  </a:lnTo>
                  <a:lnTo>
                    <a:pt x="628" y="412"/>
                  </a:lnTo>
                  <a:lnTo>
                    <a:pt x="632" y="404"/>
                  </a:lnTo>
                  <a:lnTo>
                    <a:pt x="634" y="398"/>
                  </a:lnTo>
                  <a:lnTo>
                    <a:pt x="650" y="397"/>
                  </a:lnTo>
                  <a:cubicBezTo>
                    <a:pt x="683" y="389"/>
                    <a:pt x="715" y="384"/>
                    <a:pt x="748" y="376"/>
                  </a:cubicBezTo>
                  <a:lnTo>
                    <a:pt x="764" y="374"/>
                  </a:lnTo>
                  <a:lnTo>
                    <a:pt x="769" y="380"/>
                  </a:lnTo>
                  <a:lnTo>
                    <a:pt x="775" y="385"/>
                  </a:lnTo>
                  <a:lnTo>
                    <a:pt x="778" y="390"/>
                  </a:lnTo>
                  <a:lnTo>
                    <a:pt x="782" y="396"/>
                  </a:lnTo>
                  <a:lnTo>
                    <a:pt x="703" y="415"/>
                  </a:lnTo>
                  <a:lnTo>
                    <a:pt x="709" y="432"/>
                  </a:lnTo>
                  <a:lnTo>
                    <a:pt x="711" y="430"/>
                  </a:lnTo>
                  <a:cubicBezTo>
                    <a:pt x="730" y="425"/>
                    <a:pt x="749" y="422"/>
                    <a:pt x="768" y="415"/>
                  </a:cubicBezTo>
                  <a:lnTo>
                    <a:pt x="777" y="412"/>
                  </a:lnTo>
                  <a:lnTo>
                    <a:pt x="774" y="442"/>
                  </a:lnTo>
                  <a:lnTo>
                    <a:pt x="704" y="460"/>
                  </a:lnTo>
                </a:path>
              </a:pathLst>
            </a:custGeom>
            <a:solidFill>
              <a:srgbClr val="000000">
                <a:alpha val="100000"/>
              </a:srgbClr>
            </a:solidFill>
            <a:ln cap="flat">
              <a:noFill/>
              <a:prstDash val="solid"/>
              <a:miter lim="0"/>
            </a:ln>
          </p:spPr>
          <p:txBody>
            <a:bodyPr rtlCol="0"/>
            <a:lstStyle/>
            <a:p>
              <a:pPr algn="ctr"/>
              <a:endParaRPr lang="zh-CN" altLang="en-US" sz="1635"/>
            </a:p>
          </p:txBody>
        </p:sp>
      </p:grpSp>
      <p:sp>
        <p:nvSpPr>
          <p:cNvPr id="310" name="rect"/>
          <p:cNvSpPr/>
          <p:nvPr/>
        </p:nvSpPr>
        <p:spPr>
          <a:xfrm>
            <a:off x="4071910" y="2349142"/>
            <a:ext cx="45973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312" name="rect"/>
          <p:cNvSpPr/>
          <p:nvPr/>
        </p:nvSpPr>
        <p:spPr>
          <a:xfrm>
            <a:off x="4068453" y="2339868"/>
            <a:ext cx="467339" cy="361374"/>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314" name="textbox 314"/>
          <p:cNvSpPr/>
          <p:nvPr/>
        </p:nvSpPr>
        <p:spPr>
          <a:xfrm>
            <a:off x="2762069" y="2433714"/>
            <a:ext cx="1785360" cy="245421"/>
          </a:xfrm>
          <a:prstGeom prst="rect">
            <a:avLst/>
          </a:prstGeom>
        </p:spPr>
        <p:txBody>
          <a:bodyPr vert="horz" wrap="square" lIns="0" tIns="0" rIns="0" bIns="0"/>
          <a:lstStyle/>
          <a:p>
            <a:pPr algn="l" rtl="0" eaLnBrk="0">
              <a:lnSpc>
                <a:spcPct val="93000"/>
              </a:lnSpc>
            </a:pPr>
            <a:endParaRPr lang="en-US" altLang="en-US" sz="100" dirty="0"/>
          </a:p>
          <a:p>
            <a:pPr marL="1443355" algn="l" rtl="0" eaLnBrk="0">
              <a:lnSpc>
                <a:spcPct val="84000"/>
              </a:lnSpc>
              <a:tabLst>
                <a:tab pos="1658620" algn="l"/>
              </a:tabLst>
            </a:pPr>
            <a:r>
              <a:rPr sz="1725" kern="0" spc="0" dirty="0">
                <a:solidFill>
                  <a:srgbClr val="000000">
                    <a:alpha val="100000"/>
                  </a:srgbClr>
                </a:solidFill>
                <a:latin typeface="Times New Roman" panose="02020603050405020304"/>
                <a:ea typeface="Times New Roman" panose="02020603050405020304"/>
                <a:cs typeface="Times New Roman" panose="02020603050405020304"/>
              </a:rPr>
              <a:t>	</a:t>
            </a:r>
            <a:r>
              <a:rPr sz="1725" b="1" kern="0" spc="-50" dirty="0">
                <a:solidFill>
                  <a:srgbClr val="000000">
                    <a:alpha val="100000"/>
                  </a:srgbClr>
                </a:solidFill>
                <a:latin typeface="Times New Roman" panose="02020603050405020304"/>
                <a:ea typeface="Times New Roman" panose="02020603050405020304"/>
                <a:cs typeface="Times New Roman" panose="02020603050405020304"/>
              </a:rPr>
              <a:t>||</a:t>
            </a:r>
            <a:r>
              <a:rPr sz="172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725" dirty="0"/>
          </a:p>
        </p:txBody>
      </p:sp>
      <p:pic>
        <p:nvPicPr>
          <p:cNvPr id="316" name="picture 316"/>
          <p:cNvPicPr>
            <a:picLocks noChangeAspect="1"/>
          </p:cNvPicPr>
          <p:nvPr/>
        </p:nvPicPr>
        <p:blipFill>
          <a:blip r:embed="rId6"/>
          <a:stretch>
            <a:fillRect/>
          </a:stretch>
        </p:blipFill>
        <p:spPr>
          <a:xfrm rot="21600000">
            <a:off x="2773591" y="2445236"/>
            <a:ext cx="1298318" cy="151401"/>
          </a:xfrm>
          <a:prstGeom prst="rect">
            <a:avLst/>
          </a:prstGeom>
        </p:spPr>
      </p:pic>
      <p:graphicFrame>
        <p:nvGraphicFramePr>
          <p:cNvPr id="318" name="table 318"/>
          <p:cNvGraphicFramePr>
            <a:graphicFrameLocks noGrp="1"/>
          </p:cNvGraphicFramePr>
          <p:nvPr/>
        </p:nvGraphicFramePr>
        <p:xfrm>
          <a:off x="4985158" y="2803345"/>
          <a:ext cx="694055" cy="236855"/>
        </p:xfrm>
        <a:graphic>
          <a:graphicData uri="http://schemas.openxmlformats.org/drawingml/2006/table">
            <a:tbl>
              <a:tblPr>
                <a:solidFill>
                  <a:srgbClr val="C0C0C0"/>
                </a:solidFill>
              </a:tblPr>
              <a:tblGrid>
                <a:gridCol w="694055"/>
              </a:tblGrid>
              <a:tr h="236855">
                <a:tc>
                  <a:txBody>
                    <a:bodyPr/>
                    <a:lstStyle/>
                    <a:p>
                      <a:pPr algn="l" rtl="0" eaLnBrk="0">
                        <a:lnSpc>
                          <a:spcPct val="100000"/>
                        </a:lnSpc>
                      </a:pPr>
                      <a:endParaRPr lang="en-US" altLang="en-US" sz="905" dirty="0"/>
                    </a:p>
                  </a:txBody>
                  <a:tcPr marL="0" marR="0" marT="0" marB="0" vert="horz">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r>
            </a:tbl>
          </a:graphicData>
        </a:graphic>
      </p:graphicFrame>
      <p:pic>
        <p:nvPicPr>
          <p:cNvPr id="320" name="picture 320"/>
          <p:cNvPicPr>
            <a:picLocks noChangeAspect="1"/>
          </p:cNvPicPr>
          <p:nvPr/>
        </p:nvPicPr>
        <p:blipFill>
          <a:blip r:embed="rId7"/>
          <a:stretch>
            <a:fillRect/>
          </a:stretch>
        </p:blipFill>
        <p:spPr>
          <a:xfrm rot="21600000">
            <a:off x="4451451" y="2961308"/>
            <a:ext cx="642597" cy="536132"/>
          </a:xfrm>
          <a:prstGeom prst="rect">
            <a:avLst/>
          </a:prstGeom>
        </p:spPr>
      </p:pic>
      <p:pic>
        <p:nvPicPr>
          <p:cNvPr id="322" name="picture 322"/>
          <p:cNvPicPr>
            <a:picLocks noChangeAspect="1"/>
          </p:cNvPicPr>
          <p:nvPr/>
        </p:nvPicPr>
        <p:blipFill>
          <a:blip r:embed="rId8"/>
          <a:stretch>
            <a:fillRect/>
          </a:stretch>
        </p:blipFill>
        <p:spPr>
          <a:xfrm rot="21600000">
            <a:off x="6512307" y="3133364"/>
            <a:ext cx="641992" cy="535527"/>
          </a:xfrm>
          <a:prstGeom prst="rect">
            <a:avLst/>
          </a:prstGeom>
        </p:spPr>
      </p:pic>
      <p:sp>
        <p:nvSpPr>
          <p:cNvPr id="324" name="textbox 324"/>
          <p:cNvSpPr/>
          <p:nvPr/>
        </p:nvSpPr>
        <p:spPr>
          <a:xfrm>
            <a:off x="5969160" y="3704638"/>
            <a:ext cx="1329082" cy="253488"/>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9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1905" b="1" kern="0" spc="-1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(M|H(M))</a:t>
            </a:r>
            <a:endParaRPr lang="en-US" altLang="en-US" sz="1905" dirty="0"/>
          </a:p>
        </p:txBody>
      </p:sp>
      <p:sp>
        <p:nvSpPr>
          <p:cNvPr id="326" name="textbox 326"/>
          <p:cNvSpPr/>
          <p:nvPr/>
        </p:nvSpPr>
        <p:spPr>
          <a:xfrm>
            <a:off x="6055084" y="5212228"/>
            <a:ext cx="744909" cy="447060"/>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102000"/>
              </a:lnSpc>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提供认证</a:t>
            </a:r>
            <a:r>
              <a:rPr sz="1360" kern="0" spc="0" dirty="0">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 </a:t>
            </a: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提供保密</a:t>
            </a:r>
            <a:endParaRPr lang="en-US" altLang="en-US" sz="1360" dirty="0"/>
          </a:p>
        </p:txBody>
      </p:sp>
      <p:sp>
        <p:nvSpPr>
          <p:cNvPr id="328" name="path"/>
          <p:cNvSpPr/>
          <p:nvPr/>
        </p:nvSpPr>
        <p:spPr>
          <a:xfrm>
            <a:off x="9606012" y="5235447"/>
            <a:ext cx="253027" cy="91036"/>
          </a:xfrm>
          <a:custGeom>
            <a:avLst/>
            <a:gdLst/>
            <a:ahLst/>
            <a:cxnLst/>
            <a:rect l="0" t="0" r="0" b="0"/>
            <a:pathLst>
              <a:path w="439" h="158">
                <a:moveTo>
                  <a:pt x="412" y="1"/>
                </a:moveTo>
                <a:lnTo>
                  <a:pt x="417" y="8"/>
                </a:lnTo>
                <a:cubicBezTo>
                  <a:pt x="426" y="31"/>
                  <a:pt x="432" y="31"/>
                  <a:pt x="438" y="57"/>
                </a:cubicBezTo>
                <a:lnTo>
                  <a:pt x="439" y="67"/>
                </a:lnTo>
                <a:lnTo>
                  <a:pt x="430" y="69"/>
                </a:lnTo>
                <a:lnTo>
                  <a:pt x="424" y="62"/>
                </a:lnTo>
                <a:lnTo>
                  <a:pt x="423" y="52"/>
                </a:lnTo>
                <a:lnTo>
                  <a:pt x="421" y="44"/>
                </a:lnTo>
                <a:lnTo>
                  <a:pt x="417" y="36"/>
                </a:lnTo>
                <a:lnTo>
                  <a:pt x="402" y="3"/>
                </a:lnTo>
                <a:lnTo>
                  <a:pt x="403" y="1"/>
                </a:lnTo>
                <a:lnTo>
                  <a:pt x="405" y="0"/>
                </a:lnTo>
                <a:lnTo>
                  <a:pt x="409" y="0"/>
                </a:lnTo>
              </a:path>
              <a:path w="439" h="158">
                <a:moveTo>
                  <a:pt x="378" y="1"/>
                </a:moveTo>
                <a:lnTo>
                  <a:pt x="384" y="8"/>
                </a:lnTo>
                <a:cubicBezTo>
                  <a:pt x="398" y="29"/>
                  <a:pt x="399" y="26"/>
                  <a:pt x="409" y="51"/>
                </a:cubicBezTo>
                <a:lnTo>
                  <a:pt x="411" y="60"/>
                </a:lnTo>
                <a:lnTo>
                  <a:pt x="409" y="60"/>
                </a:lnTo>
                <a:lnTo>
                  <a:pt x="404" y="62"/>
                </a:lnTo>
                <a:lnTo>
                  <a:pt x="402" y="62"/>
                </a:lnTo>
                <a:lnTo>
                  <a:pt x="397" y="55"/>
                </a:lnTo>
                <a:lnTo>
                  <a:pt x="393" y="49"/>
                </a:lnTo>
                <a:lnTo>
                  <a:pt x="391" y="40"/>
                </a:lnTo>
                <a:lnTo>
                  <a:pt x="388" y="33"/>
                </a:lnTo>
                <a:lnTo>
                  <a:pt x="381" y="19"/>
                </a:lnTo>
                <a:lnTo>
                  <a:pt x="375" y="11"/>
                </a:lnTo>
                <a:lnTo>
                  <a:pt x="369" y="7"/>
                </a:lnTo>
                <a:lnTo>
                  <a:pt x="369" y="4"/>
                </a:lnTo>
                <a:lnTo>
                  <a:pt x="372" y="2"/>
                </a:lnTo>
                <a:lnTo>
                  <a:pt x="375" y="1"/>
                </a:lnTo>
              </a:path>
              <a:path w="439" h="158">
                <a:moveTo>
                  <a:pt x="344" y="7"/>
                </a:moveTo>
                <a:lnTo>
                  <a:pt x="352" y="13"/>
                </a:lnTo>
                <a:cubicBezTo>
                  <a:pt x="374" y="32"/>
                  <a:pt x="375" y="31"/>
                  <a:pt x="383" y="58"/>
                </a:cubicBezTo>
                <a:lnTo>
                  <a:pt x="383" y="67"/>
                </a:lnTo>
                <a:lnTo>
                  <a:pt x="381" y="67"/>
                </a:lnTo>
                <a:lnTo>
                  <a:pt x="379" y="68"/>
                </a:lnTo>
                <a:lnTo>
                  <a:pt x="374" y="68"/>
                </a:lnTo>
                <a:lnTo>
                  <a:pt x="369" y="60"/>
                </a:lnTo>
                <a:cubicBezTo>
                  <a:pt x="361" y="45"/>
                  <a:pt x="360" y="26"/>
                  <a:pt x="344" y="16"/>
                </a:cubicBezTo>
                <a:lnTo>
                  <a:pt x="334" y="10"/>
                </a:lnTo>
                <a:lnTo>
                  <a:pt x="334" y="7"/>
                </a:lnTo>
              </a:path>
              <a:path w="439" h="158">
                <a:moveTo>
                  <a:pt x="345" y="41"/>
                </a:moveTo>
                <a:lnTo>
                  <a:pt x="352" y="55"/>
                </a:lnTo>
                <a:cubicBezTo>
                  <a:pt x="363" y="71"/>
                  <a:pt x="377" y="116"/>
                  <a:pt x="378" y="136"/>
                </a:cubicBezTo>
                <a:lnTo>
                  <a:pt x="380" y="149"/>
                </a:lnTo>
                <a:lnTo>
                  <a:pt x="375" y="152"/>
                </a:lnTo>
                <a:cubicBezTo>
                  <a:pt x="355" y="158"/>
                  <a:pt x="350" y="146"/>
                  <a:pt x="345" y="129"/>
                </a:cubicBezTo>
                <a:lnTo>
                  <a:pt x="345" y="125"/>
                </a:lnTo>
                <a:lnTo>
                  <a:pt x="334" y="125"/>
                </a:lnTo>
                <a:cubicBezTo>
                  <a:pt x="304" y="129"/>
                  <a:pt x="274" y="135"/>
                  <a:pt x="243" y="140"/>
                </a:cubicBezTo>
                <a:lnTo>
                  <a:pt x="0" y="64"/>
                </a:lnTo>
                <a:lnTo>
                  <a:pt x="3" y="62"/>
                </a:lnTo>
                <a:lnTo>
                  <a:pt x="4" y="58"/>
                </a:lnTo>
                <a:lnTo>
                  <a:pt x="4" y="55"/>
                </a:lnTo>
                <a:lnTo>
                  <a:pt x="3" y="52"/>
                </a:lnTo>
                <a:lnTo>
                  <a:pt x="246" y="127"/>
                </a:lnTo>
                <a:cubicBezTo>
                  <a:pt x="278" y="120"/>
                  <a:pt x="302" y="119"/>
                  <a:pt x="334" y="110"/>
                </a:cubicBezTo>
                <a:lnTo>
                  <a:pt x="345" y="106"/>
                </a:lnTo>
                <a:lnTo>
                  <a:pt x="344" y="94"/>
                </a:lnTo>
                <a:cubicBezTo>
                  <a:pt x="342" y="68"/>
                  <a:pt x="329" y="45"/>
                  <a:pt x="319" y="21"/>
                </a:cubicBezTo>
                <a:lnTo>
                  <a:pt x="318" y="19"/>
                </a:lnTo>
                <a:lnTo>
                  <a:pt x="324" y="20"/>
                </a:lnTo>
                <a:cubicBezTo>
                  <a:pt x="331" y="22"/>
                  <a:pt x="337" y="28"/>
                  <a:pt x="340" y="34"/>
                </a:cubicBezTo>
                <a:lnTo>
                  <a:pt x="343" y="38"/>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330" name="path"/>
          <p:cNvSpPr/>
          <p:nvPr/>
        </p:nvSpPr>
        <p:spPr>
          <a:xfrm>
            <a:off x="9475350" y="5252294"/>
            <a:ext cx="942284" cy="294250"/>
          </a:xfrm>
          <a:custGeom>
            <a:avLst/>
            <a:gdLst/>
            <a:ahLst/>
            <a:cxnLst/>
            <a:rect l="0" t="0" r="0" b="0"/>
            <a:pathLst>
              <a:path w="1635" h="510">
                <a:moveTo>
                  <a:pt x="1117" y="4"/>
                </a:moveTo>
                <a:lnTo>
                  <a:pt x="1117" y="7"/>
                </a:lnTo>
                <a:cubicBezTo>
                  <a:pt x="1108" y="21"/>
                  <a:pt x="1107" y="20"/>
                  <a:pt x="1096" y="30"/>
                </a:cubicBezTo>
                <a:lnTo>
                  <a:pt x="1093" y="33"/>
                </a:lnTo>
                <a:lnTo>
                  <a:pt x="1093" y="34"/>
                </a:lnTo>
                <a:lnTo>
                  <a:pt x="1020" y="215"/>
                </a:lnTo>
                <a:lnTo>
                  <a:pt x="1014" y="222"/>
                </a:lnTo>
                <a:lnTo>
                  <a:pt x="1014" y="231"/>
                </a:lnTo>
                <a:lnTo>
                  <a:pt x="1015" y="238"/>
                </a:lnTo>
                <a:lnTo>
                  <a:pt x="1018" y="245"/>
                </a:lnTo>
                <a:lnTo>
                  <a:pt x="1023" y="252"/>
                </a:lnTo>
                <a:lnTo>
                  <a:pt x="1028" y="261"/>
                </a:lnTo>
                <a:lnTo>
                  <a:pt x="1031" y="268"/>
                </a:lnTo>
                <a:lnTo>
                  <a:pt x="1035" y="276"/>
                </a:lnTo>
                <a:lnTo>
                  <a:pt x="1036" y="288"/>
                </a:lnTo>
                <a:lnTo>
                  <a:pt x="1035" y="300"/>
                </a:lnTo>
                <a:lnTo>
                  <a:pt x="1029" y="310"/>
                </a:lnTo>
                <a:lnTo>
                  <a:pt x="1017" y="317"/>
                </a:lnTo>
                <a:lnTo>
                  <a:pt x="1011" y="316"/>
                </a:lnTo>
                <a:lnTo>
                  <a:pt x="1010" y="310"/>
                </a:lnTo>
                <a:lnTo>
                  <a:pt x="1010" y="303"/>
                </a:lnTo>
                <a:lnTo>
                  <a:pt x="1015" y="298"/>
                </a:lnTo>
                <a:lnTo>
                  <a:pt x="1016" y="291"/>
                </a:lnTo>
                <a:lnTo>
                  <a:pt x="1015" y="285"/>
                </a:lnTo>
                <a:lnTo>
                  <a:pt x="1011" y="277"/>
                </a:lnTo>
                <a:lnTo>
                  <a:pt x="1004" y="268"/>
                </a:lnTo>
                <a:lnTo>
                  <a:pt x="992" y="261"/>
                </a:lnTo>
                <a:lnTo>
                  <a:pt x="987" y="269"/>
                </a:lnTo>
                <a:cubicBezTo>
                  <a:pt x="974" y="286"/>
                  <a:pt x="961" y="302"/>
                  <a:pt x="944" y="316"/>
                </a:cubicBezTo>
                <a:lnTo>
                  <a:pt x="934" y="322"/>
                </a:lnTo>
                <a:lnTo>
                  <a:pt x="946" y="335"/>
                </a:lnTo>
                <a:cubicBezTo>
                  <a:pt x="1043" y="431"/>
                  <a:pt x="1155" y="468"/>
                  <a:pt x="1290" y="456"/>
                </a:cubicBezTo>
                <a:lnTo>
                  <a:pt x="1300" y="456"/>
                </a:lnTo>
                <a:lnTo>
                  <a:pt x="1299" y="459"/>
                </a:lnTo>
                <a:lnTo>
                  <a:pt x="1297" y="460"/>
                </a:lnTo>
                <a:cubicBezTo>
                  <a:pt x="1213" y="487"/>
                  <a:pt x="1054" y="469"/>
                  <a:pt x="982" y="412"/>
                </a:cubicBezTo>
                <a:lnTo>
                  <a:pt x="951" y="385"/>
                </a:lnTo>
                <a:lnTo>
                  <a:pt x="937" y="372"/>
                </a:lnTo>
                <a:lnTo>
                  <a:pt x="913" y="341"/>
                </a:lnTo>
                <a:lnTo>
                  <a:pt x="903" y="336"/>
                </a:lnTo>
                <a:lnTo>
                  <a:pt x="897" y="336"/>
                </a:lnTo>
                <a:lnTo>
                  <a:pt x="891" y="339"/>
                </a:lnTo>
                <a:lnTo>
                  <a:pt x="885" y="341"/>
                </a:lnTo>
                <a:lnTo>
                  <a:pt x="879" y="343"/>
                </a:lnTo>
                <a:cubicBezTo>
                  <a:pt x="842" y="351"/>
                  <a:pt x="831" y="349"/>
                  <a:pt x="796" y="375"/>
                </a:cubicBezTo>
                <a:lnTo>
                  <a:pt x="785" y="384"/>
                </a:lnTo>
                <a:lnTo>
                  <a:pt x="776" y="394"/>
                </a:lnTo>
                <a:lnTo>
                  <a:pt x="769" y="403"/>
                </a:lnTo>
                <a:lnTo>
                  <a:pt x="769" y="399"/>
                </a:lnTo>
                <a:lnTo>
                  <a:pt x="772" y="382"/>
                </a:lnTo>
                <a:lnTo>
                  <a:pt x="778" y="363"/>
                </a:lnTo>
                <a:lnTo>
                  <a:pt x="790" y="347"/>
                </a:lnTo>
                <a:lnTo>
                  <a:pt x="772" y="341"/>
                </a:lnTo>
                <a:lnTo>
                  <a:pt x="757" y="334"/>
                </a:lnTo>
                <a:cubicBezTo>
                  <a:pt x="633" y="278"/>
                  <a:pt x="714" y="254"/>
                  <a:pt x="561" y="304"/>
                </a:cubicBezTo>
                <a:lnTo>
                  <a:pt x="547" y="310"/>
                </a:lnTo>
                <a:lnTo>
                  <a:pt x="534" y="317"/>
                </a:lnTo>
                <a:cubicBezTo>
                  <a:pt x="489" y="339"/>
                  <a:pt x="441" y="376"/>
                  <a:pt x="421" y="423"/>
                </a:cubicBezTo>
                <a:lnTo>
                  <a:pt x="417" y="431"/>
                </a:lnTo>
                <a:lnTo>
                  <a:pt x="414" y="438"/>
                </a:lnTo>
                <a:lnTo>
                  <a:pt x="407" y="435"/>
                </a:lnTo>
                <a:lnTo>
                  <a:pt x="404" y="430"/>
                </a:lnTo>
                <a:cubicBezTo>
                  <a:pt x="381" y="364"/>
                  <a:pt x="456" y="317"/>
                  <a:pt x="507" y="295"/>
                </a:cubicBezTo>
                <a:lnTo>
                  <a:pt x="517" y="292"/>
                </a:lnTo>
                <a:lnTo>
                  <a:pt x="525" y="289"/>
                </a:lnTo>
                <a:cubicBezTo>
                  <a:pt x="559" y="277"/>
                  <a:pt x="595" y="270"/>
                  <a:pt x="631" y="263"/>
                </a:cubicBezTo>
                <a:lnTo>
                  <a:pt x="641" y="261"/>
                </a:lnTo>
                <a:lnTo>
                  <a:pt x="650" y="259"/>
                </a:lnTo>
                <a:lnTo>
                  <a:pt x="646" y="252"/>
                </a:lnTo>
                <a:cubicBezTo>
                  <a:pt x="636" y="236"/>
                  <a:pt x="626" y="224"/>
                  <a:pt x="616" y="205"/>
                </a:cubicBezTo>
                <a:lnTo>
                  <a:pt x="613" y="198"/>
                </a:lnTo>
                <a:lnTo>
                  <a:pt x="433" y="241"/>
                </a:lnTo>
                <a:cubicBezTo>
                  <a:pt x="291" y="201"/>
                  <a:pt x="147" y="167"/>
                  <a:pt x="4" y="130"/>
                </a:cubicBezTo>
                <a:lnTo>
                  <a:pt x="0" y="129"/>
                </a:lnTo>
                <a:lnTo>
                  <a:pt x="0" y="114"/>
                </a:lnTo>
                <a:lnTo>
                  <a:pt x="424" y="226"/>
                </a:lnTo>
                <a:lnTo>
                  <a:pt x="607" y="180"/>
                </a:lnTo>
                <a:lnTo>
                  <a:pt x="603" y="172"/>
                </a:lnTo>
                <a:lnTo>
                  <a:pt x="602" y="162"/>
                </a:lnTo>
                <a:lnTo>
                  <a:pt x="597" y="155"/>
                </a:lnTo>
                <a:lnTo>
                  <a:pt x="587" y="153"/>
                </a:lnTo>
                <a:lnTo>
                  <a:pt x="434" y="191"/>
                </a:lnTo>
                <a:lnTo>
                  <a:pt x="428" y="192"/>
                </a:lnTo>
                <a:lnTo>
                  <a:pt x="412" y="190"/>
                </a:lnTo>
                <a:lnTo>
                  <a:pt x="391" y="185"/>
                </a:lnTo>
                <a:lnTo>
                  <a:pt x="362" y="180"/>
                </a:lnTo>
                <a:lnTo>
                  <a:pt x="330" y="173"/>
                </a:lnTo>
                <a:lnTo>
                  <a:pt x="294" y="166"/>
                </a:lnTo>
                <a:lnTo>
                  <a:pt x="255" y="156"/>
                </a:lnTo>
                <a:cubicBezTo>
                  <a:pt x="174" y="139"/>
                  <a:pt x="93" y="117"/>
                  <a:pt x="11" y="99"/>
                </a:cubicBezTo>
                <a:lnTo>
                  <a:pt x="7" y="97"/>
                </a:lnTo>
                <a:lnTo>
                  <a:pt x="4" y="97"/>
                </a:lnTo>
                <a:lnTo>
                  <a:pt x="3" y="93"/>
                </a:lnTo>
                <a:lnTo>
                  <a:pt x="3" y="81"/>
                </a:lnTo>
                <a:lnTo>
                  <a:pt x="424" y="177"/>
                </a:lnTo>
                <a:lnTo>
                  <a:pt x="586" y="137"/>
                </a:lnTo>
                <a:cubicBezTo>
                  <a:pt x="608" y="124"/>
                  <a:pt x="632" y="117"/>
                  <a:pt x="655" y="107"/>
                </a:cubicBezTo>
                <a:lnTo>
                  <a:pt x="663" y="105"/>
                </a:lnTo>
                <a:lnTo>
                  <a:pt x="665" y="108"/>
                </a:lnTo>
                <a:lnTo>
                  <a:pt x="665" y="113"/>
                </a:lnTo>
                <a:lnTo>
                  <a:pt x="662" y="115"/>
                </a:lnTo>
                <a:lnTo>
                  <a:pt x="657" y="120"/>
                </a:lnTo>
                <a:lnTo>
                  <a:pt x="654" y="123"/>
                </a:lnTo>
                <a:cubicBezTo>
                  <a:pt x="633" y="137"/>
                  <a:pt x="621" y="153"/>
                  <a:pt x="637" y="178"/>
                </a:cubicBezTo>
                <a:lnTo>
                  <a:pt x="644" y="187"/>
                </a:lnTo>
                <a:lnTo>
                  <a:pt x="652" y="199"/>
                </a:lnTo>
                <a:cubicBezTo>
                  <a:pt x="677" y="235"/>
                  <a:pt x="716" y="274"/>
                  <a:pt x="751" y="299"/>
                </a:cubicBezTo>
                <a:lnTo>
                  <a:pt x="766" y="310"/>
                </a:lnTo>
                <a:lnTo>
                  <a:pt x="788" y="317"/>
                </a:lnTo>
                <a:lnTo>
                  <a:pt x="799" y="319"/>
                </a:lnTo>
                <a:cubicBezTo>
                  <a:pt x="844" y="329"/>
                  <a:pt x="863" y="324"/>
                  <a:pt x="903" y="299"/>
                </a:cubicBezTo>
                <a:lnTo>
                  <a:pt x="919" y="289"/>
                </a:lnTo>
                <a:lnTo>
                  <a:pt x="943" y="268"/>
                </a:lnTo>
                <a:lnTo>
                  <a:pt x="954" y="256"/>
                </a:lnTo>
                <a:lnTo>
                  <a:pt x="962" y="243"/>
                </a:lnTo>
                <a:lnTo>
                  <a:pt x="1063" y="19"/>
                </a:lnTo>
                <a:lnTo>
                  <a:pt x="1069" y="16"/>
                </a:lnTo>
                <a:lnTo>
                  <a:pt x="1075" y="11"/>
                </a:lnTo>
                <a:lnTo>
                  <a:pt x="1087" y="4"/>
                </a:lnTo>
                <a:lnTo>
                  <a:pt x="1093" y="1"/>
                </a:lnTo>
                <a:lnTo>
                  <a:pt x="1101" y="0"/>
                </a:lnTo>
                <a:lnTo>
                  <a:pt x="1108" y="1"/>
                </a:lnTo>
              </a:path>
              <a:path w="1635" h="510">
                <a:moveTo>
                  <a:pt x="1362" y="510"/>
                </a:moveTo>
                <a:lnTo>
                  <a:pt x="1340" y="510"/>
                </a:lnTo>
                <a:lnTo>
                  <a:pt x="1342" y="496"/>
                </a:lnTo>
                <a:cubicBezTo>
                  <a:pt x="1363" y="383"/>
                  <a:pt x="1381" y="266"/>
                  <a:pt x="1416" y="156"/>
                </a:cubicBezTo>
                <a:lnTo>
                  <a:pt x="1428" y="124"/>
                </a:lnTo>
                <a:lnTo>
                  <a:pt x="1442" y="120"/>
                </a:lnTo>
                <a:cubicBezTo>
                  <a:pt x="1474" y="110"/>
                  <a:pt x="1506" y="105"/>
                  <a:pt x="1539" y="112"/>
                </a:cubicBezTo>
                <a:lnTo>
                  <a:pt x="1555" y="117"/>
                </a:lnTo>
                <a:lnTo>
                  <a:pt x="1513" y="318"/>
                </a:lnTo>
                <a:lnTo>
                  <a:pt x="1525" y="315"/>
                </a:lnTo>
                <a:lnTo>
                  <a:pt x="1538" y="310"/>
                </a:lnTo>
                <a:lnTo>
                  <a:pt x="1550" y="305"/>
                </a:lnTo>
                <a:lnTo>
                  <a:pt x="1564" y="299"/>
                </a:lnTo>
                <a:lnTo>
                  <a:pt x="1576" y="291"/>
                </a:lnTo>
                <a:lnTo>
                  <a:pt x="1587" y="283"/>
                </a:lnTo>
                <a:lnTo>
                  <a:pt x="1596" y="274"/>
                </a:lnTo>
                <a:lnTo>
                  <a:pt x="1600" y="265"/>
                </a:lnTo>
                <a:lnTo>
                  <a:pt x="1603" y="245"/>
                </a:lnTo>
                <a:lnTo>
                  <a:pt x="1609" y="198"/>
                </a:lnTo>
                <a:cubicBezTo>
                  <a:pt x="1609" y="160"/>
                  <a:pt x="1627" y="119"/>
                  <a:pt x="1611" y="82"/>
                </a:cubicBezTo>
                <a:lnTo>
                  <a:pt x="1608" y="70"/>
                </a:lnTo>
                <a:lnTo>
                  <a:pt x="1602" y="58"/>
                </a:lnTo>
                <a:lnTo>
                  <a:pt x="1593" y="47"/>
                </a:lnTo>
                <a:lnTo>
                  <a:pt x="1584" y="37"/>
                </a:lnTo>
                <a:lnTo>
                  <a:pt x="1572" y="28"/>
                </a:lnTo>
                <a:lnTo>
                  <a:pt x="1550" y="24"/>
                </a:lnTo>
                <a:lnTo>
                  <a:pt x="1528" y="22"/>
                </a:lnTo>
                <a:lnTo>
                  <a:pt x="1508" y="21"/>
                </a:lnTo>
                <a:lnTo>
                  <a:pt x="1447" y="21"/>
                </a:lnTo>
                <a:cubicBezTo>
                  <a:pt x="1409" y="24"/>
                  <a:pt x="1380" y="27"/>
                  <a:pt x="1344" y="36"/>
                </a:cubicBezTo>
                <a:lnTo>
                  <a:pt x="1324" y="40"/>
                </a:lnTo>
                <a:lnTo>
                  <a:pt x="1305" y="46"/>
                </a:lnTo>
                <a:lnTo>
                  <a:pt x="1286" y="51"/>
                </a:lnTo>
                <a:lnTo>
                  <a:pt x="1267" y="57"/>
                </a:lnTo>
                <a:lnTo>
                  <a:pt x="1249" y="63"/>
                </a:lnTo>
                <a:lnTo>
                  <a:pt x="1222" y="73"/>
                </a:lnTo>
                <a:cubicBezTo>
                  <a:pt x="1198" y="84"/>
                  <a:pt x="1171" y="109"/>
                  <a:pt x="1162" y="135"/>
                </a:cubicBezTo>
                <a:lnTo>
                  <a:pt x="1156" y="149"/>
                </a:lnTo>
                <a:lnTo>
                  <a:pt x="1149" y="163"/>
                </a:lnTo>
                <a:lnTo>
                  <a:pt x="1129" y="264"/>
                </a:lnTo>
                <a:lnTo>
                  <a:pt x="1129" y="279"/>
                </a:lnTo>
                <a:lnTo>
                  <a:pt x="1134" y="307"/>
                </a:lnTo>
                <a:lnTo>
                  <a:pt x="1137" y="321"/>
                </a:lnTo>
                <a:lnTo>
                  <a:pt x="1143" y="333"/>
                </a:lnTo>
                <a:lnTo>
                  <a:pt x="1152" y="345"/>
                </a:lnTo>
                <a:lnTo>
                  <a:pt x="1162" y="355"/>
                </a:lnTo>
                <a:cubicBezTo>
                  <a:pt x="1203" y="376"/>
                  <a:pt x="1264" y="383"/>
                  <a:pt x="1310" y="375"/>
                </a:cubicBezTo>
                <a:lnTo>
                  <a:pt x="1320" y="373"/>
                </a:lnTo>
                <a:lnTo>
                  <a:pt x="1341" y="369"/>
                </a:lnTo>
                <a:lnTo>
                  <a:pt x="1344" y="372"/>
                </a:lnTo>
                <a:lnTo>
                  <a:pt x="1344" y="376"/>
                </a:lnTo>
                <a:lnTo>
                  <a:pt x="1342" y="381"/>
                </a:lnTo>
                <a:lnTo>
                  <a:pt x="1341" y="383"/>
                </a:lnTo>
                <a:cubicBezTo>
                  <a:pt x="1316" y="390"/>
                  <a:pt x="1290" y="395"/>
                  <a:pt x="1263" y="395"/>
                </a:cubicBezTo>
                <a:lnTo>
                  <a:pt x="1255" y="396"/>
                </a:lnTo>
                <a:lnTo>
                  <a:pt x="1245" y="396"/>
                </a:lnTo>
                <a:cubicBezTo>
                  <a:pt x="1212" y="394"/>
                  <a:pt x="1178" y="390"/>
                  <a:pt x="1148" y="375"/>
                </a:cubicBezTo>
                <a:lnTo>
                  <a:pt x="1136" y="367"/>
                </a:lnTo>
                <a:lnTo>
                  <a:pt x="1125" y="360"/>
                </a:lnTo>
                <a:lnTo>
                  <a:pt x="1116" y="352"/>
                </a:lnTo>
                <a:lnTo>
                  <a:pt x="1108" y="342"/>
                </a:lnTo>
                <a:cubicBezTo>
                  <a:pt x="1076" y="266"/>
                  <a:pt x="1104" y="162"/>
                  <a:pt x="1142" y="91"/>
                </a:cubicBezTo>
                <a:lnTo>
                  <a:pt x="1148" y="83"/>
                </a:lnTo>
                <a:lnTo>
                  <a:pt x="1155" y="76"/>
                </a:lnTo>
                <a:cubicBezTo>
                  <a:pt x="1179" y="52"/>
                  <a:pt x="1200" y="47"/>
                  <a:pt x="1232" y="39"/>
                </a:cubicBezTo>
                <a:lnTo>
                  <a:pt x="1256" y="34"/>
                </a:lnTo>
                <a:lnTo>
                  <a:pt x="1269" y="31"/>
                </a:lnTo>
                <a:lnTo>
                  <a:pt x="1284" y="29"/>
                </a:lnTo>
                <a:lnTo>
                  <a:pt x="1299" y="25"/>
                </a:lnTo>
                <a:cubicBezTo>
                  <a:pt x="1383" y="15"/>
                  <a:pt x="1501" y="-11"/>
                  <a:pt x="1581" y="16"/>
                </a:cubicBezTo>
                <a:lnTo>
                  <a:pt x="1594" y="22"/>
                </a:lnTo>
                <a:lnTo>
                  <a:pt x="1608" y="31"/>
                </a:lnTo>
                <a:lnTo>
                  <a:pt x="1617" y="42"/>
                </a:lnTo>
                <a:lnTo>
                  <a:pt x="1627" y="58"/>
                </a:lnTo>
                <a:lnTo>
                  <a:pt x="1632" y="77"/>
                </a:lnTo>
                <a:lnTo>
                  <a:pt x="1634" y="99"/>
                </a:lnTo>
                <a:lnTo>
                  <a:pt x="1635" y="120"/>
                </a:lnTo>
                <a:lnTo>
                  <a:pt x="1635" y="143"/>
                </a:lnTo>
                <a:lnTo>
                  <a:pt x="1633" y="166"/>
                </a:lnTo>
                <a:lnTo>
                  <a:pt x="1633" y="207"/>
                </a:lnTo>
                <a:lnTo>
                  <a:pt x="1630" y="222"/>
                </a:lnTo>
                <a:lnTo>
                  <a:pt x="1629" y="238"/>
                </a:lnTo>
                <a:lnTo>
                  <a:pt x="1628" y="252"/>
                </a:lnTo>
                <a:cubicBezTo>
                  <a:pt x="1616" y="309"/>
                  <a:pt x="1587" y="309"/>
                  <a:pt x="1545" y="331"/>
                </a:cubicBezTo>
                <a:lnTo>
                  <a:pt x="1536" y="335"/>
                </a:lnTo>
                <a:lnTo>
                  <a:pt x="1527" y="339"/>
                </a:lnTo>
                <a:lnTo>
                  <a:pt x="1518" y="342"/>
                </a:lnTo>
                <a:lnTo>
                  <a:pt x="1508" y="345"/>
                </a:lnTo>
                <a:lnTo>
                  <a:pt x="1471" y="510"/>
                </a:lnTo>
                <a:lnTo>
                  <a:pt x="1453" y="510"/>
                </a:lnTo>
                <a:lnTo>
                  <a:pt x="1534" y="124"/>
                </a:lnTo>
                <a:lnTo>
                  <a:pt x="1526" y="123"/>
                </a:lnTo>
                <a:cubicBezTo>
                  <a:pt x="1498" y="121"/>
                  <a:pt x="1471" y="130"/>
                  <a:pt x="1443" y="135"/>
                </a:cubicBezTo>
                <a:lnTo>
                  <a:pt x="1435" y="138"/>
                </a:lnTo>
              </a:path>
            </a:pathLst>
          </a:custGeom>
          <a:solidFill>
            <a:srgbClr val="000000">
              <a:alpha val="100000"/>
            </a:srgbClr>
          </a:solidFill>
          <a:ln cap="flat">
            <a:noFill/>
            <a:prstDash val="solid"/>
            <a:miter lim="0"/>
          </a:ln>
        </p:spPr>
        <p:txBody>
          <a:bodyPr rtlCol="0"/>
          <a:lstStyle/>
          <a:p>
            <a:pPr algn="ctr"/>
            <a:endParaRPr lang="zh-CN" altLang="en-US" sz="1635"/>
          </a:p>
        </p:txBody>
      </p:sp>
      <p:pic>
        <p:nvPicPr>
          <p:cNvPr id="332" name="picture 332"/>
          <p:cNvPicPr>
            <a:picLocks noChangeAspect="1"/>
          </p:cNvPicPr>
          <p:nvPr/>
        </p:nvPicPr>
        <p:blipFill>
          <a:blip r:embed="rId9"/>
          <a:stretch>
            <a:fillRect/>
          </a:stretch>
        </p:blipFill>
        <p:spPr>
          <a:xfrm rot="21600000">
            <a:off x="2377459" y="2922254"/>
            <a:ext cx="854485" cy="304185"/>
          </a:xfrm>
          <a:prstGeom prst="rect">
            <a:avLst/>
          </a:prstGeom>
        </p:spPr>
      </p:pic>
      <p:sp>
        <p:nvSpPr>
          <p:cNvPr id="334" name="path"/>
          <p:cNvSpPr/>
          <p:nvPr/>
        </p:nvSpPr>
        <p:spPr>
          <a:xfrm>
            <a:off x="9550705" y="4843462"/>
            <a:ext cx="754173" cy="322851"/>
          </a:xfrm>
          <a:custGeom>
            <a:avLst/>
            <a:gdLst/>
            <a:ahLst/>
            <a:cxnLst/>
            <a:rect l="0" t="0" r="0" b="0"/>
            <a:pathLst>
              <a:path w="1309" h="560">
                <a:moveTo>
                  <a:pt x="699" y="457"/>
                </a:moveTo>
                <a:lnTo>
                  <a:pt x="721" y="27"/>
                </a:lnTo>
                <a:lnTo>
                  <a:pt x="135" y="21"/>
                </a:lnTo>
                <a:lnTo>
                  <a:pt x="151" y="490"/>
                </a:lnTo>
                <a:lnTo>
                  <a:pt x="147" y="493"/>
                </a:lnTo>
                <a:lnTo>
                  <a:pt x="141" y="495"/>
                </a:lnTo>
                <a:lnTo>
                  <a:pt x="134" y="495"/>
                </a:lnTo>
                <a:lnTo>
                  <a:pt x="130" y="494"/>
                </a:lnTo>
                <a:lnTo>
                  <a:pt x="103" y="34"/>
                </a:lnTo>
                <a:lnTo>
                  <a:pt x="16" y="93"/>
                </a:lnTo>
                <a:lnTo>
                  <a:pt x="20" y="162"/>
                </a:lnTo>
                <a:lnTo>
                  <a:pt x="26" y="314"/>
                </a:lnTo>
                <a:lnTo>
                  <a:pt x="34" y="467"/>
                </a:lnTo>
                <a:lnTo>
                  <a:pt x="38" y="540"/>
                </a:lnTo>
                <a:lnTo>
                  <a:pt x="50" y="536"/>
                </a:lnTo>
                <a:cubicBezTo>
                  <a:pt x="75" y="527"/>
                  <a:pt x="100" y="521"/>
                  <a:pt x="125" y="513"/>
                </a:cubicBezTo>
                <a:lnTo>
                  <a:pt x="129" y="513"/>
                </a:lnTo>
                <a:lnTo>
                  <a:pt x="117" y="520"/>
                </a:lnTo>
                <a:cubicBezTo>
                  <a:pt x="92" y="532"/>
                  <a:pt x="60" y="543"/>
                  <a:pt x="34" y="554"/>
                </a:cubicBezTo>
                <a:lnTo>
                  <a:pt x="22" y="560"/>
                </a:lnTo>
                <a:lnTo>
                  <a:pt x="19" y="540"/>
                </a:lnTo>
                <a:cubicBezTo>
                  <a:pt x="6" y="400"/>
                  <a:pt x="0" y="250"/>
                  <a:pt x="0" y="110"/>
                </a:cubicBezTo>
                <a:lnTo>
                  <a:pt x="1" y="80"/>
                </a:lnTo>
                <a:lnTo>
                  <a:pt x="110" y="0"/>
                </a:lnTo>
                <a:lnTo>
                  <a:pt x="742" y="12"/>
                </a:lnTo>
                <a:lnTo>
                  <a:pt x="742" y="31"/>
                </a:lnTo>
                <a:cubicBezTo>
                  <a:pt x="734" y="170"/>
                  <a:pt x="726" y="308"/>
                  <a:pt x="717" y="447"/>
                </a:cubicBezTo>
                <a:lnTo>
                  <a:pt x="715" y="465"/>
                </a:lnTo>
              </a:path>
              <a:path w="1309" h="560">
                <a:moveTo>
                  <a:pt x="1258" y="470"/>
                </a:moveTo>
                <a:lnTo>
                  <a:pt x="1254" y="467"/>
                </a:lnTo>
                <a:lnTo>
                  <a:pt x="1249" y="466"/>
                </a:lnTo>
                <a:cubicBezTo>
                  <a:pt x="1214" y="425"/>
                  <a:pt x="1202" y="404"/>
                  <a:pt x="1190" y="349"/>
                </a:cubicBezTo>
                <a:lnTo>
                  <a:pt x="1186" y="335"/>
                </a:lnTo>
                <a:lnTo>
                  <a:pt x="1177" y="329"/>
                </a:lnTo>
                <a:lnTo>
                  <a:pt x="1166" y="323"/>
                </a:lnTo>
                <a:lnTo>
                  <a:pt x="1158" y="319"/>
                </a:lnTo>
                <a:lnTo>
                  <a:pt x="1148" y="311"/>
                </a:lnTo>
                <a:lnTo>
                  <a:pt x="1129" y="299"/>
                </a:lnTo>
                <a:lnTo>
                  <a:pt x="1120" y="292"/>
                </a:lnTo>
                <a:lnTo>
                  <a:pt x="1114" y="285"/>
                </a:lnTo>
                <a:lnTo>
                  <a:pt x="1105" y="285"/>
                </a:lnTo>
                <a:lnTo>
                  <a:pt x="1095" y="283"/>
                </a:lnTo>
                <a:lnTo>
                  <a:pt x="1085" y="280"/>
                </a:lnTo>
                <a:lnTo>
                  <a:pt x="1076" y="277"/>
                </a:lnTo>
                <a:lnTo>
                  <a:pt x="1069" y="272"/>
                </a:lnTo>
                <a:lnTo>
                  <a:pt x="1061" y="268"/>
                </a:lnTo>
                <a:lnTo>
                  <a:pt x="1057" y="265"/>
                </a:lnTo>
                <a:lnTo>
                  <a:pt x="1055" y="263"/>
                </a:lnTo>
                <a:lnTo>
                  <a:pt x="1059" y="262"/>
                </a:lnTo>
                <a:lnTo>
                  <a:pt x="1064" y="263"/>
                </a:lnTo>
                <a:lnTo>
                  <a:pt x="1068" y="263"/>
                </a:lnTo>
                <a:cubicBezTo>
                  <a:pt x="1075" y="264"/>
                  <a:pt x="1083" y="266"/>
                  <a:pt x="1090" y="263"/>
                </a:cubicBezTo>
                <a:lnTo>
                  <a:pt x="1102" y="255"/>
                </a:lnTo>
                <a:lnTo>
                  <a:pt x="1110" y="247"/>
                </a:lnTo>
                <a:cubicBezTo>
                  <a:pt x="1116" y="223"/>
                  <a:pt x="1119" y="229"/>
                  <a:pt x="1108" y="202"/>
                </a:cubicBezTo>
                <a:lnTo>
                  <a:pt x="1105" y="196"/>
                </a:lnTo>
                <a:lnTo>
                  <a:pt x="1101" y="191"/>
                </a:lnTo>
                <a:lnTo>
                  <a:pt x="1096" y="187"/>
                </a:lnTo>
                <a:cubicBezTo>
                  <a:pt x="1039" y="171"/>
                  <a:pt x="972" y="173"/>
                  <a:pt x="914" y="148"/>
                </a:cubicBezTo>
                <a:lnTo>
                  <a:pt x="903" y="143"/>
                </a:lnTo>
                <a:lnTo>
                  <a:pt x="892" y="137"/>
                </a:lnTo>
                <a:lnTo>
                  <a:pt x="885" y="159"/>
                </a:lnTo>
                <a:lnTo>
                  <a:pt x="879" y="182"/>
                </a:lnTo>
                <a:cubicBezTo>
                  <a:pt x="862" y="237"/>
                  <a:pt x="872" y="319"/>
                  <a:pt x="918" y="361"/>
                </a:cubicBezTo>
                <a:lnTo>
                  <a:pt x="928" y="371"/>
                </a:lnTo>
                <a:lnTo>
                  <a:pt x="940" y="381"/>
                </a:lnTo>
                <a:lnTo>
                  <a:pt x="954" y="391"/>
                </a:lnTo>
                <a:lnTo>
                  <a:pt x="968" y="398"/>
                </a:lnTo>
                <a:lnTo>
                  <a:pt x="986" y="403"/>
                </a:lnTo>
                <a:lnTo>
                  <a:pt x="990" y="403"/>
                </a:lnTo>
                <a:lnTo>
                  <a:pt x="995" y="401"/>
                </a:lnTo>
                <a:lnTo>
                  <a:pt x="1005" y="399"/>
                </a:lnTo>
                <a:lnTo>
                  <a:pt x="1009" y="398"/>
                </a:lnTo>
                <a:lnTo>
                  <a:pt x="1014" y="397"/>
                </a:lnTo>
                <a:lnTo>
                  <a:pt x="1016" y="398"/>
                </a:lnTo>
                <a:lnTo>
                  <a:pt x="1018" y="400"/>
                </a:lnTo>
                <a:lnTo>
                  <a:pt x="1014" y="404"/>
                </a:lnTo>
                <a:lnTo>
                  <a:pt x="1008" y="405"/>
                </a:lnTo>
                <a:cubicBezTo>
                  <a:pt x="981" y="418"/>
                  <a:pt x="951" y="400"/>
                  <a:pt x="927" y="388"/>
                </a:cubicBezTo>
                <a:lnTo>
                  <a:pt x="913" y="380"/>
                </a:lnTo>
                <a:lnTo>
                  <a:pt x="901" y="371"/>
                </a:lnTo>
                <a:cubicBezTo>
                  <a:pt x="864" y="340"/>
                  <a:pt x="842" y="298"/>
                  <a:pt x="838" y="249"/>
                </a:cubicBezTo>
                <a:lnTo>
                  <a:pt x="838" y="189"/>
                </a:lnTo>
                <a:lnTo>
                  <a:pt x="832" y="189"/>
                </a:lnTo>
                <a:cubicBezTo>
                  <a:pt x="822" y="190"/>
                  <a:pt x="810" y="188"/>
                  <a:pt x="801" y="183"/>
                </a:cubicBezTo>
                <a:lnTo>
                  <a:pt x="799" y="179"/>
                </a:lnTo>
                <a:lnTo>
                  <a:pt x="841" y="169"/>
                </a:lnTo>
                <a:lnTo>
                  <a:pt x="848" y="140"/>
                </a:lnTo>
                <a:lnTo>
                  <a:pt x="853" y="125"/>
                </a:lnTo>
                <a:lnTo>
                  <a:pt x="865" y="113"/>
                </a:lnTo>
                <a:lnTo>
                  <a:pt x="858" y="107"/>
                </a:lnTo>
                <a:cubicBezTo>
                  <a:pt x="820" y="66"/>
                  <a:pt x="851" y="27"/>
                  <a:pt x="892" y="8"/>
                </a:cubicBezTo>
                <a:lnTo>
                  <a:pt x="902" y="4"/>
                </a:lnTo>
                <a:lnTo>
                  <a:pt x="907" y="9"/>
                </a:lnTo>
                <a:lnTo>
                  <a:pt x="907" y="13"/>
                </a:lnTo>
                <a:lnTo>
                  <a:pt x="904" y="16"/>
                </a:lnTo>
                <a:lnTo>
                  <a:pt x="900" y="20"/>
                </a:lnTo>
                <a:lnTo>
                  <a:pt x="894" y="22"/>
                </a:lnTo>
                <a:lnTo>
                  <a:pt x="889" y="27"/>
                </a:lnTo>
                <a:lnTo>
                  <a:pt x="883" y="31"/>
                </a:lnTo>
                <a:lnTo>
                  <a:pt x="880" y="35"/>
                </a:lnTo>
                <a:lnTo>
                  <a:pt x="875" y="51"/>
                </a:lnTo>
                <a:lnTo>
                  <a:pt x="877" y="68"/>
                </a:lnTo>
                <a:lnTo>
                  <a:pt x="881" y="83"/>
                </a:lnTo>
                <a:lnTo>
                  <a:pt x="890" y="97"/>
                </a:lnTo>
                <a:lnTo>
                  <a:pt x="902" y="107"/>
                </a:lnTo>
                <a:cubicBezTo>
                  <a:pt x="939" y="139"/>
                  <a:pt x="992" y="143"/>
                  <a:pt x="1038" y="153"/>
                </a:cubicBezTo>
                <a:lnTo>
                  <a:pt x="1054" y="155"/>
                </a:lnTo>
                <a:lnTo>
                  <a:pt x="1071" y="159"/>
                </a:lnTo>
                <a:lnTo>
                  <a:pt x="1087" y="163"/>
                </a:lnTo>
                <a:lnTo>
                  <a:pt x="1102" y="169"/>
                </a:lnTo>
                <a:cubicBezTo>
                  <a:pt x="1140" y="187"/>
                  <a:pt x="1158" y="177"/>
                  <a:pt x="1190" y="205"/>
                </a:cubicBezTo>
                <a:lnTo>
                  <a:pt x="1202" y="219"/>
                </a:lnTo>
                <a:lnTo>
                  <a:pt x="1203" y="226"/>
                </a:lnTo>
                <a:lnTo>
                  <a:pt x="1203" y="235"/>
                </a:lnTo>
                <a:lnTo>
                  <a:pt x="1198" y="239"/>
                </a:lnTo>
                <a:lnTo>
                  <a:pt x="1191" y="245"/>
                </a:lnTo>
                <a:lnTo>
                  <a:pt x="1185" y="245"/>
                </a:lnTo>
                <a:lnTo>
                  <a:pt x="1180" y="243"/>
                </a:lnTo>
                <a:lnTo>
                  <a:pt x="1174" y="241"/>
                </a:lnTo>
                <a:lnTo>
                  <a:pt x="1170" y="238"/>
                </a:lnTo>
                <a:lnTo>
                  <a:pt x="1164" y="235"/>
                </a:lnTo>
                <a:lnTo>
                  <a:pt x="1160" y="231"/>
                </a:lnTo>
                <a:lnTo>
                  <a:pt x="1158" y="230"/>
                </a:lnTo>
                <a:lnTo>
                  <a:pt x="1156" y="229"/>
                </a:lnTo>
                <a:lnTo>
                  <a:pt x="1161" y="231"/>
                </a:lnTo>
                <a:lnTo>
                  <a:pt x="1171" y="236"/>
                </a:lnTo>
                <a:lnTo>
                  <a:pt x="1177" y="236"/>
                </a:lnTo>
                <a:lnTo>
                  <a:pt x="1181" y="233"/>
                </a:lnTo>
                <a:lnTo>
                  <a:pt x="1184" y="230"/>
                </a:lnTo>
                <a:lnTo>
                  <a:pt x="1184" y="221"/>
                </a:lnTo>
                <a:lnTo>
                  <a:pt x="1178" y="219"/>
                </a:lnTo>
                <a:lnTo>
                  <a:pt x="1173" y="214"/>
                </a:lnTo>
                <a:lnTo>
                  <a:pt x="1167" y="211"/>
                </a:lnTo>
                <a:lnTo>
                  <a:pt x="1160" y="206"/>
                </a:lnTo>
                <a:lnTo>
                  <a:pt x="1154" y="202"/>
                </a:lnTo>
                <a:lnTo>
                  <a:pt x="1148" y="200"/>
                </a:lnTo>
                <a:lnTo>
                  <a:pt x="1140" y="197"/>
                </a:lnTo>
                <a:lnTo>
                  <a:pt x="1132" y="197"/>
                </a:lnTo>
                <a:lnTo>
                  <a:pt x="1138" y="211"/>
                </a:lnTo>
                <a:lnTo>
                  <a:pt x="1141" y="224"/>
                </a:lnTo>
                <a:cubicBezTo>
                  <a:pt x="1146" y="271"/>
                  <a:pt x="1138" y="278"/>
                  <a:pt x="1180" y="309"/>
                </a:cubicBezTo>
                <a:lnTo>
                  <a:pt x="1191" y="319"/>
                </a:lnTo>
                <a:lnTo>
                  <a:pt x="1202" y="327"/>
                </a:lnTo>
                <a:lnTo>
                  <a:pt x="1215" y="334"/>
                </a:lnTo>
                <a:lnTo>
                  <a:pt x="1227" y="340"/>
                </a:lnTo>
                <a:lnTo>
                  <a:pt x="1241" y="345"/>
                </a:lnTo>
                <a:lnTo>
                  <a:pt x="1256" y="347"/>
                </a:lnTo>
                <a:lnTo>
                  <a:pt x="1273" y="346"/>
                </a:lnTo>
                <a:lnTo>
                  <a:pt x="1275" y="345"/>
                </a:lnTo>
                <a:lnTo>
                  <a:pt x="1279" y="343"/>
                </a:lnTo>
                <a:lnTo>
                  <a:pt x="1282" y="341"/>
                </a:lnTo>
                <a:lnTo>
                  <a:pt x="1285" y="339"/>
                </a:lnTo>
                <a:lnTo>
                  <a:pt x="1281" y="337"/>
                </a:lnTo>
                <a:lnTo>
                  <a:pt x="1276" y="335"/>
                </a:lnTo>
                <a:lnTo>
                  <a:pt x="1273" y="334"/>
                </a:lnTo>
                <a:lnTo>
                  <a:pt x="1273" y="331"/>
                </a:lnTo>
                <a:lnTo>
                  <a:pt x="1278" y="328"/>
                </a:lnTo>
                <a:cubicBezTo>
                  <a:pt x="1326" y="317"/>
                  <a:pt x="1312" y="396"/>
                  <a:pt x="1215" y="352"/>
                </a:cubicBezTo>
                <a:lnTo>
                  <a:pt x="1208" y="349"/>
                </a:lnTo>
                <a:lnTo>
                  <a:pt x="1213" y="361"/>
                </a:lnTo>
                <a:cubicBezTo>
                  <a:pt x="1225" y="388"/>
                  <a:pt x="1243" y="409"/>
                  <a:pt x="1261" y="433"/>
                </a:cubicBezTo>
                <a:lnTo>
                  <a:pt x="1270" y="443"/>
                </a:lnTo>
              </a:path>
            </a:pathLst>
          </a:custGeom>
          <a:solidFill>
            <a:srgbClr val="000000">
              <a:alpha val="100000"/>
            </a:srgbClr>
          </a:solidFill>
          <a:ln cap="flat">
            <a:noFill/>
            <a:prstDash val="solid"/>
            <a:miter lim="0"/>
          </a:ln>
        </p:spPr>
        <p:txBody>
          <a:bodyPr rtlCol="0"/>
          <a:lstStyle/>
          <a:p>
            <a:pPr algn="ctr"/>
            <a:endParaRPr lang="zh-CN" altLang="en-US" sz="1635"/>
          </a:p>
        </p:txBody>
      </p:sp>
      <p:grpSp>
        <p:nvGrpSpPr>
          <p:cNvPr id="26" name="group 26"/>
          <p:cNvGrpSpPr/>
          <p:nvPr/>
        </p:nvGrpSpPr>
        <p:grpSpPr>
          <a:xfrm rot="21600000">
            <a:off x="2955578" y="5013701"/>
            <a:ext cx="390542" cy="590225"/>
            <a:chOff x="0" y="0"/>
            <a:chExt cx="430464" cy="650559"/>
          </a:xfrm>
        </p:grpSpPr>
        <p:sp>
          <p:nvSpPr>
            <p:cNvPr id="336" name="path"/>
            <p:cNvSpPr/>
            <p:nvPr/>
          </p:nvSpPr>
          <p:spPr>
            <a:xfrm>
              <a:off x="0" y="0"/>
              <a:ext cx="430464" cy="650559"/>
            </a:xfrm>
            <a:custGeom>
              <a:avLst/>
              <a:gdLst/>
              <a:ahLst/>
              <a:cxnLst/>
              <a:rect l="0" t="0" r="0" b="0"/>
              <a:pathLst>
                <a:path w="677" h="1024">
                  <a:moveTo>
                    <a:pt x="161" y="74"/>
                  </a:moveTo>
                  <a:lnTo>
                    <a:pt x="159" y="77"/>
                  </a:lnTo>
                  <a:lnTo>
                    <a:pt x="150" y="89"/>
                  </a:lnTo>
                  <a:lnTo>
                    <a:pt x="138" y="108"/>
                  </a:lnTo>
                  <a:cubicBezTo>
                    <a:pt x="62" y="234"/>
                    <a:pt x="-40" y="440"/>
                    <a:pt x="24" y="586"/>
                  </a:cubicBezTo>
                  <a:lnTo>
                    <a:pt x="47" y="623"/>
                  </a:lnTo>
                  <a:lnTo>
                    <a:pt x="89" y="687"/>
                  </a:lnTo>
                  <a:cubicBezTo>
                    <a:pt x="208" y="892"/>
                    <a:pt x="18" y="872"/>
                    <a:pt x="69" y="928"/>
                  </a:cubicBezTo>
                  <a:lnTo>
                    <a:pt x="77" y="936"/>
                  </a:lnTo>
                  <a:lnTo>
                    <a:pt x="88" y="945"/>
                  </a:lnTo>
                  <a:lnTo>
                    <a:pt x="101" y="952"/>
                  </a:lnTo>
                  <a:lnTo>
                    <a:pt x="117" y="959"/>
                  </a:lnTo>
                  <a:cubicBezTo>
                    <a:pt x="203" y="1000"/>
                    <a:pt x="333" y="1010"/>
                    <a:pt x="429" y="1022"/>
                  </a:cubicBezTo>
                  <a:lnTo>
                    <a:pt x="464" y="1024"/>
                  </a:lnTo>
                  <a:lnTo>
                    <a:pt x="497" y="1022"/>
                  </a:lnTo>
                  <a:lnTo>
                    <a:pt x="528" y="1017"/>
                  </a:lnTo>
                  <a:lnTo>
                    <a:pt x="560" y="1007"/>
                  </a:lnTo>
                  <a:lnTo>
                    <a:pt x="587" y="994"/>
                  </a:lnTo>
                  <a:lnTo>
                    <a:pt x="611" y="974"/>
                  </a:lnTo>
                  <a:lnTo>
                    <a:pt x="633" y="947"/>
                  </a:lnTo>
                  <a:lnTo>
                    <a:pt x="651" y="915"/>
                  </a:lnTo>
                  <a:lnTo>
                    <a:pt x="663" y="874"/>
                  </a:lnTo>
                  <a:cubicBezTo>
                    <a:pt x="689" y="719"/>
                    <a:pt x="658" y="561"/>
                    <a:pt x="659" y="405"/>
                  </a:cubicBezTo>
                  <a:lnTo>
                    <a:pt x="650" y="302"/>
                  </a:lnTo>
                  <a:lnTo>
                    <a:pt x="634" y="210"/>
                  </a:lnTo>
                  <a:lnTo>
                    <a:pt x="614" y="136"/>
                  </a:lnTo>
                  <a:lnTo>
                    <a:pt x="585" y="81"/>
                  </a:lnTo>
                  <a:lnTo>
                    <a:pt x="548" y="46"/>
                  </a:lnTo>
                  <a:cubicBezTo>
                    <a:pt x="463" y="-4"/>
                    <a:pt x="269" y="-15"/>
                    <a:pt x="189" y="46"/>
                  </a:cubicBezTo>
                  <a:lnTo>
                    <a:pt x="173" y="59"/>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338" name="path"/>
            <p:cNvSpPr/>
            <p:nvPr/>
          </p:nvSpPr>
          <p:spPr>
            <a:xfrm>
              <a:off x="9790" y="5715"/>
              <a:ext cx="414496" cy="643320"/>
            </a:xfrm>
            <a:custGeom>
              <a:avLst/>
              <a:gdLst/>
              <a:ahLst/>
              <a:cxnLst/>
              <a:rect l="0" t="0" r="0" b="0"/>
              <a:pathLst>
                <a:path w="652" h="1013">
                  <a:moveTo>
                    <a:pt x="155" y="72"/>
                  </a:moveTo>
                  <a:lnTo>
                    <a:pt x="153" y="75"/>
                  </a:lnTo>
                  <a:lnTo>
                    <a:pt x="145" y="87"/>
                  </a:lnTo>
                  <a:lnTo>
                    <a:pt x="134" y="105"/>
                  </a:lnTo>
                  <a:cubicBezTo>
                    <a:pt x="61" y="229"/>
                    <a:pt x="-38" y="437"/>
                    <a:pt x="23" y="579"/>
                  </a:cubicBezTo>
                  <a:lnTo>
                    <a:pt x="45" y="615"/>
                  </a:lnTo>
                  <a:lnTo>
                    <a:pt x="87" y="679"/>
                  </a:lnTo>
                  <a:lnTo>
                    <a:pt x="113" y="732"/>
                  </a:lnTo>
                  <a:lnTo>
                    <a:pt x="123" y="774"/>
                  </a:lnTo>
                  <a:lnTo>
                    <a:pt x="123" y="807"/>
                  </a:lnTo>
                  <a:lnTo>
                    <a:pt x="115" y="834"/>
                  </a:lnTo>
                  <a:lnTo>
                    <a:pt x="101" y="855"/>
                  </a:lnTo>
                  <a:lnTo>
                    <a:pt x="83" y="871"/>
                  </a:lnTo>
                  <a:lnTo>
                    <a:pt x="68" y="883"/>
                  </a:lnTo>
                  <a:lnTo>
                    <a:pt x="61" y="890"/>
                  </a:lnTo>
                  <a:lnTo>
                    <a:pt x="57" y="897"/>
                  </a:lnTo>
                  <a:lnTo>
                    <a:pt x="56" y="905"/>
                  </a:lnTo>
                  <a:lnTo>
                    <a:pt x="59" y="912"/>
                  </a:lnTo>
                  <a:lnTo>
                    <a:pt x="64" y="920"/>
                  </a:lnTo>
                  <a:lnTo>
                    <a:pt x="73" y="927"/>
                  </a:lnTo>
                  <a:lnTo>
                    <a:pt x="82" y="936"/>
                  </a:lnTo>
                  <a:lnTo>
                    <a:pt x="95" y="943"/>
                  </a:lnTo>
                  <a:lnTo>
                    <a:pt x="111" y="950"/>
                  </a:lnTo>
                  <a:cubicBezTo>
                    <a:pt x="192" y="988"/>
                    <a:pt x="325" y="999"/>
                    <a:pt x="415" y="1010"/>
                  </a:cubicBezTo>
                  <a:lnTo>
                    <a:pt x="447" y="1013"/>
                  </a:lnTo>
                  <a:lnTo>
                    <a:pt x="479" y="1010"/>
                  </a:lnTo>
                  <a:lnTo>
                    <a:pt x="511" y="1005"/>
                  </a:lnTo>
                  <a:lnTo>
                    <a:pt x="539" y="996"/>
                  </a:lnTo>
                  <a:lnTo>
                    <a:pt x="566" y="983"/>
                  </a:lnTo>
                  <a:lnTo>
                    <a:pt x="590" y="962"/>
                  </a:lnTo>
                  <a:lnTo>
                    <a:pt x="610" y="937"/>
                  </a:lnTo>
                  <a:lnTo>
                    <a:pt x="627" y="903"/>
                  </a:lnTo>
                  <a:lnTo>
                    <a:pt x="639" y="863"/>
                  </a:lnTo>
                  <a:cubicBezTo>
                    <a:pt x="660" y="731"/>
                    <a:pt x="638" y="536"/>
                    <a:pt x="637" y="399"/>
                  </a:cubicBezTo>
                  <a:lnTo>
                    <a:pt x="626" y="297"/>
                  </a:lnTo>
                  <a:lnTo>
                    <a:pt x="613" y="209"/>
                  </a:lnTo>
                  <a:lnTo>
                    <a:pt x="593" y="134"/>
                  </a:lnTo>
                  <a:lnTo>
                    <a:pt x="565" y="79"/>
                  </a:lnTo>
                  <a:lnTo>
                    <a:pt x="529" y="44"/>
                  </a:lnTo>
                  <a:cubicBezTo>
                    <a:pt x="448" y="-4"/>
                    <a:pt x="259" y="-13"/>
                    <a:pt x="182" y="44"/>
                  </a:cubicBezTo>
                  <a:lnTo>
                    <a:pt x="166" y="57"/>
                  </a:lnTo>
                </a:path>
              </a:pathLst>
            </a:custGeom>
            <a:solidFill>
              <a:srgbClr val="FCF9F7">
                <a:alpha val="100000"/>
              </a:srgbClr>
            </a:solidFill>
            <a:ln cap="flat">
              <a:noFill/>
              <a:prstDash val="solid"/>
              <a:miter lim="0"/>
            </a:ln>
          </p:spPr>
          <p:txBody>
            <a:bodyPr rtlCol="0"/>
            <a:lstStyle/>
            <a:p>
              <a:pPr algn="ctr"/>
              <a:endParaRPr lang="zh-CN" altLang="en-US" sz="1635"/>
            </a:p>
          </p:txBody>
        </p:sp>
        <p:sp>
          <p:nvSpPr>
            <p:cNvPr id="340" name="path"/>
            <p:cNvSpPr/>
            <p:nvPr/>
          </p:nvSpPr>
          <p:spPr>
            <a:xfrm>
              <a:off x="20446" y="10948"/>
              <a:ext cx="399088" cy="635800"/>
            </a:xfrm>
            <a:custGeom>
              <a:avLst/>
              <a:gdLst/>
              <a:ahLst/>
              <a:cxnLst/>
              <a:rect l="0" t="0" r="0" b="0"/>
              <a:pathLst>
                <a:path w="628" h="1001">
                  <a:moveTo>
                    <a:pt x="149" y="72"/>
                  </a:moveTo>
                  <a:lnTo>
                    <a:pt x="148" y="76"/>
                  </a:lnTo>
                  <a:lnTo>
                    <a:pt x="140" y="86"/>
                  </a:lnTo>
                  <a:lnTo>
                    <a:pt x="128" y="106"/>
                  </a:lnTo>
                  <a:cubicBezTo>
                    <a:pt x="57" y="228"/>
                    <a:pt x="-37" y="434"/>
                    <a:pt x="23" y="574"/>
                  </a:cubicBezTo>
                  <a:lnTo>
                    <a:pt x="44" y="610"/>
                  </a:lnTo>
                  <a:lnTo>
                    <a:pt x="85" y="672"/>
                  </a:lnTo>
                  <a:cubicBezTo>
                    <a:pt x="192" y="879"/>
                    <a:pt x="14" y="856"/>
                    <a:pt x="58" y="911"/>
                  </a:cubicBezTo>
                  <a:lnTo>
                    <a:pt x="65" y="919"/>
                  </a:lnTo>
                  <a:lnTo>
                    <a:pt x="76" y="926"/>
                  </a:lnTo>
                  <a:lnTo>
                    <a:pt x="89" y="934"/>
                  </a:lnTo>
                  <a:lnTo>
                    <a:pt x="104" y="941"/>
                  </a:lnTo>
                  <a:cubicBezTo>
                    <a:pt x="185" y="976"/>
                    <a:pt x="309" y="988"/>
                    <a:pt x="398" y="1000"/>
                  </a:cubicBezTo>
                  <a:lnTo>
                    <a:pt x="430" y="1001"/>
                  </a:lnTo>
                  <a:lnTo>
                    <a:pt x="460" y="1000"/>
                  </a:lnTo>
                  <a:lnTo>
                    <a:pt x="490" y="995"/>
                  </a:lnTo>
                  <a:lnTo>
                    <a:pt x="518" y="985"/>
                  </a:lnTo>
                  <a:lnTo>
                    <a:pt x="544" y="972"/>
                  </a:lnTo>
                  <a:lnTo>
                    <a:pt x="568" y="952"/>
                  </a:lnTo>
                  <a:lnTo>
                    <a:pt x="589" y="928"/>
                  </a:lnTo>
                  <a:lnTo>
                    <a:pt x="604" y="895"/>
                  </a:lnTo>
                  <a:lnTo>
                    <a:pt x="615" y="854"/>
                  </a:lnTo>
                  <a:cubicBezTo>
                    <a:pt x="636" y="703"/>
                    <a:pt x="614" y="548"/>
                    <a:pt x="611" y="396"/>
                  </a:cubicBezTo>
                  <a:lnTo>
                    <a:pt x="603" y="295"/>
                  </a:lnTo>
                  <a:lnTo>
                    <a:pt x="589" y="206"/>
                  </a:lnTo>
                  <a:lnTo>
                    <a:pt x="569" y="133"/>
                  </a:lnTo>
                  <a:lnTo>
                    <a:pt x="544" y="78"/>
                  </a:lnTo>
                  <a:lnTo>
                    <a:pt x="508" y="44"/>
                  </a:lnTo>
                  <a:cubicBezTo>
                    <a:pt x="427" y="-4"/>
                    <a:pt x="253" y="-13"/>
                    <a:pt x="175" y="44"/>
                  </a:cubicBezTo>
                  <a:lnTo>
                    <a:pt x="160" y="56"/>
                  </a:lnTo>
                </a:path>
              </a:pathLst>
            </a:custGeom>
            <a:solidFill>
              <a:srgbClr val="FCF7F2">
                <a:alpha val="100000"/>
              </a:srgbClr>
            </a:solidFill>
            <a:ln cap="flat">
              <a:noFill/>
              <a:prstDash val="solid"/>
              <a:miter lim="0"/>
            </a:ln>
          </p:spPr>
          <p:txBody>
            <a:bodyPr rtlCol="0"/>
            <a:lstStyle/>
            <a:p>
              <a:pPr algn="ctr"/>
              <a:endParaRPr lang="zh-CN" altLang="en-US" sz="1635"/>
            </a:p>
          </p:txBody>
        </p:sp>
        <p:sp>
          <p:nvSpPr>
            <p:cNvPr id="342" name="path"/>
            <p:cNvSpPr/>
            <p:nvPr/>
          </p:nvSpPr>
          <p:spPr>
            <a:xfrm>
              <a:off x="30242" y="16206"/>
              <a:ext cx="383996" cy="629780"/>
            </a:xfrm>
            <a:custGeom>
              <a:avLst/>
              <a:gdLst/>
              <a:ahLst/>
              <a:cxnLst/>
              <a:rect l="0" t="0" r="0" b="0"/>
              <a:pathLst>
                <a:path w="604" h="991">
                  <a:moveTo>
                    <a:pt x="145" y="71"/>
                  </a:moveTo>
                  <a:lnTo>
                    <a:pt x="135" y="85"/>
                  </a:lnTo>
                  <a:lnTo>
                    <a:pt x="124" y="104"/>
                  </a:lnTo>
                  <a:cubicBezTo>
                    <a:pt x="56" y="224"/>
                    <a:pt x="-36" y="432"/>
                    <a:pt x="22" y="568"/>
                  </a:cubicBezTo>
                  <a:lnTo>
                    <a:pt x="42" y="602"/>
                  </a:lnTo>
                  <a:lnTo>
                    <a:pt x="81" y="665"/>
                  </a:lnTo>
                  <a:cubicBezTo>
                    <a:pt x="189" y="869"/>
                    <a:pt x="14" y="847"/>
                    <a:pt x="54" y="902"/>
                  </a:cubicBezTo>
                  <a:lnTo>
                    <a:pt x="61" y="911"/>
                  </a:lnTo>
                  <a:lnTo>
                    <a:pt x="70" y="918"/>
                  </a:lnTo>
                  <a:lnTo>
                    <a:pt x="84" y="925"/>
                  </a:lnTo>
                  <a:lnTo>
                    <a:pt x="99" y="932"/>
                  </a:lnTo>
                  <a:cubicBezTo>
                    <a:pt x="178" y="967"/>
                    <a:pt x="297" y="977"/>
                    <a:pt x="384" y="989"/>
                  </a:cubicBezTo>
                  <a:lnTo>
                    <a:pt x="414" y="991"/>
                  </a:lnTo>
                  <a:lnTo>
                    <a:pt x="444" y="989"/>
                  </a:lnTo>
                  <a:lnTo>
                    <a:pt x="472" y="984"/>
                  </a:lnTo>
                  <a:lnTo>
                    <a:pt x="500" y="976"/>
                  </a:lnTo>
                  <a:lnTo>
                    <a:pt x="524" y="961"/>
                  </a:lnTo>
                  <a:lnTo>
                    <a:pt x="547" y="942"/>
                  </a:lnTo>
                  <a:lnTo>
                    <a:pt x="565" y="917"/>
                  </a:lnTo>
                  <a:lnTo>
                    <a:pt x="582" y="886"/>
                  </a:lnTo>
                  <a:lnTo>
                    <a:pt x="592" y="846"/>
                  </a:lnTo>
                  <a:cubicBezTo>
                    <a:pt x="611" y="710"/>
                    <a:pt x="591" y="531"/>
                    <a:pt x="589" y="391"/>
                  </a:cubicBezTo>
                  <a:lnTo>
                    <a:pt x="580" y="292"/>
                  </a:lnTo>
                  <a:lnTo>
                    <a:pt x="567" y="204"/>
                  </a:lnTo>
                  <a:lnTo>
                    <a:pt x="549" y="132"/>
                  </a:lnTo>
                  <a:lnTo>
                    <a:pt x="523" y="78"/>
                  </a:lnTo>
                  <a:lnTo>
                    <a:pt x="489" y="43"/>
                  </a:lnTo>
                  <a:cubicBezTo>
                    <a:pt x="403" y="-4"/>
                    <a:pt x="253" y="-13"/>
                    <a:pt x="169" y="43"/>
                  </a:cubicBezTo>
                  <a:lnTo>
                    <a:pt x="154" y="56"/>
                  </a:lnTo>
                </a:path>
              </a:pathLst>
            </a:custGeom>
            <a:solidFill>
              <a:srgbClr val="F9F2EA">
                <a:alpha val="100000"/>
              </a:srgbClr>
            </a:solidFill>
            <a:ln cap="flat">
              <a:noFill/>
              <a:prstDash val="solid"/>
              <a:miter lim="0"/>
            </a:ln>
          </p:spPr>
          <p:txBody>
            <a:bodyPr rtlCol="0"/>
            <a:lstStyle/>
            <a:p>
              <a:pPr algn="ctr"/>
              <a:endParaRPr lang="zh-CN" altLang="en-US" sz="1635"/>
            </a:p>
          </p:txBody>
        </p:sp>
        <p:sp>
          <p:nvSpPr>
            <p:cNvPr id="344" name="path"/>
            <p:cNvSpPr/>
            <p:nvPr/>
          </p:nvSpPr>
          <p:spPr>
            <a:xfrm>
              <a:off x="40701" y="21716"/>
              <a:ext cx="368878" cy="622746"/>
            </a:xfrm>
            <a:custGeom>
              <a:avLst/>
              <a:gdLst/>
              <a:ahLst/>
              <a:cxnLst/>
              <a:rect l="0" t="0" r="0" b="0"/>
              <a:pathLst>
                <a:path w="580" h="980">
                  <a:moveTo>
                    <a:pt x="138" y="69"/>
                  </a:moveTo>
                  <a:lnTo>
                    <a:pt x="137" y="74"/>
                  </a:lnTo>
                  <a:lnTo>
                    <a:pt x="128" y="85"/>
                  </a:lnTo>
                  <a:lnTo>
                    <a:pt x="119" y="103"/>
                  </a:lnTo>
                  <a:cubicBezTo>
                    <a:pt x="53" y="218"/>
                    <a:pt x="-34" y="431"/>
                    <a:pt x="22" y="560"/>
                  </a:cubicBezTo>
                  <a:lnTo>
                    <a:pt x="41" y="596"/>
                  </a:lnTo>
                  <a:lnTo>
                    <a:pt x="78" y="657"/>
                  </a:lnTo>
                  <a:cubicBezTo>
                    <a:pt x="181" y="860"/>
                    <a:pt x="12" y="838"/>
                    <a:pt x="47" y="895"/>
                  </a:cubicBezTo>
                  <a:lnTo>
                    <a:pt x="54" y="902"/>
                  </a:lnTo>
                  <a:lnTo>
                    <a:pt x="65" y="909"/>
                  </a:lnTo>
                  <a:lnTo>
                    <a:pt x="77" y="915"/>
                  </a:lnTo>
                  <a:lnTo>
                    <a:pt x="92" y="923"/>
                  </a:lnTo>
                  <a:cubicBezTo>
                    <a:pt x="171" y="955"/>
                    <a:pt x="284" y="965"/>
                    <a:pt x="368" y="978"/>
                  </a:cubicBezTo>
                  <a:lnTo>
                    <a:pt x="397" y="980"/>
                  </a:lnTo>
                  <a:lnTo>
                    <a:pt x="425" y="978"/>
                  </a:lnTo>
                  <a:lnTo>
                    <a:pt x="454" y="973"/>
                  </a:lnTo>
                  <a:lnTo>
                    <a:pt x="479" y="965"/>
                  </a:lnTo>
                  <a:lnTo>
                    <a:pt x="503" y="950"/>
                  </a:lnTo>
                  <a:lnTo>
                    <a:pt x="524" y="932"/>
                  </a:lnTo>
                  <a:lnTo>
                    <a:pt x="542" y="907"/>
                  </a:lnTo>
                  <a:lnTo>
                    <a:pt x="557" y="876"/>
                  </a:lnTo>
                  <a:lnTo>
                    <a:pt x="568" y="835"/>
                  </a:lnTo>
                  <a:cubicBezTo>
                    <a:pt x="589" y="712"/>
                    <a:pt x="564" y="518"/>
                    <a:pt x="564" y="387"/>
                  </a:cubicBezTo>
                  <a:lnTo>
                    <a:pt x="557" y="288"/>
                  </a:lnTo>
                  <a:lnTo>
                    <a:pt x="544" y="201"/>
                  </a:lnTo>
                  <a:lnTo>
                    <a:pt x="526" y="131"/>
                  </a:lnTo>
                  <a:lnTo>
                    <a:pt x="502" y="77"/>
                  </a:lnTo>
                  <a:lnTo>
                    <a:pt x="469" y="43"/>
                  </a:lnTo>
                  <a:cubicBezTo>
                    <a:pt x="392" y="-4"/>
                    <a:pt x="235" y="-12"/>
                    <a:pt x="161" y="43"/>
                  </a:cubicBezTo>
                  <a:lnTo>
                    <a:pt x="148" y="56"/>
                  </a:lnTo>
                </a:path>
              </a:pathLst>
            </a:custGeom>
            <a:solidFill>
              <a:srgbClr val="F9EFE5">
                <a:alpha val="100000"/>
              </a:srgbClr>
            </a:solidFill>
            <a:ln cap="flat">
              <a:noFill/>
              <a:prstDash val="solid"/>
              <a:miter lim="0"/>
            </a:ln>
          </p:spPr>
          <p:txBody>
            <a:bodyPr rtlCol="0"/>
            <a:lstStyle/>
            <a:p>
              <a:pPr algn="ctr"/>
              <a:endParaRPr lang="zh-CN" altLang="en-US" sz="1635"/>
            </a:p>
          </p:txBody>
        </p:sp>
        <p:sp>
          <p:nvSpPr>
            <p:cNvPr id="346" name="path"/>
            <p:cNvSpPr/>
            <p:nvPr/>
          </p:nvSpPr>
          <p:spPr>
            <a:xfrm>
              <a:off x="51447" y="26784"/>
              <a:ext cx="353011" cy="615392"/>
            </a:xfrm>
            <a:custGeom>
              <a:avLst/>
              <a:gdLst/>
              <a:ahLst/>
              <a:cxnLst/>
              <a:rect l="0" t="0" r="0" b="0"/>
              <a:pathLst>
                <a:path w="555" h="969">
                  <a:moveTo>
                    <a:pt x="132" y="69"/>
                  </a:moveTo>
                  <a:lnTo>
                    <a:pt x="129" y="73"/>
                  </a:lnTo>
                  <a:lnTo>
                    <a:pt x="123" y="84"/>
                  </a:lnTo>
                  <a:lnTo>
                    <a:pt x="114" y="102"/>
                  </a:lnTo>
                  <a:cubicBezTo>
                    <a:pt x="47" y="225"/>
                    <a:pt x="-30" y="418"/>
                    <a:pt x="20" y="556"/>
                  </a:cubicBezTo>
                  <a:lnTo>
                    <a:pt x="38" y="591"/>
                  </a:lnTo>
                  <a:lnTo>
                    <a:pt x="74" y="651"/>
                  </a:lnTo>
                  <a:cubicBezTo>
                    <a:pt x="176" y="857"/>
                    <a:pt x="5" y="832"/>
                    <a:pt x="42" y="887"/>
                  </a:cubicBezTo>
                  <a:lnTo>
                    <a:pt x="48" y="894"/>
                  </a:lnTo>
                  <a:lnTo>
                    <a:pt x="57" y="901"/>
                  </a:lnTo>
                  <a:lnTo>
                    <a:pt x="71" y="907"/>
                  </a:lnTo>
                  <a:lnTo>
                    <a:pt x="85" y="915"/>
                  </a:lnTo>
                  <a:cubicBezTo>
                    <a:pt x="168" y="944"/>
                    <a:pt x="264" y="954"/>
                    <a:pt x="351" y="967"/>
                  </a:cubicBezTo>
                  <a:lnTo>
                    <a:pt x="379" y="969"/>
                  </a:lnTo>
                  <a:lnTo>
                    <a:pt x="407" y="967"/>
                  </a:lnTo>
                  <a:lnTo>
                    <a:pt x="433" y="963"/>
                  </a:lnTo>
                  <a:lnTo>
                    <a:pt x="458" y="954"/>
                  </a:lnTo>
                  <a:lnTo>
                    <a:pt x="480" y="941"/>
                  </a:lnTo>
                  <a:lnTo>
                    <a:pt x="500" y="922"/>
                  </a:lnTo>
                  <a:lnTo>
                    <a:pt x="519" y="897"/>
                  </a:lnTo>
                  <a:lnTo>
                    <a:pt x="533" y="867"/>
                  </a:lnTo>
                  <a:lnTo>
                    <a:pt x="542" y="827"/>
                  </a:lnTo>
                  <a:cubicBezTo>
                    <a:pt x="563" y="702"/>
                    <a:pt x="541" y="513"/>
                    <a:pt x="540" y="383"/>
                  </a:cubicBezTo>
                  <a:lnTo>
                    <a:pt x="531" y="286"/>
                  </a:lnTo>
                  <a:lnTo>
                    <a:pt x="519" y="201"/>
                  </a:lnTo>
                  <a:lnTo>
                    <a:pt x="503" y="130"/>
                  </a:lnTo>
                  <a:lnTo>
                    <a:pt x="480" y="77"/>
                  </a:lnTo>
                  <a:lnTo>
                    <a:pt x="449" y="43"/>
                  </a:lnTo>
                  <a:cubicBezTo>
                    <a:pt x="371" y="-4"/>
                    <a:pt x="229" y="-13"/>
                    <a:pt x="153" y="43"/>
                  </a:cubicBezTo>
                  <a:lnTo>
                    <a:pt x="141" y="55"/>
                  </a:lnTo>
                </a:path>
              </a:pathLst>
            </a:custGeom>
            <a:solidFill>
              <a:srgbClr val="F7EADD">
                <a:alpha val="100000"/>
              </a:srgbClr>
            </a:solidFill>
            <a:ln cap="flat">
              <a:noFill/>
              <a:prstDash val="solid"/>
              <a:miter lim="0"/>
            </a:ln>
          </p:spPr>
          <p:txBody>
            <a:bodyPr rtlCol="0"/>
            <a:lstStyle/>
            <a:p>
              <a:pPr algn="ctr"/>
              <a:endParaRPr lang="zh-CN" altLang="en-US" sz="1635"/>
            </a:p>
          </p:txBody>
        </p:sp>
        <p:sp>
          <p:nvSpPr>
            <p:cNvPr id="348" name="path"/>
            <p:cNvSpPr/>
            <p:nvPr/>
          </p:nvSpPr>
          <p:spPr>
            <a:xfrm>
              <a:off x="61177" y="32394"/>
              <a:ext cx="337797" cy="608258"/>
            </a:xfrm>
            <a:custGeom>
              <a:avLst/>
              <a:gdLst/>
              <a:ahLst/>
              <a:cxnLst/>
              <a:rect l="0" t="0" r="0" b="0"/>
              <a:pathLst>
                <a:path w="531" h="957">
                  <a:moveTo>
                    <a:pt x="127" y="68"/>
                  </a:moveTo>
                  <a:lnTo>
                    <a:pt x="125" y="73"/>
                  </a:lnTo>
                  <a:lnTo>
                    <a:pt x="119" y="83"/>
                  </a:lnTo>
                  <a:lnTo>
                    <a:pt x="109" y="101"/>
                  </a:lnTo>
                  <a:cubicBezTo>
                    <a:pt x="48" y="221"/>
                    <a:pt x="-31" y="415"/>
                    <a:pt x="20" y="548"/>
                  </a:cubicBezTo>
                  <a:lnTo>
                    <a:pt x="37" y="583"/>
                  </a:lnTo>
                  <a:lnTo>
                    <a:pt x="72" y="643"/>
                  </a:lnTo>
                  <a:cubicBezTo>
                    <a:pt x="173" y="846"/>
                    <a:pt x="4" y="824"/>
                    <a:pt x="36" y="877"/>
                  </a:cubicBezTo>
                  <a:lnTo>
                    <a:pt x="42" y="884"/>
                  </a:lnTo>
                  <a:lnTo>
                    <a:pt x="64" y="899"/>
                  </a:lnTo>
                  <a:lnTo>
                    <a:pt x="78" y="905"/>
                  </a:lnTo>
                  <a:cubicBezTo>
                    <a:pt x="154" y="931"/>
                    <a:pt x="257" y="944"/>
                    <a:pt x="337" y="956"/>
                  </a:cubicBezTo>
                  <a:lnTo>
                    <a:pt x="364" y="957"/>
                  </a:lnTo>
                  <a:lnTo>
                    <a:pt x="390" y="956"/>
                  </a:lnTo>
                  <a:lnTo>
                    <a:pt x="414" y="951"/>
                  </a:lnTo>
                  <a:lnTo>
                    <a:pt x="438" y="943"/>
                  </a:lnTo>
                  <a:lnTo>
                    <a:pt x="461" y="930"/>
                  </a:lnTo>
                  <a:lnTo>
                    <a:pt x="480" y="911"/>
                  </a:lnTo>
                  <a:lnTo>
                    <a:pt x="497" y="887"/>
                  </a:lnTo>
                  <a:lnTo>
                    <a:pt x="510" y="857"/>
                  </a:lnTo>
                  <a:lnTo>
                    <a:pt x="520" y="817"/>
                  </a:lnTo>
                  <a:cubicBezTo>
                    <a:pt x="537" y="693"/>
                    <a:pt x="521" y="507"/>
                    <a:pt x="516" y="379"/>
                  </a:cubicBezTo>
                  <a:lnTo>
                    <a:pt x="509" y="282"/>
                  </a:lnTo>
                  <a:lnTo>
                    <a:pt x="498" y="197"/>
                  </a:lnTo>
                  <a:lnTo>
                    <a:pt x="482" y="127"/>
                  </a:lnTo>
                  <a:lnTo>
                    <a:pt x="460" y="75"/>
                  </a:lnTo>
                  <a:lnTo>
                    <a:pt x="430" y="43"/>
                  </a:lnTo>
                  <a:cubicBezTo>
                    <a:pt x="360" y="-4"/>
                    <a:pt x="214" y="-13"/>
                    <a:pt x="148" y="43"/>
                  </a:cubicBezTo>
                  <a:lnTo>
                    <a:pt x="136" y="55"/>
                  </a:lnTo>
                </a:path>
              </a:pathLst>
            </a:custGeom>
            <a:solidFill>
              <a:srgbClr val="F4E5D6">
                <a:alpha val="100000"/>
              </a:srgbClr>
            </a:solidFill>
            <a:ln cap="flat">
              <a:noFill/>
              <a:prstDash val="solid"/>
              <a:miter lim="0"/>
            </a:ln>
          </p:spPr>
          <p:txBody>
            <a:bodyPr rtlCol="0"/>
            <a:lstStyle/>
            <a:p>
              <a:pPr algn="ctr"/>
              <a:endParaRPr lang="zh-CN" altLang="en-US" sz="1635"/>
            </a:p>
          </p:txBody>
        </p:sp>
        <p:sp>
          <p:nvSpPr>
            <p:cNvPr id="350" name="path"/>
            <p:cNvSpPr/>
            <p:nvPr/>
          </p:nvSpPr>
          <p:spPr>
            <a:xfrm>
              <a:off x="72242" y="38342"/>
              <a:ext cx="321187" cy="602932"/>
            </a:xfrm>
            <a:custGeom>
              <a:avLst/>
              <a:gdLst/>
              <a:ahLst/>
              <a:cxnLst/>
              <a:rect l="0" t="0" r="0" b="0"/>
              <a:pathLst>
                <a:path w="505" h="949">
                  <a:moveTo>
                    <a:pt x="121" y="66"/>
                  </a:moveTo>
                  <a:lnTo>
                    <a:pt x="113" y="80"/>
                  </a:lnTo>
                  <a:lnTo>
                    <a:pt x="104" y="98"/>
                  </a:lnTo>
                  <a:lnTo>
                    <a:pt x="93" y="121"/>
                  </a:lnTo>
                  <a:cubicBezTo>
                    <a:pt x="62" y="191"/>
                    <a:pt x="29" y="262"/>
                    <a:pt x="15" y="338"/>
                  </a:cubicBezTo>
                  <a:lnTo>
                    <a:pt x="8" y="380"/>
                  </a:lnTo>
                  <a:lnTo>
                    <a:pt x="4" y="422"/>
                  </a:lnTo>
                  <a:cubicBezTo>
                    <a:pt x="-2" y="565"/>
                    <a:pt x="47" y="563"/>
                    <a:pt x="87" y="684"/>
                  </a:cubicBezTo>
                  <a:lnTo>
                    <a:pt x="97" y="725"/>
                  </a:lnTo>
                  <a:lnTo>
                    <a:pt x="97" y="757"/>
                  </a:lnTo>
                  <a:lnTo>
                    <a:pt x="91" y="782"/>
                  </a:lnTo>
                  <a:lnTo>
                    <a:pt x="80" y="802"/>
                  </a:lnTo>
                  <a:lnTo>
                    <a:pt x="67" y="815"/>
                  </a:lnTo>
                  <a:lnTo>
                    <a:pt x="52" y="826"/>
                  </a:lnTo>
                  <a:lnTo>
                    <a:pt x="39" y="835"/>
                  </a:lnTo>
                  <a:lnTo>
                    <a:pt x="31" y="844"/>
                  </a:lnTo>
                  <a:lnTo>
                    <a:pt x="26" y="852"/>
                  </a:lnTo>
                  <a:lnTo>
                    <a:pt x="26" y="860"/>
                  </a:lnTo>
                  <a:lnTo>
                    <a:pt x="29" y="868"/>
                  </a:lnTo>
                  <a:lnTo>
                    <a:pt x="35" y="875"/>
                  </a:lnTo>
                  <a:cubicBezTo>
                    <a:pt x="58" y="896"/>
                    <a:pt x="94" y="901"/>
                    <a:pt x="123" y="910"/>
                  </a:cubicBezTo>
                  <a:lnTo>
                    <a:pt x="161" y="919"/>
                  </a:lnTo>
                  <a:lnTo>
                    <a:pt x="182" y="922"/>
                  </a:lnTo>
                  <a:lnTo>
                    <a:pt x="202" y="925"/>
                  </a:lnTo>
                  <a:lnTo>
                    <a:pt x="224" y="929"/>
                  </a:lnTo>
                  <a:cubicBezTo>
                    <a:pt x="510" y="1002"/>
                    <a:pt x="508" y="832"/>
                    <a:pt x="499" y="590"/>
                  </a:cubicBezTo>
                  <a:lnTo>
                    <a:pt x="496" y="479"/>
                  </a:lnTo>
                  <a:lnTo>
                    <a:pt x="491" y="373"/>
                  </a:lnTo>
                  <a:lnTo>
                    <a:pt x="485" y="277"/>
                  </a:lnTo>
                  <a:cubicBezTo>
                    <a:pt x="474" y="200"/>
                    <a:pt x="467" y="51"/>
                    <a:pt x="374" y="23"/>
                  </a:cubicBezTo>
                  <a:lnTo>
                    <a:pt x="353" y="16"/>
                  </a:lnTo>
                  <a:lnTo>
                    <a:pt x="333" y="10"/>
                  </a:lnTo>
                  <a:cubicBezTo>
                    <a:pt x="291" y="0"/>
                    <a:pt x="228" y="0"/>
                    <a:pt x="188" y="14"/>
                  </a:cubicBezTo>
                  <a:lnTo>
                    <a:pt x="169" y="22"/>
                  </a:lnTo>
                  <a:lnTo>
                    <a:pt x="140" y="41"/>
                  </a:lnTo>
                  <a:lnTo>
                    <a:pt x="129" y="53"/>
                  </a:lnTo>
                </a:path>
              </a:pathLst>
            </a:custGeom>
            <a:solidFill>
              <a:srgbClr val="F4E2D1">
                <a:alpha val="100000"/>
              </a:srgbClr>
            </a:solidFill>
            <a:ln cap="flat">
              <a:noFill/>
              <a:prstDash val="solid"/>
              <a:miter lim="0"/>
            </a:ln>
          </p:spPr>
          <p:txBody>
            <a:bodyPr rtlCol="0"/>
            <a:lstStyle/>
            <a:p>
              <a:pPr algn="ctr"/>
              <a:endParaRPr lang="zh-CN" altLang="en-US" sz="1635"/>
            </a:p>
          </p:txBody>
        </p:sp>
        <p:sp>
          <p:nvSpPr>
            <p:cNvPr id="352" name="path"/>
            <p:cNvSpPr/>
            <p:nvPr/>
          </p:nvSpPr>
          <p:spPr>
            <a:xfrm>
              <a:off x="81670" y="42929"/>
              <a:ext cx="307420" cy="594675"/>
            </a:xfrm>
            <a:custGeom>
              <a:avLst/>
              <a:gdLst/>
              <a:ahLst/>
              <a:cxnLst/>
              <a:rect l="0" t="0" r="0" b="0"/>
              <a:pathLst>
                <a:path w="484" h="936">
                  <a:moveTo>
                    <a:pt x="115" y="67"/>
                  </a:moveTo>
                  <a:lnTo>
                    <a:pt x="113" y="71"/>
                  </a:lnTo>
                  <a:lnTo>
                    <a:pt x="108" y="82"/>
                  </a:lnTo>
                  <a:lnTo>
                    <a:pt x="100" y="98"/>
                  </a:lnTo>
                  <a:cubicBezTo>
                    <a:pt x="43" y="214"/>
                    <a:pt x="-27" y="411"/>
                    <a:pt x="18" y="536"/>
                  </a:cubicBezTo>
                  <a:lnTo>
                    <a:pt x="34" y="570"/>
                  </a:lnTo>
                  <a:lnTo>
                    <a:pt x="65" y="629"/>
                  </a:lnTo>
                  <a:cubicBezTo>
                    <a:pt x="159" y="837"/>
                    <a:pt x="0" y="803"/>
                    <a:pt x="25" y="860"/>
                  </a:cubicBezTo>
                  <a:lnTo>
                    <a:pt x="31" y="868"/>
                  </a:lnTo>
                  <a:lnTo>
                    <a:pt x="41" y="875"/>
                  </a:lnTo>
                  <a:lnTo>
                    <a:pt x="52" y="881"/>
                  </a:lnTo>
                  <a:lnTo>
                    <a:pt x="66" y="887"/>
                  </a:lnTo>
                  <a:cubicBezTo>
                    <a:pt x="139" y="910"/>
                    <a:pt x="230" y="922"/>
                    <a:pt x="306" y="936"/>
                  </a:cubicBezTo>
                  <a:lnTo>
                    <a:pt x="330" y="936"/>
                  </a:lnTo>
                  <a:lnTo>
                    <a:pt x="354" y="935"/>
                  </a:lnTo>
                  <a:lnTo>
                    <a:pt x="377" y="930"/>
                  </a:lnTo>
                  <a:lnTo>
                    <a:pt x="399" y="922"/>
                  </a:lnTo>
                  <a:lnTo>
                    <a:pt x="419" y="910"/>
                  </a:lnTo>
                  <a:lnTo>
                    <a:pt x="436" y="892"/>
                  </a:lnTo>
                  <a:lnTo>
                    <a:pt x="451" y="866"/>
                  </a:lnTo>
                  <a:lnTo>
                    <a:pt x="463" y="836"/>
                  </a:lnTo>
                  <a:lnTo>
                    <a:pt x="472" y="799"/>
                  </a:lnTo>
                  <a:cubicBezTo>
                    <a:pt x="490" y="672"/>
                    <a:pt x="469" y="501"/>
                    <a:pt x="469" y="370"/>
                  </a:cubicBezTo>
                  <a:lnTo>
                    <a:pt x="462" y="276"/>
                  </a:lnTo>
                  <a:lnTo>
                    <a:pt x="453" y="193"/>
                  </a:lnTo>
                  <a:lnTo>
                    <a:pt x="438" y="126"/>
                  </a:lnTo>
                  <a:lnTo>
                    <a:pt x="418" y="73"/>
                  </a:lnTo>
                  <a:lnTo>
                    <a:pt x="390" y="42"/>
                  </a:lnTo>
                  <a:cubicBezTo>
                    <a:pt x="323" y="-4"/>
                    <a:pt x="199" y="-12"/>
                    <a:pt x="135" y="42"/>
                  </a:cubicBezTo>
                  <a:lnTo>
                    <a:pt x="124" y="54"/>
                  </a:lnTo>
                </a:path>
              </a:pathLst>
            </a:custGeom>
            <a:solidFill>
              <a:srgbClr val="F2DDC9">
                <a:alpha val="100000"/>
              </a:srgbClr>
            </a:solidFill>
            <a:ln cap="flat">
              <a:noFill/>
              <a:prstDash val="solid"/>
              <a:miter lim="0"/>
            </a:ln>
          </p:spPr>
          <p:txBody>
            <a:bodyPr rtlCol="0"/>
            <a:lstStyle/>
            <a:p>
              <a:pPr algn="ctr"/>
              <a:endParaRPr lang="zh-CN" altLang="en-US" sz="1635"/>
            </a:p>
          </p:txBody>
        </p:sp>
        <p:sp>
          <p:nvSpPr>
            <p:cNvPr id="354" name="path"/>
            <p:cNvSpPr/>
            <p:nvPr/>
          </p:nvSpPr>
          <p:spPr>
            <a:xfrm>
              <a:off x="135452" y="486729"/>
              <a:ext cx="11429" cy="108204"/>
            </a:xfrm>
            <a:custGeom>
              <a:avLst/>
              <a:gdLst/>
              <a:ahLst/>
              <a:cxnLst/>
              <a:rect l="0" t="0" r="0" b="0"/>
              <a:pathLst>
                <a:path w="17" h="170">
                  <a:moveTo>
                    <a:pt x="7" y="81"/>
                  </a:moveTo>
                  <a:lnTo>
                    <a:pt x="8" y="103"/>
                  </a:lnTo>
                  <a:lnTo>
                    <a:pt x="8" y="146"/>
                  </a:lnTo>
                  <a:lnTo>
                    <a:pt x="9" y="168"/>
                  </a:lnTo>
                  <a:lnTo>
                    <a:pt x="10" y="170"/>
                  </a:lnTo>
                  <a:lnTo>
                    <a:pt x="13" y="170"/>
                  </a:lnTo>
                  <a:lnTo>
                    <a:pt x="15" y="168"/>
                  </a:lnTo>
                  <a:lnTo>
                    <a:pt x="17" y="120"/>
                  </a:lnTo>
                  <a:lnTo>
                    <a:pt x="16" y="96"/>
                  </a:lnTo>
                  <a:lnTo>
                    <a:pt x="15" y="73"/>
                  </a:lnTo>
                  <a:lnTo>
                    <a:pt x="12" y="51"/>
                  </a:lnTo>
                  <a:lnTo>
                    <a:pt x="7" y="27"/>
                  </a:lnTo>
                  <a:lnTo>
                    <a:pt x="2" y="8"/>
                  </a:lnTo>
                  <a:lnTo>
                    <a:pt x="0" y="0"/>
                  </a:lnTo>
                  <a:lnTo>
                    <a:pt x="1" y="9"/>
                  </a:lnTo>
                  <a:lnTo>
                    <a:pt x="3" y="31"/>
                  </a:lnTo>
                  <a:lnTo>
                    <a:pt x="6" y="56"/>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356" name="picture 356"/>
          <p:cNvPicPr>
            <a:picLocks noChangeAspect="1"/>
          </p:cNvPicPr>
          <p:nvPr/>
        </p:nvPicPr>
        <p:blipFill>
          <a:blip r:embed="rId10"/>
          <a:stretch>
            <a:fillRect/>
          </a:stretch>
        </p:blipFill>
        <p:spPr>
          <a:xfrm rot="21600000">
            <a:off x="8578694" y="2750804"/>
            <a:ext cx="151390" cy="1203607"/>
          </a:xfrm>
          <a:prstGeom prst="rect">
            <a:avLst/>
          </a:prstGeom>
        </p:spPr>
      </p:pic>
      <p:sp>
        <p:nvSpPr>
          <p:cNvPr id="358" name="path"/>
          <p:cNvSpPr/>
          <p:nvPr/>
        </p:nvSpPr>
        <p:spPr>
          <a:xfrm>
            <a:off x="2923684" y="5022516"/>
            <a:ext cx="261940" cy="406502"/>
          </a:xfrm>
          <a:custGeom>
            <a:avLst/>
            <a:gdLst/>
            <a:ahLst/>
            <a:cxnLst/>
            <a:rect l="0" t="0" r="0" b="0"/>
            <a:pathLst>
              <a:path w="454" h="705">
                <a:moveTo>
                  <a:pt x="170" y="0"/>
                </a:moveTo>
                <a:lnTo>
                  <a:pt x="148" y="37"/>
                </a:lnTo>
                <a:cubicBezTo>
                  <a:pt x="42" y="204"/>
                  <a:pt x="-2" y="331"/>
                  <a:pt x="4" y="536"/>
                </a:cubicBezTo>
                <a:lnTo>
                  <a:pt x="14" y="615"/>
                </a:lnTo>
                <a:lnTo>
                  <a:pt x="20" y="615"/>
                </a:lnTo>
                <a:lnTo>
                  <a:pt x="20" y="613"/>
                </a:lnTo>
                <a:cubicBezTo>
                  <a:pt x="-3" y="387"/>
                  <a:pt x="30" y="231"/>
                  <a:pt x="148" y="37"/>
                </a:cubicBezTo>
                <a:lnTo>
                  <a:pt x="170" y="0"/>
                </a:lnTo>
              </a:path>
              <a:path w="454" h="705">
                <a:moveTo>
                  <a:pt x="454" y="12"/>
                </a:moveTo>
                <a:lnTo>
                  <a:pt x="448" y="21"/>
                </a:lnTo>
                <a:lnTo>
                  <a:pt x="441" y="28"/>
                </a:lnTo>
                <a:cubicBezTo>
                  <a:pt x="417" y="69"/>
                  <a:pt x="400" y="113"/>
                  <a:pt x="379" y="156"/>
                </a:cubicBezTo>
                <a:lnTo>
                  <a:pt x="375" y="166"/>
                </a:lnTo>
                <a:lnTo>
                  <a:pt x="367" y="188"/>
                </a:lnTo>
                <a:cubicBezTo>
                  <a:pt x="302" y="341"/>
                  <a:pt x="271" y="467"/>
                  <a:pt x="299" y="637"/>
                </a:cubicBezTo>
                <a:lnTo>
                  <a:pt x="307" y="680"/>
                </a:lnTo>
                <a:lnTo>
                  <a:pt x="308" y="682"/>
                </a:lnTo>
                <a:lnTo>
                  <a:pt x="310" y="682"/>
                </a:lnTo>
                <a:lnTo>
                  <a:pt x="314" y="679"/>
                </a:lnTo>
                <a:cubicBezTo>
                  <a:pt x="305" y="608"/>
                  <a:pt x="299" y="537"/>
                  <a:pt x="305" y="466"/>
                </a:cubicBezTo>
                <a:lnTo>
                  <a:pt x="309" y="423"/>
                </a:lnTo>
                <a:lnTo>
                  <a:pt x="316" y="380"/>
                </a:lnTo>
                <a:cubicBezTo>
                  <a:pt x="324" y="336"/>
                  <a:pt x="336" y="297"/>
                  <a:pt x="349" y="255"/>
                </a:cubicBezTo>
                <a:lnTo>
                  <a:pt x="357" y="234"/>
                </a:lnTo>
                <a:lnTo>
                  <a:pt x="363" y="213"/>
                </a:lnTo>
                <a:lnTo>
                  <a:pt x="370" y="193"/>
                </a:lnTo>
                <a:cubicBezTo>
                  <a:pt x="392" y="139"/>
                  <a:pt x="412" y="82"/>
                  <a:pt x="441" y="32"/>
                </a:cubicBezTo>
                <a:lnTo>
                  <a:pt x="447" y="21"/>
                </a:lnTo>
                <a:lnTo>
                  <a:pt x="454" y="12"/>
                </a:lnTo>
              </a:path>
              <a:path w="454" h="705">
                <a:moveTo>
                  <a:pt x="173" y="670"/>
                </a:moveTo>
                <a:lnTo>
                  <a:pt x="193" y="674"/>
                </a:lnTo>
                <a:lnTo>
                  <a:pt x="213" y="679"/>
                </a:lnTo>
                <a:lnTo>
                  <a:pt x="232" y="682"/>
                </a:lnTo>
                <a:lnTo>
                  <a:pt x="251" y="688"/>
                </a:lnTo>
                <a:lnTo>
                  <a:pt x="271" y="692"/>
                </a:lnTo>
                <a:lnTo>
                  <a:pt x="290" y="697"/>
                </a:lnTo>
                <a:lnTo>
                  <a:pt x="310" y="700"/>
                </a:lnTo>
                <a:lnTo>
                  <a:pt x="329" y="705"/>
                </a:lnTo>
                <a:lnTo>
                  <a:pt x="333" y="705"/>
                </a:lnTo>
                <a:lnTo>
                  <a:pt x="333" y="703"/>
                </a:lnTo>
                <a:lnTo>
                  <a:pt x="332" y="703"/>
                </a:lnTo>
                <a:cubicBezTo>
                  <a:pt x="240" y="680"/>
                  <a:pt x="148" y="651"/>
                  <a:pt x="55" y="645"/>
                </a:cubicBezTo>
                <a:lnTo>
                  <a:pt x="51" y="645"/>
                </a:lnTo>
                <a:lnTo>
                  <a:pt x="55" y="646"/>
                </a:lnTo>
                <a:cubicBezTo>
                  <a:pt x="84" y="652"/>
                  <a:pt x="114" y="659"/>
                  <a:pt x="143" y="664"/>
                </a:cubicBezTo>
                <a:lnTo>
                  <a:pt x="161" y="66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360" name="path"/>
          <p:cNvSpPr/>
          <p:nvPr/>
        </p:nvSpPr>
        <p:spPr>
          <a:xfrm>
            <a:off x="2775665" y="5386156"/>
            <a:ext cx="528176" cy="184585"/>
          </a:xfrm>
          <a:custGeom>
            <a:avLst/>
            <a:gdLst/>
            <a:ahLst/>
            <a:cxnLst/>
            <a:rect l="0" t="0" r="0" b="0"/>
            <a:pathLst>
              <a:path w="916" h="320">
                <a:moveTo>
                  <a:pt x="688" y="14"/>
                </a:moveTo>
                <a:lnTo>
                  <a:pt x="703" y="14"/>
                </a:lnTo>
                <a:lnTo>
                  <a:pt x="717" y="13"/>
                </a:lnTo>
                <a:cubicBezTo>
                  <a:pt x="745" y="11"/>
                  <a:pt x="773" y="13"/>
                  <a:pt x="801" y="10"/>
                </a:cubicBezTo>
                <a:lnTo>
                  <a:pt x="816" y="10"/>
                </a:lnTo>
                <a:lnTo>
                  <a:pt x="830" y="9"/>
                </a:lnTo>
                <a:lnTo>
                  <a:pt x="843" y="9"/>
                </a:lnTo>
                <a:lnTo>
                  <a:pt x="858" y="8"/>
                </a:lnTo>
                <a:lnTo>
                  <a:pt x="872" y="7"/>
                </a:lnTo>
                <a:lnTo>
                  <a:pt x="885" y="7"/>
                </a:lnTo>
                <a:lnTo>
                  <a:pt x="900" y="4"/>
                </a:lnTo>
                <a:lnTo>
                  <a:pt x="913" y="4"/>
                </a:lnTo>
                <a:lnTo>
                  <a:pt x="915" y="3"/>
                </a:lnTo>
                <a:lnTo>
                  <a:pt x="916" y="2"/>
                </a:lnTo>
                <a:lnTo>
                  <a:pt x="916" y="0"/>
                </a:lnTo>
                <a:lnTo>
                  <a:pt x="914" y="0"/>
                </a:lnTo>
                <a:cubicBezTo>
                  <a:pt x="784" y="2"/>
                  <a:pt x="653" y="5"/>
                  <a:pt x="523" y="8"/>
                </a:cubicBezTo>
                <a:lnTo>
                  <a:pt x="522" y="8"/>
                </a:lnTo>
                <a:lnTo>
                  <a:pt x="526" y="8"/>
                </a:lnTo>
                <a:cubicBezTo>
                  <a:pt x="567" y="10"/>
                  <a:pt x="606" y="11"/>
                  <a:pt x="646" y="13"/>
                </a:cubicBezTo>
                <a:lnTo>
                  <a:pt x="672" y="14"/>
                </a:lnTo>
              </a:path>
              <a:path w="916" h="320">
                <a:moveTo>
                  <a:pt x="33" y="285"/>
                </a:moveTo>
                <a:lnTo>
                  <a:pt x="41" y="285"/>
                </a:lnTo>
                <a:lnTo>
                  <a:pt x="57" y="286"/>
                </a:lnTo>
                <a:lnTo>
                  <a:pt x="76" y="288"/>
                </a:lnTo>
                <a:cubicBezTo>
                  <a:pt x="134" y="290"/>
                  <a:pt x="194" y="297"/>
                  <a:pt x="251" y="304"/>
                </a:cubicBezTo>
                <a:lnTo>
                  <a:pt x="263" y="306"/>
                </a:lnTo>
                <a:lnTo>
                  <a:pt x="277" y="308"/>
                </a:lnTo>
                <a:lnTo>
                  <a:pt x="289" y="309"/>
                </a:lnTo>
                <a:lnTo>
                  <a:pt x="301" y="310"/>
                </a:lnTo>
                <a:lnTo>
                  <a:pt x="314" y="313"/>
                </a:lnTo>
                <a:lnTo>
                  <a:pt x="338" y="315"/>
                </a:lnTo>
                <a:lnTo>
                  <a:pt x="351" y="318"/>
                </a:lnTo>
                <a:lnTo>
                  <a:pt x="363" y="319"/>
                </a:lnTo>
                <a:lnTo>
                  <a:pt x="376" y="320"/>
                </a:lnTo>
                <a:lnTo>
                  <a:pt x="379" y="320"/>
                </a:lnTo>
                <a:lnTo>
                  <a:pt x="380" y="319"/>
                </a:lnTo>
                <a:lnTo>
                  <a:pt x="380" y="318"/>
                </a:lnTo>
                <a:lnTo>
                  <a:pt x="379" y="316"/>
                </a:lnTo>
                <a:lnTo>
                  <a:pt x="367" y="315"/>
                </a:lnTo>
                <a:lnTo>
                  <a:pt x="343" y="310"/>
                </a:lnTo>
                <a:cubicBezTo>
                  <a:pt x="224" y="289"/>
                  <a:pt x="126" y="285"/>
                  <a:pt x="5" y="282"/>
                </a:cubicBezTo>
                <a:lnTo>
                  <a:pt x="0" y="282"/>
                </a:lnTo>
                <a:lnTo>
                  <a:pt x="1" y="282"/>
                </a:lnTo>
                <a:lnTo>
                  <a:pt x="3" y="283"/>
                </a:lnTo>
                <a:lnTo>
                  <a:pt x="11" y="283"/>
                </a:lnTo>
                <a:lnTo>
                  <a:pt x="17" y="284"/>
                </a:lnTo>
                <a:lnTo>
                  <a:pt x="23" y="284"/>
                </a:lnTo>
                <a:lnTo>
                  <a:pt x="30" y="28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362" name="rect"/>
          <p:cNvSpPr/>
          <p:nvPr/>
        </p:nvSpPr>
        <p:spPr>
          <a:xfrm>
            <a:off x="3081233" y="5569359"/>
            <a:ext cx="244039" cy="24887"/>
          </a:xfrm>
          <a:prstGeom prst="rect">
            <a:avLst/>
          </a:prstGeom>
          <a:solidFill>
            <a:srgbClr val="140000">
              <a:alpha val="100000"/>
            </a:srgbClr>
          </a:solidFill>
          <a:ln cap="flat">
            <a:noFill/>
            <a:prstDash val="solid"/>
            <a:miter lim="0"/>
          </a:ln>
        </p:spPr>
        <p:txBody>
          <a:bodyPr rtlCol="0"/>
          <a:lstStyle/>
          <a:p>
            <a:pPr algn="ctr"/>
            <a:endParaRPr lang="zh-CN" altLang="en-US" sz="1635"/>
          </a:p>
        </p:txBody>
      </p:sp>
      <p:pic>
        <p:nvPicPr>
          <p:cNvPr id="364" name="picture 364"/>
          <p:cNvPicPr>
            <a:picLocks noChangeAspect="1"/>
          </p:cNvPicPr>
          <p:nvPr/>
        </p:nvPicPr>
        <p:blipFill>
          <a:blip r:embed="rId11"/>
          <a:stretch>
            <a:fillRect/>
          </a:stretch>
        </p:blipFill>
        <p:spPr>
          <a:xfrm rot="21600000">
            <a:off x="2774282" y="5561064"/>
            <a:ext cx="429316" cy="91946"/>
          </a:xfrm>
          <a:prstGeom prst="rect">
            <a:avLst/>
          </a:prstGeom>
        </p:spPr>
      </p:pic>
      <p:sp>
        <p:nvSpPr>
          <p:cNvPr id="366" name="rect"/>
          <p:cNvSpPr/>
          <p:nvPr/>
        </p:nvSpPr>
        <p:spPr>
          <a:xfrm>
            <a:off x="3152440" y="5016295"/>
            <a:ext cx="181819" cy="17283"/>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368" name="path"/>
          <p:cNvSpPr/>
          <p:nvPr/>
        </p:nvSpPr>
        <p:spPr>
          <a:xfrm>
            <a:off x="2869686" y="5016294"/>
            <a:ext cx="312481" cy="553065"/>
          </a:xfrm>
          <a:custGeom>
            <a:avLst/>
            <a:gdLst/>
            <a:ahLst/>
            <a:cxnLst/>
            <a:rect l="0" t="0" r="0" b="0"/>
            <a:pathLst>
              <a:path w="542" h="960">
                <a:moveTo>
                  <a:pt x="232" y="895"/>
                </a:moveTo>
                <a:lnTo>
                  <a:pt x="233" y="900"/>
                </a:lnTo>
                <a:lnTo>
                  <a:pt x="237" y="910"/>
                </a:lnTo>
                <a:lnTo>
                  <a:pt x="237" y="925"/>
                </a:lnTo>
                <a:lnTo>
                  <a:pt x="235" y="943"/>
                </a:lnTo>
                <a:lnTo>
                  <a:pt x="230" y="955"/>
                </a:lnTo>
                <a:lnTo>
                  <a:pt x="231" y="960"/>
                </a:lnTo>
                <a:lnTo>
                  <a:pt x="236" y="957"/>
                </a:lnTo>
                <a:lnTo>
                  <a:pt x="241" y="952"/>
                </a:lnTo>
                <a:lnTo>
                  <a:pt x="247" y="940"/>
                </a:lnTo>
                <a:lnTo>
                  <a:pt x="248" y="925"/>
                </a:lnTo>
                <a:lnTo>
                  <a:pt x="244" y="908"/>
                </a:lnTo>
              </a:path>
              <a:path w="542" h="960">
                <a:moveTo>
                  <a:pt x="13" y="714"/>
                </a:moveTo>
                <a:lnTo>
                  <a:pt x="12" y="718"/>
                </a:lnTo>
                <a:lnTo>
                  <a:pt x="13" y="730"/>
                </a:lnTo>
                <a:lnTo>
                  <a:pt x="19" y="747"/>
                </a:lnTo>
                <a:lnTo>
                  <a:pt x="33" y="766"/>
                </a:lnTo>
                <a:lnTo>
                  <a:pt x="52" y="783"/>
                </a:lnTo>
                <a:lnTo>
                  <a:pt x="60" y="793"/>
                </a:lnTo>
                <a:lnTo>
                  <a:pt x="63" y="801"/>
                </a:lnTo>
                <a:lnTo>
                  <a:pt x="66" y="810"/>
                </a:lnTo>
                <a:lnTo>
                  <a:pt x="66" y="818"/>
                </a:lnTo>
                <a:lnTo>
                  <a:pt x="63" y="825"/>
                </a:lnTo>
                <a:cubicBezTo>
                  <a:pt x="42" y="846"/>
                  <a:pt x="29" y="849"/>
                  <a:pt x="9" y="867"/>
                </a:cubicBezTo>
                <a:lnTo>
                  <a:pt x="3" y="872"/>
                </a:lnTo>
                <a:lnTo>
                  <a:pt x="0" y="876"/>
                </a:lnTo>
                <a:lnTo>
                  <a:pt x="1" y="876"/>
                </a:lnTo>
                <a:cubicBezTo>
                  <a:pt x="87" y="823"/>
                  <a:pt x="102" y="812"/>
                  <a:pt x="22" y="736"/>
                </a:cubicBezTo>
                <a:lnTo>
                  <a:pt x="18" y="726"/>
                </a:lnTo>
              </a:path>
              <a:path w="542" h="960">
                <a:moveTo>
                  <a:pt x="5" y="721"/>
                </a:moveTo>
                <a:lnTo>
                  <a:pt x="9" y="722"/>
                </a:lnTo>
                <a:lnTo>
                  <a:pt x="17" y="725"/>
                </a:lnTo>
                <a:cubicBezTo>
                  <a:pt x="42" y="736"/>
                  <a:pt x="76" y="746"/>
                  <a:pt x="98" y="760"/>
                </a:cubicBezTo>
                <a:lnTo>
                  <a:pt x="113" y="770"/>
                </a:lnTo>
                <a:lnTo>
                  <a:pt x="125" y="781"/>
                </a:lnTo>
                <a:cubicBezTo>
                  <a:pt x="143" y="796"/>
                  <a:pt x="153" y="818"/>
                  <a:pt x="172" y="832"/>
                </a:cubicBezTo>
                <a:lnTo>
                  <a:pt x="185" y="840"/>
                </a:lnTo>
                <a:lnTo>
                  <a:pt x="205" y="844"/>
                </a:lnTo>
                <a:lnTo>
                  <a:pt x="203" y="843"/>
                </a:lnTo>
                <a:lnTo>
                  <a:pt x="200" y="841"/>
                </a:lnTo>
                <a:cubicBezTo>
                  <a:pt x="169" y="818"/>
                  <a:pt x="169" y="801"/>
                  <a:pt x="146" y="776"/>
                </a:cubicBezTo>
                <a:lnTo>
                  <a:pt x="131" y="759"/>
                </a:lnTo>
                <a:cubicBezTo>
                  <a:pt x="113" y="736"/>
                  <a:pt x="44" y="721"/>
                  <a:pt x="16" y="716"/>
                </a:cubicBezTo>
                <a:lnTo>
                  <a:pt x="5" y="716"/>
                </a:lnTo>
                <a:lnTo>
                  <a:pt x="1" y="717"/>
                </a:lnTo>
              </a:path>
              <a:path w="542" h="960">
                <a:moveTo>
                  <a:pt x="153" y="734"/>
                </a:moveTo>
                <a:lnTo>
                  <a:pt x="154" y="734"/>
                </a:lnTo>
                <a:lnTo>
                  <a:pt x="160" y="735"/>
                </a:lnTo>
                <a:lnTo>
                  <a:pt x="166" y="740"/>
                </a:lnTo>
                <a:lnTo>
                  <a:pt x="172" y="753"/>
                </a:lnTo>
                <a:lnTo>
                  <a:pt x="175" y="763"/>
                </a:lnTo>
                <a:lnTo>
                  <a:pt x="182" y="774"/>
                </a:lnTo>
                <a:lnTo>
                  <a:pt x="188" y="786"/>
                </a:lnTo>
                <a:lnTo>
                  <a:pt x="196" y="798"/>
                </a:lnTo>
                <a:lnTo>
                  <a:pt x="204" y="808"/>
                </a:lnTo>
                <a:lnTo>
                  <a:pt x="210" y="818"/>
                </a:lnTo>
                <a:lnTo>
                  <a:pt x="217" y="825"/>
                </a:lnTo>
                <a:lnTo>
                  <a:pt x="212" y="817"/>
                </a:lnTo>
                <a:lnTo>
                  <a:pt x="204" y="798"/>
                </a:lnTo>
                <a:lnTo>
                  <a:pt x="193" y="775"/>
                </a:lnTo>
                <a:lnTo>
                  <a:pt x="186" y="759"/>
                </a:lnTo>
                <a:lnTo>
                  <a:pt x="183" y="754"/>
                </a:lnTo>
                <a:lnTo>
                  <a:pt x="176" y="742"/>
                </a:lnTo>
                <a:lnTo>
                  <a:pt x="174" y="736"/>
                </a:lnTo>
                <a:lnTo>
                  <a:pt x="169" y="731"/>
                </a:lnTo>
                <a:lnTo>
                  <a:pt x="164" y="729"/>
                </a:lnTo>
                <a:lnTo>
                  <a:pt x="158" y="730"/>
                </a:lnTo>
              </a:path>
              <a:path w="542" h="960">
                <a:moveTo>
                  <a:pt x="265" y="1"/>
                </a:moveTo>
                <a:lnTo>
                  <a:pt x="267" y="1"/>
                </a:lnTo>
                <a:lnTo>
                  <a:pt x="273" y="2"/>
                </a:lnTo>
                <a:cubicBezTo>
                  <a:pt x="310" y="5"/>
                  <a:pt x="353" y="11"/>
                  <a:pt x="390" y="16"/>
                </a:cubicBezTo>
                <a:lnTo>
                  <a:pt x="411" y="20"/>
                </a:lnTo>
                <a:lnTo>
                  <a:pt x="431" y="22"/>
                </a:lnTo>
                <a:cubicBezTo>
                  <a:pt x="460" y="24"/>
                  <a:pt x="512" y="41"/>
                  <a:pt x="535" y="41"/>
                </a:cubicBezTo>
                <a:lnTo>
                  <a:pt x="540" y="41"/>
                </a:lnTo>
                <a:lnTo>
                  <a:pt x="542" y="40"/>
                </a:lnTo>
                <a:lnTo>
                  <a:pt x="541" y="39"/>
                </a:lnTo>
                <a:cubicBezTo>
                  <a:pt x="479" y="14"/>
                  <a:pt x="371" y="1"/>
                  <a:pt x="305" y="1"/>
                </a:cubicBezTo>
                <a:lnTo>
                  <a:pt x="285"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370" name="rect"/>
          <p:cNvSpPr/>
          <p:nvPr/>
        </p:nvSpPr>
        <p:spPr>
          <a:xfrm>
            <a:off x="9471883" y="3887352"/>
            <a:ext cx="45973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372" name="rect"/>
          <p:cNvSpPr/>
          <p:nvPr/>
        </p:nvSpPr>
        <p:spPr>
          <a:xfrm>
            <a:off x="9467735" y="3878155"/>
            <a:ext cx="467339" cy="362005"/>
          </a:xfrm>
          <a:prstGeom prst="rect">
            <a:avLst/>
          </a:prstGeom>
          <a:solidFill>
            <a:srgbClr val="FFFFFF">
              <a:alpha val="100000"/>
            </a:srgbClr>
          </a:solidFill>
          <a:ln cap="flat">
            <a:noFill/>
            <a:prstDash val="solid"/>
            <a:miter lim="0"/>
          </a:ln>
        </p:spPr>
        <p:txBody>
          <a:bodyPr rtlCol="0"/>
          <a:lstStyle/>
          <a:p>
            <a:pPr algn="ctr"/>
            <a:endParaRPr lang="zh-CN" altLang="en-US" sz="1635"/>
          </a:p>
        </p:txBody>
      </p:sp>
      <p:grpSp>
        <p:nvGrpSpPr>
          <p:cNvPr id="28" name="group 28"/>
          <p:cNvGrpSpPr/>
          <p:nvPr/>
        </p:nvGrpSpPr>
        <p:grpSpPr>
          <a:xfrm rot="21600000">
            <a:off x="3228487" y="2913313"/>
            <a:ext cx="467339" cy="361231"/>
            <a:chOff x="0" y="0"/>
            <a:chExt cx="515111" cy="398157"/>
          </a:xfrm>
        </p:grpSpPr>
        <p:pic>
          <p:nvPicPr>
            <p:cNvPr id="374" name="picture 374"/>
            <p:cNvPicPr>
              <a:picLocks noChangeAspect="1"/>
            </p:cNvPicPr>
            <p:nvPr/>
          </p:nvPicPr>
          <p:blipFill>
            <a:blip r:embed="rId12"/>
            <a:stretch>
              <a:fillRect/>
            </a:stretch>
          </p:blipFill>
          <p:spPr>
            <a:xfrm rot="21600000">
              <a:off x="0" y="0"/>
              <a:ext cx="515111" cy="398157"/>
            </a:xfrm>
            <a:prstGeom prst="rect">
              <a:avLst/>
            </a:prstGeom>
          </p:spPr>
        </p:pic>
        <p:sp>
          <p:nvSpPr>
            <p:cNvPr id="376" name="textbox 376"/>
            <p:cNvSpPr/>
            <p:nvPr/>
          </p:nvSpPr>
          <p:spPr>
            <a:xfrm>
              <a:off x="-12700" y="-12700"/>
              <a:ext cx="541019" cy="487680"/>
            </a:xfrm>
            <a:prstGeom prst="rect">
              <a:avLst/>
            </a:prstGeom>
          </p:spPr>
          <p:txBody>
            <a:bodyPr vert="horz" wrap="square" lIns="0" tIns="0" rIns="0" bIns="0"/>
            <a:lstStyle/>
            <a:p>
              <a:pPr algn="l" rtl="0" eaLnBrk="0">
                <a:lnSpc>
                  <a:spcPct val="109000"/>
                </a:lnSpc>
              </a:pPr>
              <a:endParaRPr lang="en-US" altLang="en-US" sz="725" dirty="0"/>
            </a:p>
            <a:p>
              <a:pPr algn="l" rtl="0" eaLnBrk="0">
                <a:lnSpc>
                  <a:spcPct val="6000"/>
                </a:lnSpc>
              </a:pPr>
              <a:endParaRPr lang="en-US" altLang="en-US" sz="100" dirty="0"/>
            </a:p>
            <a:p>
              <a:pPr marL="172085"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grpSp>
        <p:nvGrpSpPr>
          <p:cNvPr id="30" name="group 30"/>
          <p:cNvGrpSpPr/>
          <p:nvPr/>
        </p:nvGrpSpPr>
        <p:grpSpPr>
          <a:xfrm rot="21600000">
            <a:off x="6205356" y="2344296"/>
            <a:ext cx="467339" cy="355701"/>
            <a:chOff x="0" y="0"/>
            <a:chExt cx="515111" cy="392061"/>
          </a:xfrm>
        </p:grpSpPr>
        <p:pic>
          <p:nvPicPr>
            <p:cNvPr id="378" name="picture 378"/>
            <p:cNvPicPr>
              <a:picLocks noChangeAspect="1"/>
            </p:cNvPicPr>
            <p:nvPr/>
          </p:nvPicPr>
          <p:blipFill>
            <a:blip r:embed="rId13"/>
            <a:stretch>
              <a:fillRect/>
            </a:stretch>
          </p:blipFill>
          <p:spPr>
            <a:xfrm rot="21600000">
              <a:off x="0" y="0"/>
              <a:ext cx="515111" cy="392061"/>
            </a:xfrm>
            <a:prstGeom prst="rect">
              <a:avLst/>
            </a:prstGeom>
          </p:spPr>
        </p:pic>
        <p:sp>
          <p:nvSpPr>
            <p:cNvPr id="380" name="textbox 380"/>
            <p:cNvSpPr/>
            <p:nvPr/>
          </p:nvSpPr>
          <p:spPr>
            <a:xfrm>
              <a:off x="-12700" y="-12700"/>
              <a:ext cx="541019" cy="481965"/>
            </a:xfrm>
            <a:prstGeom prst="rect">
              <a:avLst/>
            </a:prstGeom>
          </p:spPr>
          <p:txBody>
            <a:bodyPr vert="horz" wrap="square" lIns="0" tIns="0" rIns="0" bIns="0"/>
            <a:lstStyle/>
            <a:p>
              <a:pPr algn="l" rtl="0" eaLnBrk="0">
                <a:lnSpc>
                  <a:spcPct val="107000"/>
                </a:lnSpc>
              </a:pPr>
              <a:endParaRPr lang="en-US" altLang="en-US" sz="725" dirty="0"/>
            </a:p>
            <a:p>
              <a:pPr marL="186055" algn="l" rtl="0" eaLnBrk="0">
                <a:lnSpc>
                  <a:spcPct val="75000"/>
                </a:lnSpc>
                <a:spcBef>
                  <a:spcPts val="5"/>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1905" dirty="0"/>
            </a:p>
          </p:txBody>
        </p:sp>
      </p:grpSp>
      <p:grpSp>
        <p:nvGrpSpPr>
          <p:cNvPr id="32" name="group 32"/>
          <p:cNvGrpSpPr/>
          <p:nvPr/>
        </p:nvGrpSpPr>
        <p:grpSpPr>
          <a:xfrm rot="21600000">
            <a:off x="8422454" y="2344279"/>
            <a:ext cx="467339" cy="354979"/>
            <a:chOff x="0" y="0"/>
            <a:chExt cx="515111" cy="391266"/>
          </a:xfrm>
        </p:grpSpPr>
        <p:pic>
          <p:nvPicPr>
            <p:cNvPr id="382" name="picture 382"/>
            <p:cNvPicPr>
              <a:picLocks noChangeAspect="1"/>
            </p:cNvPicPr>
            <p:nvPr/>
          </p:nvPicPr>
          <p:blipFill>
            <a:blip r:embed="rId14"/>
            <a:stretch>
              <a:fillRect/>
            </a:stretch>
          </p:blipFill>
          <p:spPr>
            <a:xfrm rot="21600000">
              <a:off x="0" y="0"/>
              <a:ext cx="515111" cy="391266"/>
            </a:xfrm>
            <a:prstGeom prst="rect">
              <a:avLst/>
            </a:prstGeom>
          </p:spPr>
        </p:pic>
        <p:sp>
          <p:nvSpPr>
            <p:cNvPr id="384" name="textbox 384"/>
            <p:cNvSpPr/>
            <p:nvPr/>
          </p:nvSpPr>
          <p:spPr>
            <a:xfrm>
              <a:off x="-12700" y="-12700"/>
              <a:ext cx="541019" cy="480694"/>
            </a:xfrm>
            <a:prstGeom prst="rect">
              <a:avLst/>
            </a:prstGeom>
          </p:spPr>
          <p:txBody>
            <a:bodyPr vert="horz" wrap="square" lIns="0" tIns="0" rIns="0" bIns="0"/>
            <a:lstStyle/>
            <a:p>
              <a:pPr algn="l" rtl="0" eaLnBrk="0">
                <a:lnSpc>
                  <a:spcPct val="107000"/>
                </a:lnSpc>
              </a:pPr>
              <a:endParaRPr lang="en-US" altLang="en-US" sz="725" dirty="0"/>
            </a:p>
            <a:p>
              <a:pPr marL="176530" algn="l" rtl="0" eaLnBrk="0">
                <a:lnSpc>
                  <a:spcPct val="75000"/>
                </a:lnSpc>
                <a:spcBef>
                  <a:spcPts val="5"/>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1905" dirty="0"/>
            </a:p>
          </p:txBody>
        </p:sp>
      </p:grpSp>
      <p:graphicFrame>
        <p:nvGraphicFramePr>
          <p:cNvPr id="386" name="table 386"/>
          <p:cNvGraphicFramePr>
            <a:graphicFrameLocks noGrp="1"/>
          </p:cNvGraphicFramePr>
          <p:nvPr/>
        </p:nvGraphicFramePr>
        <p:xfrm>
          <a:off x="8269669" y="4637445"/>
          <a:ext cx="693420" cy="236855"/>
        </p:xfrm>
        <a:graphic>
          <a:graphicData uri="http://schemas.openxmlformats.org/drawingml/2006/table">
            <a:tbl>
              <a:tblPr>
                <a:solidFill>
                  <a:srgbClr val="C0C0C0"/>
                </a:solidFill>
              </a:tblPr>
              <a:tblGrid>
                <a:gridCol w="693420"/>
              </a:tblGrid>
              <a:tr h="236855">
                <a:tc>
                  <a:txBody>
                    <a:bodyPr/>
                    <a:lstStyle/>
                    <a:p>
                      <a:pPr algn="l" rtl="0" eaLnBrk="0">
                        <a:lnSpc>
                          <a:spcPct val="100000"/>
                        </a:lnSpc>
                      </a:pPr>
                      <a:endParaRPr lang="en-US" altLang="en-US" sz="905" dirty="0"/>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C0C0"/>
                    </a:solidFill>
                  </a:tcPr>
                </a:tc>
              </a:tr>
            </a:tbl>
          </a:graphicData>
        </a:graphic>
      </p:graphicFrame>
      <p:sp>
        <p:nvSpPr>
          <p:cNvPr id="388" name="textbox 388"/>
          <p:cNvSpPr/>
          <p:nvPr/>
        </p:nvSpPr>
        <p:spPr>
          <a:xfrm>
            <a:off x="8948095" y="3974689"/>
            <a:ext cx="998972" cy="292662"/>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340"/>
              </a:lnSpc>
            </a:pPr>
            <a:r>
              <a:rPr sz="354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5" b="1" kern="0" spc="180" dirty="0">
                <a:solidFill>
                  <a:srgbClr val="000000">
                    <a:alpha val="100000"/>
                  </a:srgbClr>
                </a:solidFill>
                <a:latin typeface="Times New Roman" panose="02020603050405020304"/>
                <a:ea typeface="Times New Roman" panose="02020603050405020304"/>
                <a:cs typeface="Times New Roman" panose="02020603050405020304"/>
              </a:rPr>
              <a:t>H</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905" dirty="0"/>
          </a:p>
        </p:txBody>
      </p:sp>
      <p:sp>
        <p:nvSpPr>
          <p:cNvPr id="390" name="textbox 390"/>
          <p:cNvSpPr/>
          <p:nvPr/>
        </p:nvSpPr>
        <p:spPr>
          <a:xfrm>
            <a:off x="4310209" y="3591259"/>
            <a:ext cx="597424" cy="245421"/>
          </a:xfrm>
          <a:prstGeom prst="rect">
            <a:avLst/>
          </a:prstGeom>
        </p:spPr>
        <p:txBody>
          <a:bodyPr vert="horz" wrap="square" lIns="0" tIns="0" rIns="0" bIns="0"/>
          <a:lstStyle/>
          <a:p>
            <a:pPr algn="l" rtl="0" eaLnBrk="0">
              <a:lnSpc>
                <a:spcPct val="73000"/>
              </a:lnSpc>
            </a:pPr>
            <a:endParaRPr lang="en-US" altLang="en-US" sz="100" dirty="0"/>
          </a:p>
          <a:p>
            <a:pPr marL="12700" algn="l" rtl="0" eaLnBrk="0">
              <a:lnSpc>
                <a:spcPct val="77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H(M)</a:t>
            </a:r>
            <a:endParaRPr lang="en-US" altLang="en-US" sz="1905" dirty="0"/>
          </a:p>
        </p:txBody>
      </p:sp>
      <p:pic>
        <p:nvPicPr>
          <p:cNvPr id="392" name="picture 392"/>
          <p:cNvPicPr>
            <a:picLocks noChangeAspect="1"/>
          </p:cNvPicPr>
          <p:nvPr/>
        </p:nvPicPr>
        <p:blipFill>
          <a:blip r:embed="rId15"/>
          <a:stretch>
            <a:fillRect/>
          </a:stretch>
        </p:blipFill>
        <p:spPr>
          <a:xfrm rot="21600000">
            <a:off x="9854199" y="4043593"/>
            <a:ext cx="395430" cy="302111"/>
          </a:xfrm>
          <a:prstGeom prst="rect">
            <a:avLst/>
          </a:prstGeom>
        </p:spPr>
      </p:pic>
      <p:pic>
        <p:nvPicPr>
          <p:cNvPr id="394" name="picture 394"/>
          <p:cNvPicPr>
            <a:picLocks noChangeAspect="1"/>
          </p:cNvPicPr>
          <p:nvPr/>
        </p:nvPicPr>
        <p:blipFill>
          <a:blip r:embed="rId16"/>
          <a:stretch>
            <a:fillRect/>
          </a:stretch>
        </p:blipFill>
        <p:spPr>
          <a:xfrm rot="21600000">
            <a:off x="10083030" y="4526141"/>
            <a:ext cx="151401" cy="286902"/>
          </a:xfrm>
          <a:prstGeom prst="rect">
            <a:avLst/>
          </a:prstGeom>
        </p:spPr>
      </p:pic>
      <p:sp>
        <p:nvSpPr>
          <p:cNvPr id="396" name="textbox 396"/>
          <p:cNvSpPr/>
          <p:nvPr/>
        </p:nvSpPr>
        <p:spPr>
          <a:xfrm>
            <a:off x="9825352" y="4341434"/>
            <a:ext cx="473561" cy="303032"/>
          </a:xfrm>
          <a:prstGeom prst="rect">
            <a:avLst/>
          </a:prstGeom>
        </p:spPr>
        <p:txBody>
          <a:bodyPr vert="horz" wrap="square" lIns="0" tIns="0" rIns="0" bIns="0"/>
          <a:lstStyle/>
          <a:p>
            <a:pPr algn="l" rtl="0" eaLnBrk="0">
              <a:lnSpc>
                <a:spcPct val="92000"/>
              </a:lnSpc>
            </a:pPr>
            <a:endParaRPr lang="en-US" altLang="en-US" sz="100" dirty="0"/>
          </a:p>
          <a:p>
            <a:pPr algn="r" rtl="0" eaLnBrk="0">
              <a:lnSpc>
                <a:spcPct val="96000"/>
              </a:lnSpc>
            </a:pPr>
            <a:r>
              <a:rPr sz="1905" kern="0" spc="-22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a:t>
            </a:r>
            <a:r>
              <a:rPr sz="1905" kern="0" spc="-10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较</a:t>
            </a:r>
            <a:endParaRPr lang="en-US" altLang="en-US" sz="1905" dirty="0"/>
          </a:p>
        </p:txBody>
      </p:sp>
      <p:pic>
        <p:nvPicPr>
          <p:cNvPr id="398" name="picture 398"/>
          <p:cNvPicPr>
            <a:picLocks noChangeAspect="1"/>
          </p:cNvPicPr>
          <p:nvPr/>
        </p:nvPicPr>
        <p:blipFill>
          <a:blip r:embed="rId17"/>
          <a:stretch>
            <a:fillRect/>
          </a:stretch>
        </p:blipFill>
        <p:spPr>
          <a:xfrm rot="21600000">
            <a:off x="6591810" y="2445927"/>
            <a:ext cx="611816" cy="152092"/>
          </a:xfrm>
          <a:prstGeom prst="rect">
            <a:avLst/>
          </a:prstGeom>
        </p:spPr>
      </p:pic>
      <p:pic>
        <p:nvPicPr>
          <p:cNvPr id="400" name="picture 400"/>
          <p:cNvPicPr>
            <a:picLocks noChangeAspect="1"/>
          </p:cNvPicPr>
          <p:nvPr/>
        </p:nvPicPr>
        <p:blipFill>
          <a:blip r:embed="rId18"/>
          <a:stretch>
            <a:fillRect/>
          </a:stretch>
        </p:blipFill>
        <p:spPr>
          <a:xfrm rot="21600000">
            <a:off x="7814774" y="2445927"/>
            <a:ext cx="611136" cy="152092"/>
          </a:xfrm>
          <a:prstGeom prst="rect">
            <a:avLst/>
          </a:prstGeom>
        </p:spPr>
      </p:pic>
      <p:sp>
        <p:nvSpPr>
          <p:cNvPr id="402" name="textbox 402"/>
          <p:cNvSpPr/>
          <p:nvPr/>
        </p:nvSpPr>
        <p:spPr>
          <a:xfrm>
            <a:off x="9961447" y="5587579"/>
            <a:ext cx="547303" cy="245998"/>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Alice</a:t>
            </a:r>
            <a:endParaRPr lang="en-US" altLang="en-US" sz="1905" dirty="0"/>
          </a:p>
        </p:txBody>
      </p:sp>
      <p:pic>
        <p:nvPicPr>
          <p:cNvPr id="404" name="picture 404"/>
          <p:cNvPicPr>
            <a:picLocks noChangeAspect="1"/>
          </p:cNvPicPr>
          <p:nvPr/>
        </p:nvPicPr>
        <p:blipFill>
          <a:blip r:embed="rId19"/>
          <a:stretch>
            <a:fillRect/>
          </a:stretch>
        </p:blipFill>
        <p:spPr>
          <a:xfrm rot="21600000">
            <a:off x="5676488" y="2445927"/>
            <a:ext cx="533015" cy="152092"/>
          </a:xfrm>
          <a:prstGeom prst="rect">
            <a:avLst/>
          </a:prstGeom>
        </p:spPr>
      </p:pic>
      <p:pic>
        <p:nvPicPr>
          <p:cNvPr id="406" name="picture 406"/>
          <p:cNvPicPr>
            <a:picLocks noChangeAspect="1"/>
          </p:cNvPicPr>
          <p:nvPr/>
        </p:nvPicPr>
        <p:blipFill>
          <a:blip r:embed="rId20"/>
          <a:stretch>
            <a:fillRect/>
          </a:stretch>
        </p:blipFill>
        <p:spPr>
          <a:xfrm rot="21600000">
            <a:off x="6365054" y="2693424"/>
            <a:ext cx="151401" cy="459043"/>
          </a:xfrm>
          <a:prstGeom prst="rect">
            <a:avLst/>
          </a:prstGeom>
        </p:spPr>
      </p:pic>
      <p:sp>
        <p:nvSpPr>
          <p:cNvPr id="408" name="textbox 408"/>
          <p:cNvSpPr/>
          <p:nvPr/>
        </p:nvSpPr>
        <p:spPr>
          <a:xfrm>
            <a:off x="2557687" y="5600448"/>
            <a:ext cx="436691" cy="241966"/>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Bob</a:t>
            </a:r>
            <a:endParaRPr lang="en-US" altLang="en-US" sz="1905" dirty="0"/>
          </a:p>
        </p:txBody>
      </p:sp>
      <p:sp>
        <p:nvSpPr>
          <p:cNvPr id="410" name="path"/>
          <p:cNvSpPr/>
          <p:nvPr/>
        </p:nvSpPr>
        <p:spPr>
          <a:xfrm>
            <a:off x="2397507" y="4985185"/>
            <a:ext cx="169375" cy="256483"/>
          </a:xfrm>
          <a:custGeom>
            <a:avLst/>
            <a:gdLst/>
            <a:ahLst/>
            <a:cxnLst/>
            <a:rect l="0" t="0" r="0" b="0"/>
            <a:pathLst>
              <a:path w="293" h="445">
                <a:moveTo>
                  <a:pt x="133" y="111"/>
                </a:moveTo>
                <a:lnTo>
                  <a:pt x="139" y="117"/>
                </a:lnTo>
                <a:cubicBezTo>
                  <a:pt x="187" y="157"/>
                  <a:pt x="213" y="168"/>
                  <a:pt x="274" y="181"/>
                </a:cubicBezTo>
                <a:lnTo>
                  <a:pt x="277" y="181"/>
                </a:lnTo>
                <a:lnTo>
                  <a:pt x="277" y="178"/>
                </a:lnTo>
                <a:lnTo>
                  <a:pt x="268" y="176"/>
                </a:lnTo>
                <a:cubicBezTo>
                  <a:pt x="166" y="145"/>
                  <a:pt x="125" y="106"/>
                  <a:pt x="80" y="3"/>
                </a:cubicBezTo>
                <a:lnTo>
                  <a:pt x="77" y="0"/>
                </a:lnTo>
                <a:lnTo>
                  <a:pt x="79" y="2"/>
                </a:lnTo>
                <a:cubicBezTo>
                  <a:pt x="88" y="35"/>
                  <a:pt x="95" y="50"/>
                  <a:pt x="111" y="81"/>
                </a:cubicBezTo>
                <a:lnTo>
                  <a:pt x="121" y="97"/>
                </a:lnTo>
              </a:path>
              <a:path w="293" h="445">
                <a:moveTo>
                  <a:pt x="270" y="297"/>
                </a:moveTo>
                <a:lnTo>
                  <a:pt x="268" y="298"/>
                </a:lnTo>
                <a:lnTo>
                  <a:pt x="270" y="299"/>
                </a:lnTo>
                <a:lnTo>
                  <a:pt x="272" y="299"/>
                </a:lnTo>
                <a:lnTo>
                  <a:pt x="273" y="298"/>
                </a:lnTo>
                <a:lnTo>
                  <a:pt x="284" y="283"/>
                </a:lnTo>
                <a:lnTo>
                  <a:pt x="288" y="262"/>
                </a:lnTo>
                <a:lnTo>
                  <a:pt x="289" y="243"/>
                </a:lnTo>
                <a:lnTo>
                  <a:pt x="288" y="221"/>
                </a:lnTo>
                <a:lnTo>
                  <a:pt x="284" y="203"/>
                </a:lnTo>
                <a:lnTo>
                  <a:pt x="279" y="188"/>
                </a:lnTo>
                <a:lnTo>
                  <a:pt x="277" y="177"/>
                </a:lnTo>
                <a:lnTo>
                  <a:pt x="276" y="173"/>
                </a:lnTo>
                <a:lnTo>
                  <a:pt x="278" y="187"/>
                </a:lnTo>
                <a:lnTo>
                  <a:pt x="283" y="220"/>
                </a:lnTo>
                <a:lnTo>
                  <a:pt x="281" y="262"/>
                </a:lnTo>
              </a:path>
              <a:path w="293" h="445">
                <a:moveTo>
                  <a:pt x="0" y="124"/>
                </a:moveTo>
                <a:lnTo>
                  <a:pt x="2" y="167"/>
                </a:lnTo>
                <a:lnTo>
                  <a:pt x="4" y="189"/>
                </a:lnTo>
                <a:lnTo>
                  <a:pt x="9" y="211"/>
                </a:lnTo>
                <a:lnTo>
                  <a:pt x="14" y="230"/>
                </a:lnTo>
                <a:lnTo>
                  <a:pt x="21" y="250"/>
                </a:lnTo>
                <a:lnTo>
                  <a:pt x="31" y="269"/>
                </a:lnTo>
                <a:lnTo>
                  <a:pt x="43" y="287"/>
                </a:lnTo>
                <a:lnTo>
                  <a:pt x="56" y="305"/>
                </a:lnTo>
                <a:lnTo>
                  <a:pt x="71" y="322"/>
                </a:lnTo>
                <a:lnTo>
                  <a:pt x="88" y="339"/>
                </a:lnTo>
                <a:lnTo>
                  <a:pt x="106" y="355"/>
                </a:lnTo>
                <a:lnTo>
                  <a:pt x="111" y="355"/>
                </a:lnTo>
                <a:lnTo>
                  <a:pt x="113" y="353"/>
                </a:lnTo>
                <a:lnTo>
                  <a:pt x="116" y="350"/>
                </a:lnTo>
                <a:lnTo>
                  <a:pt x="116" y="347"/>
                </a:lnTo>
                <a:lnTo>
                  <a:pt x="103" y="332"/>
                </a:lnTo>
                <a:cubicBezTo>
                  <a:pt x="31" y="253"/>
                  <a:pt x="12" y="182"/>
                  <a:pt x="4" y="79"/>
                </a:cubicBezTo>
                <a:lnTo>
                  <a:pt x="3" y="56"/>
                </a:lnTo>
                <a:lnTo>
                  <a:pt x="3" y="46"/>
                </a:lnTo>
                <a:lnTo>
                  <a:pt x="2" y="55"/>
                </a:lnTo>
                <a:lnTo>
                  <a:pt x="1" y="75"/>
                </a:lnTo>
                <a:lnTo>
                  <a:pt x="0" y="101"/>
                </a:lnTo>
              </a:path>
              <a:path w="293" h="445">
                <a:moveTo>
                  <a:pt x="182" y="343"/>
                </a:moveTo>
                <a:lnTo>
                  <a:pt x="195" y="343"/>
                </a:lnTo>
                <a:lnTo>
                  <a:pt x="209" y="344"/>
                </a:lnTo>
                <a:lnTo>
                  <a:pt x="224" y="344"/>
                </a:lnTo>
                <a:lnTo>
                  <a:pt x="236" y="345"/>
                </a:lnTo>
                <a:lnTo>
                  <a:pt x="250" y="345"/>
                </a:lnTo>
                <a:lnTo>
                  <a:pt x="265" y="346"/>
                </a:lnTo>
                <a:lnTo>
                  <a:pt x="291" y="349"/>
                </a:lnTo>
                <a:lnTo>
                  <a:pt x="292" y="349"/>
                </a:lnTo>
                <a:lnTo>
                  <a:pt x="293" y="347"/>
                </a:lnTo>
                <a:lnTo>
                  <a:pt x="293" y="346"/>
                </a:lnTo>
                <a:lnTo>
                  <a:pt x="292" y="345"/>
                </a:lnTo>
                <a:lnTo>
                  <a:pt x="278" y="344"/>
                </a:lnTo>
                <a:lnTo>
                  <a:pt x="263" y="343"/>
                </a:lnTo>
                <a:lnTo>
                  <a:pt x="249" y="340"/>
                </a:lnTo>
                <a:cubicBezTo>
                  <a:pt x="190" y="339"/>
                  <a:pt x="152" y="338"/>
                  <a:pt x="93" y="345"/>
                </a:cubicBezTo>
                <a:lnTo>
                  <a:pt x="85" y="347"/>
                </a:lnTo>
                <a:lnTo>
                  <a:pt x="82" y="347"/>
                </a:lnTo>
                <a:lnTo>
                  <a:pt x="85" y="347"/>
                </a:lnTo>
                <a:cubicBezTo>
                  <a:pt x="109" y="343"/>
                  <a:pt x="129" y="347"/>
                  <a:pt x="153" y="344"/>
                </a:cubicBezTo>
                <a:lnTo>
                  <a:pt x="167" y="343"/>
                </a:lnTo>
              </a:path>
              <a:path w="293" h="445">
                <a:moveTo>
                  <a:pt x="236" y="389"/>
                </a:moveTo>
                <a:lnTo>
                  <a:pt x="231" y="397"/>
                </a:lnTo>
                <a:cubicBezTo>
                  <a:pt x="219" y="412"/>
                  <a:pt x="207" y="424"/>
                  <a:pt x="199" y="442"/>
                </a:cubicBezTo>
                <a:lnTo>
                  <a:pt x="199" y="445"/>
                </a:lnTo>
                <a:lnTo>
                  <a:pt x="202" y="445"/>
                </a:lnTo>
                <a:lnTo>
                  <a:pt x="205" y="443"/>
                </a:lnTo>
                <a:lnTo>
                  <a:pt x="208" y="436"/>
                </a:lnTo>
                <a:lnTo>
                  <a:pt x="218" y="424"/>
                </a:lnTo>
                <a:lnTo>
                  <a:pt x="223" y="417"/>
                </a:lnTo>
                <a:lnTo>
                  <a:pt x="228" y="411"/>
                </a:lnTo>
                <a:lnTo>
                  <a:pt x="233" y="405"/>
                </a:lnTo>
                <a:lnTo>
                  <a:pt x="238" y="399"/>
                </a:lnTo>
                <a:cubicBezTo>
                  <a:pt x="251" y="383"/>
                  <a:pt x="265" y="367"/>
                  <a:pt x="278" y="351"/>
                </a:cubicBezTo>
                <a:lnTo>
                  <a:pt x="283" y="346"/>
                </a:lnTo>
                <a:lnTo>
                  <a:pt x="284" y="344"/>
                </a:lnTo>
                <a:lnTo>
                  <a:pt x="283" y="345"/>
                </a:lnTo>
                <a:cubicBezTo>
                  <a:pt x="272" y="356"/>
                  <a:pt x="260" y="365"/>
                  <a:pt x="250" y="376"/>
                </a:cubicBezTo>
                <a:lnTo>
                  <a:pt x="243" y="38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12" name="path"/>
          <p:cNvSpPr/>
          <p:nvPr/>
        </p:nvSpPr>
        <p:spPr>
          <a:xfrm>
            <a:off x="2161072" y="4931261"/>
            <a:ext cx="314555" cy="201176"/>
          </a:xfrm>
          <a:custGeom>
            <a:avLst/>
            <a:gdLst/>
            <a:ahLst/>
            <a:cxnLst/>
            <a:rect l="0" t="0" r="0" b="0"/>
            <a:pathLst>
              <a:path w="545" h="349">
                <a:moveTo>
                  <a:pt x="545" y="0"/>
                </a:moveTo>
                <a:lnTo>
                  <a:pt x="542" y="17"/>
                </a:lnTo>
                <a:cubicBezTo>
                  <a:pt x="468" y="203"/>
                  <a:pt x="135" y="192"/>
                  <a:pt x="1" y="343"/>
                </a:cubicBezTo>
                <a:lnTo>
                  <a:pt x="0" y="346"/>
                </a:lnTo>
                <a:lnTo>
                  <a:pt x="1" y="347"/>
                </a:lnTo>
                <a:lnTo>
                  <a:pt x="4" y="349"/>
                </a:lnTo>
                <a:lnTo>
                  <a:pt x="8" y="347"/>
                </a:lnTo>
                <a:cubicBezTo>
                  <a:pt x="51" y="320"/>
                  <a:pt x="98" y="288"/>
                  <a:pt x="145" y="270"/>
                </a:cubicBezTo>
                <a:lnTo>
                  <a:pt x="165" y="259"/>
                </a:lnTo>
                <a:lnTo>
                  <a:pt x="175" y="254"/>
                </a:lnTo>
                <a:cubicBezTo>
                  <a:pt x="202" y="241"/>
                  <a:pt x="225" y="233"/>
                  <a:pt x="253" y="223"/>
                </a:cubicBezTo>
                <a:lnTo>
                  <a:pt x="265" y="219"/>
                </a:lnTo>
                <a:lnTo>
                  <a:pt x="275" y="214"/>
                </a:lnTo>
                <a:lnTo>
                  <a:pt x="286" y="211"/>
                </a:lnTo>
                <a:cubicBezTo>
                  <a:pt x="375" y="176"/>
                  <a:pt x="502" y="128"/>
                  <a:pt x="538" y="32"/>
                </a:cubicBezTo>
                <a:lnTo>
                  <a:pt x="543" y="16"/>
                </a:lnTo>
                <a:lnTo>
                  <a:pt x="545"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14" name="rect"/>
          <p:cNvSpPr/>
          <p:nvPr/>
        </p:nvSpPr>
        <p:spPr>
          <a:xfrm>
            <a:off x="9657851" y="4882177"/>
            <a:ext cx="276532" cy="226064"/>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416" name="picture 416"/>
          <p:cNvPicPr>
            <a:picLocks noChangeAspect="1"/>
          </p:cNvPicPr>
          <p:nvPr/>
        </p:nvPicPr>
        <p:blipFill>
          <a:blip r:embed="rId21"/>
          <a:stretch>
            <a:fillRect/>
          </a:stretch>
        </p:blipFill>
        <p:spPr>
          <a:xfrm rot="21600000">
            <a:off x="4226078" y="2692733"/>
            <a:ext cx="152092" cy="401662"/>
          </a:xfrm>
          <a:prstGeom prst="rect">
            <a:avLst/>
          </a:prstGeom>
        </p:spPr>
      </p:pic>
      <p:pic>
        <p:nvPicPr>
          <p:cNvPr id="418" name="picture 418"/>
          <p:cNvPicPr>
            <a:picLocks noChangeAspect="1"/>
          </p:cNvPicPr>
          <p:nvPr/>
        </p:nvPicPr>
        <p:blipFill>
          <a:blip r:embed="rId22"/>
          <a:stretch>
            <a:fillRect/>
          </a:stretch>
        </p:blipFill>
        <p:spPr>
          <a:xfrm rot="21600000">
            <a:off x="8578694" y="1948861"/>
            <a:ext cx="151390" cy="400280"/>
          </a:xfrm>
          <a:prstGeom prst="rect">
            <a:avLst/>
          </a:prstGeom>
        </p:spPr>
      </p:pic>
      <p:sp>
        <p:nvSpPr>
          <p:cNvPr id="420" name="path"/>
          <p:cNvSpPr/>
          <p:nvPr/>
        </p:nvSpPr>
        <p:spPr>
          <a:xfrm>
            <a:off x="2490145" y="5093724"/>
            <a:ext cx="167301" cy="326998"/>
          </a:xfrm>
          <a:custGeom>
            <a:avLst/>
            <a:gdLst/>
            <a:ahLst/>
            <a:cxnLst/>
            <a:rect l="0" t="0" r="0" b="0"/>
            <a:pathLst>
              <a:path w="290" h="567">
                <a:moveTo>
                  <a:pt x="0" y="236"/>
                </a:moveTo>
                <a:lnTo>
                  <a:pt x="25" y="250"/>
                </a:lnTo>
                <a:cubicBezTo>
                  <a:pt x="158" y="323"/>
                  <a:pt x="193" y="426"/>
                  <a:pt x="225" y="565"/>
                </a:cubicBezTo>
                <a:lnTo>
                  <a:pt x="228" y="567"/>
                </a:lnTo>
                <a:lnTo>
                  <a:pt x="231" y="566"/>
                </a:lnTo>
                <a:lnTo>
                  <a:pt x="235" y="565"/>
                </a:lnTo>
                <a:lnTo>
                  <a:pt x="237" y="561"/>
                </a:lnTo>
                <a:lnTo>
                  <a:pt x="235" y="536"/>
                </a:lnTo>
                <a:lnTo>
                  <a:pt x="231" y="511"/>
                </a:lnTo>
                <a:lnTo>
                  <a:pt x="229" y="485"/>
                </a:lnTo>
                <a:lnTo>
                  <a:pt x="223" y="460"/>
                </a:lnTo>
                <a:lnTo>
                  <a:pt x="216" y="436"/>
                </a:lnTo>
                <a:lnTo>
                  <a:pt x="207" y="412"/>
                </a:lnTo>
                <a:lnTo>
                  <a:pt x="198" y="387"/>
                </a:lnTo>
                <a:lnTo>
                  <a:pt x="184" y="364"/>
                </a:lnTo>
                <a:lnTo>
                  <a:pt x="177" y="352"/>
                </a:lnTo>
                <a:lnTo>
                  <a:pt x="169" y="343"/>
                </a:lnTo>
                <a:lnTo>
                  <a:pt x="160" y="332"/>
                </a:lnTo>
                <a:cubicBezTo>
                  <a:pt x="119" y="287"/>
                  <a:pt x="84" y="269"/>
                  <a:pt x="30" y="245"/>
                </a:cubicBezTo>
                <a:lnTo>
                  <a:pt x="14" y="241"/>
                </a:lnTo>
                <a:lnTo>
                  <a:pt x="0" y="236"/>
                </a:lnTo>
              </a:path>
              <a:path w="290" h="567">
                <a:moveTo>
                  <a:pt x="202" y="99"/>
                </a:moveTo>
                <a:lnTo>
                  <a:pt x="208" y="112"/>
                </a:lnTo>
                <a:cubicBezTo>
                  <a:pt x="252" y="216"/>
                  <a:pt x="249" y="320"/>
                  <a:pt x="254" y="430"/>
                </a:cubicBezTo>
                <a:lnTo>
                  <a:pt x="257" y="435"/>
                </a:lnTo>
                <a:lnTo>
                  <a:pt x="262" y="435"/>
                </a:lnTo>
                <a:lnTo>
                  <a:pt x="269" y="433"/>
                </a:lnTo>
                <a:lnTo>
                  <a:pt x="272" y="429"/>
                </a:lnTo>
                <a:lnTo>
                  <a:pt x="285" y="373"/>
                </a:lnTo>
                <a:lnTo>
                  <a:pt x="290" y="315"/>
                </a:lnTo>
                <a:lnTo>
                  <a:pt x="284" y="257"/>
                </a:lnTo>
                <a:lnTo>
                  <a:pt x="271" y="201"/>
                </a:lnTo>
                <a:lnTo>
                  <a:pt x="266" y="188"/>
                </a:lnTo>
                <a:lnTo>
                  <a:pt x="260" y="175"/>
                </a:lnTo>
                <a:lnTo>
                  <a:pt x="255" y="161"/>
                </a:lnTo>
                <a:lnTo>
                  <a:pt x="249" y="148"/>
                </a:lnTo>
                <a:lnTo>
                  <a:pt x="242" y="136"/>
                </a:lnTo>
                <a:lnTo>
                  <a:pt x="236" y="123"/>
                </a:lnTo>
                <a:lnTo>
                  <a:pt x="229" y="111"/>
                </a:lnTo>
                <a:lnTo>
                  <a:pt x="219" y="99"/>
                </a:lnTo>
                <a:lnTo>
                  <a:pt x="215" y="92"/>
                </a:lnTo>
                <a:cubicBezTo>
                  <a:pt x="190" y="63"/>
                  <a:pt x="173" y="35"/>
                  <a:pt x="151" y="4"/>
                </a:cubicBezTo>
                <a:lnTo>
                  <a:pt x="148" y="2"/>
                </a:lnTo>
                <a:lnTo>
                  <a:pt x="147" y="0"/>
                </a:lnTo>
                <a:lnTo>
                  <a:pt x="149" y="3"/>
                </a:lnTo>
                <a:cubicBezTo>
                  <a:pt x="162" y="24"/>
                  <a:pt x="175" y="48"/>
                  <a:pt x="187" y="69"/>
                </a:cubicBezTo>
                <a:lnTo>
                  <a:pt x="195" y="86"/>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22" name="path"/>
          <p:cNvSpPr/>
          <p:nvPr/>
        </p:nvSpPr>
        <p:spPr>
          <a:xfrm>
            <a:off x="9673060" y="4889090"/>
            <a:ext cx="249569" cy="211546"/>
          </a:xfrm>
          <a:custGeom>
            <a:avLst/>
            <a:gdLst/>
            <a:ahLst/>
            <a:cxnLst/>
            <a:rect l="0" t="0" r="0" b="0"/>
            <a:pathLst>
              <a:path w="433" h="367">
                <a:moveTo>
                  <a:pt x="425" y="349"/>
                </a:moveTo>
                <a:lnTo>
                  <a:pt x="407" y="350"/>
                </a:lnTo>
                <a:cubicBezTo>
                  <a:pt x="279" y="356"/>
                  <a:pt x="150" y="361"/>
                  <a:pt x="21" y="367"/>
                </a:cubicBezTo>
                <a:lnTo>
                  <a:pt x="17" y="367"/>
                </a:lnTo>
                <a:lnTo>
                  <a:pt x="0" y="0"/>
                </a:lnTo>
                <a:lnTo>
                  <a:pt x="433" y="4"/>
                </a:lnTo>
              </a:path>
            </a:pathLst>
          </a:custGeom>
          <a:solidFill>
            <a:srgbClr val="26ADE8">
              <a:alpha val="100000"/>
            </a:srgbClr>
          </a:solidFill>
          <a:ln cap="flat">
            <a:noFill/>
            <a:prstDash val="solid"/>
            <a:miter lim="0"/>
          </a:ln>
        </p:spPr>
        <p:txBody>
          <a:bodyPr rtlCol="0"/>
          <a:lstStyle/>
          <a:p>
            <a:pPr algn="ctr"/>
            <a:endParaRPr lang="zh-CN" altLang="en-US" sz="1635"/>
          </a:p>
        </p:txBody>
      </p:sp>
      <p:sp>
        <p:nvSpPr>
          <p:cNvPr id="424" name="path"/>
          <p:cNvSpPr/>
          <p:nvPr/>
        </p:nvSpPr>
        <p:spPr>
          <a:xfrm>
            <a:off x="10154226" y="5275543"/>
            <a:ext cx="184585" cy="270309"/>
          </a:xfrm>
          <a:custGeom>
            <a:avLst/>
            <a:gdLst/>
            <a:ahLst/>
            <a:cxnLst/>
            <a:rect l="0" t="0" r="0" b="0"/>
            <a:pathLst>
              <a:path w="320" h="469">
                <a:moveTo>
                  <a:pt x="320" y="0"/>
                </a:moveTo>
                <a:lnTo>
                  <a:pt x="304" y="3"/>
                </a:lnTo>
                <a:lnTo>
                  <a:pt x="290" y="7"/>
                </a:lnTo>
                <a:cubicBezTo>
                  <a:pt x="251" y="14"/>
                  <a:pt x="207" y="26"/>
                  <a:pt x="169" y="37"/>
                </a:cubicBezTo>
                <a:lnTo>
                  <a:pt x="156" y="40"/>
                </a:lnTo>
                <a:lnTo>
                  <a:pt x="144" y="44"/>
                </a:lnTo>
                <a:cubicBezTo>
                  <a:pt x="67" y="61"/>
                  <a:pt x="50" y="91"/>
                  <a:pt x="33" y="164"/>
                </a:cubicBezTo>
                <a:lnTo>
                  <a:pt x="30" y="182"/>
                </a:lnTo>
                <a:lnTo>
                  <a:pt x="27" y="295"/>
                </a:lnTo>
                <a:lnTo>
                  <a:pt x="16" y="295"/>
                </a:lnTo>
                <a:lnTo>
                  <a:pt x="12" y="293"/>
                </a:lnTo>
                <a:lnTo>
                  <a:pt x="8" y="292"/>
                </a:lnTo>
                <a:lnTo>
                  <a:pt x="4" y="292"/>
                </a:lnTo>
                <a:lnTo>
                  <a:pt x="2" y="291"/>
                </a:lnTo>
                <a:lnTo>
                  <a:pt x="1" y="291"/>
                </a:lnTo>
                <a:lnTo>
                  <a:pt x="0" y="261"/>
                </a:lnTo>
                <a:lnTo>
                  <a:pt x="0" y="231"/>
                </a:lnTo>
                <a:lnTo>
                  <a:pt x="2" y="201"/>
                </a:lnTo>
                <a:lnTo>
                  <a:pt x="6" y="172"/>
                </a:lnTo>
                <a:lnTo>
                  <a:pt x="12" y="142"/>
                </a:lnTo>
                <a:lnTo>
                  <a:pt x="22" y="115"/>
                </a:lnTo>
                <a:lnTo>
                  <a:pt x="37" y="90"/>
                </a:lnTo>
                <a:lnTo>
                  <a:pt x="57" y="64"/>
                </a:lnTo>
                <a:lnTo>
                  <a:pt x="69" y="58"/>
                </a:lnTo>
                <a:lnTo>
                  <a:pt x="82" y="52"/>
                </a:lnTo>
                <a:lnTo>
                  <a:pt x="94" y="47"/>
                </a:lnTo>
                <a:lnTo>
                  <a:pt x="108" y="43"/>
                </a:lnTo>
                <a:lnTo>
                  <a:pt x="121" y="39"/>
                </a:lnTo>
                <a:lnTo>
                  <a:pt x="134" y="34"/>
                </a:lnTo>
                <a:lnTo>
                  <a:pt x="148" y="31"/>
                </a:lnTo>
                <a:lnTo>
                  <a:pt x="162" y="27"/>
                </a:lnTo>
                <a:cubicBezTo>
                  <a:pt x="208" y="16"/>
                  <a:pt x="256" y="5"/>
                  <a:pt x="303" y="1"/>
                </a:cubicBezTo>
                <a:lnTo>
                  <a:pt x="314" y="1"/>
                </a:lnTo>
              </a:path>
              <a:path w="320" h="469">
                <a:moveTo>
                  <a:pt x="196" y="469"/>
                </a:moveTo>
                <a:lnTo>
                  <a:pt x="252" y="219"/>
                </a:lnTo>
                <a:lnTo>
                  <a:pt x="280" y="101"/>
                </a:lnTo>
                <a:lnTo>
                  <a:pt x="282" y="99"/>
                </a:lnTo>
                <a:lnTo>
                  <a:pt x="284" y="98"/>
                </a:lnTo>
                <a:lnTo>
                  <a:pt x="292" y="98"/>
                </a:lnTo>
                <a:lnTo>
                  <a:pt x="265" y="223"/>
                </a:lnTo>
                <a:lnTo>
                  <a:pt x="211" y="469"/>
                </a:lnTo>
              </a:path>
            </a:pathLst>
          </a:custGeom>
          <a:solidFill>
            <a:srgbClr val="000000">
              <a:alpha val="100000"/>
            </a:srgbClr>
          </a:solidFill>
          <a:ln cap="flat">
            <a:noFill/>
            <a:prstDash val="solid"/>
            <a:miter lim="0"/>
          </a:ln>
        </p:spPr>
        <p:txBody>
          <a:bodyPr rtlCol="0"/>
          <a:lstStyle/>
          <a:p>
            <a:pPr algn="ctr"/>
            <a:endParaRPr lang="zh-CN" altLang="en-US" sz="1635"/>
          </a:p>
        </p:txBody>
      </p:sp>
      <p:grpSp>
        <p:nvGrpSpPr>
          <p:cNvPr id="34" name="group 34"/>
          <p:cNvGrpSpPr/>
          <p:nvPr/>
        </p:nvGrpSpPr>
        <p:grpSpPr>
          <a:xfrm rot="21600000">
            <a:off x="2454726" y="4763353"/>
            <a:ext cx="271854" cy="182425"/>
            <a:chOff x="0" y="0"/>
            <a:chExt cx="299643" cy="201073"/>
          </a:xfrm>
        </p:grpSpPr>
        <p:sp>
          <p:nvSpPr>
            <p:cNvPr id="426" name="path"/>
            <p:cNvSpPr/>
            <p:nvPr/>
          </p:nvSpPr>
          <p:spPr>
            <a:xfrm>
              <a:off x="19341" y="12097"/>
              <a:ext cx="258204" cy="91439"/>
            </a:xfrm>
            <a:custGeom>
              <a:avLst/>
              <a:gdLst/>
              <a:ahLst/>
              <a:cxnLst/>
              <a:rect l="0" t="0" r="0" b="0"/>
              <a:pathLst>
                <a:path w="406" h="143">
                  <a:moveTo>
                    <a:pt x="184" y="60"/>
                  </a:moveTo>
                  <a:lnTo>
                    <a:pt x="190" y="61"/>
                  </a:lnTo>
                  <a:lnTo>
                    <a:pt x="207" y="64"/>
                  </a:lnTo>
                  <a:lnTo>
                    <a:pt x="230" y="70"/>
                  </a:lnTo>
                  <a:lnTo>
                    <a:pt x="260" y="77"/>
                  </a:lnTo>
                  <a:lnTo>
                    <a:pt x="289" y="87"/>
                  </a:lnTo>
                  <a:lnTo>
                    <a:pt x="316" y="99"/>
                  </a:lnTo>
                  <a:lnTo>
                    <a:pt x="340" y="112"/>
                  </a:lnTo>
                  <a:lnTo>
                    <a:pt x="355" y="127"/>
                  </a:lnTo>
                  <a:lnTo>
                    <a:pt x="367" y="137"/>
                  </a:lnTo>
                  <a:lnTo>
                    <a:pt x="380" y="139"/>
                  </a:lnTo>
                  <a:lnTo>
                    <a:pt x="392" y="132"/>
                  </a:lnTo>
                  <a:lnTo>
                    <a:pt x="401" y="118"/>
                  </a:lnTo>
                  <a:lnTo>
                    <a:pt x="406" y="103"/>
                  </a:lnTo>
                  <a:lnTo>
                    <a:pt x="405" y="83"/>
                  </a:lnTo>
                  <a:lnTo>
                    <a:pt x="395" y="66"/>
                  </a:lnTo>
                  <a:cubicBezTo>
                    <a:pt x="356" y="23"/>
                    <a:pt x="254" y="3"/>
                    <a:pt x="199" y="0"/>
                  </a:cubicBezTo>
                  <a:lnTo>
                    <a:pt x="178" y="0"/>
                  </a:lnTo>
                  <a:lnTo>
                    <a:pt x="155" y="1"/>
                  </a:lnTo>
                  <a:lnTo>
                    <a:pt x="134" y="3"/>
                  </a:lnTo>
                  <a:lnTo>
                    <a:pt x="113" y="7"/>
                  </a:lnTo>
                  <a:cubicBezTo>
                    <a:pt x="71" y="14"/>
                    <a:pt x="-32" y="84"/>
                    <a:pt x="17" y="133"/>
                  </a:cubicBezTo>
                  <a:lnTo>
                    <a:pt x="26" y="139"/>
                  </a:lnTo>
                  <a:lnTo>
                    <a:pt x="34" y="141"/>
                  </a:lnTo>
                  <a:lnTo>
                    <a:pt x="41" y="143"/>
                  </a:lnTo>
                  <a:lnTo>
                    <a:pt x="47" y="142"/>
                  </a:lnTo>
                  <a:lnTo>
                    <a:pt x="53" y="140"/>
                  </a:lnTo>
                  <a:lnTo>
                    <a:pt x="59" y="128"/>
                  </a:lnTo>
                  <a:lnTo>
                    <a:pt x="61" y="118"/>
                  </a:lnTo>
                  <a:lnTo>
                    <a:pt x="59" y="107"/>
                  </a:lnTo>
                  <a:lnTo>
                    <a:pt x="59" y="97"/>
                  </a:lnTo>
                  <a:lnTo>
                    <a:pt x="64" y="85"/>
                  </a:lnTo>
                  <a:lnTo>
                    <a:pt x="73" y="76"/>
                  </a:lnTo>
                  <a:lnTo>
                    <a:pt x="86" y="69"/>
                  </a:lnTo>
                  <a:lnTo>
                    <a:pt x="104" y="63"/>
                  </a:lnTo>
                  <a:lnTo>
                    <a:pt x="125" y="60"/>
                  </a:lnTo>
                  <a:lnTo>
                    <a:pt x="152" y="58"/>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428" name="path"/>
            <p:cNvSpPr/>
            <p:nvPr/>
          </p:nvSpPr>
          <p:spPr>
            <a:xfrm>
              <a:off x="21346" y="12324"/>
              <a:ext cx="251423" cy="87402"/>
            </a:xfrm>
            <a:custGeom>
              <a:avLst/>
              <a:gdLst/>
              <a:ahLst/>
              <a:cxnLst/>
              <a:rect l="0" t="0" r="0" b="0"/>
              <a:pathLst>
                <a:path w="395" h="137">
                  <a:moveTo>
                    <a:pt x="51" y="101"/>
                  </a:moveTo>
                  <a:lnTo>
                    <a:pt x="53" y="89"/>
                  </a:lnTo>
                  <a:lnTo>
                    <a:pt x="60" y="78"/>
                  </a:lnTo>
                  <a:lnTo>
                    <a:pt x="69" y="69"/>
                  </a:lnTo>
                  <a:lnTo>
                    <a:pt x="83" y="62"/>
                  </a:lnTo>
                  <a:lnTo>
                    <a:pt x="102" y="56"/>
                  </a:lnTo>
                  <a:lnTo>
                    <a:pt x="123" y="52"/>
                  </a:lnTo>
                  <a:lnTo>
                    <a:pt x="151" y="52"/>
                  </a:lnTo>
                  <a:lnTo>
                    <a:pt x="181" y="57"/>
                  </a:lnTo>
                  <a:lnTo>
                    <a:pt x="194" y="59"/>
                  </a:lnTo>
                  <a:lnTo>
                    <a:pt x="213" y="63"/>
                  </a:lnTo>
                  <a:cubicBezTo>
                    <a:pt x="260" y="74"/>
                    <a:pt x="295" y="83"/>
                    <a:pt x="337" y="107"/>
                  </a:cubicBezTo>
                  <a:lnTo>
                    <a:pt x="357" y="128"/>
                  </a:lnTo>
                  <a:lnTo>
                    <a:pt x="363" y="131"/>
                  </a:lnTo>
                  <a:lnTo>
                    <a:pt x="371" y="132"/>
                  </a:lnTo>
                  <a:lnTo>
                    <a:pt x="378" y="131"/>
                  </a:lnTo>
                  <a:lnTo>
                    <a:pt x="390" y="122"/>
                  </a:lnTo>
                  <a:lnTo>
                    <a:pt x="392" y="113"/>
                  </a:lnTo>
                  <a:lnTo>
                    <a:pt x="395" y="104"/>
                  </a:lnTo>
                  <a:lnTo>
                    <a:pt x="395" y="98"/>
                  </a:lnTo>
                  <a:cubicBezTo>
                    <a:pt x="395" y="84"/>
                    <a:pt x="388" y="71"/>
                    <a:pt x="379" y="62"/>
                  </a:cubicBezTo>
                  <a:lnTo>
                    <a:pt x="371" y="54"/>
                  </a:lnTo>
                  <a:lnTo>
                    <a:pt x="361" y="48"/>
                  </a:lnTo>
                  <a:lnTo>
                    <a:pt x="348" y="40"/>
                  </a:lnTo>
                  <a:lnTo>
                    <a:pt x="312" y="26"/>
                  </a:lnTo>
                  <a:cubicBezTo>
                    <a:pt x="244" y="0"/>
                    <a:pt x="123" y="-8"/>
                    <a:pt x="60" y="33"/>
                  </a:cubicBezTo>
                  <a:lnTo>
                    <a:pt x="43" y="45"/>
                  </a:lnTo>
                  <a:cubicBezTo>
                    <a:pt x="17" y="67"/>
                    <a:pt x="-18" y="106"/>
                    <a:pt x="23" y="134"/>
                  </a:cubicBezTo>
                  <a:lnTo>
                    <a:pt x="36" y="137"/>
                  </a:lnTo>
                  <a:lnTo>
                    <a:pt x="44" y="132"/>
                  </a:lnTo>
                  <a:lnTo>
                    <a:pt x="50" y="120"/>
                  </a:lnTo>
                </a:path>
              </a:pathLst>
            </a:custGeom>
            <a:solidFill>
              <a:srgbClr val="D1BAB2">
                <a:alpha val="100000"/>
              </a:srgbClr>
            </a:solidFill>
            <a:ln cap="flat">
              <a:noFill/>
              <a:prstDash val="solid"/>
              <a:miter lim="0"/>
            </a:ln>
          </p:spPr>
          <p:txBody>
            <a:bodyPr rtlCol="0"/>
            <a:lstStyle/>
            <a:p>
              <a:pPr algn="ctr"/>
              <a:endParaRPr lang="zh-CN" altLang="en-US" sz="1635"/>
            </a:p>
          </p:txBody>
        </p:sp>
        <p:sp>
          <p:nvSpPr>
            <p:cNvPr id="430" name="path"/>
            <p:cNvSpPr/>
            <p:nvPr/>
          </p:nvSpPr>
          <p:spPr>
            <a:xfrm>
              <a:off x="25319" y="14691"/>
              <a:ext cx="243844" cy="80464"/>
            </a:xfrm>
            <a:custGeom>
              <a:avLst/>
              <a:gdLst/>
              <a:ahLst/>
              <a:cxnLst/>
              <a:rect l="0" t="0" r="0" b="0"/>
              <a:pathLst>
                <a:path w="384" h="126">
                  <a:moveTo>
                    <a:pt x="42" y="89"/>
                  </a:moveTo>
                  <a:lnTo>
                    <a:pt x="45" y="79"/>
                  </a:lnTo>
                  <a:lnTo>
                    <a:pt x="52" y="69"/>
                  </a:lnTo>
                  <a:lnTo>
                    <a:pt x="64" y="60"/>
                  </a:lnTo>
                  <a:lnTo>
                    <a:pt x="79" y="53"/>
                  </a:lnTo>
                  <a:lnTo>
                    <a:pt x="98" y="47"/>
                  </a:lnTo>
                  <a:lnTo>
                    <a:pt x="121" y="45"/>
                  </a:lnTo>
                  <a:lnTo>
                    <a:pt x="148" y="45"/>
                  </a:lnTo>
                  <a:lnTo>
                    <a:pt x="178" y="48"/>
                  </a:lnTo>
                  <a:lnTo>
                    <a:pt x="196" y="53"/>
                  </a:lnTo>
                  <a:lnTo>
                    <a:pt x="218" y="58"/>
                  </a:lnTo>
                  <a:cubicBezTo>
                    <a:pt x="249" y="62"/>
                    <a:pt x="308" y="81"/>
                    <a:pt x="333" y="99"/>
                  </a:cubicBezTo>
                  <a:lnTo>
                    <a:pt x="344" y="109"/>
                  </a:lnTo>
                  <a:lnTo>
                    <a:pt x="351" y="115"/>
                  </a:lnTo>
                  <a:lnTo>
                    <a:pt x="357" y="120"/>
                  </a:lnTo>
                  <a:lnTo>
                    <a:pt x="372" y="120"/>
                  </a:lnTo>
                  <a:lnTo>
                    <a:pt x="376" y="117"/>
                  </a:lnTo>
                  <a:lnTo>
                    <a:pt x="381" y="111"/>
                  </a:lnTo>
                  <a:lnTo>
                    <a:pt x="384" y="103"/>
                  </a:lnTo>
                  <a:lnTo>
                    <a:pt x="384" y="88"/>
                  </a:lnTo>
                  <a:cubicBezTo>
                    <a:pt x="378" y="73"/>
                    <a:pt x="373" y="67"/>
                    <a:pt x="363" y="55"/>
                  </a:cubicBezTo>
                  <a:lnTo>
                    <a:pt x="346" y="43"/>
                  </a:lnTo>
                  <a:lnTo>
                    <a:pt x="333" y="35"/>
                  </a:lnTo>
                  <a:lnTo>
                    <a:pt x="316" y="28"/>
                  </a:lnTo>
                  <a:lnTo>
                    <a:pt x="300" y="22"/>
                  </a:lnTo>
                  <a:cubicBezTo>
                    <a:pt x="240" y="0"/>
                    <a:pt x="115" y="-5"/>
                    <a:pt x="60" y="30"/>
                  </a:cubicBezTo>
                  <a:lnTo>
                    <a:pt x="45" y="40"/>
                  </a:lnTo>
                  <a:cubicBezTo>
                    <a:pt x="20" y="57"/>
                    <a:pt x="-17" y="100"/>
                    <a:pt x="19" y="125"/>
                  </a:cubicBezTo>
                  <a:lnTo>
                    <a:pt x="30" y="126"/>
                  </a:lnTo>
                  <a:lnTo>
                    <a:pt x="36" y="120"/>
                  </a:lnTo>
                  <a:lnTo>
                    <a:pt x="38" y="107"/>
                  </a:lnTo>
                </a:path>
              </a:pathLst>
            </a:custGeom>
            <a:solidFill>
              <a:srgbClr val="A07266">
                <a:alpha val="100000"/>
              </a:srgbClr>
            </a:solidFill>
            <a:ln cap="flat">
              <a:noFill/>
              <a:prstDash val="solid"/>
              <a:miter lim="0"/>
            </a:ln>
          </p:spPr>
          <p:txBody>
            <a:bodyPr rtlCol="0"/>
            <a:lstStyle/>
            <a:p>
              <a:pPr algn="ctr"/>
              <a:endParaRPr lang="zh-CN" altLang="en-US" sz="1635"/>
            </a:p>
          </p:txBody>
        </p:sp>
        <p:sp>
          <p:nvSpPr>
            <p:cNvPr id="432" name="path"/>
            <p:cNvSpPr/>
            <p:nvPr/>
          </p:nvSpPr>
          <p:spPr>
            <a:xfrm>
              <a:off x="28130" y="16292"/>
              <a:ext cx="239509" cy="75053"/>
            </a:xfrm>
            <a:custGeom>
              <a:avLst/>
              <a:gdLst/>
              <a:ahLst/>
              <a:cxnLst/>
              <a:rect l="0" t="0" r="0" b="0"/>
              <a:pathLst>
                <a:path w="377" h="118">
                  <a:moveTo>
                    <a:pt x="33" y="78"/>
                  </a:moveTo>
                  <a:lnTo>
                    <a:pt x="39" y="70"/>
                  </a:lnTo>
                  <a:lnTo>
                    <a:pt x="48" y="60"/>
                  </a:lnTo>
                  <a:lnTo>
                    <a:pt x="61" y="52"/>
                  </a:lnTo>
                  <a:cubicBezTo>
                    <a:pt x="123" y="13"/>
                    <a:pt x="269" y="61"/>
                    <a:pt x="331" y="90"/>
                  </a:cubicBezTo>
                  <a:lnTo>
                    <a:pt x="341" y="100"/>
                  </a:lnTo>
                  <a:lnTo>
                    <a:pt x="348" y="104"/>
                  </a:lnTo>
                  <a:lnTo>
                    <a:pt x="354" y="109"/>
                  </a:lnTo>
                  <a:lnTo>
                    <a:pt x="360" y="110"/>
                  </a:lnTo>
                  <a:lnTo>
                    <a:pt x="367" y="109"/>
                  </a:lnTo>
                  <a:lnTo>
                    <a:pt x="371" y="107"/>
                  </a:lnTo>
                  <a:lnTo>
                    <a:pt x="375" y="102"/>
                  </a:lnTo>
                  <a:lnTo>
                    <a:pt x="377" y="95"/>
                  </a:lnTo>
                  <a:lnTo>
                    <a:pt x="374" y="85"/>
                  </a:lnTo>
                  <a:cubicBezTo>
                    <a:pt x="370" y="72"/>
                    <a:pt x="365" y="67"/>
                    <a:pt x="356" y="56"/>
                  </a:cubicBezTo>
                  <a:lnTo>
                    <a:pt x="349" y="50"/>
                  </a:lnTo>
                  <a:lnTo>
                    <a:pt x="342" y="46"/>
                  </a:lnTo>
                  <a:lnTo>
                    <a:pt x="333" y="40"/>
                  </a:lnTo>
                  <a:lnTo>
                    <a:pt x="305" y="25"/>
                  </a:lnTo>
                  <a:cubicBezTo>
                    <a:pt x="241" y="-2"/>
                    <a:pt x="138" y="-2"/>
                    <a:pt x="73" y="23"/>
                  </a:cubicBezTo>
                  <a:lnTo>
                    <a:pt x="62" y="29"/>
                  </a:lnTo>
                  <a:lnTo>
                    <a:pt x="54" y="32"/>
                  </a:lnTo>
                  <a:lnTo>
                    <a:pt x="48" y="37"/>
                  </a:lnTo>
                  <a:lnTo>
                    <a:pt x="36" y="44"/>
                  </a:lnTo>
                  <a:lnTo>
                    <a:pt x="31" y="50"/>
                  </a:lnTo>
                  <a:lnTo>
                    <a:pt x="26" y="55"/>
                  </a:lnTo>
                  <a:lnTo>
                    <a:pt x="20" y="60"/>
                  </a:lnTo>
                  <a:lnTo>
                    <a:pt x="17" y="65"/>
                  </a:lnTo>
                  <a:cubicBezTo>
                    <a:pt x="11" y="76"/>
                    <a:pt x="0" y="89"/>
                    <a:pt x="6" y="102"/>
                  </a:cubicBezTo>
                  <a:lnTo>
                    <a:pt x="7" y="107"/>
                  </a:lnTo>
                  <a:lnTo>
                    <a:pt x="11" y="114"/>
                  </a:lnTo>
                  <a:lnTo>
                    <a:pt x="18" y="118"/>
                  </a:lnTo>
                  <a:lnTo>
                    <a:pt x="25" y="118"/>
                  </a:lnTo>
                  <a:lnTo>
                    <a:pt x="27" y="109"/>
                  </a:lnTo>
                  <a:lnTo>
                    <a:pt x="29" y="95"/>
                  </a:lnTo>
                </a:path>
              </a:pathLst>
            </a:custGeom>
            <a:solidFill>
              <a:srgbClr val="722B19">
                <a:alpha val="100000"/>
              </a:srgbClr>
            </a:solidFill>
            <a:ln cap="flat">
              <a:noFill/>
              <a:prstDash val="solid"/>
              <a:miter lim="0"/>
            </a:ln>
          </p:spPr>
          <p:txBody>
            <a:bodyPr rtlCol="0"/>
            <a:lstStyle/>
            <a:p>
              <a:pPr algn="ctr"/>
              <a:endParaRPr lang="zh-CN" altLang="en-US" sz="1635"/>
            </a:p>
          </p:txBody>
        </p:sp>
        <p:sp>
          <p:nvSpPr>
            <p:cNvPr id="434" name="path"/>
            <p:cNvSpPr/>
            <p:nvPr/>
          </p:nvSpPr>
          <p:spPr>
            <a:xfrm>
              <a:off x="34467" y="20987"/>
              <a:ext cx="230886" cy="67310"/>
            </a:xfrm>
            <a:custGeom>
              <a:avLst/>
              <a:gdLst/>
              <a:ahLst/>
              <a:cxnLst/>
              <a:rect l="0" t="0" r="0" b="0"/>
              <a:pathLst>
                <a:path w="363" h="106">
                  <a:moveTo>
                    <a:pt x="0" y="86"/>
                  </a:moveTo>
                  <a:lnTo>
                    <a:pt x="0" y="89"/>
                  </a:lnTo>
                  <a:lnTo>
                    <a:pt x="2" y="101"/>
                  </a:lnTo>
                  <a:lnTo>
                    <a:pt x="10" y="106"/>
                  </a:lnTo>
                  <a:lnTo>
                    <a:pt x="15" y="103"/>
                  </a:lnTo>
                  <a:lnTo>
                    <a:pt x="14" y="93"/>
                  </a:lnTo>
                  <a:lnTo>
                    <a:pt x="13" y="79"/>
                  </a:lnTo>
                  <a:lnTo>
                    <a:pt x="20" y="62"/>
                  </a:lnTo>
                  <a:cubicBezTo>
                    <a:pt x="73" y="4"/>
                    <a:pt x="160" y="26"/>
                    <a:pt x="226" y="44"/>
                  </a:cubicBezTo>
                  <a:lnTo>
                    <a:pt x="251" y="51"/>
                  </a:lnTo>
                  <a:lnTo>
                    <a:pt x="274" y="57"/>
                  </a:lnTo>
                  <a:lnTo>
                    <a:pt x="295" y="65"/>
                  </a:lnTo>
                  <a:lnTo>
                    <a:pt x="310" y="71"/>
                  </a:lnTo>
                  <a:lnTo>
                    <a:pt x="323" y="78"/>
                  </a:lnTo>
                  <a:lnTo>
                    <a:pt x="338" y="90"/>
                  </a:lnTo>
                  <a:lnTo>
                    <a:pt x="344" y="93"/>
                  </a:lnTo>
                  <a:lnTo>
                    <a:pt x="350" y="95"/>
                  </a:lnTo>
                  <a:lnTo>
                    <a:pt x="357" y="95"/>
                  </a:lnTo>
                  <a:lnTo>
                    <a:pt x="361" y="92"/>
                  </a:lnTo>
                  <a:lnTo>
                    <a:pt x="363" y="87"/>
                  </a:lnTo>
                  <a:lnTo>
                    <a:pt x="363" y="80"/>
                  </a:lnTo>
                  <a:lnTo>
                    <a:pt x="360" y="71"/>
                  </a:lnTo>
                  <a:lnTo>
                    <a:pt x="356" y="65"/>
                  </a:lnTo>
                  <a:lnTo>
                    <a:pt x="350" y="60"/>
                  </a:lnTo>
                  <a:cubicBezTo>
                    <a:pt x="326" y="31"/>
                    <a:pt x="279" y="12"/>
                    <a:pt x="243" y="5"/>
                  </a:cubicBezTo>
                  <a:lnTo>
                    <a:pt x="228" y="1"/>
                  </a:lnTo>
                  <a:lnTo>
                    <a:pt x="213" y="0"/>
                  </a:lnTo>
                  <a:cubicBezTo>
                    <a:pt x="151" y="0"/>
                    <a:pt x="59" y="3"/>
                    <a:pt x="15" y="53"/>
                  </a:cubicBezTo>
                  <a:lnTo>
                    <a:pt x="6" y="66"/>
                  </a:lnTo>
                  <a:lnTo>
                    <a:pt x="1" y="77"/>
                  </a:lnTo>
                  <a:lnTo>
                    <a:pt x="0" y="84"/>
                  </a:lnTo>
                </a:path>
              </a:pathLst>
            </a:custGeom>
            <a:solidFill>
              <a:srgbClr val="440000">
                <a:alpha val="100000"/>
              </a:srgbClr>
            </a:solidFill>
            <a:ln cap="flat">
              <a:noFill/>
              <a:prstDash val="solid"/>
              <a:miter lim="0"/>
            </a:ln>
          </p:spPr>
          <p:txBody>
            <a:bodyPr rtlCol="0"/>
            <a:lstStyle/>
            <a:p>
              <a:pPr algn="ctr"/>
              <a:endParaRPr lang="zh-CN" altLang="en-US" sz="1635"/>
            </a:p>
          </p:txBody>
        </p:sp>
        <p:sp>
          <p:nvSpPr>
            <p:cNvPr id="436" name="path"/>
            <p:cNvSpPr/>
            <p:nvPr/>
          </p:nvSpPr>
          <p:spPr>
            <a:xfrm>
              <a:off x="0" y="0"/>
              <a:ext cx="299643" cy="201073"/>
            </a:xfrm>
            <a:custGeom>
              <a:avLst/>
              <a:gdLst/>
              <a:ahLst/>
              <a:cxnLst/>
              <a:rect l="0" t="0" r="0" b="0"/>
              <a:pathLst>
                <a:path w="471" h="316">
                  <a:moveTo>
                    <a:pt x="29" y="285"/>
                  </a:moveTo>
                  <a:lnTo>
                    <a:pt x="32" y="266"/>
                  </a:lnTo>
                  <a:lnTo>
                    <a:pt x="35" y="247"/>
                  </a:lnTo>
                  <a:cubicBezTo>
                    <a:pt x="40" y="203"/>
                    <a:pt x="28" y="154"/>
                    <a:pt x="35" y="112"/>
                  </a:cubicBezTo>
                  <a:lnTo>
                    <a:pt x="39" y="93"/>
                  </a:lnTo>
                  <a:lnTo>
                    <a:pt x="50" y="76"/>
                  </a:lnTo>
                  <a:cubicBezTo>
                    <a:pt x="76" y="39"/>
                    <a:pt x="133" y="14"/>
                    <a:pt x="177" y="11"/>
                  </a:cubicBezTo>
                  <a:lnTo>
                    <a:pt x="180" y="9"/>
                  </a:lnTo>
                  <a:lnTo>
                    <a:pt x="180" y="7"/>
                  </a:lnTo>
                  <a:lnTo>
                    <a:pt x="152" y="7"/>
                  </a:lnTo>
                  <a:cubicBezTo>
                    <a:pt x="102" y="7"/>
                    <a:pt x="46" y="42"/>
                    <a:pt x="24" y="87"/>
                  </a:cubicBezTo>
                  <a:lnTo>
                    <a:pt x="18" y="110"/>
                  </a:lnTo>
                  <a:lnTo>
                    <a:pt x="19" y="133"/>
                  </a:lnTo>
                  <a:cubicBezTo>
                    <a:pt x="24" y="168"/>
                    <a:pt x="39" y="221"/>
                    <a:pt x="33" y="256"/>
                  </a:cubicBezTo>
                  <a:lnTo>
                    <a:pt x="29" y="285"/>
                  </a:lnTo>
                </a:path>
                <a:path w="471" h="316">
                  <a:moveTo>
                    <a:pt x="168" y="14"/>
                  </a:moveTo>
                  <a:lnTo>
                    <a:pt x="181" y="11"/>
                  </a:lnTo>
                  <a:lnTo>
                    <a:pt x="195" y="9"/>
                  </a:lnTo>
                  <a:cubicBezTo>
                    <a:pt x="254" y="4"/>
                    <a:pt x="304" y="11"/>
                    <a:pt x="359" y="32"/>
                  </a:cubicBezTo>
                  <a:lnTo>
                    <a:pt x="371" y="38"/>
                  </a:lnTo>
                  <a:lnTo>
                    <a:pt x="381" y="44"/>
                  </a:lnTo>
                  <a:lnTo>
                    <a:pt x="391" y="49"/>
                  </a:lnTo>
                  <a:lnTo>
                    <a:pt x="401" y="55"/>
                  </a:lnTo>
                  <a:lnTo>
                    <a:pt x="409" y="61"/>
                  </a:lnTo>
                  <a:lnTo>
                    <a:pt x="417" y="68"/>
                  </a:lnTo>
                  <a:lnTo>
                    <a:pt x="425" y="75"/>
                  </a:lnTo>
                  <a:lnTo>
                    <a:pt x="433" y="82"/>
                  </a:lnTo>
                  <a:lnTo>
                    <a:pt x="439" y="89"/>
                  </a:lnTo>
                  <a:cubicBezTo>
                    <a:pt x="460" y="116"/>
                    <a:pt x="462" y="131"/>
                    <a:pt x="467" y="164"/>
                  </a:cubicBezTo>
                  <a:lnTo>
                    <a:pt x="468" y="165"/>
                  </a:lnTo>
                  <a:lnTo>
                    <a:pt x="469" y="165"/>
                  </a:lnTo>
                  <a:lnTo>
                    <a:pt x="471" y="164"/>
                  </a:lnTo>
                  <a:lnTo>
                    <a:pt x="471" y="163"/>
                  </a:lnTo>
                  <a:cubicBezTo>
                    <a:pt x="470" y="27"/>
                    <a:pt x="287" y="-15"/>
                    <a:pt x="181" y="11"/>
                  </a:cubicBezTo>
                  <a:lnTo>
                    <a:pt x="168" y="14"/>
                  </a:lnTo>
                </a:path>
                <a:path w="471" h="316">
                  <a:moveTo>
                    <a:pt x="353" y="122"/>
                  </a:moveTo>
                  <a:lnTo>
                    <a:pt x="362" y="133"/>
                  </a:lnTo>
                  <a:lnTo>
                    <a:pt x="369" y="146"/>
                  </a:lnTo>
                  <a:lnTo>
                    <a:pt x="373" y="160"/>
                  </a:lnTo>
                  <a:lnTo>
                    <a:pt x="375" y="173"/>
                  </a:lnTo>
                  <a:lnTo>
                    <a:pt x="377" y="175"/>
                  </a:lnTo>
                  <a:lnTo>
                    <a:pt x="379" y="175"/>
                  </a:lnTo>
                  <a:lnTo>
                    <a:pt x="380" y="173"/>
                  </a:lnTo>
                  <a:lnTo>
                    <a:pt x="381" y="172"/>
                  </a:lnTo>
                  <a:lnTo>
                    <a:pt x="383" y="157"/>
                  </a:lnTo>
                  <a:lnTo>
                    <a:pt x="380" y="141"/>
                  </a:lnTo>
                  <a:lnTo>
                    <a:pt x="373" y="127"/>
                  </a:lnTo>
                  <a:cubicBezTo>
                    <a:pt x="351" y="106"/>
                    <a:pt x="319" y="100"/>
                    <a:pt x="290" y="100"/>
                  </a:cubicBezTo>
                  <a:lnTo>
                    <a:pt x="285" y="101"/>
                  </a:lnTo>
                  <a:lnTo>
                    <a:pt x="283" y="101"/>
                  </a:lnTo>
                  <a:lnTo>
                    <a:pt x="285" y="101"/>
                  </a:lnTo>
                  <a:cubicBezTo>
                    <a:pt x="304" y="106"/>
                    <a:pt x="315" y="106"/>
                    <a:pt x="333" y="113"/>
                  </a:cubicBezTo>
                  <a:lnTo>
                    <a:pt x="344" y="117"/>
                  </a:lnTo>
                </a:path>
                <a:path w="471" h="316">
                  <a:moveTo>
                    <a:pt x="109" y="103"/>
                  </a:moveTo>
                  <a:lnTo>
                    <a:pt x="103" y="107"/>
                  </a:lnTo>
                  <a:lnTo>
                    <a:pt x="96" y="113"/>
                  </a:lnTo>
                  <a:cubicBezTo>
                    <a:pt x="72" y="140"/>
                    <a:pt x="94" y="149"/>
                    <a:pt x="108" y="163"/>
                  </a:cubicBezTo>
                  <a:lnTo>
                    <a:pt x="113" y="167"/>
                  </a:lnTo>
                  <a:lnTo>
                    <a:pt x="116" y="175"/>
                  </a:lnTo>
                  <a:cubicBezTo>
                    <a:pt x="107" y="204"/>
                    <a:pt x="71" y="225"/>
                    <a:pt x="74" y="274"/>
                  </a:cubicBezTo>
                  <a:lnTo>
                    <a:pt x="73" y="295"/>
                  </a:lnTo>
                  <a:lnTo>
                    <a:pt x="75" y="316"/>
                  </a:lnTo>
                  <a:lnTo>
                    <a:pt x="75" y="308"/>
                  </a:lnTo>
                  <a:lnTo>
                    <a:pt x="79" y="287"/>
                  </a:lnTo>
                  <a:lnTo>
                    <a:pt x="84" y="262"/>
                  </a:lnTo>
                  <a:lnTo>
                    <a:pt x="91" y="239"/>
                  </a:lnTo>
                  <a:lnTo>
                    <a:pt x="95" y="232"/>
                  </a:lnTo>
                  <a:lnTo>
                    <a:pt x="99" y="224"/>
                  </a:lnTo>
                  <a:lnTo>
                    <a:pt x="104" y="218"/>
                  </a:lnTo>
                  <a:lnTo>
                    <a:pt x="109" y="211"/>
                  </a:lnTo>
                  <a:lnTo>
                    <a:pt x="115" y="202"/>
                  </a:lnTo>
                  <a:lnTo>
                    <a:pt x="120" y="196"/>
                  </a:lnTo>
                  <a:lnTo>
                    <a:pt x="126" y="188"/>
                  </a:lnTo>
                  <a:lnTo>
                    <a:pt x="129" y="181"/>
                  </a:lnTo>
                  <a:lnTo>
                    <a:pt x="131" y="170"/>
                  </a:lnTo>
                  <a:lnTo>
                    <a:pt x="126" y="159"/>
                  </a:lnTo>
                  <a:lnTo>
                    <a:pt x="116" y="149"/>
                  </a:lnTo>
                  <a:lnTo>
                    <a:pt x="107" y="141"/>
                  </a:lnTo>
                  <a:lnTo>
                    <a:pt x="101" y="135"/>
                  </a:lnTo>
                  <a:lnTo>
                    <a:pt x="97" y="129"/>
                  </a:lnTo>
                  <a:lnTo>
                    <a:pt x="98" y="123"/>
                  </a:lnTo>
                  <a:lnTo>
                    <a:pt x="102" y="117"/>
                  </a:lnTo>
                  <a:lnTo>
                    <a:pt x="113" y="106"/>
                  </a:lnTo>
                  <a:lnTo>
                    <a:pt x="120" y="103"/>
                  </a:lnTo>
                  <a:lnTo>
                    <a:pt x="127" y="98"/>
                  </a:lnTo>
                  <a:cubicBezTo>
                    <a:pt x="141" y="93"/>
                    <a:pt x="156" y="93"/>
                    <a:pt x="170" y="93"/>
                  </a:cubicBezTo>
                  <a:lnTo>
                    <a:pt x="185" y="93"/>
                  </a:lnTo>
                  <a:lnTo>
                    <a:pt x="182" y="92"/>
                  </a:lnTo>
                  <a:cubicBezTo>
                    <a:pt x="166" y="89"/>
                    <a:pt x="149" y="90"/>
                    <a:pt x="133" y="92"/>
                  </a:cubicBezTo>
                  <a:lnTo>
                    <a:pt x="121" y="95"/>
                  </a:lnTo>
                </a:path>
                <a:path w="471" h="316">
                  <a:moveTo>
                    <a:pt x="72" y="170"/>
                  </a:moveTo>
                  <a:lnTo>
                    <a:pt x="66" y="165"/>
                  </a:lnTo>
                  <a:lnTo>
                    <a:pt x="61" y="163"/>
                  </a:lnTo>
                  <a:cubicBezTo>
                    <a:pt x="40" y="160"/>
                    <a:pt x="25" y="172"/>
                    <a:pt x="15" y="190"/>
                  </a:cubicBezTo>
                  <a:lnTo>
                    <a:pt x="8" y="207"/>
                  </a:lnTo>
                  <a:lnTo>
                    <a:pt x="3" y="225"/>
                  </a:lnTo>
                  <a:cubicBezTo>
                    <a:pt x="0" y="259"/>
                    <a:pt x="15" y="274"/>
                    <a:pt x="37" y="297"/>
                  </a:cubicBezTo>
                  <a:lnTo>
                    <a:pt x="43" y="301"/>
                  </a:lnTo>
                  <a:lnTo>
                    <a:pt x="44" y="302"/>
                  </a:lnTo>
                  <a:lnTo>
                    <a:pt x="37" y="292"/>
                  </a:lnTo>
                  <a:lnTo>
                    <a:pt x="31" y="283"/>
                  </a:lnTo>
                  <a:cubicBezTo>
                    <a:pt x="14" y="265"/>
                    <a:pt x="18" y="232"/>
                    <a:pt x="23" y="211"/>
                  </a:cubicBezTo>
                  <a:lnTo>
                    <a:pt x="24" y="203"/>
                  </a:lnTo>
                  <a:lnTo>
                    <a:pt x="29" y="195"/>
                  </a:lnTo>
                  <a:cubicBezTo>
                    <a:pt x="38" y="176"/>
                    <a:pt x="55" y="159"/>
                    <a:pt x="73" y="181"/>
                  </a:cubicBezTo>
                  <a:lnTo>
                    <a:pt x="81" y="188"/>
                  </a:lnTo>
                  <a:lnTo>
                    <a:pt x="86" y="189"/>
                  </a:lnTo>
                  <a:lnTo>
                    <a:pt x="85" y="184"/>
                  </a:lnTo>
                </a:path>
              </a:pathLst>
            </a:custGeom>
            <a:solidFill>
              <a:srgbClr val="140000">
                <a:alpha val="100000"/>
              </a:srgbClr>
            </a:solidFill>
            <a:ln cap="flat">
              <a:noFill/>
              <a:prstDash val="solid"/>
              <a:miter lim="0"/>
            </a:ln>
          </p:spPr>
          <p:txBody>
            <a:bodyPr rtlCol="0"/>
            <a:lstStyle/>
            <a:p>
              <a:pPr algn="ctr"/>
              <a:endParaRPr lang="zh-CN" altLang="en-US" sz="1635"/>
            </a:p>
          </p:txBody>
        </p:sp>
      </p:grpSp>
      <p:sp>
        <p:nvSpPr>
          <p:cNvPr id="438" name="path"/>
          <p:cNvSpPr/>
          <p:nvPr/>
        </p:nvSpPr>
        <p:spPr>
          <a:xfrm>
            <a:off x="9529965" y="5124626"/>
            <a:ext cx="432773" cy="111511"/>
          </a:xfrm>
          <a:custGeom>
            <a:avLst/>
            <a:gdLst/>
            <a:ahLst/>
            <a:cxnLst/>
            <a:rect l="0" t="0" r="0" b="0"/>
            <a:pathLst>
              <a:path w="751" h="193">
                <a:moveTo>
                  <a:pt x="751" y="3"/>
                </a:moveTo>
                <a:lnTo>
                  <a:pt x="748" y="3"/>
                </a:lnTo>
                <a:cubicBezTo>
                  <a:pt x="701" y="24"/>
                  <a:pt x="624" y="50"/>
                  <a:pt x="573" y="51"/>
                </a:cubicBezTo>
                <a:lnTo>
                  <a:pt x="559" y="51"/>
                </a:lnTo>
                <a:lnTo>
                  <a:pt x="549" y="72"/>
                </a:lnTo>
                <a:lnTo>
                  <a:pt x="543" y="97"/>
                </a:lnTo>
                <a:lnTo>
                  <a:pt x="541" y="117"/>
                </a:lnTo>
                <a:lnTo>
                  <a:pt x="541" y="127"/>
                </a:lnTo>
                <a:lnTo>
                  <a:pt x="528" y="116"/>
                </a:lnTo>
                <a:lnTo>
                  <a:pt x="523" y="101"/>
                </a:lnTo>
                <a:cubicBezTo>
                  <a:pt x="524" y="80"/>
                  <a:pt x="525" y="64"/>
                  <a:pt x="541" y="50"/>
                </a:cubicBezTo>
                <a:lnTo>
                  <a:pt x="546" y="47"/>
                </a:lnTo>
                <a:lnTo>
                  <a:pt x="549" y="45"/>
                </a:lnTo>
                <a:lnTo>
                  <a:pt x="555" y="43"/>
                </a:lnTo>
                <a:lnTo>
                  <a:pt x="562" y="43"/>
                </a:lnTo>
                <a:lnTo>
                  <a:pt x="574" y="42"/>
                </a:lnTo>
                <a:lnTo>
                  <a:pt x="589" y="38"/>
                </a:lnTo>
                <a:lnTo>
                  <a:pt x="608" y="35"/>
                </a:lnTo>
                <a:lnTo>
                  <a:pt x="626" y="30"/>
                </a:lnTo>
                <a:lnTo>
                  <a:pt x="644" y="26"/>
                </a:lnTo>
                <a:lnTo>
                  <a:pt x="661" y="21"/>
                </a:lnTo>
                <a:lnTo>
                  <a:pt x="674" y="19"/>
                </a:lnTo>
                <a:lnTo>
                  <a:pt x="661" y="18"/>
                </a:lnTo>
                <a:cubicBezTo>
                  <a:pt x="506" y="22"/>
                  <a:pt x="351" y="35"/>
                  <a:pt x="196" y="42"/>
                </a:cubicBezTo>
                <a:lnTo>
                  <a:pt x="186" y="42"/>
                </a:lnTo>
                <a:lnTo>
                  <a:pt x="187" y="38"/>
                </a:lnTo>
                <a:lnTo>
                  <a:pt x="188" y="36"/>
                </a:lnTo>
                <a:lnTo>
                  <a:pt x="190" y="33"/>
                </a:lnTo>
                <a:lnTo>
                  <a:pt x="190" y="29"/>
                </a:lnTo>
                <a:lnTo>
                  <a:pt x="195" y="29"/>
                </a:lnTo>
                <a:cubicBezTo>
                  <a:pt x="375" y="18"/>
                  <a:pt x="561" y="0"/>
                  <a:pt x="740" y="1"/>
                </a:cubicBezTo>
                <a:lnTo>
                  <a:pt x="747" y="2"/>
                </a:lnTo>
              </a:path>
              <a:path w="751" h="193">
                <a:moveTo>
                  <a:pt x="225" y="193"/>
                </a:moveTo>
                <a:lnTo>
                  <a:pt x="223" y="192"/>
                </a:lnTo>
                <a:cubicBezTo>
                  <a:pt x="149" y="179"/>
                  <a:pt x="76" y="167"/>
                  <a:pt x="3" y="149"/>
                </a:cubicBezTo>
                <a:lnTo>
                  <a:pt x="0" y="146"/>
                </a:lnTo>
                <a:lnTo>
                  <a:pt x="1" y="144"/>
                </a:lnTo>
                <a:lnTo>
                  <a:pt x="3" y="143"/>
                </a:lnTo>
                <a:lnTo>
                  <a:pt x="10" y="138"/>
                </a:lnTo>
                <a:lnTo>
                  <a:pt x="247" y="114"/>
                </a:lnTo>
                <a:lnTo>
                  <a:pt x="248" y="114"/>
                </a:lnTo>
                <a:lnTo>
                  <a:pt x="250" y="105"/>
                </a:lnTo>
                <a:lnTo>
                  <a:pt x="250" y="96"/>
                </a:lnTo>
                <a:lnTo>
                  <a:pt x="249" y="87"/>
                </a:lnTo>
                <a:lnTo>
                  <a:pt x="244" y="79"/>
                </a:lnTo>
                <a:lnTo>
                  <a:pt x="242" y="79"/>
                </a:lnTo>
                <a:lnTo>
                  <a:pt x="237" y="80"/>
                </a:lnTo>
                <a:cubicBezTo>
                  <a:pt x="206" y="82"/>
                  <a:pt x="178" y="86"/>
                  <a:pt x="146" y="86"/>
                </a:cubicBezTo>
                <a:lnTo>
                  <a:pt x="130" y="87"/>
                </a:lnTo>
                <a:lnTo>
                  <a:pt x="117" y="89"/>
                </a:lnTo>
                <a:lnTo>
                  <a:pt x="104" y="90"/>
                </a:lnTo>
                <a:lnTo>
                  <a:pt x="92" y="91"/>
                </a:lnTo>
                <a:lnTo>
                  <a:pt x="84" y="91"/>
                </a:lnTo>
                <a:lnTo>
                  <a:pt x="76" y="92"/>
                </a:lnTo>
                <a:lnTo>
                  <a:pt x="74" y="92"/>
                </a:lnTo>
                <a:lnTo>
                  <a:pt x="73" y="91"/>
                </a:lnTo>
                <a:lnTo>
                  <a:pt x="73" y="85"/>
                </a:lnTo>
                <a:lnTo>
                  <a:pt x="84" y="84"/>
                </a:lnTo>
                <a:cubicBezTo>
                  <a:pt x="136" y="75"/>
                  <a:pt x="191" y="74"/>
                  <a:pt x="244" y="67"/>
                </a:cubicBezTo>
                <a:lnTo>
                  <a:pt x="256" y="66"/>
                </a:lnTo>
                <a:lnTo>
                  <a:pt x="264" y="74"/>
                </a:lnTo>
                <a:cubicBezTo>
                  <a:pt x="277" y="96"/>
                  <a:pt x="286" y="118"/>
                  <a:pt x="262" y="138"/>
                </a:cubicBezTo>
                <a:lnTo>
                  <a:pt x="244" y="140"/>
                </a:lnTo>
                <a:lnTo>
                  <a:pt x="242" y="129"/>
                </a:lnTo>
                <a:lnTo>
                  <a:pt x="230" y="129"/>
                </a:lnTo>
                <a:cubicBezTo>
                  <a:pt x="175" y="133"/>
                  <a:pt x="121" y="141"/>
                  <a:pt x="67" y="146"/>
                </a:cubicBezTo>
                <a:lnTo>
                  <a:pt x="56" y="149"/>
                </a:lnTo>
                <a:lnTo>
                  <a:pt x="67" y="150"/>
                </a:lnTo>
                <a:lnTo>
                  <a:pt x="76" y="152"/>
                </a:lnTo>
                <a:cubicBezTo>
                  <a:pt x="122" y="158"/>
                  <a:pt x="171" y="171"/>
                  <a:pt x="218" y="176"/>
                </a:cubicBezTo>
                <a:lnTo>
                  <a:pt x="230" y="177"/>
                </a:lnTo>
                <a:lnTo>
                  <a:pt x="234" y="177"/>
                </a:lnTo>
                <a:cubicBezTo>
                  <a:pt x="364" y="163"/>
                  <a:pt x="494" y="146"/>
                  <a:pt x="625" y="132"/>
                </a:cubicBezTo>
                <a:lnTo>
                  <a:pt x="649" y="128"/>
                </a:lnTo>
                <a:lnTo>
                  <a:pt x="667" y="126"/>
                </a:lnTo>
                <a:lnTo>
                  <a:pt x="555" y="115"/>
                </a:lnTo>
                <a:lnTo>
                  <a:pt x="555" y="113"/>
                </a:lnTo>
                <a:lnTo>
                  <a:pt x="556" y="110"/>
                </a:lnTo>
                <a:lnTo>
                  <a:pt x="559" y="107"/>
                </a:lnTo>
                <a:lnTo>
                  <a:pt x="562" y="104"/>
                </a:lnTo>
                <a:lnTo>
                  <a:pt x="741" y="126"/>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440" name="path"/>
          <p:cNvSpPr/>
          <p:nvPr/>
        </p:nvSpPr>
        <p:spPr>
          <a:xfrm>
            <a:off x="2694088" y="5133820"/>
            <a:ext cx="219842" cy="156240"/>
          </a:xfrm>
          <a:custGeom>
            <a:avLst/>
            <a:gdLst/>
            <a:ahLst/>
            <a:cxnLst/>
            <a:rect l="0" t="0" r="0" b="0"/>
            <a:pathLst>
              <a:path w="381" h="271">
                <a:moveTo>
                  <a:pt x="154" y="67"/>
                </a:moveTo>
                <a:lnTo>
                  <a:pt x="163" y="76"/>
                </a:lnTo>
                <a:lnTo>
                  <a:pt x="170" y="86"/>
                </a:lnTo>
                <a:cubicBezTo>
                  <a:pt x="185" y="106"/>
                  <a:pt x="204" y="122"/>
                  <a:pt x="220" y="141"/>
                </a:cubicBezTo>
                <a:lnTo>
                  <a:pt x="256" y="175"/>
                </a:lnTo>
                <a:lnTo>
                  <a:pt x="275" y="192"/>
                </a:lnTo>
                <a:lnTo>
                  <a:pt x="296" y="208"/>
                </a:lnTo>
                <a:lnTo>
                  <a:pt x="315" y="224"/>
                </a:lnTo>
                <a:lnTo>
                  <a:pt x="376" y="271"/>
                </a:lnTo>
                <a:lnTo>
                  <a:pt x="377" y="271"/>
                </a:lnTo>
                <a:lnTo>
                  <a:pt x="380" y="270"/>
                </a:lnTo>
                <a:lnTo>
                  <a:pt x="381" y="268"/>
                </a:lnTo>
                <a:lnTo>
                  <a:pt x="380" y="267"/>
                </a:lnTo>
                <a:cubicBezTo>
                  <a:pt x="281" y="185"/>
                  <a:pt x="188" y="110"/>
                  <a:pt x="117" y="2"/>
                </a:cubicBezTo>
                <a:lnTo>
                  <a:pt x="116" y="0"/>
                </a:lnTo>
                <a:lnTo>
                  <a:pt x="117" y="2"/>
                </a:lnTo>
                <a:cubicBezTo>
                  <a:pt x="126" y="13"/>
                  <a:pt x="134" y="38"/>
                  <a:pt x="142" y="47"/>
                </a:cubicBezTo>
                <a:lnTo>
                  <a:pt x="148" y="57"/>
                </a:lnTo>
              </a:path>
              <a:path w="381" h="271">
                <a:moveTo>
                  <a:pt x="56" y="144"/>
                </a:moveTo>
                <a:lnTo>
                  <a:pt x="64" y="150"/>
                </a:lnTo>
                <a:cubicBezTo>
                  <a:pt x="84" y="160"/>
                  <a:pt x="99" y="172"/>
                  <a:pt x="119" y="181"/>
                </a:cubicBezTo>
                <a:lnTo>
                  <a:pt x="128" y="187"/>
                </a:lnTo>
                <a:lnTo>
                  <a:pt x="129" y="186"/>
                </a:lnTo>
                <a:lnTo>
                  <a:pt x="129" y="178"/>
                </a:lnTo>
                <a:lnTo>
                  <a:pt x="111" y="168"/>
                </a:lnTo>
                <a:cubicBezTo>
                  <a:pt x="76" y="145"/>
                  <a:pt x="40" y="126"/>
                  <a:pt x="4" y="104"/>
                </a:cubicBezTo>
                <a:lnTo>
                  <a:pt x="0" y="102"/>
                </a:lnTo>
                <a:lnTo>
                  <a:pt x="1" y="104"/>
                </a:lnTo>
                <a:cubicBezTo>
                  <a:pt x="12" y="109"/>
                  <a:pt x="25" y="125"/>
                  <a:pt x="39" y="132"/>
                </a:cubicBezTo>
                <a:lnTo>
                  <a:pt x="48" y="13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42" name="path"/>
          <p:cNvSpPr/>
          <p:nvPr/>
        </p:nvSpPr>
        <p:spPr>
          <a:xfrm>
            <a:off x="2642930" y="5149722"/>
            <a:ext cx="151753" cy="293816"/>
          </a:xfrm>
          <a:custGeom>
            <a:avLst/>
            <a:gdLst/>
            <a:ahLst/>
            <a:cxnLst/>
            <a:rect l="0" t="0" r="0" b="0"/>
            <a:pathLst>
              <a:path w="263" h="510">
                <a:moveTo>
                  <a:pt x="139" y="324"/>
                </a:moveTo>
                <a:lnTo>
                  <a:pt x="124" y="344"/>
                </a:lnTo>
                <a:cubicBezTo>
                  <a:pt x="89" y="391"/>
                  <a:pt x="46" y="433"/>
                  <a:pt x="1" y="470"/>
                </a:cubicBezTo>
                <a:lnTo>
                  <a:pt x="0" y="471"/>
                </a:lnTo>
                <a:lnTo>
                  <a:pt x="2" y="474"/>
                </a:lnTo>
                <a:lnTo>
                  <a:pt x="4" y="472"/>
                </a:lnTo>
                <a:cubicBezTo>
                  <a:pt x="136" y="370"/>
                  <a:pt x="178" y="313"/>
                  <a:pt x="200" y="145"/>
                </a:cubicBezTo>
                <a:lnTo>
                  <a:pt x="200" y="139"/>
                </a:lnTo>
                <a:lnTo>
                  <a:pt x="200" y="145"/>
                </a:lnTo>
                <a:cubicBezTo>
                  <a:pt x="189" y="185"/>
                  <a:pt x="179" y="232"/>
                  <a:pt x="164" y="271"/>
                </a:cubicBezTo>
                <a:lnTo>
                  <a:pt x="152" y="300"/>
                </a:lnTo>
              </a:path>
              <a:path w="263" h="510">
                <a:moveTo>
                  <a:pt x="183" y="0"/>
                </a:moveTo>
                <a:lnTo>
                  <a:pt x="188" y="14"/>
                </a:lnTo>
                <a:cubicBezTo>
                  <a:pt x="271" y="195"/>
                  <a:pt x="262" y="337"/>
                  <a:pt x="147" y="505"/>
                </a:cubicBezTo>
                <a:lnTo>
                  <a:pt x="146" y="507"/>
                </a:lnTo>
                <a:lnTo>
                  <a:pt x="148" y="510"/>
                </a:lnTo>
                <a:lnTo>
                  <a:pt x="152" y="508"/>
                </a:lnTo>
                <a:lnTo>
                  <a:pt x="155" y="507"/>
                </a:lnTo>
                <a:cubicBezTo>
                  <a:pt x="198" y="452"/>
                  <a:pt x="239" y="392"/>
                  <a:pt x="251" y="322"/>
                </a:cubicBezTo>
                <a:lnTo>
                  <a:pt x="257" y="290"/>
                </a:lnTo>
                <a:lnTo>
                  <a:pt x="259" y="255"/>
                </a:lnTo>
                <a:cubicBezTo>
                  <a:pt x="256" y="154"/>
                  <a:pt x="238" y="114"/>
                  <a:pt x="197" y="30"/>
                </a:cubicBezTo>
                <a:lnTo>
                  <a:pt x="189" y="14"/>
                </a:lnTo>
                <a:lnTo>
                  <a:pt x="184" y="0"/>
                </a:lnTo>
                <a:lnTo>
                  <a:pt x="183"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44" name="path"/>
          <p:cNvSpPr/>
          <p:nvPr/>
        </p:nvSpPr>
        <p:spPr>
          <a:xfrm>
            <a:off x="3059802" y="5382008"/>
            <a:ext cx="282753" cy="112687"/>
          </a:xfrm>
          <a:custGeom>
            <a:avLst/>
            <a:gdLst/>
            <a:ahLst/>
            <a:cxnLst/>
            <a:rect l="0" t="0" r="0" b="0"/>
            <a:pathLst>
              <a:path w="490" h="195">
                <a:moveTo>
                  <a:pt x="235" y="169"/>
                </a:moveTo>
                <a:lnTo>
                  <a:pt x="266" y="171"/>
                </a:lnTo>
                <a:cubicBezTo>
                  <a:pt x="297" y="174"/>
                  <a:pt x="328" y="177"/>
                  <a:pt x="360" y="180"/>
                </a:cubicBezTo>
                <a:lnTo>
                  <a:pt x="376" y="181"/>
                </a:lnTo>
                <a:lnTo>
                  <a:pt x="391" y="183"/>
                </a:lnTo>
                <a:cubicBezTo>
                  <a:pt x="424" y="187"/>
                  <a:pt x="452" y="189"/>
                  <a:pt x="485" y="195"/>
                </a:cubicBezTo>
                <a:lnTo>
                  <a:pt x="488" y="194"/>
                </a:lnTo>
                <a:lnTo>
                  <a:pt x="490" y="193"/>
                </a:lnTo>
                <a:lnTo>
                  <a:pt x="490" y="190"/>
                </a:lnTo>
                <a:lnTo>
                  <a:pt x="488" y="189"/>
                </a:lnTo>
                <a:cubicBezTo>
                  <a:pt x="325" y="163"/>
                  <a:pt x="165" y="149"/>
                  <a:pt x="1" y="142"/>
                </a:cubicBezTo>
                <a:lnTo>
                  <a:pt x="0" y="142"/>
                </a:lnTo>
                <a:lnTo>
                  <a:pt x="1" y="142"/>
                </a:lnTo>
                <a:cubicBezTo>
                  <a:pt x="67" y="152"/>
                  <a:pt x="135" y="157"/>
                  <a:pt x="202" y="165"/>
                </a:cubicBezTo>
                <a:lnTo>
                  <a:pt x="219" y="166"/>
                </a:lnTo>
              </a:path>
              <a:path w="490" h="195">
                <a:moveTo>
                  <a:pt x="485" y="109"/>
                </a:moveTo>
                <a:lnTo>
                  <a:pt x="488" y="109"/>
                </a:lnTo>
                <a:lnTo>
                  <a:pt x="488" y="108"/>
                </a:lnTo>
                <a:lnTo>
                  <a:pt x="487" y="106"/>
                </a:lnTo>
                <a:cubicBezTo>
                  <a:pt x="457" y="105"/>
                  <a:pt x="390" y="79"/>
                  <a:pt x="362" y="67"/>
                </a:cubicBezTo>
                <a:lnTo>
                  <a:pt x="321" y="48"/>
                </a:lnTo>
                <a:cubicBezTo>
                  <a:pt x="294" y="37"/>
                  <a:pt x="263" y="15"/>
                  <a:pt x="236" y="4"/>
                </a:cubicBezTo>
                <a:lnTo>
                  <a:pt x="232" y="1"/>
                </a:lnTo>
                <a:lnTo>
                  <a:pt x="230" y="0"/>
                </a:lnTo>
                <a:lnTo>
                  <a:pt x="231" y="1"/>
                </a:lnTo>
                <a:cubicBezTo>
                  <a:pt x="274" y="57"/>
                  <a:pt x="353" y="87"/>
                  <a:pt x="419" y="102"/>
                </a:cubicBezTo>
                <a:lnTo>
                  <a:pt x="451" y="106"/>
                </a:lnTo>
              </a:path>
              <a:path w="490" h="195">
                <a:moveTo>
                  <a:pt x="45" y="81"/>
                </a:moveTo>
                <a:lnTo>
                  <a:pt x="57" y="76"/>
                </a:lnTo>
                <a:lnTo>
                  <a:pt x="69" y="73"/>
                </a:lnTo>
                <a:cubicBezTo>
                  <a:pt x="94" y="66"/>
                  <a:pt x="116" y="57"/>
                  <a:pt x="142" y="54"/>
                </a:cubicBezTo>
                <a:lnTo>
                  <a:pt x="166" y="49"/>
                </a:lnTo>
                <a:cubicBezTo>
                  <a:pt x="192" y="44"/>
                  <a:pt x="217" y="39"/>
                  <a:pt x="243" y="34"/>
                </a:cubicBezTo>
                <a:lnTo>
                  <a:pt x="246" y="33"/>
                </a:lnTo>
                <a:lnTo>
                  <a:pt x="248" y="30"/>
                </a:lnTo>
                <a:lnTo>
                  <a:pt x="247" y="27"/>
                </a:lnTo>
                <a:lnTo>
                  <a:pt x="243" y="26"/>
                </a:lnTo>
                <a:cubicBezTo>
                  <a:pt x="217" y="31"/>
                  <a:pt x="190" y="32"/>
                  <a:pt x="163" y="36"/>
                </a:cubicBezTo>
                <a:lnTo>
                  <a:pt x="150" y="38"/>
                </a:lnTo>
                <a:lnTo>
                  <a:pt x="135" y="40"/>
                </a:lnTo>
                <a:cubicBezTo>
                  <a:pt x="98" y="49"/>
                  <a:pt x="85" y="53"/>
                  <a:pt x="52" y="73"/>
                </a:cubicBezTo>
                <a:lnTo>
                  <a:pt x="44" y="80"/>
                </a:lnTo>
                <a:lnTo>
                  <a:pt x="44" y="81"/>
                </a:lnTo>
                <a:lnTo>
                  <a:pt x="45" y="81"/>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46" name="textbox 446"/>
          <p:cNvSpPr/>
          <p:nvPr/>
        </p:nvSpPr>
        <p:spPr>
          <a:xfrm>
            <a:off x="6378222" y="3193236"/>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448" name="path"/>
          <p:cNvSpPr/>
          <p:nvPr/>
        </p:nvSpPr>
        <p:spPr>
          <a:xfrm>
            <a:off x="9712477" y="4912595"/>
            <a:ext cx="134809" cy="177671"/>
          </a:xfrm>
          <a:custGeom>
            <a:avLst/>
            <a:gdLst/>
            <a:ahLst/>
            <a:cxnLst/>
            <a:rect l="0" t="0" r="0" b="0"/>
            <a:pathLst>
              <a:path w="234" h="308">
                <a:moveTo>
                  <a:pt x="65" y="308"/>
                </a:moveTo>
                <a:lnTo>
                  <a:pt x="60" y="86"/>
                </a:lnTo>
                <a:lnTo>
                  <a:pt x="0" y="87"/>
                </a:lnTo>
                <a:lnTo>
                  <a:pt x="7" y="308"/>
                </a:lnTo>
              </a:path>
              <a:path w="234" h="308">
                <a:moveTo>
                  <a:pt x="151" y="304"/>
                </a:moveTo>
                <a:lnTo>
                  <a:pt x="142" y="0"/>
                </a:lnTo>
                <a:lnTo>
                  <a:pt x="84" y="1"/>
                </a:lnTo>
                <a:lnTo>
                  <a:pt x="90" y="306"/>
                </a:lnTo>
              </a:path>
              <a:path w="234" h="308">
                <a:moveTo>
                  <a:pt x="234" y="302"/>
                </a:moveTo>
                <a:lnTo>
                  <a:pt x="226" y="50"/>
                </a:lnTo>
                <a:lnTo>
                  <a:pt x="166" y="51"/>
                </a:lnTo>
                <a:lnTo>
                  <a:pt x="174" y="302"/>
                </a:lnTo>
              </a:path>
            </a:pathLst>
          </a:custGeom>
          <a:solidFill>
            <a:srgbClr val="9EE8FF">
              <a:alpha val="100000"/>
            </a:srgbClr>
          </a:solidFill>
          <a:ln cap="flat">
            <a:noFill/>
            <a:prstDash val="solid"/>
            <a:miter lim="0"/>
          </a:ln>
        </p:spPr>
        <p:txBody>
          <a:bodyPr rtlCol="0"/>
          <a:lstStyle/>
          <a:p>
            <a:pPr algn="ctr"/>
            <a:endParaRPr lang="zh-CN" altLang="en-US" sz="1635"/>
          </a:p>
        </p:txBody>
      </p:sp>
      <p:sp>
        <p:nvSpPr>
          <p:cNvPr id="450" name="path"/>
          <p:cNvSpPr/>
          <p:nvPr/>
        </p:nvSpPr>
        <p:spPr>
          <a:xfrm>
            <a:off x="2377459" y="5526289"/>
            <a:ext cx="616667" cy="38728"/>
          </a:xfrm>
          <a:custGeom>
            <a:avLst/>
            <a:gdLst/>
            <a:ahLst/>
            <a:cxnLst/>
            <a:rect l="0" t="0" r="0" b="0"/>
            <a:pathLst>
              <a:path w="1070" h="67">
                <a:moveTo>
                  <a:pt x="0" y="30"/>
                </a:moveTo>
                <a:lnTo>
                  <a:pt x="4" y="30"/>
                </a:lnTo>
                <a:lnTo>
                  <a:pt x="15" y="32"/>
                </a:lnTo>
                <a:cubicBezTo>
                  <a:pt x="101" y="39"/>
                  <a:pt x="182" y="45"/>
                  <a:pt x="268" y="45"/>
                </a:cubicBezTo>
                <a:lnTo>
                  <a:pt x="310" y="45"/>
                </a:lnTo>
                <a:lnTo>
                  <a:pt x="351" y="44"/>
                </a:lnTo>
                <a:cubicBezTo>
                  <a:pt x="407" y="47"/>
                  <a:pt x="461" y="31"/>
                  <a:pt x="517" y="29"/>
                </a:cubicBezTo>
                <a:lnTo>
                  <a:pt x="523" y="30"/>
                </a:lnTo>
                <a:lnTo>
                  <a:pt x="525" y="32"/>
                </a:lnTo>
                <a:lnTo>
                  <a:pt x="521" y="36"/>
                </a:lnTo>
                <a:cubicBezTo>
                  <a:pt x="446" y="82"/>
                  <a:pt x="191" y="56"/>
                  <a:pt x="109" y="47"/>
                </a:cubicBezTo>
                <a:lnTo>
                  <a:pt x="56" y="39"/>
                </a:lnTo>
              </a:path>
              <a:path w="1070" h="67">
                <a:moveTo>
                  <a:pt x="692" y="25"/>
                </a:moveTo>
                <a:lnTo>
                  <a:pt x="706" y="25"/>
                </a:lnTo>
                <a:cubicBezTo>
                  <a:pt x="768" y="22"/>
                  <a:pt x="829" y="17"/>
                  <a:pt x="890" y="14"/>
                </a:cubicBezTo>
                <a:lnTo>
                  <a:pt x="921" y="12"/>
                </a:lnTo>
                <a:lnTo>
                  <a:pt x="950" y="9"/>
                </a:lnTo>
                <a:cubicBezTo>
                  <a:pt x="981" y="12"/>
                  <a:pt x="1030" y="0"/>
                  <a:pt x="1058" y="5"/>
                </a:cubicBezTo>
                <a:lnTo>
                  <a:pt x="1064" y="6"/>
                </a:lnTo>
                <a:lnTo>
                  <a:pt x="1070" y="8"/>
                </a:lnTo>
                <a:lnTo>
                  <a:pt x="1070" y="11"/>
                </a:lnTo>
                <a:lnTo>
                  <a:pt x="1066" y="13"/>
                </a:lnTo>
                <a:cubicBezTo>
                  <a:pt x="956" y="26"/>
                  <a:pt x="819" y="22"/>
                  <a:pt x="706" y="25"/>
                </a:cubicBezTo>
                <a:lnTo>
                  <a:pt x="696" y="2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52" name="path"/>
          <p:cNvSpPr/>
          <p:nvPr/>
        </p:nvSpPr>
        <p:spPr>
          <a:xfrm>
            <a:off x="3125478" y="5061922"/>
            <a:ext cx="81577" cy="289667"/>
          </a:xfrm>
          <a:custGeom>
            <a:avLst/>
            <a:gdLst/>
            <a:ahLst/>
            <a:cxnLst/>
            <a:rect l="0" t="0" r="0" b="0"/>
            <a:pathLst>
              <a:path w="141" h="502">
                <a:moveTo>
                  <a:pt x="141" y="0"/>
                </a:moveTo>
                <a:lnTo>
                  <a:pt x="132" y="13"/>
                </a:lnTo>
                <a:lnTo>
                  <a:pt x="117" y="39"/>
                </a:lnTo>
                <a:cubicBezTo>
                  <a:pt x="96" y="83"/>
                  <a:pt x="86" y="128"/>
                  <a:pt x="68" y="172"/>
                </a:cubicBezTo>
                <a:lnTo>
                  <a:pt x="62" y="189"/>
                </a:lnTo>
                <a:lnTo>
                  <a:pt x="57" y="205"/>
                </a:lnTo>
                <a:cubicBezTo>
                  <a:pt x="40" y="251"/>
                  <a:pt x="14" y="313"/>
                  <a:pt x="6" y="361"/>
                </a:cubicBezTo>
                <a:lnTo>
                  <a:pt x="1" y="396"/>
                </a:lnTo>
                <a:lnTo>
                  <a:pt x="0" y="430"/>
                </a:lnTo>
                <a:lnTo>
                  <a:pt x="1" y="465"/>
                </a:lnTo>
                <a:lnTo>
                  <a:pt x="4" y="500"/>
                </a:lnTo>
                <a:lnTo>
                  <a:pt x="7" y="502"/>
                </a:lnTo>
                <a:lnTo>
                  <a:pt x="9" y="502"/>
                </a:lnTo>
                <a:lnTo>
                  <a:pt x="13" y="500"/>
                </a:lnTo>
                <a:lnTo>
                  <a:pt x="14" y="497"/>
                </a:lnTo>
                <a:lnTo>
                  <a:pt x="13" y="465"/>
                </a:lnTo>
                <a:lnTo>
                  <a:pt x="14" y="434"/>
                </a:lnTo>
                <a:lnTo>
                  <a:pt x="16" y="403"/>
                </a:lnTo>
                <a:lnTo>
                  <a:pt x="20" y="370"/>
                </a:lnTo>
                <a:lnTo>
                  <a:pt x="23" y="353"/>
                </a:lnTo>
                <a:lnTo>
                  <a:pt x="27" y="336"/>
                </a:lnTo>
                <a:lnTo>
                  <a:pt x="31" y="320"/>
                </a:lnTo>
                <a:cubicBezTo>
                  <a:pt x="55" y="240"/>
                  <a:pt x="81" y="160"/>
                  <a:pt x="106" y="81"/>
                </a:cubicBezTo>
                <a:lnTo>
                  <a:pt x="120" y="47"/>
                </a:lnTo>
                <a:lnTo>
                  <a:pt x="132" y="19"/>
                </a:lnTo>
                <a:lnTo>
                  <a:pt x="141"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54" name="path"/>
          <p:cNvSpPr/>
          <p:nvPr/>
        </p:nvSpPr>
        <p:spPr>
          <a:xfrm>
            <a:off x="2622190" y="5083353"/>
            <a:ext cx="59806" cy="344973"/>
          </a:xfrm>
          <a:custGeom>
            <a:avLst/>
            <a:gdLst/>
            <a:ahLst/>
            <a:cxnLst/>
            <a:rect l="0" t="0" r="0" b="0"/>
            <a:pathLst>
              <a:path w="103" h="598">
                <a:moveTo>
                  <a:pt x="4" y="3"/>
                </a:moveTo>
                <a:lnTo>
                  <a:pt x="7" y="8"/>
                </a:lnTo>
                <a:cubicBezTo>
                  <a:pt x="88" y="173"/>
                  <a:pt x="113" y="378"/>
                  <a:pt x="31" y="548"/>
                </a:cubicBezTo>
                <a:lnTo>
                  <a:pt x="0" y="598"/>
                </a:lnTo>
                <a:lnTo>
                  <a:pt x="2" y="596"/>
                </a:lnTo>
                <a:lnTo>
                  <a:pt x="9" y="587"/>
                </a:lnTo>
                <a:cubicBezTo>
                  <a:pt x="38" y="548"/>
                  <a:pt x="68" y="489"/>
                  <a:pt x="81" y="442"/>
                </a:cubicBezTo>
                <a:lnTo>
                  <a:pt x="91" y="403"/>
                </a:lnTo>
                <a:lnTo>
                  <a:pt x="97" y="358"/>
                </a:lnTo>
                <a:lnTo>
                  <a:pt x="99" y="311"/>
                </a:lnTo>
                <a:lnTo>
                  <a:pt x="98" y="261"/>
                </a:lnTo>
                <a:lnTo>
                  <a:pt x="91" y="207"/>
                </a:lnTo>
                <a:lnTo>
                  <a:pt x="76" y="150"/>
                </a:lnTo>
                <a:lnTo>
                  <a:pt x="55" y="90"/>
                </a:lnTo>
                <a:lnTo>
                  <a:pt x="26" y="26"/>
                </a:lnTo>
                <a:lnTo>
                  <a:pt x="25" y="20"/>
                </a:lnTo>
                <a:lnTo>
                  <a:pt x="20" y="8"/>
                </a:lnTo>
                <a:lnTo>
                  <a:pt x="13"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456" name="rect"/>
          <p:cNvSpPr/>
          <p:nvPr/>
        </p:nvSpPr>
        <p:spPr>
          <a:xfrm>
            <a:off x="3690987" y="3079187"/>
            <a:ext cx="611135"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sp>
        <p:nvSpPr>
          <p:cNvPr id="458" name="path"/>
          <p:cNvSpPr/>
          <p:nvPr/>
        </p:nvSpPr>
        <p:spPr>
          <a:xfrm>
            <a:off x="10269689" y="4880102"/>
            <a:ext cx="100577" cy="140339"/>
          </a:xfrm>
          <a:custGeom>
            <a:avLst/>
            <a:gdLst/>
            <a:ahLst/>
            <a:cxnLst/>
            <a:rect l="0" t="0" r="0" b="0"/>
            <a:pathLst>
              <a:path w="174" h="243">
                <a:moveTo>
                  <a:pt x="99" y="82"/>
                </a:moveTo>
                <a:lnTo>
                  <a:pt x="101" y="91"/>
                </a:lnTo>
                <a:lnTo>
                  <a:pt x="101" y="100"/>
                </a:lnTo>
                <a:lnTo>
                  <a:pt x="100" y="109"/>
                </a:lnTo>
                <a:lnTo>
                  <a:pt x="97" y="117"/>
                </a:lnTo>
                <a:lnTo>
                  <a:pt x="85" y="134"/>
                </a:lnTo>
                <a:lnTo>
                  <a:pt x="68" y="148"/>
                </a:lnTo>
                <a:lnTo>
                  <a:pt x="64" y="151"/>
                </a:lnTo>
                <a:cubicBezTo>
                  <a:pt x="52" y="153"/>
                  <a:pt x="52" y="155"/>
                  <a:pt x="38" y="154"/>
                </a:cubicBezTo>
                <a:lnTo>
                  <a:pt x="31" y="154"/>
                </a:lnTo>
                <a:lnTo>
                  <a:pt x="22" y="152"/>
                </a:lnTo>
                <a:lnTo>
                  <a:pt x="26" y="156"/>
                </a:lnTo>
                <a:cubicBezTo>
                  <a:pt x="56" y="178"/>
                  <a:pt x="70" y="159"/>
                  <a:pt x="106" y="166"/>
                </a:cubicBezTo>
                <a:lnTo>
                  <a:pt x="109" y="167"/>
                </a:lnTo>
                <a:lnTo>
                  <a:pt x="109" y="176"/>
                </a:lnTo>
                <a:lnTo>
                  <a:pt x="107" y="184"/>
                </a:lnTo>
                <a:lnTo>
                  <a:pt x="104" y="192"/>
                </a:lnTo>
                <a:lnTo>
                  <a:pt x="98" y="199"/>
                </a:lnTo>
                <a:lnTo>
                  <a:pt x="91" y="206"/>
                </a:lnTo>
                <a:lnTo>
                  <a:pt x="82" y="212"/>
                </a:lnTo>
                <a:lnTo>
                  <a:pt x="75" y="217"/>
                </a:lnTo>
                <a:lnTo>
                  <a:pt x="67" y="222"/>
                </a:lnTo>
                <a:lnTo>
                  <a:pt x="74" y="224"/>
                </a:lnTo>
                <a:cubicBezTo>
                  <a:pt x="127" y="226"/>
                  <a:pt x="125" y="211"/>
                  <a:pt x="159" y="187"/>
                </a:cubicBezTo>
                <a:lnTo>
                  <a:pt x="167" y="184"/>
                </a:lnTo>
                <a:lnTo>
                  <a:pt x="171" y="189"/>
                </a:lnTo>
                <a:lnTo>
                  <a:pt x="173" y="195"/>
                </a:lnTo>
                <a:cubicBezTo>
                  <a:pt x="174" y="220"/>
                  <a:pt x="138" y="231"/>
                  <a:pt x="120" y="236"/>
                </a:cubicBezTo>
                <a:lnTo>
                  <a:pt x="107" y="240"/>
                </a:lnTo>
                <a:lnTo>
                  <a:pt x="94" y="241"/>
                </a:lnTo>
                <a:lnTo>
                  <a:pt x="81" y="243"/>
                </a:lnTo>
                <a:lnTo>
                  <a:pt x="75" y="241"/>
                </a:lnTo>
                <a:lnTo>
                  <a:pt x="69" y="240"/>
                </a:lnTo>
                <a:lnTo>
                  <a:pt x="63" y="237"/>
                </a:lnTo>
                <a:lnTo>
                  <a:pt x="56" y="235"/>
                </a:lnTo>
                <a:lnTo>
                  <a:pt x="50" y="233"/>
                </a:lnTo>
                <a:lnTo>
                  <a:pt x="44" y="230"/>
                </a:lnTo>
                <a:lnTo>
                  <a:pt x="34" y="223"/>
                </a:lnTo>
                <a:lnTo>
                  <a:pt x="35" y="219"/>
                </a:lnTo>
                <a:cubicBezTo>
                  <a:pt x="60" y="210"/>
                  <a:pt x="57" y="223"/>
                  <a:pt x="82" y="193"/>
                </a:cubicBezTo>
                <a:lnTo>
                  <a:pt x="86" y="186"/>
                </a:lnTo>
                <a:lnTo>
                  <a:pt x="76" y="188"/>
                </a:lnTo>
                <a:lnTo>
                  <a:pt x="68" y="188"/>
                </a:lnTo>
                <a:lnTo>
                  <a:pt x="58" y="187"/>
                </a:lnTo>
                <a:lnTo>
                  <a:pt x="50" y="184"/>
                </a:lnTo>
                <a:lnTo>
                  <a:pt x="41" y="182"/>
                </a:lnTo>
                <a:lnTo>
                  <a:pt x="33" y="177"/>
                </a:lnTo>
                <a:lnTo>
                  <a:pt x="25" y="173"/>
                </a:lnTo>
                <a:lnTo>
                  <a:pt x="17" y="167"/>
                </a:lnTo>
                <a:lnTo>
                  <a:pt x="7" y="158"/>
                </a:lnTo>
                <a:lnTo>
                  <a:pt x="1" y="146"/>
                </a:lnTo>
                <a:lnTo>
                  <a:pt x="0" y="133"/>
                </a:lnTo>
                <a:lnTo>
                  <a:pt x="3" y="121"/>
                </a:lnTo>
                <a:lnTo>
                  <a:pt x="9" y="122"/>
                </a:lnTo>
                <a:lnTo>
                  <a:pt x="11" y="124"/>
                </a:lnTo>
                <a:cubicBezTo>
                  <a:pt x="18" y="145"/>
                  <a:pt x="19" y="143"/>
                  <a:pt x="43" y="143"/>
                </a:cubicBezTo>
                <a:lnTo>
                  <a:pt x="46" y="143"/>
                </a:lnTo>
                <a:lnTo>
                  <a:pt x="50" y="142"/>
                </a:lnTo>
                <a:lnTo>
                  <a:pt x="55" y="141"/>
                </a:lnTo>
                <a:lnTo>
                  <a:pt x="58" y="140"/>
                </a:lnTo>
                <a:lnTo>
                  <a:pt x="61" y="139"/>
                </a:lnTo>
                <a:lnTo>
                  <a:pt x="71" y="121"/>
                </a:lnTo>
                <a:lnTo>
                  <a:pt x="71" y="102"/>
                </a:lnTo>
                <a:lnTo>
                  <a:pt x="64" y="82"/>
                </a:lnTo>
                <a:lnTo>
                  <a:pt x="56" y="63"/>
                </a:lnTo>
                <a:lnTo>
                  <a:pt x="49" y="45"/>
                </a:lnTo>
                <a:lnTo>
                  <a:pt x="49" y="28"/>
                </a:lnTo>
                <a:lnTo>
                  <a:pt x="58" y="13"/>
                </a:lnTo>
                <a:lnTo>
                  <a:pt x="86" y="0"/>
                </a:lnTo>
                <a:lnTo>
                  <a:pt x="87" y="8"/>
                </a:lnTo>
                <a:lnTo>
                  <a:pt x="91" y="31"/>
                </a:lnTo>
                <a:lnTo>
                  <a:pt x="95" y="58"/>
                </a:lnTo>
              </a:path>
            </a:pathLst>
          </a:custGeom>
          <a:solidFill>
            <a:srgbClr val="000000">
              <a:alpha val="100000"/>
            </a:srgbClr>
          </a:solidFill>
          <a:ln cap="flat">
            <a:noFill/>
            <a:prstDash val="solid"/>
            <a:miter lim="0"/>
          </a:ln>
        </p:spPr>
        <p:txBody>
          <a:bodyPr rtlCol="0"/>
          <a:lstStyle/>
          <a:p>
            <a:pPr algn="ctr"/>
            <a:endParaRPr lang="zh-CN" altLang="en-US" sz="1635"/>
          </a:p>
        </p:txBody>
      </p:sp>
      <p:pic>
        <p:nvPicPr>
          <p:cNvPr id="460" name="picture 460"/>
          <p:cNvPicPr>
            <a:picLocks noChangeAspect="1"/>
          </p:cNvPicPr>
          <p:nvPr/>
        </p:nvPicPr>
        <p:blipFill>
          <a:blip r:embed="rId23"/>
          <a:stretch>
            <a:fillRect/>
          </a:stretch>
        </p:blipFill>
        <p:spPr>
          <a:xfrm rot="21600000">
            <a:off x="5073297" y="2922254"/>
            <a:ext cx="68793" cy="64645"/>
          </a:xfrm>
          <a:prstGeom prst="rect">
            <a:avLst/>
          </a:prstGeom>
        </p:spPr>
      </p:pic>
      <p:pic>
        <p:nvPicPr>
          <p:cNvPr id="462" name="picture 462"/>
          <p:cNvPicPr>
            <a:picLocks noChangeAspect="1"/>
          </p:cNvPicPr>
          <p:nvPr/>
        </p:nvPicPr>
        <p:blipFill>
          <a:blip r:embed="rId24"/>
          <a:stretch>
            <a:fillRect/>
          </a:stretch>
        </p:blipFill>
        <p:spPr>
          <a:xfrm rot="21600000">
            <a:off x="7135449" y="3094395"/>
            <a:ext cx="68188" cy="63348"/>
          </a:xfrm>
          <a:prstGeom prst="rect">
            <a:avLst/>
          </a:prstGeom>
        </p:spPr>
      </p:pic>
      <p:sp>
        <p:nvSpPr>
          <p:cNvPr id="464" name="path"/>
          <p:cNvSpPr/>
          <p:nvPr/>
        </p:nvSpPr>
        <p:spPr>
          <a:xfrm>
            <a:off x="2571031" y="4808895"/>
            <a:ext cx="91947" cy="45628"/>
          </a:xfrm>
          <a:custGeom>
            <a:avLst/>
            <a:gdLst/>
            <a:ahLst/>
            <a:cxnLst/>
            <a:rect l="0" t="0" r="0" b="0"/>
            <a:pathLst>
              <a:path w="159" h="79">
                <a:moveTo>
                  <a:pt x="0" y="0"/>
                </a:moveTo>
                <a:lnTo>
                  <a:pt x="1" y="2"/>
                </a:lnTo>
                <a:lnTo>
                  <a:pt x="6" y="4"/>
                </a:lnTo>
                <a:cubicBezTo>
                  <a:pt x="25" y="18"/>
                  <a:pt x="35" y="26"/>
                  <a:pt x="58" y="34"/>
                </a:cubicBezTo>
                <a:lnTo>
                  <a:pt x="71" y="39"/>
                </a:lnTo>
                <a:lnTo>
                  <a:pt x="87" y="42"/>
                </a:lnTo>
                <a:cubicBezTo>
                  <a:pt x="107" y="48"/>
                  <a:pt x="129" y="48"/>
                  <a:pt x="146" y="61"/>
                </a:cubicBezTo>
                <a:lnTo>
                  <a:pt x="153" y="69"/>
                </a:lnTo>
                <a:lnTo>
                  <a:pt x="159" y="79"/>
                </a:lnTo>
                <a:lnTo>
                  <a:pt x="159" y="74"/>
                </a:lnTo>
                <a:lnTo>
                  <a:pt x="158" y="69"/>
                </a:lnTo>
                <a:lnTo>
                  <a:pt x="153" y="63"/>
                </a:lnTo>
                <a:lnTo>
                  <a:pt x="143" y="56"/>
                </a:lnTo>
                <a:lnTo>
                  <a:pt x="130" y="49"/>
                </a:lnTo>
                <a:lnTo>
                  <a:pt x="109" y="42"/>
                </a:lnTo>
                <a:lnTo>
                  <a:pt x="79" y="36"/>
                </a:lnTo>
                <a:lnTo>
                  <a:pt x="73" y="34"/>
                </a:lnTo>
                <a:lnTo>
                  <a:pt x="67" y="32"/>
                </a:lnTo>
                <a:lnTo>
                  <a:pt x="57" y="30"/>
                </a:lnTo>
                <a:lnTo>
                  <a:pt x="45" y="25"/>
                </a:lnTo>
                <a:lnTo>
                  <a:pt x="32" y="19"/>
                </a:lnTo>
                <a:lnTo>
                  <a:pt x="18" y="10"/>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466" name="picture 466"/>
          <p:cNvPicPr>
            <a:picLocks noChangeAspect="1"/>
          </p:cNvPicPr>
          <p:nvPr/>
        </p:nvPicPr>
        <p:blipFill>
          <a:blip r:embed="rId25"/>
          <a:stretch>
            <a:fillRect/>
          </a:stretch>
        </p:blipFill>
        <p:spPr>
          <a:xfrm rot="21600000">
            <a:off x="3241425" y="5077527"/>
            <a:ext cx="103205" cy="33973"/>
          </a:xfrm>
          <a:prstGeom prst="rect">
            <a:avLst/>
          </a:prstGeom>
        </p:spPr>
      </p:pic>
      <p:sp>
        <p:nvSpPr>
          <p:cNvPr id="468" name="rect"/>
          <p:cNvSpPr/>
          <p:nvPr/>
        </p:nvSpPr>
        <p:spPr>
          <a:xfrm>
            <a:off x="3194611" y="5036343"/>
            <a:ext cx="145871" cy="22122"/>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470" name="rect"/>
          <p:cNvSpPr/>
          <p:nvPr/>
        </p:nvSpPr>
        <p:spPr>
          <a:xfrm>
            <a:off x="3010026" y="5001909"/>
            <a:ext cx="299345" cy="10238"/>
          </a:xfrm>
          <a:prstGeom prst="rect">
            <a:avLst/>
          </a:prstGeom>
          <a:solidFill>
            <a:srgbClr val="140000">
              <a:alpha val="100000"/>
            </a:srgbClr>
          </a:solidFill>
          <a:ln cap="flat">
            <a:noFill/>
            <a:prstDash val="solid"/>
            <a:miter lim="0"/>
          </a:ln>
        </p:spPr>
        <p:txBody>
          <a:bodyPr rtlCol="0"/>
          <a:lstStyle/>
          <a:p>
            <a:pPr algn="ctr"/>
            <a:endParaRPr lang="zh-CN" altLang="en-US" sz="1635"/>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rect"/>
          <p:cNvSpPr/>
          <p:nvPr/>
        </p:nvSpPr>
        <p:spPr>
          <a:xfrm>
            <a:off x="1715164" y="1025243"/>
            <a:ext cx="8322238" cy="483931"/>
          </a:xfrm>
          <a:prstGeom prst="rect">
            <a:avLst/>
          </a:prstGeom>
          <a:solidFill>
            <a:srgbClr val="C8DDF0">
              <a:alpha val="100000"/>
            </a:srgbClr>
          </a:solidFill>
          <a:ln cap="flat">
            <a:noFill/>
            <a:prstDash val="solid"/>
            <a:miter lim="0"/>
          </a:ln>
        </p:spPr>
        <p:txBody>
          <a:bodyPr rtlCol="0"/>
          <a:lstStyle/>
          <a:p>
            <a:pPr algn="ctr"/>
            <a:endParaRPr lang="zh-CN" altLang="en-US" sz="1635"/>
          </a:p>
        </p:txBody>
      </p:sp>
      <p:sp>
        <p:nvSpPr>
          <p:cNvPr id="474" name="textbox 474"/>
          <p:cNvSpPr/>
          <p:nvPr/>
        </p:nvSpPr>
        <p:spPr>
          <a:xfrm>
            <a:off x="1703642" y="1157567"/>
            <a:ext cx="8345512" cy="1045638"/>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8000"/>
              </a:lnSpc>
              <a:tabLst>
                <a:tab pos="1243330" algn="l"/>
              </a:tabLst>
            </a:pPr>
            <a:r>
              <a:rPr sz="39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900" kern="0" spc="-130" dirty="0">
                <a:solidFill>
                  <a:srgbClr val="1F4E79">
                    <a:alpha val="100000"/>
                  </a:srgbClr>
                </a:solidFill>
                <a:latin typeface="仿宋" panose="02010609060101010101" charset="-122"/>
                <a:ea typeface="仿宋" panose="02010609060101010101" charset="-122"/>
                <a:cs typeface="仿宋" panose="02010609060101010101" charset="-122"/>
              </a:rPr>
              <a:t>认证函数：Hash函数（续）</a:t>
            </a:r>
            <a:r>
              <a:rPr sz="3900" kern="0" spc="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900" dirty="0"/>
          </a:p>
          <a:p>
            <a:pPr marL="1250315" algn="l" rtl="0" eaLnBrk="0">
              <a:lnSpc>
                <a:spcPts val="3800"/>
              </a:lnSpc>
              <a:spcBef>
                <a:spcPts val="10"/>
              </a:spcBef>
            </a:pPr>
            <a:r>
              <a:rPr sz="2540" kern="0" spc="6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哈希函数的基本用法</a:t>
            </a: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r>
              <a:rPr sz="2540" kern="0" spc="50" dirty="0">
                <a:solidFill>
                  <a:srgbClr val="000000">
                    <a:alpha val="100000"/>
                  </a:srgbClr>
                </a:solidFill>
                <a:latin typeface="Times New Roman" panose="02020603050405020304"/>
                <a:ea typeface="Times New Roman" panose="02020603050405020304"/>
                <a:cs typeface="Times New Roman" panose="02020603050405020304"/>
              </a:rPr>
              <a:t>b</a:t>
            </a: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540" dirty="0"/>
          </a:p>
        </p:txBody>
      </p:sp>
      <p:sp>
        <p:nvSpPr>
          <p:cNvPr id="476" name="rect"/>
          <p:cNvSpPr/>
          <p:nvPr/>
        </p:nvSpPr>
        <p:spPr>
          <a:xfrm>
            <a:off x="1715164" y="5449759"/>
            <a:ext cx="8322238" cy="45627"/>
          </a:xfrm>
          <a:prstGeom prst="rect">
            <a:avLst/>
          </a:prstGeom>
          <a:solidFill>
            <a:srgbClr val="9DC3E6">
              <a:alpha val="100000"/>
            </a:srgbClr>
          </a:solidFill>
          <a:ln cap="flat">
            <a:noFill/>
            <a:prstDash val="solid"/>
            <a:miter lim="0"/>
          </a:ln>
        </p:spPr>
        <p:txBody>
          <a:bodyPr rtlCol="0"/>
          <a:lstStyle/>
          <a:p>
            <a:pPr algn="ctr"/>
            <a:endParaRPr lang="zh-CN" altLang="en-US" sz="1635"/>
          </a:p>
        </p:txBody>
      </p:sp>
      <p:pic>
        <p:nvPicPr>
          <p:cNvPr id="478" name="picture 478"/>
          <p:cNvPicPr>
            <a:picLocks noChangeAspect="1"/>
          </p:cNvPicPr>
          <p:nvPr/>
        </p:nvPicPr>
        <p:blipFill>
          <a:blip r:embed="rId1"/>
          <a:stretch>
            <a:fillRect/>
          </a:stretch>
        </p:blipFill>
        <p:spPr>
          <a:xfrm rot="21600000">
            <a:off x="3651581" y="5069527"/>
            <a:ext cx="5881840" cy="821991"/>
          </a:xfrm>
          <a:prstGeom prst="rect">
            <a:avLst/>
          </a:prstGeom>
        </p:spPr>
      </p:pic>
      <p:pic>
        <p:nvPicPr>
          <p:cNvPr id="480" name="picture 480"/>
          <p:cNvPicPr>
            <a:picLocks noChangeAspect="1"/>
          </p:cNvPicPr>
          <p:nvPr/>
        </p:nvPicPr>
        <p:blipFill>
          <a:blip r:embed="rId2"/>
          <a:stretch>
            <a:fillRect/>
          </a:stretch>
        </p:blipFill>
        <p:spPr>
          <a:xfrm rot="21600000">
            <a:off x="9382021" y="3638240"/>
            <a:ext cx="972000" cy="740648"/>
          </a:xfrm>
          <a:prstGeom prst="rect">
            <a:avLst/>
          </a:prstGeom>
        </p:spPr>
      </p:pic>
      <p:grpSp>
        <p:nvGrpSpPr>
          <p:cNvPr id="36" name="group 36"/>
          <p:cNvGrpSpPr/>
          <p:nvPr/>
        </p:nvGrpSpPr>
        <p:grpSpPr>
          <a:xfrm rot="21600000">
            <a:off x="2861390" y="4304104"/>
            <a:ext cx="177707" cy="104540"/>
            <a:chOff x="0" y="0"/>
            <a:chExt cx="195873" cy="115226"/>
          </a:xfrm>
        </p:grpSpPr>
        <p:sp>
          <p:nvSpPr>
            <p:cNvPr id="482" name="path"/>
            <p:cNvSpPr/>
            <p:nvPr/>
          </p:nvSpPr>
          <p:spPr>
            <a:xfrm>
              <a:off x="0" y="0"/>
              <a:ext cx="195873" cy="115226"/>
            </a:xfrm>
            <a:custGeom>
              <a:avLst/>
              <a:gdLst/>
              <a:ahLst/>
              <a:cxnLst/>
              <a:rect l="0" t="0" r="0" b="0"/>
              <a:pathLst>
                <a:path w="308" h="181">
                  <a:moveTo>
                    <a:pt x="8" y="110"/>
                  </a:moveTo>
                  <a:lnTo>
                    <a:pt x="9" y="109"/>
                  </a:lnTo>
                  <a:lnTo>
                    <a:pt x="11" y="105"/>
                  </a:lnTo>
                  <a:cubicBezTo>
                    <a:pt x="75" y="39"/>
                    <a:pt x="186" y="-26"/>
                    <a:pt x="278" y="19"/>
                  </a:cubicBezTo>
                  <a:lnTo>
                    <a:pt x="287" y="27"/>
                  </a:lnTo>
                  <a:lnTo>
                    <a:pt x="296" y="36"/>
                  </a:lnTo>
                  <a:cubicBezTo>
                    <a:pt x="357" y="137"/>
                    <a:pt x="46" y="225"/>
                    <a:pt x="3" y="147"/>
                  </a:cubicBezTo>
                  <a:lnTo>
                    <a:pt x="0" y="137"/>
                  </a:lnTo>
                  <a:lnTo>
                    <a:pt x="2" y="125"/>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484" name="path"/>
            <p:cNvSpPr/>
            <p:nvPr/>
          </p:nvSpPr>
          <p:spPr>
            <a:xfrm>
              <a:off x="10667" y="6990"/>
              <a:ext cx="177545" cy="103013"/>
            </a:xfrm>
            <a:custGeom>
              <a:avLst/>
              <a:gdLst/>
              <a:ahLst/>
              <a:cxnLst/>
              <a:rect l="0" t="0" r="0" b="0"/>
              <a:pathLst>
                <a:path w="279" h="162">
                  <a:moveTo>
                    <a:pt x="7" y="97"/>
                  </a:moveTo>
                  <a:lnTo>
                    <a:pt x="10" y="94"/>
                  </a:lnTo>
                  <a:lnTo>
                    <a:pt x="19" y="85"/>
                  </a:lnTo>
                  <a:lnTo>
                    <a:pt x="33" y="72"/>
                  </a:lnTo>
                  <a:lnTo>
                    <a:pt x="52" y="56"/>
                  </a:lnTo>
                  <a:lnTo>
                    <a:pt x="75" y="39"/>
                  </a:lnTo>
                  <a:lnTo>
                    <a:pt x="103" y="25"/>
                  </a:lnTo>
                  <a:lnTo>
                    <a:pt x="133" y="12"/>
                  </a:lnTo>
                  <a:lnTo>
                    <a:pt x="166" y="2"/>
                  </a:lnTo>
                  <a:lnTo>
                    <a:pt x="200" y="0"/>
                  </a:lnTo>
                  <a:lnTo>
                    <a:pt x="230" y="4"/>
                  </a:lnTo>
                  <a:lnTo>
                    <a:pt x="254" y="14"/>
                  </a:lnTo>
                  <a:lnTo>
                    <a:pt x="271" y="30"/>
                  </a:lnTo>
                  <a:lnTo>
                    <a:pt x="279" y="47"/>
                  </a:lnTo>
                  <a:lnTo>
                    <a:pt x="276" y="69"/>
                  </a:lnTo>
                  <a:lnTo>
                    <a:pt x="260" y="92"/>
                  </a:lnTo>
                  <a:lnTo>
                    <a:pt x="230" y="116"/>
                  </a:lnTo>
                  <a:cubicBezTo>
                    <a:pt x="188" y="148"/>
                    <a:pt x="37" y="183"/>
                    <a:pt x="2" y="132"/>
                  </a:cubicBezTo>
                  <a:lnTo>
                    <a:pt x="0" y="122"/>
                  </a:lnTo>
                  <a:lnTo>
                    <a:pt x="1" y="110"/>
                  </a:lnTo>
                </a:path>
              </a:pathLst>
            </a:custGeom>
            <a:solidFill>
              <a:srgbClr val="EDDDD3">
                <a:alpha val="100000"/>
              </a:srgbClr>
            </a:solidFill>
            <a:ln cap="flat">
              <a:noFill/>
              <a:prstDash val="solid"/>
              <a:miter lim="0"/>
            </a:ln>
          </p:spPr>
          <p:txBody>
            <a:bodyPr rtlCol="0"/>
            <a:lstStyle/>
            <a:p>
              <a:pPr algn="ctr"/>
              <a:endParaRPr lang="zh-CN" altLang="en-US" sz="1635"/>
            </a:p>
          </p:txBody>
        </p:sp>
        <p:sp>
          <p:nvSpPr>
            <p:cNvPr id="486" name="path"/>
            <p:cNvSpPr/>
            <p:nvPr/>
          </p:nvSpPr>
          <p:spPr>
            <a:xfrm>
              <a:off x="16001" y="12324"/>
              <a:ext cx="161544" cy="93030"/>
            </a:xfrm>
            <a:custGeom>
              <a:avLst/>
              <a:gdLst/>
              <a:ahLst/>
              <a:cxnLst/>
              <a:rect l="0" t="0" r="0" b="0"/>
              <a:pathLst>
                <a:path w="254" h="146">
                  <a:moveTo>
                    <a:pt x="8" y="87"/>
                  </a:moveTo>
                  <a:lnTo>
                    <a:pt x="10" y="84"/>
                  </a:lnTo>
                  <a:lnTo>
                    <a:pt x="31" y="63"/>
                  </a:lnTo>
                  <a:lnTo>
                    <a:pt x="49" y="50"/>
                  </a:lnTo>
                  <a:lnTo>
                    <a:pt x="69" y="34"/>
                  </a:lnTo>
                  <a:lnTo>
                    <a:pt x="93" y="21"/>
                  </a:lnTo>
                  <a:lnTo>
                    <a:pt x="121" y="9"/>
                  </a:lnTo>
                  <a:lnTo>
                    <a:pt x="152" y="1"/>
                  </a:lnTo>
                  <a:lnTo>
                    <a:pt x="182" y="0"/>
                  </a:lnTo>
                  <a:lnTo>
                    <a:pt x="210" y="3"/>
                  </a:lnTo>
                  <a:lnTo>
                    <a:pt x="231" y="13"/>
                  </a:lnTo>
                  <a:lnTo>
                    <a:pt x="247" y="26"/>
                  </a:lnTo>
                  <a:lnTo>
                    <a:pt x="254" y="43"/>
                  </a:lnTo>
                  <a:lnTo>
                    <a:pt x="252" y="62"/>
                  </a:lnTo>
                  <a:lnTo>
                    <a:pt x="237" y="84"/>
                  </a:lnTo>
                  <a:lnTo>
                    <a:pt x="210" y="104"/>
                  </a:lnTo>
                  <a:cubicBezTo>
                    <a:pt x="170" y="132"/>
                    <a:pt x="38" y="165"/>
                    <a:pt x="2" y="118"/>
                  </a:cubicBezTo>
                  <a:lnTo>
                    <a:pt x="0" y="109"/>
                  </a:lnTo>
                  <a:lnTo>
                    <a:pt x="2" y="98"/>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488" name="path"/>
            <p:cNvSpPr/>
            <p:nvPr/>
          </p:nvSpPr>
          <p:spPr>
            <a:xfrm>
              <a:off x="24383" y="17658"/>
              <a:ext cx="145542" cy="82859"/>
            </a:xfrm>
            <a:custGeom>
              <a:avLst/>
              <a:gdLst/>
              <a:ahLst/>
              <a:cxnLst/>
              <a:rect l="0" t="0" r="0" b="0"/>
              <a:pathLst>
                <a:path w="229" h="130">
                  <a:moveTo>
                    <a:pt x="6" y="77"/>
                  </a:moveTo>
                  <a:lnTo>
                    <a:pt x="8" y="75"/>
                  </a:lnTo>
                  <a:lnTo>
                    <a:pt x="15" y="67"/>
                  </a:lnTo>
                  <a:lnTo>
                    <a:pt x="27" y="56"/>
                  </a:lnTo>
                  <a:lnTo>
                    <a:pt x="43" y="44"/>
                  </a:lnTo>
                  <a:lnTo>
                    <a:pt x="62" y="30"/>
                  </a:lnTo>
                  <a:lnTo>
                    <a:pt x="85" y="17"/>
                  </a:lnTo>
                  <a:lnTo>
                    <a:pt x="109" y="8"/>
                  </a:lnTo>
                  <a:lnTo>
                    <a:pt x="136" y="1"/>
                  </a:lnTo>
                  <a:lnTo>
                    <a:pt x="164" y="0"/>
                  </a:lnTo>
                  <a:lnTo>
                    <a:pt x="188" y="3"/>
                  </a:lnTo>
                  <a:lnTo>
                    <a:pt x="208" y="10"/>
                  </a:lnTo>
                  <a:lnTo>
                    <a:pt x="222" y="22"/>
                  </a:lnTo>
                  <a:lnTo>
                    <a:pt x="229" y="38"/>
                  </a:lnTo>
                  <a:lnTo>
                    <a:pt x="225" y="55"/>
                  </a:lnTo>
                  <a:lnTo>
                    <a:pt x="212" y="73"/>
                  </a:lnTo>
                  <a:lnTo>
                    <a:pt x="188" y="92"/>
                  </a:lnTo>
                  <a:cubicBezTo>
                    <a:pt x="155" y="118"/>
                    <a:pt x="30" y="146"/>
                    <a:pt x="2" y="105"/>
                  </a:cubicBezTo>
                  <a:lnTo>
                    <a:pt x="0" y="97"/>
                  </a:lnTo>
                  <a:lnTo>
                    <a:pt x="1" y="87"/>
                  </a:lnTo>
                </a:path>
              </a:pathLst>
            </a:custGeom>
            <a:solidFill>
              <a:srgbClr val="C1967C">
                <a:alpha val="100000"/>
              </a:srgbClr>
            </a:solidFill>
            <a:ln cap="flat">
              <a:noFill/>
              <a:prstDash val="solid"/>
              <a:miter lim="0"/>
            </a:ln>
          </p:spPr>
          <p:txBody>
            <a:bodyPr rtlCol="0"/>
            <a:lstStyle/>
            <a:p>
              <a:pPr algn="ctr"/>
              <a:endParaRPr lang="zh-CN" altLang="en-US" sz="1635"/>
            </a:p>
          </p:txBody>
        </p:sp>
        <p:sp>
          <p:nvSpPr>
            <p:cNvPr id="490" name="path"/>
            <p:cNvSpPr/>
            <p:nvPr/>
          </p:nvSpPr>
          <p:spPr>
            <a:xfrm>
              <a:off x="32766" y="22230"/>
              <a:ext cx="128777" cy="73132"/>
            </a:xfrm>
            <a:custGeom>
              <a:avLst/>
              <a:gdLst/>
              <a:ahLst/>
              <a:cxnLst/>
              <a:rect l="0" t="0" r="0" b="0"/>
              <a:pathLst>
                <a:path w="202" h="115">
                  <a:moveTo>
                    <a:pt x="6" y="68"/>
                  </a:moveTo>
                  <a:lnTo>
                    <a:pt x="23" y="50"/>
                  </a:lnTo>
                  <a:lnTo>
                    <a:pt x="38" y="39"/>
                  </a:lnTo>
                  <a:lnTo>
                    <a:pt x="53" y="27"/>
                  </a:lnTo>
                  <a:lnTo>
                    <a:pt x="74" y="16"/>
                  </a:lnTo>
                  <a:lnTo>
                    <a:pt x="96" y="8"/>
                  </a:lnTo>
                  <a:lnTo>
                    <a:pt x="121" y="1"/>
                  </a:lnTo>
                  <a:lnTo>
                    <a:pt x="146" y="0"/>
                  </a:lnTo>
                  <a:lnTo>
                    <a:pt x="166" y="3"/>
                  </a:lnTo>
                  <a:lnTo>
                    <a:pt x="184" y="10"/>
                  </a:lnTo>
                  <a:lnTo>
                    <a:pt x="198" y="20"/>
                  </a:lnTo>
                  <a:lnTo>
                    <a:pt x="202" y="33"/>
                  </a:lnTo>
                  <a:lnTo>
                    <a:pt x="200" y="47"/>
                  </a:lnTo>
                  <a:lnTo>
                    <a:pt x="189" y="64"/>
                  </a:lnTo>
                  <a:lnTo>
                    <a:pt x="166" y="81"/>
                  </a:lnTo>
                  <a:cubicBezTo>
                    <a:pt x="141" y="103"/>
                    <a:pt x="22" y="129"/>
                    <a:pt x="2" y="92"/>
                  </a:cubicBezTo>
                  <a:lnTo>
                    <a:pt x="0" y="85"/>
                  </a:lnTo>
                  <a:lnTo>
                    <a:pt x="2" y="77"/>
                  </a:lnTo>
                </a:path>
              </a:pathLst>
            </a:custGeom>
            <a:solidFill>
              <a:srgbClr val="AF7551">
                <a:alpha val="100000"/>
              </a:srgbClr>
            </a:solidFill>
            <a:ln cap="flat">
              <a:noFill/>
              <a:prstDash val="solid"/>
              <a:miter lim="0"/>
            </a:ln>
          </p:spPr>
          <p:txBody>
            <a:bodyPr rtlCol="0"/>
            <a:lstStyle/>
            <a:p>
              <a:pPr algn="ctr"/>
              <a:endParaRPr lang="zh-CN" altLang="en-US" sz="1635"/>
            </a:p>
          </p:txBody>
        </p:sp>
      </p:grpSp>
      <p:grpSp>
        <p:nvGrpSpPr>
          <p:cNvPr id="38" name="group 38"/>
          <p:cNvGrpSpPr/>
          <p:nvPr/>
        </p:nvGrpSpPr>
        <p:grpSpPr>
          <a:xfrm rot="21600000">
            <a:off x="2588426" y="3655569"/>
            <a:ext cx="234249" cy="82455"/>
            <a:chOff x="0" y="0"/>
            <a:chExt cx="258195" cy="90884"/>
          </a:xfrm>
        </p:grpSpPr>
        <p:sp>
          <p:nvSpPr>
            <p:cNvPr id="492" name="path"/>
            <p:cNvSpPr/>
            <p:nvPr/>
          </p:nvSpPr>
          <p:spPr>
            <a:xfrm>
              <a:off x="0" y="206"/>
              <a:ext cx="258195" cy="90678"/>
            </a:xfrm>
            <a:custGeom>
              <a:avLst/>
              <a:gdLst/>
              <a:ahLst/>
              <a:cxnLst/>
              <a:rect l="0" t="0" r="0" b="0"/>
              <a:pathLst>
                <a:path w="406" h="142">
                  <a:moveTo>
                    <a:pt x="184" y="60"/>
                  </a:moveTo>
                  <a:lnTo>
                    <a:pt x="190" y="60"/>
                  </a:lnTo>
                  <a:lnTo>
                    <a:pt x="207" y="64"/>
                  </a:lnTo>
                  <a:lnTo>
                    <a:pt x="231" y="69"/>
                  </a:lnTo>
                  <a:lnTo>
                    <a:pt x="260" y="76"/>
                  </a:lnTo>
                  <a:lnTo>
                    <a:pt x="289" y="86"/>
                  </a:lnTo>
                  <a:lnTo>
                    <a:pt x="316" y="98"/>
                  </a:lnTo>
                  <a:lnTo>
                    <a:pt x="340" y="111"/>
                  </a:lnTo>
                  <a:lnTo>
                    <a:pt x="355" y="127"/>
                  </a:lnTo>
                  <a:lnTo>
                    <a:pt x="367" y="136"/>
                  </a:lnTo>
                  <a:lnTo>
                    <a:pt x="380" y="137"/>
                  </a:lnTo>
                  <a:lnTo>
                    <a:pt x="392" y="132"/>
                  </a:lnTo>
                  <a:lnTo>
                    <a:pt x="401" y="118"/>
                  </a:lnTo>
                  <a:lnTo>
                    <a:pt x="406" y="102"/>
                  </a:lnTo>
                  <a:lnTo>
                    <a:pt x="405" y="84"/>
                  </a:lnTo>
                  <a:lnTo>
                    <a:pt x="395" y="64"/>
                  </a:lnTo>
                  <a:cubicBezTo>
                    <a:pt x="356" y="22"/>
                    <a:pt x="255" y="2"/>
                    <a:pt x="200" y="0"/>
                  </a:cubicBezTo>
                  <a:lnTo>
                    <a:pt x="155" y="0"/>
                  </a:lnTo>
                  <a:lnTo>
                    <a:pt x="134" y="2"/>
                  </a:lnTo>
                  <a:lnTo>
                    <a:pt x="113" y="7"/>
                  </a:lnTo>
                  <a:cubicBezTo>
                    <a:pt x="73" y="10"/>
                    <a:pt x="-33" y="84"/>
                    <a:pt x="17" y="132"/>
                  </a:cubicBezTo>
                  <a:lnTo>
                    <a:pt x="26" y="137"/>
                  </a:lnTo>
                  <a:lnTo>
                    <a:pt x="35" y="141"/>
                  </a:lnTo>
                  <a:lnTo>
                    <a:pt x="41" y="142"/>
                  </a:lnTo>
                  <a:lnTo>
                    <a:pt x="47" y="141"/>
                  </a:lnTo>
                  <a:lnTo>
                    <a:pt x="53" y="139"/>
                  </a:lnTo>
                  <a:lnTo>
                    <a:pt x="59" y="127"/>
                  </a:lnTo>
                  <a:lnTo>
                    <a:pt x="61" y="118"/>
                  </a:lnTo>
                  <a:lnTo>
                    <a:pt x="59" y="106"/>
                  </a:lnTo>
                  <a:lnTo>
                    <a:pt x="59" y="95"/>
                  </a:lnTo>
                  <a:lnTo>
                    <a:pt x="64" y="84"/>
                  </a:lnTo>
                  <a:lnTo>
                    <a:pt x="73" y="75"/>
                  </a:lnTo>
                  <a:lnTo>
                    <a:pt x="86" y="68"/>
                  </a:lnTo>
                  <a:lnTo>
                    <a:pt x="104" y="62"/>
                  </a:lnTo>
                  <a:lnTo>
                    <a:pt x="125" y="58"/>
                  </a:lnTo>
                  <a:lnTo>
                    <a:pt x="152" y="57"/>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494" name="path"/>
            <p:cNvSpPr/>
            <p:nvPr/>
          </p:nvSpPr>
          <p:spPr>
            <a:xfrm>
              <a:off x="1989" y="0"/>
              <a:ext cx="251621" cy="87074"/>
            </a:xfrm>
            <a:custGeom>
              <a:avLst/>
              <a:gdLst/>
              <a:ahLst/>
              <a:cxnLst/>
              <a:rect l="0" t="0" r="0" b="0"/>
              <a:pathLst>
                <a:path w="396" h="137">
                  <a:moveTo>
                    <a:pt x="51" y="101"/>
                  </a:moveTo>
                  <a:lnTo>
                    <a:pt x="53" y="89"/>
                  </a:lnTo>
                  <a:lnTo>
                    <a:pt x="60" y="79"/>
                  </a:lnTo>
                  <a:lnTo>
                    <a:pt x="69" y="69"/>
                  </a:lnTo>
                  <a:lnTo>
                    <a:pt x="84" y="61"/>
                  </a:lnTo>
                  <a:lnTo>
                    <a:pt x="102" y="55"/>
                  </a:lnTo>
                  <a:lnTo>
                    <a:pt x="125" y="51"/>
                  </a:lnTo>
                  <a:lnTo>
                    <a:pt x="151" y="51"/>
                  </a:lnTo>
                  <a:lnTo>
                    <a:pt x="181" y="56"/>
                  </a:lnTo>
                  <a:lnTo>
                    <a:pt x="194" y="59"/>
                  </a:lnTo>
                  <a:lnTo>
                    <a:pt x="213" y="62"/>
                  </a:lnTo>
                  <a:cubicBezTo>
                    <a:pt x="259" y="77"/>
                    <a:pt x="294" y="81"/>
                    <a:pt x="337" y="107"/>
                  </a:cubicBezTo>
                  <a:lnTo>
                    <a:pt x="357" y="127"/>
                  </a:lnTo>
                  <a:lnTo>
                    <a:pt x="363" y="131"/>
                  </a:lnTo>
                  <a:lnTo>
                    <a:pt x="371" y="132"/>
                  </a:lnTo>
                  <a:lnTo>
                    <a:pt x="378" y="131"/>
                  </a:lnTo>
                  <a:lnTo>
                    <a:pt x="384" y="127"/>
                  </a:lnTo>
                  <a:lnTo>
                    <a:pt x="390" y="121"/>
                  </a:lnTo>
                  <a:lnTo>
                    <a:pt x="395" y="104"/>
                  </a:lnTo>
                  <a:lnTo>
                    <a:pt x="395" y="97"/>
                  </a:lnTo>
                  <a:cubicBezTo>
                    <a:pt x="396" y="84"/>
                    <a:pt x="388" y="71"/>
                    <a:pt x="379" y="62"/>
                  </a:cubicBezTo>
                  <a:lnTo>
                    <a:pt x="371" y="54"/>
                  </a:lnTo>
                  <a:lnTo>
                    <a:pt x="361" y="48"/>
                  </a:lnTo>
                  <a:lnTo>
                    <a:pt x="348" y="39"/>
                  </a:lnTo>
                  <a:lnTo>
                    <a:pt x="312" y="25"/>
                  </a:lnTo>
                  <a:cubicBezTo>
                    <a:pt x="244" y="0"/>
                    <a:pt x="124" y="-8"/>
                    <a:pt x="60" y="32"/>
                  </a:cubicBezTo>
                  <a:lnTo>
                    <a:pt x="43" y="44"/>
                  </a:lnTo>
                  <a:cubicBezTo>
                    <a:pt x="16" y="69"/>
                    <a:pt x="-18" y="103"/>
                    <a:pt x="23" y="134"/>
                  </a:cubicBezTo>
                  <a:lnTo>
                    <a:pt x="36" y="137"/>
                  </a:lnTo>
                  <a:lnTo>
                    <a:pt x="44" y="132"/>
                  </a:lnTo>
                  <a:lnTo>
                    <a:pt x="50" y="120"/>
                  </a:lnTo>
                </a:path>
              </a:pathLst>
            </a:custGeom>
            <a:solidFill>
              <a:srgbClr val="D1BAB2">
                <a:alpha val="100000"/>
              </a:srgbClr>
            </a:solidFill>
            <a:ln cap="flat">
              <a:noFill/>
              <a:prstDash val="solid"/>
              <a:miter lim="0"/>
            </a:ln>
          </p:spPr>
          <p:txBody>
            <a:bodyPr rtlCol="0"/>
            <a:lstStyle/>
            <a:p>
              <a:pPr algn="ctr"/>
              <a:endParaRPr lang="zh-CN" altLang="en-US" sz="1635"/>
            </a:p>
          </p:txBody>
        </p:sp>
        <p:sp>
          <p:nvSpPr>
            <p:cNvPr id="496" name="path"/>
            <p:cNvSpPr/>
            <p:nvPr/>
          </p:nvSpPr>
          <p:spPr>
            <a:xfrm>
              <a:off x="6162" y="1985"/>
              <a:ext cx="244413" cy="80516"/>
            </a:xfrm>
            <a:custGeom>
              <a:avLst/>
              <a:gdLst/>
              <a:ahLst/>
              <a:cxnLst/>
              <a:rect l="0" t="0" r="0" b="0"/>
              <a:pathLst>
                <a:path w="384" h="126">
                  <a:moveTo>
                    <a:pt x="41" y="89"/>
                  </a:moveTo>
                  <a:lnTo>
                    <a:pt x="45" y="79"/>
                  </a:lnTo>
                  <a:lnTo>
                    <a:pt x="52" y="69"/>
                  </a:lnTo>
                  <a:lnTo>
                    <a:pt x="64" y="60"/>
                  </a:lnTo>
                  <a:lnTo>
                    <a:pt x="78" y="53"/>
                  </a:lnTo>
                  <a:lnTo>
                    <a:pt x="98" y="47"/>
                  </a:lnTo>
                  <a:lnTo>
                    <a:pt x="120" y="45"/>
                  </a:lnTo>
                  <a:lnTo>
                    <a:pt x="148" y="45"/>
                  </a:lnTo>
                  <a:lnTo>
                    <a:pt x="178" y="48"/>
                  </a:lnTo>
                  <a:lnTo>
                    <a:pt x="196" y="53"/>
                  </a:lnTo>
                  <a:lnTo>
                    <a:pt x="218" y="58"/>
                  </a:lnTo>
                  <a:cubicBezTo>
                    <a:pt x="258" y="67"/>
                    <a:pt x="297" y="78"/>
                    <a:pt x="333" y="99"/>
                  </a:cubicBezTo>
                  <a:lnTo>
                    <a:pt x="344" y="109"/>
                  </a:lnTo>
                  <a:lnTo>
                    <a:pt x="351" y="115"/>
                  </a:lnTo>
                  <a:lnTo>
                    <a:pt x="357" y="120"/>
                  </a:lnTo>
                  <a:lnTo>
                    <a:pt x="371" y="120"/>
                  </a:lnTo>
                  <a:lnTo>
                    <a:pt x="376" y="117"/>
                  </a:lnTo>
                  <a:lnTo>
                    <a:pt x="381" y="111"/>
                  </a:lnTo>
                  <a:lnTo>
                    <a:pt x="384" y="103"/>
                  </a:lnTo>
                  <a:lnTo>
                    <a:pt x="384" y="94"/>
                  </a:lnTo>
                  <a:lnTo>
                    <a:pt x="383" y="89"/>
                  </a:lnTo>
                  <a:cubicBezTo>
                    <a:pt x="378" y="75"/>
                    <a:pt x="375" y="67"/>
                    <a:pt x="363" y="57"/>
                  </a:cubicBezTo>
                  <a:lnTo>
                    <a:pt x="354" y="49"/>
                  </a:lnTo>
                  <a:lnTo>
                    <a:pt x="346" y="43"/>
                  </a:lnTo>
                  <a:lnTo>
                    <a:pt x="333" y="36"/>
                  </a:lnTo>
                  <a:lnTo>
                    <a:pt x="299" y="22"/>
                  </a:lnTo>
                  <a:cubicBezTo>
                    <a:pt x="235" y="-1"/>
                    <a:pt x="119" y="-5"/>
                    <a:pt x="59" y="30"/>
                  </a:cubicBezTo>
                  <a:lnTo>
                    <a:pt x="52" y="35"/>
                  </a:lnTo>
                  <a:lnTo>
                    <a:pt x="45" y="41"/>
                  </a:lnTo>
                  <a:cubicBezTo>
                    <a:pt x="18" y="60"/>
                    <a:pt x="-15" y="97"/>
                    <a:pt x="18" y="126"/>
                  </a:cubicBezTo>
                  <a:lnTo>
                    <a:pt x="29" y="126"/>
                  </a:lnTo>
                  <a:lnTo>
                    <a:pt x="35" y="120"/>
                  </a:lnTo>
                  <a:lnTo>
                    <a:pt x="38" y="107"/>
                  </a:lnTo>
                </a:path>
              </a:pathLst>
            </a:custGeom>
            <a:solidFill>
              <a:srgbClr val="A07266">
                <a:alpha val="100000"/>
              </a:srgbClr>
            </a:solidFill>
            <a:ln cap="flat">
              <a:noFill/>
              <a:prstDash val="solid"/>
              <a:miter lim="0"/>
            </a:ln>
          </p:spPr>
          <p:txBody>
            <a:bodyPr rtlCol="0"/>
            <a:lstStyle/>
            <a:p>
              <a:pPr algn="ctr"/>
              <a:endParaRPr lang="zh-CN" altLang="en-US" sz="1635"/>
            </a:p>
          </p:txBody>
        </p:sp>
        <p:sp>
          <p:nvSpPr>
            <p:cNvPr id="498" name="path"/>
            <p:cNvSpPr/>
            <p:nvPr/>
          </p:nvSpPr>
          <p:spPr>
            <a:xfrm>
              <a:off x="8780" y="3733"/>
              <a:ext cx="239509" cy="74958"/>
            </a:xfrm>
            <a:custGeom>
              <a:avLst/>
              <a:gdLst/>
              <a:ahLst/>
              <a:cxnLst/>
              <a:rect l="0" t="0" r="0" b="0"/>
              <a:pathLst>
                <a:path w="377" h="118">
                  <a:moveTo>
                    <a:pt x="33" y="78"/>
                  </a:moveTo>
                  <a:lnTo>
                    <a:pt x="39" y="70"/>
                  </a:lnTo>
                  <a:lnTo>
                    <a:pt x="48" y="60"/>
                  </a:lnTo>
                  <a:lnTo>
                    <a:pt x="61" y="52"/>
                  </a:lnTo>
                  <a:lnTo>
                    <a:pt x="77" y="44"/>
                  </a:lnTo>
                  <a:lnTo>
                    <a:pt x="96" y="40"/>
                  </a:lnTo>
                  <a:lnTo>
                    <a:pt x="120" y="37"/>
                  </a:lnTo>
                  <a:lnTo>
                    <a:pt x="145" y="37"/>
                  </a:lnTo>
                  <a:lnTo>
                    <a:pt x="175" y="42"/>
                  </a:lnTo>
                  <a:lnTo>
                    <a:pt x="199" y="47"/>
                  </a:lnTo>
                  <a:lnTo>
                    <a:pt x="225" y="54"/>
                  </a:lnTo>
                  <a:lnTo>
                    <a:pt x="249" y="60"/>
                  </a:lnTo>
                  <a:lnTo>
                    <a:pt x="275" y="67"/>
                  </a:lnTo>
                  <a:lnTo>
                    <a:pt x="296" y="74"/>
                  </a:lnTo>
                  <a:lnTo>
                    <a:pt x="315" y="83"/>
                  </a:lnTo>
                  <a:lnTo>
                    <a:pt x="331" y="91"/>
                  </a:lnTo>
                  <a:lnTo>
                    <a:pt x="341" y="100"/>
                  </a:lnTo>
                  <a:lnTo>
                    <a:pt x="348" y="106"/>
                  </a:lnTo>
                  <a:lnTo>
                    <a:pt x="354" y="109"/>
                  </a:lnTo>
                  <a:lnTo>
                    <a:pt x="360" y="110"/>
                  </a:lnTo>
                  <a:lnTo>
                    <a:pt x="367" y="110"/>
                  </a:lnTo>
                  <a:lnTo>
                    <a:pt x="375" y="102"/>
                  </a:lnTo>
                  <a:lnTo>
                    <a:pt x="377" y="95"/>
                  </a:lnTo>
                  <a:lnTo>
                    <a:pt x="374" y="85"/>
                  </a:lnTo>
                  <a:cubicBezTo>
                    <a:pt x="370" y="72"/>
                    <a:pt x="365" y="67"/>
                    <a:pt x="356" y="56"/>
                  </a:cubicBezTo>
                  <a:lnTo>
                    <a:pt x="350" y="52"/>
                  </a:lnTo>
                  <a:lnTo>
                    <a:pt x="342" y="46"/>
                  </a:lnTo>
                  <a:lnTo>
                    <a:pt x="333" y="41"/>
                  </a:lnTo>
                  <a:lnTo>
                    <a:pt x="305" y="26"/>
                  </a:lnTo>
                  <a:cubicBezTo>
                    <a:pt x="242" y="-5"/>
                    <a:pt x="138" y="0"/>
                    <a:pt x="73" y="23"/>
                  </a:cubicBezTo>
                  <a:lnTo>
                    <a:pt x="62" y="29"/>
                  </a:lnTo>
                  <a:lnTo>
                    <a:pt x="54" y="34"/>
                  </a:lnTo>
                  <a:lnTo>
                    <a:pt x="42" y="41"/>
                  </a:lnTo>
                  <a:lnTo>
                    <a:pt x="36" y="46"/>
                  </a:lnTo>
                  <a:lnTo>
                    <a:pt x="17" y="65"/>
                  </a:lnTo>
                  <a:cubicBezTo>
                    <a:pt x="11" y="76"/>
                    <a:pt x="0" y="89"/>
                    <a:pt x="6" y="102"/>
                  </a:cubicBezTo>
                  <a:lnTo>
                    <a:pt x="7" y="108"/>
                  </a:lnTo>
                  <a:lnTo>
                    <a:pt x="12" y="114"/>
                  </a:lnTo>
                  <a:lnTo>
                    <a:pt x="18" y="118"/>
                  </a:lnTo>
                  <a:lnTo>
                    <a:pt x="25" y="118"/>
                  </a:lnTo>
                  <a:lnTo>
                    <a:pt x="27" y="109"/>
                  </a:lnTo>
                  <a:lnTo>
                    <a:pt x="29" y="96"/>
                  </a:lnTo>
                </a:path>
              </a:pathLst>
            </a:custGeom>
            <a:solidFill>
              <a:srgbClr val="722B19">
                <a:alpha val="100000"/>
              </a:srgbClr>
            </a:solidFill>
            <a:ln cap="flat">
              <a:noFill/>
              <a:prstDash val="solid"/>
              <a:miter lim="0"/>
            </a:ln>
          </p:spPr>
          <p:txBody>
            <a:bodyPr rtlCol="0"/>
            <a:lstStyle/>
            <a:p>
              <a:pPr algn="ctr"/>
              <a:endParaRPr lang="zh-CN" altLang="en-US" sz="1635"/>
            </a:p>
          </p:txBody>
        </p:sp>
        <p:sp>
          <p:nvSpPr>
            <p:cNvPr id="500" name="path"/>
            <p:cNvSpPr/>
            <p:nvPr/>
          </p:nvSpPr>
          <p:spPr>
            <a:xfrm>
              <a:off x="15117" y="7826"/>
              <a:ext cx="230885" cy="67817"/>
            </a:xfrm>
            <a:custGeom>
              <a:avLst/>
              <a:gdLst/>
              <a:ahLst/>
              <a:cxnLst/>
              <a:rect l="0" t="0" r="0" b="0"/>
              <a:pathLst>
                <a:path w="363" h="106">
                  <a:moveTo>
                    <a:pt x="0" y="87"/>
                  </a:moveTo>
                  <a:lnTo>
                    <a:pt x="0" y="90"/>
                  </a:lnTo>
                  <a:lnTo>
                    <a:pt x="2" y="102"/>
                  </a:lnTo>
                  <a:lnTo>
                    <a:pt x="10" y="106"/>
                  </a:lnTo>
                  <a:lnTo>
                    <a:pt x="15" y="104"/>
                  </a:lnTo>
                  <a:lnTo>
                    <a:pt x="14" y="94"/>
                  </a:lnTo>
                  <a:lnTo>
                    <a:pt x="13" y="80"/>
                  </a:lnTo>
                  <a:lnTo>
                    <a:pt x="20" y="64"/>
                  </a:lnTo>
                  <a:cubicBezTo>
                    <a:pt x="76" y="1"/>
                    <a:pt x="156" y="30"/>
                    <a:pt x="226" y="45"/>
                  </a:cubicBezTo>
                  <a:lnTo>
                    <a:pt x="252" y="52"/>
                  </a:lnTo>
                  <a:lnTo>
                    <a:pt x="274" y="60"/>
                  </a:lnTo>
                  <a:lnTo>
                    <a:pt x="295" y="66"/>
                  </a:lnTo>
                  <a:lnTo>
                    <a:pt x="310" y="72"/>
                  </a:lnTo>
                  <a:lnTo>
                    <a:pt x="323" y="79"/>
                  </a:lnTo>
                  <a:lnTo>
                    <a:pt x="338" y="91"/>
                  </a:lnTo>
                  <a:lnTo>
                    <a:pt x="344" y="94"/>
                  </a:lnTo>
                  <a:lnTo>
                    <a:pt x="350" y="97"/>
                  </a:lnTo>
                  <a:lnTo>
                    <a:pt x="357" y="96"/>
                  </a:lnTo>
                  <a:lnTo>
                    <a:pt x="361" y="93"/>
                  </a:lnTo>
                  <a:lnTo>
                    <a:pt x="363" y="88"/>
                  </a:lnTo>
                  <a:lnTo>
                    <a:pt x="363" y="82"/>
                  </a:lnTo>
                  <a:lnTo>
                    <a:pt x="360" y="72"/>
                  </a:lnTo>
                  <a:lnTo>
                    <a:pt x="356" y="67"/>
                  </a:lnTo>
                  <a:lnTo>
                    <a:pt x="350" y="61"/>
                  </a:lnTo>
                  <a:cubicBezTo>
                    <a:pt x="327" y="31"/>
                    <a:pt x="279" y="13"/>
                    <a:pt x="243" y="6"/>
                  </a:cubicBezTo>
                  <a:lnTo>
                    <a:pt x="227" y="2"/>
                  </a:lnTo>
                  <a:lnTo>
                    <a:pt x="213" y="1"/>
                  </a:lnTo>
                  <a:lnTo>
                    <a:pt x="196" y="0"/>
                  </a:lnTo>
                  <a:lnTo>
                    <a:pt x="181" y="1"/>
                  </a:lnTo>
                  <a:lnTo>
                    <a:pt x="151" y="3"/>
                  </a:lnTo>
                  <a:lnTo>
                    <a:pt x="124" y="7"/>
                  </a:lnTo>
                  <a:lnTo>
                    <a:pt x="100" y="10"/>
                  </a:lnTo>
                  <a:lnTo>
                    <a:pt x="80" y="15"/>
                  </a:lnTo>
                  <a:lnTo>
                    <a:pt x="44" y="30"/>
                  </a:lnTo>
                  <a:lnTo>
                    <a:pt x="30" y="42"/>
                  </a:lnTo>
                  <a:lnTo>
                    <a:pt x="15" y="55"/>
                  </a:lnTo>
                  <a:lnTo>
                    <a:pt x="6" y="67"/>
                  </a:lnTo>
                  <a:lnTo>
                    <a:pt x="0" y="85"/>
                  </a:lnTo>
                </a:path>
              </a:pathLst>
            </a:custGeom>
            <a:solidFill>
              <a:srgbClr val="440000">
                <a:alpha val="100000"/>
              </a:srgbClr>
            </a:solidFill>
            <a:ln cap="flat">
              <a:noFill/>
              <a:prstDash val="solid"/>
              <a:miter lim="0"/>
            </a:ln>
          </p:spPr>
          <p:txBody>
            <a:bodyPr rtlCol="0"/>
            <a:lstStyle/>
            <a:p>
              <a:pPr algn="ctr"/>
              <a:endParaRPr lang="zh-CN" altLang="en-US" sz="1635"/>
            </a:p>
          </p:txBody>
        </p:sp>
      </p:grpSp>
      <p:grpSp>
        <p:nvGrpSpPr>
          <p:cNvPr id="40" name="group 40"/>
          <p:cNvGrpSpPr/>
          <p:nvPr/>
        </p:nvGrpSpPr>
        <p:grpSpPr>
          <a:xfrm rot="21600000">
            <a:off x="2262006" y="3709898"/>
            <a:ext cx="764611" cy="706817"/>
            <a:chOff x="0" y="0"/>
            <a:chExt cx="842771" cy="779069"/>
          </a:xfrm>
        </p:grpSpPr>
        <p:sp>
          <p:nvSpPr>
            <p:cNvPr id="502" name="path"/>
            <p:cNvSpPr/>
            <p:nvPr/>
          </p:nvSpPr>
          <p:spPr>
            <a:xfrm>
              <a:off x="0" y="222500"/>
              <a:ext cx="842771" cy="556568"/>
            </a:xfrm>
            <a:custGeom>
              <a:avLst/>
              <a:gdLst/>
              <a:ahLst/>
              <a:cxnLst/>
              <a:rect l="0" t="0" r="0" b="0"/>
              <a:pathLst>
                <a:path w="1327" h="876">
                  <a:moveTo>
                    <a:pt x="0" y="452"/>
                  </a:moveTo>
                  <a:lnTo>
                    <a:pt x="0" y="449"/>
                  </a:lnTo>
                  <a:lnTo>
                    <a:pt x="1" y="442"/>
                  </a:lnTo>
                  <a:lnTo>
                    <a:pt x="2" y="430"/>
                  </a:lnTo>
                  <a:cubicBezTo>
                    <a:pt x="40" y="156"/>
                    <a:pt x="409" y="-40"/>
                    <a:pt x="661" y="12"/>
                  </a:cubicBezTo>
                  <a:lnTo>
                    <a:pt x="701" y="24"/>
                  </a:lnTo>
                  <a:lnTo>
                    <a:pt x="740" y="38"/>
                  </a:lnTo>
                  <a:lnTo>
                    <a:pt x="776" y="54"/>
                  </a:lnTo>
                  <a:cubicBezTo>
                    <a:pt x="854" y="95"/>
                    <a:pt x="927" y="143"/>
                    <a:pt x="1004" y="185"/>
                  </a:cubicBezTo>
                  <a:lnTo>
                    <a:pt x="1061" y="228"/>
                  </a:lnTo>
                  <a:cubicBezTo>
                    <a:pt x="1141" y="301"/>
                    <a:pt x="1205" y="368"/>
                    <a:pt x="1269" y="455"/>
                  </a:cubicBezTo>
                  <a:lnTo>
                    <a:pt x="1287" y="480"/>
                  </a:lnTo>
                  <a:lnTo>
                    <a:pt x="1301" y="506"/>
                  </a:lnTo>
                  <a:lnTo>
                    <a:pt x="1315" y="526"/>
                  </a:lnTo>
                  <a:lnTo>
                    <a:pt x="1323" y="545"/>
                  </a:lnTo>
                  <a:lnTo>
                    <a:pt x="1327" y="562"/>
                  </a:lnTo>
                  <a:lnTo>
                    <a:pt x="1321" y="578"/>
                  </a:lnTo>
                  <a:cubicBezTo>
                    <a:pt x="1299" y="628"/>
                    <a:pt x="1162" y="680"/>
                    <a:pt x="1114" y="705"/>
                  </a:cubicBezTo>
                  <a:lnTo>
                    <a:pt x="1081" y="720"/>
                  </a:lnTo>
                  <a:lnTo>
                    <a:pt x="1048" y="736"/>
                  </a:lnTo>
                  <a:cubicBezTo>
                    <a:pt x="977" y="761"/>
                    <a:pt x="935" y="832"/>
                    <a:pt x="859" y="846"/>
                  </a:cubicBezTo>
                  <a:lnTo>
                    <a:pt x="828" y="855"/>
                  </a:lnTo>
                  <a:lnTo>
                    <a:pt x="794" y="861"/>
                  </a:lnTo>
                  <a:lnTo>
                    <a:pt x="758" y="866"/>
                  </a:lnTo>
                  <a:lnTo>
                    <a:pt x="721" y="870"/>
                  </a:lnTo>
                  <a:cubicBezTo>
                    <a:pt x="614" y="876"/>
                    <a:pt x="520" y="872"/>
                    <a:pt x="415" y="854"/>
                  </a:cubicBezTo>
                  <a:lnTo>
                    <a:pt x="381" y="845"/>
                  </a:lnTo>
                  <a:lnTo>
                    <a:pt x="348" y="833"/>
                  </a:lnTo>
                  <a:cubicBezTo>
                    <a:pt x="243" y="784"/>
                    <a:pt x="155" y="703"/>
                    <a:pt x="88" y="610"/>
                  </a:cubicBezTo>
                  <a:lnTo>
                    <a:pt x="67" y="578"/>
                  </a:lnTo>
                  <a:lnTo>
                    <a:pt x="48" y="546"/>
                  </a:lnTo>
                  <a:lnTo>
                    <a:pt x="28" y="514"/>
                  </a:lnTo>
                  <a:lnTo>
                    <a:pt x="13" y="483"/>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504" name="path"/>
            <p:cNvSpPr/>
            <p:nvPr/>
          </p:nvSpPr>
          <p:spPr>
            <a:xfrm>
              <a:off x="13716" y="237240"/>
              <a:ext cx="815340" cy="533738"/>
            </a:xfrm>
            <a:custGeom>
              <a:avLst/>
              <a:gdLst/>
              <a:ahLst/>
              <a:cxnLst/>
              <a:rect l="0" t="0" r="0" b="0"/>
              <a:pathLst>
                <a:path w="1284" h="840">
                  <a:moveTo>
                    <a:pt x="262" y="77"/>
                  </a:moveTo>
                  <a:lnTo>
                    <a:pt x="325" y="49"/>
                  </a:lnTo>
                  <a:lnTo>
                    <a:pt x="383" y="28"/>
                  </a:lnTo>
                  <a:lnTo>
                    <a:pt x="439" y="14"/>
                  </a:lnTo>
                  <a:lnTo>
                    <a:pt x="491" y="6"/>
                  </a:lnTo>
                  <a:cubicBezTo>
                    <a:pt x="612" y="-5"/>
                    <a:pt x="707" y="24"/>
                    <a:pt x="812" y="82"/>
                  </a:cubicBezTo>
                  <a:lnTo>
                    <a:pt x="842" y="98"/>
                  </a:lnTo>
                  <a:lnTo>
                    <a:pt x="869" y="114"/>
                  </a:lnTo>
                  <a:cubicBezTo>
                    <a:pt x="974" y="163"/>
                    <a:pt x="1029" y="208"/>
                    <a:pt x="1109" y="292"/>
                  </a:cubicBezTo>
                  <a:lnTo>
                    <a:pt x="1136" y="320"/>
                  </a:lnTo>
                  <a:lnTo>
                    <a:pt x="1161" y="348"/>
                  </a:lnTo>
                  <a:lnTo>
                    <a:pt x="1185" y="377"/>
                  </a:lnTo>
                  <a:lnTo>
                    <a:pt x="1207" y="404"/>
                  </a:lnTo>
                  <a:lnTo>
                    <a:pt x="1227" y="432"/>
                  </a:lnTo>
                  <a:lnTo>
                    <a:pt x="1246" y="457"/>
                  </a:lnTo>
                  <a:lnTo>
                    <a:pt x="1261" y="480"/>
                  </a:lnTo>
                  <a:lnTo>
                    <a:pt x="1273" y="502"/>
                  </a:lnTo>
                  <a:lnTo>
                    <a:pt x="1281" y="520"/>
                  </a:lnTo>
                  <a:lnTo>
                    <a:pt x="1284" y="535"/>
                  </a:lnTo>
                  <a:lnTo>
                    <a:pt x="1279" y="552"/>
                  </a:lnTo>
                  <a:lnTo>
                    <a:pt x="1268" y="566"/>
                  </a:lnTo>
                  <a:lnTo>
                    <a:pt x="1251" y="583"/>
                  </a:lnTo>
                  <a:lnTo>
                    <a:pt x="1228" y="599"/>
                  </a:lnTo>
                  <a:cubicBezTo>
                    <a:pt x="1142" y="652"/>
                    <a:pt x="1047" y="681"/>
                    <a:pt x="959" y="733"/>
                  </a:cubicBezTo>
                  <a:lnTo>
                    <a:pt x="939" y="749"/>
                  </a:lnTo>
                  <a:lnTo>
                    <a:pt x="921" y="764"/>
                  </a:lnTo>
                  <a:lnTo>
                    <a:pt x="904" y="779"/>
                  </a:lnTo>
                  <a:lnTo>
                    <a:pt x="884" y="791"/>
                  </a:lnTo>
                  <a:lnTo>
                    <a:pt x="859" y="803"/>
                  </a:lnTo>
                  <a:lnTo>
                    <a:pt x="831" y="811"/>
                  </a:lnTo>
                  <a:cubicBezTo>
                    <a:pt x="744" y="837"/>
                    <a:pt x="635" y="840"/>
                    <a:pt x="544" y="835"/>
                  </a:cubicBezTo>
                  <a:lnTo>
                    <a:pt x="506" y="833"/>
                  </a:lnTo>
                  <a:lnTo>
                    <a:pt x="469" y="828"/>
                  </a:lnTo>
                  <a:cubicBezTo>
                    <a:pt x="348" y="816"/>
                    <a:pt x="280" y="782"/>
                    <a:pt x="190" y="701"/>
                  </a:cubicBezTo>
                  <a:lnTo>
                    <a:pt x="163" y="674"/>
                  </a:lnTo>
                  <a:lnTo>
                    <a:pt x="138" y="648"/>
                  </a:lnTo>
                  <a:lnTo>
                    <a:pt x="113" y="619"/>
                  </a:lnTo>
                  <a:lnTo>
                    <a:pt x="91" y="589"/>
                  </a:lnTo>
                  <a:cubicBezTo>
                    <a:pt x="55" y="541"/>
                    <a:pt x="21" y="484"/>
                    <a:pt x="0" y="428"/>
                  </a:cubicBezTo>
                  <a:lnTo>
                    <a:pt x="0" y="418"/>
                  </a:lnTo>
                  <a:cubicBezTo>
                    <a:pt x="6" y="344"/>
                    <a:pt x="39" y="274"/>
                    <a:pt x="85" y="217"/>
                  </a:cubicBezTo>
                  <a:lnTo>
                    <a:pt x="109" y="188"/>
                  </a:lnTo>
                  <a:lnTo>
                    <a:pt x="140" y="158"/>
                  </a:lnTo>
                  <a:lnTo>
                    <a:pt x="175" y="131"/>
                  </a:lnTo>
                  <a:lnTo>
                    <a:pt x="216" y="103"/>
                  </a:lnTo>
                </a:path>
              </a:pathLst>
            </a:custGeom>
            <a:solidFill>
              <a:srgbClr val="F7EFEA">
                <a:alpha val="100000"/>
              </a:srgbClr>
            </a:solidFill>
            <a:ln cap="flat">
              <a:noFill/>
              <a:prstDash val="solid"/>
              <a:miter lim="0"/>
            </a:ln>
          </p:spPr>
          <p:txBody>
            <a:bodyPr rtlCol="0"/>
            <a:lstStyle/>
            <a:p>
              <a:pPr algn="ctr"/>
              <a:endParaRPr lang="zh-CN" altLang="en-US" sz="1635"/>
            </a:p>
          </p:txBody>
        </p:sp>
        <p:sp>
          <p:nvSpPr>
            <p:cNvPr id="506" name="path"/>
            <p:cNvSpPr/>
            <p:nvPr/>
          </p:nvSpPr>
          <p:spPr>
            <a:xfrm>
              <a:off x="26669" y="251899"/>
              <a:ext cx="788670" cy="511142"/>
            </a:xfrm>
            <a:custGeom>
              <a:avLst/>
              <a:gdLst/>
              <a:ahLst/>
              <a:cxnLst/>
              <a:rect l="0" t="0" r="0" b="0"/>
              <a:pathLst>
                <a:path w="1242" h="804">
                  <a:moveTo>
                    <a:pt x="254" y="66"/>
                  </a:moveTo>
                  <a:lnTo>
                    <a:pt x="311" y="42"/>
                  </a:lnTo>
                  <a:lnTo>
                    <a:pt x="366" y="24"/>
                  </a:lnTo>
                  <a:lnTo>
                    <a:pt x="417" y="12"/>
                  </a:lnTo>
                  <a:lnTo>
                    <a:pt x="468" y="6"/>
                  </a:lnTo>
                  <a:cubicBezTo>
                    <a:pt x="581" y="-3"/>
                    <a:pt x="682" y="22"/>
                    <a:pt x="783" y="73"/>
                  </a:cubicBezTo>
                  <a:lnTo>
                    <a:pt x="813" y="88"/>
                  </a:lnTo>
                  <a:lnTo>
                    <a:pt x="841" y="103"/>
                  </a:lnTo>
                  <a:cubicBezTo>
                    <a:pt x="937" y="144"/>
                    <a:pt x="1001" y="198"/>
                    <a:pt x="1073" y="273"/>
                  </a:cubicBezTo>
                  <a:lnTo>
                    <a:pt x="1100" y="301"/>
                  </a:lnTo>
                  <a:lnTo>
                    <a:pt x="1124" y="328"/>
                  </a:lnTo>
                  <a:lnTo>
                    <a:pt x="1147" y="356"/>
                  </a:lnTo>
                  <a:lnTo>
                    <a:pt x="1168" y="384"/>
                  </a:lnTo>
                  <a:lnTo>
                    <a:pt x="1188" y="409"/>
                  </a:lnTo>
                  <a:lnTo>
                    <a:pt x="1206" y="434"/>
                  </a:lnTo>
                  <a:lnTo>
                    <a:pt x="1220" y="456"/>
                  </a:lnTo>
                  <a:lnTo>
                    <a:pt x="1231" y="476"/>
                  </a:lnTo>
                  <a:lnTo>
                    <a:pt x="1239" y="494"/>
                  </a:lnTo>
                  <a:lnTo>
                    <a:pt x="1242" y="508"/>
                  </a:lnTo>
                  <a:lnTo>
                    <a:pt x="1237" y="524"/>
                  </a:lnTo>
                  <a:lnTo>
                    <a:pt x="1227" y="540"/>
                  </a:lnTo>
                  <a:lnTo>
                    <a:pt x="1210" y="555"/>
                  </a:lnTo>
                  <a:lnTo>
                    <a:pt x="1189" y="571"/>
                  </a:lnTo>
                  <a:cubicBezTo>
                    <a:pt x="1107" y="620"/>
                    <a:pt x="1013" y="651"/>
                    <a:pt x="930" y="702"/>
                  </a:cubicBezTo>
                  <a:lnTo>
                    <a:pt x="909" y="716"/>
                  </a:lnTo>
                  <a:lnTo>
                    <a:pt x="891" y="730"/>
                  </a:lnTo>
                  <a:lnTo>
                    <a:pt x="876" y="745"/>
                  </a:lnTo>
                  <a:lnTo>
                    <a:pt x="855" y="757"/>
                  </a:lnTo>
                  <a:lnTo>
                    <a:pt x="831" y="768"/>
                  </a:lnTo>
                  <a:lnTo>
                    <a:pt x="806" y="777"/>
                  </a:lnTo>
                  <a:cubicBezTo>
                    <a:pt x="716" y="799"/>
                    <a:pt x="618" y="804"/>
                    <a:pt x="526" y="799"/>
                  </a:cubicBezTo>
                  <a:lnTo>
                    <a:pt x="489" y="796"/>
                  </a:lnTo>
                  <a:lnTo>
                    <a:pt x="454" y="793"/>
                  </a:lnTo>
                  <a:cubicBezTo>
                    <a:pt x="332" y="780"/>
                    <a:pt x="276" y="748"/>
                    <a:pt x="183" y="669"/>
                  </a:cubicBezTo>
                  <a:lnTo>
                    <a:pt x="158" y="644"/>
                  </a:lnTo>
                  <a:lnTo>
                    <a:pt x="133" y="618"/>
                  </a:lnTo>
                  <a:lnTo>
                    <a:pt x="110" y="590"/>
                  </a:lnTo>
                  <a:lnTo>
                    <a:pt x="88" y="561"/>
                  </a:lnTo>
                  <a:cubicBezTo>
                    <a:pt x="51" y="511"/>
                    <a:pt x="23" y="463"/>
                    <a:pt x="0" y="405"/>
                  </a:cubicBezTo>
                  <a:lnTo>
                    <a:pt x="0" y="394"/>
                  </a:lnTo>
                  <a:cubicBezTo>
                    <a:pt x="6" y="323"/>
                    <a:pt x="36" y="254"/>
                    <a:pt x="81" y="198"/>
                  </a:cubicBezTo>
                  <a:lnTo>
                    <a:pt x="106" y="170"/>
                  </a:lnTo>
                  <a:lnTo>
                    <a:pt x="135" y="142"/>
                  </a:lnTo>
                  <a:lnTo>
                    <a:pt x="170" y="116"/>
                  </a:lnTo>
                  <a:lnTo>
                    <a:pt x="210" y="90"/>
                  </a:lnTo>
                </a:path>
              </a:pathLst>
            </a:custGeom>
            <a:solidFill>
              <a:srgbClr val="F2E2D6">
                <a:alpha val="100000"/>
              </a:srgbClr>
            </a:solidFill>
            <a:ln cap="flat">
              <a:noFill/>
              <a:prstDash val="solid"/>
              <a:miter lim="0"/>
            </a:ln>
          </p:spPr>
          <p:txBody>
            <a:bodyPr rtlCol="0"/>
            <a:lstStyle/>
            <a:p>
              <a:pPr algn="ctr"/>
              <a:endParaRPr lang="zh-CN" altLang="en-US" sz="1635"/>
            </a:p>
          </p:txBody>
        </p:sp>
        <p:sp>
          <p:nvSpPr>
            <p:cNvPr id="508" name="path"/>
            <p:cNvSpPr/>
            <p:nvPr/>
          </p:nvSpPr>
          <p:spPr>
            <a:xfrm>
              <a:off x="39623" y="265868"/>
              <a:ext cx="762762" cy="488537"/>
            </a:xfrm>
            <a:custGeom>
              <a:avLst/>
              <a:gdLst/>
              <a:ahLst/>
              <a:cxnLst/>
              <a:rect l="0" t="0" r="0" b="0"/>
              <a:pathLst>
                <a:path w="1201" h="769">
                  <a:moveTo>
                    <a:pt x="246" y="56"/>
                  </a:moveTo>
                  <a:lnTo>
                    <a:pt x="297" y="36"/>
                  </a:lnTo>
                  <a:lnTo>
                    <a:pt x="348" y="21"/>
                  </a:lnTo>
                  <a:lnTo>
                    <a:pt x="397" y="11"/>
                  </a:lnTo>
                  <a:lnTo>
                    <a:pt x="442" y="5"/>
                  </a:lnTo>
                  <a:cubicBezTo>
                    <a:pt x="543" y="-2"/>
                    <a:pt x="663" y="22"/>
                    <a:pt x="754" y="65"/>
                  </a:cubicBezTo>
                  <a:lnTo>
                    <a:pt x="784" y="78"/>
                  </a:lnTo>
                  <a:lnTo>
                    <a:pt x="813" y="90"/>
                  </a:lnTo>
                  <a:cubicBezTo>
                    <a:pt x="910" y="135"/>
                    <a:pt x="965" y="180"/>
                    <a:pt x="1039" y="257"/>
                  </a:cubicBezTo>
                  <a:lnTo>
                    <a:pt x="1063" y="282"/>
                  </a:lnTo>
                  <a:lnTo>
                    <a:pt x="1087" y="310"/>
                  </a:lnTo>
                  <a:lnTo>
                    <a:pt x="1110" y="336"/>
                  </a:lnTo>
                  <a:lnTo>
                    <a:pt x="1130" y="362"/>
                  </a:lnTo>
                  <a:lnTo>
                    <a:pt x="1149" y="387"/>
                  </a:lnTo>
                  <a:lnTo>
                    <a:pt x="1165" y="412"/>
                  </a:lnTo>
                  <a:lnTo>
                    <a:pt x="1179" y="432"/>
                  </a:lnTo>
                  <a:lnTo>
                    <a:pt x="1191" y="452"/>
                  </a:lnTo>
                  <a:lnTo>
                    <a:pt x="1198" y="468"/>
                  </a:lnTo>
                  <a:lnTo>
                    <a:pt x="1201" y="484"/>
                  </a:lnTo>
                  <a:lnTo>
                    <a:pt x="1196" y="498"/>
                  </a:lnTo>
                  <a:lnTo>
                    <a:pt x="1185" y="514"/>
                  </a:lnTo>
                  <a:lnTo>
                    <a:pt x="1171" y="528"/>
                  </a:lnTo>
                  <a:lnTo>
                    <a:pt x="1150" y="544"/>
                  </a:lnTo>
                  <a:cubicBezTo>
                    <a:pt x="1067" y="592"/>
                    <a:pt x="981" y="623"/>
                    <a:pt x="898" y="670"/>
                  </a:cubicBezTo>
                  <a:lnTo>
                    <a:pt x="878" y="684"/>
                  </a:lnTo>
                  <a:lnTo>
                    <a:pt x="862" y="699"/>
                  </a:lnTo>
                  <a:lnTo>
                    <a:pt x="848" y="712"/>
                  </a:lnTo>
                  <a:lnTo>
                    <a:pt x="826" y="724"/>
                  </a:lnTo>
                  <a:lnTo>
                    <a:pt x="805" y="735"/>
                  </a:lnTo>
                  <a:lnTo>
                    <a:pt x="778" y="742"/>
                  </a:lnTo>
                  <a:cubicBezTo>
                    <a:pt x="692" y="768"/>
                    <a:pt x="599" y="769"/>
                    <a:pt x="510" y="765"/>
                  </a:cubicBezTo>
                  <a:lnTo>
                    <a:pt x="474" y="762"/>
                  </a:lnTo>
                  <a:lnTo>
                    <a:pt x="439" y="759"/>
                  </a:lnTo>
                  <a:cubicBezTo>
                    <a:pt x="329" y="751"/>
                    <a:pt x="257" y="711"/>
                    <a:pt x="177" y="638"/>
                  </a:cubicBezTo>
                  <a:lnTo>
                    <a:pt x="152" y="614"/>
                  </a:lnTo>
                  <a:lnTo>
                    <a:pt x="129" y="588"/>
                  </a:lnTo>
                  <a:lnTo>
                    <a:pt x="106" y="561"/>
                  </a:lnTo>
                  <a:lnTo>
                    <a:pt x="85" y="533"/>
                  </a:lnTo>
                  <a:cubicBezTo>
                    <a:pt x="47" y="485"/>
                    <a:pt x="24" y="440"/>
                    <a:pt x="0" y="384"/>
                  </a:cubicBezTo>
                  <a:lnTo>
                    <a:pt x="0" y="372"/>
                  </a:lnTo>
                  <a:cubicBezTo>
                    <a:pt x="3" y="301"/>
                    <a:pt x="32" y="235"/>
                    <a:pt x="78" y="180"/>
                  </a:cubicBezTo>
                  <a:lnTo>
                    <a:pt x="102" y="153"/>
                  </a:lnTo>
                  <a:lnTo>
                    <a:pt x="129" y="126"/>
                  </a:lnTo>
                  <a:lnTo>
                    <a:pt x="163" y="101"/>
                  </a:lnTo>
                  <a:lnTo>
                    <a:pt x="201" y="78"/>
                  </a:lnTo>
                </a:path>
              </a:pathLst>
            </a:custGeom>
            <a:solidFill>
              <a:srgbClr val="EAD3C1">
                <a:alpha val="100000"/>
              </a:srgbClr>
            </a:solidFill>
            <a:ln cap="flat">
              <a:noFill/>
              <a:prstDash val="solid"/>
              <a:miter lim="0"/>
            </a:ln>
          </p:spPr>
          <p:txBody>
            <a:bodyPr rtlCol="0"/>
            <a:lstStyle/>
            <a:p>
              <a:pPr algn="ctr"/>
              <a:endParaRPr lang="zh-CN" altLang="en-US" sz="1635"/>
            </a:p>
          </p:txBody>
        </p:sp>
        <p:sp>
          <p:nvSpPr>
            <p:cNvPr id="510" name="path"/>
            <p:cNvSpPr/>
            <p:nvPr/>
          </p:nvSpPr>
          <p:spPr>
            <a:xfrm>
              <a:off x="52577" y="280841"/>
              <a:ext cx="736853" cy="466489"/>
            </a:xfrm>
            <a:custGeom>
              <a:avLst/>
              <a:gdLst/>
              <a:ahLst/>
              <a:cxnLst/>
              <a:rect l="0" t="0" r="0" b="0"/>
              <a:pathLst>
                <a:path w="1160" h="734">
                  <a:moveTo>
                    <a:pt x="237" y="45"/>
                  </a:moveTo>
                  <a:lnTo>
                    <a:pt x="284" y="28"/>
                  </a:lnTo>
                  <a:lnTo>
                    <a:pt x="328" y="16"/>
                  </a:lnTo>
                  <a:lnTo>
                    <a:pt x="374" y="8"/>
                  </a:lnTo>
                  <a:cubicBezTo>
                    <a:pt x="608" y="-18"/>
                    <a:pt x="875" y="79"/>
                    <a:pt x="1027" y="264"/>
                  </a:cubicBezTo>
                  <a:lnTo>
                    <a:pt x="1051" y="290"/>
                  </a:lnTo>
                  <a:lnTo>
                    <a:pt x="1072" y="316"/>
                  </a:lnTo>
                  <a:lnTo>
                    <a:pt x="1091" y="340"/>
                  </a:lnTo>
                  <a:lnTo>
                    <a:pt x="1109" y="366"/>
                  </a:lnTo>
                  <a:lnTo>
                    <a:pt x="1125" y="388"/>
                  </a:lnTo>
                  <a:lnTo>
                    <a:pt x="1139" y="409"/>
                  </a:lnTo>
                  <a:lnTo>
                    <a:pt x="1150" y="428"/>
                  </a:lnTo>
                  <a:lnTo>
                    <a:pt x="1158" y="444"/>
                  </a:lnTo>
                  <a:lnTo>
                    <a:pt x="1160" y="458"/>
                  </a:lnTo>
                  <a:lnTo>
                    <a:pt x="1155" y="472"/>
                  </a:lnTo>
                  <a:lnTo>
                    <a:pt x="1145" y="488"/>
                  </a:lnTo>
                  <a:lnTo>
                    <a:pt x="1130" y="501"/>
                  </a:lnTo>
                  <a:lnTo>
                    <a:pt x="1111" y="516"/>
                  </a:lnTo>
                  <a:cubicBezTo>
                    <a:pt x="1032" y="561"/>
                    <a:pt x="947" y="592"/>
                    <a:pt x="868" y="637"/>
                  </a:cubicBezTo>
                  <a:lnTo>
                    <a:pt x="848" y="651"/>
                  </a:lnTo>
                  <a:lnTo>
                    <a:pt x="817" y="678"/>
                  </a:lnTo>
                  <a:lnTo>
                    <a:pt x="799" y="690"/>
                  </a:lnTo>
                  <a:lnTo>
                    <a:pt x="776" y="699"/>
                  </a:lnTo>
                  <a:lnTo>
                    <a:pt x="752" y="708"/>
                  </a:lnTo>
                  <a:cubicBezTo>
                    <a:pt x="667" y="731"/>
                    <a:pt x="579" y="734"/>
                    <a:pt x="491" y="729"/>
                  </a:cubicBezTo>
                  <a:lnTo>
                    <a:pt x="458" y="727"/>
                  </a:lnTo>
                  <a:lnTo>
                    <a:pt x="424" y="723"/>
                  </a:lnTo>
                  <a:cubicBezTo>
                    <a:pt x="315" y="712"/>
                    <a:pt x="252" y="680"/>
                    <a:pt x="171" y="607"/>
                  </a:cubicBezTo>
                  <a:lnTo>
                    <a:pt x="147" y="582"/>
                  </a:lnTo>
                  <a:lnTo>
                    <a:pt x="123" y="558"/>
                  </a:lnTo>
                  <a:lnTo>
                    <a:pt x="101" y="531"/>
                  </a:lnTo>
                  <a:lnTo>
                    <a:pt x="81" y="505"/>
                  </a:lnTo>
                  <a:lnTo>
                    <a:pt x="62" y="477"/>
                  </a:lnTo>
                  <a:lnTo>
                    <a:pt x="45" y="451"/>
                  </a:lnTo>
                  <a:lnTo>
                    <a:pt x="28" y="423"/>
                  </a:lnTo>
                  <a:lnTo>
                    <a:pt x="15" y="396"/>
                  </a:lnTo>
                  <a:lnTo>
                    <a:pt x="3" y="368"/>
                  </a:lnTo>
                  <a:lnTo>
                    <a:pt x="2" y="367"/>
                  </a:lnTo>
                  <a:lnTo>
                    <a:pt x="2" y="364"/>
                  </a:lnTo>
                  <a:lnTo>
                    <a:pt x="1" y="363"/>
                  </a:lnTo>
                  <a:lnTo>
                    <a:pt x="0" y="361"/>
                  </a:lnTo>
                  <a:lnTo>
                    <a:pt x="0" y="349"/>
                  </a:lnTo>
                  <a:cubicBezTo>
                    <a:pt x="1" y="281"/>
                    <a:pt x="30" y="213"/>
                    <a:pt x="73" y="160"/>
                  </a:cubicBezTo>
                  <a:lnTo>
                    <a:pt x="97" y="134"/>
                  </a:lnTo>
                  <a:lnTo>
                    <a:pt x="124" y="110"/>
                  </a:lnTo>
                  <a:lnTo>
                    <a:pt x="157" y="87"/>
                  </a:lnTo>
                  <a:lnTo>
                    <a:pt x="194" y="64"/>
                  </a:lnTo>
                </a:path>
              </a:pathLst>
            </a:custGeom>
            <a:solidFill>
              <a:srgbClr val="E2C1AD">
                <a:alpha val="100000"/>
              </a:srgbClr>
            </a:solidFill>
            <a:ln cap="flat">
              <a:noFill/>
              <a:prstDash val="solid"/>
              <a:miter lim="0"/>
            </a:ln>
          </p:spPr>
          <p:txBody>
            <a:bodyPr rtlCol="0"/>
            <a:lstStyle/>
            <a:p>
              <a:pPr algn="ctr"/>
              <a:endParaRPr lang="zh-CN" altLang="en-US" sz="1635"/>
            </a:p>
          </p:txBody>
        </p:sp>
        <p:sp>
          <p:nvSpPr>
            <p:cNvPr id="512" name="path"/>
            <p:cNvSpPr/>
            <p:nvPr/>
          </p:nvSpPr>
          <p:spPr>
            <a:xfrm>
              <a:off x="64033" y="294086"/>
              <a:ext cx="714065" cy="443618"/>
            </a:xfrm>
            <a:custGeom>
              <a:avLst/>
              <a:gdLst/>
              <a:ahLst/>
              <a:cxnLst/>
              <a:rect l="0" t="0" r="0" b="0"/>
              <a:pathLst>
                <a:path w="1124" h="698">
                  <a:moveTo>
                    <a:pt x="232" y="36"/>
                  </a:moveTo>
                  <a:lnTo>
                    <a:pt x="272" y="23"/>
                  </a:lnTo>
                  <a:lnTo>
                    <a:pt x="313" y="15"/>
                  </a:lnTo>
                  <a:lnTo>
                    <a:pt x="355" y="8"/>
                  </a:lnTo>
                  <a:cubicBezTo>
                    <a:pt x="494" y="-12"/>
                    <a:pt x="763" y="42"/>
                    <a:pt x="873" y="136"/>
                  </a:cubicBezTo>
                  <a:lnTo>
                    <a:pt x="898" y="155"/>
                  </a:lnTo>
                  <a:lnTo>
                    <a:pt x="922" y="176"/>
                  </a:lnTo>
                  <a:lnTo>
                    <a:pt x="946" y="200"/>
                  </a:lnTo>
                  <a:cubicBezTo>
                    <a:pt x="992" y="243"/>
                    <a:pt x="1035" y="295"/>
                    <a:pt x="1072" y="345"/>
                  </a:cubicBezTo>
                  <a:lnTo>
                    <a:pt x="1088" y="368"/>
                  </a:lnTo>
                  <a:lnTo>
                    <a:pt x="1101" y="387"/>
                  </a:lnTo>
                  <a:cubicBezTo>
                    <a:pt x="1133" y="441"/>
                    <a:pt x="1124" y="454"/>
                    <a:pt x="1073" y="490"/>
                  </a:cubicBezTo>
                  <a:lnTo>
                    <a:pt x="1051" y="504"/>
                  </a:lnTo>
                  <a:lnTo>
                    <a:pt x="1025" y="516"/>
                  </a:lnTo>
                  <a:lnTo>
                    <a:pt x="999" y="530"/>
                  </a:lnTo>
                  <a:lnTo>
                    <a:pt x="971" y="543"/>
                  </a:lnTo>
                  <a:lnTo>
                    <a:pt x="914" y="569"/>
                  </a:lnTo>
                  <a:cubicBezTo>
                    <a:pt x="869" y="588"/>
                    <a:pt x="826" y="613"/>
                    <a:pt x="790" y="647"/>
                  </a:cubicBezTo>
                  <a:lnTo>
                    <a:pt x="773" y="658"/>
                  </a:lnTo>
                  <a:lnTo>
                    <a:pt x="752" y="668"/>
                  </a:lnTo>
                  <a:cubicBezTo>
                    <a:pt x="689" y="691"/>
                    <a:pt x="609" y="698"/>
                    <a:pt x="543" y="698"/>
                  </a:cubicBezTo>
                  <a:lnTo>
                    <a:pt x="511" y="698"/>
                  </a:lnTo>
                  <a:lnTo>
                    <a:pt x="477" y="695"/>
                  </a:lnTo>
                  <a:lnTo>
                    <a:pt x="445" y="694"/>
                  </a:lnTo>
                  <a:cubicBezTo>
                    <a:pt x="244" y="686"/>
                    <a:pt x="126" y="564"/>
                    <a:pt x="29" y="400"/>
                  </a:cubicBezTo>
                  <a:lnTo>
                    <a:pt x="16" y="372"/>
                  </a:lnTo>
                  <a:lnTo>
                    <a:pt x="4" y="347"/>
                  </a:lnTo>
                  <a:lnTo>
                    <a:pt x="4" y="345"/>
                  </a:lnTo>
                  <a:lnTo>
                    <a:pt x="3" y="345"/>
                  </a:lnTo>
                  <a:lnTo>
                    <a:pt x="3" y="342"/>
                  </a:lnTo>
                  <a:lnTo>
                    <a:pt x="2" y="341"/>
                  </a:lnTo>
                  <a:cubicBezTo>
                    <a:pt x="0" y="323"/>
                    <a:pt x="3" y="300"/>
                    <a:pt x="7" y="282"/>
                  </a:cubicBezTo>
                  <a:lnTo>
                    <a:pt x="10" y="263"/>
                  </a:lnTo>
                  <a:lnTo>
                    <a:pt x="17" y="240"/>
                  </a:lnTo>
                  <a:cubicBezTo>
                    <a:pt x="37" y="182"/>
                    <a:pt x="72" y="133"/>
                    <a:pt x="122" y="96"/>
                  </a:cubicBezTo>
                  <a:lnTo>
                    <a:pt x="153" y="74"/>
                  </a:lnTo>
                  <a:lnTo>
                    <a:pt x="190" y="54"/>
                  </a:lnTo>
                </a:path>
              </a:pathLst>
            </a:custGeom>
            <a:solidFill>
              <a:srgbClr val="DBB299">
                <a:alpha val="100000"/>
              </a:srgbClr>
            </a:solidFill>
            <a:ln cap="flat">
              <a:noFill/>
              <a:prstDash val="solid"/>
              <a:miter lim="0"/>
            </a:ln>
          </p:spPr>
          <p:txBody>
            <a:bodyPr rtlCol="0"/>
            <a:lstStyle/>
            <a:p>
              <a:pPr algn="ctr"/>
              <a:endParaRPr lang="zh-CN" altLang="en-US" sz="1635"/>
            </a:p>
          </p:txBody>
        </p:sp>
        <p:sp>
          <p:nvSpPr>
            <p:cNvPr id="514" name="path"/>
            <p:cNvSpPr/>
            <p:nvPr/>
          </p:nvSpPr>
          <p:spPr>
            <a:xfrm>
              <a:off x="78486" y="309664"/>
              <a:ext cx="684276" cy="421322"/>
            </a:xfrm>
            <a:custGeom>
              <a:avLst/>
              <a:gdLst/>
              <a:ahLst/>
              <a:cxnLst/>
              <a:rect l="0" t="0" r="0" b="0"/>
              <a:pathLst>
                <a:path w="1077" h="663">
                  <a:moveTo>
                    <a:pt x="221" y="25"/>
                  </a:moveTo>
                  <a:lnTo>
                    <a:pt x="255" y="15"/>
                  </a:lnTo>
                  <a:lnTo>
                    <a:pt x="292" y="8"/>
                  </a:lnTo>
                  <a:lnTo>
                    <a:pt x="330" y="5"/>
                  </a:lnTo>
                  <a:lnTo>
                    <a:pt x="367" y="2"/>
                  </a:lnTo>
                  <a:cubicBezTo>
                    <a:pt x="468" y="0"/>
                    <a:pt x="569" y="15"/>
                    <a:pt x="667" y="41"/>
                  </a:cubicBezTo>
                  <a:lnTo>
                    <a:pt x="698" y="50"/>
                  </a:lnTo>
                  <a:lnTo>
                    <a:pt x="727" y="60"/>
                  </a:lnTo>
                  <a:cubicBezTo>
                    <a:pt x="804" y="83"/>
                    <a:pt x="878" y="146"/>
                    <a:pt x="931" y="205"/>
                  </a:cubicBezTo>
                  <a:lnTo>
                    <a:pt x="953" y="228"/>
                  </a:lnTo>
                  <a:lnTo>
                    <a:pt x="975" y="253"/>
                  </a:lnTo>
                  <a:lnTo>
                    <a:pt x="994" y="276"/>
                  </a:lnTo>
                  <a:lnTo>
                    <a:pt x="1013" y="300"/>
                  </a:lnTo>
                  <a:lnTo>
                    <a:pt x="1032" y="323"/>
                  </a:lnTo>
                  <a:lnTo>
                    <a:pt x="1045" y="343"/>
                  </a:lnTo>
                  <a:lnTo>
                    <a:pt x="1058" y="362"/>
                  </a:lnTo>
                  <a:lnTo>
                    <a:pt x="1067" y="380"/>
                  </a:lnTo>
                  <a:lnTo>
                    <a:pt x="1075" y="395"/>
                  </a:lnTo>
                  <a:lnTo>
                    <a:pt x="1077" y="409"/>
                  </a:lnTo>
                  <a:lnTo>
                    <a:pt x="1073" y="422"/>
                  </a:lnTo>
                  <a:lnTo>
                    <a:pt x="1064" y="435"/>
                  </a:lnTo>
                  <a:lnTo>
                    <a:pt x="1051" y="449"/>
                  </a:lnTo>
                  <a:lnTo>
                    <a:pt x="1033" y="462"/>
                  </a:lnTo>
                  <a:cubicBezTo>
                    <a:pt x="961" y="506"/>
                    <a:pt x="879" y="531"/>
                    <a:pt x="807" y="576"/>
                  </a:cubicBezTo>
                  <a:lnTo>
                    <a:pt x="788" y="588"/>
                  </a:lnTo>
                  <a:lnTo>
                    <a:pt x="775" y="601"/>
                  </a:lnTo>
                  <a:lnTo>
                    <a:pt x="760" y="613"/>
                  </a:lnTo>
                  <a:lnTo>
                    <a:pt x="743" y="624"/>
                  </a:lnTo>
                  <a:lnTo>
                    <a:pt x="722" y="632"/>
                  </a:lnTo>
                  <a:lnTo>
                    <a:pt x="699" y="641"/>
                  </a:lnTo>
                  <a:cubicBezTo>
                    <a:pt x="617" y="663"/>
                    <a:pt x="542" y="663"/>
                    <a:pt x="458" y="661"/>
                  </a:cubicBezTo>
                  <a:lnTo>
                    <a:pt x="425" y="659"/>
                  </a:lnTo>
                  <a:lnTo>
                    <a:pt x="395" y="655"/>
                  </a:lnTo>
                  <a:cubicBezTo>
                    <a:pt x="305" y="650"/>
                    <a:pt x="223" y="608"/>
                    <a:pt x="158" y="546"/>
                  </a:cubicBezTo>
                  <a:lnTo>
                    <a:pt x="135" y="523"/>
                  </a:lnTo>
                  <a:lnTo>
                    <a:pt x="113" y="499"/>
                  </a:lnTo>
                  <a:lnTo>
                    <a:pt x="93" y="475"/>
                  </a:lnTo>
                  <a:lnTo>
                    <a:pt x="74" y="450"/>
                  </a:lnTo>
                  <a:lnTo>
                    <a:pt x="40" y="399"/>
                  </a:lnTo>
                  <a:lnTo>
                    <a:pt x="26" y="373"/>
                  </a:lnTo>
                  <a:lnTo>
                    <a:pt x="13" y="348"/>
                  </a:lnTo>
                  <a:lnTo>
                    <a:pt x="2" y="323"/>
                  </a:lnTo>
                  <a:lnTo>
                    <a:pt x="2" y="320"/>
                  </a:lnTo>
                  <a:lnTo>
                    <a:pt x="1" y="319"/>
                  </a:lnTo>
                  <a:lnTo>
                    <a:pt x="1" y="318"/>
                  </a:lnTo>
                  <a:lnTo>
                    <a:pt x="0" y="313"/>
                  </a:lnTo>
                  <a:lnTo>
                    <a:pt x="0" y="306"/>
                  </a:lnTo>
                  <a:cubicBezTo>
                    <a:pt x="0" y="235"/>
                    <a:pt x="20" y="180"/>
                    <a:pt x="64" y="123"/>
                  </a:cubicBezTo>
                  <a:lnTo>
                    <a:pt x="87" y="101"/>
                  </a:lnTo>
                  <a:lnTo>
                    <a:pt x="112" y="79"/>
                  </a:lnTo>
                  <a:lnTo>
                    <a:pt x="143" y="59"/>
                  </a:lnTo>
                  <a:lnTo>
                    <a:pt x="180" y="39"/>
                  </a:lnTo>
                </a:path>
              </a:pathLst>
            </a:custGeom>
            <a:solidFill>
              <a:srgbClr val="D6A587">
                <a:alpha val="100000"/>
              </a:srgbClr>
            </a:solidFill>
            <a:ln cap="flat">
              <a:noFill/>
              <a:prstDash val="solid"/>
              <a:miter lim="0"/>
            </a:ln>
          </p:spPr>
          <p:txBody>
            <a:bodyPr rtlCol="0"/>
            <a:lstStyle/>
            <a:p>
              <a:pPr algn="ctr"/>
              <a:endParaRPr lang="zh-CN" altLang="en-US" sz="1635"/>
            </a:p>
          </p:txBody>
        </p:sp>
        <p:sp>
          <p:nvSpPr>
            <p:cNvPr id="516" name="path"/>
            <p:cNvSpPr/>
            <p:nvPr/>
          </p:nvSpPr>
          <p:spPr>
            <a:xfrm>
              <a:off x="88766" y="323748"/>
              <a:ext cx="663470" cy="401243"/>
            </a:xfrm>
            <a:custGeom>
              <a:avLst/>
              <a:gdLst/>
              <a:ahLst/>
              <a:cxnLst/>
              <a:rect l="0" t="0" r="0" b="0"/>
              <a:pathLst>
                <a:path w="1044" h="631">
                  <a:moveTo>
                    <a:pt x="217" y="16"/>
                  </a:moveTo>
                  <a:lnTo>
                    <a:pt x="246" y="10"/>
                  </a:lnTo>
                  <a:lnTo>
                    <a:pt x="277" y="5"/>
                  </a:lnTo>
                  <a:lnTo>
                    <a:pt x="311" y="3"/>
                  </a:lnTo>
                  <a:cubicBezTo>
                    <a:pt x="457" y="0"/>
                    <a:pt x="725" y="14"/>
                    <a:pt x="834" y="125"/>
                  </a:cubicBezTo>
                  <a:lnTo>
                    <a:pt x="857" y="146"/>
                  </a:lnTo>
                  <a:lnTo>
                    <a:pt x="879" y="166"/>
                  </a:lnTo>
                  <a:lnTo>
                    <a:pt x="901" y="189"/>
                  </a:lnTo>
                  <a:cubicBezTo>
                    <a:pt x="943" y="231"/>
                    <a:pt x="977" y="274"/>
                    <a:pt x="1011" y="322"/>
                  </a:cubicBezTo>
                  <a:lnTo>
                    <a:pt x="1023" y="340"/>
                  </a:lnTo>
                  <a:lnTo>
                    <a:pt x="1032" y="358"/>
                  </a:lnTo>
                  <a:cubicBezTo>
                    <a:pt x="1060" y="402"/>
                    <a:pt x="1008" y="429"/>
                    <a:pt x="976" y="448"/>
                  </a:cubicBezTo>
                  <a:lnTo>
                    <a:pt x="954" y="460"/>
                  </a:lnTo>
                  <a:lnTo>
                    <a:pt x="928" y="472"/>
                  </a:lnTo>
                  <a:lnTo>
                    <a:pt x="903" y="485"/>
                  </a:lnTo>
                  <a:lnTo>
                    <a:pt x="876" y="497"/>
                  </a:lnTo>
                  <a:lnTo>
                    <a:pt x="851" y="509"/>
                  </a:lnTo>
                  <a:lnTo>
                    <a:pt x="825" y="521"/>
                  </a:lnTo>
                  <a:cubicBezTo>
                    <a:pt x="769" y="546"/>
                    <a:pt x="762" y="563"/>
                    <a:pt x="719" y="592"/>
                  </a:cubicBezTo>
                  <a:lnTo>
                    <a:pt x="699" y="600"/>
                  </a:lnTo>
                  <a:lnTo>
                    <a:pt x="677" y="608"/>
                  </a:lnTo>
                  <a:cubicBezTo>
                    <a:pt x="613" y="626"/>
                    <a:pt x="541" y="631"/>
                    <a:pt x="475" y="628"/>
                  </a:cubicBezTo>
                  <a:lnTo>
                    <a:pt x="444" y="627"/>
                  </a:lnTo>
                  <a:lnTo>
                    <a:pt x="384" y="622"/>
                  </a:lnTo>
                  <a:cubicBezTo>
                    <a:pt x="214" y="610"/>
                    <a:pt x="88" y="469"/>
                    <a:pt x="17" y="326"/>
                  </a:cubicBezTo>
                  <a:lnTo>
                    <a:pt x="6" y="300"/>
                  </a:lnTo>
                  <a:lnTo>
                    <a:pt x="6" y="298"/>
                  </a:lnTo>
                  <a:lnTo>
                    <a:pt x="5" y="298"/>
                  </a:lnTo>
                  <a:lnTo>
                    <a:pt x="4" y="293"/>
                  </a:lnTo>
                  <a:cubicBezTo>
                    <a:pt x="0" y="187"/>
                    <a:pt x="43" y="94"/>
                    <a:pt x="142" y="45"/>
                  </a:cubicBezTo>
                  <a:lnTo>
                    <a:pt x="177" y="29"/>
                  </a:lnTo>
                </a:path>
              </a:pathLst>
            </a:custGeom>
            <a:solidFill>
              <a:srgbClr val="CE9670">
                <a:alpha val="100000"/>
              </a:srgbClr>
            </a:solidFill>
            <a:ln cap="flat">
              <a:noFill/>
              <a:prstDash val="solid"/>
              <a:miter lim="0"/>
            </a:ln>
          </p:spPr>
          <p:txBody>
            <a:bodyPr rtlCol="0"/>
            <a:lstStyle/>
            <a:p>
              <a:pPr algn="ctr"/>
              <a:endParaRPr lang="zh-CN" altLang="en-US" sz="1635"/>
            </a:p>
          </p:txBody>
        </p:sp>
        <p:sp>
          <p:nvSpPr>
            <p:cNvPr id="518" name="path"/>
            <p:cNvSpPr/>
            <p:nvPr/>
          </p:nvSpPr>
          <p:spPr>
            <a:xfrm>
              <a:off x="103631" y="333212"/>
              <a:ext cx="633222" cy="383069"/>
            </a:xfrm>
            <a:custGeom>
              <a:avLst/>
              <a:gdLst/>
              <a:ahLst/>
              <a:cxnLst/>
              <a:rect l="0" t="0" r="0" b="0"/>
              <a:pathLst>
                <a:path w="997" h="603">
                  <a:moveTo>
                    <a:pt x="2" y="283"/>
                  </a:moveTo>
                  <a:lnTo>
                    <a:pt x="2" y="281"/>
                  </a:lnTo>
                  <a:lnTo>
                    <a:pt x="1" y="274"/>
                  </a:lnTo>
                  <a:lnTo>
                    <a:pt x="0" y="262"/>
                  </a:lnTo>
                  <a:cubicBezTo>
                    <a:pt x="4" y="-1"/>
                    <a:pt x="221" y="-5"/>
                    <a:pt x="426" y="8"/>
                  </a:cubicBezTo>
                  <a:lnTo>
                    <a:pt x="464" y="11"/>
                  </a:lnTo>
                  <a:lnTo>
                    <a:pt x="501" y="14"/>
                  </a:lnTo>
                  <a:lnTo>
                    <a:pt x="540" y="19"/>
                  </a:lnTo>
                  <a:cubicBezTo>
                    <a:pt x="613" y="32"/>
                    <a:pt x="694" y="38"/>
                    <a:pt x="757" y="84"/>
                  </a:cubicBezTo>
                  <a:lnTo>
                    <a:pt x="777" y="100"/>
                  </a:lnTo>
                  <a:lnTo>
                    <a:pt x="798" y="116"/>
                  </a:lnTo>
                  <a:cubicBezTo>
                    <a:pt x="858" y="168"/>
                    <a:pt x="906" y="222"/>
                    <a:pt x="953" y="286"/>
                  </a:cubicBezTo>
                  <a:lnTo>
                    <a:pt x="967" y="305"/>
                  </a:lnTo>
                  <a:lnTo>
                    <a:pt x="979" y="323"/>
                  </a:lnTo>
                  <a:lnTo>
                    <a:pt x="988" y="340"/>
                  </a:lnTo>
                  <a:lnTo>
                    <a:pt x="994" y="353"/>
                  </a:lnTo>
                  <a:lnTo>
                    <a:pt x="997" y="366"/>
                  </a:lnTo>
                  <a:lnTo>
                    <a:pt x="993" y="378"/>
                  </a:lnTo>
                  <a:cubicBezTo>
                    <a:pt x="969" y="419"/>
                    <a:pt x="879" y="451"/>
                    <a:pt x="838" y="473"/>
                  </a:cubicBezTo>
                  <a:lnTo>
                    <a:pt x="812" y="485"/>
                  </a:lnTo>
                  <a:lnTo>
                    <a:pt x="788" y="496"/>
                  </a:lnTo>
                  <a:cubicBezTo>
                    <a:pt x="715" y="529"/>
                    <a:pt x="716" y="561"/>
                    <a:pt x="646" y="580"/>
                  </a:cubicBezTo>
                  <a:lnTo>
                    <a:pt x="624" y="586"/>
                  </a:lnTo>
                  <a:lnTo>
                    <a:pt x="597" y="590"/>
                  </a:lnTo>
                  <a:lnTo>
                    <a:pt x="571" y="594"/>
                  </a:lnTo>
                  <a:cubicBezTo>
                    <a:pt x="332" y="612"/>
                    <a:pt x="193" y="588"/>
                    <a:pt x="52" y="378"/>
                  </a:cubicBezTo>
                  <a:lnTo>
                    <a:pt x="24" y="330"/>
                  </a:lnTo>
                  <a:lnTo>
                    <a:pt x="12" y="306"/>
                  </a:lnTo>
                </a:path>
              </a:pathLst>
            </a:custGeom>
            <a:solidFill>
              <a:srgbClr val="C6875B">
                <a:alpha val="100000"/>
              </a:srgbClr>
            </a:solidFill>
            <a:ln cap="flat">
              <a:noFill/>
              <a:prstDash val="solid"/>
              <a:miter lim="0"/>
            </a:ln>
          </p:spPr>
          <p:txBody>
            <a:bodyPr rtlCol="0"/>
            <a:lstStyle/>
            <a:p>
              <a:pPr algn="ctr"/>
              <a:endParaRPr lang="zh-CN" altLang="en-US" sz="1635"/>
            </a:p>
          </p:txBody>
        </p:sp>
        <p:sp>
          <p:nvSpPr>
            <p:cNvPr id="520" name="path"/>
            <p:cNvSpPr/>
            <p:nvPr/>
          </p:nvSpPr>
          <p:spPr>
            <a:xfrm>
              <a:off x="341321" y="0"/>
              <a:ext cx="284840" cy="616979"/>
            </a:xfrm>
            <a:custGeom>
              <a:avLst/>
              <a:gdLst/>
              <a:ahLst/>
              <a:cxnLst/>
              <a:rect l="0" t="0" r="0" b="0"/>
              <a:pathLst>
                <a:path w="448" h="971">
                  <a:moveTo>
                    <a:pt x="24" y="284"/>
                  </a:moveTo>
                  <a:lnTo>
                    <a:pt x="18" y="290"/>
                  </a:lnTo>
                  <a:cubicBezTo>
                    <a:pt x="-26" y="350"/>
                    <a:pt x="46" y="421"/>
                    <a:pt x="85" y="461"/>
                  </a:cubicBezTo>
                  <a:lnTo>
                    <a:pt x="147" y="514"/>
                  </a:lnTo>
                  <a:cubicBezTo>
                    <a:pt x="265" y="624"/>
                    <a:pt x="324" y="744"/>
                    <a:pt x="318" y="906"/>
                  </a:cubicBezTo>
                  <a:lnTo>
                    <a:pt x="314" y="939"/>
                  </a:lnTo>
                  <a:lnTo>
                    <a:pt x="309" y="971"/>
                  </a:lnTo>
                  <a:lnTo>
                    <a:pt x="310" y="968"/>
                  </a:lnTo>
                  <a:cubicBezTo>
                    <a:pt x="406" y="819"/>
                    <a:pt x="413" y="621"/>
                    <a:pt x="314" y="472"/>
                  </a:cubicBezTo>
                  <a:lnTo>
                    <a:pt x="277" y="422"/>
                  </a:lnTo>
                  <a:lnTo>
                    <a:pt x="274" y="422"/>
                  </a:lnTo>
                  <a:cubicBezTo>
                    <a:pt x="198" y="409"/>
                    <a:pt x="113" y="378"/>
                    <a:pt x="56" y="323"/>
                  </a:cubicBezTo>
                  <a:lnTo>
                    <a:pt x="39" y="304"/>
                  </a:lnTo>
                </a:path>
                <a:path w="448" h="971">
                  <a:moveTo>
                    <a:pt x="140" y="452"/>
                  </a:moveTo>
                  <a:lnTo>
                    <a:pt x="136" y="450"/>
                  </a:lnTo>
                  <a:lnTo>
                    <a:pt x="124" y="446"/>
                  </a:lnTo>
                  <a:lnTo>
                    <a:pt x="108" y="435"/>
                  </a:lnTo>
                  <a:cubicBezTo>
                    <a:pt x="11" y="378"/>
                    <a:pt x="22" y="290"/>
                    <a:pt x="39" y="194"/>
                  </a:cubicBezTo>
                  <a:lnTo>
                    <a:pt x="54" y="148"/>
                  </a:lnTo>
                  <a:lnTo>
                    <a:pt x="70" y="105"/>
                  </a:lnTo>
                  <a:cubicBezTo>
                    <a:pt x="121" y="7"/>
                    <a:pt x="181" y="0"/>
                    <a:pt x="280" y="0"/>
                  </a:cubicBezTo>
                  <a:lnTo>
                    <a:pt x="310" y="4"/>
                  </a:lnTo>
                  <a:lnTo>
                    <a:pt x="339" y="10"/>
                  </a:lnTo>
                  <a:lnTo>
                    <a:pt x="366" y="18"/>
                  </a:lnTo>
                  <a:lnTo>
                    <a:pt x="391" y="29"/>
                  </a:lnTo>
                  <a:cubicBezTo>
                    <a:pt x="478" y="82"/>
                    <a:pt x="443" y="173"/>
                    <a:pt x="396" y="242"/>
                  </a:cubicBezTo>
                  <a:lnTo>
                    <a:pt x="380" y="266"/>
                  </a:lnTo>
                  <a:lnTo>
                    <a:pt x="362" y="288"/>
                  </a:lnTo>
                  <a:cubicBezTo>
                    <a:pt x="328" y="337"/>
                    <a:pt x="259" y="412"/>
                    <a:pt x="204" y="436"/>
                  </a:cubicBezTo>
                  <a:lnTo>
                    <a:pt x="187" y="443"/>
                  </a:lnTo>
                  <a:lnTo>
                    <a:pt x="170" y="449"/>
                  </a:lnTo>
                  <a:lnTo>
                    <a:pt x="156" y="452"/>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522" name="path"/>
            <p:cNvSpPr/>
            <p:nvPr/>
          </p:nvSpPr>
          <p:spPr>
            <a:xfrm>
              <a:off x="362160" y="5498"/>
              <a:ext cx="253161" cy="277486"/>
            </a:xfrm>
            <a:custGeom>
              <a:avLst/>
              <a:gdLst/>
              <a:ahLst/>
              <a:cxnLst/>
              <a:rect l="0" t="0" r="0" b="0"/>
              <a:pathLst>
                <a:path w="398" h="436">
                  <a:moveTo>
                    <a:pt x="123" y="19"/>
                  </a:moveTo>
                  <a:lnTo>
                    <a:pt x="141" y="13"/>
                  </a:lnTo>
                  <a:lnTo>
                    <a:pt x="162" y="8"/>
                  </a:lnTo>
                  <a:lnTo>
                    <a:pt x="186" y="5"/>
                  </a:lnTo>
                  <a:cubicBezTo>
                    <a:pt x="244" y="0"/>
                    <a:pt x="344" y="13"/>
                    <a:pt x="378" y="66"/>
                  </a:cubicBezTo>
                  <a:lnTo>
                    <a:pt x="389" y="86"/>
                  </a:lnTo>
                  <a:lnTo>
                    <a:pt x="394" y="110"/>
                  </a:lnTo>
                  <a:cubicBezTo>
                    <a:pt x="400" y="173"/>
                    <a:pt x="330" y="272"/>
                    <a:pt x="288" y="317"/>
                  </a:cubicBezTo>
                  <a:lnTo>
                    <a:pt x="273" y="337"/>
                  </a:lnTo>
                  <a:lnTo>
                    <a:pt x="256" y="354"/>
                  </a:lnTo>
                  <a:lnTo>
                    <a:pt x="238" y="370"/>
                  </a:lnTo>
                  <a:lnTo>
                    <a:pt x="221" y="384"/>
                  </a:lnTo>
                  <a:cubicBezTo>
                    <a:pt x="195" y="407"/>
                    <a:pt x="143" y="440"/>
                    <a:pt x="106" y="431"/>
                  </a:cubicBezTo>
                  <a:lnTo>
                    <a:pt x="95" y="426"/>
                  </a:lnTo>
                  <a:lnTo>
                    <a:pt x="80" y="416"/>
                  </a:lnTo>
                  <a:cubicBezTo>
                    <a:pt x="-23" y="362"/>
                    <a:pt x="0" y="234"/>
                    <a:pt x="28" y="143"/>
                  </a:cubicBezTo>
                  <a:lnTo>
                    <a:pt x="45" y="103"/>
                  </a:lnTo>
                  <a:lnTo>
                    <a:pt x="66" y="68"/>
                  </a:lnTo>
                  <a:lnTo>
                    <a:pt x="93" y="38"/>
                  </a:lnTo>
                </a:path>
              </a:pathLst>
            </a:custGeom>
            <a:solidFill>
              <a:srgbClr val="F2E8E0">
                <a:alpha val="100000"/>
              </a:srgbClr>
            </a:solidFill>
            <a:ln cap="flat">
              <a:noFill/>
              <a:prstDash val="solid"/>
              <a:miter lim="0"/>
            </a:ln>
          </p:spPr>
          <p:txBody>
            <a:bodyPr rtlCol="0"/>
            <a:lstStyle/>
            <a:p>
              <a:pPr algn="ctr"/>
              <a:endParaRPr lang="zh-CN" altLang="en-US" sz="1635"/>
            </a:p>
          </p:txBody>
        </p:sp>
        <p:sp>
          <p:nvSpPr>
            <p:cNvPr id="524" name="path"/>
            <p:cNvSpPr/>
            <p:nvPr/>
          </p:nvSpPr>
          <p:spPr>
            <a:xfrm>
              <a:off x="367967" y="13934"/>
              <a:ext cx="236685" cy="261894"/>
            </a:xfrm>
            <a:custGeom>
              <a:avLst/>
              <a:gdLst/>
              <a:ahLst/>
              <a:cxnLst/>
              <a:rect l="0" t="0" r="0" b="0"/>
              <a:pathLst>
                <a:path w="372" h="412">
                  <a:moveTo>
                    <a:pt x="116" y="18"/>
                  </a:moveTo>
                  <a:lnTo>
                    <a:pt x="134" y="12"/>
                  </a:lnTo>
                  <a:lnTo>
                    <a:pt x="154" y="7"/>
                  </a:lnTo>
                  <a:lnTo>
                    <a:pt x="176" y="5"/>
                  </a:lnTo>
                  <a:cubicBezTo>
                    <a:pt x="231" y="0"/>
                    <a:pt x="318" y="13"/>
                    <a:pt x="351" y="64"/>
                  </a:cubicBezTo>
                  <a:lnTo>
                    <a:pt x="362" y="83"/>
                  </a:lnTo>
                  <a:lnTo>
                    <a:pt x="368" y="106"/>
                  </a:lnTo>
                  <a:cubicBezTo>
                    <a:pt x="374" y="168"/>
                    <a:pt x="311" y="249"/>
                    <a:pt x="274" y="298"/>
                  </a:cubicBezTo>
                  <a:lnTo>
                    <a:pt x="259" y="316"/>
                  </a:lnTo>
                  <a:lnTo>
                    <a:pt x="242" y="334"/>
                  </a:lnTo>
                  <a:lnTo>
                    <a:pt x="226" y="348"/>
                  </a:lnTo>
                  <a:lnTo>
                    <a:pt x="210" y="362"/>
                  </a:lnTo>
                  <a:cubicBezTo>
                    <a:pt x="179" y="385"/>
                    <a:pt x="141" y="413"/>
                    <a:pt x="100" y="407"/>
                  </a:cubicBezTo>
                  <a:lnTo>
                    <a:pt x="91" y="402"/>
                  </a:lnTo>
                  <a:lnTo>
                    <a:pt x="75" y="394"/>
                  </a:lnTo>
                  <a:cubicBezTo>
                    <a:pt x="-20" y="338"/>
                    <a:pt x="0" y="225"/>
                    <a:pt x="26" y="134"/>
                  </a:cubicBezTo>
                  <a:lnTo>
                    <a:pt x="43" y="97"/>
                  </a:lnTo>
                  <a:lnTo>
                    <a:pt x="63" y="62"/>
                  </a:lnTo>
                  <a:lnTo>
                    <a:pt x="87" y="36"/>
                  </a:lnTo>
                </a:path>
              </a:pathLst>
            </a:custGeom>
            <a:solidFill>
              <a:srgbClr val="E5D1C6">
                <a:alpha val="100000"/>
              </a:srgbClr>
            </a:solidFill>
            <a:ln cap="flat">
              <a:noFill/>
              <a:prstDash val="solid"/>
              <a:miter lim="0"/>
            </a:ln>
          </p:spPr>
          <p:txBody>
            <a:bodyPr rtlCol="0"/>
            <a:lstStyle/>
            <a:p>
              <a:pPr algn="ctr"/>
              <a:endParaRPr lang="zh-CN" altLang="en-US" sz="1635"/>
            </a:p>
          </p:txBody>
        </p:sp>
        <p:sp>
          <p:nvSpPr>
            <p:cNvPr id="526" name="path"/>
            <p:cNvSpPr/>
            <p:nvPr/>
          </p:nvSpPr>
          <p:spPr>
            <a:xfrm>
              <a:off x="373697" y="23755"/>
              <a:ext cx="219001" cy="243465"/>
            </a:xfrm>
            <a:custGeom>
              <a:avLst/>
              <a:gdLst/>
              <a:ahLst/>
              <a:cxnLst/>
              <a:rect l="0" t="0" r="0" b="0"/>
              <a:pathLst>
                <a:path w="344" h="383">
                  <a:moveTo>
                    <a:pt x="111" y="13"/>
                  </a:moveTo>
                  <a:lnTo>
                    <a:pt x="126" y="7"/>
                  </a:lnTo>
                  <a:lnTo>
                    <a:pt x="145" y="4"/>
                  </a:lnTo>
                  <a:cubicBezTo>
                    <a:pt x="391" y="-3"/>
                    <a:pt x="383" y="138"/>
                    <a:pt x="245" y="294"/>
                  </a:cubicBezTo>
                  <a:lnTo>
                    <a:pt x="229" y="311"/>
                  </a:lnTo>
                  <a:lnTo>
                    <a:pt x="214" y="325"/>
                  </a:lnTo>
                  <a:lnTo>
                    <a:pt x="198" y="339"/>
                  </a:lnTo>
                  <a:lnTo>
                    <a:pt x="184" y="351"/>
                  </a:lnTo>
                  <a:lnTo>
                    <a:pt x="168" y="360"/>
                  </a:lnTo>
                  <a:lnTo>
                    <a:pt x="154" y="369"/>
                  </a:lnTo>
                  <a:lnTo>
                    <a:pt x="139" y="376"/>
                  </a:lnTo>
                  <a:lnTo>
                    <a:pt x="126" y="381"/>
                  </a:lnTo>
                  <a:lnTo>
                    <a:pt x="112" y="383"/>
                  </a:lnTo>
                  <a:lnTo>
                    <a:pt x="100" y="383"/>
                  </a:lnTo>
                  <a:lnTo>
                    <a:pt x="96" y="381"/>
                  </a:lnTo>
                  <a:lnTo>
                    <a:pt x="85" y="377"/>
                  </a:lnTo>
                  <a:lnTo>
                    <a:pt x="72" y="369"/>
                  </a:lnTo>
                  <a:cubicBezTo>
                    <a:pt x="-19" y="319"/>
                    <a:pt x="-1" y="207"/>
                    <a:pt x="25" y="124"/>
                  </a:cubicBezTo>
                  <a:lnTo>
                    <a:pt x="41" y="88"/>
                  </a:lnTo>
                  <a:lnTo>
                    <a:pt x="60" y="57"/>
                  </a:lnTo>
                  <a:lnTo>
                    <a:pt x="84" y="30"/>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528" name="path"/>
            <p:cNvSpPr/>
            <p:nvPr/>
          </p:nvSpPr>
          <p:spPr>
            <a:xfrm>
              <a:off x="381829" y="31375"/>
              <a:ext cx="202585" cy="231805"/>
            </a:xfrm>
            <a:custGeom>
              <a:avLst/>
              <a:gdLst/>
              <a:ahLst/>
              <a:cxnLst/>
              <a:rect l="0" t="0" r="0" b="0"/>
              <a:pathLst>
                <a:path w="319" h="365">
                  <a:moveTo>
                    <a:pt x="104" y="12"/>
                  </a:moveTo>
                  <a:lnTo>
                    <a:pt x="118" y="7"/>
                  </a:lnTo>
                  <a:lnTo>
                    <a:pt x="135" y="4"/>
                  </a:lnTo>
                  <a:cubicBezTo>
                    <a:pt x="352" y="0"/>
                    <a:pt x="358" y="134"/>
                    <a:pt x="230" y="275"/>
                  </a:cubicBezTo>
                  <a:lnTo>
                    <a:pt x="217" y="291"/>
                  </a:lnTo>
                  <a:lnTo>
                    <a:pt x="201" y="305"/>
                  </a:lnTo>
                  <a:lnTo>
                    <a:pt x="187" y="318"/>
                  </a:lnTo>
                  <a:cubicBezTo>
                    <a:pt x="167" y="335"/>
                    <a:pt x="118" y="368"/>
                    <a:pt x="91" y="359"/>
                  </a:cubicBezTo>
                  <a:lnTo>
                    <a:pt x="81" y="354"/>
                  </a:lnTo>
                  <a:lnTo>
                    <a:pt x="68" y="347"/>
                  </a:lnTo>
                  <a:cubicBezTo>
                    <a:pt x="-17" y="300"/>
                    <a:pt x="0" y="194"/>
                    <a:pt x="23" y="117"/>
                  </a:cubicBezTo>
                  <a:lnTo>
                    <a:pt x="38" y="83"/>
                  </a:lnTo>
                  <a:lnTo>
                    <a:pt x="56" y="53"/>
                  </a:lnTo>
                  <a:lnTo>
                    <a:pt x="77" y="28"/>
                  </a:lnTo>
                </a:path>
              </a:pathLst>
            </a:custGeom>
            <a:solidFill>
              <a:srgbClr val="CCA38C">
                <a:alpha val="100000"/>
              </a:srgbClr>
            </a:solidFill>
            <a:ln cap="flat">
              <a:noFill/>
              <a:prstDash val="solid"/>
              <a:miter lim="0"/>
            </a:ln>
          </p:spPr>
          <p:txBody>
            <a:bodyPr rtlCol="0"/>
            <a:lstStyle/>
            <a:p>
              <a:pPr algn="ctr"/>
              <a:endParaRPr lang="zh-CN" altLang="en-US" sz="1635"/>
            </a:p>
          </p:txBody>
        </p:sp>
        <p:sp>
          <p:nvSpPr>
            <p:cNvPr id="530" name="path"/>
            <p:cNvSpPr/>
            <p:nvPr/>
          </p:nvSpPr>
          <p:spPr>
            <a:xfrm>
              <a:off x="388056" y="41669"/>
              <a:ext cx="186263" cy="214524"/>
            </a:xfrm>
            <a:custGeom>
              <a:avLst/>
              <a:gdLst/>
              <a:ahLst/>
              <a:cxnLst/>
              <a:rect l="0" t="0" r="0" b="0"/>
              <a:pathLst>
                <a:path w="293" h="337">
                  <a:moveTo>
                    <a:pt x="96" y="7"/>
                  </a:moveTo>
                  <a:lnTo>
                    <a:pt x="111" y="2"/>
                  </a:lnTo>
                  <a:lnTo>
                    <a:pt x="126" y="0"/>
                  </a:lnTo>
                  <a:cubicBezTo>
                    <a:pt x="315" y="1"/>
                    <a:pt x="331" y="118"/>
                    <a:pt x="216" y="253"/>
                  </a:cubicBezTo>
                  <a:lnTo>
                    <a:pt x="203" y="267"/>
                  </a:lnTo>
                  <a:lnTo>
                    <a:pt x="189" y="280"/>
                  </a:lnTo>
                  <a:lnTo>
                    <a:pt x="176" y="292"/>
                  </a:lnTo>
                  <a:cubicBezTo>
                    <a:pt x="155" y="312"/>
                    <a:pt x="113" y="339"/>
                    <a:pt x="83" y="332"/>
                  </a:cubicBezTo>
                  <a:lnTo>
                    <a:pt x="75" y="328"/>
                  </a:lnTo>
                  <a:lnTo>
                    <a:pt x="63" y="321"/>
                  </a:lnTo>
                  <a:cubicBezTo>
                    <a:pt x="-16" y="274"/>
                    <a:pt x="0" y="180"/>
                    <a:pt x="22" y="105"/>
                  </a:cubicBezTo>
                  <a:lnTo>
                    <a:pt x="36" y="74"/>
                  </a:lnTo>
                  <a:lnTo>
                    <a:pt x="52" y="45"/>
                  </a:lnTo>
                  <a:lnTo>
                    <a:pt x="74" y="22"/>
                  </a:lnTo>
                </a:path>
              </a:pathLst>
            </a:custGeom>
            <a:solidFill>
              <a:srgbClr val="BC8C6D">
                <a:alpha val="100000"/>
              </a:srgbClr>
            </a:solidFill>
            <a:ln cap="flat">
              <a:noFill/>
              <a:prstDash val="solid"/>
              <a:miter lim="0"/>
            </a:ln>
          </p:spPr>
          <p:txBody>
            <a:bodyPr rtlCol="0"/>
            <a:lstStyle/>
            <a:p>
              <a:pPr algn="ctr"/>
              <a:endParaRPr lang="zh-CN" altLang="en-US" sz="1635"/>
            </a:p>
          </p:txBody>
        </p:sp>
        <p:sp>
          <p:nvSpPr>
            <p:cNvPr id="532" name="path"/>
            <p:cNvSpPr/>
            <p:nvPr/>
          </p:nvSpPr>
          <p:spPr>
            <a:xfrm>
              <a:off x="392705" y="46219"/>
              <a:ext cx="170592" cy="200427"/>
            </a:xfrm>
            <a:custGeom>
              <a:avLst/>
              <a:gdLst/>
              <a:ahLst/>
              <a:cxnLst/>
              <a:rect l="0" t="0" r="0" b="0"/>
              <a:pathLst>
                <a:path w="268" h="315">
                  <a:moveTo>
                    <a:pt x="82" y="315"/>
                  </a:moveTo>
                  <a:lnTo>
                    <a:pt x="78" y="315"/>
                  </a:lnTo>
                  <a:lnTo>
                    <a:pt x="71" y="310"/>
                  </a:lnTo>
                  <a:lnTo>
                    <a:pt x="59" y="304"/>
                  </a:lnTo>
                  <a:cubicBezTo>
                    <a:pt x="-4" y="264"/>
                    <a:pt x="-3" y="200"/>
                    <a:pt x="13" y="134"/>
                  </a:cubicBezTo>
                  <a:lnTo>
                    <a:pt x="22" y="103"/>
                  </a:lnTo>
                  <a:lnTo>
                    <a:pt x="35" y="73"/>
                  </a:lnTo>
                  <a:cubicBezTo>
                    <a:pt x="64" y="14"/>
                    <a:pt x="104" y="-5"/>
                    <a:pt x="166" y="8"/>
                  </a:cubicBezTo>
                  <a:lnTo>
                    <a:pt x="181" y="13"/>
                  </a:lnTo>
                  <a:lnTo>
                    <a:pt x="198" y="19"/>
                  </a:lnTo>
                  <a:lnTo>
                    <a:pt x="213" y="27"/>
                  </a:lnTo>
                  <a:cubicBezTo>
                    <a:pt x="343" y="92"/>
                    <a:pt x="195" y="276"/>
                    <a:pt x="115" y="309"/>
                  </a:cubicBezTo>
                  <a:lnTo>
                    <a:pt x="103" y="313"/>
                  </a:lnTo>
                  <a:lnTo>
                    <a:pt x="93" y="315"/>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534" name="path"/>
            <p:cNvSpPr/>
            <p:nvPr/>
          </p:nvSpPr>
          <p:spPr>
            <a:xfrm>
              <a:off x="381000" y="30238"/>
              <a:ext cx="402336" cy="736091"/>
            </a:xfrm>
            <a:custGeom>
              <a:avLst/>
              <a:gdLst/>
              <a:ahLst/>
              <a:cxnLst/>
              <a:rect l="0" t="0" r="0" b="0"/>
              <a:pathLst>
                <a:path w="633" h="1159">
                  <a:moveTo>
                    <a:pt x="334" y="118"/>
                  </a:moveTo>
                  <a:lnTo>
                    <a:pt x="333" y="120"/>
                  </a:lnTo>
                  <a:lnTo>
                    <a:pt x="334" y="122"/>
                  </a:lnTo>
                  <a:lnTo>
                    <a:pt x="337" y="122"/>
                  </a:lnTo>
                  <a:lnTo>
                    <a:pt x="359" y="104"/>
                  </a:lnTo>
                  <a:lnTo>
                    <a:pt x="374" y="85"/>
                  </a:lnTo>
                  <a:lnTo>
                    <a:pt x="382" y="64"/>
                  </a:lnTo>
                  <a:lnTo>
                    <a:pt x="386" y="44"/>
                  </a:lnTo>
                  <a:lnTo>
                    <a:pt x="386" y="27"/>
                  </a:lnTo>
                  <a:lnTo>
                    <a:pt x="385" y="12"/>
                  </a:lnTo>
                  <a:lnTo>
                    <a:pt x="382" y="2"/>
                  </a:lnTo>
                  <a:lnTo>
                    <a:pt x="381" y="0"/>
                  </a:lnTo>
                  <a:lnTo>
                    <a:pt x="381" y="3"/>
                  </a:lnTo>
                  <a:cubicBezTo>
                    <a:pt x="382" y="40"/>
                    <a:pt x="380" y="55"/>
                    <a:pt x="364" y="90"/>
                  </a:cubicBezTo>
                  <a:lnTo>
                    <a:pt x="352" y="106"/>
                  </a:lnTo>
                </a:path>
                <a:path w="633" h="1159">
                  <a:moveTo>
                    <a:pt x="118" y="109"/>
                  </a:moveTo>
                  <a:lnTo>
                    <a:pt x="107" y="106"/>
                  </a:lnTo>
                  <a:lnTo>
                    <a:pt x="105" y="109"/>
                  </a:lnTo>
                  <a:lnTo>
                    <a:pt x="107" y="112"/>
                  </a:lnTo>
                  <a:cubicBezTo>
                    <a:pt x="142" y="132"/>
                    <a:pt x="187" y="138"/>
                    <a:pt x="223" y="117"/>
                  </a:cubicBezTo>
                  <a:lnTo>
                    <a:pt x="225" y="116"/>
                  </a:lnTo>
                  <a:lnTo>
                    <a:pt x="221" y="116"/>
                  </a:lnTo>
                  <a:cubicBezTo>
                    <a:pt x="196" y="116"/>
                    <a:pt x="175" y="116"/>
                    <a:pt x="149" y="113"/>
                  </a:cubicBezTo>
                  <a:lnTo>
                    <a:pt x="133" y="111"/>
                  </a:lnTo>
                </a:path>
                <a:path w="633" h="1159">
                  <a:moveTo>
                    <a:pt x="334" y="194"/>
                  </a:moveTo>
                  <a:lnTo>
                    <a:pt x="331" y="201"/>
                  </a:lnTo>
                  <a:cubicBezTo>
                    <a:pt x="292" y="243"/>
                    <a:pt x="228" y="268"/>
                    <a:pt x="218" y="331"/>
                  </a:cubicBezTo>
                  <a:lnTo>
                    <a:pt x="217" y="336"/>
                  </a:lnTo>
                  <a:lnTo>
                    <a:pt x="220" y="328"/>
                  </a:lnTo>
                  <a:cubicBezTo>
                    <a:pt x="250" y="254"/>
                    <a:pt x="377" y="228"/>
                    <a:pt x="345" y="132"/>
                  </a:cubicBezTo>
                  <a:lnTo>
                    <a:pt x="344" y="124"/>
                  </a:lnTo>
                  <a:lnTo>
                    <a:pt x="345" y="132"/>
                  </a:lnTo>
                  <a:lnTo>
                    <a:pt x="345" y="151"/>
                  </a:lnTo>
                  <a:lnTo>
                    <a:pt x="343" y="174"/>
                  </a:lnTo>
                </a:path>
                <a:path w="633" h="1159">
                  <a:moveTo>
                    <a:pt x="326" y="127"/>
                  </a:moveTo>
                  <a:lnTo>
                    <a:pt x="320" y="127"/>
                  </a:lnTo>
                  <a:lnTo>
                    <a:pt x="313" y="126"/>
                  </a:lnTo>
                  <a:lnTo>
                    <a:pt x="306" y="127"/>
                  </a:lnTo>
                  <a:lnTo>
                    <a:pt x="300" y="127"/>
                  </a:lnTo>
                  <a:lnTo>
                    <a:pt x="297" y="129"/>
                  </a:lnTo>
                  <a:lnTo>
                    <a:pt x="297" y="132"/>
                  </a:lnTo>
                  <a:lnTo>
                    <a:pt x="301" y="135"/>
                  </a:lnTo>
                  <a:lnTo>
                    <a:pt x="304" y="136"/>
                  </a:lnTo>
                  <a:cubicBezTo>
                    <a:pt x="319" y="142"/>
                    <a:pt x="335" y="134"/>
                    <a:pt x="348" y="127"/>
                  </a:cubicBezTo>
                  <a:lnTo>
                    <a:pt x="354" y="122"/>
                  </a:lnTo>
                  <a:lnTo>
                    <a:pt x="357" y="120"/>
                  </a:lnTo>
                  <a:lnTo>
                    <a:pt x="354" y="122"/>
                  </a:lnTo>
                  <a:lnTo>
                    <a:pt x="346" y="124"/>
                  </a:lnTo>
                  <a:lnTo>
                    <a:pt x="336" y="127"/>
                  </a:lnTo>
                </a:path>
                <a:path w="633" h="1159">
                  <a:moveTo>
                    <a:pt x="201" y="259"/>
                  </a:moveTo>
                  <a:lnTo>
                    <a:pt x="194" y="257"/>
                  </a:lnTo>
                  <a:cubicBezTo>
                    <a:pt x="173" y="263"/>
                    <a:pt x="168" y="263"/>
                    <a:pt x="147" y="260"/>
                  </a:cubicBezTo>
                  <a:lnTo>
                    <a:pt x="146" y="260"/>
                  </a:lnTo>
                  <a:lnTo>
                    <a:pt x="146" y="262"/>
                  </a:lnTo>
                  <a:lnTo>
                    <a:pt x="154" y="265"/>
                  </a:lnTo>
                  <a:lnTo>
                    <a:pt x="160" y="266"/>
                  </a:lnTo>
                  <a:cubicBezTo>
                    <a:pt x="174" y="269"/>
                    <a:pt x="178" y="270"/>
                    <a:pt x="192" y="266"/>
                  </a:cubicBezTo>
                  <a:lnTo>
                    <a:pt x="198" y="265"/>
                  </a:lnTo>
                  <a:lnTo>
                    <a:pt x="201" y="263"/>
                  </a:lnTo>
                  <a:cubicBezTo>
                    <a:pt x="213" y="262"/>
                    <a:pt x="219" y="271"/>
                    <a:pt x="235" y="263"/>
                  </a:cubicBezTo>
                  <a:lnTo>
                    <a:pt x="241" y="259"/>
                  </a:lnTo>
                  <a:lnTo>
                    <a:pt x="243" y="257"/>
                  </a:lnTo>
                  <a:lnTo>
                    <a:pt x="242" y="257"/>
                  </a:lnTo>
                  <a:cubicBezTo>
                    <a:pt x="231" y="263"/>
                    <a:pt x="230" y="260"/>
                    <a:pt x="218" y="261"/>
                  </a:cubicBezTo>
                  <a:lnTo>
                    <a:pt x="211" y="261"/>
                  </a:lnTo>
                </a:path>
                <a:path w="633" h="1159">
                  <a:moveTo>
                    <a:pt x="207" y="288"/>
                  </a:moveTo>
                  <a:lnTo>
                    <a:pt x="201" y="288"/>
                  </a:lnTo>
                  <a:lnTo>
                    <a:pt x="196" y="286"/>
                  </a:lnTo>
                  <a:lnTo>
                    <a:pt x="190" y="285"/>
                  </a:lnTo>
                  <a:lnTo>
                    <a:pt x="184" y="285"/>
                  </a:lnTo>
                  <a:lnTo>
                    <a:pt x="183" y="286"/>
                  </a:lnTo>
                  <a:lnTo>
                    <a:pt x="183" y="288"/>
                  </a:lnTo>
                  <a:lnTo>
                    <a:pt x="184" y="288"/>
                  </a:lnTo>
                  <a:cubicBezTo>
                    <a:pt x="194" y="293"/>
                    <a:pt x="220" y="301"/>
                    <a:pt x="228" y="286"/>
                  </a:cubicBezTo>
                  <a:lnTo>
                    <a:pt x="228" y="284"/>
                  </a:lnTo>
                  <a:lnTo>
                    <a:pt x="226" y="285"/>
                  </a:lnTo>
                  <a:lnTo>
                    <a:pt x="220" y="285"/>
                  </a:lnTo>
                  <a:lnTo>
                    <a:pt x="213" y="288"/>
                  </a:lnTo>
                </a:path>
                <a:path w="633" h="1159">
                  <a:moveTo>
                    <a:pt x="340" y="76"/>
                  </a:moveTo>
                  <a:lnTo>
                    <a:pt x="333" y="79"/>
                  </a:lnTo>
                  <a:cubicBezTo>
                    <a:pt x="261" y="125"/>
                    <a:pt x="309" y="156"/>
                    <a:pt x="266" y="237"/>
                  </a:cubicBezTo>
                  <a:lnTo>
                    <a:pt x="266" y="238"/>
                  </a:lnTo>
                  <a:lnTo>
                    <a:pt x="271" y="238"/>
                  </a:lnTo>
                  <a:lnTo>
                    <a:pt x="281" y="218"/>
                  </a:lnTo>
                  <a:cubicBezTo>
                    <a:pt x="326" y="142"/>
                    <a:pt x="254" y="90"/>
                    <a:pt x="394" y="75"/>
                  </a:cubicBezTo>
                  <a:lnTo>
                    <a:pt x="398" y="75"/>
                  </a:lnTo>
                  <a:lnTo>
                    <a:pt x="395" y="75"/>
                  </a:lnTo>
                  <a:lnTo>
                    <a:pt x="392" y="74"/>
                  </a:lnTo>
                  <a:lnTo>
                    <a:pt x="349" y="74"/>
                  </a:lnTo>
                </a:path>
                <a:path w="633" h="1159">
                  <a:moveTo>
                    <a:pt x="218" y="79"/>
                  </a:moveTo>
                  <a:lnTo>
                    <a:pt x="214" y="76"/>
                  </a:lnTo>
                  <a:cubicBezTo>
                    <a:pt x="184" y="63"/>
                    <a:pt x="107" y="59"/>
                    <a:pt x="79" y="74"/>
                  </a:cubicBezTo>
                  <a:lnTo>
                    <a:pt x="78" y="76"/>
                  </a:lnTo>
                  <a:lnTo>
                    <a:pt x="79" y="79"/>
                  </a:lnTo>
                  <a:lnTo>
                    <a:pt x="82" y="79"/>
                  </a:lnTo>
                  <a:cubicBezTo>
                    <a:pt x="163" y="69"/>
                    <a:pt x="215" y="104"/>
                    <a:pt x="274" y="87"/>
                  </a:cubicBezTo>
                  <a:lnTo>
                    <a:pt x="279" y="85"/>
                  </a:lnTo>
                  <a:lnTo>
                    <a:pt x="279" y="83"/>
                  </a:lnTo>
                  <a:lnTo>
                    <a:pt x="278" y="83"/>
                  </a:lnTo>
                  <a:cubicBezTo>
                    <a:pt x="265" y="89"/>
                    <a:pt x="252" y="88"/>
                    <a:pt x="238" y="86"/>
                  </a:cubicBezTo>
                  <a:lnTo>
                    <a:pt x="228" y="82"/>
                  </a:lnTo>
                </a:path>
                <a:path w="633" h="1159">
                  <a:moveTo>
                    <a:pt x="7" y="226"/>
                  </a:moveTo>
                  <a:lnTo>
                    <a:pt x="13" y="241"/>
                  </a:lnTo>
                  <a:lnTo>
                    <a:pt x="19" y="254"/>
                  </a:lnTo>
                  <a:lnTo>
                    <a:pt x="27" y="268"/>
                  </a:lnTo>
                  <a:lnTo>
                    <a:pt x="38" y="280"/>
                  </a:lnTo>
                  <a:lnTo>
                    <a:pt x="69" y="304"/>
                  </a:lnTo>
                  <a:lnTo>
                    <a:pt x="86" y="315"/>
                  </a:lnTo>
                  <a:lnTo>
                    <a:pt x="105" y="326"/>
                  </a:lnTo>
                  <a:lnTo>
                    <a:pt x="126" y="336"/>
                  </a:lnTo>
                  <a:lnTo>
                    <a:pt x="146" y="342"/>
                  </a:lnTo>
                  <a:lnTo>
                    <a:pt x="168" y="345"/>
                  </a:lnTo>
                  <a:lnTo>
                    <a:pt x="190" y="346"/>
                  </a:lnTo>
                  <a:lnTo>
                    <a:pt x="195" y="344"/>
                  </a:lnTo>
                  <a:lnTo>
                    <a:pt x="195" y="343"/>
                  </a:lnTo>
                  <a:lnTo>
                    <a:pt x="194" y="342"/>
                  </a:lnTo>
                  <a:cubicBezTo>
                    <a:pt x="142" y="332"/>
                    <a:pt x="94" y="306"/>
                    <a:pt x="52" y="274"/>
                  </a:cubicBezTo>
                  <a:lnTo>
                    <a:pt x="44" y="268"/>
                  </a:lnTo>
                  <a:lnTo>
                    <a:pt x="38" y="262"/>
                  </a:lnTo>
                  <a:cubicBezTo>
                    <a:pt x="16" y="235"/>
                    <a:pt x="4" y="211"/>
                    <a:pt x="3" y="175"/>
                  </a:cubicBezTo>
                  <a:lnTo>
                    <a:pt x="2" y="157"/>
                  </a:lnTo>
                  <a:lnTo>
                    <a:pt x="2" y="148"/>
                  </a:lnTo>
                  <a:lnTo>
                    <a:pt x="1" y="156"/>
                  </a:lnTo>
                  <a:lnTo>
                    <a:pt x="0" y="174"/>
                  </a:lnTo>
                  <a:lnTo>
                    <a:pt x="1" y="199"/>
                  </a:lnTo>
                </a:path>
                <a:path w="633" h="1159">
                  <a:moveTo>
                    <a:pt x="498" y="1159"/>
                  </a:moveTo>
                  <a:lnTo>
                    <a:pt x="514" y="1154"/>
                  </a:lnTo>
                  <a:cubicBezTo>
                    <a:pt x="532" y="1150"/>
                    <a:pt x="549" y="1142"/>
                    <a:pt x="565" y="1135"/>
                  </a:cubicBezTo>
                  <a:lnTo>
                    <a:pt x="572" y="1131"/>
                  </a:lnTo>
                  <a:lnTo>
                    <a:pt x="578" y="1127"/>
                  </a:lnTo>
                  <a:cubicBezTo>
                    <a:pt x="592" y="1120"/>
                    <a:pt x="603" y="1108"/>
                    <a:pt x="616" y="1099"/>
                  </a:cubicBezTo>
                  <a:lnTo>
                    <a:pt x="618" y="1095"/>
                  </a:lnTo>
                  <a:lnTo>
                    <a:pt x="618" y="1091"/>
                  </a:lnTo>
                  <a:lnTo>
                    <a:pt x="614" y="1089"/>
                  </a:lnTo>
                  <a:lnTo>
                    <a:pt x="608" y="1089"/>
                  </a:lnTo>
                  <a:cubicBezTo>
                    <a:pt x="583" y="1102"/>
                    <a:pt x="560" y="1103"/>
                    <a:pt x="535" y="1115"/>
                  </a:cubicBezTo>
                  <a:lnTo>
                    <a:pt x="524" y="1120"/>
                  </a:lnTo>
                  <a:lnTo>
                    <a:pt x="513" y="1126"/>
                  </a:lnTo>
                  <a:lnTo>
                    <a:pt x="493" y="1136"/>
                  </a:lnTo>
                  <a:lnTo>
                    <a:pt x="472" y="1138"/>
                  </a:lnTo>
                  <a:lnTo>
                    <a:pt x="452" y="1138"/>
                  </a:lnTo>
                  <a:lnTo>
                    <a:pt x="433" y="1135"/>
                  </a:lnTo>
                  <a:lnTo>
                    <a:pt x="417" y="1131"/>
                  </a:lnTo>
                  <a:lnTo>
                    <a:pt x="404" y="1126"/>
                  </a:lnTo>
                  <a:lnTo>
                    <a:pt x="396" y="1121"/>
                  </a:lnTo>
                  <a:lnTo>
                    <a:pt x="392" y="1120"/>
                  </a:lnTo>
                  <a:lnTo>
                    <a:pt x="396" y="1121"/>
                  </a:lnTo>
                  <a:cubicBezTo>
                    <a:pt x="416" y="1137"/>
                    <a:pt x="440" y="1146"/>
                    <a:pt x="464" y="1155"/>
                  </a:cubicBezTo>
                  <a:lnTo>
                    <a:pt x="481" y="1159"/>
                  </a:lnTo>
                </a:path>
                <a:path w="633" h="1159">
                  <a:moveTo>
                    <a:pt x="631" y="1153"/>
                  </a:moveTo>
                  <a:lnTo>
                    <a:pt x="632" y="1152"/>
                  </a:lnTo>
                  <a:lnTo>
                    <a:pt x="633" y="1152"/>
                  </a:lnTo>
                  <a:lnTo>
                    <a:pt x="633" y="1150"/>
                  </a:lnTo>
                  <a:lnTo>
                    <a:pt x="632" y="1149"/>
                  </a:lnTo>
                  <a:lnTo>
                    <a:pt x="619" y="1148"/>
                  </a:lnTo>
                  <a:lnTo>
                    <a:pt x="606" y="1146"/>
                  </a:lnTo>
                  <a:lnTo>
                    <a:pt x="590" y="1143"/>
                  </a:lnTo>
                  <a:lnTo>
                    <a:pt x="576" y="1140"/>
                  </a:lnTo>
                  <a:lnTo>
                    <a:pt x="562" y="1137"/>
                  </a:lnTo>
                  <a:lnTo>
                    <a:pt x="550" y="1135"/>
                  </a:lnTo>
                  <a:lnTo>
                    <a:pt x="544" y="1133"/>
                  </a:lnTo>
                  <a:lnTo>
                    <a:pt x="541" y="1132"/>
                  </a:lnTo>
                  <a:lnTo>
                    <a:pt x="541" y="1133"/>
                  </a:lnTo>
                  <a:lnTo>
                    <a:pt x="543" y="1136"/>
                  </a:lnTo>
                  <a:lnTo>
                    <a:pt x="546" y="1140"/>
                  </a:lnTo>
                  <a:lnTo>
                    <a:pt x="554" y="1143"/>
                  </a:lnTo>
                  <a:lnTo>
                    <a:pt x="565" y="1148"/>
                  </a:lnTo>
                  <a:lnTo>
                    <a:pt x="580" y="1152"/>
                  </a:lnTo>
                  <a:lnTo>
                    <a:pt x="602" y="1153"/>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536" name="picture 536"/>
          <p:cNvPicPr>
            <a:picLocks noChangeAspect="1"/>
          </p:cNvPicPr>
          <p:nvPr/>
        </p:nvPicPr>
        <p:blipFill>
          <a:blip r:embed="rId3"/>
          <a:stretch>
            <a:fillRect/>
          </a:stretch>
        </p:blipFill>
        <p:spPr>
          <a:xfrm rot="21600000">
            <a:off x="10209533" y="700317"/>
            <a:ext cx="736958" cy="727971"/>
          </a:xfrm>
          <a:prstGeom prst="rect">
            <a:avLst/>
          </a:prstGeom>
        </p:spPr>
      </p:pic>
      <p:graphicFrame>
        <p:nvGraphicFramePr>
          <p:cNvPr id="538" name="table 538"/>
          <p:cNvGraphicFramePr>
            <a:graphicFrameLocks noGrp="1"/>
          </p:cNvGraphicFramePr>
          <p:nvPr/>
        </p:nvGraphicFramePr>
        <p:xfrm>
          <a:off x="2504663" y="2544787"/>
          <a:ext cx="694690" cy="694690"/>
        </p:xfrm>
        <a:graphic>
          <a:graphicData uri="http://schemas.openxmlformats.org/drawingml/2006/table">
            <a:tbl>
              <a:tblPr/>
              <a:tblGrid>
                <a:gridCol w="694690"/>
              </a:tblGrid>
              <a:tr h="69469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540" name="picture 540"/>
          <p:cNvPicPr>
            <a:picLocks noChangeAspect="1"/>
          </p:cNvPicPr>
          <p:nvPr/>
        </p:nvPicPr>
        <p:blipFill>
          <a:blip r:embed="rId4"/>
          <a:stretch>
            <a:fillRect/>
          </a:stretch>
        </p:blipFill>
        <p:spPr>
          <a:xfrm rot="21600000">
            <a:off x="5409635" y="2759100"/>
            <a:ext cx="458352" cy="152093"/>
          </a:xfrm>
          <a:prstGeom prst="rect">
            <a:avLst/>
          </a:prstGeom>
        </p:spPr>
      </p:pic>
      <p:graphicFrame>
        <p:nvGraphicFramePr>
          <p:cNvPr id="542" name="table 542"/>
          <p:cNvGraphicFramePr>
            <a:graphicFrameLocks noGrp="1"/>
          </p:cNvGraphicFramePr>
          <p:nvPr/>
        </p:nvGraphicFramePr>
        <p:xfrm>
          <a:off x="5864530" y="2430027"/>
          <a:ext cx="694055" cy="693420"/>
        </p:xfrm>
        <a:graphic>
          <a:graphicData uri="http://schemas.openxmlformats.org/drawingml/2006/table">
            <a:tbl>
              <a:tblPr/>
              <a:tblGrid>
                <a:gridCol w="694055"/>
              </a:tblGrid>
              <a:tr h="69342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544" name="rect"/>
          <p:cNvSpPr/>
          <p:nvPr/>
        </p:nvSpPr>
        <p:spPr>
          <a:xfrm>
            <a:off x="4951283" y="2662313"/>
            <a:ext cx="459734"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546" name="rect"/>
          <p:cNvSpPr/>
          <p:nvPr/>
        </p:nvSpPr>
        <p:spPr>
          <a:xfrm>
            <a:off x="4947826" y="2653027"/>
            <a:ext cx="467339" cy="361370"/>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548" name="textbox 548"/>
          <p:cNvSpPr/>
          <p:nvPr/>
        </p:nvSpPr>
        <p:spPr>
          <a:xfrm>
            <a:off x="3259827" y="2746886"/>
            <a:ext cx="2167322" cy="30937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480"/>
              </a:lnSpc>
            </a:pPr>
            <a:r>
              <a:rPr sz="3810" kern="0" spc="18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810" kern="0" spc="44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30" b="1" kern="0" spc="1830" baseline="-19000" dirty="0">
                <a:solidFill>
                  <a:srgbClr val="000000">
                    <a:alpha val="100000"/>
                  </a:srgbClr>
                </a:solidFill>
                <a:latin typeface="Times New Roman" panose="02020603050405020304"/>
                <a:ea typeface="Times New Roman" panose="02020603050405020304"/>
                <a:cs typeface="Times New Roman" panose="02020603050405020304"/>
              </a:rPr>
              <a:t>||</a:t>
            </a:r>
            <a:r>
              <a:rPr sz="163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635" dirty="0"/>
          </a:p>
        </p:txBody>
      </p:sp>
      <p:grpSp>
        <p:nvGrpSpPr>
          <p:cNvPr id="42" name="group 42"/>
          <p:cNvGrpSpPr/>
          <p:nvPr/>
        </p:nvGrpSpPr>
        <p:grpSpPr>
          <a:xfrm rot="21600000">
            <a:off x="9440081" y="3892883"/>
            <a:ext cx="903188" cy="486005"/>
            <a:chOff x="0" y="0"/>
            <a:chExt cx="995514" cy="535685"/>
          </a:xfrm>
        </p:grpSpPr>
        <p:sp>
          <p:nvSpPr>
            <p:cNvPr id="550" name="path"/>
            <p:cNvSpPr/>
            <p:nvPr/>
          </p:nvSpPr>
          <p:spPr>
            <a:xfrm>
              <a:off x="620280" y="206501"/>
              <a:ext cx="375233" cy="273518"/>
            </a:xfrm>
            <a:custGeom>
              <a:avLst/>
              <a:gdLst/>
              <a:ahLst/>
              <a:cxnLst/>
              <a:rect l="0" t="0" r="0" b="0"/>
              <a:pathLst>
                <a:path w="590" h="430">
                  <a:moveTo>
                    <a:pt x="99" y="51"/>
                  </a:moveTo>
                  <a:lnTo>
                    <a:pt x="86" y="57"/>
                  </a:lnTo>
                  <a:lnTo>
                    <a:pt x="73" y="68"/>
                  </a:lnTo>
                  <a:lnTo>
                    <a:pt x="60" y="82"/>
                  </a:lnTo>
                  <a:lnTo>
                    <a:pt x="47" y="98"/>
                  </a:lnTo>
                  <a:cubicBezTo>
                    <a:pt x="5" y="159"/>
                    <a:pt x="12" y="237"/>
                    <a:pt x="2" y="308"/>
                  </a:cubicBezTo>
                  <a:lnTo>
                    <a:pt x="0" y="323"/>
                  </a:lnTo>
                  <a:lnTo>
                    <a:pt x="1" y="327"/>
                  </a:lnTo>
                  <a:cubicBezTo>
                    <a:pt x="20" y="383"/>
                    <a:pt x="51" y="407"/>
                    <a:pt x="109" y="418"/>
                  </a:cubicBezTo>
                  <a:lnTo>
                    <a:pt x="128" y="422"/>
                  </a:lnTo>
                  <a:lnTo>
                    <a:pt x="147" y="424"/>
                  </a:lnTo>
                  <a:lnTo>
                    <a:pt x="165" y="426"/>
                  </a:lnTo>
                  <a:cubicBezTo>
                    <a:pt x="242" y="431"/>
                    <a:pt x="313" y="401"/>
                    <a:pt x="387" y="385"/>
                  </a:cubicBezTo>
                  <a:lnTo>
                    <a:pt x="410" y="378"/>
                  </a:lnTo>
                  <a:lnTo>
                    <a:pt x="434" y="372"/>
                  </a:lnTo>
                  <a:lnTo>
                    <a:pt x="458" y="364"/>
                  </a:lnTo>
                  <a:lnTo>
                    <a:pt x="480" y="358"/>
                  </a:lnTo>
                  <a:lnTo>
                    <a:pt x="500" y="351"/>
                  </a:lnTo>
                  <a:lnTo>
                    <a:pt x="518" y="345"/>
                  </a:lnTo>
                  <a:lnTo>
                    <a:pt x="531" y="339"/>
                  </a:lnTo>
                  <a:lnTo>
                    <a:pt x="542" y="334"/>
                  </a:lnTo>
                  <a:lnTo>
                    <a:pt x="547" y="330"/>
                  </a:lnTo>
                  <a:lnTo>
                    <a:pt x="561" y="303"/>
                  </a:lnTo>
                  <a:lnTo>
                    <a:pt x="572" y="268"/>
                  </a:lnTo>
                  <a:lnTo>
                    <a:pt x="581" y="226"/>
                  </a:lnTo>
                  <a:lnTo>
                    <a:pt x="587" y="182"/>
                  </a:lnTo>
                  <a:lnTo>
                    <a:pt x="589" y="138"/>
                  </a:lnTo>
                  <a:cubicBezTo>
                    <a:pt x="590" y="54"/>
                    <a:pt x="564" y="23"/>
                    <a:pt x="488" y="2"/>
                  </a:cubicBezTo>
                  <a:lnTo>
                    <a:pt x="478" y="1"/>
                  </a:lnTo>
                  <a:lnTo>
                    <a:pt x="472" y="0"/>
                  </a:lnTo>
                  <a:lnTo>
                    <a:pt x="470" y="0"/>
                  </a:lnTo>
                  <a:cubicBezTo>
                    <a:pt x="355" y="0"/>
                    <a:pt x="261" y="9"/>
                    <a:pt x="148" y="37"/>
                  </a:cubicBezTo>
                  <a:lnTo>
                    <a:pt x="134" y="40"/>
                  </a:lnTo>
                  <a:lnTo>
                    <a:pt x="121" y="44"/>
                  </a:lnTo>
                  <a:lnTo>
                    <a:pt x="110" y="48"/>
                  </a:lnTo>
                </a:path>
              </a:pathLst>
            </a:custGeom>
            <a:solidFill>
              <a:srgbClr val="59A359">
                <a:alpha val="100000"/>
              </a:srgbClr>
            </a:solidFill>
            <a:ln cap="flat">
              <a:noFill/>
              <a:prstDash val="solid"/>
              <a:miter lim="0"/>
            </a:ln>
          </p:spPr>
          <p:txBody>
            <a:bodyPr rtlCol="0"/>
            <a:lstStyle/>
            <a:p>
              <a:pPr algn="ctr"/>
              <a:endParaRPr lang="zh-CN" altLang="en-US" sz="1635"/>
            </a:p>
          </p:txBody>
        </p:sp>
        <p:sp>
          <p:nvSpPr>
            <p:cNvPr id="552" name="path"/>
            <p:cNvSpPr/>
            <p:nvPr/>
          </p:nvSpPr>
          <p:spPr>
            <a:xfrm>
              <a:off x="777252" y="273557"/>
              <a:ext cx="160019" cy="262127"/>
            </a:xfrm>
            <a:custGeom>
              <a:avLst/>
              <a:gdLst/>
              <a:ahLst/>
              <a:cxnLst/>
              <a:rect l="0" t="0" r="0" b="0"/>
              <a:pathLst>
                <a:path w="251" h="412">
                  <a:moveTo>
                    <a:pt x="74" y="28"/>
                  </a:moveTo>
                  <a:lnTo>
                    <a:pt x="0" y="412"/>
                  </a:lnTo>
                  <a:lnTo>
                    <a:pt x="171" y="412"/>
                  </a:lnTo>
                  <a:lnTo>
                    <a:pt x="251" y="19"/>
                  </a:lnTo>
                  <a:lnTo>
                    <a:pt x="251" y="15"/>
                  </a:lnTo>
                  <a:lnTo>
                    <a:pt x="247" y="10"/>
                  </a:lnTo>
                  <a:lnTo>
                    <a:pt x="241" y="8"/>
                  </a:lnTo>
                  <a:lnTo>
                    <a:pt x="231" y="4"/>
                  </a:lnTo>
                  <a:lnTo>
                    <a:pt x="215" y="3"/>
                  </a:lnTo>
                  <a:lnTo>
                    <a:pt x="195" y="2"/>
                  </a:lnTo>
                  <a:cubicBezTo>
                    <a:pt x="164" y="0"/>
                    <a:pt x="124" y="7"/>
                    <a:pt x="95" y="20"/>
                  </a:cubicBezTo>
                  <a:lnTo>
                    <a:pt x="83" y="23"/>
                  </a:lnTo>
                  <a:lnTo>
                    <a:pt x="76" y="27"/>
                  </a:lnTo>
                </a:path>
              </a:pathLst>
            </a:custGeom>
            <a:solidFill>
              <a:srgbClr val="A5A5A5">
                <a:alpha val="100000"/>
              </a:srgbClr>
            </a:solidFill>
            <a:ln cap="flat">
              <a:noFill/>
              <a:prstDash val="solid"/>
              <a:miter lim="0"/>
            </a:ln>
          </p:spPr>
          <p:txBody>
            <a:bodyPr rtlCol="0"/>
            <a:lstStyle/>
            <a:p>
              <a:pPr algn="ctr"/>
              <a:endParaRPr lang="zh-CN" altLang="en-US" sz="1635"/>
            </a:p>
          </p:txBody>
        </p:sp>
        <p:sp>
          <p:nvSpPr>
            <p:cNvPr id="554" name="path"/>
            <p:cNvSpPr/>
            <p:nvPr/>
          </p:nvSpPr>
          <p:spPr>
            <a:xfrm>
              <a:off x="0" y="0"/>
              <a:ext cx="940308" cy="357998"/>
            </a:xfrm>
            <a:custGeom>
              <a:avLst/>
              <a:gdLst/>
              <a:ahLst/>
              <a:cxnLst/>
              <a:rect l="0" t="0" r="0" b="0"/>
              <a:pathLst>
                <a:path w="1480" h="563">
                  <a:moveTo>
                    <a:pt x="710" y="477"/>
                  </a:moveTo>
                  <a:lnTo>
                    <a:pt x="769" y="463"/>
                  </a:lnTo>
                  <a:lnTo>
                    <a:pt x="768" y="471"/>
                  </a:lnTo>
                  <a:cubicBezTo>
                    <a:pt x="761" y="545"/>
                    <a:pt x="703" y="553"/>
                    <a:pt x="656" y="502"/>
                  </a:cubicBezTo>
                  <a:lnTo>
                    <a:pt x="649" y="493"/>
                  </a:lnTo>
                  <a:lnTo>
                    <a:pt x="710" y="477"/>
                  </a:lnTo>
                  <a:lnTo>
                    <a:pt x="705" y="460"/>
                  </a:lnTo>
                  <a:lnTo>
                    <a:pt x="642" y="477"/>
                  </a:lnTo>
                  <a:lnTo>
                    <a:pt x="636" y="474"/>
                  </a:lnTo>
                  <a:lnTo>
                    <a:pt x="630" y="468"/>
                  </a:lnTo>
                  <a:lnTo>
                    <a:pt x="627" y="460"/>
                  </a:lnTo>
                  <a:lnTo>
                    <a:pt x="621" y="454"/>
                  </a:lnTo>
                  <a:lnTo>
                    <a:pt x="631" y="451"/>
                  </a:lnTo>
                  <a:cubicBezTo>
                    <a:pt x="654" y="445"/>
                    <a:pt x="677" y="438"/>
                    <a:pt x="700" y="434"/>
                  </a:cubicBezTo>
                  <a:lnTo>
                    <a:pt x="710" y="432"/>
                  </a:lnTo>
                  <a:lnTo>
                    <a:pt x="704" y="415"/>
                  </a:lnTo>
                  <a:lnTo>
                    <a:pt x="626" y="434"/>
                  </a:lnTo>
                  <a:lnTo>
                    <a:pt x="625" y="433"/>
                  </a:lnTo>
                  <a:lnTo>
                    <a:pt x="625" y="426"/>
                  </a:lnTo>
                  <a:lnTo>
                    <a:pt x="592" y="424"/>
                  </a:lnTo>
                  <a:lnTo>
                    <a:pt x="592" y="436"/>
                  </a:lnTo>
                  <a:lnTo>
                    <a:pt x="595" y="448"/>
                  </a:lnTo>
                  <a:lnTo>
                    <a:pt x="598" y="460"/>
                  </a:lnTo>
                  <a:cubicBezTo>
                    <a:pt x="620" y="517"/>
                    <a:pt x="688" y="576"/>
                    <a:pt x="752" y="555"/>
                  </a:cubicBezTo>
                  <a:lnTo>
                    <a:pt x="763" y="552"/>
                  </a:lnTo>
                  <a:lnTo>
                    <a:pt x="771" y="547"/>
                  </a:lnTo>
                  <a:lnTo>
                    <a:pt x="780" y="541"/>
                  </a:lnTo>
                  <a:lnTo>
                    <a:pt x="784" y="534"/>
                  </a:lnTo>
                  <a:lnTo>
                    <a:pt x="794" y="517"/>
                  </a:lnTo>
                  <a:lnTo>
                    <a:pt x="796" y="508"/>
                  </a:lnTo>
                  <a:lnTo>
                    <a:pt x="823" y="352"/>
                  </a:lnTo>
                  <a:lnTo>
                    <a:pt x="824" y="340"/>
                  </a:lnTo>
                  <a:lnTo>
                    <a:pt x="826" y="328"/>
                  </a:lnTo>
                  <a:cubicBezTo>
                    <a:pt x="831" y="307"/>
                    <a:pt x="840" y="279"/>
                    <a:pt x="850" y="260"/>
                  </a:cubicBezTo>
                  <a:lnTo>
                    <a:pt x="856" y="248"/>
                  </a:lnTo>
                  <a:lnTo>
                    <a:pt x="864" y="235"/>
                  </a:lnTo>
                  <a:lnTo>
                    <a:pt x="872" y="223"/>
                  </a:lnTo>
                  <a:lnTo>
                    <a:pt x="883" y="210"/>
                  </a:lnTo>
                  <a:lnTo>
                    <a:pt x="906" y="187"/>
                  </a:lnTo>
                  <a:cubicBezTo>
                    <a:pt x="922" y="170"/>
                    <a:pt x="956" y="150"/>
                    <a:pt x="978" y="140"/>
                  </a:cubicBezTo>
                  <a:lnTo>
                    <a:pt x="1011" y="128"/>
                  </a:lnTo>
                  <a:cubicBezTo>
                    <a:pt x="1063" y="116"/>
                    <a:pt x="1055" y="106"/>
                    <a:pt x="1095" y="141"/>
                  </a:cubicBezTo>
                  <a:lnTo>
                    <a:pt x="1105" y="148"/>
                  </a:lnTo>
                  <a:lnTo>
                    <a:pt x="1117" y="154"/>
                  </a:lnTo>
                  <a:lnTo>
                    <a:pt x="1131" y="159"/>
                  </a:lnTo>
                  <a:cubicBezTo>
                    <a:pt x="1188" y="180"/>
                    <a:pt x="1255" y="176"/>
                    <a:pt x="1306" y="144"/>
                  </a:cubicBezTo>
                  <a:lnTo>
                    <a:pt x="1316" y="139"/>
                  </a:lnTo>
                  <a:lnTo>
                    <a:pt x="1324" y="133"/>
                  </a:lnTo>
                  <a:lnTo>
                    <a:pt x="1334" y="127"/>
                  </a:lnTo>
                  <a:lnTo>
                    <a:pt x="1362" y="139"/>
                  </a:lnTo>
                  <a:cubicBezTo>
                    <a:pt x="1456" y="195"/>
                    <a:pt x="1451" y="236"/>
                    <a:pt x="1465" y="327"/>
                  </a:cubicBezTo>
                  <a:lnTo>
                    <a:pt x="1467" y="331"/>
                  </a:lnTo>
                  <a:lnTo>
                    <a:pt x="1477" y="302"/>
                  </a:lnTo>
                  <a:lnTo>
                    <a:pt x="1480" y="272"/>
                  </a:lnTo>
                  <a:lnTo>
                    <a:pt x="1479" y="241"/>
                  </a:lnTo>
                  <a:cubicBezTo>
                    <a:pt x="1469" y="189"/>
                    <a:pt x="1457" y="174"/>
                    <a:pt x="1419" y="140"/>
                  </a:cubicBezTo>
                  <a:lnTo>
                    <a:pt x="1400" y="126"/>
                  </a:lnTo>
                  <a:lnTo>
                    <a:pt x="1389" y="118"/>
                  </a:lnTo>
                  <a:lnTo>
                    <a:pt x="1368" y="106"/>
                  </a:lnTo>
                  <a:lnTo>
                    <a:pt x="1354" y="100"/>
                  </a:lnTo>
                  <a:lnTo>
                    <a:pt x="1344" y="96"/>
                  </a:lnTo>
                  <a:lnTo>
                    <a:pt x="1332" y="90"/>
                  </a:lnTo>
                  <a:lnTo>
                    <a:pt x="1329" y="91"/>
                  </a:lnTo>
                  <a:lnTo>
                    <a:pt x="1328" y="91"/>
                  </a:lnTo>
                  <a:lnTo>
                    <a:pt x="1326" y="92"/>
                  </a:lnTo>
                  <a:lnTo>
                    <a:pt x="1324" y="93"/>
                  </a:lnTo>
                  <a:lnTo>
                    <a:pt x="1321" y="96"/>
                  </a:lnTo>
                  <a:lnTo>
                    <a:pt x="1318" y="98"/>
                  </a:lnTo>
                  <a:lnTo>
                    <a:pt x="1312" y="103"/>
                  </a:lnTo>
                  <a:cubicBezTo>
                    <a:pt x="1259" y="153"/>
                    <a:pt x="1178" y="153"/>
                    <a:pt x="1114" y="126"/>
                  </a:cubicBezTo>
                  <a:lnTo>
                    <a:pt x="1102" y="116"/>
                  </a:lnTo>
                  <a:lnTo>
                    <a:pt x="1105" y="114"/>
                  </a:lnTo>
                  <a:cubicBezTo>
                    <a:pt x="1133" y="87"/>
                    <a:pt x="1121" y="37"/>
                    <a:pt x="1099" y="10"/>
                  </a:cubicBezTo>
                  <a:lnTo>
                    <a:pt x="1089" y="0"/>
                  </a:lnTo>
                  <a:lnTo>
                    <a:pt x="1088" y="2"/>
                  </a:lnTo>
                  <a:lnTo>
                    <a:pt x="1089" y="13"/>
                  </a:lnTo>
                  <a:cubicBezTo>
                    <a:pt x="1103" y="143"/>
                    <a:pt x="1035" y="75"/>
                    <a:pt x="948" y="121"/>
                  </a:cubicBezTo>
                  <a:lnTo>
                    <a:pt x="933" y="127"/>
                  </a:lnTo>
                  <a:lnTo>
                    <a:pt x="919" y="134"/>
                  </a:lnTo>
                  <a:cubicBezTo>
                    <a:pt x="869" y="160"/>
                    <a:pt x="824" y="204"/>
                    <a:pt x="813" y="261"/>
                  </a:cubicBezTo>
                  <a:lnTo>
                    <a:pt x="810" y="272"/>
                  </a:lnTo>
                  <a:lnTo>
                    <a:pt x="806" y="282"/>
                  </a:lnTo>
                  <a:lnTo>
                    <a:pt x="799" y="279"/>
                  </a:lnTo>
                  <a:lnTo>
                    <a:pt x="789" y="277"/>
                  </a:lnTo>
                  <a:lnTo>
                    <a:pt x="777" y="274"/>
                  </a:lnTo>
                  <a:lnTo>
                    <a:pt x="753" y="267"/>
                  </a:lnTo>
                  <a:lnTo>
                    <a:pt x="742" y="264"/>
                  </a:lnTo>
                  <a:lnTo>
                    <a:pt x="734" y="259"/>
                  </a:lnTo>
                  <a:lnTo>
                    <a:pt x="730" y="255"/>
                  </a:lnTo>
                  <a:lnTo>
                    <a:pt x="715" y="256"/>
                  </a:lnTo>
                  <a:lnTo>
                    <a:pt x="691" y="260"/>
                  </a:lnTo>
                  <a:lnTo>
                    <a:pt x="661" y="264"/>
                  </a:lnTo>
                  <a:cubicBezTo>
                    <a:pt x="558" y="276"/>
                    <a:pt x="455" y="287"/>
                    <a:pt x="352" y="302"/>
                  </a:cubicBezTo>
                  <a:lnTo>
                    <a:pt x="312" y="307"/>
                  </a:lnTo>
                  <a:lnTo>
                    <a:pt x="274" y="312"/>
                  </a:lnTo>
                  <a:lnTo>
                    <a:pt x="243" y="315"/>
                  </a:lnTo>
                  <a:lnTo>
                    <a:pt x="219" y="318"/>
                  </a:lnTo>
                  <a:lnTo>
                    <a:pt x="205" y="320"/>
                  </a:lnTo>
                  <a:lnTo>
                    <a:pt x="199" y="320"/>
                  </a:lnTo>
                  <a:lnTo>
                    <a:pt x="175" y="315"/>
                  </a:lnTo>
                  <a:lnTo>
                    <a:pt x="164" y="312"/>
                  </a:lnTo>
                  <a:lnTo>
                    <a:pt x="152" y="309"/>
                  </a:lnTo>
                  <a:lnTo>
                    <a:pt x="128" y="302"/>
                  </a:lnTo>
                  <a:lnTo>
                    <a:pt x="116" y="300"/>
                  </a:lnTo>
                  <a:cubicBezTo>
                    <a:pt x="88" y="294"/>
                    <a:pt x="62" y="285"/>
                    <a:pt x="33" y="280"/>
                  </a:cubicBezTo>
                  <a:lnTo>
                    <a:pt x="21" y="277"/>
                  </a:lnTo>
                  <a:lnTo>
                    <a:pt x="8" y="274"/>
                  </a:lnTo>
                  <a:lnTo>
                    <a:pt x="0" y="282"/>
                  </a:lnTo>
                  <a:lnTo>
                    <a:pt x="2" y="283"/>
                  </a:lnTo>
                  <a:cubicBezTo>
                    <a:pt x="54" y="297"/>
                    <a:pt x="109" y="315"/>
                    <a:pt x="162" y="327"/>
                  </a:cubicBezTo>
                  <a:lnTo>
                    <a:pt x="163" y="328"/>
                  </a:lnTo>
                  <a:lnTo>
                    <a:pt x="159" y="328"/>
                  </a:lnTo>
                  <a:lnTo>
                    <a:pt x="156" y="331"/>
                  </a:lnTo>
                  <a:lnTo>
                    <a:pt x="152" y="332"/>
                  </a:lnTo>
                  <a:lnTo>
                    <a:pt x="146" y="333"/>
                  </a:lnTo>
                  <a:lnTo>
                    <a:pt x="142" y="334"/>
                  </a:lnTo>
                  <a:lnTo>
                    <a:pt x="138" y="336"/>
                  </a:lnTo>
                  <a:lnTo>
                    <a:pt x="134" y="338"/>
                  </a:lnTo>
                  <a:lnTo>
                    <a:pt x="368" y="415"/>
                  </a:lnTo>
                  <a:lnTo>
                    <a:pt x="373" y="416"/>
                  </a:lnTo>
                  <a:lnTo>
                    <a:pt x="376" y="417"/>
                  </a:lnTo>
                  <a:lnTo>
                    <a:pt x="381" y="417"/>
                  </a:lnTo>
                  <a:lnTo>
                    <a:pt x="385" y="415"/>
                  </a:lnTo>
                  <a:lnTo>
                    <a:pt x="184" y="343"/>
                  </a:lnTo>
                  <a:lnTo>
                    <a:pt x="198" y="340"/>
                  </a:lnTo>
                  <a:lnTo>
                    <a:pt x="222" y="337"/>
                  </a:lnTo>
                  <a:cubicBezTo>
                    <a:pt x="351" y="316"/>
                    <a:pt x="481" y="300"/>
                    <a:pt x="610" y="282"/>
                  </a:cubicBezTo>
                  <a:lnTo>
                    <a:pt x="648" y="276"/>
                  </a:lnTo>
                  <a:lnTo>
                    <a:pt x="681" y="272"/>
                  </a:lnTo>
                  <a:cubicBezTo>
                    <a:pt x="737" y="260"/>
                    <a:pt x="734" y="268"/>
                    <a:pt x="786" y="291"/>
                  </a:cubicBezTo>
                  <a:lnTo>
                    <a:pt x="795" y="295"/>
                  </a:lnTo>
                  <a:lnTo>
                    <a:pt x="804" y="301"/>
                  </a:lnTo>
                  <a:lnTo>
                    <a:pt x="802" y="318"/>
                  </a:lnTo>
                  <a:lnTo>
                    <a:pt x="795" y="349"/>
                  </a:lnTo>
                  <a:lnTo>
                    <a:pt x="789" y="364"/>
                  </a:lnTo>
                  <a:lnTo>
                    <a:pt x="783" y="358"/>
                  </a:lnTo>
                  <a:cubicBezTo>
                    <a:pt x="773" y="351"/>
                    <a:pt x="757" y="335"/>
                    <a:pt x="746" y="331"/>
                  </a:cubicBezTo>
                  <a:lnTo>
                    <a:pt x="739" y="326"/>
                  </a:lnTo>
                  <a:lnTo>
                    <a:pt x="745" y="326"/>
                  </a:lnTo>
                  <a:lnTo>
                    <a:pt x="751" y="327"/>
                  </a:lnTo>
                  <a:lnTo>
                    <a:pt x="757" y="331"/>
                  </a:lnTo>
                  <a:lnTo>
                    <a:pt x="762" y="334"/>
                  </a:lnTo>
                  <a:lnTo>
                    <a:pt x="768" y="337"/>
                  </a:lnTo>
                  <a:lnTo>
                    <a:pt x="774" y="339"/>
                  </a:lnTo>
                  <a:lnTo>
                    <a:pt x="780" y="339"/>
                  </a:lnTo>
                  <a:lnTo>
                    <a:pt x="787" y="336"/>
                  </a:lnTo>
                  <a:lnTo>
                    <a:pt x="781" y="328"/>
                  </a:lnTo>
                  <a:cubicBezTo>
                    <a:pt x="766" y="313"/>
                    <a:pt x="745" y="300"/>
                    <a:pt x="726" y="292"/>
                  </a:cubicBezTo>
                  <a:lnTo>
                    <a:pt x="715" y="289"/>
                  </a:lnTo>
                  <a:lnTo>
                    <a:pt x="722" y="290"/>
                  </a:lnTo>
                  <a:lnTo>
                    <a:pt x="729" y="290"/>
                  </a:lnTo>
                  <a:cubicBezTo>
                    <a:pt x="742" y="292"/>
                    <a:pt x="751" y="293"/>
                    <a:pt x="763" y="298"/>
                  </a:cubicBezTo>
                  <a:lnTo>
                    <a:pt x="769" y="301"/>
                  </a:lnTo>
                  <a:lnTo>
                    <a:pt x="772" y="301"/>
                  </a:lnTo>
                  <a:lnTo>
                    <a:pt x="776" y="303"/>
                  </a:lnTo>
                  <a:lnTo>
                    <a:pt x="780" y="306"/>
                  </a:lnTo>
                  <a:lnTo>
                    <a:pt x="782" y="308"/>
                  </a:lnTo>
                  <a:lnTo>
                    <a:pt x="786" y="310"/>
                  </a:lnTo>
                  <a:lnTo>
                    <a:pt x="792" y="310"/>
                  </a:lnTo>
                  <a:lnTo>
                    <a:pt x="796" y="308"/>
                  </a:lnTo>
                  <a:lnTo>
                    <a:pt x="790" y="302"/>
                  </a:lnTo>
                  <a:cubicBezTo>
                    <a:pt x="774" y="289"/>
                    <a:pt x="736" y="280"/>
                    <a:pt x="716" y="279"/>
                  </a:cubicBezTo>
                  <a:lnTo>
                    <a:pt x="712" y="282"/>
                  </a:lnTo>
                  <a:lnTo>
                    <a:pt x="712" y="285"/>
                  </a:lnTo>
                  <a:lnTo>
                    <a:pt x="714" y="286"/>
                  </a:lnTo>
                  <a:lnTo>
                    <a:pt x="715" y="289"/>
                  </a:lnTo>
                  <a:lnTo>
                    <a:pt x="709" y="290"/>
                  </a:lnTo>
                  <a:lnTo>
                    <a:pt x="703" y="290"/>
                  </a:lnTo>
                  <a:lnTo>
                    <a:pt x="697" y="291"/>
                  </a:lnTo>
                  <a:lnTo>
                    <a:pt x="697" y="297"/>
                  </a:lnTo>
                  <a:lnTo>
                    <a:pt x="703" y="298"/>
                  </a:lnTo>
                  <a:cubicBezTo>
                    <a:pt x="716" y="303"/>
                    <a:pt x="730" y="302"/>
                    <a:pt x="744" y="312"/>
                  </a:cubicBezTo>
                  <a:lnTo>
                    <a:pt x="750" y="315"/>
                  </a:lnTo>
                  <a:lnTo>
                    <a:pt x="734" y="315"/>
                  </a:lnTo>
                  <a:lnTo>
                    <a:pt x="728" y="314"/>
                  </a:lnTo>
                  <a:lnTo>
                    <a:pt x="722" y="312"/>
                  </a:lnTo>
                  <a:lnTo>
                    <a:pt x="715" y="312"/>
                  </a:lnTo>
                  <a:lnTo>
                    <a:pt x="710" y="313"/>
                  </a:lnTo>
                  <a:lnTo>
                    <a:pt x="704" y="315"/>
                  </a:lnTo>
                  <a:lnTo>
                    <a:pt x="706" y="322"/>
                  </a:lnTo>
                  <a:cubicBezTo>
                    <a:pt x="719" y="334"/>
                    <a:pt x="736" y="341"/>
                    <a:pt x="746" y="352"/>
                  </a:cubicBezTo>
                  <a:lnTo>
                    <a:pt x="752" y="360"/>
                  </a:lnTo>
                  <a:lnTo>
                    <a:pt x="738" y="362"/>
                  </a:lnTo>
                  <a:cubicBezTo>
                    <a:pt x="710" y="366"/>
                    <a:pt x="682" y="375"/>
                    <a:pt x="654" y="379"/>
                  </a:cubicBezTo>
                  <a:lnTo>
                    <a:pt x="639" y="379"/>
                  </a:lnTo>
                  <a:lnTo>
                    <a:pt x="642" y="366"/>
                  </a:lnTo>
                  <a:cubicBezTo>
                    <a:pt x="645" y="348"/>
                    <a:pt x="644" y="318"/>
                    <a:pt x="627" y="307"/>
                  </a:cubicBezTo>
                  <a:lnTo>
                    <a:pt x="620" y="306"/>
                  </a:lnTo>
                  <a:lnTo>
                    <a:pt x="614" y="314"/>
                  </a:lnTo>
                  <a:lnTo>
                    <a:pt x="609" y="324"/>
                  </a:lnTo>
                  <a:lnTo>
                    <a:pt x="606" y="333"/>
                  </a:lnTo>
                  <a:lnTo>
                    <a:pt x="597" y="343"/>
                  </a:lnTo>
                  <a:lnTo>
                    <a:pt x="567" y="306"/>
                  </a:lnTo>
                  <a:lnTo>
                    <a:pt x="559" y="306"/>
                  </a:lnTo>
                  <a:lnTo>
                    <a:pt x="559" y="310"/>
                  </a:lnTo>
                  <a:cubicBezTo>
                    <a:pt x="567" y="319"/>
                    <a:pt x="587" y="352"/>
                    <a:pt x="589" y="363"/>
                  </a:cubicBezTo>
                  <a:lnTo>
                    <a:pt x="591" y="370"/>
                  </a:lnTo>
                  <a:lnTo>
                    <a:pt x="598" y="369"/>
                  </a:lnTo>
                  <a:cubicBezTo>
                    <a:pt x="609" y="365"/>
                    <a:pt x="617" y="356"/>
                    <a:pt x="621" y="345"/>
                  </a:cubicBezTo>
                  <a:lnTo>
                    <a:pt x="624" y="340"/>
                  </a:lnTo>
                  <a:lnTo>
                    <a:pt x="627" y="345"/>
                  </a:lnTo>
                  <a:cubicBezTo>
                    <a:pt x="625" y="371"/>
                    <a:pt x="609" y="392"/>
                    <a:pt x="598" y="415"/>
                  </a:cubicBezTo>
                  <a:lnTo>
                    <a:pt x="592" y="424"/>
                  </a:lnTo>
                  <a:lnTo>
                    <a:pt x="625" y="426"/>
                  </a:lnTo>
                  <a:lnTo>
                    <a:pt x="627" y="420"/>
                  </a:lnTo>
                  <a:lnTo>
                    <a:pt x="630" y="411"/>
                  </a:lnTo>
                  <a:lnTo>
                    <a:pt x="633" y="404"/>
                  </a:lnTo>
                  <a:lnTo>
                    <a:pt x="636" y="398"/>
                  </a:lnTo>
                  <a:lnTo>
                    <a:pt x="651" y="396"/>
                  </a:lnTo>
                  <a:cubicBezTo>
                    <a:pt x="683" y="390"/>
                    <a:pt x="718" y="383"/>
                    <a:pt x="750" y="376"/>
                  </a:cubicBezTo>
                  <a:lnTo>
                    <a:pt x="765" y="374"/>
                  </a:lnTo>
                  <a:lnTo>
                    <a:pt x="776" y="385"/>
                  </a:lnTo>
                  <a:lnTo>
                    <a:pt x="780" y="390"/>
                  </a:lnTo>
                  <a:lnTo>
                    <a:pt x="783" y="396"/>
                  </a:lnTo>
                  <a:lnTo>
                    <a:pt x="704" y="415"/>
                  </a:lnTo>
                  <a:lnTo>
                    <a:pt x="710" y="432"/>
                  </a:lnTo>
                  <a:lnTo>
                    <a:pt x="712" y="430"/>
                  </a:lnTo>
                  <a:cubicBezTo>
                    <a:pt x="731" y="426"/>
                    <a:pt x="750" y="421"/>
                    <a:pt x="769" y="415"/>
                  </a:cubicBezTo>
                  <a:lnTo>
                    <a:pt x="778" y="412"/>
                  </a:lnTo>
                  <a:lnTo>
                    <a:pt x="775" y="442"/>
                  </a:lnTo>
                  <a:lnTo>
                    <a:pt x="705" y="460"/>
                  </a:lnTo>
                </a:path>
              </a:pathLst>
            </a:custGeom>
            <a:solidFill>
              <a:srgbClr val="000000">
                <a:alpha val="100000"/>
              </a:srgbClr>
            </a:solidFill>
            <a:ln cap="flat">
              <a:noFill/>
              <a:prstDash val="solid"/>
              <a:miter lim="0"/>
            </a:ln>
          </p:spPr>
          <p:txBody>
            <a:bodyPr rtlCol="0"/>
            <a:lstStyle/>
            <a:p>
              <a:pPr algn="ctr"/>
              <a:endParaRPr lang="zh-CN" altLang="en-US" sz="1635"/>
            </a:p>
          </p:txBody>
        </p:sp>
      </p:grpSp>
      <p:graphicFrame>
        <p:nvGraphicFramePr>
          <p:cNvPr id="556" name="table 556"/>
          <p:cNvGraphicFramePr>
            <a:graphicFrameLocks noGrp="1"/>
          </p:cNvGraphicFramePr>
          <p:nvPr/>
        </p:nvGraphicFramePr>
        <p:xfrm>
          <a:off x="5864530" y="3116518"/>
          <a:ext cx="694055" cy="240030"/>
        </p:xfrm>
        <a:graphic>
          <a:graphicData uri="http://schemas.openxmlformats.org/drawingml/2006/table">
            <a:tbl>
              <a:tblPr>
                <a:solidFill>
                  <a:srgbClr val="C0C0C0"/>
                </a:solidFill>
              </a:tblPr>
              <a:tblGrid>
                <a:gridCol w="694055"/>
              </a:tblGrid>
              <a:tr h="240030">
                <a:tc>
                  <a:txBody>
                    <a:bodyPr/>
                    <a:lstStyle/>
                    <a:p>
                      <a:pPr algn="l" rtl="0" eaLnBrk="0">
                        <a:lnSpc>
                          <a:spcPct val="100000"/>
                        </a:lnSpc>
                      </a:pPr>
                      <a:endParaRPr lang="en-US" altLang="en-US" sz="905" dirty="0"/>
                    </a:p>
                  </a:txBody>
                  <a:tcPr marL="0" marR="0" marT="0" marB="0" vert="horz">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41275" cap="flat" cmpd="sng" algn="ctr">
                      <a:solidFill>
                        <a:srgbClr val="000000"/>
                      </a:solidFill>
                      <a:prstDash val="solid"/>
                      <a:round/>
                      <a:headEnd type="none" w="med" len="med"/>
                      <a:tailEnd type="none" w="med" len="med"/>
                    </a:lnB>
                    <a:solidFill>
                      <a:srgbClr val="C0C0C0"/>
                    </a:solidFill>
                  </a:tcPr>
                </a:tc>
              </a:tr>
            </a:tbl>
          </a:graphicData>
        </a:graphic>
      </p:graphicFrame>
      <p:pic>
        <p:nvPicPr>
          <p:cNvPr id="558" name="picture 558"/>
          <p:cNvPicPr>
            <a:picLocks noChangeAspect="1"/>
          </p:cNvPicPr>
          <p:nvPr/>
        </p:nvPicPr>
        <p:blipFill>
          <a:blip r:embed="rId5"/>
          <a:stretch>
            <a:fillRect/>
          </a:stretch>
        </p:blipFill>
        <p:spPr>
          <a:xfrm rot="21600000">
            <a:off x="5330132" y="3331171"/>
            <a:ext cx="642597" cy="536132"/>
          </a:xfrm>
          <a:prstGeom prst="rect">
            <a:avLst/>
          </a:prstGeom>
        </p:spPr>
      </p:pic>
      <p:sp>
        <p:nvSpPr>
          <p:cNvPr id="560" name="path"/>
          <p:cNvSpPr/>
          <p:nvPr/>
        </p:nvSpPr>
        <p:spPr>
          <a:xfrm>
            <a:off x="9516829" y="4067790"/>
            <a:ext cx="253028" cy="89182"/>
          </a:xfrm>
          <a:custGeom>
            <a:avLst/>
            <a:gdLst/>
            <a:ahLst/>
            <a:cxnLst/>
            <a:rect l="0" t="0" r="0" b="0"/>
            <a:pathLst>
              <a:path w="439" h="154">
                <a:moveTo>
                  <a:pt x="412" y="2"/>
                </a:moveTo>
                <a:lnTo>
                  <a:pt x="417" y="9"/>
                </a:lnTo>
                <a:cubicBezTo>
                  <a:pt x="426" y="30"/>
                  <a:pt x="432" y="34"/>
                  <a:pt x="438" y="58"/>
                </a:cubicBezTo>
                <a:lnTo>
                  <a:pt x="439" y="67"/>
                </a:lnTo>
                <a:lnTo>
                  <a:pt x="429" y="70"/>
                </a:lnTo>
                <a:lnTo>
                  <a:pt x="424" y="63"/>
                </a:lnTo>
                <a:lnTo>
                  <a:pt x="423" y="53"/>
                </a:lnTo>
                <a:lnTo>
                  <a:pt x="421" y="45"/>
                </a:lnTo>
                <a:lnTo>
                  <a:pt x="417" y="37"/>
                </a:lnTo>
                <a:lnTo>
                  <a:pt x="402" y="4"/>
                </a:lnTo>
                <a:lnTo>
                  <a:pt x="403" y="2"/>
                </a:lnTo>
                <a:lnTo>
                  <a:pt x="405" y="1"/>
                </a:lnTo>
                <a:lnTo>
                  <a:pt x="409" y="0"/>
                </a:lnTo>
              </a:path>
              <a:path w="439" h="154">
                <a:moveTo>
                  <a:pt x="378" y="2"/>
                </a:moveTo>
                <a:lnTo>
                  <a:pt x="384" y="8"/>
                </a:lnTo>
                <a:cubicBezTo>
                  <a:pt x="396" y="26"/>
                  <a:pt x="400" y="32"/>
                  <a:pt x="409" y="52"/>
                </a:cubicBezTo>
                <a:lnTo>
                  <a:pt x="411" y="61"/>
                </a:lnTo>
                <a:lnTo>
                  <a:pt x="408" y="61"/>
                </a:lnTo>
                <a:lnTo>
                  <a:pt x="406" y="62"/>
                </a:lnTo>
                <a:lnTo>
                  <a:pt x="404" y="63"/>
                </a:lnTo>
                <a:lnTo>
                  <a:pt x="402" y="63"/>
                </a:lnTo>
                <a:lnTo>
                  <a:pt x="397" y="56"/>
                </a:lnTo>
                <a:cubicBezTo>
                  <a:pt x="389" y="43"/>
                  <a:pt x="388" y="25"/>
                  <a:pt x="375" y="13"/>
                </a:cubicBezTo>
                <a:lnTo>
                  <a:pt x="368" y="7"/>
                </a:lnTo>
                <a:lnTo>
                  <a:pt x="369" y="5"/>
                </a:lnTo>
                <a:lnTo>
                  <a:pt x="372" y="3"/>
                </a:lnTo>
                <a:lnTo>
                  <a:pt x="374" y="2"/>
                </a:lnTo>
              </a:path>
              <a:path w="439" h="154">
                <a:moveTo>
                  <a:pt x="344" y="7"/>
                </a:moveTo>
                <a:lnTo>
                  <a:pt x="352" y="14"/>
                </a:lnTo>
                <a:cubicBezTo>
                  <a:pt x="371" y="31"/>
                  <a:pt x="377" y="33"/>
                  <a:pt x="383" y="58"/>
                </a:cubicBezTo>
                <a:lnTo>
                  <a:pt x="383" y="67"/>
                </a:lnTo>
                <a:lnTo>
                  <a:pt x="381" y="68"/>
                </a:lnTo>
                <a:lnTo>
                  <a:pt x="379" y="69"/>
                </a:lnTo>
                <a:lnTo>
                  <a:pt x="374" y="69"/>
                </a:lnTo>
                <a:lnTo>
                  <a:pt x="369" y="61"/>
                </a:lnTo>
                <a:cubicBezTo>
                  <a:pt x="361" y="45"/>
                  <a:pt x="359" y="28"/>
                  <a:pt x="344" y="16"/>
                </a:cubicBezTo>
                <a:lnTo>
                  <a:pt x="334" y="11"/>
                </a:lnTo>
                <a:lnTo>
                  <a:pt x="334" y="7"/>
                </a:lnTo>
              </a:path>
              <a:path w="439" h="154">
                <a:moveTo>
                  <a:pt x="345" y="43"/>
                </a:moveTo>
                <a:lnTo>
                  <a:pt x="352" y="56"/>
                </a:lnTo>
                <a:cubicBezTo>
                  <a:pt x="365" y="82"/>
                  <a:pt x="376" y="109"/>
                  <a:pt x="378" y="138"/>
                </a:cubicBezTo>
                <a:lnTo>
                  <a:pt x="380" y="151"/>
                </a:lnTo>
                <a:lnTo>
                  <a:pt x="374" y="153"/>
                </a:lnTo>
                <a:lnTo>
                  <a:pt x="369" y="154"/>
                </a:lnTo>
                <a:lnTo>
                  <a:pt x="361" y="154"/>
                </a:lnTo>
                <a:lnTo>
                  <a:pt x="354" y="150"/>
                </a:lnTo>
                <a:lnTo>
                  <a:pt x="351" y="146"/>
                </a:lnTo>
                <a:lnTo>
                  <a:pt x="350" y="142"/>
                </a:lnTo>
                <a:lnTo>
                  <a:pt x="346" y="139"/>
                </a:lnTo>
                <a:lnTo>
                  <a:pt x="346" y="134"/>
                </a:lnTo>
                <a:lnTo>
                  <a:pt x="345" y="130"/>
                </a:lnTo>
                <a:lnTo>
                  <a:pt x="345" y="126"/>
                </a:lnTo>
                <a:lnTo>
                  <a:pt x="334" y="127"/>
                </a:lnTo>
                <a:cubicBezTo>
                  <a:pt x="303" y="130"/>
                  <a:pt x="273" y="137"/>
                  <a:pt x="242" y="141"/>
                </a:cubicBezTo>
                <a:lnTo>
                  <a:pt x="0" y="66"/>
                </a:lnTo>
                <a:lnTo>
                  <a:pt x="3" y="63"/>
                </a:lnTo>
                <a:lnTo>
                  <a:pt x="3" y="53"/>
                </a:lnTo>
                <a:lnTo>
                  <a:pt x="246" y="128"/>
                </a:lnTo>
                <a:cubicBezTo>
                  <a:pt x="274" y="121"/>
                  <a:pt x="304" y="119"/>
                  <a:pt x="334" y="111"/>
                </a:cubicBezTo>
                <a:lnTo>
                  <a:pt x="345" y="108"/>
                </a:lnTo>
                <a:lnTo>
                  <a:pt x="344" y="96"/>
                </a:lnTo>
                <a:cubicBezTo>
                  <a:pt x="342" y="73"/>
                  <a:pt x="328" y="43"/>
                  <a:pt x="319" y="22"/>
                </a:cubicBezTo>
                <a:lnTo>
                  <a:pt x="316" y="20"/>
                </a:lnTo>
                <a:lnTo>
                  <a:pt x="322" y="21"/>
                </a:lnTo>
                <a:cubicBezTo>
                  <a:pt x="333" y="22"/>
                  <a:pt x="334" y="30"/>
                  <a:pt x="340" y="36"/>
                </a:cubicBezTo>
                <a:lnTo>
                  <a:pt x="343" y="3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562" name="path"/>
          <p:cNvSpPr/>
          <p:nvPr/>
        </p:nvSpPr>
        <p:spPr>
          <a:xfrm>
            <a:off x="9385478" y="4084999"/>
            <a:ext cx="945661" cy="294579"/>
          </a:xfrm>
          <a:custGeom>
            <a:avLst/>
            <a:gdLst/>
            <a:ahLst/>
            <a:cxnLst/>
            <a:rect l="0" t="0" r="0" b="0"/>
            <a:pathLst>
              <a:path w="1641" h="511">
                <a:moveTo>
                  <a:pt x="1118" y="4"/>
                </a:moveTo>
                <a:lnTo>
                  <a:pt x="1118" y="8"/>
                </a:lnTo>
                <a:lnTo>
                  <a:pt x="1117" y="12"/>
                </a:lnTo>
                <a:lnTo>
                  <a:pt x="1112" y="16"/>
                </a:lnTo>
                <a:lnTo>
                  <a:pt x="1107" y="22"/>
                </a:lnTo>
                <a:lnTo>
                  <a:pt x="1102" y="26"/>
                </a:lnTo>
                <a:lnTo>
                  <a:pt x="1094" y="34"/>
                </a:lnTo>
                <a:lnTo>
                  <a:pt x="1021" y="216"/>
                </a:lnTo>
                <a:lnTo>
                  <a:pt x="1015" y="223"/>
                </a:lnTo>
                <a:lnTo>
                  <a:pt x="1015" y="230"/>
                </a:lnTo>
                <a:lnTo>
                  <a:pt x="1016" y="237"/>
                </a:lnTo>
                <a:cubicBezTo>
                  <a:pt x="1025" y="259"/>
                  <a:pt x="1051" y="281"/>
                  <a:pt x="1030" y="310"/>
                </a:cubicBezTo>
                <a:lnTo>
                  <a:pt x="1018" y="318"/>
                </a:lnTo>
                <a:lnTo>
                  <a:pt x="1012" y="316"/>
                </a:lnTo>
                <a:lnTo>
                  <a:pt x="1011" y="310"/>
                </a:lnTo>
                <a:lnTo>
                  <a:pt x="1011" y="303"/>
                </a:lnTo>
                <a:lnTo>
                  <a:pt x="1016" y="297"/>
                </a:lnTo>
                <a:lnTo>
                  <a:pt x="1017" y="291"/>
                </a:lnTo>
                <a:lnTo>
                  <a:pt x="1016" y="285"/>
                </a:lnTo>
                <a:lnTo>
                  <a:pt x="1012" y="278"/>
                </a:lnTo>
                <a:lnTo>
                  <a:pt x="1005" y="268"/>
                </a:lnTo>
                <a:lnTo>
                  <a:pt x="1000" y="264"/>
                </a:lnTo>
                <a:lnTo>
                  <a:pt x="993" y="261"/>
                </a:lnTo>
                <a:lnTo>
                  <a:pt x="988" y="270"/>
                </a:lnTo>
                <a:cubicBezTo>
                  <a:pt x="975" y="286"/>
                  <a:pt x="962" y="303"/>
                  <a:pt x="945" y="316"/>
                </a:cubicBezTo>
                <a:lnTo>
                  <a:pt x="935" y="322"/>
                </a:lnTo>
                <a:lnTo>
                  <a:pt x="947" y="336"/>
                </a:lnTo>
                <a:cubicBezTo>
                  <a:pt x="1037" y="427"/>
                  <a:pt x="1164" y="472"/>
                  <a:pt x="1291" y="456"/>
                </a:cubicBezTo>
                <a:lnTo>
                  <a:pt x="1303" y="456"/>
                </a:lnTo>
                <a:lnTo>
                  <a:pt x="1300" y="459"/>
                </a:lnTo>
                <a:lnTo>
                  <a:pt x="1298" y="460"/>
                </a:lnTo>
                <a:cubicBezTo>
                  <a:pt x="1220" y="488"/>
                  <a:pt x="1052" y="469"/>
                  <a:pt x="985" y="412"/>
                </a:cubicBezTo>
                <a:lnTo>
                  <a:pt x="968" y="399"/>
                </a:lnTo>
                <a:lnTo>
                  <a:pt x="952" y="386"/>
                </a:lnTo>
                <a:lnTo>
                  <a:pt x="926" y="357"/>
                </a:lnTo>
                <a:lnTo>
                  <a:pt x="914" y="342"/>
                </a:lnTo>
                <a:lnTo>
                  <a:pt x="909" y="338"/>
                </a:lnTo>
                <a:lnTo>
                  <a:pt x="905" y="337"/>
                </a:lnTo>
                <a:lnTo>
                  <a:pt x="898" y="337"/>
                </a:lnTo>
                <a:lnTo>
                  <a:pt x="880" y="344"/>
                </a:lnTo>
                <a:cubicBezTo>
                  <a:pt x="846" y="350"/>
                  <a:pt x="827" y="353"/>
                  <a:pt x="797" y="375"/>
                </a:cubicBezTo>
                <a:lnTo>
                  <a:pt x="787" y="385"/>
                </a:lnTo>
                <a:lnTo>
                  <a:pt x="777" y="394"/>
                </a:lnTo>
                <a:lnTo>
                  <a:pt x="770" y="404"/>
                </a:lnTo>
                <a:lnTo>
                  <a:pt x="770" y="399"/>
                </a:lnTo>
                <a:lnTo>
                  <a:pt x="774" y="382"/>
                </a:lnTo>
                <a:lnTo>
                  <a:pt x="780" y="363"/>
                </a:lnTo>
                <a:lnTo>
                  <a:pt x="791" y="346"/>
                </a:lnTo>
                <a:lnTo>
                  <a:pt x="774" y="342"/>
                </a:lnTo>
                <a:lnTo>
                  <a:pt x="758" y="334"/>
                </a:lnTo>
                <a:cubicBezTo>
                  <a:pt x="641" y="281"/>
                  <a:pt x="709" y="254"/>
                  <a:pt x="562" y="304"/>
                </a:cubicBezTo>
                <a:lnTo>
                  <a:pt x="548" y="310"/>
                </a:lnTo>
                <a:lnTo>
                  <a:pt x="535" y="318"/>
                </a:lnTo>
                <a:cubicBezTo>
                  <a:pt x="490" y="341"/>
                  <a:pt x="444" y="375"/>
                  <a:pt x="422" y="422"/>
                </a:cubicBezTo>
                <a:lnTo>
                  <a:pt x="415" y="439"/>
                </a:lnTo>
                <a:lnTo>
                  <a:pt x="409" y="435"/>
                </a:lnTo>
                <a:lnTo>
                  <a:pt x="405" y="430"/>
                </a:lnTo>
                <a:cubicBezTo>
                  <a:pt x="377" y="371"/>
                  <a:pt x="461" y="314"/>
                  <a:pt x="507" y="296"/>
                </a:cubicBezTo>
                <a:lnTo>
                  <a:pt x="517" y="292"/>
                </a:lnTo>
                <a:lnTo>
                  <a:pt x="525" y="289"/>
                </a:lnTo>
                <a:cubicBezTo>
                  <a:pt x="562" y="278"/>
                  <a:pt x="595" y="271"/>
                  <a:pt x="632" y="264"/>
                </a:cubicBezTo>
                <a:lnTo>
                  <a:pt x="641" y="261"/>
                </a:lnTo>
                <a:lnTo>
                  <a:pt x="651" y="260"/>
                </a:lnTo>
                <a:lnTo>
                  <a:pt x="647" y="253"/>
                </a:lnTo>
                <a:cubicBezTo>
                  <a:pt x="637" y="238"/>
                  <a:pt x="626" y="223"/>
                  <a:pt x="617" y="206"/>
                </a:cubicBezTo>
                <a:lnTo>
                  <a:pt x="614" y="199"/>
                </a:lnTo>
                <a:lnTo>
                  <a:pt x="434" y="242"/>
                </a:lnTo>
                <a:cubicBezTo>
                  <a:pt x="292" y="202"/>
                  <a:pt x="148" y="167"/>
                  <a:pt x="5" y="130"/>
                </a:cubicBezTo>
                <a:lnTo>
                  <a:pt x="0" y="129"/>
                </a:lnTo>
                <a:lnTo>
                  <a:pt x="0" y="115"/>
                </a:lnTo>
                <a:lnTo>
                  <a:pt x="425" y="226"/>
                </a:lnTo>
                <a:lnTo>
                  <a:pt x="608" y="181"/>
                </a:lnTo>
                <a:lnTo>
                  <a:pt x="604" y="172"/>
                </a:lnTo>
                <a:lnTo>
                  <a:pt x="602" y="163"/>
                </a:lnTo>
                <a:lnTo>
                  <a:pt x="598" y="154"/>
                </a:lnTo>
                <a:lnTo>
                  <a:pt x="589" y="153"/>
                </a:lnTo>
                <a:lnTo>
                  <a:pt x="435" y="192"/>
                </a:lnTo>
                <a:cubicBezTo>
                  <a:pt x="404" y="193"/>
                  <a:pt x="326" y="171"/>
                  <a:pt x="294" y="166"/>
                </a:cubicBezTo>
                <a:lnTo>
                  <a:pt x="256" y="157"/>
                </a:lnTo>
                <a:lnTo>
                  <a:pt x="217" y="148"/>
                </a:lnTo>
                <a:cubicBezTo>
                  <a:pt x="149" y="131"/>
                  <a:pt x="80" y="115"/>
                  <a:pt x="11" y="99"/>
                </a:cubicBezTo>
                <a:lnTo>
                  <a:pt x="8" y="98"/>
                </a:lnTo>
                <a:lnTo>
                  <a:pt x="5" y="98"/>
                </a:lnTo>
                <a:lnTo>
                  <a:pt x="3" y="93"/>
                </a:lnTo>
                <a:lnTo>
                  <a:pt x="3" y="81"/>
                </a:lnTo>
                <a:lnTo>
                  <a:pt x="425" y="177"/>
                </a:lnTo>
                <a:lnTo>
                  <a:pt x="587" y="138"/>
                </a:lnTo>
                <a:cubicBezTo>
                  <a:pt x="610" y="123"/>
                  <a:pt x="631" y="118"/>
                  <a:pt x="656" y="108"/>
                </a:cubicBezTo>
                <a:lnTo>
                  <a:pt x="664" y="105"/>
                </a:lnTo>
                <a:lnTo>
                  <a:pt x="667" y="109"/>
                </a:lnTo>
                <a:lnTo>
                  <a:pt x="667" y="112"/>
                </a:lnTo>
                <a:lnTo>
                  <a:pt x="663" y="116"/>
                </a:lnTo>
                <a:cubicBezTo>
                  <a:pt x="649" y="126"/>
                  <a:pt x="627" y="142"/>
                  <a:pt x="630" y="160"/>
                </a:cubicBezTo>
                <a:lnTo>
                  <a:pt x="633" y="169"/>
                </a:lnTo>
                <a:lnTo>
                  <a:pt x="638" y="178"/>
                </a:lnTo>
                <a:cubicBezTo>
                  <a:pt x="670" y="224"/>
                  <a:pt x="695" y="252"/>
                  <a:pt x="736" y="289"/>
                </a:cubicBezTo>
                <a:lnTo>
                  <a:pt x="767" y="310"/>
                </a:lnTo>
                <a:lnTo>
                  <a:pt x="789" y="318"/>
                </a:lnTo>
                <a:cubicBezTo>
                  <a:pt x="825" y="327"/>
                  <a:pt x="857" y="330"/>
                  <a:pt x="890" y="308"/>
                </a:cubicBezTo>
                <a:lnTo>
                  <a:pt x="905" y="300"/>
                </a:lnTo>
                <a:lnTo>
                  <a:pt x="920" y="289"/>
                </a:lnTo>
                <a:lnTo>
                  <a:pt x="932" y="279"/>
                </a:lnTo>
                <a:lnTo>
                  <a:pt x="945" y="268"/>
                </a:lnTo>
                <a:lnTo>
                  <a:pt x="955" y="255"/>
                </a:lnTo>
                <a:lnTo>
                  <a:pt x="963" y="243"/>
                </a:lnTo>
                <a:lnTo>
                  <a:pt x="1064" y="20"/>
                </a:lnTo>
                <a:lnTo>
                  <a:pt x="1070" y="16"/>
                </a:lnTo>
                <a:lnTo>
                  <a:pt x="1076" y="12"/>
                </a:lnTo>
                <a:lnTo>
                  <a:pt x="1088" y="4"/>
                </a:lnTo>
                <a:lnTo>
                  <a:pt x="1095" y="2"/>
                </a:lnTo>
                <a:lnTo>
                  <a:pt x="1102" y="1"/>
                </a:lnTo>
                <a:lnTo>
                  <a:pt x="1110" y="2"/>
                </a:lnTo>
              </a:path>
              <a:path w="1641" h="511">
                <a:moveTo>
                  <a:pt x="1363" y="511"/>
                </a:moveTo>
                <a:lnTo>
                  <a:pt x="1342" y="511"/>
                </a:lnTo>
                <a:lnTo>
                  <a:pt x="1345" y="496"/>
                </a:lnTo>
                <a:lnTo>
                  <a:pt x="1352" y="458"/>
                </a:lnTo>
                <a:cubicBezTo>
                  <a:pt x="1369" y="359"/>
                  <a:pt x="1388" y="253"/>
                  <a:pt x="1417" y="157"/>
                </a:cubicBezTo>
                <a:lnTo>
                  <a:pt x="1430" y="124"/>
                </a:lnTo>
                <a:lnTo>
                  <a:pt x="1443" y="120"/>
                </a:lnTo>
                <a:cubicBezTo>
                  <a:pt x="1469" y="114"/>
                  <a:pt x="1499" y="106"/>
                  <a:pt x="1526" y="110"/>
                </a:cubicBezTo>
                <a:lnTo>
                  <a:pt x="1541" y="112"/>
                </a:lnTo>
                <a:lnTo>
                  <a:pt x="1557" y="117"/>
                </a:lnTo>
                <a:lnTo>
                  <a:pt x="1514" y="319"/>
                </a:lnTo>
                <a:lnTo>
                  <a:pt x="1526" y="315"/>
                </a:lnTo>
                <a:lnTo>
                  <a:pt x="1552" y="306"/>
                </a:lnTo>
                <a:lnTo>
                  <a:pt x="1565" y="300"/>
                </a:lnTo>
                <a:lnTo>
                  <a:pt x="1579" y="291"/>
                </a:lnTo>
                <a:lnTo>
                  <a:pt x="1588" y="284"/>
                </a:lnTo>
                <a:lnTo>
                  <a:pt x="1597" y="274"/>
                </a:lnTo>
                <a:lnTo>
                  <a:pt x="1603" y="266"/>
                </a:lnTo>
                <a:lnTo>
                  <a:pt x="1605" y="246"/>
                </a:lnTo>
                <a:lnTo>
                  <a:pt x="1611" y="199"/>
                </a:lnTo>
                <a:lnTo>
                  <a:pt x="1617" y="148"/>
                </a:lnTo>
                <a:cubicBezTo>
                  <a:pt x="1621" y="121"/>
                  <a:pt x="1621" y="96"/>
                  <a:pt x="1609" y="70"/>
                </a:cubicBezTo>
                <a:lnTo>
                  <a:pt x="1603" y="58"/>
                </a:lnTo>
                <a:lnTo>
                  <a:pt x="1595" y="48"/>
                </a:lnTo>
                <a:lnTo>
                  <a:pt x="1585" y="37"/>
                </a:lnTo>
                <a:lnTo>
                  <a:pt x="1573" y="28"/>
                </a:lnTo>
                <a:cubicBezTo>
                  <a:pt x="1541" y="22"/>
                  <a:pt x="1501" y="20"/>
                  <a:pt x="1468" y="20"/>
                </a:cubicBezTo>
                <a:lnTo>
                  <a:pt x="1448" y="21"/>
                </a:lnTo>
                <a:lnTo>
                  <a:pt x="1426" y="24"/>
                </a:lnTo>
                <a:cubicBezTo>
                  <a:pt x="1398" y="25"/>
                  <a:pt x="1355" y="34"/>
                  <a:pt x="1327" y="40"/>
                </a:cubicBezTo>
                <a:lnTo>
                  <a:pt x="1306" y="45"/>
                </a:lnTo>
                <a:lnTo>
                  <a:pt x="1287" y="51"/>
                </a:lnTo>
                <a:lnTo>
                  <a:pt x="1251" y="63"/>
                </a:lnTo>
                <a:lnTo>
                  <a:pt x="1223" y="74"/>
                </a:lnTo>
                <a:lnTo>
                  <a:pt x="1203" y="86"/>
                </a:lnTo>
                <a:cubicBezTo>
                  <a:pt x="1175" y="107"/>
                  <a:pt x="1171" y="119"/>
                  <a:pt x="1159" y="150"/>
                </a:cubicBezTo>
                <a:lnTo>
                  <a:pt x="1150" y="163"/>
                </a:lnTo>
                <a:lnTo>
                  <a:pt x="1130" y="265"/>
                </a:lnTo>
                <a:cubicBezTo>
                  <a:pt x="1132" y="287"/>
                  <a:pt x="1132" y="314"/>
                  <a:pt x="1144" y="333"/>
                </a:cubicBezTo>
                <a:lnTo>
                  <a:pt x="1153" y="345"/>
                </a:lnTo>
                <a:lnTo>
                  <a:pt x="1165" y="355"/>
                </a:lnTo>
                <a:lnTo>
                  <a:pt x="1179" y="363"/>
                </a:lnTo>
                <a:cubicBezTo>
                  <a:pt x="1229" y="379"/>
                  <a:pt x="1269" y="383"/>
                  <a:pt x="1321" y="374"/>
                </a:cubicBezTo>
                <a:lnTo>
                  <a:pt x="1342" y="369"/>
                </a:lnTo>
                <a:lnTo>
                  <a:pt x="1346" y="372"/>
                </a:lnTo>
                <a:lnTo>
                  <a:pt x="1346" y="376"/>
                </a:lnTo>
                <a:lnTo>
                  <a:pt x="1343" y="380"/>
                </a:lnTo>
                <a:lnTo>
                  <a:pt x="1342" y="384"/>
                </a:lnTo>
                <a:lnTo>
                  <a:pt x="1333" y="386"/>
                </a:lnTo>
                <a:lnTo>
                  <a:pt x="1322" y="388"/>
                </a:lnTo>
                <a:lnTo>
                  <a:pt x="1312" y="391"/>
                </a:lnTo>
                <a:cubicBezTo>
                  <a:pt x="1250" y="403"/>
                  <a:pt x="1149" y="397"/>
                  <a:pt x="1109" y="343"/>
                </a:cubicBezTo>
                <a:lnTo>
                  <a:pt x="1103" y="333"/>
                </a:lnTo>
                <a:lnTo>
                  <a:pt x="1097" y="302"/>
                </a:lnTo>
                <a:lnTo>
                  <a:pt x="1096" y="271"/>
                </a:lnTo>
                <a:cubicBezTo>
                  <a:pt x="1093" y="219"/>
                  <a:pt x="1120" y="113"/>
                  <a:pt x="1156" y="76"/>
                </a:cubicBezTo>
                <a:lnTo>
                  <a:pt x="1163" y="69"/>
                </a:lnTo>
                <a:lnTo>
                  <a:pt x="1171" y="64"/>
                </a:lnTo>
                <a:cubicBezTo>
                  <a:pt x="1198" y="45"/>
                  <a:pt x="1225" y="41"/>
                  <a:pt x="1257" y="34"/>
                </a:cubicBezTo>
                <a:lnTo>
                  <a:pt x="1270" y="32"/>
                </a:lnTo>
                <a:lnTo>
                  <a:pt x="1285" y="28"/>
                </a:lnTo>
                <a:lnTo>
                  <a:pt x="1300" y="26"/>
                </a:lnTo>
                <a:lnTo>
                  <a:pt x="1303" y="26"/>
                </a:lnTo>
                <a:lnTo>
                  <a:pt x="1306" y="25"/>
                </a:lnTo>
                <a:cubicBezTo>
                  <a:pt x="1391" y="15"/>
                  <a:pt x="1520" y="-15"/>
                  <a:pt x="1597" y="22"/>
                </a:cubicBezTo>
                <a:lnTo>
                  <a:pt x="1609" y="32"/>
                </a:lnTo>
                <a:lnTo>
                  <a:pt x="1619" y="43"/>
                </a:lnTo>
                <a:lnTo>
                  <a:pt x="1628" y="58"/>
                </a:lnTo>
                <a:cubicBezTo>
                  <a:pt x="1645" y="97"/>
                  <a:pt x="1633" y="178"/>
                  <a:pt x="1633" y="223"/>
                </a:cubicBezTo>
                <a:lnTo>
                  <a:pt x="1631" y="237"/>
                </a:lnTo>
                <a:lnTo>
                  <a:pt x="1630" y="253"/>
                </a:lnTo>
                <a:cubicBezTo>
                  <a:pt x="1621" y="303"/>
                  <a:pt x="1588" y="313"/>
                  <a:pt x="1547" y="331"/>
                </a:cubicBezTo>
                <a:lnTo>
                  <a:pt x="1538" y="336"/>
                </a:lnTo>
                <a:lnTo>
                  <a:pt x="1529" y="339"/>
                </a:lnTo>
                <a:lnTo>
                  <a:pt x="1520" y="343"/>
                </a:lnTo>
                <a:lnTo>
                  <a:pt x="1510" y="345"/>
                </a:lnTo>
                <a:lnTo>
                  <a:pt x="1473" y="511"/>
                </a:lnTo>
                <a:lnTo>
                  <a:pt x="1454" y="511"/>
                </a:lnTo>
                <a:lnTo>
                  <a:pt x="1537" y="124"/>
                </a:lnTo>
                <a:lnTo>
                  <a:pt x="1528" y="123"/>
                </a:lnTo>
                <a:cubicBezTo>
                  <a:pt x="1500" y="122"/>
                  <a:pt x="1472" y="129"/>
                  <a:pt x="1444" y="135"/>
                </a:cubicBezTo>
                <a:lnTo>
                  <a:pt x="1436" y="13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564" name="rect"/>
          <p:cNvSpPr/>
          <p:nvPr/>
        </p:nvSpPr>
        <p:spPr>
          <a:xfrm>
            <a:off x="7775357" y="2376794"/>
            <a:ext cx="45973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566" name="rect"/>
          <p:cNvSpPr/>
          <p:nvPr/>
        </p:nvSpPr>
        <p:spPr>
          <a:xfrm>
            <a:off x="7771912" y="2367594"/>
            <a:ext cx="467339" cy="361253"/>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568" name="textbox 568"/>
          <p:cNvSpPr/>
          <p:nvPr/>
        </p:nvSpPr>
        <p:spPr>
          <a:xfrm>
            <a:off x="6543647" y="2461367"/>
            <a:ext cx="1707586" cy="298423"/>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385"/>
              </a:lnSpc>
            </a:pPr>
            <a:r>
              <a:rPr sz="3630" kern="0" spc="4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63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5" b="1" kern="0" spc="470" dirty="0">
                <a:solidFill>
                  <a:srgbClr val="000000">
                    <a:alpha val="100000"/>
                  </a:srgbClr>
                </a:solidFill>
                <a:latin typeface="Times New Roman" panose="02020603050405020304"/>
                <a:ea typeface="Times New Roman" panose="02020603050405020304"/>
                <a:cs typeface="Times New Roman" panose="02020603050405020304"/>
              </a:rPr>
              <a:t>H  </a:t>
            </a:r>
            <a:endParaRPr lang="en-US" altLang="en-US" sz="1905" dirty="0"/>
          </a:p>
        </p:txBody>
      </p:sp>
      <p:sp>
        <p:nvSpPr>
          <p:cNvPr id="570" name="path"/>
          <p:cNvSpPr/>
          <p:nvPr/>
        </p:nvSpPr>
        <p:spPr>
          <a:xfrm>
            <a:off x="2237459" y="3960633"/>
            <a:ext cx="578304" cy="463191"/>
          </a:xfrm>
          <a:custGeom>
            <a:avLst/>
            <a:gdLst/>
            <a:ahLst/>
            <a:cxnLst/>
            <a:rect l="0" t="0" r="0" b="0"/>
            <a:pathLst>
              <a:path w="1003" h="803">
                <a:moveTo>
                  <a:pt x="5" y="314"/>
                </a:moveTo>
                <a:lnTo>
                  <a:pt x="9" y="338"/>
                </a:lnTo>
                <a:cubicBezTo>
                  <a:pt x="57" y="545"/>
                  <a:pt x="228" y="695"/>
                  <a:pt x="402" y="802"/>
                </a:cubicBezTo>
                <a:lnTo>
                  <a:pt x="407" y="803"/>
                </a:lnTo>
                <a:lnTo>
                  <a:pt x="412" y="799"/>
                </a:lnTo>
                <a:lnTo>
                  <a:pt x="409" y="795"/>
                </a:lnTo>
                <a:cubicBezTo>
                  <a:pt x="194" y="646"/>
                  <a:pt x="-12" y="401"/>
                  <a:pt x="23" y="122"/>
                </a:cubicBezTo>
                <a:lnTo>
                  <a:pt x="24" y="118"/>
                </a:lnTo>
                <a:lnTo>
                  <a:pt x="19" y="140"/>
                </a:lnTo>
                <a:lnTo>
                  <a:pt x="10" y="191"/>
                </a:lnTo>
                <a:lnTo>
                  <a:pt x="4" y="256"/>
                </a:lnTo>
              </a:path>
              <a:path w="1003" h="803">
                <a:moveTo>
                  <a:pt x="306" y="99"/>
                </a:moveTo>
                <a:lnTo>
                  <a:pt x="317" y="106"/>
                </a:lnTo>
                <a:lnTo>
                  <a:pt x="330" y="112"/>
                </a:lnTo>
                <a:cubicBezTo>
                  <a:pt x="382" y="138"/>
                  <a:pt x="431" y="170"/>
                  <a:pt x="478" y="203"/>
                </a:cubicBezTo>
                <a:lnTo>
                  <a:pt x="487" y="212"/>
                </a:lnTo>
                <a:lnTo>
                  <a:pt x="504" y="229"/>
                </a:lnTo>
                <a:cubicBezTo>
                  <a:pt x="613" y="332"/>
                  <a:pt x="556" y="385"/>
                  <a:pt x="481" y="479"/>
                </a:cubicBezTo>
                <a:lnTo>
                  <a:pt x="471" y="497"/>
                </a:lnTo>
                <a:lnTo>
                  <a:pt x="471" y="500"/>
                </a:lnTo>
                <a:lnTo>
                  <a:pt x="474" y="502"/>
                </a:lnTo>
                <a:lnTo>
                  <a:pt x="481" y="500"/>
                </a:lnTo>
                <a:cubicBezTo>
                  <a:pt x="513" y="447"/>
                  <a:pt x="584" y="408"/>
                  <a:pt x="589" y="339"/>
                </a:cubicBezTo>
                <a:lnTo>
                  <a:pt x="587" y="320"/>
                </a:lnTo>
                <a:lnTo>
                  <a:pt x="582" y="301"/>
                </a:lnTo>
                <a:cubicBezTo>
                  <a:pt x="566" y="256"/>
                  <a:pt x="513" y="208"/>
                  <a:pt x="473" y="184"/>
                </a:cubicBezTo>
                <a:lnTo>
                  <a:pt x="460" y="176"/>
                </a:lnTo>
                <a:lnTo>
                  <a:pt x="449" y="169"/>
                </a:lnTo>
                <a:lnTo>
                  <a:pt x="437" y="163"/>
                </a:lnTo>
                <a:lnTo>
                  <a:pt x="424" y="155"/>
                </a:lnTo>
                <a:cubicBezTo>
                  <a:pt x="383" y="135"/>
                  <a:pt x="343" y="114"/>
                  <a:pt x="305" y="89"/>
                </a:cubicBezTo>
                <a:lnTo>
                  <a:pt x="286" y="80"/>
                </a:lnTo>
                <a:lnTo>
                  <a:pt x="265" y="69"/>
                </a:lnTo>
                <a:cubicBezTo>
                  <a:pt x="213" y="45"/>
                  <a:pt x="158" y="29"/>
                  <a:pt x="102" y="17"/>
                </a:cubicBezTo>
                <a:lnTo>
                  <a:pt x="96" y="15"/>
                </a:lnTo>
                <a:lnTo>
                  <a:pt x="90" y="15"/>
                </a:lnTo>
                <a:lnTo>
                  <a:pt x="91" y="15"/>
                </a:lnTo>
                <a:cubicBezTo>
                  <a:pt x="153" y="37"/>
                  <a:pt x="218" y="60"/>
                  <a:pt x="277" y="87"/>
                </a:cubicBezTo>
                <a:lnTo>
                  <a:pt x="293" y="93"/>
                </a:lnTo>
              </a:path>
              <a:path w="1003" h="803">
                <a:moveTo>
                  <a:pt x="623" y="0"/>
                </a:moveTo>
                <a:lnTo>
                  <a:pt x="635" y="13"/>
                </a:lnTo>
                <a:cubicBezTo>
                  <a:pt x="796" y="149"/>
                  <a:pt x="843" y="223"/>
                  <a:pt x="903" y="436"/>
                </a:cubicBezTo>
                <a:lnTo>
                  <a:pt x="905" y="442"/>
                </a:lnTo>
                <a:lnTo>
                  <a:pt x="901" y="411"/>
                </a:lnTo>
                <a:cubicBezTo>
                  <a:pt x="858" y="210"/>
                  <a:pt x="788" y="113"/>
                  <a:pt x="624" y="0"/>
                </a:cubicBezTo>
                <a:lnTo>
                  <a:pt x="623" y="0"/>
                </a:lnTo>
              </a:path>
              <a:path w="1003" h="803">
                <a:moveTo>
                  <a:pt x="423" y="686"/>
                </a:moveTo>
                <a:lnTo>
                  <a:pt x="426" y="674"/>
                </a:lnTo>
                <a:lnTo>
                  <a:pt x="429" y="655"/>
                </a:lnTo>
                <a:cubicBezTo>
                  <a:pt x="410" y="512"/>
                  <a:pt x="553" y="526"/>
                  <a:pt x="647" y="553"/>
                </a:cubicBezTo>
                <a:lnTo>
                  <a:pt x="663" y="559"/>
                </a:lnTo>
                <a:lnTo>
                  <a:pt x="676" y="565"/>
                </a:lnTo>
                <a:lnTo>
                  <a:pt x="691" y="571"/>
                </a:lnTo>
                <a:cubicBezTo>
                  <a:pt x="729" y="587"/>
                  <a:pt x="766" y="609"/>
                  <a:pt x="807" y="617"/>
                </a:cubicBezTo>
                <a:lnTo>
                  <a:pt x="821" y="621"/>
                </a:lnTo>
                <a:lnTo>
                  <a:pt x="838" y="626"/>
                </a:lnTo>
                <a:cubicBezTo>
                  <a:pt x="878" y="635"/>
                  <a:pt x="925" y="638"/>
                  <a:pt x="966" y="641"/>
                </a:cubicBezTo>
                <a:lnTo>
                  <a:pt x="1002" y="641"/>
                </a:lnTo>
                <a:lnTo>
                  <a:pt x="1003" y="639"/>
                </a:lnTo>
                <a:lnTo>
                  <a:pt x="1003" y="638"/>
                </a:lnTo>
                <a:lnTo>
                  <a:pt x="1002" y="637"/>
                </a:lnTo>
                <a:cubicBezTo>
                  <a:pt x="947" y="631"/>
                  <a:pt x="899" y="625"/>
                  <a:pt x="845" y="611"/>
                </a:cubicBezTo>
                <a:lnTo>
                  <a:pt x="829" y="607"/>
                </a:lnTo>
                <a:lnTo>
                  <a:pt x="815" y="602"/>
                </a:lnTo>
                <a:cubicBezTo>
                  <a:pt x="771" y="587"/>
                  <a:pt x="724" y="560"/>
                  <a:pt x="682" y="542"/>
                </a:cubicBezTo>
                <a:lnTo>
                  <a:pt x="669" y="536"/>
                </a:lnTo>
                <a:lnTo>
                  <a:pt x="642" y="526"/>
                </a:lnTo>
                <a:cubicBezTo>
                  <a:pt x="565" y="494"/>
                  <a:pt x="394" y="506"/>
                  <a:pt x="419" y="627"/>
                </a:cubicBezTo>
                <a:lnTo>
                  <a:pt x="420" y="651"/>
                </a:lnTo>
                <a:lnTo>
                  <a:pt x="418" y="670"/>
                </a:lnTo>
                <a:lnTo>
                  <a:pt x="402" y="671"/>
                </a:lnTo>
                <a:cubicBezTo>
                  <a:pt x="386" y="665"/>
                  <a:pt x="374" y="653"/>
                  <a:pt x="360" y="644"/>
                </a:cubicBezTo>
                <a:lnTo>
                  <a:pt x="359" y="644"/>
                </a:lnTo>
                <a:lnTo>
                  <a:pt x="361" y="646"/>
                </a:lnTo>
                <a:cubicBezTo>
                  <a:pt x="376" y="660"/>
                  <a:pt x="383" y="678"/>
                  <a:pt x="405" y="687"/>
                </a:cubicBezTo>
                <a:lnTo>
                  <a:pt x="414" y="68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572" name="path"/>
          <p:cNvSpPr/>
          <p:nvPr/>
        </p:nvSpPr>
        <p:spPr>
          <a:xfrm>
            <a:off x="9460832" y="3676496"/>
            <a:ext cx="755176" cy="322851"/>
          </a:xfrm>
          <a:custGeom>
            <a:avLst/>
            <a:gdLst/>
            <a:ahLst/>
            <a:cxnLst/>
            <a:rect l="0" t="0" r="0" b="0"/>
            <a:pathLst>
              <a:path w="1310" h="560">
                <a:moveTo>
                  <a:pt x="700" y="457"/>
                </a:moveTo>
                <a:lnTo>
                  <a:pt x="722" y="27"/>
                </a:lnTo>
                <a:lnTo>
                  <a:pt x="136" y="21"/>
                </a:lnTo>
                <a:lnTo>
                  <a:pt x="152" y="490"/>
                </a:lnTo>
                <a:lnTo>
                  <a:pt x="148" y="493"/>
                </a:lnTo>
                <a:lnTo>
                  <a:pt x="141" y="494"/>
                </a:lnTo>
                <a:lnTo>
                  <a:pt x="135" y="495"/>
                </a:lnTo>
                <a:lnTo>
                  <a:pt x="131" y="494"/>
                </a:lnTo>
                <a:lnTo>
                  <a:pt x="104" y="33"/>
                </a:lnTo>
                <a:lnTo>
                  <a:pt x="17" y="92"/>
                </a:lnTo>
                <a:lnTo>
                  <a:pt x="20" y="161"/>
                </a:lnTo>
                <a:lnTo>
                  <a:pt x="34" y="467"/>
                </a:lnTo>
                <a:lnTo>
                  <a:pt x="39" y="539"/>
                </a:lnTo>
                <a:lnTo>
                  <a:pt x="51" y="536"/>
                </a:lnTo>
                <a:cubicBezTo>
                  <a:pt x="75" y="527"/>
                  <a:pt x="101" y="521"/>
                  <a:pt x="125" y="513"/>
                </a:cubicBezTo>
                <a:lnTo>
                  <a:pt x="129" y="513"/>
                </a:lnTo>
                <a:lnTo>
                  <a:pt x="117" y="519"/>
                </a:lnTo>
                <a:cubicBezTo>
                  <a:pt x="97" y="532"/>
                  <a:pt x="58" y="543"/>
                  <a:pt x="35" y="554"/>
                </a:cubicBezTo>
                <a:lnTo>
                  <a:pt x="23" y="560"/>
                </a:lnTo>
                <a:lnTo>
                  <a:pt x="19" y="539"/>
                </a:lnTo>
                <a:cubicBezTo>
                  <a:pt x="5" y="400"/>
                  <a:pt x="2" y="250"/>
                  <a:pt x="0" y="109"/>
                </a:cubicBezTo>
                <a:lnTo>
                  <a:pt x="1" y="80"/>
                </a:lnTo>
                <a:lnTo>
                  <a:pt x="110" y="0"/>
                </a:lnTo>
                <a:lnTo>
                  <a:pt x="743" y="11"/>
                </a:lnTo>
                <a:lnTo>
                  <a:pt x="743" y="31"/>
                </a:lnTo>
                <a:cubicBezTo>
                  <a:pt x="735" y="170"/>
                  <a:pt x="727" y="308"/>
                  <a:pt x="718" y="447"/>
                </a:cubicBezTo>
                <a:lnTo>
                  <a:pt x="716" y="465"/>
                </a:lnTo>
              </a:path>
              <a:path w="1310" h="560">
                <a:moveTo>
                  <a:pt x="1261" y="470"/>
                </a:moveTo>
                <a:lnTo>
                  <a:pt x="1255" y="467"/>
                </a:lnTo>
                <a:lnTo>
                  <a:pt x="1251" y="466"/>
                </a:lnTo>
                <a:cubicBezTo>
                  <a:pt x="1217" y="431"/>
                  <a:pt x="1202" y="397"/>
                  <a:pt x="1191" y="349"/>
                </a:cubicBezTo>
                <a:lnTo>
                  <a:pt x="1188" y="334"/>
                </a:lnTo>
                <a:lnTo>
                  <a:pt x="1178" y="330"/>
                </a:lnTo>
                <a:lnTo>
                  <a:pt x="1130" y="300"/>
                </a:lnTo>
                <a:lnTo>
                  <a:pt x="1115" y="285"/>
                </a:lnTo>
                <a:cubicBezTo>
                  <a:pt x="1099" y="286"/>
                  <a:pt x="1084" y="280"/>
                  <a:pt x="1070" y="272"/>
                </a:cubicBezTo>
                <a:lnTo>
                  <a:pt x="1059" y="265"/>
                </a:lnTo>
                <a:lnTo>
                  <a:pt x="1057" y="263"/>
                </a:lnTo>
                <a:lnTo>
                  <a:pt x="1061" y="262"/>
                </a:lnTo>
                <a:lnTo>
                  <a:pt x="1065" y="263"/>
                </a:lnTo>
                <a:lnTo>
                  <a:pt x="1069" y="263"/>
                </a:lnTo>
                <a:cubicBezTo>
                  <a:pt x="1077" y="264"/>
                  <a:pt x="1083" y="266"/>
                  <a:pt x="1093" y="263"/>
                </a:cubicBezTo>
                <a:lnTo>
                  <a:pt x="1105" y="255"/>
                </a:lnTo>
                <a:lnTo>
                  <a:pt x="1111" y="247"/>
                </a:lnTo>
                <a:cubicBezTo>
                  <a:pt x="1121" y="224"/>
                  <a:pt x="1115" y="222"/>
                  <a:pt x="1111" y="201"/>
                </a:cubicBezTo>
                <a:lnTo>
                  <a:pt x="1107" y="196"/>
                </a:lnTo>
                <a:lnTo>
                  <a:pt x="1098" y="187"/>
                </a:lnTo>
                <a:lnTo>
                  <a:pt x="1090" y="183"/>
                </a:lnTo>
                <a:cubicBezTo>
                  <a:pt x="1069" y="179"/>
                  <a:pt x="1047" y="178"/>
                  <a:pt x="1025" y="173"/>
                </a:cubicBezTo>
                <a:lnTo>
                  <a:pt x="1012" y="172"/>
                </a:lnTo>
                <a:lnTo>
                  <a:pt x="1000" y="170"/>
                </a:lnTo>
                <a:cubicBezTo>
                  <a:pt x="975" y="165"/>
                  <a:pt x="952" y="162"/>
                  <a:pt x="927" y="153"/>
                </a:cubicBezTo>
                <a:lnTo>
                  <a:pt x="915" y="148"/>
                </a:lnTo>
                <a:lnTo>
                  <a:pt x="904" y="142"/>
                </a:lnTo>
                <a:lnTo>
                  <a:pt x="894" y="137"/>
                </a:lnTo>
                <a:lnTo>
                  <a:pt x="886" y="159"/>
                </a:lnTo>
                <a:lnTo>
                  <a:pt x="880" y="182"/>
                </a:lnTo>
                <a:cubicBezTo>
                  <a:pt x="865" y="241"/>
                  <a:pt x="872" y="315"/>
                  <a:pt x="919" y="360"/>
                </a:cubicBezTo>
                <a:lnTo>
                  <a:pt x="930" y="371"/>
                </a:lnTo>
                <a:lnTo>
                  <a:pt x="941" y="381"/>
                </a:lnTo>
                <a:cubicBezTo>
                  <a:pt x="967" y="401"/>
                  <a:pt x="986" y="408"/>
                  <a:pt x="1015" y="397"/>
                </a:cubicBezTo>
                <a:lnTo>
                  <a:pt x="1017" y="398"/>
                </a:lnTo>
                <a:lnTo>
                  <a:pt x="1020" y="400"/>
                </a:lnTo>
                <a:lnTo>
                  <a:pt x="1015" y="404"/>
                </a:lnTo>
                <a:cubicBezTo>
                  <a:pt x="930" y="430"/>
                  <a:pt x="831" y="319"/>
                  <a:pt x="840" y="235"/>
                </a:cubicBezTo>
                <a:lnTo>
                  <a:pt x="840" y="189"/>
                </a:lnTo>
                <a:lnTo>
                  <a:pt x="834" y="189"/>
                </a:lnTo>
                <a:cubicBezTo>
                  <a:pt x="818" y="190"/>
                  <a:pt x="816" y="188"/>
                  <a:pt x="802" y="183"/>
                </a:cubicBezTo>
                <a:lnTo>
                  <a:pt x="800" y="180"/>
                </a:lnTo>
                <a:lnTo>
                  <a:pt x="842" y="169"/>
                </a:lnTo>
                <a:lnTo>
                  <a:pt x="849" y="140"/>
                </a:lnTo>
                <a:lnTo>
                  <a:pt x="854" y="125"/>
                </a:lnTo>
                <a:lnTo>
                  <a:pt x="866" y="113"/>
                </a:lnTo>
                <a:lnTo>
                  <a:pt x="859" y="107"/>
                </a:lnTo>
                <a:cubicBezTo>
                  <a:pt x="822" y="63"/>
                  <a:pt x="851" y="29"/>
                  <a:pt x="894" y="8"/>
                </a:cubicBezTo>
                <a:lnTo>
                  <a:pt x="903" y="4"/>
                </a:lnTo>
                <a:lnTo>
                  <a:pt x="908" y="8"/>
                </a:lnTo>
                <a:lnTo>
                  <a:pt x="909" y="13"/>
                </a:lnTo>
                <a:lnTo>
                  <a:pt x="905" y="16"/>
                </a:lnTo>
                <a:lnTo>
                  <a:pt x="901" y="20"/>
                </a:lnTo>
                <a:lnTo>
                  <a:pt x="895" y="22"/>
                </a:lnTo>
                <a:lnTo>
                  <a:pt x="890" y="27"/>
                </a:lnTo>
                <a:lnTo>
                  <a:pt x="884" y="31"/>
                </a:lnTo>
                <a:lnTo>
                  <a:pt x="881" y="35"/>
                </a:lnTo>
                <a:lnTo>
                  <a:pt x="877" y="50"/>
                </a:lnTo>
                <a:lnTo>
                  <a:pt x="878" y="67"/>
                </a:lnTo>
                <a:lnTo>
                  <a:pt x="883" y="82"/>
                </a:lnTo>
                <a:lnTo>
                  <a:pt x="891" y="97"/>
                </a:lnTo>
                <a:lnTo>
                  <a:pt x="903" y="107"/>
                </a:lnTo>
                <a:lnTo>
                  <a:pt x="915" y="116"/>
                </a:lnTo>
                <a:lnTo>
                  <a:pt x="930" y="124"/>
                </a:lnTo>
                <a:cubicBezTo>
                  <a:pt x="967" y="143"/>
                  <a:pt x="1014" y="147"/>
                  <a:pt x="1055" y="155"/>
                </a:cubicBezTo>
                <a:lnTo>
                  <a:pt x="1072" y="159"/>
                </a:lnTo>
                <a:lnTo>
                  <a:pt x="1088" y="163"/>
                </a:lnTo>
                <a:lnTo>
                  <a:pt x="1104" y="167"/>
                </a:lnTo>
                <a:lnTo>
                  <a:pt x="1118" y="173"/>
                </a:lnTo>
                <a:cubicBezTo>
                  <a:pt x="1146" y="190"/>
                  <a:pt x="1166" y="175"/>
                  <a:pt x="1197" y="212"/>
                </a:cubicBezTo>
                <a:lnTo>
                  <a:pt x="1203" y="219"/>
                </a:lnTo>
                <a:lnTo>
                  <a:pt x="1205" y="226"/>
                </a:lnTo>
                <a:lnTo>
                  <a:pt x="1204" y="233"/>
                </a:lnTo>
                <a:lnTo>
                  <a:pt x="1200" y="240"/>
                </a:lnTo>
                <a:lnTo>
                  <a:pt x="1192" y="245"/>
                </a:lnTo>
                <a:lnTo>
                  <a:pt x="1188" y="245"/>
                </a:lnTo>
                <a:lnTo>
                  <a:pt x="1181" y="243"/>
                </a:lnTo>
                <a:lnTo>
                  <a:pt x="1175" y="241"/>
                </a:lnTo>
                <a:lnTo>
                  <a:pt x="1171" y="238"/>
                </a:lnTo>
                <a:lnTo>
                  <a:pt x="1166" y="235"/>
                </a:lnTo>
                <a:lnTo>
                  <a:pt x="1161" y="231"/>
                </a:lnTo>
                <a:lnTo>
                  <a:pt x="1159" y="230"/>
                </a:lnTo>
                <a:lnTo>
                  <a:pt x="1158" y="229"/>
                </a:lnTo>
                <a:lnTo>
                  <a:pt x="1162" y="231"/>
                </a:lnTo>
                <a:cubicBezTo>
                  <a:pt x="1173" y="235"/>
                  <a:pt x="1182" y="242"/>
                  <a:pt x="1186" y="226"/>
                </a:cubicBezTo>
                <a:lnTo>
                  <a:pt x="1186" y="221"/>
                </a:lnTo>
                <a:lnTo>
                  <a:pt x="1180" y="218"/>
                </a:lnTo>
                <a:cubicBezTo>
                  <a:pt x="1169" y="208"/>
                  <a:pt x="1156" y="201"/>
                  <a:pt x="1142" y="197"/>
                </a:cubicBezTo>
                <a:lnTo>
                  <a:pt x="1135" y="197"/>
                </a:lnTo>
                <a:lnTo>
                  <a:pt x="1140" y="210"/>
                </a:lnTo>
                <a:lnTo>
                  <a:pt x="1142" y="224"/>
                </a:lnTo>
                <a:cubicBezTo>
                  <a:pt x="1147" y="272"/>
                  <a:pt x="1141" y="277"/>
                  <a:pt x="1181" y="309"/>
                </a:cubicBezTo>
                <a:lnTo>
                  <a:pt x="1203" y="326"/>
                </a:lnTo>
                <a:lnTo>
                  <a:pt x="1216" y="334"/>
                </a:lnTo>
                <a:lnTo>
                  <a:pt x="1230" y="340"/>
                </a:lnTo>
                <a:lnTo>
                  <a:pt x="1243" y="345"/>
                </a:lnTo>
                <a:lnTo>
                  <a:pt x="1257" y="347"/>
                </a:lnTo>
                <a:lnTo>
                  <a:pt x="1274" y="346"/>
                </a:lnTo>
                <a:lnTo>
                  <a:pt x="1276" y="344"/>
                </a:lnTo>
                <a:lnTo>
                  <a:pt x="1280" y="343"/>
                </a:lnTo>
                <a:lnTo>
                  <a:pt x="1284" y="341"/>
                </a:lnTo>
                <a:lnTo>
                  <a:pt x="1286" y="339"/>
                </a:lnTo>
                <a:lnTo>
                  <a:pt x="1282" y="337"/>
                </a:lnTo>
                <a:lnTo>
                  <a:pt x="1279" y="335"/>
                </a:lnTo>
                <a:lnTo>
                  <a:pt x="1275" y="334"/>
                </a:lnTo>
                <a:lnTo>
                  <a:pt x="1274" y="331"/>
                </a:lnTo>
                <a:lnTo>
                  <a:pt x="1279" y="328"/>
                </a:lnTo>
                <a:cubicBezTo>
                  <a:pt x="1331" y="315"/>
                  <a:pt x="1310" y="398"/>
                  <a:pt x="1216" y="351"/>
                </a:cubicBezTo>
                <a:lnTo>
                  <a:pt x="1209" y="349"/>
                </a:lnTo>
                <a:lnTo>
                  <a:pt x="1215" y="361"/>
                </a:lnTo>
                <a:cubicBezTo>
                  <a:pt x="1227" y="387"/>
                  <a:pt x="1244" y="410"/>
                  <a:pt x="1262" y="433"/>
                </a:cubicBezTo>
                <a:lnTo>
                  <a:pt x="1273" y="443"/>
                </a:lnTo>
              </a:path>
            </a:pathLst>
          </a:custGeom>
          <a:solidFill>
            <a:srgbClr val="000000">
              <a:alpha val="100000"/>
            </a:srgbClr>
          </a:solidFill>
          <a:ln cap="flat">
            <a:noFill/>
            <a:prstDash val="solid"/>
            <a:miter lim="0"/>
          </a:ln>
        </p:spPr>
        <p:txBody>
          <a:bodyPr rtlCol="0"/>
          <a:lstStyle/>
          <a:p>
            <a:pPr algn="ctr"/>
            <a:endParaRPr lang="zh-CN" altLang="en-US" sz="1635"/>
          </a:p>
        </p:txBody>
      </p:sp>
      <p:grpSp>
        <p:nvGrpSpPr>
          <p:cNvPr id="44" name="group 44"/>
          <p:cNvGrpSpPr/>
          <p:nvPr/>
        </p:nvGrpSpPr>
        <p:grpSpPr>
          <a:xfrm rot="21600000">
            <a:off x="3071755" y="3894761"/>
            <a:ext cx="390501" cy="589900"/>
            <a:chOff x="0" y="0"/>
            <a:chExt cx="430419" cy="650201"/>
          </a:xfrm>
        </p:grpSpPr>
        <p:sp>
          <p:nvSpPr>
            <p:cNvPr id="574" name="path"/>
            <p:cNvSpPr/>
            <p:nvPr/>
          </p:nvSpPr>
          <p:spPr>
            <a:xfrm>
              <a:off x="0" y="0"/>
              <a:ext cx="430419" cy="650201"/>
            </a:xfrm>
            <a:custGeom>
              <a:avLst/>
              <a:gdLst/>
              <a:ahLst/>
              <a:cxnLst/>
              <a:rect l="0" t="0" r="0" b="0"/>
              <a:pathLst>
                <a:path w="677" h="1023">
                  <a:moveTo>
                    <a:pt x="161" y="73"/>
                  </a:moveTo>
                  <a:lnTo>
                    <a:pt x="159" y="77"/>
                  </a:lnTo>
                  <a:lnTo>
                    <a:pt x="150" y="90"/>
                  </a:lnTo>
                  <a:lnTo>
                    <a:pt x="140" y="108"/>
                  </a:lnTo>
                  <a:cubicBezTo>
                    <a:pt x="62" y="230"/>
                    <a:pt x="-40" y="442"/>
                    <a:pt x="24" y="585"/>
                  </a:cubicBezTo>
                  <a:lnTo>
                    <a:pt x="47" y="623"/>
                  </a:lnTo>
                  <a:lnTo>
                    <a:pt x="89" y="686"/>
                  </a:lnTo>
                  <a:cubicBezTo>
                    <a:pt x="208" y="891"/>
                    <a:pt x="17" y="873"/>
                    <a:pt x="69" y="927"/>
                  </a:cubicBezTo>
                  <a:lnTo>
                    <a:pt x="78" y="936"/>
                  </a:lnTo>
                  <a:lnTo>
                    <a:pt x="89" y="944"/>
                  </a:lnTo>
                  <a:lnTo>
                    <a:pt x="101" y="951"/>
                  </a:lnTo>
                  <a:lnTo>
                    <a:pt x="117" y="960"/>
                  </a:lnTo>
                  <a:cubicBezTo>
                    <a:pt x="206" y="1000"/>
                    <a:pt x="331" y="1008"/>
                    <a:pt x="429" y="1022"/>
                  </a:cubicBezTo>
                  <a:lnTo>
                    <a:pt x="464" y="1023"/>
                  </a:lnTo>
                  <a:lnTo>
                    <a:pt x="497" y="1022"/>
                  </a:lnTo>
                  <a:lnTo>
                    <a:pt x="528" y="1016"/>
                  </a:lnTo>
                  <a:lnTo>
                    <a:pt x="560" y="1007"/>
                  </a:lnTo>
                  <a:lnTo>
                    <a:pt x="587" y="993"/>
                  </a:lnTo>
                  <a:lnTo>
                    <a:pt x="611" y="973"/>
                  </a:lnTo>
                  <a:lnTo>
                    <a:pt x="633" y="948"/>
                  </a:lnTo>
                  <a:lnTo>
                    <a:pt x="651" y="914"/>
                  </a:lnTo>
                  <a:lnTo>
                    <a:pt x="663" y="873"/>
                  </a:lnTo>
                  <a:cubicBezTo>
                    <a:pt x="688" y="719"/>
                    <a:pt x="658" y="560"/>
                    <a:pt x="659" y="404"/>
                  </a:cubicBezTo>
                  <a:lnTo>
                    <a:pt x="650" y="301"/>
                  </a:lnTo>
                  <a:lnTo>
                    <a:pt x="634" y="211"/>
                  </a:lnTo>
                  <a:lnTo>
                    <a:pt x="614" y="137"/>
                  </a:lnTo>
                  <a:lnTo>
                    <a:pt x="585" y="80"/>
                  </a:lnTo>
                  <a:lnTo>
                    <a:pt x="548" y="45"/>
                  </a:lnTo>
                  <a:cubicBezTo>
                    <a:pt x="460" y="-4"/>
                    <a:pt x="273" y="-15"/>
                    <a:pt x="189" y="45"/>
                  </a:cubicBezTo>
                  <a:lnTo>
                    <a:pt x="173" y="59"/>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576" name="path"/>
            <p:cNvSpPr/>
            <p:nvPr/>
          </p:nvSpPr>
          <p:spPr>
            <a:xfrm>
              <a:off x="9979" y="5348"/>
              <a:ext cx="411185" cy="643329"/>
            </a:xfrm>
            <a:custGeom>
              <a:avLst/>
              <a:gdLst/>
              <a:ahLst/>
              <a:cxnLst/>
              <a:rect l="0" t="0" r="0" b="0"/>
              <a:pathLst>
                <a:path w="647" h="1013">
                  <a:moveTo>
                    <a:pt x="155" y="72"/>
                  </a:moveTo>
                  <a:lnTo>
                    <a:pt x="153" y="75"/>
                  </a:lnTo>
                  <a:lnTo>
                    <a:pt x="144" y="89"/>
                  </a:lnTo>
                  <a:lnTo>
                    <a:pt x="135" y="105"/>
                  </a:lnTo>
                  <a:cubicBezTo>
                    <a:pt x="59" y="229"/>
                    <a:pt x="-38" y="436"/>
                    <a:pt x="23" y="579"/>
                  </a:cubicBezTo>
                  <a:lnTo>
                    <a:pt x="45" y="615"/>
                  </a:lnTo>
                  <a:lnTo>
                    <a:pt x="87" y="679"/>
                  </a:lnTo>
                  <a:lnTo>
                    <a:pt x="113" y="732"/>
                  </a:lnTo>
                  <a:lnTo>
                    <a:pt x="124" y="775"/>
                  </a:lnTo>
                  <a:lnTo>
                    <a:pt x="124" y="807"/>
                  </a:lnTo>
                  <a:lnTo>
                    <a:pt x="114" y="835"/>
                  </a:lnTo>
                  <a:lnTo>
                    <a:pt x="101" y="855"/>
                  </a:lnTo>
                  <a:lnTo>
                    <a:pt x="83" y="872"/>
                  </a:lnTo>
                  <a:lnTo>
                    <a:pt x="67" y="884"/>
                  </a:lnTo>
                  <a:lnTo>
                    <a:pt x="60" y="890"/>
                  </a:lnTo>
                  <a:lnTo>
                    <a:pt x="57" y="897"/>
                  </a:lnTo>
                  <a:lnTo>
                    <a:pt x="55" y="905"/>
                  </a:lnTo>
                  <a:lnTo>
                    <a:pt x="59" y="912"/>
                  </a:lnTo>
                  <a:lnTo>
                    <a:pt x="64" y="920"/>
                  </a:lnTo>
                  <a:lnTo>
                    <a:pt x="72" y="927"/>
                  </a:lnTo>
                  <a:lnTo>
                    <a:pt x="83" y="936"/>
                  </a:lnTo>
                  <a:lnTo>
                    <a:pt x="95" y="943"/>
                  </a:lnTo>
                  <a:lnTo>
                    <a:pt x="111" y="951"/>
                  </a:lnTo>
                  <a:cubicBezTo>
                    <a:pt x="200" y="989"/>
                    <a:pt x="317" y="996"/>
                    <a:pt x="414" y="1011"/>
                  </a:cubicBezTo>
                  <a:lnTo>
                    <a:pt x="447" y="1013"/>
                  </a:lnTo>
                  <a:lnTo>
                    <a:pt x="479" y="1011"/>
                  </a:lnTo>
                  <a:lnTo>
                    <a:pt x="510" y="1005"/>
                  </a:lnTo>
                  <a:lnTo>
                    <a:pt x="539" y="996"/>
                  </a:lnTo>
                  <a:lnTo>
                    <a:pt x="565" y="983"/>
                  </a:lnTo>
                  <a:lnTo>
                    <a:pt x="589" y="963"/>
                  </a:lnTo>
                  <a:lnTo>
                    <a:pt x="610" y="937"/>
                  </a:lnTo>
                  <a:lnTo>
                    <a:pt x="627" y="905"/>
                  </a:lnTo>
                  <a:lnTo>
                    <a:pt x="639" y="864"/>
                  </a:lnTo>
                  <a:lnTo>
                    <a:pt x="647" y="815"/>
                  </a:lnTo>
                  <a:lnTo>
                    <a:pt x="647" y="757"/>
                  </a:lnTo>
                  <a:lnTo>
                    <a:pt x="645" y="632"/>
                  </a:lnTo>
                  <a:lnTo>
                    <a:pt x="641" y="512"/>
                  </a:lnTo>
                  <a:lnTo>
                    <a:pt x="636" y="399"/>
                  </a:lnTo>
                  <a:lnTo>
                    <a:pt x="627" y="297"/>
                  </a:lnTo>
                  <a:lnTo>
                    <a:pt x="612" y="209"/>
                  </a:lnTo>
                  <a:lnTo>
                    <a:pt x="593" y="135"/>
                  </a:lnTo>
                  <a:lnTo>
                    <a:pt x="565" y="79"/>
                  </a:lnTo>
                  <a:lnTo>
                    <a:pt x="528" y="44"/>
                  </a:lnTo>
                  <a:cubicBezTo>
                    <a:pt x="442" y="-4"/>
                    <a:pt x="265" y="-13"/>
                    <a:pt x="181" y="44"/>
                  </a:cubicBezTo>
                  <a:lnTo>
                    <a:pt x="166" y="57"/>
                  </a:lnTo>
                </a:path>
              </a:pathLst>
            </a:custGeom>
            <a:solidFill>
              <a:srgbClr val="FCF9F7">
                <a:alpha val="100000"/>
              </a:srgbClr>
            </a:solidFill>
            <a:ln cap="flat">
              <a:noFill/>
              <a:prstDash val="solid"/>
              <a:miter lim="0"/>
            </a:ln>
          </p:spPr>
          <p:txBody>
            <a:bodyPr rtlCol="0"/>
            <a:lstStyle/>
            <a:p>
              <a:pPr algn="ctr"/>
              <a:endParaRPr lang="zh-CN" altLang="en-US" sz="1635"/>
            </a:p>
          </p:txBody>
        </p:sp>
        <p:sp>
          <p:nvSpPr>
            <p:cNvPr id="578" name="path"/>
            <p:cNvSpPr/>
            <p:nvPr/>
          </p:nvSpPr>
          <p:spPr>
            <a:xfrm>
              <a:off x="20677" y="10624"/>
              <a:ext cx="398848" cy="635766"/>
            </a:xfrm>
            <a:custGeom>
              <a:avLst/>
              <a:gdLst/>
              <a:ahLst/>
              <a:cxnLst/>
              <a:rect l="0" t="0" r="0" b="0"/>
              <a:pathLst>
                <a:path w="628" h="1001">
                  <a:moveTo>
                    <a:pt x="149" y="72"/>
                  </a:moveTo>
                  <a:lnTo>
                    <a:pt x="148" y="76"/>
                  </a:lnTo>
                  <a:lnTo>
                    <a:pt x="139" y="88"/>
                  </a:lnTo>
                  <a:lnTo>
                    <a:pt x="127" y="106"/>
                  </a:lnTo>
                  <a:cubicBezTo>
                    <a:pt x="55" y="234"/>
                    <a:pt x="-36" y="426"/>
                    <a:pt x="23" y="574"/>
                  </a:cubicBezTo>
                  <a:lnTo>
                    <a:pt x="43" y="610"/>
                  </a:lnTo>
                  <a:lnTo>
                    <a:pt x="84" y="672"/>
                  </a:lnTo>
                  <a:cubicBezTo>
                    <a:pt x="191" y="883"/>
                    <a:pt x="13" y="855"/>
                    <a:pt x="58" y="911"/>
                  </a:cubicBezTo>
                  <a:lnTo>
                    <a:pt x="66" y="919"/>
                  </a:lnTo>
                  <a:lnTo>
                    <a:pt x="77" y="926"/>
                  </a:lnTo>
                  <a:lnTo>
                    <a:pt x="89" y="934"/>
                  </a:lnTo>
                  <a:lnTo>
                    <a:pt x="103" y="941"/>
                  </a:lnTo>
                  <a:cubicBezTo>
                    <a:pt x="184" y="977"/>
                    <a:pt x="309" y="986"/>
                    <a:pt x="397" y="1001"/>
                  </a:cubicBezTo>
                  <a:lnTo>
                    <a:pt x="460" y="1001"/>
                  </a:lnTo>
                  <a:lnTo>
                    <a:pt x="490" y="995"/>
                  </a:lnTo>
                  <a:lnTo>
                    <a:pt x="517" y="985"/>
                  </a:lnTo>
                  <a:lnTo>
                    <a:pt x="544" y="972"/>
                  </a:lnTo>
                  <a:lnTo>
                    <a:pt x="568" y="953"/>
                  </a:lnTo>
                  <a:lnTo>
                    <a:pt x="588" y="928"/>
                  </a:lnTo>
                  <a:lnTo>
                    <a:pt x="604" y="895"/>
                  </a:lnTo>
                  <a:lnTo>
                    <a:pt x="615" y="854"/>
                  </a:lnTo>
                  <a:cubicBezTo>
                    <a:pt x="635" y="703"/>
                    <a:pt x="613" y="548"/>
                    <a:pt x="611" y="396"/>
                  </a:cubicBezTo>
                  <a:lnTo>
                    <a:pt x="603" y="295"/>
                  </a:lnTo>
                  <a:lnTo>
                    <a:pt x="589" y="206"/>
                  </a:lnTo>
                  <a:lnTo>
                    <a:pt x="569" y="133"/>
                  </a:lnTo>
                  <a:lnTo>
                    <a:pt x="544" y="78"/>
                  </a:lnTo>
                  <a:lnTo>
                    <a:pt x="508" y="44"/>
                  </a:lnTo>
                  <a:cubicBezTo>
                    <a:pt x="422" y="-4"/>
                    <a:pt x="257" y="-14"/>
                    <a:pt x="174" y="44"/>
                  </a:cubicBezTo>
                  <a:lnTo>
                    <a:pt x="160" y="58"/>
                  </a:lnTo>
                </a:path>
              </a:pathLst>
            </a:custGeom>
            <a:solidFill>
              <a:srgbClr val="FCF7F2">
                <a:alpha val="100000"/>
              </a:srgbClr>
            </a:solidFill>
            <a:ln cap="flat">
              <a:noFill/>
              <a:prstDash val="solid"/>
              <a:miter lim="0"/>
            </a:ln>
          </p:spPr>
          <p:txBody>
            <a:bodyPr rtlCol="0"/>
            <a:lstStyle/>
            <a:p>
              <a:pPr algn="ctr"/>
              <a:endParaRPr lang="zh-CN" altLang="en-US" sz="1635"/>
            </a:p>
          </p:txBody>
        </p:sp>
        <p:sp>
          <p:nvSpPr>
            <p:cNvPr id="580" name="path"/>
            <p:cNvSpPr/>
            <p:nvPr/>
          </p:nvSpPr>
          <p:spPr>
            <a:xfrm>
              <a:off x="30561" y="16273"/>
              <a:ext cx="383651" cy="629356"/>
            </a:xfrm>
            <a:custGeom>
              <a:avLst/>
              <a:gdLst/>
              <a:ahLst/>
              <a:cxnLst/>
              <a:rect l="0" t="0" r="0" b="0"/>
              <a:pathLst>
                <a:path w="604" h="991">
                  <a:moveTo>
                    <a:pt x="144" y="70"/>
                  </a:moveTo>
                  <a:lnTo>
                    <a:pt x="143" y="74"/>
                  </a:lnTo>
                  <a:lnTo>
                    <a:pt x="135" y="86"/>
                  </a:lnTo>
                  <a:lnTo>
                    <a:pt x="124" y="104"/>
                  </a:lnTo>
                  <a:cubicBezTo>
                    <a:pt x="55" y="225"/>
                    <a:pt x="-35" y="430"/>
                    <a:pt x="22" y="567"/>
                  </a:cubicBezTo>
                  <a:lnTo>
                    <a:pt x="41" y="603"/>
                  </a:lnTo>
                  <a:lnTo>
                    <a:pt x="82" y="665"/>
                  </a:lnTo>
                  <a:cubicBezTo>
                    <a:pt x="187" y="868"/>
                    <a:pt x="14" y="848"/>
                    <a:pt x="53" y="902"/>
                  </a:cubicBezTo>
                  <a:lnTo>
                    <a:pt x="61" y="910"/>
                  </a:lnTo>
                  <a:lnTo>
                    <a:pt x="71" y="917"/>
                  </a:lnTo>
                  <a:lnTo>
                    <a:pt x="83" y="925"/>
                  </a:lnTo>
                  <a:lnTo>
                    <a:pt x="99" y="932"/>
                  </a:lnTo>
                  <a:cubicBezTo>
                    <a:pt x="179" y="968"/>
                    <a:pt x="295" y="975"/>
                    <a:pt x="383" y="989"/>
                  </a:cubicBezTo>
                  <a:lnTo>
                    <a:pt x="413" y="991"/>
                  </a:lnTo>
                  <a:lnTo>
                    <a:pt x="443" y="989"/>
                  </a:lnTo>
                  <a:lnTo>
                    <a:pt x="472" y="983"/>
                  </a:lnTo>
                  <a:lnTo>
                    <a:pt x="499" y="975"/>
                  </a:lnTo>
                  <a:lnTo>
                    <a:pt x="523" y="962"/>
                  </a:lnTo>
                  <a:lnTo>
                    <a:pt x="546" y="941"/>
                  </a:lnTo>
                  <a:lnTo>
                    <a:pt x="564" y="916"/>
                  </a:lnTo>
                  <a:lnTo>
                    <a:pt x="581" y="885"/>
                  </a:lnTo>
                  <a:lnTo>
                    <a:pt x="592" y="845"/>
                  </a:lnTo>
                  <a:cubicBezTo>
                    <a:pt x="610" y="711"/>
                    <a:pt x="590" y="530"/>
                    <a:pt x="588" y="392"/>
                  </a:cubicBezTo>
                  <a:lnTo>
                    <a:pt x="580" y="291"/>
                  </a:lnTo>
                  <a:lnTo>
                    <a:pt x="567" y="203"/>
                  </a:lnTo>
                  <a:lnTo>
                    <a:pt x="549" y="131"/>
                  </a:lnTo>
                  <a:lnTo>
                    <a:pt x="522" y="77"/>
                  </a:lnTo>
                  <a:lnTo>
                    <a:pt x="489" y="44"/>
                  </a:lnTo>
                  <a:cubicBezTo>
                    <a:pt x="412" y="-4"/>
                    <a:pt x="242" y="-13"/>
                    <a:pt x="168" y="44"/>
                  </a:cubicBezTo>
                  <a:lnTo>
                    <a:pt x="154" y="56"/>
                  </a:lnTo>
                </a:path>
              </a:pathLst>
            </a:custGeom>
            <a:solidFill>
              <a:srgbClr val="F9F2EA">
                <a:alpha val="100000"/>
              </a:srgbClr>
            </a:solidFill>
            <a:ln cap="flat">
              <a:noFill/>
              <a:prstDash val="solid"/>
              <a:miter lim="0"/>
            </a:ln>
          </p:spPr>
          <p:txBody>
            <a:bodyPr rtlCol="0"/>
            <a:lstStyle/>
            <a:p>
              <a:pPr algn="ctr"/>
              <a:endParaRPr lang="zh-CN" altLang="en-US" sz="1635"/>
            </a:p>
          </p:txBody>
        </p:sp>
        <p:sp>
          <p:nvSpPr>
            <p:cNvPr id="582" name="path"/>
            <p:cNvSpPr/>
            <p:nvPr/>
          </p:nvSpPr>
          <p:spPr>
            <a:xfrm>
              <a:off x="40696" y="21193"/>
              <a:ext cx="368850" cy="622912"/>
            </a:xfrm>
            <a:custGeom>
              <a:avLst/>
              <a:gdLst/>
              <a:ahLst/>
              <a:cxnLst/>
              <a:rect l="0" t="0" r="0" b="0"/>
              <a:pathLst>
                <a:path w="580" h="980">
                  <a:moveTo>
                    <a:pt x="138" y="71"/>
                  </a:moveTo>
                  <a:lnTo>
                    <a:pt x="137" y="74"/>
                  </a:lnTo>
                  <a:lnTo>
                    <a:pt x="128" y="85"/>
                  </a:lnTo>
                  <a:lnTo>
                    <a:pt x="119" y="103"/>
                  </a:lnTo>
                  <a:cubicBezTo>
                    <a:pt x="53" y="224"/>
                    <a:pt x="-34" y="426"/>
                    <a:pt x="21" y="560"/>
                  </a:cubicBezTo>
                  <a:lnTo>
                    <a:pt x="41" y="596"/>
                  </a:lnTo>
                  <a:lnTo>
                    <a:pt x="78" y="658"/>
                  </a:lnTo>
                  <a:cubicBezTo>
                    <a:pt x="181" y="863"/>
                    <a:pt x="11" y="839"/>
                    <a:pt x="47" y="895"/>
                  </a:cubicBezTo>
                  <a:lnTo>
                    <a:pt x="55" y="902"/>
                  </a:lnTo>
                  <a:lnTo>
                    <a:pt x="65" y="910"/>
                  </a:lnTo>
                  <a:lnTo>
                    <a:pt x="77" y="917"/>
                  </a:lnTo>
                  <a:lnTo>
                    <a:pt x="92" y="924"/>
                  </a:lnTo>
                  <a:cubicBezTo>
                    <a:pt x="176" y="956"/>
                    <a:pt x="279" y="966"/>
                    <a:pt x="368" y="978"/>
                  </a:cubicBezTo>
                  <a:lnTo>
                    <a:pt x="397" y="980"/>
                  </a:lnTo>
                  <a:lnTo>
                    <a:pt x="425" y="978"/>
                  </a:lnTo>
                  <a:lnTo>
                    <a:pt x="453" y="973"/>
                  </a:lnTo>
                  <a:lnTo>
                    <a:pt x="479" y="965"/>
                  </a:lnTo>
                  <a:lnTo>
                    <a:pt x="503" y="952"/>
                  </a:lnTo>
                  <a:lnTo>
                    <a:pt x="524" y="932"/>
                  </a:lnTo>
                  <a:lnTo>
                    <a:pt x="542" y="907"/>
                  </a:lnTo>
                  <a:lnTo>
                    <a:pt x="558" y="876"/>
                  </a:lnTo>
                  <a:lnTo>
                    <a:pt x="567" y="836"/>
                  </a:lnTo>
                  <a:cubicBezTo>
                    <a:pt x="589" y="713"/>
                    <a:pt x="564" y="518"/>
                    <a:pt x="564" y="388"/>
                  </a:cubicBezTo>
                  <a:lnTo>
                    <a:pt x="557" y="289"/>
                  </a:lnTo>
                  <a:lnTo>
                    <a:pt x="543" y="203"/>
                  </a:lnTo>
                  <a:lnTo>
                    <a:pt x="527" y="131"/>
                  </a:lnTo>
                  <a:lnTo>
                    <a:pt x="501" y="77"/>
                  </a:lnTo>
                  <a:lnTo>
                    <a:pt x="469" y="43"/>
                  </a:lnTo>
                  <a:cubicBezTo>
                    <a:pt x="386" y="-4"/>
                    <a:pt x="242" y="-13"/>
                    <a:pt x="161" y="43"/>
                  </a:cubicBezTo>
                  <a:lnTo>
                    <a:pt x="147" y="56"/>
                  </a:lnTo>
                </a:path>
              </a:pathLst>
            </a:custGeom>
            <a:solidFill>
              <a:srgbClr val="F9EFE5">
                <a:alpha val="100000"/>
              </a:srgbClr>
            </a:solidFill>
            <a:ln cap="flat">
              <a:noFill/>
              <a:prstDash val="solid"/>
              <a:miter lim="0"/>
            </a:ln>
          </p:spPr>
          <p:txBody>
            <a:bodyPr rtlCol="0"/>
            <a:lstStyle/>
            <a:p>
              <a:pPr algn="ctr"/>
              <a:endParaRPr lang="zh-CN" altLang="en-US" sz="1635"/>
            </a:p>
          </p:txBody>
        </p:sp>
        <p:sp>
          <p:nvSpPr>
            <p:cNvPr id="584" name="path"/>
            <p:cNvSpPr/>
            <p:nvPr/>
          </p:nvSpPr>
          <p:spPr>
            <a:xfrm>
              <a:off x="51416" y="26746"/>
              <a:ext cx="353004" cy="615073"/>
            </a:xfrm>
            <a:custGeom>
              <a:avLst/>
              <a:gdLst/>
              <a:ahLst/>
              <a:cxnLst/>
              <a:rect l="0" t="0" r="0" b="0"/>
              <a:pathLst>
                <a:path w="555" h="968">
                  <a:moveTo>
                    <a:pt x="132" y="69"/>
                  </a:moveTo>
                  <a:lnTo>
                    <a:pt x="131" y="73"/>
                  </a:lnTo>
                  <a:lnTo>
                    <a:pt x="123" y="85"/>
                  </a:lnTo>
                  <a:lnTo>
                    <a:pt x="114" y="102"/>
                  </a:lnTo>
                  <a:cubicBezTo>
                    <a:pt x="49" y="220"/>
                    <a:pt x="-31" y="424"/>
                    <a:pt x="20" y="555"/>
                  </a:cubicBezTo>
                  <a:lnTo>
                    <a:pt x="38" y="590"/>
                  </a:lnTo>
                  <a:lnTo>
                    <a:pt x="74" y="651"/>
                  </a:lnTo>
                  <a:cubicBezTo>
                    <a:pt x="176" y="858"/>
                    <a:pt x="7" y="829"/>
                    <a:pt x="42" y="887"/>
                  </a:cubicBezTo>
                  <a:lnTo>
                    <a:pt x="49" y="894"/>
                  </a:lnTo>
                  <a:lnTo>
                    <a:pt x="59" y="901"/>
                  </a:lnTo>
                  <a:lnTo>
                    <a:pt x="71" y="908"/>
                  </a:lnTo>
                  <a:lnTo>
                    <a:pt x="85" y="914"/>
                  </a:lnTo>
                  <a:cubicBezTo>
                    <a:pt x="165" y="944"/>
                    <a:pt x="266" y="955"/>
                    <a:pt x="351" y="967"/>
                  </a:cubicBezTo>
                  <a:lnTo>
                    <a:pt x="379" y="968"/>
                  </a:lnTo>
                  <a:lnTo>
                    <a:pt x="408" y="967"/>
                  </a:lnTo>
                  <a:lnTo>
                    <a:pt x="433" y="962"/>
                  </a:lnTo>
                  <a:lnTo>
                    <a:pt x="458" y="954"/>
                  </a:lnTo>
                  <a:lnTo>
                    <a:pt x="480" y="941"/>
                  </a:lnTo>
                  <a:lnTo>
                    <a:pt x="500" y="923"/>
                  </a:lnTo>
                  <a:lnTo>
                    <a:pt x="519" y="897"/>
                  </a:lnTo>
                  <a:lnTo>
                    <a:pt x="533" y="866"/>
                  </a:lnTo>
                  <a:lnTo>
                    <a:pt x="542" y="828"/>
                  </a:lnTo>
                  <a:cubicBezTo>
                    <a:pt x="563" y="703"/>
                    <a:pt x="541" y="513"/>
                    <a:pt x="540" y="383"/>
                  </a:cubicBezTo>
                  <a:lnTo>
                    <a:pt x="531" y="285"/>
                  </a:lnTo>
                  <a:lnTo>
                    <a:pt x="521" y="200"/>
                  </a:lnTo>
                  <a:lnTo>
                    <a:pt x="503" y="129"/>
                  </a:lnTo>
                  <a:lnTo>
                    <a:pt x="480" y="77"/>
                  </a:lnTo>
                  <a:lnTo>
                    <a:pt x="449" y="43"/>
                  </a:lnTo>
                  <a:cubicBezTo>
                    <a:pt x="372" y="-3"/>
                    <a:pt x="228" y="-13"/>
                    <a:pt x="153" y="43"/>
                  </a:cubicBezTo>
                  <a:lnTo>
                    <a:pt x="141" y="55"/>
                  </a:lnTo>
                </a:path>
              </a:pathLst>
            </a:custGeom>
            <a:solidFill>
              <a:srgbClr val="F7EADD">
                <a:alpha val="100000"/>
              </a:srgbClr>
            </a:solidFill>
            <a:ln cap="flat">
              <a:noFill/>
              <a:prstDash val="solid"/>
              <a:miter lim="0"/>
            </a:ln>
          </p:spPr>
          <p:txBody>
            <a:bodyPr rtlCol="0"/>
            <a:lstStyle/>
            <a:p>
              <a:pPr algn="ctr"/>
              <a:endParaRPr lang="zh-CN" altLang="en-US" sz="1635"/>
            </a:p>
          </p:txBody>
        </p:sp>
        <p:sp>
          <p:nvSpPr>
            <p:cNvPr id="586" name="path"/>
            <p:cNvSpPr/>
            <p:nvPr/>
          </p:nvSpPr>
          <p:spPr>
            <a:xfrm>
              <a:off x="61039" y="32317"/>
              <a:ext cx="338156" cy="607977"/>
            </a:xfrm>
            <a:custGeom>
              <a:avLst/>
              <a:gdLst/>
              <a:ahLst/>
              <a:cxnLst/>
              <a:rect l="0" t="0" r="0" b="0"/>
              <a:pathLst>
                <a:path w="532" h="957">
                  <a:moveTo>
                    <a:pt x="127" y="68"/>
                  </a:moveTo>
                  <a:lnTo>
                    <a:pt x="126" y="73"/>
                  </a:lnTo>
                  <a:lnTo>
                    <a:pt x="119" y="83"/>
                  </a:lnTo>
                  <a:lnTo>
                    <a:pt x="109" y="100"/>
                  </a:lnTo>
                  <a:cubicBezTo>
                    <a:pt x="49" y="221"/>
                    <a:pt x="-31" y="415"/>
                    <a:pt x="21" y="548"/>
                  </a:cubicBezTo>
                  <a:lnTo>
                    <a:pt x="37" y="583"/>
                  </a:lnTo>
                  <a:lnTo>
                    <a:pt x="72" y="643"/>
                  </a:lnTo>
                  <a:cubicBezTo>
                    <a:pt x="171" y="844"/>
                    <a:pt x="10" y="819"/>
                    <a:pt x="36" y="877"/>
                  </a:cubicBezTo>
                  <a:lnTo>
                    <a:pt x="43" y="884"/>
                  </a:lnTo>
                  <a:lnTo>
                    <a:pt x="53" y="891"/>
                  </a:lnTo>
                  <a:lnTo>
                    <a:pt x="64" y="898"/>
                  </a:lnTo>
                  <a:lnTo>
                    <a:pt x="78" y="904"/>
                  </a:lnTo>
                  <a:cubicBezTo>
                    <a:pt x="155" y="931"/>
                    <a:pt x="256" y="944"/>
                    <a:pt x="337" y="956"/>
                  </a:cubicBezTo>
                  <a:lnTo>
                    <a:pt x="364" y="957"/>
                  </a:lnTo>
                  <a:lnTo>
                    <a:pt x="390" y="956"/>
                  </a:lnTo>
                  <a:lnTo>
                    <a:pt x="414" y="951"/>
                  </a:lnTo>
                  <a:lnTo>
                    <a:pt x="438" y="943"/>
                  </a:lnTo>
                  <a:lnTo>
                    <a:pt x="461" y="929"/>
                  </a:lnTo>
                  <a:lnTo>
                    <a:pt x="480" y="911"/>
                  </a:lnTo>
                  <a:lnTo>
                    <a:pt x="497" y="886"/>
                  </a:lnTo>
                  <a:lnTo>
                    <a:pt x="510" y="856"/>
                  </a:lnTo>
                  <a:lnTo>
                    <a:pt x="520" y="817"/>
                  </a:lnTo>
                  <a:cubicBezTo>
                    <a:pt x="537" y="687"/>
                    <a:pt x="522" y="510"/>
                    <a:pt x="516" y="379"/>
                  </a:cubicBezTo>
                  <a:lnTo>
                    <a:pt x="509" y="283"/>
                  </a:lnTo>
                  <a:lnTo>
                    <a:pt x="498" y="197"/>
                  </a:lnTo>
                  <a:lnTo>
                    <a:pt x="483" y="128"/>
                  </a:lnTo>
                  <a:lnTo>
                    <a:pt x="460" y="75"/>
                  </a:lnTo>
                  <a:lnTo>
                    <a:pt x="430" y="43"/>
                  </a:lnTo>
                  <a:cubicBezTo>
                    <a:pt x="361" y="-5"/>
                    <a:pt x="215" y="-12"/>
                    <a:pt x="148" y="43"/>
                  </a:cubicBezTo>
                  <a:lnTo>
                    <a:pt x="136" y="55"/>
                  </a:lnTo>
                </a:path>
              </a:pathLst>
            </a:custGeom>
            <a:solidFill>
              <a:srgbClr val="F4E5D6">
                <a:alpha val="100000"/>
              </a:srgbClr>
            </a:solidFill>
            <a:ln cap="flat">
              <a:noFill/>
              <a:prstDash val="solid"/>
              <a:miter lim="0"/>
            </a:ln>
          </p:spPr>
          <p:txBody>
            <a:bodyPr rtlCol="0"/>
            <a:lstStyle/>
            <a:p>
              <a:pPr algn="ctr"/>
              <a:endParaRPr lang="zh-CN" altLang="en-US" sz="1635"/>
            </a:p>
          </p:txBody>
        </p:sp>
        <p:sp>
          <p:nvSpPr>
            <p:cNvPr id="588" name="path"/>
            <p:cNvSpPr/>
            <p:nvPr/>
          </p:nvSpPr>
          <p:spPr>
            <a:xfrm>
              <a:off x="72142" y="37985"/>
              <a:ext cx="321133" cy="603065"/>
            </a:xfrm>
            <a:custGeom>
              <a:avLst/>
              <a:gdLst/>
              <a:ahLst/>
              <a:cxnLst/>
              <a:rect l="0" t="0" r="0" b="0"/>
              <a:pathLst>
                <a:path w="505" h="949">
                  <a:moveTo>
                    <a:pt x="121" y="67"/>
                  </a:moveTo>
                  <a:lnTo>
                    <a:pt x="118" y="71"/>
                  </a:lnTo>
                  <a:lnTo>
                    <a:pt x="114" y="82"/>
                  </a:lnTo>
                  <a:lnTo>
                    <a:pt x="104" y="100"/>
                  </a:lnTo>
                  <a:lnTo>
                    <a:pt x="93" y="121"/>
                  </a:lnTo>
                  <a:cubicBezTo>
                    <a:pt x="61" y="193"/>
                    <a:pt x="31" y="260"/>
                    <a:pt x="16" y="338"/>
                  </a:cubicBezTo>
                  <a:lnTo>
                    <a:pt x="8" y="380"/>
                  </a:lnTo>
                  <a:lnTo>
                    <a:pt x="4" y="422"/>
                  </a:lnTo>
                  <a:cubicBezTo>
                    <a:pt x="-2" y="558"/>
                    <a:pt x="44" y="566"/>
                    <a:pt x="88" y="684"/>
                  </a:cubicBezTo>
                  <a:lnTo>
                    <a:pt x="98" y="725"/>
                  </a:lnTo>
                  <a:lnTo>
                    <a:pt x="98" y="757"/>
                  </a:lnTo>
                  <a:lnTo>
                    <a:pt x="91" y="782"/>
                  </a:lnTo>
                  <a:lnTo>
                    <a:pt x="80" y="802"/>
                  </a:lnTo>
                  <a:lnTo>
                    <a:pt x="67" y="815"/>
                  </a:lnTo>
                  <a:lnTo>
                    <a:pt x="52" y="826"/>
                  </a:lnTo>
                  <a:lnTo>
                    <a:pt x="39" y="835"/>
                  </a:lnTo>
                  <a:lnTo>
                    <a:pt x="31" y="845"/>
                  </a:lnTo>
                  <a:lnTo>
                    <a:pt x="26" y="853"/>
                  </a:lnTo>
                  <a:lnTo>
                    <a:pt x="26" y="860"/>
                  </a:lnTo>
                  <a:lnTo>
                    <a:pt x="30" y="868"/>
                  </a:lnTo>
                  <a:lnTo>
                    <a:pt x="37" y="875"/>
                  </a:lnTo>
                  <a:cubicBezTo>
                    <a:pt x="59" y="897"/>
                    <a:pt x="94" y="901"/>
                    <a:pt x="123" y="910"/>
                  </a:cubicBezTo>
                  <a:lnTo>
                    <a:pt x="162" y="919"/>
                  </a:lnTo>
                  <a:lnTo>
                    <a:pt x="182" y="923"/>
                  </a:lnTo>
                  <a:lnTo>
                    <a:pt x="202" y="925"/>
                  </a:lnTo>
                  <a:lnTo>
                    <a:pt x="224" y="930"/>
                  </a:lnTo>
                  <a:cubicBezTo>
                    <a:pt x="511" y="1000"/>
                    <a:pt x="507" y="836"/>
                    <a:pt x="499" y="590"/>
                  </a:cubicBezTo>
                  <a:lnTo>
                    <a:pt x="496" y="479"/>
                  </a:lnTo>
                  <a:lnTo>
                    <a:pt x="492" y="373"/>
                  </a:lnTo>
                  <a:lnTo>
                    <a:pt x="486" y="278"/>
                  </a:lnTo>
                  <a:cubicBezTo>
                    <a:pt x="475" y="201"/>
                    <a:pt x="466" y="52"/>
                    <a:pt x="374" y="23"/>
                  </a:cubicBezTo>
                  <a:lnTo>
                    <a:pt x="355" y="16"/>
                  </a:lnTo>
                  <a:lnTo>
                    <a:pt x="333" y="10"/>
                  </a:lnTo>
                  <a:cubicBezTo>
                    <a:pt x="282" y="0"/>
                    <a:pt x="238" y="0"/>
                    <a:pt x="188" y="14"/>
                  </a:cubicBezTo>
                  <a:lnTo>
                    <a:pt x="170" y="22"/>
                  </a:lnTo>
                  <a:lnTo>
                    <a:pt x="154" y="31"/>
                  </a:lnTo>
                  <a:lnTo>
                    <a:pt x="140" y="41"/>
                  </a:lnTo>
                  <a:lnTo>
                    <a:pt x="129" y="53"/>
                  </a:lnTo>
                </a:path>
              </a:pathLst>
            </a:custGeom>
            <a:solidFill>
              <a:srgbClr val="F4E2D1">
                <a:alpha val="100000"/>
              </a:srgbClr>
            </a:solidFill>
            <a:ln cap="flat">
              <a:noFill/>
              <a:prstDash val="solid"/>
              <a:miter lim="0"/>
            </a:ln>
          </p:spPr>
          <p:txBody>
            <a:bodyPr rtlCol="0"/>
            <a:lstStyle/>
            <a:p>
              <a:pPr algn="ctr"/>
              <a:endParaRPr lang="zh-CN" altLang="en-US" sz="1635"/>
            </a:p>
          </p:txBody>
        </p:sp>
        <p:sp>
          <p:nvSpPr>
            <p:cNvPr id="590" name="path"/>
            <p:cNvSpPr/>
            <p:nvPr/>
          </p:nvSpPr>
          <p:spPr>
            <a:xfrm>
              <a:off x="81578" y="43383"/>
              <a:ext cx="307071" cy="595996"/>
            </a:xfrm>
            <a:custGeom>
              <a:avLst/>
              <a:gdLst/>
              <a:ahLst/>
              <a:cxnLst/>
              <a:rect l="0" t="0" r="0" b="0"/>
              <a:pathLst>
                <a:path w="483" h="938">
                  <a:moveTo>
                    <a:pt x="115" y="66"/>
                  </a:moveTo>
                  <a:lnTo>
                    <a:pt x="114" y="71"/>
                  </a:lnTo>
                  <a:lnTo>
                    <a:pt x="108" y="80"/>
                  </a:lnTo>
                  <a:lnTo>
                    <a:pt x="100" y="98"/>
                  </a:lnTo>
                  <a:lnTo>
                    <a:pt x="89" y="120"/>
                  </a:lnTo>
                  <a:cubicBezTo>
                    <a:pt x="58" y="184"/>
                    <a:pt x="31" y="265"/>
                    <a:pt x="16" y="335"/>
                  </a:cubicBezTo>
                  <a:lnTo>
                    <a:pt x="9" y="377"/>
                  </a:lnTo>
                  <a:lnTo>
                    <a:pt x="4" y="419"/>
                  </a:lnTo>
                  <a:cubicBezTo>
                    <a:pt x="-1" y="554"/>
                    <a:pt x="45" y="562"/>
                    <a:pt x="84" y="677"/>
                  </a:cubicBezTo>
                  <a:lnTo>
                    <a:pt x="94" y="718"/>
                  </a:lnTo>
                  <a:lnTo>
                    <a:pt x="94" y="749"/>
                  </a:lnTo>
                  <a:lnTo>
                    <a:pt x="89" y="774"/>
                  </a:lnTo>
                  <a:lnTo>
                    <a:pt x="78" y="792"/>
                  </a:lnTo>
                  <a:lnTo>
                    <a:pt x="64" y="806"/>
                  </a:lnTo>
                  <a:lnTo>
                    <a:pt x="51" y="817"/>
                  </a:lnTo>
                  <a:lnTo>
                    <a:pt x="36" y="827"/>
                  </a:lnTo>
                  <a:lnTo>
                    <a:pt x="28" y="835"/>
                  </a:lnTo>
                  <a:lnTo>
                    <a:pt x="23" y="845"/>
                  </a:lnTo>
                  <a:lnTo>
                    <a:pt x="22" y="852"/>
                  </a:lnTo>
                  <a:lnTo>
                    <a:pt x="25" y="859"/>
                  </a:lnTo>
                  <a:lnTo>
                    <a:pt x="31" y="866"/>
                  </a:lnTo>
                  <a:cubicBezTo>
                    <a:pt x="54" y="886"/>
                    <a:pt x="89" y="892"/>
                    <a:pt x="117" y="900"/>
                  </a:cubicBezTo>
                  <a:lnTo>
                    <a:pt x="136" y="904"/>
                  </a:lnTo>
                  <a:lnTo>
                    <a:pt x="155" y="908"/>
                  </a:lnTo>
                  <a:lnTo>
                    <a:pt x="175" y="912"/>
                  </a:lnTo>
                  <a:lnTo>
                    <a:pt x="195" y="914"/>
                  </a:lnTo>
                  <a:lnTo>
                    <a:pt x="215" y="919"/>
                  </a:lnTo>
                  <a:cubicBezTo>
                    <a:pt x="494" y="991"/>
                    <a:pt x="484" y="815"/>
                    <a:pt x="477" y="584"/>
                  </a:cubicBezTo>
                  <a:lnTo>
                    <a:pt x="473" y="474"/>
                  </a:lnTo>
                  <a:lnTo>
                    <a:pt x="469" y="370"/>
                  </a:lnTo>
                  <a:lnTo>
                    <a:pt x="462" y="275"/>
                  </a:lnTo>
                  <a:cubicBezTo>
                    <a:pt x="450" y="195"/>
                    <a:pt x="452" y="56"/>
                    <a:pt x="358" y="23"/>
                  </a:cubicBezTo>
                  <a:lnTo>
                    <a:pt x="339" y="16"/>
                  </a:lnTo>
                  <a:lnTo>
                    <a:pt x="319" y="11"/>
                  </a:lnTo>
                  <a:cubicBezTo>
                    <a:pt x="283" y="0"/>
                    <a:pt x="215" y="0"/>
                    <a:pt x="179" y="16"/>
                  </a:cubicBezTo>
                  <a:lnTo>
                    <a:pt x="163" y="23"/>
                  </a:lnTo>
                  <a:lnTo>
                    <a:pt x="148" y="31"/>
                  </a:lnTo>
                  <a:lnTo>
                    <a:pt x="135" y="41"/>
                  </a:lnTo>
                  <a:lnTo>
                    <a:pt x="124" y="53"/>
                  </a:lnTo>
                </a:path>
              </a:pathLst>
            </a:custGeom>
            <a:solidFill>
              <a:srgbClr val="F2DDC9">
                <a:alpha val="100000"/>
              </a:srgbClr>
            </a:solidFill>
            <a:ln cap="flat">
              <a:noFill/>
              <a:prstDash val="solid"/>
              <a:miter lim="0"/>
            </a:ln>
          </p:spPr>
          <p:txBody>
            <a:bodyPr rtlCol="0"/>
            <a:lstStyle/>
            <a:p>
              <a:pPr algn="ctr"/>
              <a:endParaRPr lang="zh-CN" altLang="en-US" sz="1635"/>
            </a:p>
          </p:txBody>
        </p:sp>
        <p:sp>
          <p:nvSpPr>
            <p:cNvPr id="592" name="path"/>
            <p:cNvSpPr/>
            <p:nvPr/>
          </p:nvSpPr>
          <p:spPr>
            <a:xfrm>
              <a:off x="135414" y="486371"/>
              <a:ext cx="12458" cy="108204"/>
            </a:xfrm>
            <a:custGeom>
              <a:avLst/>
              <a:gdLst/>
              <a:ahLst/>
              <a:cxnLst/>
              <a:rect l="0" t="0" r="0" b="0"/>
              <a:pathLst>
                <a:path w="19" h="170">
                  <a:moveTo>
                    <a:pt x="7" y="81"/>
                  </a:moveTo>
                  <a:lnTo>
                    <a:pt x="9" y="124"/>
                  </a:lnTo>
                  <a:lnTo>
                    <a:pt x="9" y="169"/>
                  </a:lnTo>
                  <a:lnTo>
                    <a:pt x="10" y="170"/>
                  </a:lnTo>
                  <a:lnTo>
                    <a:pt x="13" y="170"/>
                  </a:lnTo>
                  <a:lnTo>
                    <a:pt x="15" y="168"/>
                  </a:lnTo>
                  <a:lnTo>
                    <a:pt x="16" y="143"/>
                  </a:lnTo>
                  <a:cubicBezTo>
                    <a:pt x="19" y="106"/>
                    <a:pt x="16" y="64"/>
                    <a:pt x="7" y="27"/>
                  </a:cubicBezTo>
                  <a:lnTo>
                    <a:pt x="2" y="8"/>
                  </a:lnTo>
                  <a:lnTo>
                    <a:pt x="0" y="0"/>
                  </a:lnTo>
                  <a:lnTo>
                    <a:pt x="1" y="9"/>
                  </a:lnTo>
                  <a:lnTo>
                    <a:pt x="3" y="31"/>
                  </a:lnTo>
                  <a:lnTo>
                    <a:pt x="6" y="57"/>
                  </a:lnTo>
                </a:path>
              </a:pathLst>
            </a:custGeom>
            <a:solidFill>
              <a:srgbClr val="140000">
                <a:alpha val="100000"/>
              </a:srgbClr>
            </a:solidFill>
            <a:ln cap="flat">
              <a:noFill/>
              <a:prstDash val="solid"/>
              <a:miter lim="0"/>
            </a:ln>
          </p:spPr>
          <p:txBody>
            <a:bodyPr rtlCol="0"/>
            <a:lstStyle/>
            <a:p>
              <a:pPr algn="ctr"/>
              <a:endParaRPr lang="zh-CN" altLang="en-US" sz="1635"/>
            </a:p>
          </p:txBody>
        </p:sp>
      </p:grpSp>
      <p:sp>
        <p:nvSpPr>
          <p:cNvPr id="594" name="textbox 594"/>
          <p:cNvSpPr/>
          <p:nvPr/>
        </p:nvSpPr>
        <p:spPr>
          <a:xfrm>
            <a:off x="5460341" y="3904432"/>
            <a:ext cx="1047366" cy="257521"/>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81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r>
              <a:rPr sz="1905" b="1" kern="0" spc="-1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(H(M))</a:t>
            </a:r>
            <a:endParaRPr lang="en-US" altLang="en-US" sz="1905" dirty="0"/>
          </a:p>
        </p:txBody>
      </p:sp>
      <p:pic>
        <p:nvPicPr>
          <p:cNvPr id="596" name="picture 596"/>
          <p:cNvPicPr>
            <a:picLocks noChangeAspect="1"/>
          </p:cNvPicPr>
          <p:nvPr/>
        </p:nvPicPr>
        <p:blipFill>
          <a:blip r:embed="rId6"/>
          <a:stretch>
            <a:fillRect/>
          </a:stretch>
        </p:blipFill>
        <p:spPr>
          <a:xfrm rot="21600000">
            <a:off x="2797788" y="3235427"/>
            <a:ext cx="702391" cy="304877"/>
          </a:xfrm>
          <a:prstGeom prst="rect">
            <a:avLst/>
          </a:prstGeom>
        </p:spPr>
      </p:pic>
      <p:pic>
        <p:nvPicPr>
          <p:cNvPr id="598" name="picture 598"/>
          <p:cNvPicPr>
            <a:picLocks noChangeAspect="1"/>
          </p:cNvPicPr>
          <p:nvPr/>
        </p:nvPicPr>
        <p:blipFill>
          <a:blip r:embed="rId7"/>
          <a:stretch>
            <a:fillRect/>
          </a:stretch>
        </p:blipFill>
        <p:spPr>
          <a:xfrm rot="21600000">
            <a:off x="6555170" y="3160072"/>
            <a:ext cx="1144844" cy="151401"/>
          </a:xfrm>
          <a:prstGeom prst="rect">
            <a:avLst/>
          </a:prstGeom>
        </p:spPr>
      </p:pic>
      <p:grpSp>
        <p:nvGrpSpPr>
          <p:cNvPr id="46" name="group 46"/>
          <p:cNvGrpSpPr/>
          <p:nvPr/>
        </p:nvGrpSpPr>
        <p:grpSpPr>
          <a:xfrm rot="21600000">
            <a:off x="3496032" y="3283223"/>
            <a:ext cx="467339" cy="362393"/>
            <a:chOff x="0" y="0"/>
            <a:chExt cx="515111" cy="399438"/>
          </a:xfrm>
        </p:grpSpPr>
        <p:pic>
          <p:nvPicPr>
            <p:cNvPr id="600" name="picture 600"/>
            <p:cNvPicPr>
              <a:picLocks noChangeAspect="1"/>
            </p:cNvPicPr>
            <p:nvPr/>
          </p:nvPicPr>
          <p:blipFill>
            <a:blip r:embed="rId8"/>
            <a:stretch>
              <a:fillRect/>
            </a:stretch>
          </p:blipFill>
          <p:spPr>
            <a:xfrm rot="21600000">
              <a:off x="0" y="0"/>
              <a:ext cx="515111" cy="399438"/>
            </a:xfrm>
            <a:prstGeom prst="rect">
              <a:avLst/>
            </a:prstGeom>
          </p:spPr>
        </p:pic>
        <p:sp>
          <p:nvSpPr>
            <p:cNvPr id="602" name="textbox 602"/>
            <p:cNvSpPr/>
            <p:nvPr/>
          </p:nvSpPr>
          <p:spPr>
            <a:xfrm>
              <a:off x="-12700" y="-12700"/>
              <a:ext cx="541019" cy="488950"/>
            </a:xfrm>
            <a:prstGeom prst="rect">
              <a:avLst/>
            </a:prstGeom>
          </p:spPr>
          <p:txBody>
            <a:bodyPr vert="horz" wrap="square" lIns="0" tIns="0" rIns="0" bIns="0"/>
            <a:lstStyle/>
            <a:p>
              <a:pPr algn="l" rtl="0" eaLnBrk="0">
                <a:lnSpc>
                  <a:spcPct val="110000"/>
                </a:lnSpc>
              </a:pPr>
              <a:endParaRPr lang="en-US" altLang="en-US" sz="725" dirty="0"/>
            </a:p>
            <a:p>
              <a:pPr marL="172085"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pic>
        <p:nvPicPr>
          <p:cNvPr id="604" name="picture 604"/>
          <p:cNvPicPr>
            <a:picLocks noChangeAspect="1"/>
          </p:cNvPicPr>
          <p:nvPr/>
        </p:nvPicPr>
        <p:blipFill>
          <a:blip r:embed="rId9"/>
          <a:stretch>
            <a:fillRect/>
          </a:stretch>
        </p:blipFill>
        <p:spPr>
          <a:xfrm rot="21600000">
            <a:off x="5181496" y="3007288"/>
            <a:ext cx="151401" cy="458351"/>
          </a:xfrm>
          <a:prstGeom prst="rect">
            <a:avLst/>
          </a:prstGeom>
        </p:spPr>
      </p:pic>
      <p:sp>
        <p:nvSpPr>
          <p:cNvPr id="606" name="rect"/>
          <p:cNvSpPr/>
          <p:nvPr/>
        </p:nvSpPr>
        <p:spPr>
          <a:xfrm>
            <a:off x="4798498" y="3450430"/>
            <a:ext cx="458351"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grpSp>
        <p:nvGrpSpPr>
          <p:cNvPr id="48" name="group 48"/>
          <p:cNvGrpSpPr/>
          <p:nvPr/>
        </p:nvGrpSpPr>
        <p:grpSpPr>
          <a:xfrm rot="21600000">
            <a:off x="4488091" y="3286559"/>
            <a:ext cx="467339" cy="354931"/>
            <a:chOff x="0" y="0"/>
            <a:chExt cx="515111" cy="391213"/>
          </a:xfrm>
        </p:grpSpPr>
        <p:pic>
          <p:nvPicPr>
            <p:cNvPr id="608" name="picture 608"/>
            <p:cNvPicPr>
              <a:picLocks noChangeAspect="1"/>
            </p:cNvPicPr>
            <p:nvPr/>
          </p:nvPicPr>
          <p:blipFill>
            <a:blip r:embed="rId10"/>
            <a:stretch>
              <a:fillRect/>
            </a:stretch>
          </p:blipFill>
          <p:spPr>
            <a:xfrm rot="21600000">
              <a:off x="0" y="0"/>
              <a:ext cx="515111" cy="391213"/>
            </a:xfrm>
            <a:prstGeom prst="rect">
              <a:avLst/>
            </a:prstGeom>
          </p:spPr>
        </p:pic>
        <p:sp>
          <p:nvSpPr>
            <p:cNvPr id="610" name="textbox 610"/>
            <p:cNvSpPr/>
            <p:nvPr/>
          </p:nvSpPr>
          <p:spPr>
            <a:xfrm>
              <a:off x="-12700" y="-12700"/>
              <a:ext cx="541019" cy="480694"/>
            </a:xfrm>
            <a:prstGeom prst="rect">
              <a:avLst/>
            </a:prstGeom>
          </p:spPr>
          <p:txBody>
            <a:bodyPr vert="horz" wrap="square" lIns="0" tIns="0" rIns="0" bIns="0"/>
            <a:lstStyle/>
            <a:p>
              <a:pPr algn="l" rtl="0" eaLnBrk="0">
                <a:lnSpc>
                  <a:spcPct val="107000"/>
                </a:lnSpc>
              </a:pPr>
              <a:endParaRPr lang="en-US" altLang="en-US" sz="725" dirty="0"/>
            </a:p>
            <a:p>
              <a:pPr marL="185420" algn="l" rtl="0" eaLnBrk="0">
                <a:lnSpc>
                  <a:spcPct val="75000"/>
                </a:lnSpc>
                <a:spcBef>
                  <a:spcPts val="5"/>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1905" dirty="0"/>
            </a:p>
          </p:txBody>
        </p:sp>
      </p:grpSp>
      <p:grpSp>
        <p:nvGrpSpPr>
          <p:cNvPr id="50" name="group 50"/>
          <p:cNvGrpSpPr/>
          <p:nvPr/>
        </p:nvGrpSpPr>
        <p:grpSpPr>
          <a:xfrm rot="21600000">
            <a:off x="7771912" y="3001060"/>
            <a:ext cx="467339" cy="354889"/>
            <a:chOff x="0" y="0"/>
            <a:chExt cx="515111" cy="391166"/>
          </a:xfrm>
        </p:grpSpPr>
        <p:pic>
          <p:nvPicPr>
            <p:cNvPr id="612" name="picture 612"/>
            <p:cNvPicPr>
              <a:picLocks noChangeAspect="1"/>
            </p:cNvPicPr>
            <p:nvPr/>
          </p:nvPicPr>
          <p:blipFill>
            <a:blip r:embed="rId11"/>
            <a:stretch>
              <a:fillRect/>
            </a:stretch>
          </p:blipFill>
          <p:spPr>
            <a:xfrm rot="21600000">
              <a:off x="0" y="0"/>
              <a:ext cx="515111" cy="391166"/>
            </a:xfrm>
            <a:prstGeom prst="rect">
              <a:avLst/>
            </a:prstGeom>
          </p:spPr>
        </p:pic>
        <p:sp>
          <p:nvSpPr>
            <p:cNvPr id="614" name="textbox 614"/>
            <p:cNvSpPr/>
            <p:nvPr/>
          </p:nvSpPr>
          <p:spPr>
            <a:xfrm>
              <a:off x="-12700" y="-12700"/>
              <a:ext cx="541019" cy="480694"/>
            </a:xfrm>
            <a:prstGeom prst="rect">
              <a:avLst/>
            </a:prstGeom>
          </p:spPr>
          <p:txBody>
            <a:bodyPr vert="horz" wrap="square" lIns="0" tIns="0" rIns="0" bIns="0"/>
            <a:lstStyle/>
            <a:p>
              <a:pPr algn="l" rtl="0" eaLnBrk="0">
                <a:lnSpc>
                  <a:spcPct val="107000"/>
                </a:lnSpc>
              </a:pPr>
              <a:endParaRPr lang="en-US" altLang="en-US" sz="725" dirty="0"/>
            </a:p>
            <a:p>
              <a:pPr marL="176530" algn="l" rtl="0" eaLnBrk="0">
                <a:lnSpc>
                  <a:spcPct val="75000"/>
                </a:lnSpc>
                <a:spcBef>
                  <a:spcPts val="5"/>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1905" dirty="0"/>
            </a:p>
          </p:txBody>
        </p:sp>
      </p:grpSp>
      <p:sp>
        <p:nvSpPr>
          <p:cNvPr id="616" name="textbox 616"/>
          <p:cNvSpPr/>
          <p:nvPr/>
        </p:nvSpPr>
        <p:spPr>
          <a:xfrm>
            <a:off x="6223078" y="5385752"/>
            <a:ext cx="744909" cy="229290"/>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9000"/>
              </a:lnSpc>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提供认证</a:t>
            </a:r>
            <a:endParaRPr lang="en-US" altLang="en-US" sz="1360" dirty="0"/>
          </a:p>
        </p:txBody>
      </p:sp>
      <p:sp>
        <p:nvSpPr>
          <p:cNvPr id="618" name="rect"/>
          <p:cNvSpPr/>
          <p:nvPr/>
        </p:nvSpPr>
        <p:spPr>
          <a:xfrm>
            <a:off x="8311139" y="2533035"/>
            <a:ext cx="1527840" cy="30418"/>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620" name="picture 620"/>
          <p:cNvPicPr>
            <a:picLocks noChangeAspect="1"/>
          </p:cNvPicPr>
          <p:nvPr/>
        </p:nvPicPr>
        <p:blipFill>
          <a:blip r:embed="rId12"/>
          <a:stretch>
            <a:fillRect/>
          </a:stretch>
        </p:blipFill>
        <p:spPr>
          <a:xfrm rot="21600000">
            <a:off x="9763635" y="2548245"/>
            <a:ext cx="151401" cy="286901"/>
          </a:xfrm>
          <a:prstGeom prst="rect">
            <a:avLst/>
          </a:prstGeom>
        </p:spPr>
      </p:pic>
      <p:sp>
        <p:nvSpPr>
          <p:cNvPr id="622" name="rect"/>
          <p:cNvSpPr/>
          <p:nvPr/>
        </p:nvSpPr>
        <p:spPr>
          <a:xfrm>
            <a:off x="8235102" y="3220217"/>
            <a:ext cx="1605270"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624" name="picture 624"/>
          <p:cNvPicPr>
            <a:picLocks noChangeAspect="1"/>
          </p:cNvPicPr>
          <p:nvPr/>
        </p:nvPicPr>
        <p:blipFill>
          <a:blip r:embed="rId13"/>
          <a:stretch>
            <a:fillRect/>
          </a:stretch>
        </p:blipFill>
        <p:spPr>
          <a:xfrm rot="21600000">
            <a:off x="9765019" y="2949216"/>
            <a:ext cx="151401" cy="286210"/>
          </a:xfrm>
          <a:prstGeom prst="rect">
            <a:avLst/>
          </a:prstGeom>
        </p:spPr>
      </p:pic>
      <p:sp>
        <p:nvSpPr>
          <p:cNvPr id="626" name="textbox 626"/>
          <p:cNvSpPr/>
          <p:nvPr/>
        </p:nvSpPr>
        <p:spPr>
          <a:xfrm>
            <a:off x="9543981" y="2717499"/>
            <a:ext cx="473561" cy="303032"/>
          </a:xfrm>
          <a:prstGeom prst="rect">
            <a:avLst/>
          </a:prstGeom>
        </p:spPr>
        <p:txBody>
          <a:bodyPr vert="horz" wrap="square" lIns="0" tIns="0" rIns="0" bIns="0"/>
          <a:lstStyle/>
          <a:p>
            <a:pPr algn="l" rtl="0" eaLnBrk="0">
              <a:lnSpc>
                <a:spcPct val="92000"/>
              </a:lnSpc>
            </a:pPr>
            <a:endParaRPr lang="en-US" altLang="en-US" sz="100" dirty="0"/>
          </a:p>
          <a:p>
            <a:pPr algn="r" rtl="0" eaLnBrk="0">
              <a:lnSpc>
                <a:spcPct val="96000"/>
              </a:lnSpc>
            </a:pPr>
            <a:r>
              <a:rPr sz="1905" kern="0" spc="-22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a:t>
            </a:r>
            <a:r>
              <a:rPr sz="1905" kern="0" spc="-10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较</a:t>
            </a:r>
            <a:endParaRPr lang="en-US" altLang="en-US" sz="1905" dirty="0"/>
          </a:p>
        </p:txBody>
      </p:sp>
      <p:sp>
        <p:nvSpPr>
          <p:cNvPr id="628" name="path"/>
          <p:cNvSpPr/>
          <p:nvPr/>
        </p:nvSpPr>
        <p:spPr>
          <a:xfrm>
            <a:off x="3040094" y="3903253"/>
            <a:ext cx="261674" cy="407193"/>
          </a:xfrm>
          <a:custGeom>
            <a:avLst/>
            <a:gdLst/>
            <a:ahLst/>
            <a:cxnLst/>
            <a:rect l="0" t="0" r="0" b="0"/>
            <a:pathLst>
              <a:path w="454" h="706">
                <a:moveTo>
                  <a:pt x="169" y="0"/>
                </a:moveTo>
                <a:lnTo>
                  <a:pt x="148" y="37"/>
                </a:lnTo>
                <a:lnTo>
                  <a:pt x="126" y="73"/>
                </a:lnTo>
                <a:lnTo>
                  <a:pt x="105" y="110"/>
                </a:lnTo>
                <a:lnTo>
                  <a:pt x="85" y="146"/>
                </a:lnTo>
                <a:lnTo>
                  <a:pt x="67" y="183"/>
                </a:lnTo>
                <a:lnTo>
                  <a:pt x="52" y="222"/>
                </a:lnTo>
                <a:lnTo>
                  <a:pt x="37" y="260"/>
                </a:lnTo>
                <a:lnTo>
                  <a:pt x="27" y="298"/>
                </a:lnTo>
                <a:lnTo>
                  <a:pt x="11" y="377"/>
                </a:lnTo>
                <a:lnTo>
                  <a:pt x="4" y="457"/>
                </a:lnTo>
                <a:lnTo>
                  <a:pt x="4" y="536"/>
                </a:lnTo>
                <a:lnTo>
                  <a:pt x="13" y="615"/>
                </a:lnTo>
                <a:lnTo>
                  <a:pt x="15" y="616"/>
                </a:lnTo>
                <a:lnTo>
                  <a:pt x="17" y="616"/>
                </a:lnTo>
                <a:lnTo>
                  <a:pt x="19" y="615"/>
                </a:lnTo>
                <a:lnTo>
                  <a:pt x="19" y="614"/>
                </a:lnTo>
                <a:cubicBezTo>
                  <a:pt x="-5" y="398"/>
                  <a:pt x="32" y="221"/>
                  <a:pt x="148" y="37"/>
                </a:cubicBezTo>
                <a:lnTo>
                  <a:pt x="169" y="0"/>
                </a:lnTo>
              </a:path>
              <a:path w="454" h="706">
                <a:moveTo>
                  <a:pt x="454" y="13"/>
                </a:moveTo>
                <a:lnTo>
                  <a:pt x="448" y="21"/>
                </a:lnTo>
                <a:lnTo>
                  <a:pt x="441" y="29"/>
                </a:lnTo>
                <a:lnTo>
                  <a:pt x="436" y="38"/>
                </a:lnTo>
                <a:cubicBezTo>
                  <a:pt x="413" y="79"/>
                  <a:pt x="393" y="123"/>
                  <a:pt x="375" y="166"/>
                </a:cubicBezTo>
                <a:lnTo>
                  <a:pt x="366" y="188"/>
                </a:lnTo>
                <a:lnTo>
                  <a:pt x="358" y="208"/>
                </a:lnTo>
                <a:cubicBezTo>
                  <a:pt x="288" y="380"/>
                  <a:pt x="272" y="494"/>
                  <a:pt x="306" y="681"/>
                </a:cubicBezTo>
                <a:lnTo>
                  <a:pt x="307" y="682"/>
                </a:lnTo>
                <a:lnTo>
                  <a:pt x="310" y="682"/>
                </a:lnTo>
                <a:lnTo>
                  <a:pt x="312" y="681"/>
                </a:lnTo>
                <a:lnTo>
                  <a:pt x="313" y="679"/>
                </a:lnTo>
                <a:cubicBezTo>
                  <a:pt x="291" y="521"/>
                  <a:pt x="301" y="382"/>
                  <a:pt x="357" y="233"/>
                </a:cubicBezTo>
                <a:lnTo>
                  <a:pt x="363" y="214"/>
                </a:lnTo>
                <a:lnTo>
                  <a:pt x="370" y="194"/>
                </a:lnTo>
                <a:cubicBezTo>
                  <a:pt x="390" y="144"/>
                  <a:pt x="410" y="91"/>
                  <a:pt x="435" y="43"/>
                </a:cubicBezTo>
                <a:lnTo>
                  <a:pt x="441" y="32"/>
                </a:lnTo>
                <a:lnTo>
                  <a:pt x="447" y="22"/>
                </a:lnTo>
                <a:lnTo>
                  <a:pt x="454" y="13"/>
                </a:lnTo>
              </a:path>
              <a:path w="454" h="706">
                <a:moveTo>
                  <a:pt x="173" y="670"/>
                </a:moveTo>
                <a:lnTo>
                  <a:pt x="192" y="674"/>
                </a:lnTo>
                <a:lnTo>
                  <a:pt x="213" y="679"/>
                </a:lnTo>
                <a:lnTo>
                  <a:pt x="232" y="683"/>
                </a:lnTo>
                <a:lnTo>
                  <a:pt x="251" y="688"/>
                </a:lnTo>
                <a:lnTo>
                  <a:pt x="270" y="692"/>
                </a:lnTo>
                <a:lnTo>
                  <a:pt x="289" y="697"/>
                </a:lnTo>
                <a:lnTo>
                  <a:pt x="310" y="701"/>
                </a:lnTo>
                <a:lnTo>
                  <a:pt x="329" y="706"/>
                </a:lnTo>
                <a:lnTo>
                  <a:pt x="330" y="706"/>
                </a:lnTo>
                <a:lnTo>
                  <a:pt x="333" y="705"/>
                </a:lnTo>
                <a:lnTo>
                  <a:pt x="333" y="704"/>
                </a:lnTo>
                <a:lnTo>
                  <a:pt x="331" y="703"/>
                </a:lnTo>
                <a:cubicBezTo>
                  <a:pt x="269" y="686"/>
                  <a:pt x="207" y="671"/>
                  <a:pt x="144" y="658"/>
                </a:cubicBezTo>
                <a:lnTo>
                  <a:pt x="136" y="657"/>
                </a:lnTo>
                <a:lnTo>
                  <a:pt x="129" y="655"/>
                </a:lnTo>
                <a:cubicBezTo>
                  <a:pt x="99" y="648"/>
                  <a:pt x="85" y="644"/>
                  <a:pt x="54" y="646"/>
                </a:cubicBezTo>
                <a:lnTo>
                  <a:pt x="51" y="646"/>
                </a:lnTo>
                <a:lnTo>
                  <a:pt x="54" y="646"/>
                </a:lnTo>
                <a:cubicBezTo>
                  <a:pt x="85" y="653"/>
                  <a:pt x="112" y="660"/>
                  <a:pt x="144" y="664"/>
                </a:cubicBezTo>
                <a:lnTo>
                  <a:pt x="161" y="668"/>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630" name="picture 630"/>
          <p:cNvPicPr>
            <a:picLocks noChangeAspect="1"/>
          </p:cNvPicPr>
          <p:nvPr/>
        </p:nvPicPr>
        <p:blipFill>
          <a:blip r:embed="rId14"/>
          <a:stretch>
            <a:fillRect/>
          </a:stretch>
        </p:blipFill>
        <p:spPr>
          <a:xfrm rot="21600000">
            <a:off x="7929524" y="3350188"/>
            <a:ext cx="151412" cy="630493"/>
          </a:xfrm>
          <a:prstGeom prst="rect">
            <a:avLst/>
          </a:prstGeom>
        </p:spPr>
      </p:pic>
      <p:sp>
        <p:nvSpPr>
          <p:cNvPr id="632" name="textbox 632"/>
          <p:cNvSpPr/>
          <p:nvPr/>
        </p:nvSpPr>
        <p:spPr>
          <a:xfrm>
            <a:off x="9872957" y="4420613"/>
            <a:ext cx="547303" cy="245998"/>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Alice</a:t>
            </a:r>
            <a:endParaRPr lang="en-US" altLang="en-US" sz="1905" dirty="0"/>
          </a:p>
        </p:txBody>
      </p:sp>
      <p:pic>
        <p:nvPicPr>
          <p:cNvPr id="634" name="picture 634"/>
          <p:cNvPicPr>
            <a:picLocks noChangeAspect="1"/>
          </p:cNvPicPr>
          <p:nvPr/>
        </p:nvPicPr>
        <p:blipFill>
          <a:blip r:embed="rId15"/>
          <a:stretch>
            <a:fillRect/>
          </a:stretch>
        </p:blipFill>
        <p:spPr>
          <a:xfrm rot="21600000">
            <a:off x="3958532" y="3389593"/>
            <a:ext cx="533016" cy="151401"/>
          </a:xfrm>
          <a:prstGeom prst="rect">
            <a:avLst/>
          </a:prstGeom>
        </p:spPr>
      </p:pic>
      <p:pic>
        <p:nvPicPr>
          <p:cNvPr id="636" name="picture 636"/>
          <p:cNvPicPr>
            <a:picLocks noChangeAspect="1"/>
          </p:cNvPicPr>
          <p:nvPr/>
        </p:nvPicPr>
        <p:blipFill>
          <a:blip r:embed="rId16"/>
          <a:stretch>
            <a:fillRect/>
          </a:stretch>
        </p:blipFill>
        <p:spPr>
          <a:xfrm rot="21600000">
            <a:off x="4570359" y="3637091"/>
            <a:ext cx="151401" cy="458351"/>
          </a:xfrm>
          <a:prstGeom prst="rect">
            <a:avLst/>
          </a:prstGeom>
        </p:spPr>
      </p:pic>
      <p:sp>
        <p:nvSpPr>
          <p:cNvPr id="638" name="path"/>
          <p:cNvSpPr/>
          <p:nvPr/>
        </p:nvSpPr>
        <p:spPr>
          <a:xfrm>
            <a:off x="2891809" y="4429355"/>
            <a:ext cx="219151" cy="22813"/>
          </a:xfrm>
          <a:custGeom>
            <a:avLst/>
            <a:gdLst/>
            <a:ahLst/>
            <a:cxnLst/>
            <a:rect l="0" t="0" r="0" b="0"/>
            <a:pathLst>
              <a:path w="380" h="39">
                <a:moveTo>
                  <a:pt x="33" y="3"/>
                </a:moveTo>
                <a:lnTo>
                  <a:pt x="41" y="4"/>
                </a:lnTo>
                <a:cubicBezTo>
                  <a:pt x="154" y="7"/>
                  <a:pt x="265" y="25"/>
                  <a:pt x="376" y="39"/>
                </a:cubicBezTo>
                <a:lnTo>
                  <a:pt x="379" y="39"/>
                </a:lnTo>
                <a:lnTo>
                  <a:pt x="380" y="37"/>
                </a:lnTo>
                <a:lnTo>
                  <a:pt x="380" y="35"/>
                </a:lnTo>
                <a:lnTo>
                  <a:pt x="379" y="34"/>
                </a:lnTo>
                <a:cubicBezTo>
                  <a:pt x="359" y="32"/>
                  <a:pt x="338" y="29"/>
                  <a:pt x="319" y="25"/>
                </a:cubicBezTo>
                <a:lnTo>
                  <a:pt x="307" y="23"/>
                </a:lnTo>
                <a:lnTo>
                  <a:pt x="295" y="21"/>
                </a:lnTo>
                <a:cubicBezTo>
                  <a:pt x="275" y="19"/>
                  <a:pt x="255" y="15"/>
                  <a:pt x="235" y="13"/>
                </a:cubicBezTo>
                <a:lnTo>
                  <a:pt x="223" y="11"/>
                </a:lnTo>
                <a:lnTo>
                  <a:pt x="210" y="10"/>
                </a:lnTo>
                <a:lnTo>
                  <a:pt x="197" y="9"/>
                </a:lnTo>
                <a:cubicBezTo>
                  <a:pt x="134" y="3"/>
                  <a:pt x="69" y="4"/>
                  <a:pt x="5" y="0"/>
                </a:cubicBezTo>
                <a:lnTo>
                  <a:pt x="0" y="0"/>
                </a:lnTo>
                <a:lnTo>
                  <a:pt x="1" y="0"/>
                </a:lnTo>
                <a:cubicBezTo>
                  <a:pt x="8" y="2"/>
                  <a:pt x="16" y="2"/>
                  <a:pt x="23" y="2"/>
                </a:cubicBezTo>
                <a:lnTo>
                  <a:pt x="30" y="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40" name="rect"/>
          <p:cNvSpPr/>
          <p:nvPr/>
        </p:nvSpPr>
        <p:spPr>
          <a:xfrm>
            <a:off x="3197377" y="4450786"/>
            <a:ext cx="244039" cy="24197"/>
          </a:xfrm>
          <a:prstGeom prst="rect">
            <a:avLst/>
          </a:prstGeom>
          <a:solidFill>
            <a:srgbClr val="140000">
              <a:alpha val="100000"/>
            </a:srgbClr>
          </a:solidFill>
          <a:ln cap="flat">
            <a:noFill/>
            <a:prstDash val="solid"/>
            <a:miter lim="0"/>
          </a:ln>
        </p:spPr>
        <p:txBody>
          <a:bodyPr rtlCol="0"/>
          <a:lstStyle/>
          <a:p>
            <a:pPr algn="ctr"/>
            <a:endParaRPr lang="zh-CN" altLang="en-US" sz="1635"/>
          </a:p>
        </p:txBody>
      </p:sp>
      <p:pic>
        <p:nvPicPr>
          <p:cNvPr id="642" name="picture 642"/>
          <p:cNvPicPr>
            <a:picLocks noChangeAspect="1"/>
          </p:cNvPicPr>
          <p:nvPr/>
        </p:nvPicPr>
        <p:blipFill>
          <a:blip r:embed="rId17"/>
          <a:stretch>
            <a:fillRect/>
          </a:stretch>
        </p:blipFill>
        <p:spPr>
          <a:xfrm rot="21600000">
            <a:off x="2888001" y="4441303"/>
            <a:ext cx="431741" cy="92441"/>
          </a:xfrm>
          <a:prstGeom prst="rect">
            <a:avLst/>
          </a:prstGeom>
        </p:spPr>
      </p:pic>
      <p:sp>
        <p:nvSpPr>
          <p:cNvPr id="644" name="textbox 644"/>
          <p:cNvSpPr/>
          <p:nvPr/>
        </p:nvSpPr>
        <p:spPr>
          <a:xfrm>
            <a:off x="2673830" y="4481185"/>
            <a:ext cx="436691" cy="241966"/>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Bob</a:t>
            </a:r>
            <a:endParaRPr lang="en-US" altLang="en-US" sz="1905" dirty="0"/>
          </a:p>
        </p:txBody>
      </p:sp>
      <p:pic>
        <p:nvPicPr>
          <p:cNvPr id="646" name="picture 646"/>
          <p:cNvPicPr>
            <a:picLocks noChangeAspect="1"/>
          </p:cNvPicPr>
          <p:nvPr/>
        </p:nvPicPr>
        <p:blipFill>
          <a:blip r:embed="rId18"/>
          <a:stretch>
            <a:fillRect/>
          </a:stretch>
        </p:blipFill>
        <p:spPr>
          <a:xfrm rot="21600000">
            <a:off x="3241622" y="3941275"/>
            <a:ext cx="219151" cy="291049"/>
          </a:xfrm>
          <a:prstGeom prst="rect">
            <a:avLst/>
          </a:prstGeom>
        </p:spPr>
      </p:pic>
      <p:sp>
        <p:nvSpPr>
          <p:cNvPr id="648" name="path"/>
          <p:cNvSpPr/>
          <p:nvPr/>
        </p:nvSpPr>
        <p:spPr>
          <a:xfrm>
            <a:off x="2558587" y="3865921"/>
            <a:ext cx="121673" cy="172832"/>
          </a:xfrm>
          <a:custGeom>
            <a:avLst/>
            <a:gdLst/>
            <a:ahLst/>
            <a:cxnLst/>
            <a:rect l="0" t="0" r="0" b="0"/>
            <a:pathLst>
              <a:path w="211" h="299">
                <a:moveTo>
                  <a:pt x="55" y="111"/>
                </a:moveTo>
                <a:lnTo>
                  <a:pt x="61" y="117"/>
                </a:lnTo>
                <a:cubicBezTo>
                  <a:pt x="102" y="154"/>
                  <a:pt x="143" y="171"/>
                  <a:pt x="196" y="182"/>
                </a:cubicBezTo>
                <a:lnTo>
                  <a:pt x="199" y="182"/>
                </a:lnTo>
                <a:lnTo>
                  <a:pt x="200" y="179"/>
                </a:lnTo>
                <a:lnTo>
                  <a:pt x="199" y="178"/>
                </a:lnTo>
                <a:cubicBezTo>
                  <a:pt x="95" y="151"/>
                  <a:pt x="45" y="106"/>
                  <a:pt x="2" y="3"/>
                </a:cubicBezTo>
                <a:lnTo>
                  <a:pt x="0" y="0"/>
                </a:lnTo>
                <a:lnTo>
                  <a:pt x="1" y="3"/>
                </a:lnTo>
                <a:cubicBezTo>
                  <a:pt x="10" y="35"/>
                  <a:pt x="18" y="51"/>
                  <a:pt x="33" y="81"/>
                </a:cubicBezTo>
                <a:lnTo>
                  <a:pt x="43" y="97"/>
                </a:lnTo>
              </a:path>
              <a:path w="211" h="299">
                <a:moveTo>
                  <a:pt x="191" y="297"/>
                </a:moveTo>
                <a:lnTo>
                  <a:pt x="190" y="298"/>
                </a:lnTo>
                <a:lnTo>
                  <a:pt x="191" y="299"/>
                </a:lnTo>
                <a:lnTo>
                  <a:pt x="194" y="299"/>
                </a:lnTo>
                <a:lnTo>
                  <a:pt x="195" y="298"/>
                </a:lnTo>
                <a:lnTo>
                  <a:pt x="206" y="283"/>
                </a:lnTo>
                <a:lnTo>
                  <a:pt x="211" y="263"/>
                </a:lnTo>
                <a:lnTo>
                  <a:pt x="211" y="243"/>
                </a:lnTo>
                <a:lnTo>
                  <a:pt x="210" y="221"/>
                </a:lnTo>
                <a:lnTo>
                  <a:pt x="206" y="203"/>
                </a:lnTo>
                <a:lnTo>
                  <a:pt x="201" y="188"/>
                </a:lnTo>
                <a:lnTo>
                  <a:pt x="199" y="177"/>
                </a:lnTo>
                <a:lnTo>
                  <a:pt x="198" y="173"/>
                </a:lnTo>
                <a:lnTo>
                  <a:pt x="200" y="187"/>
                </a:lnTo>
                <a:lnTo>
                  <a:pt x="205" y="221"/>
                </a:lnTo>
                <a:lnTo>
                  <a:pt x="203" y="26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50" name="path"/>
          <p:cNvSpPr/>
          <p:nvPr/>
        </p:nvSpPr>
        <p:spPr>
          <a:xfrm>
            <a:off x="2512660" y="3892883"/>
            <a:ext cx="68050" cy="178362"/>
          </a:xfrm>
          <a:custGeom>
            <a:avLst/>
            <a:gdLst/>
            <a:ahLst/>
            <a:cxnLst/>
            <a:rect l="0" t="0" r="0" b="0"/>
            <a:pathLst>
              <a:path w="118" h="309">
                <a:moveTo>
                  <a:pt x="1" y="77"/>
                </a:moveTo>
                <a:lnTo>
                  <a:pt x="4" y="99"/>
                </a:lnTo>
                <a:cubicBezTo>
                  <a:pt x="0" y="181"/>
                  <a:pt x="43" y="259"/>
                  <a:pt x="108" y="308"/>
                </a:cubicBezTo>
                <a:lnTo>
                  <a:pt x="113" y="309"/>
                </a:lnTo>
                <a:lnTo>
                  <a:pt x="118" y="304"/>
                </a:lnTo>
                <a:lnTo>
                  <a:pt x="118" y="301"/>
                </a:lnTo>
                <a:lnTo>
                  <a:pt x="104" y="285"/>
                </a:lnTo>
                <a:lnTo>
                  <a:pt x="90" y="268"/>
                </a:lnTo>
                <a:lnTo>
                  <a:pt x="77" y="251"/>
                </a:lnTo>
                <a:lnTo>
                  <a:pt x="65" y="235"/>
                </a:lnTo>
                <a:lnTo>
                  <a:pt x="54" y="217"/>
                </a:lnTo>
                <a:lnTo>
                  <a:pt x="44" y="200"/>
                </a:lnTo>
                <a:lnTo>
                  <a:pt x="36" y="182"/>
                </a:lnTo>
                <a:cubicBezTo>
                  <a:pt x="17" y="129"/>
                  <a:pt x="10" y="88"/>
                  <a:pt x="6" y="32"/>
                </a:cubicBezTo>
                <a:lnTo>
                  <a:pt x="5" y="9"/>
                </a:lnTo>
                <a:lnTo>
                  <a:pt x="5" y="0"/>
                </a:lnTo>
                <a:lnTo>
                  <a:pt x="4" y="8"/>
                </a:lnTo>
                <a:lnTo>
                  <a:pt x="2" y="28"/>
                </a:lnTo>
                <a:lnTo>
                  <a:pt x="1" y="5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52" name="path"/>
          <p:cNvSpPr/>
          <p:nvPr/>
        </p:nvSpPr>
        <p:spPr>
          <a:xfrm>
            <a:off x="2277216" y="3811996"/>
            <a:ext cx="314555" cy="201176"/>
          </a:xfrm>
          <a:custGeom>
            <a:avLst/>
            <a:gdLst/>
            <a:ahLst/>
            <a:cxnLst/>
            <a:rect l="0" t="0" r="0" b="0"/>
            <a:pathLst>
              <a:path w="546" h="349">
                <a:moveTo>
                  <a:pt x="546" y="0"/>
                </a:moveTo>
                <a:lnTo>
                  <a:pt x="542" y="19"/>
                </a:lnTo>
                <a:lnTo>
                  <a:pt x="535" y="35"/>
                </a:lnTo>
                <a:cubicBezTo>
                  <a:pt x="496" y="117"/>
                  <a:pt x="391" y="157"/>
                  <a:pt x="312" y="186"/>
                </a:cubicBezTo>
                <a:lnTo>
                  <a:pt x="290" y="193"/>
                </a:lnTo>
                <a:lnTo>
                  <a:pt x="270" y="201"/>
                </a:lnTo>
                <a:cubicBezTo>
                  <a:pt x="182" y="232"/>
                  <a:pt x="84" y="269"/>
                  <a:pt x="13" y="330"/>
                </a:cubicBezTo>
                <a:lnTo>
                  <a:pt x="1" y="343"/>
                </a:lnTo>
                <a:lnTo>
                  <a:pt x="0" y="346"/>
                </a:lnTo>
                <a:lnTo>
                  <a:pt x="4" y="349"/>
                </a:lnTo>
                <a:lnTo>
                  <a:pt x="8" y="347"/>
                </a:lnTo>
                <a:cubicBezTo>
                  <a:pt x="50" y="319"/>
                  <a:pt x="99" y="291"/>
                  <a:pt x="145" y="270"/>
                </a:cubicBezTo>
                <a:lnTo>
                  <a:pt x="165" y="259"/>
                </a:lnTo>
                <a:lnTo>
                  <a:pt x="176" y="254"/>
                </a:lnTo>
                <a:cubicBezTo>
                  <a:pt x="200" y="242"/>
                  <a:pt x="228" y="233"/>
                  <a:pt x="253" y="223"/>
                </a:cubicBezTo>
                <a:lnTo>
                  <a:pt x="265" y="219"/>
                </a:lnTo>
                <a:lnTo>
                  <a:pt x="276" y="216"/>
                </a:lnTo>
                <a:lnTo>
                  <a:pt x="286" y="211"/>
                </a:lnTo>
                <a:cubicBezTo>
                  <a:pt x="372" y="180"/>
                  <a:pt x="508" y="125"/>
                  <a:pt x="538" y="32"/>
                </a:cubicBezTo>
                <a:lnTo>
                  <a:pt x="543" y="16"/>
                </a:lnTo>
                <a:lnTo>
                  <a:pt x="546"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54" name="rect"/>
          <p:cNvSpPr/>
          <p:nvPr/>
        </p:nvSpPr>
        <p:spPr>
          <a:xfrm>
            <a:off x="9568680" y="3715211"/>
            <a:ext cx="276532" cy="226064"/>
          </a:xfrm>
          <a:prstGeom prst="rect">
            <a:avLst/>
          </a:prstGeom>
          <a:solidFill>
            <a:srgbClr val="000000">
              <a:alpha val="100000"/>
            </a:srgbClr>
          </a:solidFill>
          <a:ln cap="flat">
            <a:noFill/>
            <a:prstDash val="solid"/>
            <a:miter lim="0"/>
          </a:ln>
        </p:spPr>
        <p:txBody>
          <a:bodyPr rtlCol="0"/>
          <a:lstStyle/>
          <a:p>
            <a:pPr algn="ctr"/>
            <a:endParaRPr lang="zh-CN" altLang="en-US" sz="1635"/>
          </a:p>
        </p:txBody>
      </p:sp>
      <p:sp>
        <p:nvSpPr>
          <p:cNvPr id="656" name="path"/>
          <p:cNvSpPr/>
          <p:nvPr/>
        </p:nvSpPr>
        <p:spPr>
          <a:xfrm>
            <a:off x="2561353" y="4059528"/>
            <a:ext cx="121674" cy="62876"/>
          </a:xfrm>
          <a:custGeom>
            <a:avLst/>
            <a:gdLst/>
            <a:ahLst/>
            <a:cxnLst/>
            <a:rect l="0" t="0" r="0" b="0"/>
            <a:pathLst>
              <a:path w="211" h="109">
                <a:moveTo>
                  <a:pt x="99" y="8"/>
                </a:moveTo>
                <a:lnTo>
                  <a:pt x="141" y="8"/>
                </a:lnTo>
                <a:lnTo>
                  <a:pt x="168" y="10"/>
                </a:lnTo>
                <a:lnTo>
                  <a:pt x="182" y="10"/>
                </a:lnTo>
                <a:lnTo>
                  <a:pt x="195" y="11"/>
                </a:lnTo>
                <a:lnTo>
                  <a:pt x="208" y="13"/>
                </a:lnTo>
                <a:lnTo>
                  <a:pt x="210" y="13"/>
                </a:lnTo>
                <a:lnTo>
                  <a:pt x="211" y="11"/>
                </a:lnTo>
                <a:lnTo>
                  <a:pt x="211" y="10"/>
                </a:lnTo>
                <a:lnTo>
                  <a:pt x="210" y="10"/>
                </a:lnTo>
                <a:cubicBezTo>
                  <a:pt x="141" y="0"/>
                  <a:pt x="71" y="1"/>
                  <a:pt x="2" y="11"/>
                </a:cubicBezTo>
                <a:lnTo>
                  <a:pt x="0" y="11"/>
                </a:lnTo>
                <a:lnTo>
                  <a:pt x="2" y="11"/>
                </a:lnTo>
                <a:cubicBezTo>
                  <a:pt x="23" y="9"/>
                  <a:pt x="49" y="10"/>
                  <a:pt x="70" y="8"/>
                </a:cubicBezTo>
                <a:lnTo>
                  <a:pt x="85" y="8"/>
                </a:lnTo>
              </a:path>
              <a:path w="211" h="109">
                <a:moveTo>
                  <a:pt x="154" y="55"/>
                </a:moveTo>
                <a:lnTo>
                  <a:pt x="148" y="61"/>
                </a:lnTo>
                <a:cubicBezTo>
                  <a:pt x="139" y="74"/>
                  <a:pt x="122" y="92"/>
                  <a:pt x="116" y="106"/>
                </a:cubicBezTo>
                <a:lnTo>
                  <a:pt x="116" y="109"/>
                </a:lnTo>
                <a:lnTo>
                  <a:pt x="120" y="109"/>
                </a:lnTo>
                <a:cubicBezTo>
                  <a:pt x="124" y="106"/>
                  <a:pt x="140" y="81"/>
                  <a:pt x="145" y="75"/>
                </a:cubicBezTo>
                <a:lnTo>
                  <a:pt x="151" y="69"/>
                </a:lnTo>
                <a:lnTo>
                  <a:pt x="156" y="63"/>
                </a:lnTo>
                <a:cubicBezTo>
                  <a:pt x="169" y="47"/>
                  <a:pt x="183" y="32"/>
                  <a:pt x="195" y="15"/>
                </a:cubicBezTo>
                <a:lnTo>
                  <a:pt x="200" y="10"/>
                </a:lnTo>
                <a:lnTo>
                  <a:pt x="201" y="8"/>
                </a:lnTo>
                <a:lnTo>
                  <a:pt x="200" y="10"/>
                </a:lnTo>
                <a:cubicBezTo>
                  <a:pt x="195" y="13"/>
                  <a:pt x="170" y="36"/>
                  <a:pt x="168" y="40"/>
                </a:cubicBezTo>
                <a:lnTo>
                  <a:pt x="160" y="47"/>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58" name="path"/>
          <p:cNvSpPr/>
          <p:nvPr/>
        </p:nvSpPr>
        <p:spPr>
          <a:xfrm>
            <a:off x="2606289" y="3975151"/>
            <a:ext cx="167302" cy="326307"/>
          </a:xfrm>
          <a:custGeom>
            <a:avLst/>
            <a:gdLst/>
            <a:ahLst/>
            <a:cxnLst/>
            <a:rect l="0" t="0" r="0" b="0"/>
            <a:pathLst>
              <a:path w="290" h="566">
                <a:moveTo>
                  <a:pt x="0" y="236"/>
                </a:moveTo>
                <a:lnTo>
                  <a:pt x="25" y="249"/>
                </a:lnTo>
                <a:cubicBezTo>
                  <a:pt x="154" y="319"/>
                  <a:pt x="196" y="428"/>
                  <a:pt x="225" y="563"/>
                </a:cubicBezTo>
                <a:lnTo>
                  <a:pt x="227" y="566"/>
                </a:lnTo>
                <a:lnTo>
                  <a:pt x="235" y="563"/>
                </a:lnTo>
                <a:lnTo>
                  <a:pt x="237" y="560"/>
                </a:lnTo>
                <a:lnTo>
                  <a:pt x="235" y="535"/>
                </a:lnTo>
                <a:lnTo>
                  <a:pt x="231" y="509"/>
                </a:lnTo>
                <a:lnTo>
                  <a:pt x="229" y="484"/>
                </a:lnTo>
                <a:lnTo>
                  <a:pt x="223" y="459"/>
                </a:lnTo>
                <a:lnTo>
                  <a:pt x="216" y="435"/>
                </a:lnTo>
                <a:lnTo>
                  <a:pt x="207" y="411"/>
                </a:lnTo>
                <a:lnTo>
                  <a:pt x="197" y="387"/>
                </a:lnTo>
                <a:lnTo>
                  <a:pt x="184" y="363"/>
                </a:lnTo>
                <a:lnTo>
                  <a:pt x="177" y="352"/>
                </a:lnTo>
                <a:lnTo>
                  <a:pt x="160" y="331"/>
                </a:lnTo>
                <a:cubicBezTo>
                  <a:pt x="125" y="291"/>
                  <a:pt x="79" y="263"/>
                  <a:pt x="30" y="245"/>
                </a:cubicBezTo>
                <a:lnTo>
                  <a:pt x="15" y="241"/>
                </a:lnTo>
                <a:lnTo>
                  <a:pt x="0" y="236"/>
                </a:lnTo>
              </a:path>
              <a:path w="290" h="566">
                <a:moveTo>
                  <a:pt x="202" y="99"/>
                </a:moveTo>
                <a:lnTo>
                  <a:pt x="210" y="111"/>
                </a:lnTo>
                <a:lnTo>
                  <a:pt x="214" y="126"/>
                </a:lnTo>
                <a:lnTo>
                  <a:pt x="219" y="139"/>
                </a:lnTo>
                <a:cubicBezTo>
                  <a:pt x="238" y="197"/>
                  <a:pt x="247" y="256"/>
                  <a:pt x="250" y="317"/>
                </a:cubicBezTo>
                <a:lnTo>
                  <a:pt x="252" y="373"/>
                </a:lnTo>
                <a:lnTo>
                  <a:pt x="254" y="429"/>
                </a:lnTo>
                <a:lnTo>
                  <a:pt x="258" y="434"/>
                </a:lnTo>
                <a:lnTo>
                  <a:pt x="262" y="435"/>
                </a:lnTo>
                <a:lnTo>
                  <a:pt x="270" y="433"/>
                </a:lnTo>
                <a:lnTo>
                  <a:pt x="272" y="428"/>
                </a:lnTo>
                <a:lnTo>
                  <a:pt x="285" y="371"/>
                </a:lnTo>
                <a:lnTo>
                  <a:pt x="290" y="314"/>
                </a:lnTo>
                <a:lnTo>
                  <a:pt x="284" y="256"/>
                </a:lnTo>
                <a:lnTo>
                  <a:pt x="271" y="201"/>
                </a:lnTo>
                <a:lnTo>
                  <a:pt x="266" y="187"/>
                </a:lnTo>
                <a:lnTo>
                  <a:pt x="261" y="173"/>
                </a:lnTo>
                <a:lnTo>
                  <a:pt x="255" y="161"/>
                </a:lnTo>
                <a:lnTo>
                  <a:pt x="250" y="148"/>
                </a:lnTo>
                <a:cubicBezTo>
                  <a:pt x="232" y="116"/>
                  <a:pt x="228" y="108"/>
                  <a:pt x="206" y="79"/>
                </a:cubicBezTo>
                <a:lnTo>
                  <a:pt x="200" y="71"/>
                </a:lnTo>
                <a:lnTo>
                  <a:pt x="195" y="66"/>
                </a:lnTo>
                <a:cubicBezTo>
                  <a:pt x="182" y="49"/>
                  <a:pt x="168" y="27"/>
                  <a:pt x="156" y="9"/>
                </a:cubicBezTo>
                <a:lnTo>
                  <a:pt x="151" y="4"/>
                </a:lnTo>
                <a:lnTo>
                  <a:pt x="148" y="1"/>
                </a:lnTo>
                <a:lnTo>
                  <a:pt x="148" y="0"/>
                </a:lnTo>
                <a:lnTo>
                  <a:pt x="150" y="2"/>
                </a:lnTo>
                <a:cubicBezTo>
                  <a:pt x="161" y="25"/>
                  <a:pt x="175" y="46"/>
                  <a:pt x="187" y="69"/>
                </a:cubicBezTo>
                <a:lnTo>
                  <a:pt x="195" y="8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60" name="path"/>
          <p:cNvSpPr/>
          <p:nvPr/>
        </p:nvSpPr>
        <p:spPr>
          <a:xfrm>
            <a:off x="2877291" y="4014556"/>
            <a:ext cx="152783" cy="156240"/>
          </a:xfrm>
          <a:custGeom>
            <a:avLst/>
            <a:gdLst/>
            <a:ahLst/>
            <a:cxnLst/>
            <a:rect l="0" t="0" r="0" b="0"/>
            <a:pathLst>
              <a:path w="265" h="271">
                <a:moveTo>
                  <a:pt x="38" y="67"/>
                </a:moveTo>
                <a:lnTo>
                  <a:pt x="46" y="76"/>
                </a:lnTo>
                <a:lnTo>
                  <a:pt x="53" y="86"/>
                </a:lnTo>
                <a:cubicBezTo>
                  <a:pt x="68" y="107"/>
                  <a:pt x="86" y="122"/>
                  <a:pt x="104" y="141"/>
                </a:cubicBezTo>
                <a:lnTo>
                  <a:pt x="140" y="175"/>
                </a:lnTo>
                <a:lnTo>
                  <a:pt x="159" y="193"/>
                </a:lnTo>
                <a:lnTo>
                  <a:pt x="180" y="208"/>
                </a:lnTo>
                <a:lnTo>
                  <a:pt x="199" y="225"/>
                </a:lnTo>
                <a:lnTo>
                  <a:pt x="219" y="240"/>
                </a:lnTo>
                <a:lnTo>
                  <a:pt x="260" y="271"/>
                </a:lnTo>
                <a:lnTo>
                  <a:pt x="262" y="271"/>
                </a:lnTo>
                <a:lnTo>
                  <a:pt x="263" y="270"/>
                </a:lnTo>
                <a:lnTo>
                  <a:pt x="265" y="270"/>
                </a:lnTo>
                <a:lnTo>
                  <a:pt x="263" y="267"/>
                </a:lnTo>
                <a:cubicBezTo>
                  <a:pt x="165" y="185"/>
                  <a:pt x="71" y="110"/>
                  <a:pt x="1" y="2"/>
                </a:cubicBezTo>
                <a:lnTo>
                  <a:pt x="0" y="0"/>
                </a:lnTo>
                <a:lnTo>
                  <a:pt x="1" y="2"/>
                </a:lnTo>
                <a:cubicBezTo>
                  <a:pt x="9" y="12"/>
                  <a:pt x="17" y="38"/>
                  <a:pt x="26" y="47"/>
                </a:cubicBezTo>
                <a:lnTo>
                  <a:pt x="32" y="5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62" name="path"/>
          <p:cNvSpPr/>
          <p:nvPr/>
        </p:nvSpPr>
        <p:spPr>
          <a:xfrm>
            <a:off x="2810232" y="4074011"/>
            <a:ext cx="74664" cy="48393"/>
          </a:xfrm>
          <a:custGeom>
            <a:avLst/>
            <a:gdLst/>
            <a:ahLst/>
            <a:cxnLst/>
            <a:rect l="0" t="0" r="0" b="0"/>
            <a:pathLst>
              <a:path w="129" h="84">
                <a:moveTo>
                  <a:pt x="56" y="42"/>
                </a:moveTo>
                <a:lnTo>
                  <a:pt x="64" y="46"/>
                </a:lnTo>
                <a:cubicBezTo>
                  <a:pt x="82" y="58"/>
                  <a:pt x="101" y="67"/>
                  <a:pt x="120" y="79"/>
                </a:cubicBezTo>
                <a:lnTo>
                  <a:pt x="128" y="84"/>
                </a:lnTo>
                <a:lnTo>
                  <a:pt x="129" y="82"/>
                </a:lnTo>
                <a:lnTo>
                  <a:pt x="129" y="75"/>
                </a:lnTo>
                <a:lnTo>
                  <a:pt x="112" y="64"/>
                </a:lnTo>
                <a:cubicBezTo>
                  <a:pt x="77" y="43"/>
                  <a:pt x="41" y="22"/>
                  <a:pt x="4" y="2"/>
                </a:cubicBezTo>
                <a:lnTo>
                  <a:pt x="0" y="0"/>
                </a:lnTo>
                <a:lnTo>
                  <a:pt x="1" y="1"/>
                </a:lnTo>
                <a:cubicBezTo>
                  <a:pt x="13" y="11"/>
                  <a:pt x="26" y="20"/>
                  <a:pt x="39" y="30"/>
                </a:cubicBezTo>
                <a:lnTo>
                  <a:pt x="48" y="36"/>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64" name="path"/>
          <p:cNvSpPr/>
          <p:nvPr/>
        </p:nvSpPr>
        <p:spPr>
          <a:xfrm>
            <a:off x="2875217" y="4280968"/>
            <a:ext cx="197029" cy="69575"/>
          </a:xfrm>
          <a:custGeom>
            <a:avLst/>
            <a:gdLst/>
            <a:ahLst/>
            <a:cxnLst/>
            <a:rect l="0" t="0" r="0" b="0"/>
            <a:pathLst>
              <a:path w="342" h="120">
                <a:moveTo>
                  <a:pt x="133" y="45"/>
                </a:moveTo>
                <a:lnTo>
                  <a:pt x="145" y="33"/>
                </a:lnTo>
                <a:lnTo>
                  <a:pt x="152" y="27"/>
                </a:lnTo>
                <a:cubicBezTo>
                  <a:pt x="178" y="-3"/>
                  <a:pt x="218" y="25"/>
                  <a:pt x="249" y="30"/>
                </a:cubicBezTo>
                <a:lnTo>
                  <a:pt x="271" y="37"/>
                </a:lnTo>
                <a:lnTo>
                  <a:pt x="278" y="39"/>
                </a:lnTo>
                <a:lnTo>
                  <a:pt x="285" y="41"/>
                </a:lnTo>
                <a:lnTo>
                  <a:pt x="291" y="43"/>
                </a:lnTo>
                <a:lnTo>
                  <a:pt x="306" y="48"/>
                </a:lnTo>
                <a:lnTo>
                  <a:pt x="312" y="51"/>
                </a:lnTo>
                <a:lnTo>
                  <a:pt x="326" y="55"/>
                </a:lnTo>
                <a:lnTo>
                  <a:pt x="332" y="58"/>
                </a:lnTo>
                <a:lnTo>
                  <a:pt x="338" y="60"/>
                </a:lnTo>
                <a:lnTo>
                  <a:pt x="340" y="60"/>
                </a:lnTo>
                <a:lnTo>
                  <a:pt x="342" y="59"/>
                </a:lnTo>
                <a:lnTo>
                  <a:pt x="342" y="58"/>
                </a:lnTo>
                <a:lnTo>
                  <a:pt x="340" y="57"/>
                </a:lnTo>
                <a:lnTo>
                  <a:pt x="334" y="54"/>
                </a:lnTo>
                <a:cubicBezTo>
                  <a:pt x="111" y="-22"/>
                  <a:pt x="226" y="-18"/>
                  <a:pt x="16" y="111"/>
                </a:cubicBezTo>
                <a:lnTo>
                  <a:pt x="3" y="118"/>
                </a:lnTo>
                <a:lnTo>
                  <a:pt x="0" y="120"/>
                </a:lnTo>
                <a:lnTo>
                  <a:pt x="3" y="119"/>
                </a:lnTo>
                <a:cubicBezTo>
                  <a:pt x="34" y="104"/>
                  <a:pt x="65" y="88"/>
                  <a:pt x="96" y="71"/>
                </a:cubicBezTo>
                <a:lnTo>
                  <a:pt x="116" y="5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66" name="path"/>
          <p:cNvSpPr/>
          <p:nvPr/>
        </p:nvSpPr>
        <p:spPr>
          <a:xfrm>
            <a:off x="2759073" y="4030457"/>
            <a:ext cx="151558" cy="293816"/>
          </a:xfrm>
          <a:custGeom>
            <a:avLst/>
            <a:gdLst/>
            <a:ahLst/>
            <a:cxnLst/>
            <a:rect l="0" t="0" r="0" b="0"/>
            <a:pathLst>
              <a:path w="263" h="510">
                <a:moveTo>
                  <a:pt x="139" y="324"/>
                </a:moveTo>
                <a:lnTo>
                  <a:pt x="124" y="344"/>
                </a:lnTo>
                <a:cubicBezTo>
                  <a:pt x="87" y="394"/>
                  <a:pt x="49" y="430"/>
                  <a:pt x="1" y="470"/>
                </a:cubicBezTo>
                <a:lnTo>
                  <a:pt x="0" y="471"/>
                </a:lnTo>
                <a:lnTo>
                  <a:pt x="1" y="474"/>
                </a:lnTo>
                <a:lnTo>
                  <a:pt x="4" y="474"/>
                </a:lnTo>
                <a:cubicBezTo>
                  <a:pt x="45" y="443"/>
                  <a:pt x="85" y="406"/>
                  <a:pt x="118" y="367"/>
                </a:cubicBezTo>
                <a:lnTo>
                  <a:pt x="134" y="348"/>
                </a:lnTo>
                <a:lnTo>
                  <a:pt x="148" y="327"/>
                </a:lnTo>
                <a:cubicBezTo>
                  <a:pt x="176" y="276"/>
                  <a:pt x="190" y="217"/>
                  <a:pt x="198" y="160"/>
                </a:cubicBezTo>
                <a:lnTo>
                  <a:pt x="200" y="145"/>
                </a:lnTo>
                <a:lnTo>
                  <a:pt x="201" y="140"/>
                </a:lnTo>
                <a:lnTo>
                  <a:pt x="200" y="145"/>
                </a:lnTo>
                <a:cubicBezTo>
                  <a:pt x="189" y="185"/>
                  <a:pt x="179" y="232"/>
                  <a:pt x="164" y="271"/>
                </a:cubicBezTo>
                <a:lnTo>
                  <a:pt x="152" y="300"/>
                </a:lnTo>
              </a:path>
              <a:path w="263" h="510">
                <a:moveTo>
                  <a:pt x="183" y="0"/>
                </a:moveTo>
                <a:lnTo>
                  <a:pt x="188" y="14"/>
                </a:lnTo>
                <a:cubicBezTo>
                  <a:pt x="270" y="194"/>
                  <a:pt x="263" y="339"/>
                  <a:pt x="147" y="505"/>
                </a:cubicBezTo>
                <a:lnTo>
                  <a:pt x="146" y="508"/>
                </a:lnTo>
                <a:lnTo>
                  <a:pt x="148" y="510"/>
                </a:lnTo>
                <a:lnTo>
                  <a:pt x="152" y="508"/>
                </a:lnTo>
                <a:lnTo>
                  <a:pt x="156" y="507"/>
                </a:lnTo>
                <a:lnTo>
                  <a:pt x="188" y="464"/>
                </a:lnTo>
                <a:lnTo>
                  <a:pt x="198" y="448"/>
                </a:lnTo>
                <a:lnTo>
                  <a:pt x="207" y="434"/>
                </a:lnTo>
                <a:lnTo>
                  <a:pt x="216" y="418"/>
                </a:lnTo>
                <a:lnTo>
                  <a:pt x="224" y="404"/>
                </a:lnTo>
                <a:lnTo>
                  <a:pt x="231" y="388"/>
                </a:lnTo>
                <a:lnTo>
                  <a:pt x="244" y="356"/>
                </a:lnTo>
                <a:lnTo>
                  <a:pt x="252" y="323"/>
                </a:lnTo>
                <a:lnTo>
                  <a:pt x="258" y="290"/>
                </a:lnTo>
                <a:cubicBezTo>
                  <a:pt x="263" y="183"/>
                  <a:pt x="244" y="122"/>
                  <a:pt x="198" y="31"/>
                </a:cubicBezTo>
                <a:lnTo>
                  <a:pt x="190" y="15"/>
                </a:lnTo>
                <a:lnTo>
                  <a:pt x="184" y="0"/>
                </a:lnTo>
                <a:lnTo>
                  <a:pt x="183"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68" name="path"/>
          <p:cNvSpPr/>
          <p:nvPr/>
        </p:nvSpPr>
        <p:spPr>
          <a:xfrm>
            <a:off x="2731420" y="3941275"/>
            <a:ext cx="146562" cy="367787"/>
          </a:xfrm>
          <a:custGeom>
            <a:avLst/>
            <a:gdLst/>
            <a:ahLst/>
            <a:cxnLst/>
            <a:rect l="0" t="0" r="0" b="0"/>
            <a:pathLst>
              <a:path w="254" h="638">
                <a:moveTo>
                  <a:pt x="0" y="0"/>
                </a:moveTo>
                <a:lnTo>
                  <a:pt x="1" y="1"/>
                </a:lnTo>
                <a:lnTo>
                  <a:pt x="3" y="3"/>
                </a:lnTo>
                <a:cubicBezTo>
                  <a:pt x="22" y="21"/>
                  <a:pt x="53" y="41"/>
                  <a:pt x="75" y="55"/>
                </a:cubicBezTo>
                <a:lnTo>
                  <a:pt x="113" y="74"/>
                </a:lnTo>
                <a:lnTo>
                  <a:pt x="159" y="93"/>
                </a:lnTo>
                <a:lnTo>
                  <a:pt x="186" y="100"/>
                </a:lnTo>
                <a:lnTo>
                  <a:pt x="212" y="109"/>
                </a:lnTo>
                <a:lnTo>
                  <a:pt x="242" y="116"/>
                </a:lnTo>
                <a:lnTo>
                  <a:pt x="247" y="116"/>
                </a:lnTo>
                <a:lnTo>
                  <a:pt x="249" y="113"/>
                </a:lnTo>
                <a:lnTo>
                  <a:pt x="253" y="111"/>
                </a:lnTo>
                <a:lnTo>
                  <a:pt x="254" y="110"/>
                </a:lnTo>
                <a:lnTo>
                  <a:pt x="252" y="106"/>
                </a:lnTo>
                <a:lnTo>
                  <a:pt x="246" y="103"/>
                </a:lnTo>
                <a:cubicBezTo>
                  <a:pt x="227" y="98"/>
                  <a:pt x="208" y="94"/>
                  <a:pt x="189" y="90"/>
                </a:cubicBezTo>
                <a:lnTo>
                  <a:pt x="165" y="82"/>
                </a:lnTo>
                <a:cubicBezTo>
                  <a:pt x="132" y="71"/>
                  <a:pt x="96" y="55"/>
                  <a:pt x="66" y="38"/>
                </a:cubicBezTo>
                <a:lnTo>
                  <a:pt x="45" y="27"/>
                </a:lnTo>
                <a:lnTo>
                  <a:pt x="23" y="14"/>
                </a:lnTo>
              </a:path>
              <a:path w="254" h="638">
                <a:moveTo>
                  <a:pt x="16" y="44"/>
                </a:moveTo>
                <a:lnTo>
                  <a:pt x="19" y="47"/>
                </a:lnTo>
                <a:cubicBezTo>
                  <a:pt x="99" y="209"/>
                  <a:pt x="126" y="423"/>
                  <a:pt x="43" y="587"/>
                </a:cubicBezTo>
                <a:lnTo>
                  <a:pt x="13" y="638"/>
                </a:lnTo>
                <a:lnTo>
                  <a:pt x="14" y="636"/>
                </a:lnTo>
                <a:lnTo>
                  <a:pt x="21" y="628"/>
                </a:lnTo>
                <a:cubicBezTo>
                  <a:pt x="51" y="589"/>
                  <a:pt x="79" y="528"/>
                  <a:pt x="93" y="482"/>
                </a:cubicBezTo>
                <a:lnTo>
                  <a:pt x="103" y="442"/>
                </a:lnTo>
                <a:lnTo>
                  <a:pt x="109" y="399"/>
                </a:lnTo>
                <a:lnTo>
                  <a:pt x="111" y="352"/>
                </a:lnTo>
                <a:lnTo>
                  <a:pt x="110" y="302"/>
                </a:lnTo>
                <a:lnTo>
                  <a:pt x="103" y="248"/>
                </a:lnTo>
                <a:lnTo>
                  <a:pt x="88" y="190"/>
                </a:lnTo>
                <a:lnTo>
                  <a:pt x="67" y="129"/>
                </a:lnTo>
                <a:lnTo>
                  <a:pt x="38" y="66"/>
                </a:lnTo>
                <a:lnTo>
                  <a:pt x="37" y="60"/>
                </a:lnTo>
                <a:lnTo>
                  <a:pt x="33" y="47"/>
                </a:lnTo>
                <a:lnTo>
                  <a:pt x="25" y="3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70" name="rect"/>
          <p:cNvSpPr/>
          <p:nvPr/>
        </p:nvSpPr>
        <p:spPr>
          <a:xfrm>
            <a:off x="9583878" y="3722124"/>
            <a:ext cx="248878" cy="211547"/>
          </a:xfrm>
          <a:prstGeom prst="rect">
            <a:avLst/>
          </a:prstGeom>
          <a:solidFill>
            <a:srgbClr val="26ADE8">
              <a:alpha val="100000"/>
            </a:srgbClr>
          </a:solidFill>
          <a:ln cap="flat">
            <a:noFill/>
            <a:prstDash val="solid"/>
            <a:miter lim="0"/>
          </a:ln>
        </p:spPr>
        <p:txBody>
          <a:bodyPr rtlCol="0"/>
          <a:lstStyle/>
          <a:p>
            <a:pPr algn="ctr"/>
            <a:endParaRPr lang="zh-CN" altLang="en-US" sz="1635"/>
          </a:p>
        </p:txBody>
      </p:sp>
      <p:sp>
        <p:nvSpPr>
          <p:cNvPr id="672" name="path"/>
          <p:cNvSpPr/>
          <p:nvPr/>
        </p:nvSpPr>
        <p:spPr>
          <a:xfrm>
            <a:off x="10065746" y="4108577"/>
            <a:ext cx="184585" cy="270310"/>
          </a:xfrm>
          <a:custGeom>
            <a:avLst/>
            <a:gdLst/>
            <a:ahLst/>
            <a:cxnLst/>
            <a:rect l="0" t="0" r="0" b="0"/>
            <a:pathLst>
              <a:path w="320" h="469">
                <a:moveTo>
                  <a:pt x="320" y="0"/>
                </a:moveTo>
                <a:lnTo>
                  <a:pt x="304" y="3"/>
                </a:lnTo>
                <a:lnTo>
                  <a:pt x="290" y="7"/>
                </a:lnTo>
                <a:cubicBezTo>
                  <a:pt x="250" y="14"/>
                  <a:pt x="207" y="26"/>
                  <a:pt x="168" y="37"/>
                </a:cubicBezTo>
                <a:lnTo>
                  <a:pt x="156" y="40"/>
                </a:lnTo>
                <a:lnTo>
                  <a:pt x="142" y="44"/>
                </a:lnTo>
                <a:cubicBezTo>
                  <a:pt x="71" y="56"/>
                  <a:pt x="46" y="96"/>
                  <a:pt x="33" y="164"/>
                </a:cubicBezTo>
                <a:lnTo>
                  <a:pt x="28" y="181"/>
                </a:lnTo>
                <a:lnTo>
                  <a:pt x="26" y="295"/>
                </a:lnTo>
                <a:lnTo>
                  <a:pt x="15" y="295"/>
                </a:lnTo>
                <a:lnTo>
                  <a:pt x="12" y="293"/>
                </a:lnTo>
                <a:lnTo>
                  <a:pt x="7" y="292"/>
                </a:lnTo>
                <a:lnTo>
                  <a:pt x="3" y="292"/>
                </a:lnTo>
                <a:lnTo>
                  <a:pt x="1" y="290"/>
                </a:lnTo>
                <a:lnTo>
                  <a:pt x="0" y="290"/>
                </a:lnTo>
                <a:lnTo>
                  <a:pt x="0" y="231"/>
                </a:lnTo>
                <a:lnTo>
                  <a:pt x="1" y="201"/>
                </a:lnTo>
                <a:lnTo>
                  <a:pt x="4" y="171"/>
                </a:lnTo>
                <a:lnTo>
                  <a:pt x="12" y="142"/>
                </a:lnTo>
                <a:lnTo>
                  <a:pt x="21" y="115"/>
                </a:lnTo>
                <a:lnTo>
                  <a:pt x="37" y="88"/>
                </a:lnTo>
                <a:lnTo>
                  <a:pt x="56" y="64"/>
                </a:lnTo>
                <a:lnTo>
                  <a:pt x="68" y="58"/>
                </a:lnTo>
                <a:lnTo>
                  <a:pt x="81" y="52"/>
                </a:lnTo>
                <a:lnTo>
                  <a:pt x="94" y="47"/>
                </a:lnTo>
                <a:lnTo>
                  <a:pt x="106" y="43"/>
                </a:lnTo>
                <a:lnTo>
                  <a:pt x="120" y="38"/>
                </a:lnTo>
                <a:lnTo>
                  <a:pt x="134" y="34"/>
                </a:lnTo>
                <a:lnTo>
                  <a:pt x="147" y="30"/>
                </a:lnTo>
                <a:lnTo>
                  <a:pt x="162" y="27"/>
                </a:lnTo>
                <a:cubicBezTo>
                  <a:pt x="204" y="16"/>
                  <a:pt x="259" y="4"/>
                  <a:pt x="303" y="1"/>
                </a:cubicBezTo>
                <a:lnTo>
                  <a:pt x="314" y="1"/>
                </a:lnTo>
              </a:path>
              <a:path w="320" h="469">
                <a:moveTo>
                  <a:pt x="195" y="469"/>
                </a:moveTo>
                <a:lnTo>
                  <a:pt x="250" y="219"/>
                </a:lnTo>
                <a:lnTo>
                  <a:pt x="280" y="102"/>
                </a:lnTo>
                <a:lnTo>
                  <a:pt x="282" y="99"/>
                </a:lnTo>
                <a:lnTo>
                  <a:pt x="284" y="98"/>
                </a:lnTo>
                <a:lnTo>
                  <a:pt x="291" y="98"/>
                </a:lnTo>
                <a:lnTo>
                  <a:pt x="265" y="223"/>
                </a:lnTo>
                <a:lnTo>
                  <a:pt x="211" y="46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674" name="path"/>
          <p:cNvSpPr/>
          <p:nvPr/>
        </p:nvSpPr>
        <p:spPr>
          <a:xfrm>
            <a:off x="2570541" y="3644005"/>
            <a:ext cx="272182" cy="182509"/>
          </a:xfrm>
          <a:custGeom>
            <a:avLst/>
            <a:gdLst/>
            <a:ahLst/>
            <a:cxnLst/>
            <a:rect l="0" t="0" r="0" b="0"/>
            <a:pathLst>
              <a:path w="472" h="316">
                <a:moveTo>
                  <a:pt x="29" y="286"/>
                </a:moveTo>
                <a:lnTo>
                  <a:pt x="33" y="266"/>
                </a:lnTo>
                <a:lnTo>
                  <a:pt x="35" y="247"/>
                </a:lnTo>
                <a:lnTo>
                  <a:pt x="36" y="229"/>
                </a:lnTo>
                <a:cubicBezTo>
                  <a:pt x="39" y="186"/>
                  <a:pt x="25" y="134"/>
                  <a:pt x="40" y="94"/>
                </a:cubicBezTo>
                <a:lnTo>
                  <a:pt x="51" y="76"/>
                </a:lnTo>
                <a:lnTo>
                  <a:pt x="65" y="59"/>
                </a:lnTo>
                <a:lnTo>
                  <a:pt x="83" y="45"/>
                </a:lnTo>
                <a:lnTo>
                  <a:pt x="105" y="32"/>
                </a:lnTo>
                <a:lnTo>
                  <a:pt x="128" y="22"/>
                </a:lnTo>
                <a:lnTo>
                  <a:pt x="152" y="15"/>
                </a:lnTo>
                <a:lnTo>
                  <a:pt x="177" y="13"/>
                </a:lnTo>
                <a:lnTo>
                  <a:pt x="179" y="11"/>
                </a:lnTo>
                <a:lnTo>
                  <a:pt x="180" y="9"/>
                </a:lnTo>
                <a:lnTo>
                  <a:pt x="180" y="8"/>
                </a:lnTo>
                <a:lnTo>
                  <a:pt x="179" y="7"/>
                </a:lnTo>
                <a:lnTo>
                  <a:pt x="153" y="7"/>
                </a:lnTo>
                <a:lnTo>
                  <a:pt x="129" y="10"/>
                </a:lnTo>
                <a:cubicBezTo>
                  <a:pt x="83" y="22"/>
                  <a:pt x="48" y="45"/>
                  <a:pt x="26" y="87"/>
                </a:cubicBezTo>
                <a:lnTo>
                  <a:pt x="18" y="110"/>
                </a:lnTo>
                <a:lnTo>
                  <a:pt x="20" y="134"/>
                </a:lnTo>
                <a:cubicBezTo>
                  <a:pt x="25" y="164"/>
                  <a:pt x="36" y="212"/>
                  <a:pt x="35" y="242"/>
                </a:cubicBezTo>
                <a:lnTo>
                  <a:pt x="34" y="256"/>
                </a:lnTo>
                <a:lnTo>
                  <a:pt x="32" y="271"/>
                </a:lnTo>
                <a:lnTo>
                  <a:pt x="29" y="286"/>
                </a:lnTo>
              </a:path>
              <a:path w="472" h="316">
                <a:moveTo>
                  <a:pt x="170" y="15"/>
                </a:moveTo>
                <a:lnTo>
                  <a:pt x="182" y="13"/>
                </a:lnTo>
                <a:lnTo>
                  <a:pt x="196" y="10"/>
                </a:lnTo>
                <a:cubicBezTo>
                  <a:pt x="251" y="3"/>
                  <a:pt x="307" y="13"/>
                  <a:pt x="359" y="32"/>
                </a:cubicBezTo>
                <a:lnTo>
                  <a:pt x="371" y="38"/>
                </a:lnTo>
                <a:lnTo>
                  <a:pt x="382" y="44"/>
                </a:lnTo>
                <a:lnTo>
                  <a:pt x="392" y="50"/>
                </a:lnTo>
                <a:lnTo>
                  <a:pt x="401" y="55"/>
                </a:lnTo>
                <a:lnTo>
                  <a:pt x="410" y="62"/>
                </a:lnTo>
                <a:lnTo>
                  <a:pt x="418" y="68"/>
                </a:lnTo>
                <a:lnTo>
                  <a:pt x="425" y="75"/>
                </a:lnTo>
                <a:lnTo>
                  <a:pt x="434" y="82"/>
                </a:lnTo>
                <a:lnTo>
                  <a:pt x="440" y="89"/>
                </a:lnTo>
                <a:cubicBezTo>
                  <a:pt x="459" y="115"/>
                  <a:pt x="463" y="133"/>
                  <a:pt x="467" y="164"/>
                </a:cubicBezTo>
                <a:lnTo>
                  <a:pt x="468" y="165"/>
                </a:lnTo>
                <a:lnTo>
                  <a:pt x="470" y="165"/>
                </a:lnTo>
                <a:lnTo>
                  <a:pt x="472" y="164"/>
                </a:lnTo>
                <a:lnTo>
                  <a:pt x="470" y="146"/>
                </a:lnTo>
                <a:cubicBezTo>
                  <a:pt x="461" y="26"/>
                  <a:pt x="278" y="-14"/>
                  <a:pt x="182" y="11"/>
                </a:cubicBezTo>
                <a:lnTo>
                  <a:pt x="170" y="15"/>
                </a:lnTo>
              </a:path>
              <a:path w="472" h="316">
                <a:moveTo>
                  <a:pt x="353" y="122"/>
                </a:moveTo>
                <a:lnTo>
                  <a:pt x="364" y="134"/>
                </a:lnTo>
                <a:lnTo>
                  <a:pt x="370" y="146"/>
                </a:lnTo>
                <a:lnTo>
                  <a:pt x="375" y="160"/>
                </a:lnTo>
                <a:lnTo>
                  <a:pt x="376" y="173"/>
                </a:lnTo>
                <a:lnTo>
                  <a:pt x="377" y="175"/>
                </a:lnTo>
                <a:lnTo>
                  <a:pt x="380" y="175"/>
                </a:lnTo>
                <a:lnTo>
                  <a:pt x="381" y="173"/>
                </a:lnTo>
                <a:lnTo>
                  <a:pt x="382" y="173"/>
                </a:lnTo>
                <a:lnTo>
                  <a:pt x="383" y="157"/>
                </a:lnTo>
                <a:cubicBezTo>
                  <a:pt x="383" y="108"/>
                  <a:pt x="324" y="100"/>
                  <a:pt x="286" y="101"/>
                </a:cubicBezTo>
                <a:lnTo>
                  <a:pt x="284" y="101"/>
                </a:lnTo>
                <a:lnTo>
                  <a:pt x="286" y="101"/>
                </a:lnTo>
                <a:cubicBezTo>
                  <a:pt x="302" y="108"/>
                  <a:pt x="311" y="103"/>
                  <a:pt x="334" y="113"/>
                </a:cubicBezTo>
                <a:lnTo>
                  <a:pt x="345" y="117"/>
                </a:lnTo>
              </a:path>
              <a:path w="472" h="316">
                <a:moveTo>
                  <a:pt x="110" y="103"/>
                </a:moveTo>
                <a:lnTo>
                  <a:pt x="104" y="107"/>
                </a:lnTo>
                <a:lnTo>
                  <a:pt x="98" y="113"/>
                </a:lnTo>
                <a:cubicBezTo>
                  <a:pt x="74" y="136"/>
                  <a:pt x="91" y="148"/>
                  <a:pt x="108" y="163"/>
                </a:cubicBezTo>
                <a:lnTo>
                  <a:pt x="113" y="167"/>
                </a:lnTo>
                <a:lnTo>
                  <a:pt x="117" y="175"/>
                </a:lnTo>
                <a:cubicBezTo>
                  <a:pt x="104" y="211"/>
                  <a:pt x="78" y="213"/>
                  <a:pt x="75" y="274"/>
                </a:cubicBezTo>
                <a:lnTo>
                  <a:pt x="74" y="296"/>
                </a:lnTo>
                <a:lnTo>
                  <a:pt x="76" y="316"/>
                </a:lnTo>
                <a:lnTo>
                  <a:pt x="77" y="308"/>
                </a:lnTo>
                <a:lnTo>
                  <a:pt x="80" y="289"/>
                </a:lnTo>
                <a:lnTo>
                  <a:pt x="84" y="262"/>
                </a:lnTo>
                <a:lnTo>
                  <a:pt x="92" y="239"/>
                </a:lnTo>
                <a:lnTo>
                  <a:pt x="95" y="232"/>
                </a:lnTo>
                <a:lnTo>
                  <a:pt x="100" y="224"/>
                </a:lnTo>
                <a:lnTo>
                  <a:pt x="105" y="218"/>
                </a:lnTo>
                <a:lnTo>
                  <a:pt x="110" y="211"/>
                </a:lnTo>
                <a:lnTo>
                  <a:pt x="116" y="203"/>
                </a:lnTo>
                <a:cubicBezTo>
                  <a:pt x="125" y="189"/>
                  <a:pt x="140" y="180"/>
                  <a:pt x="126" y="159"/>
                </a:cubicBezTo>
                <a:lnTo>
                  <a:pt x="117" y="149"/>
                </a:lnTo>
                <a:lnTo>
                  <a:pt x="107" y="141"/>
                </a:lnTo>
                <a:lnTo>
                  <a:pt x="101" y="135"/>
                </a:lnTo>
                <a:lnTo>
                  <a:pt x="98" y="129"/>
                </a:lnTo>
                <a:lnTo>
                  <a:pt x="99" y="123"/>
                </a:lnTo>
                <a:lnTo>
                  <a:pt x="102" y="117"/>
                </a:lnTo>
                <a:lnTo>
                  <a:pt x="113" y="106"/>
                </a:lnTo>
                <a:lnTo>
                  <a:pt x="128" y="99"/>
                </a:lnTo>
                <a:cubicBezTo>
                  <a:pt x="141" y="93"/>
                  <a:pt x="156" y="94"/>
                  <a:pt x="171" y="93"/>
                </a:cubicBezTo>
                <a:lnTo>
                  <a:pt x="185" y="93"/>
                </a:lnTo>
                <a:lnTo>
                  <a:pt x="183" y="92"/>
                </a:lnTo>
                <a:cubicBezTo>
                  <a:pt x="158" y="90"/>
                  <a:pt x="161" y="88"/>
                  <a:pt x="134" y="92"/>
                </a:cubicBezTo>
                <a:lnTo>
                  <a:pt x="122" y="97"/>
                </a:lnTo>
              </a:path>
              <a:path w="472" h="316">
                <a:moveTo>
                  <a:pt x="72" y="170"/>
                </a:moveTo>
                <a:lnTo>
                  <a:pt x="66" y="166"/>
                </a:lnTo>
                <a:lnTo>
                  <a:pt x="62" y="164"/>
                </a:lnTo>
                <a:cubicBezTo>
                  <a:pt x="43" y="159"/>
                  <a:pt x="24" y="175"/>
                  <a:pt x="16" y="190"/>
                </a:cubicBezTo>
                <a:lnTo>
                  <a:pt x="9" y="207"/>
                </a:lnTo>
                <a:lnTo>
                  <a:pt x="5" y="225"/>
                </a:lnTo>
                <a:cubicBezTo>
                  <a:pt x="-1" y="257"/>
                  <a:pt x="17" y="277"/>
                  <a:pt x="38" y="297"/>
                </a:cubicBezTo>
                <a:lnTo>
                  <a:pt x="44" y="301"/>
                </a:lnTo>
                <a:lnTo>
                  <a:pt x="45" y="302"/>
                </a:lnTo>
                <a:lnTo>
                  <a:pt x="38" y="293"/>
                </a:lnTo>
                <a:lnTo>
                  <a:pt x="32" y="284"/>
                </a:lnTo>
                <a:cubicBezTo>
                  <a:pt x="15" y="263"/>
                  <a:pt x="18" y="235"/>
                  <a:pt x="23" y="211"/>
                </a:cubicBezTo>
                <a:lnTo>
                  <a:pt x="26" y="203"/>
                </a:lnTo>
                <a:lnTo>
                  <a:pt x="29" y="196"/>
                </a:lnTo>
                <a:cubicBezTo>
                  <a:pt x="39" y="176"/>
                  <a:pt x="52" y="160"/>
                  <a:pt x="74" y="181"/>
                </a:cubicBezTo>
                <a:lnTo>
                  <a:pt x="82" y="188"/>
                </a:lnTo>
                <a:lnTo>
                  <a:pt x="87" y="189"/>
                </a:lnTo>
                <a:lnTo>
                  <a:pt x="86" y="184"/>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76" name="path"/>
          <p:cNvSpPr/>
          <p:nvPr/>
        </p:nvSpPr>
        <p:spPr>
          <a:xfrm>
            <a:off x="9440081" y="3957798"/>
            <a:ext cx="433475" cy="111373"/>
          </a:xfrm>
          <a:custGeom>
            <a:avLst/>
            <a:gdLst/>
            <a:ahLst/>
            <a:cxnLst/>
            <a:rect l="0" t="0" r="0" b="0"/>
            <a:pathLst>
              <a:path w="752" h="193">
                <a:moveTo>
                  <a:pt x="752" y="3"/>
                </a:moveTo>
                <a:lnTo>
                  <a:pt x="750" y="3"/>
                </a:lnTo>
                <a:cubicBezTo>
                  <a:pt x="696" y="25"/>
                  <a:pt x="632" y="47"/>
                  <a:pt x="574" y="51"/>
                </a:cubicBezTo>
                <a:lnTo>
                  <a:pt x="560" y="51"/>
                </a:lnTo>
                <a:lnTo>
                  <a:pt x="550" y="72"/>
                </a:lnTo>
                <a:lnTo>
                  <a:pt x="544" y="97"/>
                </a:lnTo>
                <a:lnTo>
                  <a:pt x="541" y="117"/>
                </a:lnTo>
                <a:lnTo>
                  <a:pt x="541" y="127"/>
                </a:lnTo>
                <a:lnTo>
                  <a:pt x="529" y="115"/>
                </a:lnTo>
                <a:lnTo>
                  <a:pt x="524" y="100"/>
                </a:lnTo>
                <a:lnTo>
                  <a:pt x="525" y="85"/>
                </a:lnTo>
                <a:lnTo>
                  <a:pt x="529" y="69"/>
                </a:lnTo>
                <a:lnTo>
                  <a:pt x="530" y="64"/>
                </a:lnTo>
                <a:lnTo>
                  <a:pt x="532" y="61"/>
                </a:lnTo>
                <a:lnTo>
                  <a:pt x="535" y="56"/>
                </a:lnTo>
                <a:lnTo>
                  <a:pt x="538" y="54"/>
                </a:lnTo>
                <a:lnTo>
                  <a:pt x="542" y="50"/>
                </a:lnTo>
                <a:lnTo>
                  <a:pt x="547" y="46"/>
                </a:lnTo>
                <a:lnTo>
                  <a:pt x="550" y="45"/>
                </a:lnTo>
                <a:lnTo>
                  <a:pt x="556" y="43"/>
                </a:lnTo>
                <a:lnTo>
                  <a:pt x="564" y="43"/>
                </a:lnTo>
                <a:lnTo>
                  <a:pt x="574" y="42"/>
                </a:lnTo>
                <a:lnTo>
                  <a:pt x="590" y="38"/>
                </a:lnTo>
                <a:lnTo>
                  <a:pt x="608" y="34"/>
                </a:lnTo>
                <a:lnTo>
                  <a:pt x="627" y="30"/>
                </a:lnTo>
                <a:lnTo>
                  <a:pt x="645" y="26"/>
                </a:lnTo>
                <a:lnTo>
                  <a:pt x="662" y="21"/>
                </a:lnTo>
                <a:lnTo>
                  <a:pt x="675" y="19"/>
                </a:lnTo>
                <a:lnTo>
                  <a:pt x="662" y="18"/>
                </a:lnTo>
                <a:cubicBezTo>
                  <a:pt x="507" y="22"/>
                  <a:pt x="351" y="34"/>
                  <a:pt x="196" y="42"/>
                </a:cubicBezTo>
                <a:lnTo>
                  <a:pt x="186" y="42"/>
                </a:lnTo>
                <a:lnTo>
                  <a:pt x="187" y="38"/>
                </a:lnTo>
                <a:lnTo>
                  <a:pt x="189" y="36"/>
                </a:lnTo>
                <a:lnTo>
                  <a:pt x="190" y="33"/>
                </a:lnTo>
                <a:lnTo>
                  <a:pt x="192" y="28"/>
                </a:lnTo>
                <a:lnTo>
                  <a:pt x="195" y="28"/>
                </a:lnTo>
                <a:cubicBezTo>
                  <a:pt x="375" y="17"/>
                  <a:pt x="562" y="0"/>
                  <a:pt x="741" y="1"/>
                </a:cubicBezTo>
                <a:lnTo>
                  <a:pt x="748" y="2"/>
                </a:lnTo>
              </a:path>
              <a:path w="752" h="193">
                <a:moveTo>
                  <a:pt x="225" y="193"/>
                </a:moveTo>
                <a:lnTo>
                  <a:pt x="223" y="192"/>
                </a:lnTo>
                <a:cubicBezTo>
                  <a:pt x="150" y="178"/>
                  <a:pt x="76" y="166"/>
                  <a:pt x="4" y="148"/>
                </a:cubicBezTo>
                <a:lnTo>
                  <a:pt x="0" y="146"/>
                </a:lnTo>
                <a:lnTo>
                  <a:pt x="2" y="144"/>
                </a:lnTo>
                <a:lnTo>
                  <a:pt x="4" y="142"/>
                </a:lnTo>
                <a:lnTo>
                  <a:pt x="8" y="140"/>
                </a:lnTo>
                <a:lnTo>
                  <a:pt x="10" y="138"/>
                </a:lnTo>
                <a:lnTo>
                  <a:pt x="247" y="114"/>
                </a:lnTo>
                <a:lnTo>
                  <a:pt x="249" y="114"/>
                </a:lnTo>
                <a:lnTo>
                  <a:pt x="250" y="105"/>
                </a:lnTo>
                <a:lnTo>
                  <a:pt x="252" y="96"/>
                </a:lnTo>
                <a:lnTo>
                  <a:pt x="250" y="87"/>
                </a:lnTo>
                <a:lnTo>
                  <a:pt x="244" y="79"/>
                </a:lnTo>
                <a:lnTo>
                  <a:pt x="243" y="79"/>
                </a:lnTo>
                <a:lnTo>
                  <a:pt x="238" y="80"/>
                </a:lnTo>
                <a:cubicBezTo>
                  <a:pt x="206" y="81"/>
                  <a:pt x="179" y="86"/>
                  <a:pt x="146" y="86"/>
                </a:cubicBezTo>
                <a:lnTo>
                  <a:pt x="130" y="87"/>
                </a:lnTo>
                <a:lnTo>
                  <a:pt x="117" y="88"/>
                </a:lnTo>
                <a:lnTo>
                  <a:pt x="104" y="90"/>
                </a:lnTo>
                <a:lnTo>
                  <a:pt x="93" y="90"/>
                </a:lnTo>
                <a:lnTo>
                  <a:pt x="84" y="91"/>
                </a:lnTo>
                <a:lnTo>
                  <a:pt x="78" y="92"/>
                </a:lnTo>
                <a:lnTo>
                  <a:pt x="75" y="92"/>
                </a:lnTo>
                <a:lnTo>
                  <a:pt x="73" y="90"/>
                </a:lnTo>
                <a:lnTo>
                  <a:pt x="73" y="85"/>
                </a:lnTo>
                <a:lnTo>
                  <a:pt x="85" y="84"/>
                </a:lnTo>
                <a:lnTo>
                  <a:pt x="96" y="81"/>
                </a:lnTo>
                <a:cubicBezTo>
                  <a:pt x="130" y="77"/>
                  <a:pt x="164" y="74"/>
                  <a:pt x="199" y="72"/>
                </a:cubicBezTo>
                <a:lnTo>
                  <a:pt x="223" y="69"/>
                </a:lnTo>
                <a:lnTo>
                  <a:pt x="234" y="68"/>
                </a:lnTo>
                <a:lnTo>
                  <a:pt x="246" y="67"/>
                </a:lnTo>
                <a:lnTo>
                  <a:pt x="256" y="66"/>
                </a:lnTo>
                <a:lnTo>
                  <a:pt x="265" y="73"/>
                </a:lnTo>
                <a:lnTo>
                  <a:pt x="270" y="81"/>
                </a:lnTo>
                <a:lnTo>
                  <a:pt x="273" y="92"/>
                </a:lnTo>
                <a:lnTo>
                  <a:pt x="276" y="100"/>
                </a:lnTo>
                <a:lnTo>
                  <a:pt x="278" y="110"/>
                </a:lnTo>
                <a:lnTo>
                  <a:pt x="276" y="120"/>
                </a:lnTo>
                <a:lnTo>
                  <a:pt x="270" y="129"/>
                </a:lnTo>
                <a:lnTo>
                  <a:pt x="264" y="138"/>
                </a:lnTo>
                <a:lnTo>
                  <a:pt x="244" y="139"/>
                </a:lnTo>
                <a:lnTo>
                  <a:pt x="243" y="129"/>
                </a:lnTo>
                <a:lnTo>
                  <a:pt x="231" y="129"/>
                </a:lnTo>
                <a:cubicBezTo>
                  <a:pt x="176" y="132"/>
                  <a:pt x="122" y="141"/>
                  <a:pt x="67" y="146"/>
                </a:cubicBezTo>
                <a:lnTo>
                  <a:pt x="56" y="147"/>
                </a:lnTo>
                <a:lnTo>
                  <a:pt x="67" y="150"/>
                </a:lnTo>
                <a:lnTo>
                  <a:pt x="78" y="152"/>
                </a:lnTo>
                <a:cubicBezTo>
                  <a:pt x="125" y="158"/>
                  <a:pt x="171" y="170"/>
                  <a:pt x="219" y="176"/>
                </a:cubicBezTo>
                <a:lnTo>
                  <a:pt x="230" y="177"/>
                </a:lnTo>
                <a:lnTo>
                  <a:pt x="235" y="177"/>
                </a:lnTo>
                <a:cubicBezTo>
                  <a:pt x="365" y="162"/>
                  <a:pt x="496" y="147"/>
                  <a:pt x="626" y="130"/>
                </a:cubicBezTo>
                <a:lnTo>
                  <a:pt x="650" y="128"/>
                </a:lnTo>
                <a:lnTo>
                  <a:pt x="668" y="126"/>
                </a:lnTo>
                <a:lnTo>
                  <a:pt x="556" y="115"/>
                </a:lnTo>
                <a:lnTo>
                  <a:pt x="556" y="112"/>
                </a:lnTo>
                <a:lnTo>
                  <a:pt x="558" y="110"/>
                </a:lnTo>
                <a:lnTo>
                  <a:pt x="560" y="106"/>
                </a:lnTo>
                <a:lnTo>
                  <a:pt x="562" y="104"/>
                </a:lnTo>
                <a:lnTo>
                  <a:pt x="742" y="126"/>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678" name="rect"/>
          <p:cNvSpPr/>
          <p:nvPr/>
        </p:nvSpPr>
        <p:spPr>
          <a:xfrm>
            <a:off x="3192537" y="4266893"/>
            <a:ext cx="227447" cy="8296"/>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680" name="path"/>
          <p:cNvSpPr/>
          <p:nvPr/>
        </p:nvSpPr>
        <p:spPr>
          <a:xfrm>
            <a:off x="3175945" y="4263435"/>
            <a:ext cx="282753" cy="111996"/>
          </a:xfrm>
          <a:custGeom>
            <a:avLst/>
            <a:gdLst/>
            <a:ahLst/>
            <a:cxnLst/>
            <a:rect l="0" t="0" r="0" b="0"/>
            <a:pathLst>
              <a:path w="490" h="194">
                <a:moveTo>
                  <a:pt x="235" y="168"/>
                </a:moveTo>
                <a:lnTo>
                  <a:pt x="266" y="170"/>
                </a:lnTo>
                <a:cubicBezTo>
                  <a:pt x="298" y="173"/>
                  <a:pt x="327" y="176"/>
                  <a:pt x="360" y="178"/>
                </a:cubicBezTo>
                <a:lnTo>
                  <a:pt x="376" y="181"/>
                </a:lnTo>
                <a:lnTo>
                  <a:pt x="391" y="182"/>
                </a:lnTo>
                <a:cubicBezTo>
                  <a:pt x="422" y="186"/>
                  <a:pt x="454" y="190"/>
                  <a:pt x="485" y="194"/>
                </a:cubicBezTo>
                <a:lnTo>
                  <a:pt x="490" y="192"/>
                </a:lnTo>
                <a:lnTo>
                  <a:pt x="490" y="190"/>
                </a:lnTo>
                <a:lnTo>
                  <a:pt x="488" y="188"/>
                </a:lnTo>
                <a:cubicBezTo>
                  <a:pt x="417" y="177"/>
                  <a:pt x="341" y="167"/>
                  <a:pt x="270" y="160"/>
                </a:cubicBezTo>
                <a:lnTo>
                  <a:pt x="255" y="158"/>
                </a:lnTo>
                <a:lnTo>
                  <a:pt x="238" y="157"/>
                </a:lnTo>
                <a:cubicBezTo>
                  <a:pt x="161" y="149"/>
                  <a:pt x="83" y="146"/>
                  <a:pt x="5" y="141"/>
                </a:cubicBezTo>
                <a:lnTo>
                  <a:pt x="0" y="141"/>
                </a:lnTo>
                <a:lnTo>
                  <a:pt x="1" y="141"/>
                </a:lnTo>
                <a:cubicBezTo>
                  <a:pt x="66" y="151"/>
                  <a:pt x="136" y="157"/>
                  <a:pt x="202" y="164"/>
                </a:cubicBezTo>
                <a:lnTo>
                  <a:pt x="219" y="165"/>
                </a:lnTo>
              </a:path>
              <a:path w="490" h="194">
                <a:moveTo>
                  <a:pt x="486" y="109"/>
                </a:moveTo>
                <a:lnTo>
                  <a:pt x="487" y="109"/>
                </a:lnTo>
                <a:lnTo>
                  <a:pt x="488" y="108"/>
                </a:lnTo>
                <a:lnTo>
                  <a:pt x="488" y="106"/>
                </a:lnTo>
                <a:lnTo>
                  <a:pt x="487" y="106"/>
                </a:lnTo>
                <a:lnTo>
                  <a:pt x="468" y="103"/>
                </a:lnTo>
                <a:cubicBezTo>
                  <a:pt x="431" y="92"/>
                  <a:pt x="397" y="82"/>
                  <a:pt x="362" y="66"/>
                </a:cubicBezTo>
                <a:lnTo>
                  <a:pt x="321" y="46"/>
                </a:lnTo>
                <a:cubicBezTo>
                  <a:pt x="294" y="36"/>
                  <a:pt x="262" y="15"/>
                  <a:pt x="236" y="3"/>
                </a:cubicBezTo>
                <a:lnTo>
                  <a:pt x="232" y="0"/>
                </a:lnTo>
                <a:lnTo>
                  <a:pt x="230" y="0"/>
                </a:lnTo>
                <a:lnTo>
                  <a:pt x="231" y="0"/>
                </a:lnTo>
                <a:lnTo>
                  <a:pt x="233" y="3"/>
                </a:lnTo>
                <a:cubicBezTo>
                  <a:pt x="283" y="59"/>
                  <a:pt x="349" y="85"/>
                  <a:pt x="421" y="100"/>
                </a:cubicBezTo>
                <a:lnTo>
                  <a:pt x="451" y="105"/>
                </a:lnTo>
              </a:path>
              <a:path w="490" h="194">
                <a:moveTo>
                  <a:pt x="45" y="80"/>
                </a:moveTo>
                <a:lnTo>
                  <a:pt x="57" y="76"/>
                </a:lnTo>
                <a:lnTo>
                  <a:pt x="69" y="72"/>
                </a:lnTo>
                <a:cubicBezTo>
                  <a:pt x="93" y="65"/>
                  <a:pt x="117" y="58"/>
                  <a:pt x="142" y="52"/>
                </a:cubicBezTo>
                <a:lnTo>
                  <a:pt x="166" y="48"/>
                </a:lnTo>
                <a:cubicBezTo>
                  <a:pt x="193" y="43"/>
                  <a:pt x="216" y="38"/>
                  <a:pt x="243" y="34"/>
                </a:cubicBezTo>
                <a:lnTo>
                  <a:pt x="246" y="32"/>
                </a:lnTo>
                <a:lnTo>
                  <a:pt x="248" y="28"/>
                </a:lnTo>
                <a:lnTo>
                  <a:pt x="247" y="26"/>
                </a:lnTo>
                <a:lnTo>
                  <a:pt x="243" y="26"/>
                </a:lnTo>
                <a:cubicBezTo>
                  <a:pt x="181" y="33"/>
                  <a:pt x="93" y="36"/>
                  <a:pt x="44" y="79"/>
                </a:cubicBezTo>
                <a:lnTo>
                  <a:pt x="44" y="80"/>
                </a:lnTo>
                <a:lnTo>
                  <a:pt x="45" y="8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82" name="textbox 682"/>
          <p:cNvSpPr/>
          <p:nvPr/>
        </p:nvSpPr>
        <p:spPr>
          <a:xfrm>
            <a:off x="4735620" y="4136211"/>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684" name="textbox 684"/>
          <p:cNvSpPr/>
          <p:nvPr/>
        </p:nvSpPr>
        <p:spPr>
          <a:xfrm>
            <a:off x="8095487" y="4022832"/>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686" name="path"/>
          <p:cNvSpPr/>
          <p:nvPr/>
        </p:nvSpPr>
        <p:spPr>
          <a:xfrm>
            <a:off x="9623296" y="3745629"/>
            <a:ext cx="134809" cy="177672"/>
          </a:xfrm>
          <a:custGeom>
            <a:avLst/>
            <a:gdLst/>
            <a:ahLst/>
            <a:cxnLst/>
            <a:rect l="0" t="0" r="0" b="0"/>
            <a:pathLst>
              <a:path w="233" h="308">
                <a:moveTo>
                  <a:pt x="65" y="307"/>
                </a:moveTo>
                <a:lnTo>
                  <a:pt x="58" y="86"/>
                </a:lnTo>
                <a:lnTo>
                  <a:pt x="0" y="87"/>
                </a:lnTo>
                <a:lnTo>
                  <a:pt x="5" y="308"/>
                </a:lnTo>
              </a:path>
              <a:path w="233" h="308">
                <a:moveTo>
                  <a:pt x="149" y="304"/>
                </a:moveTo>
                <a:lnTo>
                  <a:pt x="142" y="0"/>
                </a:lnTo>
                <a:lnTo>
                  <a:pt x="82" y="1"/>
                </a:lnTo>
                <a:lnTo>
                  <a:pt x="89" y="305"/>
                </a:lnTo>
              </a:path>
              <a:path w="233" h="308">
                <a:moveTo>
                  <a:pt x="233" y="302"/>
                </a:moveTo>
                <a:lnTo>
                  <a:pt x="226" y="50"/>
                </a:lnTo>
                <a:lnTo>
                  <a:pt x="166" y="51"/>
                </a:lnTo>
                <a:lnTo>
                  <a:pt x="173" y="302"/>
                </a:lnTo>
              </a:path>
            </a:pathLst>
          </a:custGeom>
          <a:solidFill>
            <a:srgbClr val="9EE8FF">
              <a:alpha val="100000"/>
            </a:srgbClr>
          </a:solidFill>
          <a:ln cap="flat">
            <a:noFill/>
            <a:prstDash val="solid"/>
            <a:miter lim="0"/>
          </a:ln>
        </p:spPr>
        <p:txBody>
          <a:bodyPr rtlCol="0"/>
          <a:lstStyle/>
          <a:p>
            <a:pPr algn="ctr"/>
            <a:endParaRPr lang="zh-CN" altLang="en-US" sz="1635"/>
          </a:p>
        </p:txBody>
      </p:sp>
      <p:sp>
        <p:nvSpPr>
          <p:cNvPr id="688" name="path"/>
          <p:cNvSpPr/>
          <p:nvPr/>
        </p:nvSpPr>
        <p:spPr>
          <a:xfrm>
            <a:off x="3126170" y="3882939"/>
            <a:ext cx="330456" cy="56262"/>
          </a:xfrm>
          <a:custGeom>
            <a:avLst/>
            <a:gdLst/>
            <a:ahLst/>
            <a:cxnLst/>
            <a:rect l="0" t="0" r="0" b="0"/>
            <a:pathLst>
              <a:path w="573" h="97">
                <a:moveTo>
                  <a:pt x="321" y="97"/>
                </a:moveTo>
                <a:lnTo>
                  <a:pt x="326" y="97"/>
                </a:lnTo>
                <a:cubicBezTo>
                  <a:pt x="407" y="87"/>
                  <a:pt x="490" y="71"/>
                  <a:pt x="571" y="60"/>
                </a:cubicBezTo>
                <a:lnTo>
                  <a:pt x="573" y="59"/>
                </a:lnTo>
                <a:lnTo>
                  <a:pt x="558" y="60"/>
                </a:lnTo>
                <a:cubicBezTo>
                  <a:pt x="480" y="69"/>
                  <a:pt x="405" y="79"/>
                  <a:pt x="328" y="94"/>
                </a:cubicBezTo>
                <a:lnTo>
                  <a:pt x="320" y="96"/>
                </a:lnTo>
                <a:lnTo>
                  <a:pt x="321" y="97"/>
                </a:lnTo>
              </a:path>
              <a:path w="573" h="97">
                <a:moveTo>
                  <a:pt x="121" y="12"/>
                </a:moveTo>
                <a:lnTo>
                  <a:pt x="131" y="11"/>
                </a:lnTo>
                <a:cubicBezTo>
                  <a:pt x="260" y="10"/>
                  <a:pt x="389" y="3"/>
                  <a:pt x="518" y="8"/>
                </a:cubicBezTo>
                <a:lnTo>
                  <a:pt x="519" y="8"/>
                </a:lnTo>
                <a:lnTo>
                  <a:pt x="519" y="6"/>
                </a:lnTo>
                <a:lnTo>
                  <a:pt x="501" y="6"/>
                </a:lnTo>
                <a:cubicBezTo>
                  <a:pt x="335" y="2"/>
                  <a:pt x="169" y="0"/>
                  <a:pt x="4" y="17"/>
                </a:cubicBezTo>
                <a:lnTo>
                  <a:pt x="0" y="17"/>
                </a:lnTo>
                <a:lnTo>
                  <a:pt x="3" y="17"/>
                </a:lnTo>
                <a:cubicBezTo>
                  <a:pt x="29" y="14"/>
                  <a:pt x="57" y="16"/>
                  <a:pt x="85" y="13"/>
                </a:cubicBezTo>
                <a:lnTo>
                  <a:pt x="104" y="13"/>
                </a:lnTo>
              </a:path>
              <a:path w="573" h="97">
                <a:moveTo>
                  <a:pt x="387" y="41"/>
                </a:moveTo>
                <a:lnTo>
                  <a:pt x="409" y="38"/>
                </a:lnTo>
                <a:cubicBezTo>
                  <a:pt x="429" y="37"/>
                  <a:pt x="453" y="35"/>
                  <a:pt x="474" y="35"/>
                </a:cubicBezTo>
                <a:lnTo>
                  <a:pt x="495" y="32"/>
                </a:lnTo>
                <a:cubicBezTo>
                  <a:pt x="515" y="33"/>
                  <a:pt x="540" y="27"/>
                  <a:pt x="560" y="28"/>
                </a:cubicBezTo>
                <a:lnTo>
                  <a:pt x="562" y="25"/>
                </a:lnTo>
                <a:lnTo>
                  <a:pt x="560" y="24"/>
                </a:lnTo>
                <a:cubicBezTo>
                  <a:pt x="457" y="31"/>
                  <a:pt x="354" y="34"/>
                  <a:pt x="252" y="53"/>
                </a:cubicBezTo>
                <a:lnTo>
                  <a:pt x="247" y="54"/>
                </a:lnTo>
                <a:lnTo>
                  <a:pt x="252" y="53"/>
                </a:lnTo>
                <a:cubicBezTo>
                  <a:pt x="282" y="52"/>
                  <a:pt x="322" y="45"/>
                  <a:pt x="354" y="43"/>
                </a:cubicBezTo>
                <a:lnTo>
                  <a:pt x="374" y="4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90" name="path"/>
          <p:cNvSpPr/>
          <p:nvPr/>
        </p:nvSpPr>
        <p:spPr>
          <a:xfrm>
            <a:off x="10180508" y="3713136"/>
            <a:ext cx="100242" cy="140340"/>
          </a:xfrm>
          <a:custGeom>
            <a:avLst/>
            <a:gdLst/>
            <a:ahLst/>
            <a:cxnLst/>
            <a:rect l="0" t="0" r="0" b="0"/>
            <a:pathLst>
              <a:path w="173" h="243">
                <a:moveTo>
                  <a:pt x="100" y="82"/>
                </a:moveTo>
                <a:lnTo>
                  <a:pt x="103" y="91"/>
                </a:lnTo>
                <a:lnTo>
                  <a:pt x="103" y="100"/>
                </a:lnTo>
                <a:cubicBezTo>
                  <a:pt x="101" y="114"/>
                  <a:pt x="88" y="132"/>
                  <a:pt x="77" y="141"/>
                </a:cubicBezTo>
                <a:lnTo>
                  <a:pt x="69" y="148"/>
                </a:lnTo>
                <a:lnTo>
                  <a:pt x="64" y="151"/>
                </a:lnTo>
                <a:cubicBezTo>
                  <a:pt x="52" y="154"/>
                  <a:pt x="51" y="153"/>
                  <a:pt x="39" y="153"/>
                </a:cubicBezTo>
                <a:lnTo>
                  <a:pt x="31" y="153"/>
                </a:lnTo>
                <a:lnTo>
                  <a:pt x="23" y="152"/>
                </a:lnTo>
                <a:lnTo>
                  <a:pt x="27" y="156"/>
                </a:lnTo>
                <a:cubicBezTo>
                  <a:pt x="54" y="177"/>
                  <a:pt x="73" y="159"/>
                  <a:pt x="106" y="166"/>
                </a:cubicBezTo>
                <a:lnTo>
                  <a:pt x="110" y="168"/>
                </a:lnTo>
                <a:lnTo>
                  <a:pt x="110" y="176"/>
                </a:lnTo>
                <a:cubicBezTo>
                  <a:pt x="107" y="194"/>
                  <a:pt x="90" y="208"/>
                  <a:pt x="76" y="217"/>
                </a:cubicBezTo>
                <a:lnTo>
                  <a:pt x="67" y="222"/>
                </a:lnTo>
                <a:lnTo>
                  <a:pt x="74" y="224"/>
                </a:lnTo>
                <a:cubicBezTo>
                  <a:pt x="130" y="224"/>
                  <a:pt x="123" y="212"/>
                  <a:pt x="160" y="187"/>
                </a:cubicBezTo>
                <a:lnTo>
                  <a:pt x="167" y="184"/>
                </a:lnTo>
                <a:lnTo>
                  <a:pt x="171" y="189"/>
                </a:lnTo>
                <a:lnTo>
                  <a:pt x="173" y="195"/>
                </a:lnTo>
                <a:lnTo>
                  <a:pt x="173" y="200"/>
                </a:lnTo>
                <a:lnTo>
                  <a:pt x="172" y="206"/>
                </a:lnTo>
                <a:lnTo>
                  <a:pt x="165" y="216"/>
                </a:lnTo>
                <a:lnTo>
                  <a:pt x="155" y="222"/>
                </a:lnTo>
                <a:lnTo>
                  <a:pt x="145" y="228"/>
                </a:lnTo>
                <a:lnTo>
                  <a:pt x="134" y="232"/>
                </a:lnTo>
                <a:lnTo>
                  <a:pt x="121" y="236"/>
                </a:lnTo>
                <a:lnTo>
                  <a:pt x="94" y="241"/>
                </a:lnTo>
                <a:lnTo>
                  <a:pt x="82" y="243"/>
                </a:lnTo>
                <a:lnTo>
                  <a:pt x="76" y="241"/>
                </a:lnTo>
                <a:lnTo>
                  <a:pt x="69" y="238"/>
                </a:lnTo>
                <a:lnTo>
                  <a:pt x="63" y="237"/>
                </a:lnTo>
                <a:lnTo>
                  <a:pt x="57" y="235"/>
                </a:lnTo>
                <a:lnTo>
                  <a:pt x="51" y="234"/>
                </a:lnTo>
                <a:lnTo>
                  <a:pt x="39" y="226"/>
                </a:lnTo>
                <a:lnTo>
                  <a:pt x="34" y="222"/>
                </a:lnTo>
                <a:lnTo>
                  <a:pt x="35" y="219"/>
                </a:lnTo>
                <a:cubicBezTo>
                  <a:pt x="61" y="211"/>
                  <a:pt x="58" y="222"/>
                  <a:pt x="83" y="193"/>
                </a:cubicBezTo>
                <a:lnTo>
                  <a:pt x="86" y="186"/>
                </a:lnTo>
                <a:lnTo>
                  <a:pt x="77" y="187"/>
                </a:lnTo>
                <a:lnTo>
                  <a:pt x="60" y="187"/>
                </a:lnTo>
                <a:lnTo>
                  <a:pt x="51" y="184"/>
                </a:lnTo>
                <a:lnTo>
                  <a:pt x="43" y="182"/>
                </a:lnTo>
                <a:lnTo>
                  <a:pt x="26" y="174"/>
                </a:lnTo>
                <a:lnTo>
                  <a:pt x="17" y="168"/>
                </a:lnTo>
                <a:lnTo>
                  <a:pt x="8" y="158"/>
                </a:lnTo>
                <a:lnTo>
                  <a:pt x="2" y="145"/>
                </a:lnTo>
                <a:lnTo>
                  <a:pt x="0" y="133"/>
                </a:lnTo>
                <a:lnTo>
                  <a:pt x="4" y="120"/>
                </a:lnTo>
                <a:lnTo>
                  <a:pt x="9" y="121"/>
                </a:lnTo>
                <a:lnTo>
                  <a:pt x="11" y="124"/>
                </a:lnTo>
                <a:cubicBezTo>
                  <a:pt x="21" y="144"/>
                  <a:pt x="18" y="143"/>
                  <a:pt x="43" y="144"/>
                </a:cubicBezTo>
                <a:lnTo>
                  <a:pt x="47" y="144"/>
                </a:lnTo>
                <a:lnTo>
                  <a:pt x="51" y="142"/>
                </a:lnTo>
                <a:lnTo>
                  <a:pt x="55" y="141"/>
                </a:lnTo>
                <a:lnTo>
                  <a:pt x="58" y="140"/>
                </a:lnTo>
                <a:lnTo>
                  <a:pt x="61" y="138"/>
                </a:lnTo>
                <a:lnTo>
                  <a:pt x="73" y="120"/>
                </a:lnTo>
                <a:lnTo>
                  <a:pt x="73" y="102"/>
                </a:lnTo>
                <a:lnTo>
                  <a:pt x="65" y="82"/>
                </a:lnTo>
                <a:lnTo>
                  <a:pt x="56" y="63"/>
                </a:lnTo>
                <a:lnTo>
                  <a:pt x="49" y="45"/>
                </a:lnTo>
                <a:lnTo>
                  <a:pt x="49" y="27"/>
                </a:lnTo>
                <a:lnTo>
                  <a:pt x="60" y="12"/>
                </a:lnTo>
                <a:lnTo>
                  <a:pt x="86" y="0"/>
                </a:lnTo>
                <a:lnTo>
                  <a:pt x="88" y="8"/>
                </a:lnTo>
                <a:lnTo>
                  <a:pt x="91" y="31"/>
                </a:lnTo>
                <a:lnTo>
                  <a:pt x="95" y="58"/>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692" name="path"/>
          <p:cNvSpPr/>
          <p:nvPr/>
        </p:nvSpPr>
        <p:spPr>
          <a:xfrm>
            <a:off x="2751117" y="4329113"/>
            <a:ext cx="121334" cy="100242"/>
          </a:xfrm>
          <a:custGeom>
            <a:avLst/>
            <a:gdLst/>
            <a:ahLst/>
            <a:cxnLst/>
            <a:rect l="0" t="0" r="0" b="0"/>
            <a:pathLst>
              <a:path w="210" h="173">
                <a:moveTo>
                  <a:pt x="39" y="60"/>
                </a:moveTo>
                <a:lnTo>
                  <a:pt x="33" y="66"/>
                </a:lnTo>
                <a:lnTo>
                  <a:pt x="28" y="72"/>
                </a:lnTo>
                <a:lnTo>
                  <a:pt x="22" y="77"/>
                </a:lnTo>
                <a:lnTo>
                  <a:pt x="18" y="83"/>
                </a:lnTo>
                <a:lnTo>
                  <a:pt x="13" y="91"/>
                </a:lnTo>
                <a:lnTo>
                  <a:pt x="10" y="97"/>
                </a:lnTo>
                <a:lnTo>
                  <a:pt x="7" y="104"/>
                </a:lnTo>
                <a:lnTo>
                  <a:pt x="5" y="110"/>
                </a:lnTo>
                <a:lnTo>
                  <a:pt x="4" y="123"/>
                </a:lnTo>
                <a:lnTo>
                  <a:pt x="6" y="136"/>
                </a:lnTo>
                <a:lnTo>
                  <a:pt x="11" y="148"/>
                </a:lnTo>
                <a:lnTo>
                  <a:pt x="18" y="159"/>
                </a:lnTo>
                <a:lnTo>
                  <a:pt x="19" y="160"/>
                </a:lnTo>
                <a:lnTo>
                  <a:pt x="21" y="160"/>
                </a:lnTo>
                <a:lnTo>
                  <a:pt x="23" y="159"/>
                </a:lnTo>
                <a:lnTo>
                  <a:pt x="23" y="157"/>
                </a:lnTo>
                <a:cubicBezTo>
                  <a:pt x="-7" y="76"/>
                  <a:pt x="87" y="30"/>
                  <a:pt x="144" y="1"/>
                </a:cubicBezTo>
                <a:lnTo>
                  <a:pt x="148" y="0"/>
                </a:lnTo>
                <a:lnTo>
                  <a:pt x="144" y="1"/>
                </a:lnTo>
                <a:cubicBezTo>
                  <a:pt x="118" y="12"/>
                  <a:pt x="90" y="27"/>
                  <a:pt x="66" y="40"/>
                </a:cubicBezTo>
                <a:lnTo>
                  <a:pt x="51" y="50"/>
                </a:lnTo>
              </a:path>
              <a:path w="210" h="173">
                <a:moveTo>
                  <a:pt x="121" y="75"/>
                </a:moveTo>
                <a:lnTo>
                  <a:pt x="112" y="87"/>
                </a:lnTo>
                <a:cubicBezTo>
                  <a:pt x="92" y="132"/>
                  <a:pt x="91" y="126"/>
                  <a:pt x="103" y="171"/>
                </a:cubicBezTo>
                <a:lnTo>
                  <a:pt x="105" y="173"/>
                </a:lnTo>
                <a:lnTo>
                  <a:pt x="109" y="171"/>
                </a:lnTo>
                <a:lnTo>
                  <a:pt x="111" y="169"/>
                </a:lnTo>
                <a:lnTo>
                  <a:pt x="107" y="143"/>
                </a:lnTo>
                <a:lnTo>
                  <a:pt x="111" y="120"/>
                </a:lnTo>
                <a:lnTo>
                  <a:pt x="118" y="97"/>
                </a:lnTo>
                <a:lnTo>
                  <a:pt x="132" y="74"/>
                </a:lnTo>
                <a:lnTo>
                  <a:pt x="142" y="62"/>
                </a:lnTo>
                <a:cubicBezTo>
                  <a:pt x="158" y="42"/>
                  <a:pt x="181" y="27"/>
                  <a:pt x="201" y="9"/>
                </a:cubicBezTo>
                <a:lnTo>
                  <a:pt x="208" y="4"/>
                </a:lnTo>
                <a:lnTo>
                  <a:pt x="210" y="2"/>
                </a:lnTo>
                <a:lnTo>
                  <a:pt x="207" y="4"/>
                </a:lnTo>
                <a:cubicBezTo>
                  <a:pt x="184" y="20"/>
                  <a:pt x="165" y="34"/>
                  <a:pt x="144" y="51"/>
                </a:cubicBezTo>
                <a:lnTo>
                  <a:pt x="132" y="64"/>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94" name="path"/>
          <p:cNvSpPr/>
          <p:nvPr/>
        </p:nvSpPr>
        <p:spPr>
          <a:xfrm>
            <a:off x="2985830" y="4309063"/>
            <a:ext cx="118218" cy="93330"/>
          </a:xfrm>
          <a:custGeom>
            <a:avLst/>
            <a:gdLst/>
            <a:ahLst/>
            <a:cxnLst/>
            <a:rect l="0" t="0" r="0" b="0"/>
            <a:pathLst>
              <a:path w="205" h="162">
                <a:moveTo>
                  <a:pt x="13" y="0"/>
                </a:moveTo>
                <a:lnTo>
                  <a:pt x="13" y="15"/>
                </a:lnTo>
                <a:cubicBezTo>
                  <a:pt x="22" y="58"/>
                  <a:pt x="59" y="58"/>
                  <a:pt x="66" y="94"/>
                </a:cubicBezTo>
                <a:lnTo>
                  <a:pt x="66" y="103"/>
                </a:lnTo>
                <a:lnTo>
                  <a:pt x="63" y="110"/>
                </a:lnTo>
                <a:cubicBezTo>
                  <a:pt x="44" y="128"/>
                  <a:pt x="29" y="136"/>
                  <a:pt x="9" y="152"/>
                </a:cubicBezTo>
                <a:lnTo>
                  <a:pt x="3" y="157"/>
                </a:lnTo>
                <a:lnTo>
                  <a:pt x="0" y="162"/>
                </a:lnTo>
                <a:lnTo>
                  <a:pt x="2" y="160"/>
                </a:lnTo>
                <a:lnTo>
                  <a:pt x="7" y="156"/>
                </a:lnTo>
                <a:cubicBezTo>
                  <a:pt x="24" y="147"/>
                  <a:pt x="41" y="134"/>
                  <a:pt x="58" y="124"/>
                </a:cubicBezTo>
                <a:lnTo>
                  <a:pt x="67" y="113"/>
                </a:lnTo>
                <a:lnTo>
                  <a:pt x="73" y="98"/>
                </a:lnTo>
                <a:lnTo>
                  <a:pt x="74" y="81"/>
                </a:lnTo>
                <a:lnTo>
                  <a:pt x="66" y="67"/>
                </a:lnTo>
                <a:lnTo>
                  <a:pt x="60" y="60"/>
                </a:lnTo>
                <a:lnTo>
                  <a:pt x="52" y="52"/>
                </a:lnTo>
                <a:lnTo>
                  <a:pt x="44" y="46"/>
                </a:lnTo>
                <a:lnTo>
                  <a:pt x="37" y="39"/>
                </a:lnTo>
                <a:lnTo>
                  <a:pt x="30" y="31"/>
                </a:lnTo>
                <a:lnTo>
                  <a:pt x="22" y="21"/>
                </a:lnTo>
                <a:lnTo>
                  <a:pt x="18" y="12"/>
                </a:lnTo>
              </a:path>
              <a:path w="205" h="162">
                <a:moveTo>
                  <a:pt x="6" y="7"/>
                </a:moveTo>
                <a:lnTo>
                  <a:pt x="9" y="7"/>
                </a:lnTo>
                <a:lnTo>
                  <a:pt x="18" y="10"/>
                </a:lnTo>
                <a:cubicBezTo>
                  <a:pt x="46" y="21"/>
                  <a:pt x="71" y="30"/>
                  <a:pt x="98" y="45"/>
                </a:cubicBezTo>
                <a:lnTo>
                  <a:pt x="114" y="55"/>
                </a:lnTo>
                <a:lnTo>
                  <a:pt x="126" y="66"/>
                </a:lnTo>
                <a:cubicBezTo>
                  <a:pt x="144" y="82"/>
                  <a:pt x="154" y="106"/>
                  <a:pt x="172" y="117"/>
                </a:cubicBezTo>
                <a:lnTo>
                  <a:pt x="187" y="124"/>
                </a:lnTo>
                <a:lnTo>
                  <a:pt x="205" y="129"/>
                </a:lnTo>
                <a:lnTo>
                  <a:pt x="204" y="129"/>
                </a:lnTo>
                <a:lnTo>
                  <a:pt x="200" y="127"/>
                </a:lnTo>
                <a:lnTo>
                  <a:pt x="196" y="122"/>
                </a:lnTo>
                <a:lnTo>
                  <a:pt x="189" y="117"/>
                </a:lnTo>
                <a:lnTo>
                  <a:pt x="183" y="110"/>
                </a:lnTo>
                <a:lnTo>
                  <a:pt x="176" y="102"/>
                </a:lnTo>
                <a:lnTo>
                  <a:pt x="169" y="92"/>
                </a:lnTo>
                <a:lnTo>
                  <a:pt x="162" y="81"/>
                </a:lnTo>
                <a:lnTo>
                  <a:pt x="154" y="72"/>
                </a:lnTo>
                <a:lnTo>
                  <a:pt x="146" y="62"/>
                </a:lnTo>
                <a:lnTo>
                  <a:pt x="139" y="52"/>
                </a:lnTo>
                <a:lnTo>
                  <a:pt x="132" y="44"/>
                </a:lnTo>
                <a:cubicBezTo>
                  <a:pt x="110" y="20"/>
                  <a:pt x="47" y="6"/>
                  <a:pt x="16" y="2"/>
                </a:cubicBezTo>
                <a:lnTo>
                  <a:pt x="6" y="1"/>
                </a:lnTo>
                <a:lnTo>
                  <a:pt x="2" y="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696" name="rect"/>
          <p:cNvSpPr/>
          <p:nvPr/>
        </p:nvSpPr>
        <p:spPr>
          <a:xfrm>
            <a:off x="2493602" y="4423825"/>
            <a:ext cx="302803" cy="21731"/>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698" name="path"/>
          <p:cNvSpPr/>
          <p:nvPr/>
        </p:nvSpPr>
        <p:spPr>
          <a:xfrm>
            <a:off x="3117182" y="4362296"/>
            <a:ext cx="94021" cy="51158"/>
          </a:xfrm>
          <a:custGeom>
            <a:avLst/>
            <a:gdLst/>
            <a:ahLst/>
            <a:cxnLst/>
            <a:rect l="0" t="0" r="0" b="0"/>
            <a:pathLst>
              <a:path w="163" h="88">
                <a:moveTo>
                  <a:pt x="15" y="88"/>
                </a:moveTo>
                <a:lnTo>
                  <a:pt x="21" y="85"/>
                </a:lnTo>
                <a:cubicBezTo>
                  <a:pt x="59" y="68"/>
                  <a:pt x="89" y="53"/>
                  <a:pt x="130" y="43"/>
                </a:cubicBezTo>
                <a:lnTo>
                  <a:pt x="143" y="43"/>
                </a:lnTo>
                <a:lnTo>
                  <a:pt x="145" y="50"/>
                </a:lnTo>
                <a:cubicBezTo>
                  <a:pt x="126" y="79"/>
                  <a:pt x="64" y="82"/>
                  <a:pt x="33" y="86"/>
                </a:cubicBezTo>
                <a:lnTo>
                  <a:pt x="20" y="88"/>
                </a:lnTo>
              </a:path>
              <a:path w="163" h="88">
                <a:moveTo>
                  <a:pt x="0" y="62"/>
                </a:moveTo>
                <a:lnTo>
                  <a:pt x="163" y="0"/>
                </a:lnTo>
                <a:lnTo>
                  <a:pt x="159" y="2"/>
                </a:lnTo>
                <a:cubicBezTo>
                  <a:pt x="125" y="19"/>
                  <a:pt x="96" y="35"/>
                  <a:pt x="58" y="46"/>
                </a:cubicBezTo>
                <a:lnTo>
                  <a:pt x="30" y="56"/>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700" name="path"/>
          <p:cNvSpPr/>
          <p:nvPr/>
        </p:nvSpPr>
        <p:spPr>
          <a:xfrm>
            <a:off x="2687175" y="3690322"/>
            <a:ext cx="91946" cy="44936"/>
          </a:xfrm>
          <a:custGeom>
            <a:avLst/>
            <a:gdLst/>
            <a:ahLst/>
            <a:cxnLst/>
            <a:rect l="0" t="0" r="0" b="0"/>
            <a:pathLst>
              <a:path w="159" h="77">
                <a:moveTo>
                  <a:pt x="0" y="0"/>
                </a:moveTo>
                <a:lnTo>
                  <a:pt x="1" y="1"/>
                </a:lnTo>
                <a:cubicBezTo>
                  <a:pt x="52" y="48"/>
                  <a:pt x="115" y="32"/>
                  <a:pt x="153" y="68"/>
                </a:cubicBezTo>
                <a:lnTo>
                  <a:pt x="159" y="77"/>
                </a:lnTo>
                <a:lnTo>
                  <a:pt x="159" y="74"/>
                </a:lnTo>
                <a:lnTo>
                  <a:pt x="158" y="69"/>
                </a:lnTo>
                <a:lnTo>
                  <a:pt x="153" y="62"/>
                </a:lnTo>
                <a:lnTo>
                  <a:pt x="143" y="56"/>
                </a:lnTo>
                <a:lnTo>
                  <a:pt x="130" y="49"/>
                </a:lnTo>
                <a:lnTo>
                  <a:pt x="109" y="42"/>
                </a:lnTo>
                <a:lnTo>
                  <a:pt x="80" y="34"/>
                </a:lnTo>
                <a:cubicBezTo>
                  <a:pt x="68" y="33"/>
                  <a:pt x="56" y="28"/>
                  <a:pt x="45" y="24"/>
                </a:cubicBezTo>
                <a:lnTo>
                  <a:pt x="32" y="17"/>
                </a:lnTo>
                <a:lnTo>
                  <a:pt x="18" y="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702" name="path"/>
          <p:cNvSpPr/>
          <p:nvPr/>
        </p:nvSpPr>
        <p:spPr>
          <a:xfrm>
            <a:off x="3138614" y="3897721"/>
            <a:ext cx="159697" cy="23943"/>
          </a:xfrm>
          <a:custGeom>
            <a:avLst/>
            <a:gdLst/>
            <a:ahLst/>
            <a:cxnLst/>
            <a:rect l="0" t="0" r="0" b="0"/>
            <a:pathLst>
              <a:path w="277" h="41">
                <a:moveTo>
                  <a:pt x="0" y="0"/>
                </a:moveTo>
                <a:lnTo>
                  <a:pt x="2" y="0"/>
                </a:lnTo>
                <a:lnTo>
                  <a:pt x="8" y="1"/>
                </a:lnTo>
                <a:cubicBezTo>
                  <a:pt x="47" y="5"/>
                  <a:pt x="86" y="9"/>
                  <a:pt x="124" y="15"/>
                </a:cubicBezTo>
                <a:lnTo>
                  <a:pt x="146" y="19"/>
                </a:lnTo>
                <a:lnTo>
                  <a:pt x="167" y="22"/>
                </a:lnTo>
                <a:cubicBezTo>
                  <a:pt x="194" y="22"/>
                  <a:pt x="248" y="41"/>
                  <a:pt x="270" y="40"/>
                </a:cubicBezTo>
                <a:lnTo>
                  <a:pt x="274" y="40"/>
                </a:lnTo>
                <a:lnTo>
                  <a:pt x="277" y="39"/>
                </a:lnTo>
                <a:lnTo>
                  <a:pt x="276" y="38"/>
                </a:lnTo>
                <a:cubicBezTo>
                  <a:pt x="216" y="13"/>
                  <a:pt x="104" y="1"/>
                  <a:pt x="40" y="0"/>
                </a:cubicBezTo>
                <a:lnTo>
                  <a:pt x="20"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704" name="path"/>
          <p:cNvSpPr/>
          <p:nvPr/>
        </p:nvSpPr>
        <p:spPr>
          <a:xfrm>
            <a:off x="2892500" y="4407992"/>
            <a:ext cx="217768" cy="14863"/>
          </a:xfrm>
          <a:custGeom>
            <a:avLst/>
            <a:gdLst/>
            <a:ahLst/>
            <a:cxnLst/>
            <a:rect l="0" t="0" r="0" b="0"/>
            <a:pathLst>
              <a:path w="377" h="25">
                <a:moveTo>
                  <a:pt x="0" y="25"/>
                </a:moveTo>
                <a:lnTo>
                  <a:pt x="3" y="25"/>
                </a:lnTo>
                <a:lnTo>
                  <a:pt x="14" y="23"/>
                </a:lnTo>
                <a:cubicBezTo>
                  <a:pt x="75" y="20"/>
                  <a:pt x="136" y="16"/>
                  <a:pt x="197" y="13"/>
                </a:cubicBezTo>
                <a:lnTo>
                  <a:pt x="229" y="10"/>
                </a:lnTo>
                <a:lnTo>
                  <a:pt x="257" y="9"/>
                </a:lnTo>
                <a:cubicBezTo>
                  <a:pt x="286" y="9"/>
                  <a:pt x="338" y="0"/>
                  <a:pt x="366" y="3"/>
                </a:cubicBezTo>
                <a:lnTo>
                  <a:pt x="372" y="4"/>
                </a:lnTo>
                <a:lnTo>
                  <a:pt x="377" y="7"/>
                </a:lnTo>
                <a:lnTo>
                  <a:pt x="377" y="9"/>
                </a:lnTo>
                <a:lnTo>
                  <a:pt x="374" y="11"/>
                </a:lnTo>
                <a:cubicBezTo>
                  <a:pt x="262" y="25"/>
                  <a:pt x="128" y="20"/>
                  <a:pt x="14" y="25"/>
                </a:cubicBezTo>
                <a:lnTo>
                  <a:pt x="3" y="2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706" name="path"/>
          <p:cNvSpPr/>
          <p:nvPr/>
        </p:nvSpPr>
        <p:spPr>
          <a:xfrm>
            <a:off x="3074320" y="4317360"/>
            <a:ext cx="36640" cy="55998"/>
          </a:xfrm>
          <a:custGeom>
            <a:avLst/>
            <a:gdLst/>
            <a:ahLst/>
            <a:cxnLst/>
            <a:rect l="0" t="0" r="0" b="0"/>
            <a:pathLst>
              <a:path w="63" h="97">
                <a:moveTo>
                  <a:pt x="0" y="4"/>
                </a:moveTo>
                <a:lnTo>
                  <a:pt x="2" y="4"/>
                </a:lnTo>
                <a:lnTo>
                  <a:pt x="7" y="6"/>
                </a:lnTo>
                <a:lnTo>
                  <a:pt x="13" y="10"/>
                </a:lnTo>
                <a:lnTo>
                  <a:pt x="19" y="24"/>
                </a:lnTo>
                <a:lnTo>
                  <a:pt x="22" y="33"/>
                </a:lnTo>
                <a:lnTo>
                  <a:pt x="34" y="57"/>
                </a:lnTo>
                <a:lnTo>
                  <a:pt x="43" y="68"/>
                </a:lnTo>
                <a:lnTo>
                  <a:pt x="50" y="80"/>
                </a:lnTo>
                <a:lnTo>
                  <a:pt x="56" y="88"/>
                </a:lnTo>
                <a:lnTo>
                  <a:pt x="61" y="94"/>
                </a:lnTo>
                <a:lnTo>
                  <a:pt x="63" y="97"/>
                </a:lnTo>
                <a:lnTo>
                  <a:pt x="58" y="87"/>
                </a:lnTo>
                <a:lnTo>
                  <a:pt x="50" y="68"/>
                </a:lnTo>
                <a:lnTo>
                  <a:pt x="39" y="45"/>
                </a:lnTo>
                <a:lnTo>
                  <a:pt x="32" y="30"/>
                </a:lnTo>
                <a:lnTo>
                  <a:pt x="30" y="25"/>
                </a:lnTo>
                <a:lnTo>
                  <a:pt x="22" y="13"/>
                </a:lnTo>
                <a:lnTo>
                  <a:pt x="20" y="8"/>
                </a:lnTo>
                <a:lnTo>
                  <a:pt x="15" y="2"/>
                </a:lnTo>
                <a:lnTo>
                  <a:pt x="10" y="0"/>
                </a:lnTo>
                <a:lnTo>
                  <a:pt x="4" y="1"/>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708" name="path"/>
          <p:cNvSpPr/>
          <p:nvPr/>
        </p:nvSpPr>
        <p:spPr>
          <a:xfrm>
            <a:off x="3118565" y="4413455"/>
            <a:ext cx="10369" cy="36640"/>
          </a:xfrm>
          <a:custGeom>
            <a:avLst/>
            <a:gdLst/>
            <a:ahLst/>
            <a:cxnLst/>
            <a:rect l="0" t="0" r="0" b="0"/>
            <a:pathLst>
              <a:path w="17" h="63">
                <a:moveTo>
                  <a:pt x="2" y="0"/>
                </a:moveTo>
                <a:lnTo>
                  <a:pt x="7" y="14"/>
                </a:lnTo>
                <a:lnTo>
                  <a:pt x="8" y="30"/>
                </a:lnTo>
                <a:lnTo>
                  <a:pt x="4" y="46"/>
                </a:lnTo>
                <a:lnTo>
                  <a:pt x="0" y="60"/>
                </a:lnTo>
                <a:lnTo>
                  <a:pt x="1" y="63"/>
                </a:lnTo>
                <a:lnTo>
                  <a:pt x="5" y="62"/>
                </a:lnTo>
                <a:lnTo>
                  <a:pt x="10" y="56"/>
                </a:lnTo>
                <a:lnTo>
                  <a:pt x="16" y="44"/>
                </a:lnTo>
                <a:lnTo>
                  <a:pt x="17" y="28"/>
                </a:lnTo>
                <a:lnTo>
                  <a:pt x="14" y="12"/>
                </a:lnTo>
              </a:path>
            </a:pathLst>
          </a:custGeom>
          <a:solidFill>
            <a:srgbClr val="140000">
              <a:alpha val="100000"/>
            </a:srgbClr>
          </a:solidFill>
          <a:ln cap="flat">
            <a:noFill/>
            <a:prstDash val="solid"/>
            <a:miter lim="0"/>
          </a:ln>
        </p:spPr>
        <p:txBody>
          <a:bodyPr rtlCol="0"/>
          <a:lstStyle/>
          <a:p>
            <a:pPr algn="ctr"/>
            <a:endParaRPr lang="zh-CN" altLang="en-US" sz="1635"/>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 name="rect"/>
          <p:cNvSpPr/>
          <p:nvPr/>
        </p:nvSpPr>
        <p:spPr>
          <a:xfrm>
            <a:off x="1715164" y="1025243"/>
            <a:ext cx="8322238" cy="483931"/>
          </a:xfrm>
          <a:prstGeom prst="rect">
            <a:avLst/>
          </a:prstGeom>
          <a:solidFill>
            <a:srgbClr val="C8DDF0">
              <a:alpha val="100000"/>
            </a:srgbClr>
          </a:solidFill>
          <a:ln cap="flat">
            <a:noFill/>
            <a:prstDash val="solid"/>
            <a:miter lim="0"/>
          </a:ln>
        </p:spPr>
        <p:txBody>
          <a:bodyPr rtlCol="0"/>
          <a:lstStyle/>
          <a:p>
            <a:pPr algn="ctr"/>
            <a:endParaRPr lang="zh-CN" altLang="en-US" sz="1635"/>
          </a:p>
        </p:txBody>
      </p:sp>
      <p:sp>
        <p:nvSpPr>
          <p:cNvPr id="712" name="textbox 712"/>
          <p:cNvSpPr/>
          <p:nvPr/>
        </p:nvSpPr>
        <p:spPr>
          <a:xfrm>
            <a:off x="1703642" y="1219786"/>
            <a:ext cx="8345512" cy="1162588"/>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8000"/>
              </a:lnSpc>
              <a:tabLst>
                <a:tab pos="1358900" algn="l"/>
              </a:tabLst>
            </a:pPr>
            <a:r>
              <a:rPr sz="39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900" kern="0" spc="-130" dirty="0">
                <a:solidFill>
                  <a:srgbClr val="1F4E79">
                    <a:alpha val="100000"/>
                  </a:srgbClr>
                </a:solidFill>
                <a:latin typeface="仿宋" panose="02010609060101010101" charset="-122"/>
                <a:ea typeface="仿宋" panose="02010609060101010101" charset="-122"/>
                <a:cs typeface="仿宋" panose="02010609060101010101" charset="-122"/>
              </a:rPr>
              <a:t>认证函数：Hash函数（续）</a:t>
            </a:r>
            <a:r>
              <a:rPr sz="3900" kern="0" spc="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900" dirty="0"/>
          </a:p>
          <a:p>
            <a:pPr algn="l" rtl="0" eaLnBrk="0">
              <a:lnSpc>
                <a:spcPct val="106000"/>
              </a:lnSpc>
            </a:pPr>
            <a:endParaRPr lang="en-US" altLang="en-US" sz="1090" dirty="0"/>
          </a:p>
          <a:p>
            <a:pPr marL="1463675" algn="l" rtl="0" eaLnBrk="0">
              <a:lnSpc>
                <a:spcPct val="98000"/>
              </a:lnSpc>
              <a:spcBef>
                <a:spcPts val="0"/>
              </a:spcBef>
            </a:pP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哈希函数的基本用法（</a:t>
            </a:r>
            <a:r>
              <a:rPr sz="2540" kern="0" spc="50" dirty="0">
                <a:solidFill>
                  <a:srgbClr val="000000">
                    <a:alpha val="100000"/>
                  </a:srgbClr>
                </a:solidFill>
                <a:latin typeface="Times New Roman" panose="02020603050405020304"/>
                <a:ea typeface="Times New Roman" panose="02020603050405020304"/>
                <a:cs typeface="Times New Roman" panose="02020603050405020304"/>
              </a:rPr>
              <a:t>c</a:t>
            </a: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540" dirty="0"/>
          </a:p>
        </p:txBody>
      </p:sp>
      <p:sp>
        <p:nvSpPr>
          <p:cNvPr id="714" name="rect"/>
          <p:cNvSpPr/>
          <p:nvPr/>
        </p:nvSpPr>
        <p:spPr>
          <a:xfrm>
            <a:off x="1715164" y="5449759"/>
            <a:ext cx="8322238" cy="45627"/>
          </a:xfrm>
          <a:prstGeom prst="rect">
            <a:avLst/>
          </a:prstGeom>
          <a:solidFill>
            <a:srgbClr val="9DC3E6">
              <a:alpha val="100000"/>
            </a:srgbClr>
          </a:solidFill>
          <a:ln cap="flat">
            <a:noFill/>
            <a:prstDash val="solid"/>
            <a:miter lim="0"/>
          </a:ln>
        </p:spPr>
        <p:txBody>
          <a:bodyPr rtlCol="0"/>
          <a:lstStyle/>
          <a:p>
            <a:pPr algn="ctr"/>
            <a:endParaRPr lang="zh-CN" altLang="en-US" sz="1635"/>
          </a:p>
        </p:txBody>
      </p:sp>
      <p:pic>
        <p:nvPicPr>
          <p:cNvPr id="716" name="picture 716"/>
          <p:cNvPicPr>
            <a:picLocks noChangeAspect="1"/>
          </p:cNvPicPr>
          <p:nvPr/>
        </p:nvPicPr>
        <p:blipFill>
          <a:blip r:embed="rId1"/>
          <a:stretch>
            <a:fillRect/>
          </a:stretch>
        </p:blipFill>
        <p:spPr>
          <a:xfrm rot="21600000">
            <a:off x="3420677" y="5069527"/>
            <a:ext cx="5883224" cy="821991"/>
          </a:xfrm>
          <a:prstGeom prst="rect">
            <a:avLst/>
          </a:prstGeom>
        </p:spPr>
      </p:pic>
      <p:pic>
        <p:nvPicPr>
          <p:cNvPr id="718" name="picture 718"/>
          <p:cNvPicPr>
            <a:picLocks noChangeAspect="1"/>
          </p:cNvPicPr>
          <p:nvPr/>
        </p:nvPicPr>
        <p:blipFill>
          <a:blip r:embed="rId2"/>
          <a:stretch>
            <a:fillRect/>
          </a:stretch>
        </p:blipFill>
        <p:spPr>
          <a:xfrm rot="21600000">
            <a:off x="9229238" y="3868297"/>
            <a:ext cx="971319" cy="740803"/>
          </a:xfrm>
          <a:prstGeom prst="rect">
            <a:avLst/>
          </a:prstGeom>
        </p:spPr>
      </p:pic>
      <p:grpSp>
        <p:nvGrpSpPr>
          <p:cNvPr id="52" name="group 52"/>
          <p:cNvGrpSpPr/>
          <p:nvPr/>
        </p:nvGrpSpPr>
        <p:grpSpPr>
          <a:xfrm rot="21600000">
            <a:off x="2391285" y="3873854"/>
            <a:ext cx="799279" cy="779492"/>
            <a:chOff x="0" y="0"/>
            <a:chExt cx="880983" cy="859173"/>
          </a:xfrm>
        </p:grpSpPr>
        <p:sp>
          <p:nvSpPr>
            <p:cNvPr id="720" name="path"/>
            <p:cNvSpPr/>
            <p:nvPr/>
          </p:nvSpPr>
          <p:spPr>
            <a:xfrm>
              <a:off x="384676" y="12591"/>
              <a:ext cx="258451" cy="91439"/>
            </a:xfrm>
            <a:custGeom>
              <a:avLst/>
              <a:gdLst/>
              <a:ahLst/>
              <a:cxnLst/>
              <a:rect l="0" t="0" r="0" b="0"/>
              <a:pathLst>
                <a:path w="407" h="143">
                  <a:moveTo>
                    <a:pt x="183" y="60"/>
                  </a:moveTo>
                  <a:lnTo>
                    <a:pt x="191" y="61"/>
                  </a:lnTo>
                  <a:lnTo>
                    <a:pt x="206" y="64"/>
                  </a:lnTo>
                  <a:lnTo>
                    <a:pt x="259" y="77"/>
                  </a:lnTo>
                  <a:lnTo>
                    <a:pt x="288" y="87"/>
                  </a:lnTo>
                  <a:lnTo>
                    <a:pt x="315" y="98"/>
                  </a:lnTo>
                  <a:lnTo>
                    <a:pt x="339" y="112"/>
                  </a:lnTo>
                  <a:lnTo>
                    <a:pt x="355" y="127"/>
                  </a:lnTo>
                  <a:lnTo>
                    <a:pt x="366" y="137"/>
                  </a:lnTo>
                  <a:lnTo>
                    <a:pt x="379" y="137"/>
                  </a:lnTo>
                  <a:lnTo>
                    <a:pt x="391" y="132"/>
                  </a:lnTo>
                  <a:lnTo>
                    <a:pt x="401" y="118"/>
                  </a:lnTo>
                  <a:lnTo>
                    <a:pt x="407" y="103"/>
                  </a:lnTo>
                  <a:lnTo>
                    <a:pt x="405" y="83"/>
                  </a:lnTo>
                  <a:lnTo>
                    <a:pt x="396" y="66"/>
                  </a:lnTo>
                  <a:cubicBezTo>
                    <a:pt x="357" y="24"/>
                    <a:pt x="253" y="2"/>
                    <a:pt x="199" y="0"/>
                  </a:cubicBezTo>
                  <a:lnTo>
                    <a:pt x="177" y="0"/>
                  </a:lnTo>
                  <a:lnTo>
                    <a:pt x="155" y="1"/>
                  </a:lnTo>
                  <a:lnTo>
                    <a:pt x="133" y="3"/>
                  </a:lnTo>
                  <a:lnTo>
                    <a:pt x="113" y="7"/>
                  </a:lnTo>
                  <a:cubicBezTo>
                    <a:pt x="69" y="14"/>
                    <a:pt x="-31" y="84"/>
                    <a:pt x="17" y="133"/>
                  </a:cubicBezTo>
                  <a:lnTo>
                    <a:pt x="26" y="137"/>
                  </a:lnTo>
                  <a:lnTo>
                    <a:pt x="35" y="141"/>
                  </a:lnTo>
                  <a:lnTo>
                    <a:pt x="41" y="143"/>
                  </a:lnTo>
                  <a:lnTo>
                    <a:pt x="48" y="142"/>
                  </a:lnTo>
                  <a:lnTo>
                    <a:pt x="53" y="140"/>
                  </a:lnTo>
                  <a:lnTo>
                    <a:pt x="56" y="135"/>
                  </a:lnTo>
                  <a:lnTo>
                    <a:pt x="59" y="128"/>
                  </a:lnTo>
                  <a:lnTo>
                    <a:pt x="60" y="118"/>
                  </a:lnTo>
                  <a:lnTo>
                    <a:pt x="59" y="107"/>
                  </a:lnTo>
                  <a:lnTo>
                    <a:pt x="59" y="96"/>
                  </a:lnTo>
                  <a:lnTo>
                    <a:pt x="63" y="85"/>
                  </a:lnTo>
                  <a:lnTo>
                    <a:pt x="72" y="76"/>
                  </a:lnTo>
                  <a:lnTo>
                    <a:pt x="85" y="68"/>
                  </a:lnTo>
                  <a:lnTo>
                    <a:pt x="103" y="63"/>
                  </a:lnTo>
                  <a:lnTo>
                    <a:pt x="125" y="58"/>
                  </a:lnTo>
                  <a:lnTo>
                    <a:pt x="151" y="58"/>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722" name="path"/>
            <p:cNvSpPr/>
            <p:nvPr/>
          </p:nvSpPr>
          <p:spPr>
            <a:xfrm>
              <a:off x="386558" y="12833"/>
              <a:ext cx="251451" cy="87388"/>
            </a:xfrm>
            <a:custGeom>
              <a:avLst/>
              <a:gdLst/>
              <a:ahLst/>
              <a:cxnLst/>
              <a:rect l="0" t="0" r="0" b="0"/>
              <a:pathLst>
                <a:path w="395" h="137">
                  <a:moveTo>
                    <a:pt x="51" y="100"/>
                  </a:moveTo>
                  <a:lnTo>
                    <a:pt x="53" y="89"/>
                  </a:lnTo>
                  <a:lnTo>
                    <a:pt x="59" y="78"/>
                  </a:lnTo>
                  <a:lnTo>
                    <a:pt x="69" y="69"/>
                  </a:lnTo>
                  <a:lnTo>
                    <a:pt x="83" y="60"/>
                  </a:lnTo>
                  <a:lnTo>
                    <a:pt x="101" y="56"/>
                  </a:lnTo>
                  <a:lnTo>
                    <a:pt x="124" y="52"/>
                  </a:lnTo>
                  <a:lnTo>
                    <a:pt x="150" y="52"/>
                  </a:lnTo>
                  <a:lnTo>
                    <a:pt x="180" y="56"/>
                  </a:lnTo>
                  <a:lnTo>
                    <a:pt x="194" y="58"/>
                  </a:lnTo>
                  <a:lnTo>
                    <a:pt x="213" y="63"/>
                  </a:lnTo>
                  <a:cubicBezTo>
                    <a:pt x="250" y="71"/>
                    <a:pt x="305" y="86"/>
                    <a:pt x="336" y="107"/>
                  </a:cubicBezTo>
                  <a:lnTo>
                    <a:pt x="351" y="120"/>
                  </a:lnTo>
                  <a:lnTo>
                    <a:pt x="357" y="128"/>
                  </a:lnTo>
                  <a:lnTo>
                    <a:pt x="363" y="130"/>
                  </a:lnTo>
                  <a:lnTo>
                    <a:pt x="371" y="132"/>
                  </a:lnTo>
                  <a:lnTo>
                    <a:pt x="377" y="130"/>
                  </a:lnTo>
                  <a:lnTo>
                    <a:pt x="383" y="126"/>
                  </a:lnTo>
                  <a:lnTo>
                    <a:pt x="389" y="120"/>
                  </a:lnTo>
                  <a:lnTo>
                    <a:pt x="393" y="113"/>
                  </a:lnTo>
                  <a:lnTo>
                    <a:pt x="394" y="104"/>
                  </a:lnTo>
                  <a:lnTo>
                    <a:pt x="394" y="98"/>
                  </a:lnTo>
                  <a:cubicBezTo>
                    <a:pt x="395" y="81"/>
                    <a:pt x="388" y="73"/>
                    <a:pt x="378" y="62"/>
                  </a:cubicBezTo>
                  <a:lnTo>
                    <a:pt x="371" y="54"/>
                  </a:lnTo>
                  <a:lnTo>
                    <a:pt x="362" y="48"/>
                  </a:lnTo>
                  <a:lnTo>
                    <a:pt x="347" y="40"/>
                  </a:lnTo>
                  <a:lnTo>
                    <a:pt x="330" y="33"/>
                  </a:lnTo>
                  <a:lnTo>
                    <a:pt x="311" y="26"/>
                  </a:lnTo>
                  <a:cubicBezTo>
                    <a:pt x="246" y="0"/>
                    <a:pt x="121" y="-7"/>
                    <a:pt x="59" y="33"/>
                  </a:cubicBezTo>
                  <a:lnTo>
                    <a:pt x="51" y="39"/>
                  </a:lnTo>
                  <a:lnTo>
                    <a:pt x="44" y="45"/>
                  </a:lnTo>
                  <a:cubicBezTo>
                    <a:pt x="16" y="66"/>
                    <a:pt x="-18" y="107"/>
                    <a:pt x="23" y="134"/>
                  </a:cubicBezTo>
                  <a:lnTo>
                    <a:pt x="35" y="137"/>
                  </a:lnTo>
                  <a:lnTo>
                    <a:pt x="45" y="132"/>
                  </a:lnTo>
                  <a:lnTo>
                    <a:pt x="50" y="120"/>
                  </a:lnTo>
                </a:path>
              </a:pathLst>
            </a:custGeom>
            <a:solidFill>
              <a:srgbClr val="D1BAB2">
                <a:alpha val="100000"/>
              </a:srgbClr>
            </a:solidFill>
            <a:ln cap="flat">
              <a:noFill/>
              <a:prstDash val="solid"/>
              <a:miter lim="0"/>
            </a:ln>
          </p:spPr>
          <p:txBody>
            <a:bodyPr rtlCol="0"/>
            <a:lstStyle/>
            <a:p>
              <a:pPr algn="ctr"/>
              <a:endParaRPr lang="zh-CN" altLang="en-US" sz="1635"/>
            </a:p>
          </p:txBody>
        </p:sp>
        <p:sp>
          <p:nvSpPr>
            <p:cNvPr id="724" name="path"/>
            <p:cNvSpPr/>
            <p:nvPr/>
          </p:nvSpPr>
          <p:spPr>
            <a:xfrm>
              <a:off x="390277" y="15218"/>
              <a:ext cx="244468" cy="80430"/>
            </a:xfrm>
            <a:custGeom>
              <a:avLst/>
              <a:gdLst/>
              <a:ahLst/>
              <a:cxnLst/>
              <a:rect l="0" t="0" r="0" b="0"/>
              <a:pathLst>
                <a:path w="384" h="126">
                  <a:moveTo>
                    <a:pt x="41" y="89"/>
                  </a:moveTo>
                  <a:lnTo>
                    <a:pt x="45" y="79"/>
                  </a:lnTo>
                  <a:lnTo>
                    <a:pt x="52" y="69"/>
                  </a:lnTo>
                  <a:lnTo>
                    <a:pt x="64" y="59"/>
                  </a:lnTo>
                  <a:cubicBezTo>
                    <a:pt x="119" y="21"/>
                    <a:pt x="283" y="65"/>
                    <a:pt x="333" y="99"/>
                  </a:cubicBezTo>
                  <a:lnTo>
                    <a:pt x="345" y="109"/>
                  </a:lnTo>
                  <a:lnTo>
                    <a:pt x="351" y="115"/>
                  </a:lnTo>
                  <a:lnTo>
                    <a:pt x="357" y="119"/>
                  </a:lnTo>
                  <a:lnTo>
                    <a:pt x="365" y="120"/>
                  </a:lnTo>
                  <a:lnTo>
                    <a:pt x="371" y="119"/>
                  </a:lnTo>
                  <a:lnTo>
                    <a:pt x="377" y="117"/>
                  </a:lnTo>
                  <a:lnTo>
                    <a:pt x="381" y="111"/>
                  </a:lnTo>
                  <a:lnTo>
                    <a:pt x="384" y="103"/>
                  </a:lnTo>
                  <a:lnTo>
                    <a:pt x="384" y="94"/>
                  </a:lnTo>
                  <a:lnTo>
                    <a:pt x="383" y="88"/>
                  </a:lnTo>
                  <a:lnTo>
                    <a:pt x="381" y="82"/>
                  </a:lnTo>
                  <a:lnTo>
                    <a:pt x="377" y="75"/>
                  </a:lnTo>
                  <a:lnTo>
                    <a:pt x="375" y="69"/>
                  </a:lnTo>
                  <a:lnTo>
                    <a:pt x="369" y="61"/>
                  </a:lnTo>
                  <a:lnTo>
                    <a:pt x="363" y="55"/>
                  </a:lnTo>
                  <a:lnTo>
                    <a:pt x="356" y="49"/>
                  </a:lnTo>
                  <a:lnTo>
                    <a:pt x="346" y="43"/>
                  </a:lnTo>
                  <a:lnTo>
                    <a:pt x="333" y="35"/>
                  </a:lnTo>
                  <a:lnTo>
                    <a:pt x="316" y="28"/>
                  </a:lnTo>
                  <a:cubicBezTo>
                    <a:pt x="246" y="0"/>
                    <a:pt x="144" y="-4"/>
                    <a:pt x="72" y="22"/>
                  </a:cubicBezTo>
                  <a:lnTo>
                    <a:pt x="59" y="29"/>
                  </a:lnTo>
                  <a:lnTo>
                    <a:pt x="52" y="35"/>
                  </a:lnTo>
                  <a:lnTo>
                    <a:pt x="45" y="40"/>
                  </a:lnTo>
                  <a:lnTo>
                    <a:pt x="33" y="49"/>
                  </a:lnTo>
                  <a:lnTo>
                    <a:pt x="28" y="55"/>
                  </a:lnTo>
                  <a:lnTo>
                    <a:pt x="22" y="60"/>
                  </a:lnTo>
                  <a:lnTo>
                    <a:pt x="18" y="66"/>
                  </a:lnTo>
                  <a:lnTo>
                    <a:pt x="14" y="71"/>
                  </a:lnTo>
                  <a:cubicBezTo>
                    <a:pt x="7" y="81"/>
                    <a:pt x="0" y="99"/>
                    <a:pt x="8" y="111"/>
                  </a:cubicBezTo>
                  <a:lnTo>
                    <a:pt x="9" y="115"/>
                  </a:lnTo>
                  <a:lnTo>
                    <a:pt x="12" y="121"/>
                  </a:lnTo>
                  <a:lnTo>
                    <a:pt x="18" y="125"/>
                  </a:lnTo>
                  <a:lnTo>
                    <a:pt x="29" y="126"/>
                  </a:lnTo>
                  <a:lnTo>
                    <a:pt x="35" y="119"/>
                  </a:lnTo>
                  <a:lnTo>
                    <a:pt x="39" y="107"/>
                  </a:lnTo>
                </a:path>
              </a:pathLst>
            </a:custGeom>
            <a:solidFill>
              <a:srgbClr val="A07266">
                <a:alpha val="100000"/>
              </a:srgbClr>
            </a:solidFill>
            <a:ln cap="flat">
              <a:noFill/>
              <a:prstDash val="solid"/>
              <a:miter lim="0"/>
            </a:ln>
          </p:spPr>
          <p:txBody>
            <a:bodyPr rtlCol="0"/>
            <a:lstStyle/>
            <a:p>
              <a:pPr algn="ctr"/>
              <a:endParaRPr lang="zh-CN" altLang="en-US" sz="1635"/>
            </a:p>
          </p:txBody>
        </p:sp>
        <p:sp>
          <p:nvSpPr>
            <p:cNvPr id="726" name="path"/>
            <p:cNvSpPr/>
            <p:nvPr/>
          </p:nvSpPr>
          <p:spPr>
            <a:xfrm>
              <a:off x="392876" y="16814"/>
              <a:ext cx="239583" cy="75025"/>
            </a:xfrm>
            <a:custGeom>
              <a:avLst/>
              <a:gdLst/>
              <a:ahLst/>
              <a:cxnLst/>
              <a:rect l="0" t="0" r="0" b="0"/>
              <a:pathLst>
                <a:path w="377" h="118">
                  <a:moveTo>
                    <a:pt x="35" y="78"/>
                  </a:moveTo>
                  <a:lnTo>
                    <a:pt x="40" y="70"/>
                  </a:lnTo>
                  <a:lnTo>
                    <a:pt x="48" y="59"/>
                  </a:lnTo>
                  <a:lnTo>
                    <a:pt x="61" y="52"/>
                  </a:lnTo>
                  <a:cubicBezTo>
                    <a:pt x="124" y="13"/>
                    <a:pt x="269" y="61"/>
                    <a:pt x="332" y="90"/>
                  </a:cubicBezTo>
                  <a:lnTo>
                    <a:pt x="342" y="98"/>
                  </a:lnTo>
                  <a:lnTo>
                    <a:pt x="348" y="104"/>
                  </a:lnTo>
                  <a:lnTo>
                    <a:pt x="354" y="109"/>
                  </a:lnTo>
                  <a:lnTo>
                    <a:pt x="361" y="110"/>
                  </a:lnTo>
                  <a:lnTo>
                    <a:pt x="367" y="109"/>
                  </a:lnTo>
                  <a:lnTo>
                    <a:pt x="372" y="107"/>
                  </a:lnTo>
                  <a:lnTo>
                    <a:pt x="376" y="102"/>
                  </a:lnTo>
                  <a:lnTo>
                    <a:pt x="377" y="94"/>
                  </a:lnTo>
                  <a:lnTo>
                    <a:pt x="373" y="79"/>
                  </a:lnTo>
                  <a:lnTo>
                    <a:pt x="370" y="74"/>
                  </a:lnTo>
                  <a:lnTo>
                    <a:pt x="366" y="68"/>
                  </a:lnTo>
                  <a:lnTo>
                    <a:pt x="362" y="61"/>
                  </a:lnTo>
                  <a:lnTo>
                    <a:pt x="356" y="56"/>
                  </a:lnTo>
                  <a:lnTo>
                    <a:pt x="350" y="50"/>
                  </a:lnTo>
                  <a:lnTo>
                    <a:pt x="342" y="46"/>
                  </a:lnTo>
                  <a:lnTo>
                    <a:pt x="334" y="40"/>
                  </a:lnTo>
                  <a:lnTo>
                    <a:pt x="320" y="32"/>
                  </a:lnTo>
                  <a:lnTo>
                    <a:pt x="305" y="25"/>
                  </a:lnTo>
                  <a:cubicBezTo>
                    <a:pt x="242" y="-3"/>
                    <a:pt x="139" y="-1"/>
                    <a:pt x="74" y="22"/>
                  </a:cubicBezTo>
                  <a:lnTo>
                    <a:pt x="62" y="29"/>
                  </a:lnTo>
                  <a:lnTo>
                    <a:pt x="55" y="32"/>
                  </a:lnTo>
                  <a:lnTo>
                    <a:pt x="48" y="37"/>
                  </a:lnTo>
                  <a:lnTo>
                    <a:pt x="43" y="41"/>
                  </a:lnTo>
                  <a:lnTo>
                    <a:pt x="36" y="44"/>
                  </a:lnTo>
                  <a:lnTo>
                    <a:pt x="17" y="64"/>
                  </a:lnTo>
                  <a:cubicBezTo>
                    <a:pt x="12" y="77"/>
                    <a:pt x="-1" y="87"/>
                    <a:pt x="6" y="102"/>
                  </a:cubicBezTo>
                  <a:lnTo>
                    <a:pt x="7" y="107"/>
                  </a:lnTo>
                  <a:lnTo>
                    <a:pt x="12" y="114"/>
                  </a:lnTo>
                  <a:lnTo>
                    <a:pt x="18" y="118"/>
                  </a:lnTo>
                  <a:lnTo>
                    <a:pt x="25" y="118"/>
                  </a:lnTo>
                  <a:lnTo>
                    <a:pt x="28" y="109"/>
                  </a:lnTo>
                  <a:lnTo>
                    <a:pt x="29" y="95"/>
                  </a:lnTo>
                </a:path>
              </a:pathLst>
            </a:custGeom>
            <a:solidFill>
              <a:srgbClr val="722B19">
                <a:alpha val="100000"/>
              </a:srgbClr>
            </a:solidFill>
            <a:ln cap="flat">
              <a:noFill/>
              <a:prstDash val="solid"/>
              <a:miter lim="0"/>
            </a:ln>
          </p:spPr>
          <p:txBody>
            <a:bodyPr rtlCol="0"/>
            <a:lstStyle/>
            <a:p>
              <a:pPr algn="ctr"/>
              <a:endParaRPr lang="zh-CN" altLang="en-US" sz="1635"/>
            </a:p>
          </p:txBody>
        </p:sp>
        <p:sp>
          <p:nvSpPr>
            <p:cNvPr id="728" name="path"/>
            <p:cNvSpPr/>
            <p:nvPr/>
          </p:nvSpPr>
          <p:spPr>
            <a:xfrm>
              <a:off x="399287" y="21075"/>
              <a:ext cx="230886" cy="67716"/>
            </a:xfrm>
            <a:custGeom>
              <a:avLst/>
              <a:gdLst/>
              <a:ahLst/>
              <a:cxnLst/>
              <a:rect l="0" t="0" r="0" b="0"/>
              <a:pathLst>
                <a:path w="363" h="106">
                  <a:moveTo>
                    <a:pt x="0" y="87"/>
                  </a:moveTo>
                  <a:lnTo>
                    <a:pt x="0" y="89"/>
                  </a:lnTo>
                  <a:lnTo>
                    <a:pt x="1" y="95"/>
                  </a:lnTo>
                  <a:lnTo>
                    <a:pt x="3" y="101"/>
                  </a:lnTo>
                  <a:lnTo>
                    <a:pt x="10" y="106"/>
                  </a:lnTo>
                  <a:lnTo>
                    <a:pt x="15" y="104"/>
                  </a:lnTo>
                  <a:lnTo>
                    <a:pt x="14" y="94"/>
                  </a:lnTo>
                  <a:lnTo>
                    <a:pt x="14" y="80"/>
                  </a:lnTo>
                  <a:lnTo>
                    <a:pt x="20" y="63"/>
                  </a:lnTo>
                  <a:cubicBezTo>
                    <a:pt x="72" y="4"/>
                    <a:pt x="161" y="26"/>
                    <a:pt x="226" y="45"/>
                  </a:cubicBezTo>
                  <a:lnTo>
                    <a:pt x="252" y="52"/>
                  </a:lnTo>
                  <a:lnTo>
                    <a:pt x="274" y="58"/>
                  </a:lnTo>
                  <a:lnTo>
                    <a:pt x="295" y="65"/>
                  </a:lnTo>
                  <a:lnTo>
                    <a:pt x="312" y="71"/>
                  </a:lnTo>
                  <a:lnTo>
                    <a:pt x="323" y="77"/>
                  </a:lnTo>
                  <a:lnTo>
                    <a:pt x="332" y="85"/>
                  </a:lnTo>
                  <a:lnTo>
                    <a:pt x="344" y="94"/>
                  </a:lnTo>
                  <a:lnTo>
                    <a:pt x="351" y="95"/>
                  </a:lnTo>
                  <a:lnTo>
                    <a:pt x="357" y="95"/>
                  </a:lnTo>
                  <a:lnTo>
                    <a:pt x="362" y="92"/>
                  </a:lnTo>
                  <a:lnTo>
                    <a:pt x="363" y="87"/>
                  </a:lnTo>
                  <a:lnTo>
                    <a:pt x="363" y="81"/>
                  </a:lnTo>
                  <a:lnTo>
                    <a:pt x="360" y="71"/>
                  </a:lnTo>
                  <a:lnTo>
                    <a:pt x="356" y="65"/>
                  </a:lnTo>
                  <a:lnTo>
                    <a:pt x="351" y="61"/>
                  </a:lnTo>
                  <a:cubicBezTo>
                    <a:pt x="328" y="32"/>
                    <a:pt x="278" y="11"/>
                    <a:pt x="243" y="5"/>
                  </a:cubicBezTo>
                  <a:lnTo>
                    <a:pt x="229" y="2"/>
                  </a:lnTo>
                  <a:lnTo>
                    <a:pt x="213" y="1"/>
                  </a:lnTo>
                  <a:cubicBezTo>
                    <a:pt x="152" y="0"/>
                    <a:pt x="58" y="4"/>
                    <a:pt x="15" y="53"/>
                  </a:cubicBezTo>
                  <a:lnTo>
                    <a:pt x="6" y="67"/>
                  </a:lnTo>
                  <a:lnTo>
                    <a:pt x="0" y="85"/>
                  </a:lnTo>
                </a:path>
              </a:pathLst>
            </a:custGeom>
            <a:solidFill>
              <a:srgbClr val="440000">
                <a:alpha val="100000"/>
              </a:srgbClr>
            </a:solidFill>
            <a:ln cap="flat">
              <a:noFill/>
              <a:prstDash val="solid"/>
              <a:miter lim="0"/>
            </a:ln>
          </p:spPr>
          <p:txBody>
            <a:bodyPr rtlCol="0"/>
            <a:lstStyle/>
            <a:p>
              <a:pPr algn="ctr"/>
              <a:endParaRPr lang="zh-CN" altLang="en-US" sz="1635"/>
            </a:p>
          </p:txBody>
        </p:sp>
        <p:sp>
          <p:nvSpPr>
            <p:cNvPr id="730" name="path"/>
            <p:cNvSpPr/>
            <p:nvPr/>
          </p:nvSpPr>
          <p:spPr>
            <a:xfrm>
              <a:off x="685038" y="727674"/>
              <a:ext cx="195945" cy="115052"/>
            </a:xfrm>
            <a:custGeom>
              <a:avLst/>
              <a:gdLst/>
              <a:ahLst/>
              <a:cxnLst/>
              <a:rect l="0" t="0" r="0" b="0"/>
              <a:pathLst>
                <a:path w="308" h="181">
                  <a:moveTo>
                    <a:pt x="8" y="109"/>
                  </a:moveTo>
                  <a:lnTo>
                    <a:pt x="11" y="106"/>
                  </a:lnTo>
                  <a:cubicBezTo>
                    <a:pt x="73" y="39"/>
                    <a:pt x="188" y="-27"/>
                    <a:pt x="278" y="19"/>
                  </a:cubicBezTo>
                  <a:lnTo>
                    <a:pt x="287" y="27"/>
                  </a:lnTo>
                  <a:lnTo>
                    <a:pt x="296" y="35"/>
                  </a:lnTo>
                  <a:cubicBezTo>
                    <a:pt x="357" y="138"/>
                    <a:pt x="49" y="225"/>
                    <a:pt x="3" y="147"/>
                  </a:cubicBezTo>
                  <a:lnTo>
                    <a:pt x="0" y="136"/>
                  </a:lnTo>
                  <a:lnTo>
                    <a:pt x="2" y="124"/>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732" name="path"/>
            <p:cNvSpPr/>
            <p:nvPr/>
          </p:nvSpPr>
          <p:spPr>
            <a:xfrm>
              <a:off x="695706" y="734967"/>
              <a:ext cx="177545" cy="102789"/>
            </a:xfrm>
            <a:custGeom>
              <a:avLst/>
              <a:gdLst/>
              <a:ahLst/>
              <a:cxnLst/>
              <a:rect l="0" t="0" r="0" b="0"/>
              <a:pathLst>
                <a:path w="279" h="161">
                  <a:moveTo>
                    <a:pt x="8" y="97"/>
                  </a:moveTo>
                  <a:lnTo>
                    <a:pt x="10" y="93"/>
                  </a:lnTo>
                  <a:lnTo>
                    <a:pt x="20" y="85"/>
                  </a:lnTo>
                  <a:lnTo>
                    <a:pt x="33" y="70"/>
                  </a:lnTo>
                  <a:lnTo>
                    <a:pt x="52" y="55"/>
                  </a:lnTo>
                  <a:lnTo>
                    <a:pt x="75" y="39"/>
                  </a:lnTo>
                  <a:lnTo>
                    <a:pt x="103" y="23"/>
                  </a:lnTo>
                  <a:lnTo>
                    <a:pt x="133" y="10"/>
                  </a:lnTo>
                  <a:lnTo>
                    <a:pt x="166" y="2"/>
                  </a:lnTo>
                  <a:lnTo>
                    <a:pt x="200" y="0"/>
                  </a:lnTo>
                  <a:lnTo>
                    <a:pt x="230" y="4"/>
                  </a:lnTo>
                  <a:lnTo>
                    <a:pt x="255" y="14"/>
                  </a:lnTo>
                  <a:lnTo>
                    <a:pt x="271" y="30"/>
                  </a:lnTo>
                  <a:lnTo>
                    <a:pt x="279" y="47"/>
                  </a:lnTo>
                  <a:lnTo>
                    <a:pt x="276" y="69"/>
                  </a:lnTo>
                  <a:lnTo>
                    <a:pt x="260" y="92"/>
                  </a:lnTo>
                  <a:lnTo>
                    <a:pt x="230" y="115"/>
                  </a:lnTo>
                  <a:cubicBezTo>
                    <a:pt x="190" y="148"/>
                    <a:pt x="36" y="183"/>
                    <a:pt x="2" y="130"/>
                  </a:cubicBezTo>
                  <a:lnTo>
                    <a:pt x="0" y="121"/>
                  </a:lnTo>
                  <a:lnTo>
                    <a:pt x="1" y="110"/>
                  </a:lnTo>
                </a:path>
              </a:pathLst>
            </a:custGeom>
            <a:solidFill>
              <a:srgbClr val="EDDDD3">
                <a:alpha val="100000"/>
              </a:srgbClr>
            </a:solidFill>
            <a:ln cap="flat">
              <a:noFill/>
              <a:prstDash val="solid"/>
              <a:miter lim="0"/>
            </a:ln>
          </p:spPr>
          <p:txBody>
            <a:bodyPr rtlCol="0"/>
            <a:lstStyle/>
            <a:p>
              <a:pPr algn="ctr"/>
              <a:endParaRPr lang="zh-CN" altLang="en-US" sz="1635"/>
            </a:p>
          </p:txBody>
        </p:sp>
        <p:sp>
          <p:nvSpPr>
            <p:cNvPr id="734" name="path"/>
            <p:cNvSpPr/>
            <p:nvPr/>
          </p:nvSpPr>
          <p:spPr>
            <a:xfrm>
              <a:off x="701802" y="740301"/>
              <a:ext cx="161544" cy="89916"/>
            </a:xfrm>
            <a:custGeom>
              <a:avLst/>
              <a:gdLst/>
              <a:ahLst/>
              <a:cxnLst/>
              <a:rect l="0" t="0" r="0" b="0"/>
              <a:pathLst>
                <a:path w="254" h="141">
                  <a:moveTo>
                    <a:pt x="7" y="86"/>
                  </a:moveTo>
                  <a:lnTo>
                    <a:pt x="10" y="84"/>
                  </a:lnTo>
                  <a:lnTo>
                    <a:pt x="17" y="75"/>
                  </a:lnTo>
                  <a:lnTo>
                    <a:pt x="31" y="63"/>
                  </a:lnTo>
                  <a:lnTo>
                    <a:pt x="47" y="49"/>
                  </a:lnTo>
                  <a:lnTo>
                    <a:pt x="68" y="34"/>
                  </a:lnTo>
                  <a:lnTo>
                    <a:pt x="92" y="20"/>
                  </a:lnTo>
                  <a:lnTo>
                    <a:pt x="121" y="9"/>
                  </a:lnTo>
                  <a:lnTo>
                    <a:pt x="151" y="1"/>
                  </a:lnTo>
                  <a:lnTo>
                    <a:pt x="182" y="0"/>
                  </a:lnTo>
                  <a:lnTo>
                    <a:pt x="208" y="3"/>
                  </a:lnTo>
                  <a:lnTo>
                    <a:pt x="230" y="12"/>
                  </a:lnTo>
                  <a:lnTo>
                    <a:pt x="246" y="26"/>
                  </a:lnTo>
                  <a:lnTo>
                    <a:pt x="254" y="43"/>
                  </a:lnTo>
                  <a:lnTo>
                    <a:pt x="250" y="62"/>
                  </a:lnTo>
                  <a:lnTo>
                    <a:pt x="236" y="82"/>
                  </a:lnTo>
                  <a:lnTo>
                    <a:pt x="208" y="104"/>
                  </a:lnTo>
                  <a:lnTo>
                    <a:pt x="190" y="114"/>
                  </a:lnTo>
                  <a:lnTo>
                    <a:pt x="172" y="122"/>
                  </a:lnTo>
                  <a:lnTo>
                    <a:pt x="152" y="129"/>
                  </a:lnTo>
                  <a:lnTo>
                    <a:pt x="133" y="134"/>
                  </a:lnTo>
                  <a:lnTo>
                    <a:pt x="112" y="138"/>
                  </a:lnTo>
                  <a:lnTo>
                    <a:pt x="92" y="140"/>
                  </a:lnTo>
                  <a:lnTo>
                    <a:pt x="74" y="141"/>
                  </a:lnTo>
                  <a:lnTo>
                    <a:pt x="57" y="141"/>
                  </a:lnTo>
                  <a:lnTo>
                    <a:pt x="40" y="139"/>
                  </a:lnTo>
                  <a:lnTo>
                    <a:pt x="28" y="136"/>
                  </a:lnTo>
                  <a:lnTo>
                    <a:pt x="16" y="132"/>
                  </a:lnTo>
                  <a:lnTo>
                    <a:pt x="8" y="124"/>
                  </a:lnTo>
                  <a:lnTo>
                    <a:pt x="1" y="117"/>
                  </a:lnTo>
                  <a:lnTo>
                    <a:pt x="0" y="109"/>
                  </a:lnTo>
                  <a:lnTo>
                    <a:pt x="1" y="98"/>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736" name="path"/>
            <p:cNvSpPr/>
            <p:nvPr/>
          </p:nvSpPr>
          <p:spPr>
            <a:xfrm>
              <a:off x="709422" y="744873"/>
              <a:ext cx="145542" cy="83626"/>
            </a:xfrm>
            <a:custGeom>
              <a:avLst/>
              <a:gdLst/>
              <a:ahLst/>
              <a:cxnLst/>
              <a:rect l="0" t="0" r="0" b="0"/>
              <a:pathLst>
                <a:path w="229" h="131">
                  <a:moveTo>
                    <a:pt x="7" y="77"/>
                  </a:moveTo>
                  <a:lnTo>
                    <a:pt x="8" y="75"/>
                  </a:lnTo>
                  <a:lnTo>
                    <a:pt x="16" y="67"/>
                  </a:lnTo>
                  <a:lnTo>
                    <a:pt x="28" y="57"/>
                  </a:lnTo>
                  <a:lnTo>
                    <a:pt x="43" y="44"/>
                  </a:lnTo>
                  <a:lnTo>
                    <a:pt x="62" y="31"/>
                  </a:lnTo>
                  <a:lnTo>
                    <a:pt x="85" y="19"/>
                  </a:lnTo>
                  <a:lnTo>
                    <a:pt x="110" y="8"/>
                  </a:lnTo>
                  <a:lnTo>
                    <a:pt x="136" y="2"/>
                  </a:lnTo>
                  <a:lnTo>
                    <a:pt x="164" y="0"/>
                  </a:lnTo>
                  <a:lnTo>
                    <a:pt x="188" y="3"/>
                  </a:lnTo>
                  <a:lnTo>
                    <a:pt x="208" y="11"/>
                  </a:lnTo>
                  <a:lnTo>
                    <a:pt x="223" y="23"/>
                  </a:lnTo>
                  <a:lnTo>
                    <a:pt x="229" y="38"/>
                  </a:lnTo>
                  <a:lnTo>
                    <a:pt x="225" y="56"/>
                  </a:lnTo>
                  <a:lnTo>
                    <a:pt x="213" y="74"/>
                  </a:lnTo>
                  <a:lnTo>
                    <a:pt x="188" y="93"/>
                  </a:lnTo>
                  <a:cubicBezTo>
                    <a:pt x="147" y="118"/>
                    <a:pt x="38" y="149"/>
                    <a:pt x="2" y="105"/>
                  </a:cubicBezTo>
                  <a:lnTo>
                    <a:pt x="0" y="97"/>
                  </a:lnTo>
                  <a:lnTo>
                    <a:pt x="1" y="88"/>
                  </a:lnTo>
                </a:path>
              </a:pathLst>
            </a:custGeom>
            <a:solidFill>
              <a:srgbClr val="C1967C">
                <a:alpha val="100000"/>
              </a:srgbClr>
            </a:solidFill>
            <a:ln cap="flat">
              <a:noFill/>
              <a:prstDash val="solid"/>
              <a:miter lim="0"/>
            </a:ln>
          </p:spPr>
          <p:txBody>
            <a:bodyPr rtlCol="0"/>
            <a:lstStyle/>
            <a:p>
              <a:pPr algn="ctr"/>
              <a:endParaRPr lang="zh-CN" altLang="en-US" sz="1635"/>
            </a:p>
          </p:txBody>
        </p:sp>
        <p:sp>
          <p:nvSpPr>
            <p:cNvPr id="738" name="path"/>
            <p:cNvSpPr/>
            <p:nvPr/>
          </p:nvSpPr>
          <p:spPr>
            <a:xfrm>
              <a:off x="717803" y="749445"/>
              <a:ext cx="128777" cy="73676"/>
            </a:xfrm>
            <a:custGeom>
              <a:avLst/>
              <a:gdLst/>
              <a:ahLst/>
              <a:cxnLst/>
              <a:rect l="0" t="0" r="0" b="0"/>
              <a:pathLst>
                <a:path w="202" h="116">
                  <a:moveTo>
                    <a:pt x="6" y="69"/>
                  </a:moveTo>
                  <a:lnTo>
                    <a:pt x="25" y="50"/>
                  </a:lnTo>
                  <a:lnTo>
                    <a:pt x="38" y="39"/>
                  </a:lnTo>
                  <a:lnTo>
                    <a:pt x="55" y="27"/>
                  </a:lnTo>
                  <a:lnTo>
                    <a:pt x="75" y="17"/>
                  </a:lnTo>
                  <a:lnTo>
                    <a:pt x="97" y="8"/>
                  </a:lnTo>
                  <a:lnTo>
                    <a:pt x="121" y="2"/>
                  </a:lnTo>
                  <a:lnTo>
                    <a:pt x="146" y="0"/>
                  </a:lnTo>
                  <a:lnTo>
                    <a:pt x="168" y="3"/>
                  </a:lnTo>
                  <a:lnTo>
                    <a:pt x="184" y="10"/>
                  </a:lnTo>
                  <a:lnTo>
                    <a:pt x="198" y="21"/>
                  </a:lnTo>
                  <a:lnTo>
                    <a:pt x="202" y="34"/>
                  </a:lnTo>
                  <a:lnTo>
                    <a:pt x="200" y="49"/>
                  </a:lnTo>
                  <a:lnTo>
                    <a:pt x="189" y="64"/>
                  </a:lnTo>
                  <a:lnTo>
                    <a:pt x="168" y="82"/>
                  </a:lnTo>
                  <a:cubicBezTo>
                    <a:pt x="136" y="105"/>
                    <a:pt x="27" y="129"/>
                    <a:pt x="2" y="93"/>
                  </a:cubicBezTo>
                  <a:lnTo>
                    <a:pt x="0" y="86"/>
                  </a:lnTo>
                  <a:lnTo>
                    <a:pt x="2" y="77"/>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740" name="path"/>
            <p:cNvSpPr/>
            <p:nvPr/>
          </p:nvSpPr>
          <p:spPr>
            <a:xfrm>
              <a:off x="24383" y="295349"/>
              <a:ext cx="842772" cy="556655"/>
            </a:xfrm>
            <a:custGeom>
              <a:avLst/>
              <a:gdLst/>
              <a:ahLst/>
              <a:cxnLst/>
              <a:rect l="0" t="0" r="0" b="0"/>
              <a:pathLst>
                <a:path w="1327" h="876">
                  <a:moveTo>
                    <a:pt x="0" y="452"/>
                  </a:moveTo>
                  <a:lnTo>
                    <a:pt x="0" y="448"/>
                  </a:lnTo>
                  <a:lnTo>
                    <a:pt x="1" y="441"/>
                  </a:lnTo>
                  <a:lnTo>
                    <a:pt x="2" y="430"/>
                  </a:lnTo>
                  <a:cubicBezTo>
                    <a:pt x="39" y="156"/>
                    <a:pt x="413" y="-41"/>
                    <a:pt x="661" y="13"/>
                  </a:cubicBezTo>
                  <a:lnTo>
                    <a:pt x="701" y="23"/>
                  </a:lnTo>
                  <a:lnTo>
                    <a:pt x="740" y="38"/>
                  </a:lnTo>
                  <a:lnTo>
                    <a:pt x="777" y="53"/>
                  </a:lnTo>
                  <a:cubicBezTo>
                    <a:pt x="854" y="97"/>
                    <a:pt x="929" y="142"/>
                    <a:pt x="1005" y="185"/>
                  </a:cubicBezTo>
                  <a:lnTo>
                    <a:pt x="1033" y="206"/>
                  </a:lnTo>
                  <a:lnTo>
                    <a:pt x="1061" y="229"/>
                  </a:lnTo>
                  <a:cubicBezTo>
                    <a:pt x="1140" y="299"/>
                    <a:pt x="1206" y="369"/>
                    <a:pt x="1269" y="454"/>
                  </a:cubicBezTo>
                  <a:lnTo>
                    <a:pt x="1287" y="481"/>
                  </a:lnTo>
                  <a:lnTo>
                    <a:pt x="1301" y="505"/>
                  </a:lnTo>
                  <a:lnTo>
                    <a:pt x="1315" y="526"/>
                  </a:lnTo>
                  <a:lnTo>
                    <a:pt x="1323" y="544"/>
                  </a:lnTo>
                  <a:lnTo>
                    <a:pt x="1327" y="561"/>
                  </a:lnTo>
                  <a:lnTo>
                    <a:pt x="1322" y="578"/>
                  </a:lnTo>
                  <a:cubicBezTo>
                    <a:pt x="1288" y="634"/>
                    <a:pt x="1171" y="676"/>
                    <a:pt x="1114" y="705"/>
                  </a:cubicBezTo>
                  <a:lnTo>
                    <a:pt x="1081" y="719"/>
                  </a:lnTo>
                  <a:lnTo>
                    <a:pt x="1048" y="735"/>
                  </a:lnTo>
                  <a:cubicBezTo>
                    <a:pt x="966" y="770"/>
                    <a:pt x="942" y="826"/>
                    <a:pt x="860" y="847"/>
                  </a:cubicBezTo>
                  <a:lnTo>
                    <a:pt x="829" y="854"/>
                  </a:lnTo>
                  <a:lnTo>
                    <a:pt x="794" y="861"/>
                  </a:lnTo>
                  <a:lnTo>
                    <a:pt x="759" y="866"/>
                  </a:lnTo>
                  <a:cubicBezTo>
                    <a:pt x="432" y="889"/>
                    <a:pt x="263" y="861"/>
                    <a:pt x="67" y="578"/>
                  </a:cubicBezTo>
                  <a:lnTo>
                    <a:pt x="48" y="545"/>
                  </a:lnTo>
                  <a:lnTo>
                    <a:pt x="30" y="513"/>
                  </a:lnTo>
                  <a:lnTo>
                    <a:pt x="13" y="482"/>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742" name="path"/>
            <p:cNvSpPr/>
            <p:nvPr/>
          </p:nvSpPr>
          <p:spPr>
            <a:xfrm>
              <a:off x="38100" y="309563"/>
              <a:ext cx="815340" cy="533290"/>
            </a:xfrm>
            <a:custGeom>
              <a:avLst/>
              <a:gdLst/>
              <a:ahLst/>
              <a:cxnLst/>
              <a:rect l="0" t="0" r="0" b="0"/>
              <a:pathLst>
                <a:path w="1284" h="839">
                  <a:moveTo>
                    <a:pt x="262" y="78"/>
                  </a:moveTo>
                  <a:lnTo>
                    <a:pt x="325" y="49"/>
                  </a:lnTo>
                  <a:lnTo>
                    <a:pt x="383" y="29"/>
                  </a:lnTo>
                  <a:lnTo>
                    <a:pt x="440" y="14"/>
                  </a:lnTo>
                  <a:lnTo>
                    <a:pt x="491" y="6"/>
                  </a:lnTo>
                  <a:cubicBezTo>
                    <a:pt x="616" y="-4"/>
                    <a:pt x="704" y="24"/>
                    <a:pt x="812" y="81"/>
                  </a:cubicBezTo>
                  <a:lnTo>
                    <a:pt x="842" y="98"/>
                  </a:lnTo>
                  <a:lnTo>
                    <a:pt x="871" y="114"/>
                  </a:lnTo>
                  <a:cubicBezTo>
                    <a:pt x="970" y="163"/>
                    <a:pt x="1034" y="209"/>
                    <a:pt x="1110" y="293"/>
                  </a:cubicBezTo>
                  <a:lnTo>
                    <a:pt x="1137" y="320"/>
                  </a:lnTo>
                  <a:lnTo>
                    <a:pt x="1161" y="349"/>
                  </a:lnTo>
                  <a:lnTo>
                    <a:pt x="1186" y="377"/>
                  </a:lnTo>
                  <a:lnTo>
                    <a:pt x="1208" y="405"/>
                  </a:lnTo>
                  <a:lnTo>
                    <a:pt x="1228" y="432"/>
                  </a:lnTo>
                  <a:lnTo>
                    <a:pt x="1246" y="457"/>
                  </a:lnTo>
                  <a:lnTo>
                    <a:pt x="1261" y="481"/>
                  </a:lnTo>
                  <a:lnTo>
                    <a:pt x="1273" y="501"/>
                  </a:lnTo>
                  <a:lnTo>
                    <a:pt x="1281" y="519"/>
                  </a:lnTo>
                  <a:lnTo>
                    <a:pt x="1284" y="536"/>
                  </a:lnTo>
                  <a:lnTo>
                    <a:pt x="1280" y="552"/>
                  </a:lnTo>
                  <a:lnTo>
                    <a:pt x="1269" y="567"/>
                  </a:lnTo>
                  <a:lnTo>
                    <a:pt x="1251" y="583"/>
                  </a:lnTo>
                  <a:lnTo>
                    <a:pt x="1230" y="599"/>
                  </a:lnTo>
                  <a:cubicBezTo>
                    <a:pt x="1143" y="652"/>
                    <a:pt x="1047" y="682"/>
                    <a:pt x="961" y="734"/>
                  </a:cubicBezTo>
                  <a:lnTo>
                    <a:pt x="939" y="750"/>
                  </a:lnTo>
                  <a:lnTo>
                    <a:pt x="921" y="764"/>
                  </a:lnTo>
                  <a:lnTo>
                    <a:pt x="904" y="780"/>
                  </a:lnTo>
                  <a:lnTo>
                    <a:pt x="884" y="792"/>
                  </a:lnTo>
                  <a:lnTo>
                    <a:pt x="860" y="803"/>
                  </a:lnTo>
                  <a:lnTo>
                    <a:pt x="831" y="812"/>
                  </a:lnTo>
                  <a:cubicBezTo>
                    <a:pt x="740" y="838"/>
                    <a:pt x="639" y="839"/>
                    <a:pt x="544" y="835"/>
                  </a:cubicBezTo>
                  <a:lnTo>
                    <a:pt x="506" y="833"/>
                  </a:lnTo>
                  <a:lnTo>
                    <a:pt x="470" y="829"/>
                  </a:lnTo>
                  <a:cubicBezTo>
                    <a:pt x="350" y="817"/>
                    <a:pt x="279" y="781"/>
                    <a:pt x="190" y="701"/>
                  </a:cubicBezTo>
                  <a:lnTo>
                    <a:pt x="163" y="675"/>
                  </a:lnTo>
                  <a:lnTo>
                    <a:pt x="138" y="648"/>
                  </a:lnTo>
                  <a:lnTo>
                    <a:pt x="113" y="620"/>
                  </a:lnTo>
                  <a:lnTo>
                    <a:pt x="91" y="590"/>
                  </a:lnTo>
                  <a:cubicBezTo>
                    <a:pt x="49" y="533"/>
                    <a:pt x="28" y="494"/>
                    <a:pt x="0" y="429"/>
                  </a:cubicBezTo>
                  <a:lnTo>
                    <a:pt x="0" y="419"/>
                  </a:lnTo>
                  <a:cubicBezTo>
                    <a:pt x="7" y="345"/>
                    <a:pt x="39" y="275"/>
                    <a:pt x="85" y="217"/>
                  </a:cubicBezTo>
                  <a:lnTo>
                    <a:pt x="110" y="188"/>
                  </a:lnTo>
                  <a:lnTo>
                    <a:pt x="140" y="159"/>
                  </a:lnTo>
                  <a:lnTo>
                    <a:pt x="175" y="131"/>
                  </a:lnTo>
                  <a:lnTo>
                    <a:pt x="216" y="103"/>
                  </a:lnTo>
                </a:path>
              </a:pathLst>
            </a:custGeom>
            <a:solidFill>
              <a:srgbClr val="F7EFEA">
                <a:alpha val="100000"/>
              </a:srgbClr>
            </a:solidFill>
            <a:ln cap="flat">
              <a:noFill/>
              <a:prstDash val="solid"/>
              <a:miter lim="0"/>
            </a:ln>
          </p:spPr>
          <p:txBody>
            <a:bodyPr rtlCol="0"/>
            <a:lstStyle/>
            <a:p>
              <a:pPr algn="ctr"/>
              <a:endParaRPr lang="zh-CN" altLang="en-US" sz="1635"/>
            </a:p>
          </p:txBody>
        </p:sp>
        <p:sp>
          <p:nvSpPr>
            <p:cNvPr id="744" name="path"/>
            <p:cNvSpPr/>
            <p:nvPr/>
          </p:nvSpPr>
          <p:spPr>
            <a:xfrm>
              <a:off x="51053" y="324080"/>
              <a:ext cx="788670" cy="511051"/>
            </a:xfrm>
            <a:custGeom>
              <a:avLst/>
              <a:gdLst/>
              <a:ahLst/>
              <a:cxnLst/>
              <a:rect l="0" t="0" r="0" b="0"/>
              <a:pathLst>
                <a:path w="1242" h="804">
                  <a:moveTo>
                    <a:pt x="255" y="67"/>
                  </a:moveTo>
                  <a:lnTo>
                    <a:pt x="311" y="43"/>
                  </a:lnTo>
                  <a:lnTo>
                    <a:pt x="367" y="25"/>
                  </a:lnTo>
                  <a:lnTo>
                    <a:pt x="418" y="13"/>
                  </a:lnTo>
                  <a:lnTo>
                    <a:pt x="468" y="6"/>
                  </a:lnTo>
                  <a:cubicBezTo>
                    <a:pt x="581" y="-4"/>
                    <a:pt x="682" y="24"/>
                    <a:pt x="783" y="73"/>
                  </a:cubicBezTo>
                  <a:lnTo>
                    <a:pt x="813" y="89"/>
                  </a:lnTo>
                  <a:lnTo>
                    <a:pt x="841" y="103"/>
                  </a:lnTo>
                  <a:cubicBezTo>
                    <a:pt x="941" y="148"/>
                    <a:pt x="999" y="196"/>
                    <a:pt x="1075" y="275"/>
                  </a:cubicBezTo>
                  <a:lnTo>
                    <a:pt x="1100" y="301"/>
                  </a:lnTo>
                  <a:lnTo>
                    <a:pt x="1125" y="329"/>
                  </a:lnTo>
                  <a:lnTo>
                    <a:pt x="1168" y="384"/>
                  </a:lnTo>
                  <a:lnTo>
                    <a:pt x="1189" y="410"/>
                  </a:lnTo>
                  <a:lnTo>
                    <a:pt x="1206" y="434"/>
                  </a:lnTo>
                  <a:lnTo>
                    <a:pt x="1220" y="457"/>
                  </a:lnTo>
                  <a:lnTo>
                    <a:pt x="1231" y="477"/>
                  </a:lnTo>
                  <a:lnTo>
                    <a:pt x="1239" y="494"/>
                  </a:lnTo>
                  <a:lnTo>
                    <a:pt x="1242" y="510"/>
                  </a:lnTo>
                  <a:lnTo>
                    <a:pt x="1238" y="525"/>
                  </a:lnTo>
                  <a:lnTo>
                    <a:pt x="1227" y="540"/>
                  </a:lnTo>
                  <a:lnTo>
                    <a:pt x="1210" y="555"/>
                  </a:lnTo>
                  <a:lnTo>
                    <a:pt x="1189" y="571"/>
                  </a:lnTo>
                  <a:cubicBezTo>
                    <a:pt x="1107" y="622"/>
                    <a:pt x="1012" y="654"/>
                    <a:pt x="930" y="702"/>
                  </a:cubicBezTo>
                  <a:lnTo>
                    <a:pt x="909" y="717"/>
                  </a:lnTo>
                  <a:lnTo>
                    <a:pt x="891" y="732"/>
                  </a:lnTo>
                  <a:lnTo>
                    <a:pt x="876" y="745"/>
                  </a:lnTo>
                  <a:lnTo>
                    <a:pt x="855" y="757"/>
                  </a:lnTo>
                  <a:lnTo>
                    <a:pt x="831" y="768"/>
                  </a:lnTo>
                  <a:lnTo>
                    <a:pt x="806" y="777"/>
                  </a:lnTo>
                  <a:cubicBezTo>
                    <a:pt x="715" y="802"/>
                    <a:pt x="620" y="804"/>
                    <a:pt x="526" y="800"/>
                  </a:cubicBezTo>
                  <a:lnTo>
                    <a:pt x="490" y="797"/>
                  </a:lnTo>
                  <a:lnTo>
                    <a:pt x="454" y="794"/>
                  </a:lnTo>
                  <a:cubicBezTo>
                    <a:pt x="340" y="782"/>
                    <a:pt x="268" y="747"/>
                    <a:pt x="183" y="669"/>
                  </a:cubicBezTo>
                  <a:lnTo>
                    <a:pt x="158" y="644"/>
                  </a:lnTo>
                  <a:lnTo>
                    <a:pt x="133" y="618"/>
                  </a:lnTo>
                  <a:lnTo>
                    <a:pt x="111" y="590"/>
                  </a:lnTo>
                  <a:lnTo>
                    <a:pt x="88" y="563"/>
                  </a:lnTo>
                  <a:cubicBezTo>
                    <a:pt x="50" y="509"/>
                    <a:pt x="26" y="466"/>
                    <a:pt x="0" y="407"/>
                  </a:cubicBezTo>
                  <a:lnTo>
                    <a:pt x="0" y="396"/>
                  </a:lnTo>
                  <a:cubicBezTo>
                    <a:pt x="6" y="324"/>
                    <a:pt x="36" y="255"/>
                    <a:pt x="81" y="199"/>
                  </a:cubicBezTo>
                  <a:lnTo>
                    <a:pt x="106" y="170"/>
                  </a:lnTo>
                  <a:lnTo>
                    <a:pt x="135" y="143"/>
                  </a:lnTo>
                  <a:lnTo>
                    <a:pt x="170" y="116"/>
                  </a:lnTo>
                  <a:lnTo>
                    <a:pt x="210" y="90"/>
                  </a:lnTo>
                </a:path>
              </a:pathLst>
            </a:custGeom>
            <a:solidFill>
              <a:srgbClr val="F2E2D6">
                <a:alpha val="100000"/>
              </a:srgbClr>
            </a:solidFill>
            <a:ln cap="flat">
              <a:noFill/>
              <a:prstDash val="solid"/>
              <a:miter lim="0"/>
            </a:ln>
          </p:spPr>
          <p:txBody>
            <a:bodyPr rtlCol="0"/>
            <a:lstStyle/>
            <a:p>
              <a:pPr algn="ctr"/>
              <a:endParaRPr lang="zh-CN" altLang="en-US" sz="1635"/>
            </a:p>
          </p:txBody>
        </p:sp>
        <p:sp>
          <p:nvSpPr>
            <p:cNvPr id="746" name="path"/>
            <p:cNvSpPr/>
            <p:nvPr/>
          </p:nvSpPr>
          <p:spPr>
            <a:xfrm>
              <a:off x="64008" y="338663"/>
              <a:ext cx="762762" cy="489713"/>
            </a:xfrm>
            <a:custGeom>
              <a:avLst/>
              <a:gdLst/>
              <a:ahLst/>
              <a:cxnLst/>
              <a:rect l="0" t="0" r="0" b="0"/>
              <a:pathLst>
                <a:path w="1201" h="771">
                  <a:moveTo>
                    <a:pt x="246" y="56"/>
                  </a:moveTo>
                  <a:lnTo>
                    <a:pt x="297" y="36"/>
                  </a:lnTo>
                  <a:lnTo>
                    <a:pt x="348" y="20"/>
                  </a:lnTo>
                  <a:lnTo>
                    <a:pt x="397" y="10"/>
                  </a:lnTo>
                  <a:lnTo>
                    <a:pt x="442" y="6"/>
                  </a:lnTo>
                  <a:cubicBezTo>
                    <a:pt x="552" y="-3"/>
                    <a:pt x="654" y="22"/>
                    <a:pt x="754" y="64"/>
                  </a:cubicBezTo>
                  <a:lnTo>
                    <a:pt x="784" y="78"/>
                  </a:lnTo>
                  <a:lnTo>
                    <a:pt x="813" y="91"/>
                  </a:lnTo>
                  <a:cubicBezTo>
                    <a:pt x="912" y="133"/>
                    <a:pt x="964" y="180"/>
                    <a:pt x="1039" y="256"/>
                  </a:cubicBezTo>
                  <a:lnTo>
                    <a:pt x="1064" y="283"/>
                  </a:lnTo>
                  <a:lnTo>
                    <a:pt x="1110" y="336"/>
                  </a:lnTo>
                  <a:lnTo>
                    <a:pt x="1130" y="362"/>
                  </a:lnTo>
                  <a:lnTo>
                    <a:pt x="1149" y="387"/>
                  </a:lnTo>
                  <a:lnTo>
                    <a:pt x="1166" y="411"/>
                  </a:lnTo>
                  <a:lnTo>
                    <a:pt x="1179" y="433"/>
                  </a:lnTo>
                  <a:lnTo>
                    <a:pt x="1191" y="452"/>
                  </a:lnTo>
                  <a:lnTo>
                    <a:pt x="1198" y="469"/>
                  </a:lnTo>
                  <a:lnTo>
                    <a:pt x="1201" y="484"/>
                  </a:lnTo>
                  <a:lnTo>
                    <a:pt x="1197" y="499"/>
                  </a:lnTo>
                  <a:lnTo>
                    <a:pt x="1186" y="514"/>
                  </a:lnTo>
                  <a:lnTo>
                    <a:pt x="1171" y="529"/>
                  </a:lnTo>
                  <a:lnTo>
                    <a:pt x="1150" y="543"/>
                  </a:lnTo>
                  <a:cubicBezTo>
                    <a:pt x="1074" y="592"/>
                    <a:pt x="975" y="623"/>
                    <a:pt x="900" y="670"/>
                  </a:cubicBezTo>
                  <a:lnTo>
                    <a:pt x="879" y="684"/>
                  </a:lnTo>
                  <a:lnTo>
                    <a:pt x="862" y="699"/>
                  </a:lnTo>
                  <a:lnTo>
                    <a:pt x="848" y="711"/>
                  </a:lnTo>
                  <a:lnTo>
                    <a:pt x="828" y="723"/>
                  </a:lnTo>
                  <a:lnTo>
                    <a:pt x="805" y="734"/>
                  </a:lnTo>
                  <a:lnTo>
                    <a:pt x="778" y="742"/>
                  </a:lnTo>
                  <a:cubicBezTo>
                    <a:pt x="691" y="766"/>
                    <a:pt x="599" y="771"/>
                    <a:pt x="510" y="764"/>
                  </a:cubicBezTo>
                  <a:lnTo>
                    <a:pt x="473" y="762"/>
                  </a:lnTo>
                  <a:lnTo>
                    <a:pt x="440" y="758"/>
                  </a:lnTo>
                  <a:cubicBezTo>
                    <a:pt x="322" y="748"/>
                    <a:pt x="265" y="714"/>
                    <a:pt x="177" y="638"/>
                  </a:cubicBezTo>
                  <a:lnTo>
                    <a:pt x="153" y="614"/>
                  </a:lnTo>
                  <a:lnTo>
                    <a:pt x="129" y="588"/>
                  </a:lnTo>
                  <a:lnTo>
                    <a:pt x="106" y="561"/>
                  </a:lnTo>
                  <a:lnTo>
                    <a:pt x="85" y="534"/>
                  </a:lnTo>
                  <a:cubicBezTo>
                    <a:pt x="50" y="488"/>
                    <a:pt x="21" y="437"/>
                    <a:pt x="0" y="384"/>
                  </a:cubicBezTo>
                  <a:lnTo>
                    <a:pt x="0" y="373"/>
                  </a:lnTo>
                  <a:cubicBezTo>
                    <a:pt x="1" y="308"/>
                    <a:pt x="36" y="229"/>
                    <a:pt x="78" y="180"/>
                  </a:cubicBezTo>
                  <a:lnTo>
                    <a:pt x="102" y="153"/>
                  </a:lnTo>
                  <a:lnTo>
                    <a:pt x="130" y="127"/>
                  </a:lnTo>
                  <a:lnTo>
                    <a:pt x="163" y="102"/>
                  </a:lnTo>
                  <a:lnTo>
                    <a:pt x="202" y="78"/>
                  </a:lnTo>
                </a:path>
              </a:pathLst>
            </a:custGeom>
            <a:solidFill>
              <a:srgbClr val="EAD3C1">
                <a:alpha val="100000"/>
              </a:srgbClr>
            </a:solidFill>
            <a:ln cap="flat">
              <a:noFill/>
              <a:prstDash val="solid"/>
              <a:miter lim="0"/>
            </a:ln>
          </p:spPr>
          <p:txBody>
            <a:bodyPr rtlCol="0"/>
            <a:lstStyle/>
            <a:p>
              <a:pPr algn="ctr"/>
              <a:endParaRPr lang="zh-CN" altLang="en-US" sz="1635"/>
            </a:p>
          </p:txBody>
        </p:sp>
        <p:sp>
          <p:nvSpPr>
            <p:cNvPr id="748" name="path"/>
            <p:cNvSpPr/>
            <p:nvPr/>
          </p:nvSpPr>
          <p:spPr>
            <a:xfrm>
              <a:off x="76962" y="352678"/>
              <a:ext cx="736853" cy="466858"/>
            </a:xfrm>
            <a:custGeom>
              <a:avLst/>
              <a:gdLst/>
              <a:ahLst/>
              <a:cxnLst/>
              <a:rect l="0" t="0" r="0" b="0"/>
              <a:pathLst>
                <a:path w="1160" h="735">
                  <a:moveTo>
                    <a:pt x="237" y="46"/>
                  </a:moveTo>
                  <a:lnTo>
                    <a:pt x="284" y="30"/>
                  </a:lnTo>
                  <a:lnTo>
                    <a:pt x="328" y="18"/>
                  </a:lnTo>
                  <a:lnTo>
                    <a:pt x="374" y="10"/>
                  </a:lnTo>
                  <a:lnTo>
                    <a:pt x="418" y="5"/>
                  </a:lnTo>
                  <a:cubicBezTo>
                    <a:pt x="518" y="-2"/>
                    <a:pt x="633" y="21"/>
                    <a:pt x="726" y="58"/>
                  </a:cubicBezTo>
                  <a:lnTo>
                    <a:pt x="756" y="70"/>
                  </a:lnTo>
                  <a:lnTo>
                    <a:pt x="784" y="81"/>
                  </a:lnTo>
                  <a:cubicBezTo>
                    <a:pt x="878" y="119"/>
                    <a:pt x="932" y="168"/>
                    <a:pt x="1004" y="239"/>
                  </a:cubicBezTo>
                  <a:lnTo>
                    <a:pt x="1027" y="266"/>
                  </a:lnTo>
                  <a:lnTo>
                    <a:pt x="1051" y="291"/>
                  </a:lnTo>
                  <a:lnTo>
                    <a:pt x="1072" y="317"/>
                  </a:lnTo>
                  <a:lnTo>
                    <a:pt x="1092" y="342"/>
                  </a:lnTo>
                  <a:lnTo>
                    <a:pt x="1110" y="366"/>
                  </a:lnTo>
                  <a:lnTo>
                    <a:pt x="1126" y="389"/>
                  </a:lnTo>
                  <a:lnTo>
                    <a:pt x="1140" y="411"/>
                  </a:lnTo>
                  <a:lnTo>
                    <a:pt x="1150" y="429"/>
                  </a:lnTo>
                  <a:lnTo>
                    <a:pt x="1157" y="446"/>
                  </a:lnTo>
                  <a:lnTo>
                    <a:pt x="1160" y="460"/>
                  </a:lnTo>
                  <a:lnTo>
                    <a:pt x="1156" y="474"/>
                  </a:lnTo>
                  <a:lnTo>
                    <a:pt x="1147" y="489"/>
                  </a:lnTo>
                  <a:lnTo>
                    <a:pt x="1130" y="503"/>
                  </a:lnTo>
                  <a:lnTo>
                    <a:pt x="1111" y="516"/>
                  </a:lnTo>
                  <a:cubicBezTo>
                    <a:pt x="1031" y="564"/>
                    <a:pt x="948" y="591"/>
                    <a:pt x="868" y="639"/>
                  </a:cubicBezTo>
                  <a:lnTo>
                    <a:pt x="848" y="652"/>
                  </a:lnTo>
                  <a:lnTo>
                    <a:pt x="832" y="666"/>
                  </a:lnTo>
                  <a:lnTo>
                    <a:pt x="818" y="680"/>
                  </a:lnTo>
                  <a:lnTo>
                    <a:pt x="799" y="690"/>
                  </a:lnTo>
                  <a:lnTo>
                    <a:pt x="777" y="701"/>
                  </a:lnTo>
                  <a:lnTo>
                    <a:pt x="752" y="710"/>
                  </a:lnTo>
                  <a:cubicBezTo>
                    <a:pt x="672" y="731"/>
                    <a:pt x="574" y="735"/>
                    <a:pt x="491" y="730"/>
                  </a:cubicBezTo>
                  <a:lnTo>
                    <a:pt x="458" y="728"/>
                  </a:lnTo>
                  <a:lnTo>
                    <a:pt x="424" y="724"/>
                  </a:lnTo>
                  <a:cubicBezTo>
                    <a:pt x="315" y="714"/>
                    <a:pt x="252" y="679"/>
                    <a:pt x="171" y="608"/>
                  </a:cubicBezTo>
                  <a:lnTo>
                    <a:pt x="123" y="560"/>
                  </a:lnTo>
                  <a:lnTo>
                    <a:pt x="101" y="533"/>
                  </a:lnTo>
                  <a:lnTo>
                    <a:pt x="81" y="506"/>
                  </a:lnTo>
                  <a:lnTo>
                    <a:pt x="62" y="479"/>
                  </a:lnTo>
                  <a:lnTo>
                    <a:pt x="45" y="452"/>
                  </a:lnTo>
                  <a:lnTo>
                    <a:pt x="30" y="424"/>
                  </a:lnTo>
                  <a:lnTo>
                    <a:pt x="15" y="396"/>
                  </a:lnTo>
                  <a:lnTo>
                    <a:pt x="3" y="370"/>
                  </a:lnTo>
                  <a:lnTo>
                    <a:pt x="2" y="369"/>
                  </a:lnTo>
                  <a:lnTo>
                    <a:pt x="2" y="366"/>
                  </a:lnTo>
                  <a:lnTo>
                    <a:pt x="1" y="364"/>
                  </a:lnTo>
                  <a:lnTo>
                    <a:pt x="0" y="363"/>
                  </a:lnTo>
                  <a:lnTo>
                    <a:pt x="0" y="351"/>
                  </a:lnTo>
                  <a:cubicBezTo>
                    <a:pt x="1" y="282"/>
                    <a:pt x="30" y="216"/>
                    <a:pt x="73" y="162"/>
                  </a:cubicBezTo>
                  <a:lnTo>
                    <a:pt x="97" y="136"/>
                  </a:lnTo>
                  <a:lnTo>
                    <a:pt x="124" y="112"/>
                  </a:lnTo>
                  <a:lnTo>
                    <a:pt x="157" y="88"/>
                  </a:lnTo>
                  <a:lnTo>
                    <a:pt x="194" y="66"/>
                  </a:lnTo>
                </a:path>
              </a:pathLst>
            </a:custGeom>
            <a:solidFill>
              <a:srgbClr val="E2C1AD">
                <a:alpha val="100000"/>
              </a:srgbClr>
            </a:solidFill>
            <a:ln cap="flat">
              <a:noFill/>
              <a:prstDash val="solid"/>
              <a:miter lim="0"/>
            </a:ln>
          </p:spPr>
          <p:txBody>
            <a:bodyPr rtlCol="0"/>
            <a:lstStyle/>
            <a:p>
              <a:pPr algn="ctr"/>
              <a:endParaRPr lang="zh-CN" altLang="en-US" sz="1635"/>
            </a:p>
          </p:txBody>
        </p:sp>
        <p:sp>
          <p:nvSpPr>
            <p:cNvPr id="750" name="path"/>
            <p:cNvSpPr/>
            <p:nvPr/>
          </p:nvSpPr>
          <p:spPr>
            <a:xfrm>
              <a:off x="89877" y="366713"/>
              <a:ext cx="710222" cy="444924"/>
            </a:xfrm>
            <a:custGeom>
              <a:avLst/>
              <a:gdLst/>
              <a:ahLst/>
              <a:cxnLst/>
              <a:rect l="0" t="0" r="0" b="0"/>
              <a:pathLst>
                <a:path w="1118" h="700">
                  <a:moveTo>
                    <a:pt x="230" y="36"/>
                  </a:moveTo>
                  <a:lnTo>
                    <a:pt x="270" y="23"/>
                  </a:lnTo>
                  <a:lnTo>
                    <a:pt x="310" y="14"/>
                  </a:lnTo>
                  <a:lnTo>
                    <a:pt x="352" y="8"/>
                  </a:lnTo>
                  <a:lnTo>
                    <a:pt x="393" y="5"/>
                  </a:lnTo>
                  <a:cubicBezTo>
                    <a:pt x="494" y="0"/>
                    <a:pt x="601" y="20"/>
                    <a:pt x="697" y="50"/>
                  </a:cubicBezTo>
                  <a:lnTo>
                    <a:pt x="727" y="60"/>
                  </a:lnTo>
                  <a:lnTo>
                    <a:pt x="756" y="71"/>
                  </a:lnTo>
                  <a:cubicBezTo>
                    <a:pt x="848" y="105"/>
                    <a:pt x="899" y="154"/>
                    <a:pt x="968" y="223"/>
                  </a:cubicBezTo>
                  <a:lnTo>
                    <a:pt x="991" y="248"/>
                  </a:lnTo>
                  <a:lnTo>
                    <a:pt x="1014" y="272"/>
                  </a:lnTo>
                  <a:lnTo>
                    <a:pt x="1034" y="297"/>
                  </a:lnTo>
                  <a:lnTo>
                    <a:pt x="1053" y="321"/>
                  </a:lnTo>
                  <a:lnTo>
                    <a:pt x="1070" y="345"/>
                  </a:lnTo>
                  <a:lnTo>
                    <a:pt x="1086" y="367"/>
                  </a:lnTo>
                  <a:lnTo>
                    <a:pt x="1099" y="387"/>
                  </a:lnTo>
                  <a:lnTo>
                    <a:pt x="1108" y="405"/>
                  </a:lnTo>
                  <a:lnTo>
                    <a:pt x="1117" y="421"/>
                  </a:lnTo>
                  <a:lnTo>
                    <a:pt x="1118" y="435"/>
                  </a:lnTo>
                  <a:lnTo>
                    <a:pt x="1114" y="450"/>
                  </a:lnTo>
                  <a:lnTo>
                    <a:pt x="1105" y="463"/>
                  </a:lnTo>
                  <a:lnTo>
                    <a:pt x="1090" y="477"/>
                  </a:lnTo>
                  <a:lnTo>
                    <a:pt x="1071" y="491"/>
                  </a:lnTo>
                  <a:cubicBezTo>
                    <a:pt x="996" y="537"/>
                    <a:pt x="914" y="560"/>
                    <a:pt x="838" y="608"/>
                  </a:cubicBezTo>
                  <a:lnTo>
                    <a:pt x="819" y="621"/>
                  </a:lnTo>
                  <a:lnTo>
                    <a:pt x="804" y="635"/>
                  </a:lnTo>
                  <a:lnTo>
                    <a:pt x="789" y="648"/>
                  </a:lnTo>
                  <a:lnTo>
                    <a:pt x="771" y="657"/>
                  </a:lnTo>
                  <a:lnTo>
                    <a:pt x="750" y="667"/>
                  </a:lnTo>
                  <a:lnTo>
                    <a:pt x="726" y="675"/>
                  </a:lnTo>
                  <a:cubicBezTo>
                    <a:pt x="652" y="698"/>
                    <a:pt x="552" y="700"/>
                    <a:pt x="475" y="696"/>
                  </a:cubicBezTo>
                  <a:lnTo>
                    <a:pt x="442" y="695"/>
                  </a:lnTo>
                  <a:lnTo>
                    <a:pt x="410" y="690"/>
                  </a:lnTo>
                  <a:cubicBezTo>
                    <a:pt x="304" y="682"/>
                    <a:pt x="243" y="646"/>
                    <a:pt x="164" y="577"/>
                  </a:cubicBezTo>
                  <a:lnTo>
                    <a:pt x="141" y="554"/>
                  </a:lnTo>
                  <a:lnTo>
                    <a:pt x="120" y="530"/>
                  </a:lnTo>
                  <a:lnTo>
                    <a:pt x="98" y="505"/>
                  </a:lnTo>
                  <a:lnTo>
                    <a:pt x="78" y="479"/>
                  </a:lnTo>
                  <a:lnTo>
                    <a:pt x="60" y="453"/>
                  </a:lnTo>
                  <a:lnTo>
                    <a:pt x="43" y="426"/>
                  </a:lnTo>
                  <a:lnTo>
                    <a:pt x="27" y="399"/>
                  </a:lnTo>
                  <a:lnTo>
                    <a:pt x="14" y="373"/>
                  </a:lnTo>
                  <a:lnTo>
                    <a:pt x="2" y="347"/>
                  </a:lnTo>
                  <a:lnTo>
                    <a:pt x="2" y="345"/>
                  </a:lnTo>
                  <a:lnTo>
                    <a:pt x="1" y="344"/>
                  </a:lnTo>
                  <a:lnTo>
                    <a:pt x="1" y="343"/>
                  </a:lnTo>
                  <a:lnTo>
                    <a:pt x="0" y="342"/>
                  </a:lnTo>
                  <a:lnTo>
                    <a:pt x="0" y="329"/>
                  </a:lnTo>
                  <a:cubicBezTo>
                    <a:pt x="0" y="268"/>
                    <a:pt x="28" y="188"/>
                    <a:pt x="70" y="144"/>
                  </a:cubicBezTo>
                  <a:lnTo>
                    <a:pt x="92" y="120"/>
                  </a:lnTo>
                  <a:lnTo>
                    <a:pt x="120" y="96"/>
                  </a:lnTo>
                  <a:lnTo>
                    <a:pt x="151" y="74"/>
                  </a:lnTo>
                  <a:lnTo>
                    <a:pt x="188" y="54"/>
                  </a:lnTo>
                </a:path>
              </a:pathLst>
            </a:custGeom>
            <a:solidFill>
              <a:srgbClr val="DBB299">
                <a:alpha val="100000"/>
              </a:srgbClr>
            </a:solidFill>
            <a:ln cap="flat">
              <a:noFill/>
              <a:prstDash val="solid"/>
              <a:miter lim="0"/>
            </a:ln>
          </p:spPr>
          <p:txBody>
            <a:bodyPr rtlCol="0"/>
            <a:lstStyle/>
            <a:p>
              <a:pPr algn="ctr"/>
              <a:endParaRPr lang="zh-CN" altLang="en-US" sz="1635"/>
            </a:p>
          </p:txBody>
        </p:sp>
        <p:sp>
          <p:nvSpPr>
            <p:cNvPr id="752" name="path"/>
            <p:cNvSpPr/>
            <p:nvPr/>
          </p:nvSpPr>
          <p:spPr>
            <a:xfrm>
              <a:off x="102869" y="381945"/>
              <a:ext cx="684276" cy="423163"/>
            </a:xfrm>
            <a:custGeom>
              <a:avLst/>
              <a:gdLst/>
              <a:ahLst/>
              <a:cxnLst/>
              <a:rect l="0" t="0" r="0" b="0"/>
              <a:pathLst>
                <a:path w="1077" h="666">
                  <a:moveTo>
                    <a:pt x="221" y="25"/>
                  </a:moveTo>
                  <a:lnTo>
                    <a:pt x="256" y="17"/>
                  </a:lnTo>
                  <a:lnTo>
                    <a:pt x="292" y="9"/>
                  </a:lnTo>
                  <a:lnTo>
                    <a:pt x="330" y="5"/>
                  </a:lnTo>
                  <a:lnTo>
                    <a:pt x="368" y="2"/>
                  </a:lnTo>
                  <a:cubicBezTo>
                    <a:pt x="469" y="0"/>
                    <a:pt x="570" y="15"/>
                    <a:pt x="667" y="42"/>
                  </a:cubicBezTo>
                  <a:lnTo>
                    <a:pt x="698" y="51"/>
                  </a:lnTo>
                  <a:lnTo>
                    <a:pt x="728" y="60"/>
                  </a:lnTo>
                  <a:cubicBezTo>
                    <a:pt x="810" y="86"/>
                    <a:pt x="873" y="145"/>
                    <a:pt x="932" y="205"/>
                  </a:cubicBezTo>
                  <a:lnTo>
                    <a:pt x="975" y="253"/>
                  </a:lnTo>
                  <a:lnTo>
                    <a:pt x="994" y="277"/>
                  </a:lnTo>
                  <a:lnTo>
                    <a:pt x="1015" y="300"/>
                  </a:lnTo>
                  <a:lnTo>
                    <a:pt x="1031" y="323"/>
                  </a:lnTo>
                  <a:lnTo>
                    <a:pt x="1045" y="344"/>
                  </a:lnTo>
                  <a:lnTo>
                    <a:pt x="1058" y="363"/>
                  </a:lnTo>
                  <a:lnTo>
                    <a:pt x="1067" y="380"/>
                  </a:lnTo>
                  <a:lnTo>
                    <a:pt x="1076" y="396"/>
                  </a:lnTo>
                  <a:lnTo>
                    <a:pt x="1077" y="409"/>
                  </a:lnTo>
                  <a:lnTo>
                    <a:pt x="1073" y="423"/>
                  </a:lnTo>
                  <a:lnTo>
                    <a:pt x="1065" y="437"/>
                  </a:lnTo>
                  <a:lnTo>
                    <a:pt x="1051" y="449"/>
                  </a:lnTo>
                  <a:lnTo>
                    <a:pt x="1033" y="462"/>
                  </a:lnTo>
                  <a:cubicBezTo>
                    <a:pt x="961" y="507"/>
                    <a:pt x="880" y="533"/>
                    <a:pt x="807" y="576"/>
                  </a:cubicBezTo>
                  <a:lnTo>
                    <a:pt x="789" y="588"/>
                  </a:lnTo>
                  <a:lnTo>
                    <a:pt x="775" y="601"/>
                  </a:lnTo>
                  <a:lnTo>
                    <a:pt x="760" y="613"/>
                  </a:lnTo>
                  <a:lnTo>
                    <a:pt x="743" y="624"/>
                  </a:lnTo>
                  <a:lnTo>
                    <a:pt x="722" y="633"/>
                  </a:lnTo>
                  <a:lnTo>
                    <a:pt x="699" y="641"/>
                  </a:lnTo>
                  <a:cubicBezTo>
                    <a:pt x="622" y="663"/>
                    <a:pt x="538" y="666"/>
                    <a:pt x="458" y="661"/>
                  </a:cubicBezTo>
                  <a:lnTo>
                    <a:pt x="426" y="659"/>
                  </a:lnTo>
                  <a:lnTo>
                    <a:pt x="395" y="655"/>
                  </a:lnTo>
                  <a:cubicBezTo>
                    <a:pt x="291" y="646"/>
                    <a:pt x="235" y="615"/>
                    <a:pt x="158" y="546"/>
                  </a:cubicBezTo>
                  <a:lnTo>
                    <a:pt x="135" y="524"/>
                  </a:lnTo>
                  <a:lnTo>
                    <a:pt x="113" y="500"/>
                  </a:lnTo>
                  <a:lnTo>
                    <a:pt x="93" y="476"/>
                  </a:lnTo>
                  <a:lnTo>
                    <a:pt x="74" y="451"/>
                  </a:lnTo>
                  <a:lnTo>
                    <a:pt x="57" y="426"/>
                  </a:lnTo>
                  <a:lnTo>
                    <a:pt x="40" y="399"/>
                  </a:lnTo>
                  <a:lnTo>
                    <a:pt x="26" y="374"/>
                  </a:lnTo>
                  <a:lnTo>
                    <a:pt x="13" y="349"/>
                  </a:lnTo>
                  <a:lnTo>
                    <a:pt x="2" y="324"/>
                  </a:lnTo>
                  <a:lnTo>
                    <a:pt x="2" y="321"/>
                  </a:lnTo>
                  <a:lnTo>
                    <a:pt x="1" y="320"/>
                  </a:lnTo>
                  <a:lnTo>
                    <a:pt x="1" y="319"/>
                  </a:lnTo>
                  <a:lnTo>
                    <a:pt x="0" y="314"/>
                  </a:lnTo>
                  <a:lnTo>
                    <a:pt x="0" y="306"/>
                  </a:lnTo>
                  <a:cubicBezTo>
                    <a:pt x="1" y="234"/>
                    <a:pt x="20" y="181"/>
                    <a:pt x="64" y="123"/>
                  </a:cubicBezTo>
                  <a:lnTo>
                    <a:pt x="87" y="101"/>
                  </a:lnTo>
                  <a:lnTo>
                    <a:pt x="112" y="79"/>
                  </a:lnTo>
                  <a:lnTo>
                    <a:pt x="143" y="59"/>
                  </a:lnTo>
                  <a:lnTo>
                    <a:pt x="180" y="41"/>
                  </a:lnTo>
                </a:path>
              </a:pathLst>
            </a:custGeom>
            <a:solidFill>
              <a:srgbClr val="D6A587">
                <a:alpha val="100000"/>
              </a:srgbClr>
            </a:solidFill>
            <a:ln cap="flat">
              <a:noFill/>
              <a:prstDash val="solid"/>
              <a:miter lim="0"/>
            </a:ln>
          </p:spPr>
          <p:txBody>
            <a:bodyPr rtlCol="0"/>
            <a:lstStyle/>
            <a:p>
              <a:pPr algn="ctr"/>
              <a:endParaRPr lang="zh-CN" altLang="en-US" sz="1635"/>
            </a:p>
          </p:txBody>
        </p:sp>
        <p:sp>
          <p:nvSpPr>
            <p:cNvPr id="754" name="path"/>
            <p:cNvSpPr/>
            <p:nvPr/>
          </p:nvSpPr>
          <p:spPr>
            <a:xfrm>
              <a:off x="113652" y="397350"/>
              <a:ext cx="660539" cy="400164"/>
            </a:xfrm>
            <a:custGeom>
              <a:avLst/>
              <a:gdLst/>
              <a:ahLst/>
              <a:cxnLst/>
              <a:rect l="0" t="0" r="0" b="0"/>
              <a:pathLst>
                <a:path w="1040" h="630">
                  <a:moveTo>
                    <a:pt x="218" y="14"/>
                  </a:moveTo>
                  <a:lnTo>
                    <a:pt x="245" y="8"/>
                  </a:lnTo>
                  <a:lnTo>
                    <a:pt x="277" y="4"/>
                  </a:lnTo>
                  <a:lnTo>
                    <a:pt x="310" y="2"/>
                  </a:lnTo>
                  <a:lnTo>
                    <a:pt x="346" y="0"/>
                  </a:lnTo>
                  <a:cubicBezTo>
                    <a:pt x="444" y="0"/>
                    <a:pt x="546" y="11"/>
                    <a:pt x="641" y="32"/>
                  </a:cubicBezTo>
                  <a:lnTo>
                    <a:pt x="674" y="39"/>
                  </a:lnTo>
                  <a:lnTo>
                    <a:pt x="701" y="48"/>
                  </a:lnTo>
                  <a:cubicBezTo>
                    <a:pt x="786" y="71"/>
                    <a:pt x="839" y="128"/>
                    <a:pt x="901" y="187"/>
                  </a:cubicBezTo>
                  <a:lnTo>
                    <a:pt x="922" y="210"/>
                  </a:lnTo>
                  <a:lnTo>
                    <a:pt x="943" y="234"/>
                  </a:lnTo>
                  <a:lnTo>
                    <a:pt x="962" y="256"/>
                  </a:lnTo>
                  <a:lnTo>
                    <a:pt x="979" y="278"/>
                  </a:lnTo>
                  <a:lnTo>
                    <a:pt x="997" y="301"/>
                  </a:lnTo>
                  <a:lnTo>
                    <a:pt x="1010" y="320"/>
                  </a:lnTo>
                  <a:lnTo>
                    <a:pt x="1022" y="339"/>
                  </a:lnTo>
                  <a:lnTo>
                    <a:pt x="1031" y="356"/>
                  </a:lnTo>
                  <a:lnTo>
                    <a:pt x="1039" y="370"/>
                  </a:lnTo>
                  <a:lnTo>
                    <a:pt x="1040" y="384"/>
                  </a:lnTo>
                  <a:lnTo>
                    <a:pt x="1037" y="397"/>
                  </a:lnTo>
                  <a:lnTo>
                    <a:pt x="1028" y="410"/>
                  </a:lnTo>
                  <a:lnTo>
                    <a:pt x="1015" y="422"/>
                  </a:lnTo>
                  <a:lnTo>
                    <a:pt x="997" y="435"/>
                  </a:lnTo>
                  <a:cubicBezTo>
                    <a:pt x="927" y="477"/>
                    <a:pt x="849" y="501"/>
                    <a:pt x="781" y="544"/>
                  </a:cubicBezTo>
                  <a:lnTo>
                    <a:pt x="763" y="556"/>
                  </a:lnTo>
                  <a:lnTo>
                    <a:pt x="749" y="568"/>
                  </a:lnTo>
                  <a:lnTo>
                    <a:pt x="735" y="579"/>
                  </a:lnTo>
                  <a:lnTo>
                    <a:pt x="719" y="590"/>
                  </a:lnTo>
                  <a:lnTo>
                    <a:pt x="699" y="600"/>
                  </a:lnTo>
                  <a:lnTo>
                    <a:pt x="676" y="607"/>
                  </a:lnTo>
                  <a:cubicBezTo>
                    <a:pt x="600" y="626"/>
                    <a:pt x="521" y="630"/>
                    <a:pt x="443" y="625"/>
                  </a:cubicBezTo>
                  <a:lnTo>
                    <a:pt x="413" y="624"/>
                  </a:lnTo>
                  <a:lnTo>
                    <a:pt x="383" y="620"/>
                  </a:lnTo>
                  <a:cubicBezTo>
                    <a:pt x="291" y="612"/>
                    <a:pt x="222" y="578"/>
                    <a:pt x="155" y="514"/>
                  </a:cubicBezTo>
                  <a:lnTo>
                    <a:pt x="134" y="493"/>
                  </a:lnTo>
                  <a:lnTo>
                    <a:pt x="113" y="470"/>
                  </a:lnTo>
                  <a:lnTo>
                    <a:pt x="94" y="447"/>
                  </a:lnTo>
                  <a:lnTo>
                    <a:pt x="75" y="422"/>
                  </a:lnTo>
                  <a:lnTo>
                    <a:pt x="58" y="398"/>
                  </a:lnTo>
                  <a:lnTo>
                    <a:pt x="43" y="373"/>
                  </a:lnTo>
                  <a:lnTo>
                    <a:pt x="28" y="348"/>
                  </a:lnTo>
                  <a:lnTo>
                    <a:pt x="16" y="324"/>
                  </a:lnTo>
                  <a:lnTo>
                    <a:pt x="5" y="300"/>
                  </a:lnTo>
                  <a:lnTo>
                    <a:pt x="5" y="297"/>
                  </a:lnTo>
                  <a:lnTo>
                    <a:pt x="4" y="296"/>
                  </a:lnTo>
                  <a:lnTo>
                    <a:pt x="3" y="291"/>
                  </a:lnTo>
                  <a:lnTo>
                    <a:pt x="3" y="283"/>
                  </a:lnTo>
                  <a:cubicBezTo>
                    <a:pt x="0" y="221"/>
                    <a:pt x="23" y="148"/>
                    <a:pt x="64" y="103"/>
                  </a:cubicBezTo>
                  <a:lnTo>
                    <a:pt x="85" y="81"/>
                  </a:lnTo>
                  <a:lnTo>
                    <a:pt x="111" y="62"/>
                  </a:lnTo>
                  <a:lnTo>
                    <a:pt x="141" y="43"/>
                  </a:lnTo>
                  <a:lnTo>
                    <a:pt x="177" y="27"/>
                  </a:lnTo>
                </a:path>
              </a:pathLst>
            </a:custGeom>
            <a:solidFill>
              <a:srgbClr val="CE9670">
                <a:alpha val="100000"/>
              </a:srgbClr>
            </a:solidFill>
            <a:ln cap="flat">
              <a:noFill/>
              <a:prstDash val="solid"/>
              <a:miter lim="0"/>
            </a:ln>
          </p:spPr>
          <p:txBody>
            <a:bodyPr rtlCol="0"/>
            <a:lstStyle/>
            <a:p>
              <a:pPr algn="ctr"/>
              <a:endParaRPr lang="zh-CN" altLang="en-US" sz="1635"/>
            </a:p>
          </p:txBody>
        </p:sp>
        <p:sp>
          <p:nvSpPr>
            <p:cNvPr id="756" name="path"/>
            <p:cNvSpPr/>
            <p:nvPr/>
          </p:nvSpPr>
          <p:spPr>
            <a:xfrm>
              <a:off x="127495" y="405641"/>
              <a:ext cx="633742" cy="383158"/>
            </a:xfrm>
            <a:custGeom>
              <a:avLst/>
              <a:gdLst/>
              <a:ahLst/>
              <a:cxnLst/>
              <a:rect l="0" t="0" r="0" b="0"/>
              <a:pathLst>
                <a:path w="998" h="603">
                  <a:moveTo>
                    <a:pt x="3" y="283"/>
                  </a:moveTo>
                  <a:lnTo>
                    <a:pt x="3" y="281"/>
                  </a:lnTo>
                  <a:lnTo>
                    <a:pt x="2" y="273"/>
                  </a:lnTo>
                  <a:lnTo>
                    <a:pt x="2" y="261"/>
                  </a:lnTo>
                  <a:cubicBezTo>
                    <a:pt x="0" y="3"/>
                    <a:pt x="226" y="-8"/>
                    <a:pt x="426" y="9"/>
                  </a:cubicBezTo>
                  <a:lnTo>
                    <a:pt x="465" y="12"/>
                  </a:lnTo>
                  <a:lnTo>
                    <a:pt x="503" y="15"/>
                  </a:lnTo>
                  <a:lnTo>
                    <a:pt x="540" y="19"/>
                  </a:lnTo>
                  <a:cubicBezTo>
                    <a:pt x="619" y="33"/>
                    <a:pt x="689" y="38"/>
                    <a:pt x="758" y="84"/>
                  </a:cubicBezTo>
                  <a:lnTo>
                    <a:pt x="778" y="99"/>
                  </a:lnTo>
                  <a:lnTo>
                    <a:pt x="800" y="116"/>
                  </a:lnTo>
                  <a:cubicBezTo>
                    <a:pt x="858" y="166"/>
                    <a:pt x="908" y="225"/>
                    <a:pt x="956" y="285"/>
                  </a:cubicBezTo>
                  <a:lnTo>
                    <a:pt x="980" y="324"/>
                  </a:lnTo>
                  <a:lnTo>
                    <a:pt x="989" y="339"/>
                  </a:lnTo>
                  <a:lnTo>
                    <a:pt x="996" y="354"/>
                  </a:lnTo>
                  <a:lnTo>
                    <a:pt x="998" y="366"/>
                  </a:lnTo>
                  <a:lnTo>
                    <a:pt x="994" y="379"/>
                  </a:lnTo>
                  <a:cubicBezTo>
                    <a:pt x="971" y="420"/>
                    <a:pt x="879" y="451"/>
                    <a:pt x="839" y="474"/>
                  </a:cubicBezTo>
                  <a:lnTo>
                    <a:pt x="813" y="485"/>
                  </a:lnTo>
                  <a:lnTo>
                    <a:pt x="790" y="497"/>
                  </a:lnTo>
                  <a:cubicBezTo>
                    <a:pt x="714" y="529"/>
                    <a:pt x="723" y="559"/>
                    <a:pt x="647" y="579"/>
                  </a:cubicBezTo>
                  <a:lnTo>
                    <a:pt x="624" y="587"/>
                  </a:lnTo>
                  <a:lnTo>
                    <a:pt x="598" y="591"/>
                  </a:lnTo>
                  <a:lnTo>
                    <a:pt x="572" y="594"/>
                  </a:lnTo>
                  <a:cubicBezTo>
                    <a:pt x="331" y="612"/>
                    <a:pt x="194" y="589"/>
                    <a:pt x="53" y="378"/>
                  </a:cubicBezTo>
                  <a:lnTo>
                    <a:pt x="39" y="355"/>
                  </a:lnTo>
                  <a:lnTo>
                    <a:pt x="24" y="330"/>
                  </a:lnTo>
                  <a:lnTo>
                    <a:pt x="12" y="307"/>
                  </a:lnTo>
                </a:path>
              </a:pathLst>
            </a:custGeom>
            <a:solidFill>
              <a:srgbClr val="C6875B">
                <a:alpha val="100000"/>
              </a:srgbClr>
            </a:solidFill>
            <a:ln cap="flat">
              <a:noFill/>
              <a:prstDash val="solid"/>
              <a:miter lim="0"/>
            </a:ln>
          </p:spPr>
          <p:txBody>
            <a:bodyPr rtlCol="0"/>
            <a:lstStyle/>
            <a:p>
              <a:pPr algn="ctr"/>
              <a:endParaRPr lang="zh-CN" altLang="en-US" sz="1635"/>
            </a:p>
          </p:txBody>
        </p:sp>
        <p:sp>
          <p:nvSpPr>
            <p:cNvPr id="758" name="path"/>
            <p:cNvSpPr/>
            <p:nvPr/>
          </p:nvSpPr>
          <p:spPr>
            <a:xfrm>
              <a:off x="366198" y="70516"/>
              <a:ext cx="283186" cy="618731"/>
            </a:xfrm>
            <a:custGeom>
              <a:avLst/>
              <a:gdLst/>
              <a:ahLst/>
              <a:cxnLst/>
              <a:rect l="0" t="0" r="0" b="0"/>
              <a:pathLst>
                <a:path w="445" h="974">
                  <a:moveTo>
                    <a:pt x="24" y="286"/>
                  </a:moveTo>
                  <a:lnTo>
                    <a:pt x="20" y="290"/>
                  </a:lnTo>
                  <a:cubicBezTo>
                    <a:pt x="-29" y="348"/>
                    <a:pt x="44" y="427"/>
                    <a:pt x="85" y="465"/>
                  </a:cubicBezTo>
                  <a:lnTo>
                    <a:pt x="115" y="490"/>
                  </a:lnTo>
                  <a:lnTo>
                    <a:pt x="146" y="517"/>
                  </a:lnTo>
                  <a:cubicBezTo>
                    <a:pt x="263" y="626"/>
                    <a:pt x="324" y="748"/>
                    <a:pt x="317" y="910"/>
                  </a:cubicBezTo>
                  <a:lnTo>
                    <a:pt x="313" y="943"/>
                  </a:lnTo>
                  <a:lnTo>
                    <a:pt x="308" y="974"/>
                  </a:lnTo>
                  <a:lnTo>
                    <a:pt x="311" y="971"/>
                  </a:lnTo>
                  <a:cubicBezTo>
                    <a:pt x="402" y="823"/>
                    <a:pt x="416" y="622"/>
                    <a:pt x="313" y="476"/>
                  </a:cubicBezTo>
                  <a:lnTo>
                    <a:pt x="276" y="424"/>
                  </a:lnTo>
                  <a:lnTo>
                    <a:pt x="274" y="424"/>
                  </a:lnTo>
                  <a:cubicBezTo>
                    <a:pt x="195" y="413"/>
                    <a:pt x="114" y="383"/>
                    <a:pt x="56" y="326"/>
                  </a:cubicBezTo>
                  <a:lnTo>
                    <a:pt x="38" y="308"/>
                  </a:lnTo>
                </a:path>
                <a:path w="445" h="974">
                  <a:moveTo>
                    <a:pt x="139" y="454"/>
                  </a:moveTo>
                  <a:lnTo>
                    <a:pt x="136" y="453"/>
                  </a:lnTo>
                  <a:lnTo>
                    <a:pt x="124" y="448"/>
                  </a:lnTo>
                  <a:lnTo>
                    <a:pt x="108" y="439"/>
                  </a:lnTo>
                  <a:cubicBezTo>
                    <a:pt x="10" y="380"/>
                    <a:pt x="22" y="296"/>
                    <a:pt x="38" y="196"/>
                  </a:cubicBezTo>
                  <a:lnTo>
                    <a:pt x="53" y="151"/>
                  </a:lnTo>
                  <a:lnTo>
                    <a:pt x="70" y="109"/>
                  </a:lnTo>
                  <a:cubicBezTo>
                    <a:pt x="116" y="13"/>
                    <a:pt x="183" y="0"/>
                    <a:pt x="280" y="4"/>
                  </a:cubicBezTo>
                  <a:lnTo>
                    <a:pt x="310" y="7"/>
                  </a:lnTo>
                  <a:lnTo>
                    <a:pt x="338" y="13"/>
                  </a:lnTo>
                  <a:lnTo>
                    <a:pt x="365" y="22"/>
                  </a:lnTo>
                  <a:cubicBezTo>
                    <a:pt x="578" y="91"/>
                    <a:pt x="297" y="405"/>
                    <a:pt x="186" y="447"/>
                  </a:cubicBezTo>
                  <a:lnTo>
                    <a:pt x="169" y="452"/>
                  </a:lnTo>
                  <a:lnTo>
                    <a:pt x="155" y="454"/>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760" name="path"/>
            <p:cNvSpPr/>
            <p:nvPr/>
          </p:nvSpPr>
          <p:spPr>
            <a:xfrm>
              <a:off x="386531" y="80471"/>
              <a:ext cx="251316" cy="275558"/>
            </a:xfrm>
            <a:custGeom>
              <a:avLst/>
              <a:gdLst/>
              <a:ahLst/>
              <a:cxnLst/>
              <a:rect l="0" t="0" r="0" b="0"/>
              <a:pathLst>
                <a:path w="395" h="433">
                  <a:moveTo>
                    <a:pt x="123" y="16"/>
                  </a:moveTo>
                  <a:lnTo>
                    <a:pt x="141" y="9"/>
                  </a:lnTo>
                  <a:lnTo>
                    <a:pt x="162" y="4"/>
                  </a:lnTo>
                  <a:cubicBezTo>
                    <a:pt x="460" y="-15"/>
                    <a:pt x="438" y="153"/>
                    <a:pt x="273" y="333"/>
                  </a:cubicBezTo>
                  <a:lnTo>
                    <a:pt x="239" y="367"/>
                  </a:lnTo>
                  <a:lnTo>
                    <a:pt x="221" y="381"/>
                  </a:lnTo>
                  <a:cubicBezTo>
                    <a:pt x="200" y="401"/>
                    <a:pt x="135" y="441"/>
                    <a:pt x="106" y="427"/>
                  </a:cubicBezTo>
                  <a:lnTo>
                    <a:pt x="80" y="413"/>
                  </a:lnTo>
                  <a:cubicBezTo>
                    <a:pt x="-22" y="356"/>
                    <a:pt x="-1" y="234"/>
                    <a:pt x="28" y="140"/>
                  </a:cubicBezTo>
                  <a:lnTo>
                    <a:pt x="45" y="100"/>
                  </a:lnTo>
                  <a:lnTo>
                    <a:pt x="66" y="64"/>
                  </a:lnTo>
                  <a:lnTo>
                    <a:pt x="93" y="35"/>
                  </a:lnTo>
                </a:path>
              </a:pathLst>
            </a:custGeom>
            <a:solidFill>
              <a:srgbClr val="F2E8E0">
                <a:alpha val="100000"/>
              </a:srgbClr>
            </a:solidFill>
            <a:ln cap="flat">
              <a:noFill/>
              <a:prstDash val="solid"/>
              <a:miter lim="0"/>
            </a:ln>
          </p:spPr>
          <p:txBody>
            <a:bodyPr rtlCol="0"/>
            <a:lstStyle/>
            <a:p>
              <a:pPr algn="ctr"/>
              <a:endParaRPr lang="zh-CN" altLang="en-US" sz="1635"/>
            </a:p>
          </p:txBody>
        </p:sp>
        <p:sp>
          <p:nvSpPr>
            <p:cNvPr id="762" name="path"/>
            <p:cNvSpPr/>
            <p:nvPr/>
          </p:nvSpPr>
          <p:spPr>
            <a:xfrm>
              <a:off x="392515" y="88404"/>
              <a:ext cx="234825" cy="260761"/>
            </a:xfrm>
            <a:custGeom>
              <a:avLst/>
              <a:gdLst/>
              <a:ahLst/>
              <a:cxnLst/>
              <a:rect l="0" t="0" r="0" b="0"/>
              <a:pathLst>
                <a:path w="369" h="410">
                  <a:moveTo>
                    <a:pt x="117" y="15"/>
                  </a:moveTo>
                  <a:lnTo>
                    <a:pt x="134" y="9"/>
                  </a:lnTo>
                  <a:lnTo>
                    <a:pt x="154" y="4"/>
                  </a:lnTo>
                  <a:cubicBezTo>
                    <a:pt x="426" y="-10"/>
                    <a:pt x="409" y="146"/>
                    <a:pt x="259" y="313"/>
                  </a:cubicBezTo>
                  <a:lnTo>
                    <a:pt x="226" y="346"/>
                  </a:lnTo>
                  <a:lnTo>
                    <a:pt x="209" y="359"/>
                  </a:lnTo>
                  <a:cubicBezTo>
                    <a:pt x="185" y="381"/>
                    <a:pt x="134" y="413"/>
                    <a:pt x="100" y="405"/>
                  </a:cubicBezTo>
                  <a:lnTo>
                    <a:pt x="91" y="400"/>
                  </a:lnTo>
                  <a:lnTo>
                    <a:pt x="76" y="391"/>
                  </a:lnTo>
                  <a:cubicBezTo>
                    <a:pt x="-21" y="336"/>
                    <a:pt x="0" y="223"/>
                    <a:pt x="26" y="132"/>
                  </a:cubicBezTo>
                  <a:lnTo>
                    <a:pt x="43" y="94"/>
                  </a:lnTo>
                  <a:lnTo>
                    <a:pt x="63" y="60"/>
                  </a:lnTo>
                  <a:lnTo>
                    <a:pt x="87" y="34"/>
                  </a:lnTo>
                </a:path>
              </a:pathLst>
            </a:custGeom>
            <a:solidFill>
              <a:srgbClr val="E5D1C6">
                <a:alpha val="100000"/>
              </a:srgbClr>
            </a:solidFill>
            <a:ln cap="flat">
              <a:noFill/>
              <a:prstDash val="solid"/>
              <a:miter lim="0"/>
            </a:ln>
          </p:spPr>
          <p:txBody>
            <a:bodyPr rtlCol="0"/>
            <a:lstStyle/>
            <a:p>
              <a:pPr algn="ctr"/>
              <a:endParaRPr lang="zh-CN" altLang="en-US" sz="1635"/>
            </a:p>
          </p:txBody>
        </p:sp>
        <p:sp>
          <p:nvSpPr>
            <p:cNvPr id="764" name="path"/>
            <p:cNvSpPr/>
            <p:nvPr/>
          </p:nvSpPr>
          <p:spPr>
            <a:xfrm>
              <a:off x="398425" y="96024"/>
              <a:ext cx="218635" cy="243465"/>
            </a:xfrm>
            <a:custGeom>
              <a:avLst/>
              <a:gdLst/>
              <a:ahLst/>
              <a:cxnLst/>
              <a:rect l="0" t="0" r="0" b="0"/>
              <a:pathLst>
                <a:path w="344" h="383">
                  <a:moveTo>
                    <a:pt x="110" y="15"/>
                  </a:moveTo>
                  <a:lnTo>
                    <a:pt x="127" y="9"/>
                  </a:lnTo>
                  <a:lnTo>
                    <a:pt x="145" y="4"/>
                  </a:lnTo>
                  <a:cubicBezTo>
                    <a:pt x="390" y="-4"/>
                    <a:pt x="382" y="140"/>
                    <a:pt x="244" y="295"/>
                  </a:cubicBezTo>
                  <a:lnTo>
                    <a:pt x="230" y="311"/>
                  </a:lnTo>
                  <a:lnTo>
                    <a:pt x="213" y="325"/>
                  </a:lnTo>
                  <a:lnTo>
                    <a:pt x="199" y="340"/>
                  </a:lnTo>
                  <a:lnTo>
                    <a:pt x="183" y="351"/>
                  </a:lnTo>
                  <a:lnTo>
                    <a:pt x="169" y="361"/>
                  </a:lnTo>
                  <a:lnTo>
                    <a:pt x="153" y="370"/>
                  </a:lnTo>
                  <a:lnTo>
                    <a:pt x="139" y="376"/>
                  </a:lnTo>
                  <a:lnTo>
                    <a:pt x="126" y="381"/>
                  </a:lnTo>
                  <a:lnTo>
                    <a:pt x="111" y="383"/>
                  </a:lnTo>
                  <a:lnTo>
                    <a:pt x="99" y="383"/>
                  </a:lnTo>
                  <a:lnTo>
                    <a:pt x="97" y="382"/>
                  </a:lnTo>
                  <a:lnTo>
                    <a:pt x="86" y="377"/>
                  </a:lnTo>
                  <a:lnTo>
                    <a:pt x="72" y="370"/>
                  </a:lnTo>
                  <a:cubicBezTo>
                    <a:pt x="-19" y="316"/>
                    <a:pt x="-1" y="211"/>
                    <a:pt x="26" y="125"/>
                  </a:cubicBezTo>
                  <a:lnTo>
                    <a:pt x="40" y="89"/>
                  </a:lnTo>
                  <a:lnTo>
                    <a:pt x="60" y="57"/>
                  </a:lnTo>
                  <a:lnTo>
                    <a:pt x="84" y="31"/>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766" name="path"/>
            <p:cNvSpPr/>
            <p:nvPr/>
          </p:nvSpPr>
          <p:spPr>
            <a:xfrm>
              <a:off x="406276" y="104717"/>
              <a:ext cx="201037" cy="230517"/>
            </a:xfrm>
            <a:custGeom>
              <a:avLst/>
              <a:gdLst/>
              <a:ahLst/>
              <a:cxnLst/>
              <a:rect l="0" t="0" r="0" b="0"/>
              <a:pathLst>
                <a:path w="316" h="363">
                  <a:moveTo>
                    <a:pt x="104" y="10"/>
                  </a:moveTo>
                  <a:lnTo>
                    <a:pt x="118" y="6"/>
                  </a:lnTo>
                  <a:lnTo>
                    <a:pt x="136" y="3"/>
                  </a:lnTo>
                  <a:lnTo>
                    <a:pt x="155" y="1"/>
                  </a:lnTo>
                  <a:cubicBezTo>
                    <a:pt x="209" y="0"/>
                    <a:pt x="265" y="16"/>
                    <a:pt x="300" y="57"/>
                  </a:cubicBezTo>
                  <a:lnTo>
                    <a:pt x="310" y="74"/>
                  </a:lnTo>
                  <a:lnTo>
                    <a:pt x="315" y="92"/>
                  </a:lnTo>
                  <a:lnTo>
                    <a:pt x="316" y="114"/>
                  </a:lnTo>
                  <a:lnTo>
                    <a:pt x="312" y="138"/>
                  </a:lnTo>
                  <a:lnTo>
                    <a:pt x="303" y="162"/>
                  </a:lnTo>
                  <a:lnTo>
                    <a:pt x="293" y="182"/>
                  </a:lnTo>
                  <a:lnTo>
                    <a:pt x="281" y="202"/>
                  </a:lnTo>
                  <a:lnTo>
                    <a:pt x="270" y="222"/>
                  </a:lnTo>
                  <a:lnTo>
                    <a:pt x="244" y="258"/>
                  </a:lnTo>
                  <a:lnTo>
                    <a:pt x="230" y="274"/>
                  </a:lnTo>
                  <a:lnTo>
                    <a:pt x="216" y="289"/>
                  </a:lnTo>
                  <a:lnTo>
                    <a:pt x="201" y="303"/>
                  </a:lnTo>
                  <a:lnTo>
                    <a:pt x="188" y="316"/>
                  </a:lnTo>
                  <a:cubicBezTo>
                    <a:pt x="165" y="336"/>
                    <a:pt x="122" y="364"/>
                    <a:pt x="90" y="357"/>
                  </a:cubicBezTo>
                  <a:lnTo>
                    <a:pt x="81" y="354"/>
                  </a:lnTo>
                  <a:lnTo>
                    <a:pt x="68" y="346"/>
                  </a:lnTo>
                  <a:cubicBezTo>
                    <a:pt x="-17" y="293"/>
                    <a:pt x="0" y="198"/>
                    <a:pt x="24" y="115"/>
                  </a:cubicBezTo>
                  <a:lnTo>
                    <a:pt x="38" y="82"/>
                  </a:lnTo>
                  <a:lnTo>
                    <a:pt x="56" y="51"/>
                  </a:lnTo>
                  <a:lnTo>
                    <a:pt x="77" y="27"/>
                  </a:lnTo>
                </a:path>
              </a:pathLst>
            </a:custGeom>
            <a:solidFill>
              <a:srgbClr val="CCA38C">
                <a:alpha val="100000"/>
              </a:srgbClr>
            </a:solidFill>
            <a:ln cap="flat">
              <a:noFill/>
              <a:prstDash val="solid"/>
              <a:miter lim="0"/>
            </a:ln>
          </p:spPr>
          <p:txBody>
            <a:bodyPr rtlCol="0"/>
            <a:lstStyle/>
            <a:p>
              <a:pPr algn="ctr"/>
              <a:endParaRPr lang="zh-CN" altLang="en-US" sz="1635"/>
            </a:p>
          </p:txBody>
        </p:sp>
        <p:sp>
          <p:nvSpPr>
            <p:cNvPr id="768" name="path"/>
            <p:cNvSpPr/>
            <p:nvPr/>
          </p:nvSpPr>
          <p:spPr>
            <a:xfrm>
              <a:off x="412500" y="112693"/>
              <a:ext cx="187703" cy="213842"/>
            </a:xfrm>
            <a:custGeom>
              <a:avLst/>
              <a:gdLst/>
              <a:ahLst/>
              <a:cxnLst/>
              <a:rect l="0" t="0" r="0" b="0"/>
              <a:pathLst>
                <a:path w="295" h="336">
                  <a:moveTo>
                    <a:pt x="96" y="10"/>
                  </a:moveTo>
                  <a:lnTo>
                    <a:pt x="111" y="5"/>
                  </a:lnTo>
                  <a:lnTo>
                    <a:pt x="144" y="0"/>
                  </a:lnTo>
                  <a:cubicBezTo>
                    <a:pt x="184" y="0"/>
                    <a:pt x="254" y="21"/>
                    <a:pt x="274" y="58"/>
                  </a:cubicBezTo>
                  <a:lnTo>
                    <a:pt x="283" y="72"/>
                  </a:lnTo>
                  <a:lnTo>
                    <a:pt x="289" y="89"/>
                  </a:lnTo>
                  <a:cubicBezTo>
                    <a:pt x="299" y="138"/>
                    <a:pt x="256" y="200"/>
                    <a:pt x="229" y="239"/>
                  </a:cubicBezTo>
                  <a:lnTo>
                    <a:pt x="216" y="255"/>
                  </a:lnTo>
                  <a:lnTo>
                    <a:pt x="203" y="269"/>
                  </a:lnTo>
                  <a:lnTo>
                    <a:pt x="189" y="283"/>
                  </a:lnTo>
                  <a:lnTo>
                    <a:pt x="175" y="295"/>
                  </a:lnTo>
                  <a:lnTo>
                    <a:pt x="162" y="306"/>
                  </a:lnTo>
                  <a:lnTo>
                    <a:pt x="148" y="316"/>
                  </a:lnTo>
                  <a:lnTo>
                    <a:pt x="136" y="323"/>
                  </a:lnTo>
                  <a:lnTo>
                    <a:pt x="123" y="329"/>
                  </a:lnTo>
                  <a:lnTo>
                    <a:pt x="109" y="334"/>
                  </a:lnTo>
                  <a:lnTo>
                    <a:pt x="97" y="336"/>
                  </a:lnTo>
                  <a:lnTo>
                    <a:pt x="87" y="336"/>
                  </a:lnTo>
                  <a:lnTo>
                    <a:pt x="84" y="334"/>
                  </a:lnTo>
                  <a:lnTo>
                    <a:pt x="76" y="331"/>
                  </a:lnTo>
                  <a:lnTo>
                    <a:pt x="64" y="323"/>
                  </a:lnTo>
                  <a:cubicBezTo>
                    <a:pt x="-18" y="277"/>
                    <a:pt x="0" y="183"/>
                    <a:pt x="23" y="107"/>
                  </a:cubicBezTo>
                  <a:lnTo>
                    <a:pt x="36" y="76"/>
                  </a:lnTo>
                  <a:lnTo>
                    <a:pt x="53" y="47"/>
                  </a:lnTo>
                  <a:lnTo>
                    <a:pt x="73" y="25"/>
                  </a:lnTo>
                </a:path>
              </a:pathLst>
            </a:custGeom>
            <a:solidFill>
              <a:srgbClr val="BC8C6D">
                <a:alpha val="100000"/>
              </a:srgbClr>
            </a:solidFill>
            <a:ln cap="flat">
              <a:noFill/>
              <a:prstDash val="solid"/>
              <a:miter lim="0"/>
            </a:ln>
          </p:spPr>
          <p:txBody>
            <a:bodyPr rtlCol="0"/>
            <a:lstStyle/>
            <a:p>
              <a:pPr algn="ctr"/>
              <a:endParaRPr lang="zh-CN" altLang="en-US" sz="1635"/>
            </a:p>
          </p:txBody>
        </p:sp>
        <p:sp>
          <p:nvSpPr>
            <p:cNvPr id="770" name="path"/>
            <p:cNvSpPr/>
            <p:nvPr/>
          </p:nvSpPr>
          <p:spPr>
            <a:xfrm>
              <a:off x="417826" y="119003"/>
              <a:ext cx="170007" cy="200673"/>
            </a:xfrm>
            <a:custGeom>
              <a:avLst/>
              <a:gdLst/>
              <a:ahLst/>
              <a:cxnLst/>
              <a:rect l="0" t="0" r="0" b="0"/>
              <a:pathLst>
                <a:path w="267" h="316">
                  <a:moveTo>
                    <a:pt x="81" y="316"/>
                  </a:moveTo>
                  <a:lnTo>
                    <a:pt x="77" y="314"/>
                  </a:lnTo>
                  <a:lnTo>
                    <a:pt x="70" y="311"/>
                  </a:lnTo>
                  <a:lnTo>
                    <a:pt x="58" y="304"/>
                  </a:lnTo>
                  <a:cubicBezTo>
                    <a:pt x="-6" y="263"/>
                    <a:pt x="-1" y="202"/>
                    <a:pt x="12" y="134"/>
                  </a:cubicBezTo>
                  <a:lnTo>
                    <a:pt x="21" y="102"/>
                  </a:lnTo>
                  <a:lnTo>
                    <a:pt x="34" y="72"/>
                  </a:lnTo>
                  <a:cubicBezTo>
                    <a:pt x="63" y="13"/>
                    <a:pt x="103" y="-5"/>
                    <a:pt x="165" y="8"/>
                  </a:cubicBezTo>
                  <a:lnTo>
                    <a:pt x="180" y="13"/>
                  </a:lnTo>
                  <a:lnTo>
                    <a:pt x="197" y="18"/>
                  </a:lnTo>
                  <a:lnTo>
                    <a:pt x="212" y="26"/>
                  </a:lnTo>
                  <a:cubicBezTo>
                    <a:pt x="342" y="91"/>
                    <a:pt x="193" y="278"/>
                    <a:pt x="114" y="308"/>
                  </a:cubicBezTo>
                  <a:lnTo>
                    <a:pt x="102" y="313"/>
                  </a:lnTo>
                  <a:lnTo>
                    <a:pt x="92" y="316"/>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772" name="path"/>
            <p:cNvSpPr/>
            <p:nvPr/>
          </p:nvSpPr>
          <p:spPr>
            <a:xfrm>
              <a:off x="0" y="0"/>
              <a:ext cx="664781" cy="859173"/>
            </a:xfrm>
            <a:custGeom>
              <a:avLst/>
              <a:gdLst/>
              <a:ahLst/>
              <a:cxnLst/>
              <a:rect l="0" t="0" r="0" b="0"/>
              <a:pathLst>
                <a:path w="1046" h="1353">
                  <a:moveTo>
                    <a:pt x="973" y="281"/>
                  </a:moveTo>
                  <a:lnTo>
                    <a:pt x="972" y="282"/>
                  </a:lnTo>
                  <a:lnTo>
                    <a:pt x="973" y="283"/>
                  </a:lnTo>
                  <a:lnTo>
                    <a:pt x="974" y="285"/>
                  </a:lnTo>
                  <a:lnTo>
                    <a:pt x="975" y="285"/>
                  </a:lnTo>
                  <a:lnTo>
                    <a:pt x="998" y="267"/>
                  </a:lnTo>
                  <a:lnTo>
                    <a:pt x="1012" y="247"/>
                  </a:lnTo>
                  <a:lnTo>
                    <a:pt x="1022" y="227"/>
                  </a:lnTo>
                  <a:lnTo>
                    <a:pt x="1024" y="207"/>
                  </a:lnTo>
                  <a:lnTo>
                    <a:pt x="1024" y="189"/>
                  </a:lnTo>
                  <a:lnTo>
                    <a:pt x="1023" y="174"/>
                  </a:lnTo>
                  <a:lnTo>
                    <a:pt x="1022" y="165"/>
                  </a:lnTo>
                  <a:lnTo>
                    <a:pt x="1021" y="161"/>
                  </a:lnTo>
                  <a:lnTo>
                    <a:pt x="1021" y="166"/>
                  </a:lnTo>
                  <a:cubicBezTo>
                    <a:pt x="1022" y="192"/>
                    <a:pt x="1018" y="228"/>
                    <a:pt x="1003" y="251"/>
                  </a:cubicBezTo>
                  <a:lnTo>
                    <a:pt x="992" y="268"/>
                  </a:lnTo>
                </a:path>
                <a:path w="1046" h="1353">
                  <a:moveTo>
                    <a:pt x="757" y="270"/>
                  </a:moveTo>
                  <a:lnTo>
                    <a:pt x="746" y="269"/>
                  </a:lnTo>
                  <a:lnTo>
                    <a:pt x="745" y="270"/>
                  </a:lnTo>
                  <a:lnTo>
                    <a:pt x="746" y="275"/>
                  </a:lnTo>
                  <a:cubicBezTo>
                    <a:pt x="781" y="295"/>
                    <a:pt x="825" y="298"/>
                    <a:pt x="861" y="280"/>
                  </a:cubicBezTo>
                  <a:lnTo>
                    <a:pt x="864" y="277"/>
                  </a:lnTo>
                  <a:lnTo>
                    <a:pt x="860" y="277"/>
                  </a:lnTo>
                  <a:cubicBezTo>
                    <a:pt x="837" y="276"/>
                    <a:pt x="810" y="280"/>
                    <a:pt x="788" y="275"/>
                  </a:cubicBezTo>
                  <a:lnTo>
                    <a:pt x="771" y="274"/>
                  </a:lnTo>
                </a:path>
                <a:path w="1046" h="1353">
                  <a:moveTo>
                    <a:pt x="973" y="357"/>
                  </a:moveTo>
                  <a:lnTo>
                    <a:pt x="969" y="363"/>
                  </a:lnTo>
                  <a:cubicBezTo>
                    <a:pt x="931" y="407"/>
                    <a:pt x="867" y="428"/>
                    <a:pt x="856" y="493"/>
                  </a:cubicBezTo>
                  <a:lnTo>
                    <a:pt x="855" y="498"/>
                  </a:lnTo>
                  <a:lnTo>
                    <a:pt x="859" y="491"/>
                  </a:lnTo>
                  <a:cubicBezTo>
                    <a:pt x="889" y="416"/>
                    <a:pt x="1016" y="390"/>
                    <a:pt x="984" y="293"/>
                  </a:cubicBezTo>
                  <a:lnTo>
                    <a:pt x="982" y="287"/>
                  </a:lnTo>
                  <a:lnTo>
                    <a:pt x="984" y="294"/>
                  </a:lnTo>
                  <a:lnTo>
                    <a:pt x="984" y="312"/>
                  </a:lnTo>
                  <a:lnTo>
                    <a:pt x="981" y="336"/>
                  </a:lnTo>
                </a:path>
                <a:path w="1046" h="1353">
                  <a:moveTo>
                    <a:pt x="964" y="289"/>
                  </a:moveTo>
                  <a:lnTo>
                    <a:pt x="958" y="288"/>
                  </a:lnTo>
                  <a:lnTo>
                    <a:pt x="951" y="287"/>
                  </a:lnTo>
                  <a:lnTo>
                    <a:pt x="944" y="288"/>
                  </a:lnTo>
                  <a:lnTo>
                    <a:pt x="938" y="289"/>
                  </a:lnTo>
                  <a:lnTo>
                    <a:pt x="937" y="289"/>
                  </a:lnTo>
                  <a:lnTo>
                    <a:pt x="935" y="291"/>
                  </a:lnTo>
                  <a:lnTo>
                    <a:pt x="935" y="293"/>
                  </a:lnTo>
                  <a:lnTo>
                    <a:pt x="938" y="295"/>
                  </a:lnTo>
                  <a:lnTo>
                    <a:pt x="940" y="297"/>
                  </a:lnTo>
                  <a:lnTo>
                    <a:pt x="943" y="299"/>
                  </a:lnTo>
                  <a:cubicBezTo>
                    <a:pt x="961" y="303"/>
                    <a:pt x="970" y="298"/>
                    <a:pt x="986" y="288"/>
                  </a:cubicBezTo>
                  <a:lnTo>
                    <a:pt x="992" y="285"/>
                  </a:lnTo>
                  <a:lnTo>
                    <a:pt x="995" y="282"/>
                  </a:lnTo>
                  <a:lnTo>
                    <a:pt x="992" y="283"/>
                  </a:lnTo>
                  <a:lnTo>
                    <a:pt x="985" y="286"/>
                  </a:lnTo>
                  <a:lnTo>
                    <a:pt x="974" y="288"/>
                  </a:lnTo>
                </a:path>
                <a:path w="1046" h="1353">
                  <a:moveTo>
                    <a:pt x="840" y="420"/>
                  </a:moveTo>
                  <a:lnTo>
                    <a:pt x="832" y="419"/>
                  </a:lnTo>
                  <a:cubicBezTo>
                    <a:pt x="818" y="426"/>
                    <a:pt x="802" y="424"/>
                    <a:pt x="787" y="421"/>
                  </a:cubicBezTo>
                  <a:lnTo>
                    <a:pt x="786" y="421"/>
                  </a:lnTo>
                  <a:lnTo>
                    <a:pt x="786" y="424"/>
                  </a:lnTo>
                  <a:lnTo>
                    <a:pt x="793" y="426"/>
                  </a:lnTo>
                  <a:lnTo>
                    <a:pt x="799" y="429"/>
                  </a:lnTo>
                  <a:cubicBezTo>
                    <a:pt x="817" y="429"/>
                    <a:pt x="810" y="431"/>
                    <a:pt x="830" y="429"/>
                  </a:cubicBezTo>
                  <a:lnTo>
                    <a:pt x="836" y="426"/>
                  </a:lnTo>
                  <a:lnTo>
                    <a:pt x="850" y="426"/>
                  </a:lnTo>
                  <a:lnTo>
                    <a:pt x="858" y="429"/>
                  </a:lnTo>
                  <a:lnTo>
                    <a:pt x="866" y="429"/>
                  </a:lnTo>
                  <a:lnTo>
                    <a:pt x="873" y="425"/>
                  </a:lnTo>
                  <a:lnTo>
                    <a:pt x="879" y="421"/>
                  </a:lnTo>
                  <a:lnTo>
                    <a:pt x="882" y="419"/>
                  </a:lnTo>
                  <a:lnTo>
                    <a:pt x="880" y="419"/>
                  </a:lnTo>
                  <a:lnTo>
                    <a:pt x="879" y="421"/>
                  </a:lnTo>
                  <a:lnTo>
                    <a:pt x="876" y="421"/>
                  </a:lnTo>
                  <a:lnTo>
                    <a:pt x="871" y="423"/>
                  </a:lnTo>
                  <a:lnTo>
                    <a:pt x="865" y="424"/>
                  </a:lnTo>
                  <a:lnTo>
                    <a:pt x="858" y="424"/>
                  </a:lnTo>
                  <a:lnTo>
                    <a:pt x="849" y="423"/>
                  </a:lnTo>
                </a:path>
                <a:path w="1046" h="1353">
                  <a:moveTo>
                    <a:pt x="846" y="450"/>
                  </a:moveTo>
                  <a:lnTo>
                    <a:pt x="840" y="449"/>
                  </a:lnTo>
                  <a:lnTo>
                    <a:pt x="835" y="449"/>
                  </a:lnTo>
                  <a:lnTo>
                    <a:pt x="829" y="448"/>
                  </a:lnTo>
                  <a:lnTo>
                    <a:pt x="824" y="447"/>
                  </a:lnTo>
                  <a:lnTo>
                    <a:pt x="823" y="447"/>
                  </a:lnTo>
                  <a:lnTo>
                    <a:pt x="822" y="449"/>
                  </a:lnTo>
                  <a:lnTo>
                    <a:pt x="823" y="450"/>
                  </a:lnTo>
                  <a:cubicBezTo>
                    <a:pt x="833" y="454"/>
                    <a:pt x="859" y="462"/>
                    <a:pt x="866" y="449"/>
                  </a:cubicBezTo>
                  <a:lnTo>
                    <a:pt x="867" y="447"/>
                  </a:lnTo>
                  <a:lnTo>
                    <a:pt x="865" y="447"/>
                  </a:lnTo>
                  <a:lnTo>
                    <a:pt x="859" y="448"/>
                  </a:lnTo>
                  <a:lnTo>
                    <a:pt x="852" y="449"/>
                  </a:lnTo>
                </a:path>
                <a:path w="1046" h="1353">
                  <a:moveTo>
                    <a:pt x="980" y="238"/>
                  </a:moveTo>
                  <a:lnTo>
                    <a:pt x="971" y="241"/>
                  </a:lnTo>
                  <a:lnTo>
                    <a:pt x="965" y="245"/>
                  </a:lnTo>
                  <a:cubicBezTo>
                    <a:pt x="953" y="254"/>
                    <a:pt x="949" y="257"/>
                    <a:pt x="940" y="270"/>
                  </a:cubicBezTo>
                  <a:lnTo>
                    <a:pt x="935" y="276"/>
                  </a:lnTo>
                  <a:lnTo>
                    <a:pt x="931" y="289"/>
                  </a:lnTo>
                  <a:cubicBezTo>
                    <a:pt x="927" y="321"/>
                    <a:pt x="926" y="354"/>
                    <a:pt x="911" y="383"/>
                  </a:cubicBezTo>
                  <a:lnTo>
                    <a:pt x="904" y="399"/>
                  </a:lnTo>
                  <a:lnTo>
                    <a:pt x="904" y="401"/>
                  </a:lnTo>
                  <a:lnTo>
                    <a:pt x="909" y="401"/>
                  </a:lnTo>
                  <a:lnTo>
                    <a:pt x="910" y="400"/>
                  </a:lnTo>
                  <a:lnTo>
                    <a:pt x="929" y="361"/>
                  </a:lnTo>
                  <a:lnTo>
                    <a:pt x="935" y="340"/>
                  </a:lnTo>
                  <a:lnTo>
                    <a:pt x="939" y="319"/>
                  </a:lnTo>
                  <a:lnTo>
                    <a:pt x="939" y="307"/>
                  </a:lnTo>
                  <a:lnTo>
                    <a:pt x="938" y="303"/>
                  </a:lnTo>
                  <a:lnTo>
                    <a:pt x="938" y="297"/>
                  </a:lnTo>
                  <a:lnTo>
                    <a:pt x="940" y="286"/>
                  </a:lnTo>
                  <a:cubicBezTo>
                    <a:pt x="956" y="242"/>
                    <a:pt x="988" y="246"/>
                    <a:pt x="1027" y="238"/>
                  </a:cubicBezTo>
                  <a:lnTo>
                    <a:pt x="1036" y="238"/>
                  </a:lnTo>
                  <a:lnTo>
                    <a:pt x="1034" y="238"/>
                  </a:lnTo>
                  <a:cubicBezTo>
                    <a:pt x="1024" y="235"/>
                    <a:pt x="1005" y="235"/>
                    <a:pt x="995" y="235"/>
                  </a:cubicBezTo>
                  <a:lnTo>
                    <a:pt x="987" y="237"/>
                  </a:lnTo>
                </a:path>
                <a:path w="1046" h="1353">
                  <a:moveTo>
                    <a:pt x="858" y="240"/>
                  </a:moveTo>
                  <a:lnTo>
                    <a:pt x="853" y="238"/>
                  </a:lnTo>
                  <a:cubicBezTo>
                    <a:pt x="810" y="225"/>
                    <a:pt x="760" y="219"/>
                    <a:pt x="717" y="237"/>
                  </a:cubicBezTo>
                  <a:lnTo>
                    <a:pt x="716" y="239"/>
                  </a:lnTo>
                  <a:lnTo>
                    <a:pt x="717" y="240"/>
                  </a:lnTo>
                  <a:lnTo>
                    <a:pt x="721" y="241"/>
                  </a:lnTo>
                  <a:cubicBezTo>
                    <a:pt x="750" y="239"/>
                    <a:pt x="779" y="240"/>
                    <a:pt x="807" y="244"/>
                  </a:cubicBezTo>
                  <a:lnTo>
                    <a:pt x="823" y="246"/>
                  </a:lnTo>
                  <a:lnTo>
                    <a:pt x="837" y="250"/>
                  </a:lnTo>
                  <a:cubicBezTo>
                    <a:pt x="870" y="256"/>
                    <a:pt x="882" y="257"/>
                    <a:pt x="913" y="249"/>
                  </a:cubicBezTo>
                  <a:lnTo>
                    <a:pt x="918" y="247"/>
                  </a:lnTo>
                  <a:lnTo>
                    <a:pt x="919" y="246"/>
                  </a:lnTo>
                  <a:lnTo>
                    <a:pt x="916" y="246"/>
                  </a:lnTo>
                  <a:cubicBezTo>
                    <a:pt x="906" y="250"/>
                    <a:pt x="889" y="249"/>
                    <a:pt x="878" y="247"/>
                  </a:cubicBezTo>
                  <a:lnTo>
                    <a:pt x="867" y="245"/>
                  </a:lnTo>
                </a:path>
                <a:path w="1046" h="1353">
                  <a:moveTo>
                    <a:pt x="645" y="388"/>
                  </a:moveTo>
                  <a:lnTo>
                    <a:pt x="657" y="417"/>
                  </a:lnTo>
                  <a:lnTo>
                    <a:pt x="666" y="430"/>
                  </a:lnTo>
                  <a:lnTo>
                    <a:pt x="676" y="442"/>
                  </a:lnTo>
                  <a:lnTo>
                    <a:pt x="708" y="466"/>
                  </a:lnTo>
                  <a:lnTo>
                    <a:pt x="726" y="478"/>
                  </a:lnTo>
                  <a:lnTo>
                    <a:pt x="745" y="489"/>
                  </a:lnTo>
                  <a:lnTo>
                    <a:pt x="764" y="497"/>
                  </a:lnTo>
                  <a:lnTo>
                    <a:pt x="786" y="503"/>
                  </a:lnTo>
                  <a:lnTo>
                    <a:pt x="807" y="508"/>
                  </a:lnTo>
                  <a:lnTo>
                    <a:pt x="829" y="509"/>
                  </a:lnTo>
                  <a:lnTo>
                    <a:pt x="831" y="508"/>
                  </a:lnTo>
                  <a:lnTo>
                    <a:pt x="834" y="507"/>
                  </a:lnTo>
                  <a:lnTo>
                    <a:pt x="834" y="504"/>
                  </a:lnTo>
                  <a:lnTo>
                    <a:pt x="832" y="503"/>
                  </a:lnTo>
                  <a:cubicBezTo>
                    <a:pt x="780" y="493"/>
                    <a:pt x="732" y="469"/>
                    <a:pt x="691" y="437"/>
                  </a:cubicBezTo>
                  <a:lnTo>
                    <a:pt x="684" y="431"/>
                  </a:lnTo>
                  <a:lnTo>
                    <a:pt x="676" y="424"/>
                  </a:lnTo>
                  <a:cubicBezTo>
                    <a:pt x="656" y="400"/>
                    <a:pt x="641" y="369"/>
                    <a:pt x="643" y="337"/>
                  </a:cubicBezTo>
                  <a:lnTo>
                    <a:pt x="640" y="318"/>
                  </a:lnTo>
                  <a:lnTo>
                    <a:pt x="640" y="310"/>
                  </a:lnTo>
                  <a:lnTo>
                    <a:pt x="639" y="317"/>
                  </a:lnTo>
                  <a:lnTo>
                    <a:pt x="638" y="335"/>
                  </a:lnTo>
                  <a:lnTo>
                    <a:pt x="639" y="360"/>
                  </a:lnTo>
                </a:path>
                <a:path w="1046" h="1353">
                  <a:moveTo>
                    <a:pt x="1" y="864"/>
                  </a:moveTo>
                  <a:lnTo>
                    <a:pt x="5" y="888"/>
                  </a:lnTo>
                  <a:lnTo>
                    <a:pt x="11" y="912"/>
                  </a:lnTo>
                  <a:cubicBezTo>
                    <a:pt x="59" y="1079"/>
                    <a:pt x="187" y="1208"/>
                    <a:pt x="326" y="1305"/>
                  </a:cubicBezTo>
                  <a:lnTo>
                    <a:pt x="349" y="1320"/>
                  </a:lnTo>
                  <a:lnTo>
                    <a:pt x="374" y="1337"/>
                  </a:lnTo>
                  <a:lnTo>
                    <a:pt x="398" y="1351"/>
                  </a:lnTo>
                  <a:lnTo>
                    <a:pt x="403" y="1353"/>
                  </a:lnTo>
                  <a:lnTo>
                    <a:pt x="406" y="1350"/>
                  </a:lnTo>
                  <a:lnTo>
                    <a:pt x="408" y="1348"/>
                  </a:lnTo>
                  <a:lnTo>
                    <a:pt x="406" y="1344"/>
                  </a:lnTo>
                  <a:lnTo>
                    <a:pt x="325" y="1282"/>
                  </a:lnTo>
                  <a:lnTo>
                    <a:pt x="254" y="1221"/>
                  </a:lnTo>
                  <a:lnTo>
                    <a:pt x="195" y="1159"/>
                  </a:lnTo>
                  <a:lnTo>
                    <a:pt x="147" y="1099"/>
                  </a:lnTo>
                  <a:lnTo>
                    <a:pt x="109" y="1041"/>
                  </a:lnTo>
                  <a:cubicBezTo>
                    <a:pt x="47" y="940"/>
                    <a:pt x="6" y="821"/>
                    <a:pt x="16" y="702"/>
                  </a:cubicBezTo>
                  <a:lnTo>
                    <a:pt x="17" y="683"/>
                  </a:lnTo>
                  <a:lnTo>
                    <a:pt x="19" y="672"/>
                  </a:lnTo>
                  <a:lnTo>
                    <a:pt x="20" y="667"/>
                  </a:lnTo>
                  <a:lnTo>
                    <a:pt x="16" y="690"/>
                  </a:lnTo>
                  <a:lnTo>
                    <a:pt x="7" y="742"/>
                  </a:lnTo>
                  <a:lnTo>
                    <a:pt x="0" y="805"/>
                  </a:lnTo>
                </a:path>
                <a:path w="1046" h="1353">
                  <a:moveTo>
                    <a:pt x="302" y="649"/>
                  </a:moveTo>
                  <a:lnTo>
                    <a:pt x="326" y="661"/>
                  </a:lnTo>
                  <a:cubicBezTo>
                    <a:pt x="377" y="688"/>
                    <a:pt x="428" y="718"/>
                    <a:pt x="473" y="754"/>
                  </a:cubicBezTo>
                  <a:lnTo>
                    <a:pt x="483" y="762"/>
                  </a:lnTo>
                  <a:lnTo>
                    <a:pt x="500" y="778"/>
                  </a:lnTo>
                  <a:cubicBezTo>
                    <a:pt x="610" y="887"/>
                    <a:pt x="554" y="932"/>
                    <a:pt x="477" y="1030"/>
                  </a:cubicBezTo>
                  <a:lnTo>
                    <a:pt x="467" y="1048"/>
                  </a:lnTo>
                  <a:lnTo>
                    <a:pt x="467" y="1050"/>
                  </a:lnTo>
                  <a:lnTo>
                    <a:pt x="470" y="1051"/>
                  </a:lnTo>
                  <a:lnTo>
                    <a:pt x="473" y="1050"/>
                  </a:lnTo>
                  <a:lnTo>
                    <a:pt x="477" y="1049"/>
                  </a:lnTo>
                  <a:cubicBezTo>
                    <a:pt x="511" y="994"/>
                    <a:pt x="578" y="962"/>
                    <a:pt x="585" y="889"/>
                  </a:cubicBezTo>
                  <a:lnTo>
                    <a:pt x="583" y="869"/>
                  </a:lnTo>
                  <a:lnTo>
                    <a:pt x="578" y="850"/>
                  </a:lnTo>
                  <a:cubicBezTo>
                    <a:pt x="561" y="805"/>
                    <a:pt x="509" y="759"/>
                    <a:pt x="469" y="733"/>
                  </a:cubicBezTo>
                  <a:lnTo>
                    <a:pt x="445" y="719"/>
                  </a:lnTo>
                  <a:lnTo>
                    <a:pt x="433" y="713"/>
                  </a:lnTo>
                  <a:cubicBezTo>
                    <a:pt x="308" y="647"/>
                    <a:pt x="238" y="592"/>
                    <a:pt x="92" y="565"/>
                  </a:cubicBezTo>
                  <a:lnTo>
                    <a:pt x="87" y="564"/>
                  </a:lnTo>
                  <a:lnTo>
                    <a:pt x="86" y="564"/>
                  </a:lnTo>
                  <a:lnTo>
                    <a:pt x="88" y="565"/>
                  </a:lnTo>
                  <a:cubicBezTo>
                    <a:pt x="151" y="587"/>
                    <a:pt x="213" y="610"/>
                    <a:pt x="274" y="636"/>
                  </a:cubicBezTo>
                  <a:lnTo>
                    <a:pt x="289" y="643"/>
                  </a:lnTo>
                </a:path>
                <a:path w="1046" h="1353">
                  <a:moveTo>
                    <a:pt x="619" y="550"/>
                  </a:moveTo>
                  <a:lnTo>
                    <a:pt x="632" y="562"/>
                  </a:lnTo>
                  <a:cubicBezTo>
                    <a:pt x="796" y="706"/>
                    <a:pt x="834" y="763"/>
                    <a:pt x="899" y="987"/>
                  </a:cubicBezTo>
                  <a:lnTo>
                    <a:pt x="901" y="993"/>
                  </a:lnTo>
                  <a:lnTo>
                    <a:pt x="897" y="961"/>
                  </a:lnTo>
                  <a:cubicBezTo>
                    <a:pt x="858" y="769"/>
                    <a:pt x="780" y="656"/>
                    <a:pt x="620" y="550"/>
                  </a:cubicBezTo>
                  <a:lnTo>
                    <a:pt x="619" y="550"/>
                  </a:lnTo>
                </a:path>
                <a:path w="1046" h="1353">
                  <a:moveTo>
                    <a:pt x="418" y="1235"/>
                  </a:moveTo>
                  <a:lnTo>
                    <a:pt x="422" y="1224"/>
                  </a:lnTo>
                  <a:lnTo>
                    <a:pt x="424" y="1205"/>
                  </a:lnTo>
                  <a:cubicBezTo>
                    <a:pt x="406" y="1055"/>
                    <a:pt x="565" y="1076"/>
                    <a:pt x="658" y="1108"/>
                  </a:cubicBezTo>
                  <a:lnTo>
                    <a:pt x="687" y="1120"/>
                  </a:lnTo>
                  <a:cubicBezTo>
                    <a:pt x="795" y="1177"/>
                    <a:pt x="875" y="1188"/>
                    <a:pt x="995" y="1192"/>
                  </a:cubicBezTo>
                  <a:lnTo>
                    <a:pt x="998" y="1191"/>
                  </a:lnTo>
                  <a:lnTo>
                    <a:pt x="1000" y="1189"/>
                  </a:lnTo>
                  <a:lnTo>
                    <a:pt x="1000" y="1187"/>
                  </a:lnTo>
                  <a:lnTo>
                    <a:pt x="998" y="1186"/>
                  </a:lnTo>
                  <a:lnTo>
                    <a:pt x="981" y="1185"/>
                  </a:lnTo>
                  <a:cubicBezTo>
                    <a:pt x="862" y="1182"/>
                    <a:pt x="757" y="1130"/>
                    <a:pt x="652" y="1080"/>
                  </a:cubicBezTo>
                  <a:lnTo>
                    <a:pt x="638" y="1075"/>
                  </a:lnTo>
                  <a:lnTo>
                    <a:pt x="625" y="1072"/>
                  </a:lnTo>
                  <a:cubicBezTo>
                    <a:pt x="548" y="1045"/>
                    <a:pt x="391" y="1061"/>
                    <a:pt x="415" y="1176"/>
                  </a:cubicBezTo>
                  <a:lnTo>
                    <a:pt x="417" y="1200"/>
                  </a:lnTo>
                  <a:lnTo>
                    <a:pt x="414" y="1219"/>
                  </a:lnTo>
                  <a:lnTo>
                    <a:pt x="398" y="1222"/>
                  </a:lnTo>
                  <a:cubicBezTo>
                    <a:pt x="380" y="1210"/>
                    <a:pt x="377" y="1211"/>
                    <a:pt x="360" y="1197"/>
                  </a:cubicBezTo>
                  <a:lnTo>
                    <a:pt x="356" y="1194"/>
                  </a:lnTo>
                  <a:lnTo>
                    <a:pt x="356" y="1193"/>
                  </a:lnTo>
                  <a:lnTo>
                    <a:pt x="357" y="1195"/>
                  </a:lnTo>
                  <a:cubicBezTo>
                    <a:pt x="375" y="1217"/>
                    <a:pt x="374" y="1222"/>
                    <a:pt x="400" y="1237"/>
                  </a:cubicBezTo>
                  <a:lnTo>
                    <a:pt x="410" y="1239"/>
                  </a:lnTo>
                </a:path>
                <a:path w="1046" h="1353">
                  <a:moveTo>
                    <a:pt x="608" y="496"/>
                  </a:moveTo>
                  <a:lnTo>
                    <a:pt x="614" y="503"/>
                  </a:lnTo>
                  <a:lnTo>
                    <a:pt x="622" y="509"/>
                  </a:lnTo>
                  <a:lnTo>
                    <a:pt x="630" y="515"/>
                  </a:lnTo>
                  <a:cubicBezTo>
                    <a:pt x="652" y="532"/>
                    <a:pt x="665" y="539"/>
                    <a:pt x="691" y="551"/>
                  </a:cubicBezTo>
                  <a:lnTo>
                    <a:pt x="700" y="553"/>
                  </a:lnTo>
                  <a:lnTo>
                    <a:pt x="710" y="557"/>
                  </a:lnTo>
                  <a:lnTo>
                    <a:pt x="720" y="559"/>
                  </a:lnTo>
                  <a:lnTo>
                    <a:pt x="730" y="562"/>
                  </a:lnTo>
                  <a:lnTo>
                    <a:pt x="740" y="564"/>
                  </a:lnTo>
                  <a:lnTo>
                    <a:pt x="750" y="567"/>
                  </a:lnTo>
                  <a:lnTo>
                    <a:pt x="752" y="567"/>
                  </a:lnTo>
                  <a:lnTo>
                    <a:pt x="753" y="565"/>
                  </a:lnTo>
                  <a:lnTo>
                    <a:pt x="753" y="564"/>
                  </a:lnTo>
                  <a:lnTo>
                    <a:pt x="752" y="563"/>
                  </a:lnTo>
                  <a:lnTo>
                    <a:pt x="745" y="561"/>
                  </a:lnTo>
                  <a:lnTo>
                    <a:pt x="736" y="558"/>
                  </a:lnTo>
                  <a:lnTo>
                    <a:pt x="729" y="556"/>
                  </a:lnTo>
                  <a:cubicBezTo>
                    <a:pt x="643" y="532"/>
                    <a:pt x="596" y="482"/>
                    <a:pt x="560" y="399"/>
                  </a:cubicBezTo>
                  <a:lnTo>
                    <a:pt x="553" y="384"/>
                  </a:lnTo>
                  <a:lnTo>
                    <a:pt x="554" y="388"/>
                  </a:lnTo>
                  <a:cubicBezTo>
                    <a:pt x="562" y="415"/>
                    <a:pt x="573" y="441"/>
                    <a:pt x="586" y="466"/>
                  </a:cubicBezTo>
                  <a:lnTo>
                    <a:pt x="596" y="483"/>
                  </a:lnTo>
                </a:path>
                <a:path w="1046" h="1353">
                  <a:moveTo>
                    <a:pt x="746" y="683"/>
                  </a:moveTo>
                  <a:lnTo>
                    <a:pt x="745" y="684"/>
                  </a:lnTo>
                  <a:lnTo>
                    <a:pt x="746" y="685"/>
                  </a:lnTo>
                  <a:lnTo>
                    <a:pt x="747" y="685"/>
                  </a:lnTo>
                  <a:lnTo>
                    <a:pt x="748" y="684"/>
                  </a:lnTo>
                  <a:lnTo>
                    <a:pt x="759" y="667"/>
                  </a:lnTo>
                  <a:lnTo>
                    <a:pt x="764" y="648"/>
                  </a:lnTo>
                  <a:lnTo>
                    <a:pt x="765" y="628"/>
                  </a:lnTo>
                  <a:lnTo>
                    <a:pt x="763" y="607"/>
                  </a:lnTo>
                  <a:lnTo>
                    <a:pt x="759" y="588"/>
                  </a:lnTo>
                  <a:lnTo>
                    <a:pt x="755" y="574"/>
                  </a:lnTo>
                  <a:lnTo>
                    <a:pt x="752" y="563"/>
                  </a:lnTo>
                  <a:lnTo>
                    <a:pt x="751" y="558"/>
                  </a:lnTo>
                  <a:lnTo>
                    <a:pt x="754" y="573"/>
                  </a:lnTo>
                  <a:lnTo>
                    <a:pt x="758" y="606"/>
                  </a:lnTo>
                  <a:lnTo>
                    <a:pt x="757" y="648"/>
                  </a:lnTo>
                </a:path>
                <a:path w="1046" h="1353">
                  <a:moveTo>
                    <a:pt x="475" y="510"/>
                  </a:moveTo>
                  <a:lnTo>
                    <a:pt x="477" y="531"/>
                  </a:lnTo>
                  <a:lnTo>
                    <a:pt x="478" y="553"/>
                  </a:lnTo>
                  <a:lnTo>
                    <a:pt x="479" y="575"/>
                  </a:lnTo>
                  <a:lnTo>
                    <a:pt x="489" y="616"/>
                  </a:lnTo>
                  <a:lnTo>
                    <a:pt x="497" y="636"/>
                  </a:lnTo>
                  <a:lnTo>
                    <a:pt x="507" y="655"/>
                  </a:lnTo>
                  <a:lnTo>
                    <a:pt x="531" y="691"/>
                  </a:lnTo>
                  <a:lnTo>
                    <a:pt x="547" y="708"/>
                  </a:lnTo>
                  <a:lnTo>
                    <a:pt x="563" y="725"/>
                  </a:lnTo>
                  <a:lnTo>
                    <a:pt x="581" y="739"/>
                  </a:lnTo>
                  <a:lnTo>
                    <a:pt x="586" y="741"/>
                  </a:lnTo>
                  <a:lnTo>
                    <a:pt x="590" y="739"/>
                  </a:lnTo>
                  <a:lnTo>
                    <a:pt x="592" y="736"/>
                  </a:lnTo>
                  <a:lnTo>
                    <a:pt x="592" y="732"/>
                  </a:lnTo>
                  <a:lnTo>
                    <a:pt x="578" y="718"/>
                  </a:lnTo>
                  <a:cubicBezTo>
                    <a:pt x="506" y="632"/>
                    <a:pt x="489" y="573"/>
                    <a:pt x="479" y="463"/>
                  </a:cubicBezTo>
                  <a:lnTo>
                    <a:pt x="479" y="431"/>
                  </a:lnTo>
                  <a:lnTo>
                    <a:pt x="478" y="441"/>
                  </a:lnTo>
                  <a:lnTo>
                    <a:pt x="476" y="461"/>
                  </a:lnTo>
                  <a:lnTo>
                    <a:pt x="475" y="486"/>
                  </a:lnTo>
                </a:path>
                <a:path w="1046" h="1353">
                  <a:moveTo>
                    <a:pt x="657" y="729"/>
                  </a:moveTo>
                  <a:lnTo>
                    <a:pt x="672" y="729"/>
                  </a:lnTo>
                  <a:cubicBezTo>
                    <a:pt x="700" y="731"/>
                    <a:pt x="738" y="729"/>
                    <a:pt x="766" y="735"/>
                  </a:cubicBezTo>
                  <a:lnTo>
                    <a:pt x="768" y="735"/>
                  </a:lnTo>
                  <a:lnTo>
                    <a:pt x="769" y="732"/>
                  </a:lnTo>
                  <a:lnTo>
                    <a:pt x="768" y="731"/>
                  </a:lnTo>
                  <a:cubicBezTo>
                    <a:pt x="699" y="721"/>
                    <a:pt x="629" y="723"/>
                    <a:pt x="561" y="732"/>
                  </a:cubicBezTo>
                  <a:lnTo>
                    <a:pt x="558" y="732"/>
                  </a:lnTo>
                  <a:lnTo>
                    <a:pt x="561" y="732"/>
                  </a:lnTo>
                  <a:cubicBezTo>
                    <a:pt x="585" y="731"/>
                    <a:pt x="603" y="729"/>
                    <a:pt x="628" y="730"/>
                  </a:cubicBezTo>
                  <a:lnTo>
                    <a:pt x="643" y="729"/>
                  </a:lnTo>
                </a:path>
                <a:path w="1046" h="1353">
                  <a:moveTo>
                    <a:pt x="712" y="775"/>
                  </a:moveTo>
                  <a:lnTo>
                    <a:pt x="706" y="783"/>
                  </a:lnTo>
                  <a:cubicBezTo>
                    <a:pt x="695" y="795"/>
                    <a:pt x="682" y="813"/>
                    <a:pt x="674" y="828"/>
                  </a:cubicBezTo>
                  <a:lnTo>
                    <a:pt x="674" y="829"/>
                  </a:lnTo>
                  <a:lnTo>
                    <a:pt x="680" y="829"/>
                  </a:lnTo>
                  <a:lnTo>
                    <a:pt x="685" y="822"/>
                  </a:lnTo>
                  <a:cubicBezTo>
                    <a:pt x="706" y="792"/>
                    <a:pt x="734" y="760"/>
                    <a:pt x="758" y="732"/>
                  </a:cubicBezTo>
                  <a:lnTo>
                    <a:pt x="759" y="730"/>
                  </a:lnTo>
                  <a:lnTo>
                    <a:pt x="758" y="731"/>
                  </a:lnTo>
                  <a:cubicBezTo>
                    <a:pt x="746" y="741"/>
                    <a:pt x="737" y="751"/>
                    <a:pt x="726" y="762"/>
                  </a:cubicBezTo>
                  <a:lnTo>
                    <a:pt x="718" y="769"/>
                  </a:lnTo>
                </a:path>
                <a:path w="1046" h="1353">
                  <a:moveTo>
                    <a:pt x="612" y="292"/>
                  </a:moveTo>
                  <a:lnTo>
                    <a:pt x="607" y="310"/>
                  </a:lnTo>
                  <a:cubicBezTo>
                    <a:pt x="542" y="489"/>
                    <a:pt x="197" y="487"/>
                    <a:pt x="66" y="635"/>
                  </a:cubicBezTo>
                  <a:lnTo>
                    <a:pt x="64" y="637"/>
                  </a:lnTo>
                  <a:lnTo>
                    <a:pt x="67" y="640"/>
                  </a:lnTo>
                  <a:lnTo>
                    <a:pt x="73" y="640"/>
                  </a:lnTo>
                  <a:cubicBezTo>
                    <a:pt x="113" y="613"/>
                    <a:pt x="166" y="581"/>
                    <a:pt x="210" y="561"/>
                  </a:cubicBezTo>
                  <a:lnTo>
                    <a:pt x="230" y="551"/>
                  </a:lnTo>
                  <a:lnTo>
                    <a:pt x="241" y="546"/>
                  </a:lnTo>
                  <a:cubicBezTo>
                    <a:pt x="266" y="534"/>
                    <a:pt x="291" y="524"/>
                    <a:pt x="318" y="515"/>
                  </a:cubicBezTo>
                  <a:lnTo>
                    <a:pt x="330" y="511"/>
                  </a:lnTo>
                  <a:lnTo>
                    <a:pt x="340" y="507"/>
                  </a:lnTo>
                  <a:lnTo>
                    <a:pt x="351" y="503"/>
                  </a:lnTo>
                  <a:cubicBezTo>
                    <a:pt x="437" y="471"/>
                    <a:pt x="570" y="418"/>
                    <a:pt x="603" y="324"/>
                  </a:cubicBezTo>
                  <a:lnTo>
                    <a:pt x="608" y="309"/>
                  </a:lnTo>
                  <a:lnTo>
                    <a:pt x="612" y="292"/>
                  </a:lnTo>
                </a:path>
                <a:path w="1046" h="1353">
                  <a:moveTo>
                    <a:pt x="603" y="286"/>
                  </a:moveTo>
                  <a:lnTo>
                    <a:pt x="607" y="267"/>
                  </a:lnTo>
                  <a:lnTo>
                    <a:pt x="609" y="247"/>
                  </a:lnTo>
                  <a:cubicBezTo>
                    <a:pt x="618" y="207"/>
                    <a:pt x="601" y="155"/>
                    <a:pt x="609" y="113"/>
                  </a:cubicBezTo>
                  <a:lnTo>
                    <a:pt x="614" y="94"/>
                  </a:lnTo>
                  <a:lnTo>
                    <a:pt x="625" y="76"/>
                  </a:lnTo>
                  <a:lnTo>
                    <a:pt x="639" y="60"/>
                  </a:lnTo>
                  <a:lnTo>
                    <a:pt x="657" y="46"/>
                  </a:lnTo>
                  <a:lnTo>
                    <a:pt x="679" y="33"/>
                  </a:lnTo>
                  <a:lnTo>
                    <a:pt x="702" y="23"/>
                  </a:lnTo>
                  <a:lnTo>
                    <a:pt x="726" y="16"/>
                  </a:lnTo>
                  <a:lnTo>
                    <a:pt x="751" y="12"/>
                  </a:lnTo>
                  <a:lnTo>
                    <a:pt x="753" y="11"/>
                  </a:lnTo>
                  <a:lnTo>
                    <a:pt x="756" y="9"/>
                  </a:lnTo>
                  <a:lnTo>
                    <a:pt x="756" y="7"/>
                  </a:lnTo>
                  <a:lnTo>
                    <a:pt x="753" y="6"/>
                  </a:lnTo>
                  <a:lnTo>
                    <a:pt x="727" y="6"/>
                  </a:lnTo>
                  <a:cubicBezTo>
                    <a:pt x="675" y="10"/>
                    <a:pt x="623" y="41"/>
                    <a:pt x="600" y="88"/>
                  </a:cubicBezTo>
                  <a:lnTo>
                    <a:pt x="592" y="111"/>
                  </a:lnTo>
                  <a:lnTo>
                    <a:pt x="594" y="133"/>
                  </a:lnTo>
                  <a:cubicBezTo>
                    <a:pt x="599" y="168"/>
                    <a:pt x="613" y="222"/>
                    <a:pt x="608" y="257"/>
                  </a:cubicBezTo>
                  <a:lnTo>
                    <a:pt x="603" y="286"/>
                  </a:lnTo>
                </a:path>
                <a:path w="1046" h="1353">
                  <a:moveTo>
                    <a:pt x="744" y="15"/>
                  </a:moveTo>
                  <a:lnTo>
                    <a:pt x="756" y="12"/>
                  </a:lnTo>
                  <a:cubicBezTo>
                    <a:pt x="861" y="-5"/>
                    <a:pt x="1032" y="35"/>
                    <a:pt x="1042" y="165"/>
                  </a:cubicBezTo>
                  <a:lnTo>
                    <a:pt x="1044" y="166"/>
                  </a:lnTo>
                  <a:lnTo>
                    <a:pt x="1046" y="165"/>
                  </a:lnTo>
                  <a:lnTo>
                    <a:pt x="1046" y="163"/>
                  </a:lnTo>
                  <a:cubicBezTo>
                    <a:pt x="1046" y="28"/>
                    <a:pt x="861" y="-14"/>
                    <a:pt x="756" y="11"/>
                  </a:cubicBezTo>
                  <a:lnTo>
                    <a:pt x="744" y="15"/>
                  </a:lnTo>
                </a:path>
                <a:path w="1046" h="1353">
                  <a:moveTo>
                    <a:pt x="927" y="123"/>
                  </a:moveTo>
                  <a:lnTo>
                    <a:pt x="938" y="133"/>
                  </a:lnTo>
                  <a:lnTo>
                    <a:pt x="944" y="145"/>
                  </a:lnTo>
                  <a:lnTo>
                    <a:pt x="949" y="160"/>
                  </a:lnTo>
                  <a:lnTo>
                    <a:pt x="951" y="174"/>
                  </a:lnTo>
                  <a:lnTo>
                    <a:pt x="951" y="175"/>
                  </a:lnTo>
                  <a:lnTo>
                    <a:pt x="954" y="175"/>
                  </a:lnTo>
                  <a:lnTo>
                    <a:pt x="955" y="174"/>
                  </a:lnTo>
                  <a:lnTo>
                    <a:pt x="956" y="173"/>
                  </a:lnTo>
                  <a:lnTo>
                    <a:pt x="957" y="157"/>
                  </a:lnTo>
                  <a:lnTo>
                    <a:pt x="955" y="142"/>
                  </a:lnTo>
                  <a:lnTo>
                    <a:pt x="948" y="127"/>
                  </a:lnTo>
                  <a:lnTo>
                    <a:pt x="933" y="115"/>
                  </a:lnTo>
                  <a:lnTo>
                    <a:pt x="920" y="109"/>
                  </a:lnTo>
                  <a:cubicBezTo>
                    <a:pt x="901" y="104"/>
                    <a:pt x="884" y="100"/>
                    <a:pt x="865" y="101"/>
                  </a:cubicBezTo>
                  <a:lnTo>
                    <a:pt x="860" y="102"/>
                  </a:lnTo>
                  <a:lnTo>
                    <a:pt x="859" y="102"/>
                  </a:lnTo>
                  <a:lnTo>
                    <a:pt x="860" y="102"/>
                  </a:lnTo>
                  <a:cubicBezTo>
                    <a:pt x="878" y="106"/>
                    <a:pt x="891" y="108"/>
                    <a:pt x="909" y="113"/>
                  </a:cubicBezTo>
                  <a:lnTo>
                    <a:pt x="920" y="118"/>
                  </a:lnTo>
                </a:path>
                <a:path w="1046" h="1353">
                  <a:moveTo>
                    <a:pt x="685" y="103"/>
                  </a:moveTo>
                  <a:lnTo>
                    <a:pt x="678" y="108"/>
                  </a:lnTo>
                  <a:lnTo>
                    <a:pt x="671" y="113"/>
                  </a:lnTo>
                  <a:cubicBezTo>
                    <a:pt x="649" y="136"/>
                    <a:pt x="664" y="147"/>
                    <a:pt x="684" y="163"/>
                  </a:cubicBezTo>
                  <a:lnTo>
                    <a:pt x="687" y="168"/>
                  </a:lnTo>
                  <a:lnTo>
                    <a:pt x="691" y="175"/>
                  </a:lnTo>
                  <a:lnTo>
                    <a:pt x="690" y="183"/>
                  </a:lnTo>
                  <a:lnTo>
                    <a:pt x="685" y="190"/>
                  </a:lnTo>
                  <a:lnTo>
                    <a:pt x="680" y="196"/>
                  </a:lnTo>
                  <a:lnTo>
                    <a:pt x="674" y="205"/>
                  </a:lnTo>
                  <a:lnTo>
                    <a:pt x="667" y="215"/>
                  </a:lnTo>
                  <a:lnTo>
                    <a:pt x="657" y="234"/>
                  </a:lnTo>
                  <a:lnTo>
                    <a:pt x="651" y="255"/>
                  </a:lnTo>
                  <a:lnTo>
                    <a:pt x="649" y="275"/>
                  </a:lnTo>
                  <a:lnTo>
                    <a:pt x="648" y="295"/>
                  </a:lnTo>
                  <a:lnTo>
                    <a:pt x="650" y="317"/>
                  </a:lnTo>
                  <a:lnTo>
                    <a:pt x="651" y="309"/>
                  </a:lnTo>
                  <a:lnTo>
                    <a:pt x="654" y="288"/>
                  </a:lnTo>
                  <a:lnTo>
                    <a:pt x="658" y="262"/>
                  </a:lnTo>
                  <a:lnTo>
                    <a:pt x="665" y="240"/>
                  </a:lnTo>
                  <a:lnTo>
                    <a:pt x="669" y="233"/>
                  </a:lnTo>
                  <a:lnTo>
                    <a:pt x="674" y="225"/>
                  </a:lnTo>
                  <a:lnTo>
                    <a:pt x="679" y="217"/>
                  </a:lnTo>
                  <a:lnTo>
                    <a:pt x="685" y="210"/>
                  </a:lnTo>
                  <a:lnTo>
                    <a:pt x="690" y="203"/>
                  </a:lnTo>
                  <a:cubicBezTo>
                    <a:pt x="703" y="184"/>
                    <a:pt x="713" y="182"/>
                    <a:pt x="700" y="160"/>
                  </a:cubicBezTo>
                  <a:lnTo>
                    <a:pt x="691" y="150"/>
                  </a:lnTo>
                  <a:lnTo>
                    <a:pt x="681" y="142"/>
                  </a:lnTo>
                  <a:lnTo>
                    <a:pt x="675" y="136"/>
                  </a:lnTo>
                  <a:lnTo>
                    <a:pt x="673" y="130"/>
                  </a:lnTo>
                  <a:lnTo>
                    <a:pt x="674" y="123"/>
                  </a:lnTo>
                  <a:lnTo>
                    <a:pt x="676" y="118"/>
                  </a:lnTo>
                  <a:lnTo>
                    <a:pt x="687" y="107"/>
                  </a:lnTo>
                  <a:lnTo>
                    <a:pt x="694" y="103"/>
                  </a:lnTo>
                  <a:lnTo>
                    <a:pt x="703" y="99"/>
                  </a:lnTo>
                  <a:cubicBezTo>
                    <a:pt x="716" y="93"/>
                    <a:pt x="732" y="94"/>
                    <a:pt x="746" y="94"/>
                  </a:cubicBezTo>
                  <a:lnTo>
                    <a:pt x="759" y="94"/>
                  </a:lnTo>
                  <a:lnTo>
                    <a:pt x="757" y="93"/>
                  </a:lnTo>
                  <a:cubicBezTo>
                    <a:pt x="746" y="89"/>
                    <a:pt x="717" y="89"/>
                    <a:pt x="708" y="93"/>
                  </a:cubicBezTo>
                  <a:lnTo>
                    <a:pt x="695" y="96"/>
                  </a:lnTo>
                </a:path>
                <a:path w="1046" h="1353">
                  <a:moveTo>
                    <a:pt x="646" y="171"/>
                  </a:moveTo>
                  <a:lnTo>
                    <a:pt x="641" y="166"/>
                  </a:lnTo>
                  <a:lnTo>
                    <a:pt x="636" y="163"/>
                  </a:lnTo>
                  <a:lnTo>
                    <a:pt x="622" y="163"/>
                  </a:lnTo>
                  <a:lnTo>
                    <a:pt x="618" y="166"/>
                  </a:lnTo>
                  <a:lnTo>
                    <a:pt x="613" y="168"/>
                  </a:lnTo>
                  <a:lnTo>
                    <a:pt x="607" y="171"/>
                  </a:lnTo>
                  <a:lnTo>
                    <a:pt x="602" y="175"/>
                  </a:lnTo>
                  <a:lnTo>
                    <a:pt x="591" y="190"/>
                  </a:lnTo>
                  <a:lnTo>
                    <a:pt x="583" y="208"/>
                  </a:lnTo>
                  <a:lnTo>
                    <a:pt x="579" y="225"/>
                  </a:lnTo>
                  <a:lnTo>
                    <a:pt x="578" y="243"/>
                  </a:lnTo>
                  <a:lnTo>
                    <a:pt x="580" y="252"/>
                  </a:lnTo>
                  <a:lnTo>
                    <a:pt x="584" y="263"/>
                  </a:lnTo>
                  <a:lnTo>
                    <a:pt x="591" y="274"/>
                  </a:lnTo>
                  <a:lnTo>
                    <a:pt x="598" y="283"/>
                  </a:lnTo>
                  <a:lnTo>
                    <a:pt x="606" y="292"/>
                  </a:lnTo>
                  <a:lnTo>
                    <a:pt x="613" y="297"/>
                  </a:lnTo>
                  <a:lnTo>
                    <a:pt x="619" y="303"/>
                  </a:lnTo>
                  <a:lnTo>
                    <a:pt x="613" y="293"/>
                  </a:lnTo>
                  <a:lnTo>
                    <a:pt x="606" y="283"/>
                  </a:lnTo>
                  <a:cubicBezTo>
                    <a:pt x="589" y="259"/>
                    <a:pt x="592" y="239"/>
                    <a:pt x="597" y="211"/>
                  </a:cubicBezTo>
                  <a:lnTo>
                    <a:pt x="600" y="204"/>
                  </a:lnTo>
                  <a:lnTo>
                    <a:pt x="603" y="196"/>
                  </a:lnTo>
                  <a:lnTo>
                    <a:pt x="608" y="187"/>
                  </a:lnTo>
                  <a:lnTo>
                    <a:pt x="614" y="180"/>
                  </a:lnTo>
                  <a:lnTo>
                    <a:pt x="621" y="174"/>
                  </a:lnTo>
                  <a:lnTo>
                    <a:pt x="630" y="172"/>
                  </a:lnTo>
                  <a:lnTo>
                    <a:pt x="638" y="173"/>
                  </a:lnTo>
                  <a:lnTo>
                    <a:pt x="648" y="180"/>
                  </a:lnTo>
                  <a:lnTo>
                    <a:pt x="656" y="187"/>
                  </a:lnTo>
                  <a:lnTo>
                    <a:pt x="662" y="190"/>
                  </a:lnTo>
                  <a:lnTo>
                    <a:pt x="660" y="185"/>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774" name="picture 774"/>
          <p:cNvPicPr>
            <a:picLocks noChangeAspect="1"/>
          </p:cNvPicPr>
          <p:nvPr/>
        </p:nvPicPr>
        <p:blipFill>
          <a:blip r:embed="rId3"/>
          <a:stretch>
            <a:fillRect/>
          </a:stretch>
        </p:blipFill>
        <p:spPr>
          <a:xfrm rot="21600000">
            <a:off x="10209533" y="700317"/>
            <a:ext cx="736958" cy="727971"/>
          </a:xfrm>
          <a:prstGeom prst="rect">
            <a:avLst/>
          </a:prstGeom>
        </p:spPr>
      </p:pic>
      <p:graphicFrame>
        <p:nvGraphicFramePr>
          <p:cNvPr id="776" name="table 776"/>
          <p:cNvGraphicFramePr>
            <a:graphicFrameLocks noGrp="1"/>
          </p:cNvGraphicFramePr>
          <p:nvPr/>
        </p:nvGraphicFramePr>
        <p:xfrm>
          <a:off x="2577944" y="2774309"/>
          <a:ext cx="694055" cy="694690"/>
        </p:xfrm>
        <a:graphic>
          <a:graphicData uri="http://schemas.openxmlformats.org/drawingml/2006/table">
            <a:tbl>
              <a:tblPr/>
              <a:tblGrid>
                <a:gridCol w="694055"/>
              </a:tblGrid>
              <a:tr h="69469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778" name="picture 778"/>
          <p:cNvPicPr>
            <a:picLocks noChangeAspect="1"/>
          </p:cNvPicPr>
          <p:nvPr/>
        </p:nvPicPr>
        <p:blipFill>
          <a:blip r:embed="rId4"/>
          <a:stretch>
            <a:fillRect/>
          </a:stretch>
        </p:blipFill>
        <p:spPr>
          <a:xfrm rot="21600000">
            <a:off x="5484298" y="2989314"/>
            <a:ext cx="456970" cy="151401"/>
          </a:xfrm>
          <a:prstGeom prst="rect">
            <a:avLst/>
          </a:prstGeom>
        </p:spPr>
      </p:pic>
      <p:graphicFrame>
        <p:nvGraphicFramePr>
          <p:cNvPr id="780" name="table 780"/>
          <p:cNvGraphicFramePr>
            <a:graphicFrameLocks noGrp="1"/>
          </p:cNvGraphicFramePr>
          <p:nvPr/>
        </p:nvGraphicFramePr>
        <p:xfrm>
          <a:off x="5937812" y="2659549"/>
          <a:ext cx="694055" cy="694055"/>
        </p:xfrm>
        <a:graphic>
          <a:graphicData uri="http://schemas.openxmlformats.org/drawingml/2006/table">
            <a:tbl>
              <a:tblPr/>
              <a:tblGrid>
                <a:gridCol w="694055"/>
              </a:tblGrid>
              <a:tr h="694055">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82" name="rect"/>
          <p:cNvSpPr/>
          <p:nvPr/>
        </p:nvSpPr>
        <p:spPr>
          <a:xfrm>
            <a:off x="5025946" y="2891835"/>
            <a:ext cx="459734"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784" name="rect"/>
          <p:cNvSpPr/>
          <p:nvPr/>
        </p:nvSpPr>
        <p:spPr>
          <a:xfrm>
            <a:off x="5021799" y="2882920"/>
            <a:ext cx="467339" cy="36182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786" name="textbox 786"/>
          <p:cNvSpPr/>
          <p:nvPr/>
        </p:nvSpPr>
        <p:spPr>
          <a:xfrm>
            <a:off x="3333108" y="2976408"/>
            <a:ext cx="2167897" cy="309946"/>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485"/>
              </a:lnSpc>
            </a:pPr>
            <a:r>
              <a:rPr sz="3810" kern="0" spc="183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810" kern="0" spc="4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30" b="1" kern="0" spc="1830" baseline="-19000" dirty="0">
                <a:solidFill>
                  <a:srgbClr val="000000">
                    <a:alpha val="100000"/>
                  </a:srgbClr>
                </a:solidFill>
                <a:latin typeface="Times New Roman" panose="02020603050405020304"/>
                <a:ea typeface="Times New Roman" panose="02020603050405020304"/>
                <a:cs typeface="Times New Roman" panose="02020603050405020304"/>
              </a:rPr>
              <a:t>||</a:t>
            </a:r>
            <a:r>
              <a:rPr sz="163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635" dirty="0"/>
          </a:p>
        </p:txBody>
      </p:sp>
      <p:grpSp>
        <p:nvGrpSpPr>
          <p:cNvPr id="54" name="group 54"/>
          <p:cNvGrpSpPr/>
          <p:nvPr/>
        </p:nvGrpSpPr>
        <p:grpSpPr>
          <a:xfrm rot="21600000">
            <a:off x="9287308" y="4122404"/>
            <a:ext cx="901483" cy="486696"/>
            <a:chOff x="0" y="0"/>
            <a:chExt cx="993635" cy="536447"/>
          </a:xfrm>
        </p:grpSpPr>
        <p:sp>
          <p:nvSpPr>
            <p:cNvPr id="788" name="path"/>
            <p:cNvSpPr/>
            <p:nvPr/>
          </p:nvSpPr>
          <p:spPr>
            <a:xfrm>
              <a:off x="619493" y="206400"/>
              <a:ext cx="374141" cy="273859"/>
            </a:xfrm>
            <a:custGeom>
              <a:avLst/>
              <a:gdLst/>
              <a:ahLst/>
              <a:cxnLst/>
              <a:rect l="0" t="0" r="0" b="0"/>
              <a:pathLst>
                <a:path w="589" h="431">
                  <a:moveTo>
                    <a:pt x="99" y="51"/>
                  </a:moveTo>
                  <a:lnTo>
                    <a:pt x="86" y="58"/>
                  </a:lnTo>
                  <a:lnTo>
                    <a:pt x="73" y="68"/>
                  </a:lnTo>
                  <a:lnTo>
                    <a:pt x="60" y="82"/>
                  </a:lnTo>
                  <a:lnTo>
                    <a:pt x="47" y="98"/>
                  </a:lnTo>
                  <a:cubicBezTo>
                    <a:pt x="5" y="159"/>
                    <a:pt x="12" y="238"/>
                    <a:pt x="2" y="308"/>
                  </a:cubicBezTo>
                  <a:lnTo>
                    <a:pt x="0" y="325"/>
                  </a:lnTo>
                  <a:lnTo>
                    <a:pt x="1" y="327"/>
                  </a:lnTo>
                  <a:cubicBezTo>
                    <a:pt x="17" y="383"/>
                    <a:pt x="53" y="408"/>
                    <a:pt x="109" y="418"/>
                  </a:cubicBezTo>
                  <a:lnTo>
                    <a:pt x="128" y="422"/>
                  </a:lnTo>
                  <a:lnTo>
                    <a:pt x="147" y="424"/>
                  </a:lnTo>
                  <a:lnTo>
                    <a:pt x="165" y="426"/>
                  </a:lnTo>
                  <a:cubicBezTo>
                    <a:pt x="242" y="432"/>
                    <a:pt x="313" y="401"/>
                    <a:pt x="386" y="385"/>
                  </a:cubicBezTo>
                  <a:lnTo>
                    <a:pt x="410" y="379"/>
                  </a:lnTo>
                  <a:lnTo>
                    <a:pt x="434" y="372"/>
                  </a:lnTo>
                  <a:lnTo>
                    <a:pt x="457" y="364"/>
                  </a:lnTo>
                  <a:lnTo>
                    <a:pt x="480" y="358"/>
                  </a:lnTo>
                  <a:lnTo>
                    <a:pt x="499" y="352"/>
                  </a:lnTo>
                  <a:lnTo>
                    <a:pt x="517" y="345"/>
                  </a:lnTo>
                  <a:lnTo>
                    <a:pt x="531" y="339"/>
                  </a:lnTo>
                  <a:lnTo>
                    <a:pt x="542" y="336"/>
                  </a:lnTo>
                  <a:lnTo>
                    <a:pt x="547" y="331"/>
                  </a:lnTo>
                  <a:lnTo>
                    <a:pt x="560" y="304"/>
                  </a:lnTo>
                  <a:lnTo>
                    <a:pt x="572" y="268"/>
                  </a:lnTo>
                  <a:lnTo>
                    <a:pt x="581" y="228"/>
                  </a:lnTo>
                  <a:lnTo>
                    <a:pt x="587" y="183"/>
                  </a:lnTo>
                  <a:lnTo>
                    <a:pt x="589" y="139"/>
                  </a:lnTo>
                  <a:cubicBezTo>
                    <a:pt x="588" y="53"/>
                    <a:pt x="565" y="25"/>
                    <a:pt x="487" y="2"/>
                  </a:cubicBezTo>
                  <a:lnTo>
                    <a:pt x="477" y="1"/>
                  </a:lnTo>
                  <a:lnTo>
                    <a:pt x="470" y="1"/>
                  </a:lnTo>
                  <a:cubicBezTo>
                    <a:pt x="359" y="0"/>
                    <a:pt x="256" y="11"/>
                    <a:pt x="148" y="38"/>
                  </a:cubicBezTo>
                  <a:lnTo>
                    <a:pt x="134" y="42"/>
                  </a:lnTo>
                  <a:lnTo>
                    <a:pt x="121" y="45"/>
                  </a:lnTo>
                  <a:lnTo>
                    <a:pt x="110" y="49"/>
                  </a:lnTo>
                </a:path>
              </a:pathLst>
            </a:custGeom>
            <a:solidFill>
              <a:srgbClr val="59A359">
                <a:alpha val="100000"/>
              </a:srgbClr>
            </a:solidFill>
            <a:ln cap="flat">
              <a:noFill/>
              <a:prstDash val="solid"/>
              <a:miter lim="0"/>
            </a:ln>
          </p:spPr>
          <p:txBody>
            <a:bodyPr rtlCol="0"/>
            <a:lstStyle/>
            <a:p>
              <a:pPr algn="ctr"/>
              <a:endParaRPr lang="zh-CN" altLang="en-US" sz="1635"/>
            </a:p>
          </p:txBody>
        </p:sp>
        <p:sp>
          <p:nvSpPr>
            <p:cNvPr id="790" name="path"/>
            <p:cNvSpPr/>
            <p:nvPr/>
          </p:nvSpPr>
          <p:spPr>
            <a:xfrm>
              <a:off x="776478" y="274865"/>
              <a:ext cx="160019" cy="261581"/>
            </a:xfrm>
            <a:custGeom>
              <a:avLst/>
              <a:gdLst/>
              <a:ahLst/>
              <a:cxnLst/>
              <a:rect l="0" t="0" r="0" b="0"/>
              <a:pathLst>
                <a:path w="251" h="411">
                  <a:moveTo>
                    <a:pt x="74" y="27"/>
                  </a:moveTo>
                  <a:lnTo>
                    <a:pt x="0" y="411"/>
                  </a:lnTo>
                  <a:lnTo>
                    <a:pt x="171" y="411"/>
                  </a:lnTo>
                  <a:lnTo>
                    <a:pt x="251" y="17"/>
                  </a:lnTo>
                  <a:lnTo>
                    <a:pt x="251" y="14"/>
                  </a:lnTo>
                  <a:lnTo>
                    <a:pt x="250" y="12"/>
                  </a:lnTo>
                  <a:lnTo>
                    <a:pt x="247" y="9"/>
                  </a:lnTo>
                  <a:lnTo>
                    <a:pt x="240" y="7"/>
                  </a:lnTo>
                  <a:lnTo>
                    <a:pt x="230" y="3"/>
                  </a:lnTo>
                  <a:lnTo>
                    <a:pt x="215" y="1"/>
                  </a:lnTo>
                  <a:lnTo>
                    <a:pt x="194" y="0"/>
                  </a:lnTo>
                  <a:cubicBezTo>
                    <a:pt x="168" y="0"/>
                    <a:pt x="119" y="7"/>
                    <a:pt x="95" y="18"/>
                  </a:cubicBezTo>
                  <a:lnTo>
                    <a:pt x="83" y="23"/>
                  </a:lnTo>
                  <a:lnTo>
                    <a:pt x="76" y="26"/>
                  </a:lnTo>
                </a:path>
              </a:pathLst>
            </a:custGeom>
            <a:solidFill>
              <a:srgbClr val="A5A5A5">
                <a:alpha val="100000"/>
              </a:srgbClr>
            </a:solidFill>
            <a:ln cap="flat">
              <a:noFill/>
              <a:prstDash val="solid"/>
              <a:miter lim="0"/>
            </a:ln>
          </p:spPr>
          <p:txBody>
            <a:bodyPr rtlCol="0"/>
            <a:lstStyle/>
            <a:p>
              <a:pPr algn="ctr"/>
              <a:endParaRPr lang="zh-CN" altLang="en-US" sz="1635"/>
            </a:p>
          </p:txBody>
        </p:sp>
        <p:sp>
          <p:nvSpPr>
            <p:cNvPr id="792" name="path"/>
            <p:cNvSpPr/>
            <p:nvPr/>
          </p:nvSpPr>
          <p:spPr>
            <a:xfrm>
              <a:off x="0" y="0"/>
              <a:ext cx="938784" cy="358498"/>
            </a:xfrm>
            <a:custGeom>
              <a:avLst/>
              <a:gdLst/>
              <a:ahLst/>
              <a:cxnLst/>
              <a:rect l="0" t="0" r="0" b="0"/>
              <a:pathLst>
                <a:path w="1478" h="564">
                  <a:moveTo>
                    <a:pt x="709" y="478"/>
                  </a:moveTo>
                  <a:lnTo>
                    <a:pt x="768" y="463"/>
                  </a:lnTo>
                  <a:lnTo>
                    <a:pt x="768" y="472"/>
                  </a:lnTo>
                  <a:cubicBezTo>
                    <a:pt x="758" y="545"/>
                    <a:pt x="701" y="552"/>
                    <a:pt x="655" y="502"/>
                  </a:cubicBezTo>
                  <a:lnTo>
                    <a:pt x="648" y="494"/>
                  </a:lnTo>
                  <a:lnTo>
                    <a:pt x="709" y="478"/>
                  </a:lnTo>
                  <a:lnTo>
                    <a:pt x="704" y="460"/>
                  </a:lnTo>
                  <a:lnTo>
                    <a:pt x="640" y="477"/>
                  </a:lnTo>
                  <a:lnTo>
                    <a:pt x="634" y="473"/>
                  </a:lnTo>
                  <a:lnTo>
                    <a:pt x="630" y="468"/>
                  </a:lnTo>
                  <a:lnTo>
                    <a:pt x="626" y="462"/>
                  </a:lnTo>
                  <a:lnTo>
                    <a:pt x="621" y="454"/>
                  </a:lnTo>
                  <a:lnTo>
                    <a:pt x="630" y="452"/>
                  </a:lnTo>
                  <a:cubicBezTo>
                    <a:pt x="652" y="447"/>
                    <a:pt x="676" y="439"/>
                    <a:pt x="699" y="434"/>
                  </a:cubicBezTo>
                  <a:lnTo>
                    <a:pt x="709" y="432"/>
                  </a:lnTo>
                  <a:lnTo>
                    <a:pt x="703" y="415"/>
                  </a:lnTo>
                  <a:lnTo>
                    <a:pt x="625" y="434"/>
                  </a:lnTo>
                  <a:lnTo>
                    <a:pt x="624" y="433"/>
                  </a:lnTo>
                  <a:lnTo>
                    <a:pt x="624" y="427"/>
                  </a:lnTo>
                  <a:lnTo>
                    <a:pt x="592" y="424"/>
                  </a:lnTo>
                  <a:lnTo>
                    <a:pt x="592" y="436"/>
                  </a:lnTo>
                  <a:lnTo>
                    <a:pt x="594" y="448"/>
                  </a:lnTo>
                  <a:lnTo>
                    <a:pt x="597" y="460"/>
                  </a:lnTo>
                  <a:cubicBezTo>
                    <a:pt x="620" y="518"/>
                    <a:pt x="685" y="576"/>
                    <a:pt x="752" y="556"/>
                  </a:cubicBezTo>
                  <a:lnTo>
                    <a:pt x="762" y="553"/>
                  </a:lnTo>
                  <a:lnTo>
                    <a:pt x="778" y="541"/>
                  </a:lnTo>
                  <a:lnTo>
                    <a:pt x="788" y="526"/>
                  </a:lnTo>
                  <a:lnTo>
                    <a:pt x="793" y="518"/>
                  </a:lnTo>
                  <a:lnTo>
                    <a:pt x="795" y="510"/>
                  </a:lnTo>
                  <a:lnTo>
                    <a:pt x="822" y="352"/>
                  </a:lnTo>
                  <a:lnTo>
                    <a:pt x="823" y="342"/>
                  </a:lnTo>
                  <a:lnTo>
                    <a:pt x="825" y="328"/>
                  </a:lnTo>
                  <a:cubicBezTo>
                    <a:pt x="830" y="307"/>
                    <a:pt x="837" y="279"/>
                    <a:pt x="849" y="261"/>
                  </a:cubicBezTo>
                  <a:lnTo>
                    <a:pt x="855" y="248"/>
                  </a:lnTo>
                  <a:lnTo>
                    <a:pt x="862" y="235"/>
                  </a:lnTo>
                  <a:lnTo>
                    <a:pt x="871" y="223"/>
                  </a:lnTo>
                  <a:lnTo>
                    <a:pt x="892" y="199"/>
                  </a:lnTo>
                  <a:lnTo>
                    <a:pt x="904" y="187"/>
                  </a:lnTo>
                  <a:cubicBezTo>
                    <a:pt x="921" y="172"/>
                    <a:pt x="956" y="148"/>
                    <a:pt x="976" y="141"/>
                  </a:cubicBezTo>
                  <a:lnTo>
                    <a:pt x="993" y="134"/>
                  </a:lnTo>
                  <a:lnTo>
                    <a:pt x="1010" y="128"/>
                  </a:lnTo>
                  <a:cubicBezTo>
                    <a:pt x="1060" y="117"/>
                    <a:pt x="1056" y="104"/>
                    <a:pt x="1093" y="142"/>
                  </a:cubicBezTo>
                  <a:lnTo>
                    <a:pt x="1104" y="148"/>
                  </a:lnTo>
                  <a:lnTo>
                    <a:pt x="1116" y="154"/>
                  </a:lnTo>
                  <a:lnTo>
                    <a:pt x="1130" y="159"/>
                  </a:lnTo>
                  <a:cubicBezTo>
                    <a:pt x="1189" y="181"/>
                    <a:pt x="1250" y="176"/>
                    <a:pt x="1305" y="145"/>
                  </a:cubicBezTo>
                  <a:lnTo>
                    <a:pt x="1315" y="140"/>
                  </a:lnTo>
                  <a:lnTo>
                    <a:pt x="1332" y="128"/>
                  </a:lnTo>
                  <a:lnTo>
                    <a:pt x="1359" y="140"/>
                  </a:lnTo>
                  <a:cubicBezTo>
                    <a:pt x="1448" y="186"/>
                    <a:pt x="1452" y="242"/>
                    <a:pt x="1462" y="327"/>
                  </a:cubicBezTo>
                  <a:lnTo>
                    <a:pt x="1466" y="332"/>
                  </a:lnTo>
                  <a:lnTo>
                    <a:pt x="1474" y="302"/>
                  </a:lnTo>
                  <a:lnTo>
                    <a:pt x="1478" y="272"/>
                  </a:lnTo>
                  <a:lnTo>
                    <a:pt x="1478" y="241"/>
                  </a:lnTo>
                  <a:cubicBezTo>
                    <a:pt x="1472" y="200"/>
                    <a:pt x="1451" y="165"/>
                    <a:pt x="1418" y="141"/>
                  </a:cubicBezTo>
                  <a:lnTo>
                    <a:pt x="1399" y="127"/>
                  </a:lnTo>
                  <a:lnTo>
                    <a:pt x="1388" y="120"/>
                  </a:lnTo>
                  <a:lnTo>
                    <a:pt x="1377" y="113"/>
                  </a:lnTo>
                  <a:lnTo>
                    <a:pt x="1365" y="106"/>
                  </a:lnTo>
                  <a:lnTo>
                    <a:pt x="1353" y="100"/>
                  </a:lnTo>
                  <a:lnTo>
                    <a:pt x="1342" y="96"/>
                  </a:lnTo>
                  <a:lnTo>
                    <a:pt x="1330" y="91"/>
                  </a:lnTo>
                  <a:lnTo>
                    <a:pt x="1328" y="91"/>
                  </a:lnTo>
                  <a:lnTo>
                    <a:pt x="1326" y="92"/>
                  </a:lnTo>
                  <a:lnTo>
                    <a:pt x="1324" y="92"/>
                  </a:lnTo>
                  <a:lnTo>
                    <a:pt x="1322" y="93"/>
                  </a:lnTo>
                  <a:lnTo>
                    <a:pt x="1316" y="99"/>
                  </a:lnTo>
                  <a:lnTo>
                    <a:pt x="1310" y="103"/>
                  </a:lnTo>
                  <a:cubicBezTo>
                    <a:pt x="1259" y="153"/>
                    <a:pt x="1175" y="155"/>
                    <a:pt x="1113" y="126"/>
                  </a:cubicBezTo>
                  <a:lnTo>
                    <a:pt x="1107" y="122"/>
                  </a:lnTo>
                  <a:lnTo>
                    <a:pt x="1101" y="116"/>
                  </a:lnTo>
                  <a:lnTo>
                    <a:pt x="1104" y="115"/>
                  </a:lnTo>
                  <a:cubicBezTo>
                    <a:pt x="1130" y="87"/>
                    <a:pt x="1121" y="39"/>
                    <a:pt x="1098" y="12"/>
                  </a:cubicBezTo>
                  <a:lnTo>
                    <a:pt x="1087" y="0"/>
                  </a:lnTo>
                  <a:lnTo>
                    <a:pt x="1087" y="14"/>
                  </a:lnTo>
                  <a:lnTo>
                    <a:pt x="1089" y="27"/>
                  </a:lnTo>
                  <a:lnTo>
                    <a:pt x="1090" y="44"/>
                  </a:lnTo>
                  <a:lnTo>
                    <a:pt x="1088" y="63"/>
                  </a:lnTo>
                  <a:lnTo>
                    <a:pt x="1084" y="79"/>
                  </a:lnTo>
                  <a:lnTo>
                    <a:pt x="1075" y="92"/>
                  </a:lnTo>
                  <a:lnTo>
                    <a:pt x="1059" y="99"/>
                  </a:lnTo>
                  <a:lnTo>
                    <a:pt x="1041" y="99"/>
                  </a:lnTo>
                  <a:cubicBezTo>
                    <a:pt x="1018" y="100"/>
                    <a:pt x="982" y="107"/>
                    <a:pt x="961" y="116"/>
                  </a:cubicBezTo>
                  <a:lnTo>
                    <a:pt x="946" y="121"/>
                  </a:lnTo>
                  <a:lnTo>
                    <a:pt x="932" y="127"/>
                  </a:lnTo>
                  <a:lnTo>
                    <a:pt x="918" y="134"/>
                  </a:lnTo>
                  <a:cubicBezTo>
                    <a:pt x="863" y="169"/>
                    <a:pt x="828" y="196"/>
                    <a:pt x="812" y="261"/>
                  </a:cubicBezTo>
                  <a:lnTo>
                    <a:pt x="805" y="283"/>
                  </a:lnTo>
                  <a:lnTo>
                    <a:pt x="798" y="279"/>
                  </a:lnTo>
                  <a:cubicBezTo>
                    <a:pt x="776" y="274"/>
                    <a:pt x="753" y="270"/>
                    <a:pt x="734" y="260"/>
                  </a:cubicBezTo>
                  <a:lnTo>
                    <a:pt x="730" y="255"/>
                  </a:lnTo>
                  <a:lnTo>
                    <a:pt x="715" y="258"/>
                  </a:lnTo>
                  <a:lnTo>
                    <a:pt x="691" y="260"/>
                  </a:lnTo>
                  <a:cubicBezTo>
                    <a:pt x="529" y="280"/>
                    <a:pt x="366" y="302"/>
                    <a:pt x="204" y="320"/>
                  </a:cubicBezTo>
                  <a:lnTo>
                    <a:pt x="199" y="321"/>
                  </a:lnTo>
                  <a:lnTo>
                    <a:pt x="187" y="319"/>
                  </a:lnTo>
                  <a:cubicBezTo>
                    <a:pt x="131" y="305"/>
                    <a:pt x="76" y="288"/>
                    <a:pt x="20" y="278"/>
                  </a:cubicBezTo>
                  <a:lnTo>
                    <a:pt x="8" y="276"/>
                  </a:lnTo>
                  <a:lnTo>
                    <a:pt x="0" y="282"/>
                  </a:lnTo>
                  <a:lnTo>
                    <a:pt x="2" y="283"/>
                  </a:lnTo>
                  <a:cubicBezTo>
                    <a:pt x="53" y="299"/>
                    <a:pt x="108" y="314"/>
                    <a:pt x="160" y="328"/>
                  </a:cubicBezTo>
                  <a:lnTo>
                    <a:pt x="163" y="328"/>
                  </a:lnTo>
                  <a:lnTo>
                    <a:pt x="162" y="328"/>
                  </a:lnTo>
                  <a:cubicBezTo>
                    <a:pt x="154" y="332"/>
                    <a:pt x="145" y="333"/>
                    <a:pt x="138" y="337"/>
                  </a:cubicBezTo>
                  <a:lnTo>
                    <a:pt x="134" y="339"/>
                  </a:lnTo>
                  <a:lnTo>
                    <a:pt x="368" y="416"/>
                  </a:lnTo>
                  <a:lnTo>
                    <a:pt x="372" y="417"/>
                  </a:lnTo>
                  <a:lnTo>
                    <a:pt x="380" y="417"/>
                  </a:lnTo>
                  <a:lnTo>
                    <a:pt x="385" y="415"/>
                  </a:lnTo>
                  <a:lnTo>
                    <a:pt x="184" y="343"/>
                  </a:lnTo>
                  <a:lnTo>
                    <a:pt x="198" y="340"/>
                  </a:lnTo>
                  <a:lnTo>
                    <a:pt x="222" y="337"/>
                  </a:lnTo>
                  <a:cubicBezTo>
                    <a:pt x="351" y="318"/>
                    <a:pt x="480" y="300"/>
                    <a:pt x="609" y="283"/>
                  </a:cubicBezTo>
                  <a:lnTo>
                    <a:pt x="648" y="277"/>
                  </a:lnTo>
                  <a:lnTo>
                    <a:pt x="680" y="273"/>
                  </a:lnTo>
                  <a:cubicBezTo>
                    <a:pt x="738" y="259"/>
                    <a:pt x="730" y="270"/>
                    <a:pt x="784" y="291"/>
                  </a:cubicBezTo>
                  <a:lnTo>
                    <a:pt x="794" y="296"/>
                  </a:lnTo>
                  <a:lnTo>
                    <a:pt x="802" y="301"/>
                  </a:lnTo>
                  <a:lnTo>
                    <a:pt x="801" y="318"/>
                  </a:lnTo>
                  <a:lnTo>
                    <a:pt x="798" y="333"/>
                  </a:lnTo>
                  <a:lnTo>
                    <a:pt x="794" y="350"/>
                  </a:lnTo>
                  <a:lnTo>
                    <a:pt x="788" y="364"/>
                  </a:lnTo>
                  <a:lnTo>
                    <a:pt x="782" y="360"/>
                  </a:lnTo>
                  <a:cubicBezTo>
                    <a:pt x="771" y="347"/>
                    <a:pt x="758" y="341"/>
                    <a:pt x="746" y="331"/>
                  </a:cubicBezTo>
                  <a:lnTo>
                    <a:pt x="738" y="327"/>
                  </a:lnTo>
                  <a:lnTo>
                    <a:pt x="744" y="327"/>
                  </a:lnTo>
                  <a:cubicBezTo>
                    <a:pt x="755" y="328"/>
                    <a:pt x="763" y="341"/>
                    <a:pt x="780" y="339"/>
                  </a:cubicBezTo>
                  <a:lnTo>
                    <a:pt x="786" y="337"/>
                  </a:lnTo>
                  <a:lnTo>
                    <a:pt x="780" y="328"/>
                  </a:lnTo>
                  <a:cubicBezTo>
                    <a:pt x="761" y="312"/>
                    <a:pt x="747" y="302"/>
                    <a:pt x="724" y="293"/>
                  </a:cubicBezTo>
                  <a:lnTo>
                    <a:pt x="715" y="290"/>
                  </a:lnTo>
                  <a:lnTo>
                    <a:pt x="721" y="290"/>
                  </a:lnTo>
                  <a:lnTo>
                    <a:pt x="728" y="291"/>
                  </a:lnTo>
                  <a:cubicBezTo>
                    <a:pt x="742" y="293"/>
                    <a:pt x="749" y="295"/>
                    <a:pt x="762" y="298"/>
                  </a:cubicBezTo>
                  <a:lnTo>
                    <a:pt x="768" y="301"/>
                  </a:lnTo>
                  <a:lnTo>
                    <a:pt x="771" y="302"/>
                  </a:lnTo>
                  <a:lnTo>
                    <a:pt x="775" y="303"/>
                  </a:lnTo>
                  <a:lnTo>
                    <a:pt x="778" y="307"/>
                  </a:lnTo>
                  <a:lnTo>
                    <a:pt x="781" y="308"/>
                  </a:lnTo>
                  <a:lnTo>
                    <a:pt x="784" y="310"/>
                  </a:lnTo>
                  <a:lnTo>
                    <a:pt x="788" y="312"/>
                  </a:lnTo>
                  <a:lnTo>
                    <a:pt x="792" y="310"/>
                  </a:lnTo>
                  <a:lnTo>
                    <a:pt x="795" y="308"/>
                  </a:lnTo>
                  <a:lnTo>
                    <a:pt x="789" y="302"/>
                  </a:lnTo>
                  <a:lnTo>
                    <a:pt x="782" y="298"/>
                  </a:lnTo>
                  <a:lnTo>
                    <a:pt x="775" y="293"/>
                  </a:lnTo>
                  <a:lnTo>
                    <a:pt x="768" y="291"/>
                  </a:lnTo>
                  <a:lnTo>
                    <a:pt x="758" y="289"/>
                  </a:lnTo>
                  <a:lnTo>
                    <a:pt x="750" y="286"/>
                  </a:lnTo>
                  <a:lnTo>
                    <a:pt x="740" y="284"/>
                  </a:lnTo>
                  <a:lnTo>
                    <a:pt x="732" y="282"/>
                  </a:lnTo>
                  <a:lnTo>
                    <a:pt x="727" y="280"/>
                  </a:lnTo>
                  <a:lnTo>
                    <a:pt x="721" y="279"/>
                  </a:lnTo>
                  <a:lnTo>
                    <a:pt x="715" y="279"/>
                  </a:lnTo>
                  <a:lnTo>
                    <a:pt x="711" y="283"/>
                  </a:lnTo>
                  <a:lnTo>
                    <a:pt x="711" y="284"/>
                  </a:lnTo>
                  <a:lnTo>
                    <a:pt x="712" y="286"/>
                  </a:lnTo>
                  <a:lnTo>
                    <a:pt x="712" y="288"/>
                  </a:lnTo>
                  <a:lnTo>
                    <a:pt x="715" y="289"/>
                  </a:lnTo>
                  <a:lnTo>
                    <a:pt x="709" y="290"/>
                  </a:lnTo>
                  <a:lnTo>
                    <a:pt x="702" y="291"/>
                  </a:lnTo>
                  <a:lnTo>
                    <a:pt x="697" y="292"/>
                  </a:lnTo>
                  <a:lnTo>
                    <a:pt x="696" y="297"/>
                  </a:lnTo>
                  <a:lnTo>
                    <a:pt x="703" y="300"/>
                  </a:lnTo>
                  <a:cubicBezTo>
                    <a:pt x="719" y="304"/>
                    <a:pt x="726" y="304"/>
                    <a:pt x="742" y="312"/>
                  </a:cubicBezTo>
                  <a:lnTo>
                    <a:pt x="748" y="315"/>
                  </a:lnTo>
                  <a:lnTo>
                    <a:pt x="744" y="316"/>
                  </a:lnTo>
                  <a:lnTo>
                    <a:pt x="738" y="316"/>
                  </a:lnTo>
                  <a:lnTo>
                    <a:pt x="733" y="315"/>
                  </a:lnTo>
                  <a:lnTo>
                    <a:pt x="727" y="314"/>
                  </a:lnTo>
                  <a:lnTo>
                    <a:pt x="721" y="313"/>
                  </a:lnTo>
                  <a:lnTo>
                    <a:pt x="715" y="312"/>
                  </a:lnTo>
                  <a:lnTo>
                    <a:pt x="709" y="314"/>
                  </a:lnTo>
                  <a:lnTo>
                    <a:pt x="703" y="315"/>
                  </a:lnTo>
                  <a:lnTo>
                    <a:pt x="706" y="322"/>
                  </a:lnTo>
                  <a:cubicBezTo>
                    <a:pt x="714" y="336"/>
                    <a:pt x="734" y="339"/>
                    <a:pt x="746" y="353"/>
                  </a:cubicBezTo>
                  <a:lnTo>
                    <a:pt x="751" y="361"/>
                  </a:lnTo>
                  <a:lnTo>
                    <a:pt x="736" y="362"/>
                  </a:lnTo>
                  <a:cubicBezTo>
                    <a:pt x="709" y="367"/>
                    <a:pt x="679" y="378"/>
                    <a:pt x="652" y="379"/>
                  </a:cubicBezTo>
                  <a:lnTo>
                    <a:pt x="639" y="380"/>
                  </a:lnTo>
                  <a:lnTo>
                    <a:pt x="642" y="366"/>
                  </a:lnTo>
                  <a:cubicBezTo>
                    <a:pt x="643" y="335"/>
                    <a:pt x="646" y="327"/>
                    <a:pt x="627" y="307"/>
                  </a:cubicBezTo>
                  <a:lnTo>
                    <a:pt x="620" y="306"/>
                  </a:lnTo>
                  <a:lnTo>
                    <a:pt x="613" y="315"/>
                  </a:lnTo>
                  <a:lnTo>
                    <a:pt x="608" y="325"/>
                  </a:lnTo>
                  <a:lnTo>
                    <a:pt x="604" y="334"/>
                  </a:lnTo>
                  <a:lnTo>
                    <a:pt x="596" y="343"/>
                  </a:lnTo>
                  <a:lnTo>
                    <a:pt x="566" y="306"/>
                  </a:lnTo>
                  <a:lnTo>
                    <a:pt x="558" y="306"/>
                  </a:lnTo>
                  <a:lnTo>
                    <a:pt x="558" y="312"/>
                  </a:lnTo>
                  <a:cubicBezTo>
                    <a:pt x="569" y="325"/>
                    <a:pt x="584" y="347"/>
                    <a:pt x="588" y="364"/>
                  </a:cubicBezTo>
                  <a:lnTo>
                    <a:pt x="590" y="372"/>
                  </a:lnTo>
                  <a:lnTo>
                    <a:pt x="597" y="370"/>
                  </a:lnTo>
                  <a:cubicBezTo>
                    <a:pt x="612" y="364"/>
                    <a:pt x="613" y="357"/>
                    <a:pt x="621" y="345"/>
                  </a:cubicBezTo>
                  <a:lnTo>
                    <a:pt x="624" y="342"/>
                  </a:lnTo>
                  <a:lnTo>
                    <a:pt x="627" y="345"/>
                  </a:lnTo>
                  <a:lnTo>
                    <a:pt x="625" y="356"/>
                  </a:lnTo>
                  <a:cubicBezTo>
                    <a:pt x="618" y="379"/>
                    <a:pt x="607" y="395"/>
                    <a:pt x="597" y="416"/>
                  </a:cubicBezTo>
                  <a:lnTo>
                    <a:pt x="592" y="424"/>
                  </a:lnTo>
                  <a:lnTo>
                    <a:pt x="624" y="427"/>
                  </a:lnTo>
                  <a:lnTo>
                    <a:pt x="627" y="421"/>
                  </a:lnTo>
                  <a:lnTo>
                    <a:pt x="632" y="404"/>
                  </a:lnTo>
                  <a:lnTo>
                    <a:pt x="634" y="399"/>
                  </a:lnTo>
                  <a:lnTo>
                    <a:pt x="651" y="397"/>
                  </a:lnTo>
                  <a:lnTo>
                    <a:pt x="667" y="393"/>
                  </a:lnTo>
                  <a:lnTo>
                    <a:pt x="684" y="391"/>
                  </a:lnTo>
                  <a:lnTo>
                    <a:pt x="700" y="387"/>
                  </a:lnTo>
                  <a:lnTo>
                    <a:pt x="716" y="383"/>
                  </a:lnTo>
                  <a:lnTo>
                    <a:pt x="732" y="381"/>
                  </a:lnTo>
                  <a:lnTo>
                    <a:pt x="748" y="378"/>
                  </a:lnTo>
                  <a:lnTo>
                    <a:pt x="764" y="375"/>
                  </a:lnTo>
                  <a:lnTo>
                    <a:pt x="770" y="380"/>
                  </a:lnTo>
                  <a:lnTo>
                    <a:pt x="775" y="385"/>
                  </a:lnTo>
                  <a:lnTo>
                    <a:pt x="778" y="391"/>
                  </a:lnTo>
                  <a:lnTo>
                    <a:pt x="782" y="396"/>
                  </a:lnTo>
                  <a:lnTo>
                    <a:pt x="703" y="415"/>
                  </a:lnTo>
                  <a:lnTo>
                    <a:pt x="709" y="432"/>
                  </a:lnTo>
                  <a:lnTo>
                    <a:pt x="711" y="432"/>
                  </a:lnTo>
                  <a:cubicBezTo>
                    <a:pt x="730" y="426"/>
                    <a:pt x="749" y="421"/>
                    <a:pt x="768" y="416"/>
                  </a:cubicBezTo>
                  <a:lnTo>
                    <a:pt x="777" y="412"/>
                  </a:lnTo>
                  <a:lnTo>
                    <a:pt x="774" y="443"/>
                  </a:lnTo>
                  <a:lnTo>
                    <a:pt x="704" y="460"/>
                  </a:lnTo>
                </a:path>
              </a:pathLst>
            </a:custGeom>
            <a:solidFill>
              <a:srgbClr val="000000">
                <a:alpha val="100000"/>
              </a:srgbClr>
            </a:solidFill>
            <a:ln cap="flat">
              <a:noFill/>
              <a:prstDash val="solid"/>
              <a:miter lim="0"/>
            </a:ln>
          </p:spPr>
          <p:txBody>
            <a:bodyPr rtlCol="0"/>
            <a:lstStyle/>
            <a:p>
              <a:pPr algn="ctr"/>
              <a:endParaRPr lang="zh-CN" altLang="en-US" sz="1635"/>
            </a:p>
          </p:txBody>
        </p:sp>
      </p:grpSp>
      <p:graphicFrame>
        <p:nvGraphicFramePr>
          <p:cNvPr id="794" name="table 794"/>
          <p:cNvGraphicFramePr>
            <a:graphicFrameLocks noGrp="1"/>
          </p:cNvGraphicFramePr>
          <p:nvPr/>
        </p:nvGraphicFramePr>
        <p:xfrm>
          <a:off x="5937812" y="3346732"/>
          <a:ext cx="694055" cy="240030"/>
        </p:xfrm>
        <a:graphic>
          <a:graphicData uri="http://schemas.openxmlformats.org/drawingml/2006/table">
            <a:tbl>
              <a:tblPr>
                <a:solidFill>
                  <a:srgbClr val="C0C0C0"/>
                </a:solidFill>
              </a:tblPr>
              <a:tblGrid>
                <a:gridCol w="694055"/>
              </a:tblGrid>
              <a:tr h="240030">
                <a:tc>
                  <a:txBody>
                    <a:bodyPr/>
                    <a:lstStyle/>
                    <a:p>
                      <a:pPr algn="l" rtl="0" eaLnBrk="0">
                        <a:lnSpc>
                          <a:spcPct val="100000"/>
                        </a:lnSpc>
                      </a:pPr>
                      <a:endParaRPr lang="en-US" altLang="en-US" sz="905" dirty="0"/>
                    </a:p>
                  </a:txBody>
                  <a:tcPr marL="0" marR="0" marT="0" marB="0" vert="horz">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41275" cap="flat" cmpd="sng" algn="ctr">
                      <a:solidFill>
                        <a:srgbClr val="000000"/>
                      </a:solidFill>
                      <a:prstDash val="solid"/>
                      <a:round/>
                      <a:headEnd type="none" w="med" len="med"/>
                      <a:tailEnd type="none" w="med" len="med"/>
                    </a:lnB>
                    <a:solidFill>
                      <a:srgbClr val="C0C0C0"/>
                    </a:solidFill>
                  </a:tcPr>
                </a:tc>
              </a:tr>
            </a:tbl>
          </a:graphicData>
        </a:graphic>
      </p:graphicFrame>
      <p:pic>
        <p:nvPicPr>
          <p:cNvPr id="796" name="picture 796"/>
          <p:cNvPicPr>
            <a:picLocks noChangeAspect="1"/>
          </p:cNvPicPr>
          <p:nvPr/>
        </p:nvPicPr>
        <p:blipFill>
          <a:blip r:embed="rId5"/>
          <a:stretch>
            <a:fillRect/>
          </a:stretch>
        </p:blipFill>
        <p:spPr>
          <a:xfrm rot="21600000">
            <a:off x="5403413" y="3561383"/>
            <a:ext cx="643289" cy="536132"/>
          </a:xfrm>
          <a:prstGeom prst="rect">
            <a:avLst/>
          </a:prstGeom>
        </p:spPr>
      </p:pic>
      <p:sp>
        <p:nvSpPr>
          <p:cNvPr id="798" name="path"/>
          <p:cNvSpPr/>
          <p:nvPr/>
        </p:nvSpPr>
        <p:spPr>
          <a:xfrm>
            <a:off x="9364046" y="4298002"/>
            <a:ext cx="253027" cy="91755"/>
          </a:xfrm>
          <a:custGeom>
            <a:avLst/>
            <a:gdLst/>
            <a:ahLst/>
            <a:cxnLst/>
            <a:rect l="0" t="0" r="0" b="0"/>
            <a:pathLst>
              <a:path w="439" h="159">
                <a:moveTo>
                  <a:pt x="411" y="1"/>
                </a:moveTo>
                <a:lnTo>
                  <a:pt x="416" y="9"/>
                </a:lnTo>
                <a:cubicBezTo>
                  <a:pt x="425" y="28"/>
                  <a:pt x="432" y="36"/>
                  <a:pt x="436" y="57"/>
                </a:cubicBezTo>
                <a:lnTo>
                  <a:pt x="439" y="67"/>
                </a:lnTo>
                <a:lnTo>
                  <a:pt x="429" y="70"/>
                </a:lnTo>
                <a:lnTo>
                  <a:pt x="423" y="62"/>
                </a:lnTo>
                <a:lnTo>
                  <a:pt x="421" y="45"/>
                </a:lnTo>
                <a:lnTo>
                  <a:pt x="417" y="37"/>
                </a:lnTo>
                <a:lnTo>
                  <a:pt x="400" y="3"/>
                </a:lnTo>
                <a:lnTo>
                  <a:pt x="402" y="2"/>
                </a:lnTo>
                <a:lnTo>
                  <a:pt x="405" y="1"/>
                </a:lnTo>
                <a:lnTo>
                  <a:pt x="409" y="0"/>
                </a:lnTo>
              </a:path>
              <a:path w="439" h="159">
                <a:moveTo>
                  <a:pt x="378" y="1"/>
                </a:moveTo>
                <a:lnTo>
                  <a:pt x="382" y="8"/>
                </a:lnTo>
                <a:cubicBezTo>
                  <a:pt x="392" y="22"/>
                  <a:pt x="403" y="36"/>
                  <a:pt x="409" y="52"/>
                </a:cubicBezTo>
                <a:lnTo>
                  <a:pt x="410" y="60"/>
                </a:lnTo>
                <a:lnTo>
                  <a:pt x="403" y="63"/>
                </a:lnTo>
                <a:lnTo>
                  <a:pt x="400" y="63"/>
                </a:lnTo>
                <a:lnTo>
                  <a:pt x="396" y="56"/>
                </a:lnTo>
                <a:cubicBezTo>
                  <a:pt x="388" y="39"/>
                  <a:pt x="385" y="17"/>
                  <a:pt x="368" y="7"/>
                </a:cubicBezTo>
                <a:lnTo>
                  <a:pt x="368" y="4"/>
                </a:lnTo>
                <a:lnTo>
                  <a:pt x="372" y="3"/>
                </a:lnTo>
                <a:lnTo>
                  <a:pt x="374" y="1"/>
                </a:lnTo>
              </a:path>
              <a:path w="439" h="159">
                <a:moveTo>
                  <a:pt x="343" y="7"/>
                </a:moveTo>
                <a:lnTo>
                  <a:pt x="351" y="13"/>
                </a:lnTo>
                <a:lnTo>
                  <a:pt x="360" y="20"/>
                </a:lnTo>
                <a:lnTo>
                  <a:pt x="366" y="27"/>
                </a:lnTo>
                <a:lnTo>
                  <a:pt x="373" y="34"/>
                </a:lnTo>
                <a:lnTo>
                  <a:pt x="378" y="41"/>
                </a:lnTo>
                <a:lnTo>
                  <a:pt x="381" y="50"/>
                </a:lnTo>
                <a:lnTo>
                  <a:pt x="382" y="58"/>
                </a:lnTo>
                <a:lnTo>
                  <a:pt x="382" y="67"/>
                </a:lnTo>
                <a:lnTo>
                  <a:pt x="381" y="68"/>
                </a:lnTo>
                <a:lnTo>
                  <a:pt x="373" y="68"/>
                </a:lnTo>
                <a:lnTo>
                  <a:pt x="368" y="61"/>
                </a:lnTo>
                <a:cubicBezTo>
                  <a:pt x="362" y="45"/>
                  <a:pt x="358" y="26"/>
                  <a:pt x="343" y="16"/>
                </a:cubicBezTo>
                <a:lnTo>
                  <a:pt x="333" y="10"/>
                </a:lnTo>
                <a:lnTo>
                  <a:pt x="333" y="7"/>
                </a:lnTo>
              </a:path>
              <a:path w="439" h="159">
                <a:moveTo>
                  <a:pt x="344" y="43"/>
                </a:moveTo>
                <a:lnTo>
                  <a:pt x="351" y="55"/>
                </a:lnTo>
                <a:cubicBezTo>
                  <a:pt x="363" y="73"/>
                  <a:pt x="374" y="114"/>
                  <a:pt x="377" y="136"/>
                </a:cubicBezTo>
                <a:lnTo>
                  <a:pt x="379" y="150"/>
                </a:lnTo>
                <a:lnTo>
                  <a:pt x="374" y="153"/>
                </a:lnTo>
                <a:cubicBezTo>
                  <a:pt x="357" y="160"/>
                  <a:pt x="347" y="144"/>
                  <a:pt x="344" y="130"/>
                </a:cubicBezTo>
                <a:lnTo>
                  <a:pt x="344" y="126"/>
                </a:lnTo>
                <a:lnTo>
                  <a:pt x="333" y="127"/>
                </a:lnTo>
                <a:cubicBezTo>
                  <a:pt x="302" y="128"/>
                  <a:pt x="271" y="138"/>
                  <a:pt x="242" y="140"/>
                </a:cubicBezTo>
                <a:lnTo>
                  <a:pt x="0" y="64"/>
                </a:lnTo>
                <a:lnTo>
                  <a:pt x="3" y="62"/>
                </a:lnTo>
                <a:lnTo>
                  <a:pt x="3" y="52"/>
                </a:lnTo>
                <a:lnTo>
                  <a:pt x="244" y="127"/>
                </a:lnTo>
                <a:cubicBezTo>
                  <a:pt x="274" y="121"/>
                  <a:pt x="303" y="118"/>
                  <a:pt x="333" y="111"/>
                </a:cubicBezTo>
                <a:lnTo>
                  <a:pt x="344" y="106"/>
                </a:lnTo>
                <a:lnTo>
                  <a:pt x="344" y="94"/>
                </a:lnTo>
                <a:cubicBezTo>
                  <a:pt x="342" y="74"/>
                  <a:pt x="328" y="40"/>
                  <a:pt x="317" y="22"/>
                </a:cubicBezTo>
                <a:lnTo>
                  <a:pt x="316" y="20"/>
                </a:lnTo>
                <a:lnTo>
                  <a:pt x="322" y="20"/>
                </a:lnTo>
                <a:cubicBezTo>
                  <a:pt x="330" y="25"/>
                  <a:pt x="335" y="26"/>
                  <a:pt x="339" y="36"/>
                </a:cubicBezTo>
                <a:lnTo>
                  <a:pt x="341" y="3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800" name="path"/>
          <p:cNvSpPr/>
          <p:nvPr/>
        </p:nvSpPr>
        <p:spPr>
          <a:xfrm>
            <a:off x="9232693" y="4315088"/>
            <a:ext cx="944734" cy="294012"/>
          </a:xfrm>
          <a:custGeom>
            <a:avLst/>
            <a:gdLst/>
            <a:ahLst/>
            <a:cxnLst/>
            <a:rect l="0" t="0" r="0" b="0"/>
            <a:pathLst>
              <a:path w="1639" h="510">
                <a:moveTo>
                  <a:pt x="1117" y="5"/>
                </a:moveTo>
                <a:lnTo>
                  <a:pt x="1117" y="7"/>
                </a:lnTo>
                <a:lnTo>
                  <a:pt x="1114" y="11"/>
                </a:lnTo>
                <a:lnTo>
                  <a:pt x="1111" y="17"/>
                </a:lnTo>
                <a:lnTo>
                  <a:pt x="1101" y="26"/>
                </a:lnTo>
                <a:lnTo>
                  <a:pt x="1096" y="30"/>
                </a:lnTo>
                <a:lnTo>
                  <a:pt x="1094" y="32"/>
                </a:lnTo>
                <a:lnTo>
                  <a:pt x="1093" y="33"/>
                </a:lnTo>
                <a:lnTo>
                  <a:pt x="1020" y="215"/>
                </a:lnTo>
                <a:lnTo>
                  <a:pt x="1015" y="223"/>
                </a:lnTo>
                <a:lnTo>
                  <a:pt x="1014" y="230"/>
                </a:lnTo>
                <a:lnTo>
                  <a:pt x="1015" y="237"/>
                </a:lnTo>
                <a:cubicBezTo>
                  <a:pt x="1026" y="261"/>
                  <a:pt x="1049" y="281"/>
                  <a:pt x="1029" y="311"/>
                </a:cubicBezTo>
                <a:lnTo>
                  <a:pt x="1017" y="317"/>
                </a:lnTo>
                <a:lnTo>
                  <a:pt x="1011" y="315"/>
                </a:lnTo>
                <a:lnTo>
                  <a:pt x="1010" y="311"/>
                </a:lnTo>
                <a:lnTo>
                  <a:pt x="1010" y="303"/>
                </a:lnTo>
                <a:lnTo>
                  <a:pt x="1015" y="297"/>
                </a:lnTo>
                <a:lnTo>
                  <a:pt x="1016" y="291"/>
                </a:lnTo>
                <a:lnTo>
                  <a:pt x="1015" y="284"/>
                </a:lnTo>
                <a:lnTo>
                  <a:pt x="1011" y="278"/>
                </a:lnTo>
                <a:lnTo>
                  <a:pt x="1009" y="273"/>
                </a:lnTo>
                <a:lnTo>
                  <a:pt x="1004" y="267"/>
                </a:lnTo>
                <a:lnTo>
                  <a:pt x="999" y="264"/>
                </a:lnTo>
                <a:lnTo>
                  <a:pt x="993" y="260"/>
                </a:lnTo>
                <a:lnTo>
                  <a:pt x="987" y="269"/>
                </a:lnTo>
                <a:cubicBezTo>
                  <a:pt x="975" y="287"/>
                  <a:pt x="961" y="302"/>
                  <a:pt x="944" y="315"/>
                </a:cubicBezTo>
                <a:lnTo>
                  <a:pt x="935" y="321"/>
                </a:lnTo>
                <a:lnTo>
                  <a:pt x="947" y="336"/>
                </a:lnTo>
                <a:cubicBezTo>
                  <a:pt x="1039" y="430"/>
                  <a:pt x="1160" y="469"/>
                  <a:pt x="1290" y="456"/>
                </a:cubicBezTo>
                <a:lnTo>
                  <a:pt x="1301" y="456"/>
                </a:lnTo>
                <a:lnTo>
                  <a:pt x="1297" y="461"/>
                </a:lnTo>
                <a:lnTo>
                  <a:pt x="1293" y="462"/>
                </a:lnTo>
                <a:lnTo>
                  <a:pt x="1288" y="463"/>
                </a:lnTo>
                <a:lnTo>
                  <a:pt x="1285" y="463"/>
                </a:lnTo>
                <a:lnTo>
                  <a:pt x="1281" y="464"/>
                </a:lnTo>
                <a:lnTo>
                  <a:pt x="1276" y="467"/>
                </a:lnTo>
                <a:lnTo>
                  <a:pt x="1274" y="468"/>
                </a:lnTo>
                <a:lnTo>
                  <a:pt x="1238" y="470"/>
                </a:lnTo>
                <a:lnTo>
                  <a:pt x="1204" y="471"/>
                </a:lnTo>
                <a:lnTo>
                  <a:pt x="1173" y="471"/>
                </a:lnTo>
                <a:cubicBezTo>
                  <a:pt x="1114" y="468"/>
                  <a:pt x="1053" y="455"/>
                  <a:pt x="1001" y="423"/>
                </a:cubicBezTo>
                <a:lnTo>
                  <a:pt x="984" y="411"/>
                </a:lnTo>
                <a:lnTo>
                  <a:pt x="967" y="399"/>
                </a:lnTo>
                <a:lnTo>
                  <a:pt x="951" y="386"/>
                </a:lnTo>
                <a:lnTo>
                  <a:pt x="925" y="357"/>
                </a:lnTo>
                <a:lnTo>
                  <a:pt x="913" y="342"/>
                </a:lnTo>
                <a:lnTo>
                  <a:pt x="908" y="338"/>
                </a:lnTo>
                <a:lnTo>
                  <a:pt x="904" y="337"/>
                </a:lnTo>
                <a:lnTo>
                  <a:pt x="898" y="337"/>
                </a:lnTo>
                <a:lnTo>
                  <a:pt x="892" y="338"/>
                </a:lnTo>
                <a:lnTo>
                  <a:pt x="886" y="341"/>
                </a:lnTo>
                <a:lnTo>
                  <a:pt x="879" y="343"/>
                </a:lnTo>
                <a:cubicBezTo>
                  <a:pt x="839" y="355"/>
                  <a:pt x="837" y="344"/>
                  <a:pt x="796" y="375"/>
                </a:cubicBezTo>
                <a:lnTo>
                  <a:pt x="785" y="385"/>
                </a:lnTo>
                <a:lnTo>
                  <a:pt x="776" y="395"/>
                </a:lnTo>
                <a:lnTo>
                  <a:pt x="769" y="404"/>
                </a:lnTo>
                <a:lnTo>
                  <a:pt x="769" y="399"/>
                </a:lnTo>
                <a:lnTo>
                  <a:pt x="772" y="383"/>
                </a:lnTo>
                <a:lnTo>
                  <a:pt x="780" y="362"/>
                </a:lnTo>
                <a:lnTo>
                  <a:pt x="790" y="347"/>
                </a:lnTo>
                <a:lnTo>
                  <a:pt x="774" y="342"/>
                </a:lnTo>
                <a:lnTo>
                  <a:pt x="757" y="335"/>
                </a:lnTo>
                <a:cubicBezTo>
                  <a:pt x="632" y="276"/>
                  <a:pt x="714" y="256"/>
                  <a:pt x="561" y="303"/>
                </a:cubicBezTo>
                <a:lnTo>
                  <a:pt x="548" y="311"/>
                </a:lnTo>
                <a:lnTo>
                  <a:pt x="534" y="317"/>
                </a:lnTo>
                <a:cubicBezTo>
                  <a:pt x="484" y="346"/>
                  <a:pt x="446" y="370"/>
                  <a:pt x="421" y="422"/>
                </a:cubicBezTo>
                <a:lnTo>
                  <a:pt x="417" y="431"/>
                </a:lnTo>
                <a:lnTo>
                  <a:pt x="414" y="438"/>
                </a:lnTo>
                <a:lnTo>
                  <a:pt x="407" y="435"/>
                </a:lnTo>
                <a:cubicBezTo>
                  <a:pt x="360" y="327"/>
                  <a:pt x="560" y="271"/>
                  <a:pt x="641" y="261"/>
                </a:cubicBezTo>
                <a:lnTo>
                  <a:pt x="651" y="259"/>
                </a:lnTo>
                <a:lnTo>
                  <a:pt x="646" y="252"/>
                </a:lnTo>
                <a:cubicBezTo>
                  <a:pt x="637" y="236"/>
                  <a:pt x="625" y="223"/>
                  <a:pt x="616" y="206"/>
                </a:cubicBezTo>
                <a:lnTo>
                  <a:pt x="613" y="198"/>
                </a:lnTo>
                <a:lnTo>
                  <a:pt x="433" y="242"/>
                </a:lnTo>
                <a:cubicBezTo>
                  <a:pt x="294" y="201"/>
                  <a:pt x="145" y="165"/>
                  <a:pt x="4" y="131"/>
                </a:cubicBezTo>
                <a:lnTo>
                  <a:pt x="0" y="128"/>
                </a:lnTo>
                <a:lnTo>
                  <a:pt x="0" y="114"/>
                </a:lnTo>
                <a:lnTo>
                  <a:pt x="425" y="227"/>
                </a:lnTo>
                <a:lnTo>
                  <a:pt x="607" y="181"/>
                </a:lnTo>
                <a:lnTo>
                  <a:pt x="603" y="173"/>
                </a:lnTo>
                <a:lnTo>
                  <a:pt x="602" y="162"/>
                </a:lnTo>
                <a:lnTo>
                  <a:pt x="597" y="155"/>
                </a:lnTo>
                <a:lnTo>
                  <a:pt x="587" y="152"/>
                </a:lnTo>
                <a:lnTo>
                  <a:pt x="435" y="192"/>
                </a:lnTo>
                <a:lnTo>
                  <a:pt x="428" y="192"/>
                </a:lnTo>
                <a:lnTo>
                  <a:pt x="412" y="189"/>
                </a:lnTo>
                <a:lnTo>
                  <a:pt x="391" y="186"/>
                </a:lnTo>
                <a:lnTo>
                  <a:pt x="362" y="181"/>
                </a:lnTo>
                <a:lnTo>
                  <a:pt x="330" y="174"/>
                </a:lnTo>
                <a:lnTo>
                  <a:pt x="294" y="165"/>
                </a:lnTo>
                <a:lnTo>
                  <a:pt x="255" y="157"/>
                </a:lnTo>
                <a:cubicBezTo>
                  <a:pt x="174" y="138"/>
                  <a:pt x="93" y="118"/>
                  <a:pt x="11" y="98"/>
                </a:cubicBezTo>
                <a:lnTo>
                  <a:pt x="8" y="97"/>
                </a:lnTo>
                <a:lnTo>
                  <a:pt x="4" y="97"/>
                </a:lnTo>
                <a:lnTo>
                  <a:pt x="3" y="93"/>
                </a:lnTo>
                <a:lnTo>
                  <a:pt x="3" y="81"/>
                </a:lnTo>
                <a:lnTo>
                  <a:pt x="425" y="177"/>
                </a:lnTo>
                <a:lnTo>
                  <a:pt x="587" y="137"/>
                </a:lnTo>
                <a:cubicBezTo>
                  <a:pt x="602" y="128"/>
                  <a:pt x="639" y="113"/>
                  <a:pt x="655" y="108"/>
                </a:cubicBezTo>
                <a:lnTo>
                  <a:pt x="663" y="105"/>
                </a:lnTo>
                <a:lnTo>
                  <a:pt x="667" y="109"/>
                </a:lnTo>
                <a:lnTo>
                  <a:pt x="665" y="113"/>
                </a:lnTo>
                <a:lnTo>
                  <a:pt x="662" y="116"/>
                </a:lnTo>
                <a:lnTo>
                  <a:pt x="657" y="120"/>
                </a:lnTo>
                <a:cubicBezTo>
                  <a:pt x="641" y="132"/>
                  <a:pt x="622" y="145"/>
                  <a:pt x="632" y="169"/>
                </a:cubicBezTo>
                <a:lnTo>
                  <a:pt x="637" y="177"/>
                </a:lnTo>
                <a:lnTo>
                  <a:pt x="644" y="187"/>
                </a:lnTo>
                <a:cubicBezTo>
                  <a:pt x="669" y="225"/>
                  <a:pt x="701" y="259"/>
                  <a:pt x="736" y="288"/>
                </a:cubicBezTo>
                <a:lnTo>
                  <a:pt x="752" y="300"/>
                </a:lnTo>
                <a:lnTo>
                  <a:pt x="767" y="311"/>
                </a:lnTo>
                <a:lnTo>
                  <a:pt x="777" y="313"/>
                </a:lnTo>
                <a:lnTo>
                  <a:pt x="789" y="317"/>
                </a:lnTo>
                <a:cubicBezTo>
                  <a:pt x="826" y="327"/>
                  <a:pt x="855" y="329"/>
                  <a:pt x="889" y="308"/>
                </a:cubicBezTo>
                <a:lnTo>
                  <a:pt x="904" y="300"/>
                </a:lnTo>
                <a:lnTo>
                  <a:pt x="919" y="289"/>
                </a:lnTo>
                <a:lnTo>
                  <a:pt x="932" y="278"/>
                </a:lnTo>
                <a:lnTo>
                  <a:pt x="944" y="267"/>
                </a:lnTo>
                <a:lnTo>
                  <a:pt x="954" y="255"/>
                </a:lnTo>
                <a:lnTo>
                  <a:pt x="962" y="243"/>
                </a:lnTo>
                <a:lnTo>
                  <a:pt x="1063" y="19"/>
                </a:lnTo>
                <a:lnTo>
                  <a:pt x="1069" y="15"/>
                </a:lnTo>
                <a:lnTo>
                  <a:pt x="1075" y="11"/>
                </a:lnTo>
                <a:lnTo>
                  <a:pt x="1081" y="7"/>
                </a:lnTo>
                <a:lnTo>
                  <a:pt x="1087" y="5"/>
                </a:lnTo>
                <a:lnTo>
                  <a:pt x="1094" y="1"/>
                </a:lnTo>
                <a:lnTo>
                  <a:pt x="1108" y="1"/>
                </a:lnTo>
              </a:path>
              <a:path w="1639" h="510">
                <a:moveTo>
                  <a:pt x="1361" y="510"/>
                </a:moveTo>
                <a:lnTo>
                  <a:pt x="1341" y="510"/>
                </a:lnTo>
                <a:lnTo>
                  <a:pt x="1343" y="495"/>
                </a:lnTo>
                <a:lnTo>
                  <a:pt x="1350" y="457"/>
                </a:lnTo>
                <a:cubicBezTo>
                  <a:pt x="1367" y="359"/>
                  <a:pt x="1387" y="251"/>
                  <a:pt x="1415" y="156"/>
                </a:cubicBezTo>
                <a:lnTo>
                  <a:pt x="1429" y="125"/>
                </a:lnTo>
                <a:lnTo>
                  <a:pt x="1442" y="120"/>
                </a:lnTo>
                <a:cubicBezTo>
                  <a:pt x="1473" y="109"/>
                  <a:pt x="1491" y="108"/>
                  <a:pt x="1523" y="109"/>
                </a:cubicBezTo>
                <a:lnTo>
                  <a:pt x="1539" y="111"/>
                </a:lnTo>
                <a:lnTo>
                  <a:pt x="1555" y="117"/>
                </a:lnTo>
                <a:lnTo>
                  <a:pt x="1513" y="318"/>
                </a:lnTo>
                <a:lnTo>
                  <a:pt x="1525" y="315"/>
                </a:lnTo>
                <a:lnTo>
                  <a:pt x="1538" y="311"/>
                </a:lnTo>
                <a:lnTo>
                  <a:pt x="1564" y="299"/>
                </a:lnTo>
                <a:lnTo>
                  <a:pt x="1576" y="291"/>
                </a:lnTo>
                <a:lnTo>
                  <a:pt x="1587" y="283"/>
                </a:lnTo>
                <a:lnTo>
                  <a:pt x="1595" y="275"/>
                </a:lnTo>
                <a:lnTo>
                  <a:pt x="1600" y="265"/>
                </a:lnTo>
                <a:lnTo>
                  <a:pt x="1603" y="245"/>
                </a:lnTo>
                <a:lnTo>
                  <a:pt x="1609" y="199"/>
                </a:lnTo>
                <a:lnTo>
                  <a:pt x="1615" y="149"/>
                </a:lnTo>
                <a:lnTo>
                  <a:pt x="1618" y="114"/>
                </a:lnTo>
                <a:lnTo>
                  <a:pt x="1617" y="104"/>
                </a:lnTo>
                <a:lnTo>
                  <a:pt x="1615" y="93"/>
                </a:lnTo>
                <a:lnTo>
                  <a:pt x="1612" y="81"/>
                </a:lnTo>
                <a:lnTo>
                  <a:pt x="1607" y="69"/>
                </a:lnTo>
                <a:lnTo>
                  <a:pt x="1601" y="59"/>
                </a:lnTo>
                <a:lnTo>
                  <a:pt x="1593" y="47"/>
                </a:lnTo>
                <a:lnTo>
                  <a:pt x="1583" y="37"/>
                </a:lnTo>
                <a:lnTo>
                  <a:pt x="1571" y="27"/>
                </a:lnTo>
                <a:cubicBezTo>
                  <a:pt x="1537" y="23"/>
                  <a:pt x="1502" y="20"/>
                  <a:pt x="1467" y="20"/>
                </a:cubicBezTo>
                <a:lnTo>
                  <a:pt x="1447" y="21"/>
                </a:lnTo>
                <a:lnTo>
                  <a:pt x="1425" y="23"/>
                </a:lnTo>
                <a:cubicBezTo>
                  <a:pt x="1380" y="26"/>
                  <a:pt x="1348" y="35"/>
                  <a:pt x="1305" y="45"/>
                </a:cubicBezTo>
                <a:lnTo>
                  <a:pt x="1286" y="50"/>
                </a:lnTo>
                <a:lnTo>
                  <a:pt x="1268" y="56"/>
                </a:lnTo>
                <a:lnTo>
                  <a:pt x="1249" y="63"/>
                </a:lnTo>
                <a:lnTo>
                  <a:pt x="1222" y="74"/>
                </a:lnTo>
                <a:lnTo>
                  <a:pt x="1202" y="85"/>
                </a:lnTo>
                <a:lnTo>
                  <a:pt x="1187" y="97"/>
                </a:lnTo>
                <a:cubicBezTo>
                  <a:pt x="1168" y="112"/>
                  <a:pt x="1164" y="144"/>
                  <a:pt x="1149" y="163"/>
                </a:cubicBezTo>
                <a:lnTo>
                  <a:pt x="1129" y="265"/>
                </a:lnTo>
                <a:lnTo>
                  <a:pt x="1130" y="278"/>
                </a:lnTo>
                <a:cubicBezTo>
                  <a:pt x="1132" y="310"/>
                  <a:pt x="1136" y="335"/>
                  <a:pt x="1163" y="355"/>
                </a:cubicBezTo>
                <a:lnTo>
                  <a:pt x="1178" y="362"/>
                </a:lnTo>
                <a:lnTo>
                  <a:pt x="1191" y="367"/>
                </a:lnTo>
                <a:lnTo>
                  <a:pt x="1203" y="369"/>
                </a:lnTo>
                <a:lnTo>
                  <a:pt x="1215" y="372"/>
                </a:lnTo>
                <a:cubicBezTo>
                  <a:pt x="1235" y="377"/>
                  <a:pt x="1244" y="378"/>
                  <a:pt x="1264" y="378"/>
                </a:cubicBezTo>
                <a:lnTo>
                  <a:pt x="1282" y="378"/>
                </a:lnTo>
                <a:cubicBezTo>
                  <a:pt x="1304" y="379"/>
                  <a:pt x="1321" y="371"/>
                  <a:pt x="1341" y="369"/>
                </a:cubicBezTo>
                <a:lnTo>
                  <a:pt x="1343" y="372"/>
                </a:lnTo>
                <a:lnTo>
                  <a:pt x="1343" y="375"/>
                </a:lnTo>
                <a:lnTo>
                  <a:pt x="1342" y="380"/>
                </a:lnTo>
                <a:lnTo>
                  <a:pt x="1341" y="384"/>
                </a:lnTo>
                <a:lnTo>
                  <a:pt x="1331" y="386"/>
                </a:lnTo>
                <a:lnTo>
                  <a:pt x="1321" y="387"/>
                </a:lnTo>
                <a:lnTo>
                  <a:pt x="1311" y="391"/>
                </a:lnTo>
                <a:cubicBezTo>
                  <a:pt x="1248" y="402"/>
                  <a:pt x="1150" y="397"/>
                  <a:pt x="1108" y="343"/>
                </a:cubicBezTo>
                <a:lnTo>
                  <a:pt x="1102" y="332"/>
                </a:lnTo>
                <a:lnTo>
                  <a:pt x="1096" y="301"/>
                </a:lnTo>
                <a:lnTo>
                  <a:pt x="1095" y="270"/>
                </a:lnTo>
                <a:cubicBezTo>
                  <a:pt x="1091" y="223"/>
                  <a:pt x="1120" y="106"/>
                  <a:pt x="1155" y="75"/>
                </a:cubicBezTo>
                <a:lnTo>
                  <a:pt x="1170" y="63"/>
                </a:lnTo>
                <a:cubicBezTo>
                  <a:pt x="1195" y="46"/>
                  <a:pt x="1226" y="41"/>
                  <a:pt x="1256" y="33"/>
                </a:cubicBezTo>
                <a:lnTo>
                  <a:pt x="1269" y="31"/>
                </a:lnTo>
                <a:lnTo>
                  <a:pt x="1283" y="29"/>
                </a:lnTo>
                <a:lnTo>
                  <a:pt x="1299" y="25"/>
                </a:lnTo>
                <a:lnTo>
                  <a:pt x="1305" y="25"/>
                </a:lnTo>
                <a:cubicBezTo>
                  <a:pt x="1378" y="15"/>
                  <a:pt x="1532" y="-16"/>
                  <a:pt x="1594" y="23"/>
                </a:cubicBezTo>
                <a:lnTo>
                  <a:pt x="1607" y="31"/>
                </a:lnTo>
                <a:lnTo>
                  <a:pt x="1618" y="42"/>
                </a:lnTo>
                <a:lnTo>
                  <a:pt x="1627" y="59"/>
                </a:lnTo>
                <a:cubicBezTo>
                  <a:pt x="1641" y="102"/>
                  <a:pt x="1634" y="177"/>
                  <a:pt x="1630" y="223"/>
                </a:cubicBezTo>
                <a:lnTo>
                  <a:pt x="1630" y="237"/>
                </a:lnTo>
                <a:lnTo>
                  <a:pt x="1628" y="253"/>
                </a:lnTo>
                <a:cubicBezTo>
                  <a:pt x="1618" y="302"/>
                  <a:pt x="1586" y="315"/>
                  <a:pt x="1545" y="331"/>
                </a:cubicBezTo>
                <a:lnTo>
                  <a:pt x="1535" y="336"/>
                </a:lnTo>
                <a:lnTo>
                  <a:pt x="1527" y="338"/>
                </a:lnTo>
                <a:lnTo>
                  <a:pt x="1508" y="345"/>
                </a:lnTo>
                <a:lnTo>
                  <a:pt x="1472" y="510"/>
                </a:lnTo>
                <a:lnTo>
                  <a:pt x="1453" y="510"/>
                </a:lnTo>
                <a:lnTo>
                  <a:pt x="1535" y="125"/>
                </a:lnTo>
                <a:lnTo>
                  <a:pt x="1527" y="123"/>
                </a:lnTo>
                <a:cubicBezTo>
                  <a:pt x="1493" y="123"/>
                  <a:pt x="1475" y="128"/>
                  <a:pt x="1443" y="135"/>
                </a:cubicBezTo>
                <a:lnTo>
                  <a:pt x="1435" y="13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802" name="textbox 802"/>
          <p:cNvSpPr/>
          <p:nvPr/>
        </p:nvSpPr>
        <p:spPr>
          <a:xfrm>
            <a:off x="5455185" y="4133954"/>
            <a:ext cx="1205796" cy="259249"/>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81000"/>
              </a:lnSpc>
            </a:pP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D</a:t>
            </a:r>
            <a:r>
              <a:rPr sz="1905" b="1" kern="0" spc="0" baseline="-22000" dirty="0">
                <a:solidFill>
                  <a:srgbClr val="000000">
                    <a:alpha val="100000"/>
                  </a:srgbClr>
                </a:solidFill>
                <a:latin typeface="Times New Roman" panose="02020603050405020304"/>
                <a:ea typeface="Times New Roman" panose="02020603050405020304"/>
                <a:cs typeface="Times New Roman" panose="02020603050405020304"/>
              </a:rPr>
              <a:t>K’b</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(H(M))</a:t>
            </a:r>
            <a:endParaRPr lang="en-US" altLang="en-US" sz="1905" dirty="0"/>
          </a:p>
        </p:txBody>
      </p:sp>
      <p:sp>
        <p:nvSpPr>
          <p:cNvPr id="804" name="rect"/>
          <p:cNvSpPr/>
          <p:nvPr/>
        </p:nvSpPr>
        <p:spPr>
          <a:xfrm>
            <a:off x="7773975" y="2606317"/>
            <a:ext cx="45973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806" name="rect"/>
          <p:cNvSpPr/>
          <p:nvPr/>
        </p:nvSpPr>
        <p:spPr>
          <a:xfrm>
            <a:off x="7770529" y="2597448"/>
            <a:ext cx="467339" cy="361089"/>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808" name="textbox 808"/>
          <p:cNvSpPr/>
          <p:nvPr/>
        </p:nvSpPr>
        <p:spPr>
          <a:xfrm>
            <a:off x="6616929" y="2690888"/>
            <a:ext cx="1632692" cy="246574"/>
          </a:xfrm>
          <a:prstGeom prst="rect">
            <a:avLst/>
          </a:prstGeom>
        </p:spPr>
        <p:txBody>
          <a:bodyPr vert="horz" wrap="square" lIns="0" tIns="0" rIns="0" bIns="0"/>
          <a:lstStyle/>
          <a:p>
            <a:pPr algn="l" rtl="0" eaLnBrk="0">
              <a:lnSpc>
                <a:spcPct val="123000"/>
              </a:lnSpc>
            </a:pPr>
            <a:endParaRPr lang="en-US" altLang="en-US" sz="100" dirty="0"/>
          </a:p>
          <a:p>
            <a:pPr marL="1275080" algn="l" rtl="0" eaLnBrk="0">
              <a:lnSpc>
                <a:spcPct val="75000"/>
              </a:lnSpc>
              <a:spcBef>
                <a:spcPts val="0"/>
              </a:spcBef>
              <a:tabLst>
                <a:tab pos="1430655" algn="l"/>
              </a:tabLst>
            </a:pPr>
            <a:r>
              <a:rPr sz="1905" kern="0" spc="0" dirty="0">
                <a:solidFill>
                  <a:srgbClr val="000000">
                    <a:alpha val="100000"/>
                  </a:srgbClr>
                </a:solidFill>
                <a:latin typeface="Times New Roman" panose="02020603050405020304"/>
                <a:ea typeface="Times New Roman" panose="02020603050405020304"/>
                <a:cs typeface="Times New Roman" panose="02020603050405020304"/>
              </a:rPr>
              <a:t>	</a:t>
            </a:r>
            <a:r>
              <a:rPr sz="1905" b="1" kern="0" spc="-60" dirty="0">
                <a:solidFill>
                  <a:srgbClr val="000000">
                    <a:alpha val="100000"/>
                  </a:srgbClr>
                </a:solidFill>
                <a:latin typeface="Times New Roman" panose="02020603050405020304"/>
                <a:ea typeface="Times New Roman" panose="02020603050405020304"/>
                <a:cs typeface="Times New Roman" panose="02020603050405020304"/>
              </a:rPr>
              <a:t>H</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905" dirty="0"/>
          </a:p>
        </p:txBody>
      </p:sp>
      <p:pic>
        <p:nvPicPr>
          <p:cNvPr id="810" name="picture 810"/>
          <p:cNvPicPr>
            <a:picLocks noChangeAspect="1"/>
          </p:cNvPicPr>
          <p:nvPr/>
        </p:nvPicPr>
        <p:blipFill>
          <a:blip r:embed="rId6"/>
          <a:stretch>
            <a:fillRect/>
          </a:stretch>
        </p:blipFill>
        <p:spPr>
          <a:xfrm rot="21600000">
            <a:off x="6628452" y="2702411"/>
            <a:ext cx="1145522" cy="151401"/>
          </a:xfrm>
          <a:prstGeom prst="rect">
            <a:avLst/>
          </a:prstGeom>
        </p:spPr>
      </p:pic>
      <p:sp>
        <p:nvSpPr>
          <p:cNvPr id="812" name="path"/>
          <p:cNvSpPr/>
          <p:nvPr/>
        </p:nvSpPr>
        <p:spPr>
          <a:xfrm>
            <a:off x="9308037" y="3906017"/>
            <a:ext cx="754293" cy="322851"/>
          </a:xfrm>
          <a:custGeom>
            <a:avLst/>
            <a:gdLst/>
            <a:ahLst/>
            <a:cxnLst/>
            <a:rect l="0" t="0" r="0" b="0"/>
            <a:pathLst>
              <a:path w="1309" h="560">
                <a:moveTo>
                  <a:pt x="699" y="458"/>
                </a:moveTo>
                <a:lnTo>
                  <a:pt x="721" y="27"/>
                </a:lnTo>
                <a:lnTo>
                  <a:pt x="136" y="21"/>
                </a:lnTo>
                <a:lnTo>
                  <a:pt x="152" y="490"/>
                </a:lnTo>
                <a:lnTo>
                  <a:pt x="148" y="493"/>
                </a:lnTo>
                <a:lnTo>
                  <a:pt x="141" y="495"/>
                </a:lnTo>
                <a:lnTo>
                  <a:pt x="134" y="495"/>
                </a:lnTo>
                <a:lnTo>
                  <a:pt x="130" y="494"/>
                </a:lnTo>
                <a:lnTo>
                  <a:pt x="103" y="34"/>
                </a:lnTo>
                <a:lnTo>
                  <a:pt x="17" y="93"/>
                </a:lnTo>
                <a:lnTo>
                  <a:pt x="20" y="163"/>
                </a:lnTo>
                <a:lnTo>
                  <a:pt x="34" y="469"/>
                </a:lnTo>
                <a:lnTo>
                  <a:pt x="39" y="541"/>
                </a:lnTo>
                <a:lnTo>
                  <a:pt x="51" y="536"/>
                </a:lnTo>
                <a:cubicBezTo>
                  <a:pt x="75" y="530"/>
                  <a:pt x="102" y="519"/>
                  <a:pt x="125" y="514"/>
                </a:cubicBezTo>
                <a:lnTo>
                  <a:pt x="129" y="514"/>
                </a:lnTo>
                <a:lnTo>
                  <a:pt x="117" y="520"/>
                </a:lnTo>
                <a:cubicBezTo>
                  <a:pt x="93" y="532"/>
                  <a:pt x="61" y="543"/>
                  <a:pt x="35" y="554"/>
                </a:cubicBezTo>
                <a:lnTo>
                  <a:pt x="23" y="560"/>
                </a:lnTo>
                <a:lnTo>
                  <a:pt x="19" y="541"/>
                </a:lnTo>
                <a:cubicBezTo>
                  <a:pt x="6" y="401"/>
                  <a:pt x="0" y="250"/>
                  <a:pt x="0" y="110"/>
                </a:cubicBezTo>
                <a:lnTo>
                  <a:pt x="1" y="81"/>
                </a:lnTo>
                <a:lnTo>
                  <a:pt x="110" y="0"/>
                </a:lnTo>
                <a:lnTo>
                  <a:pt x="743" y="13"/>
                </a:lnTo>
                <a:lnTo>
                  <a:pt x="742" y="32"/>
                </a:lnTo>
                <a:cubicBezTo>
                  <a:pt x="734" y="170"/>
                  <a:pt x="726" y="309"/>
                  <a:pt x="717" y="447"/>
                </a:cubicBezTo>
                <a:lnTo>
                  <a:pt x="716" y="466"/>
                </a:lnTo>
              </a:path>
              <a:path w="1309" h="560">
                <a:moveTo>
                  <a:pt x="1258" y="470"/>
                </a:moveTo>
                <a:lnTo>
                  <a:pt x="1254" y="469"/>
                </a:lnTo>
                <a:lnTo>
                  <a:pt x="1250" y="466"/>
                </a:lnTo>
                <a:lnTo>
                  <a:pt x="1246" y="464"/>
                </a:lnTo>
                <a:lnTo>
                  <a:pt x="1243" y="459"/>
                </a:lnTo>
                <a:lnTo>
                  <a:pt x="1239" y="456"/>
                </a:lnTo>
                <a:lnTo>
                  <a:pt x="1237" y="452"/>
                </a:lnTo>
                <a:lnTo>
                  <a:pt x="1233" y="448"/>
                </a:lnTo>
                <a:lnTo>
                  <a:pt x="1231" y="444"/>
                </a:lnTo>
                <a:lnTo>
                  <a:pt x="1222" y="432"/>
                </a:lnTo>
                <a:cubicBezTo>
                  <a:pt x="1204" y="406"/>
                  <a:pt x="1202" y="394"/>
                  <a:pt x="1194" y="364"/>
                </a:cubicBezTo>
                <a:lnTo>
                  <a:pt x="1186" y="336"/>
                </a:lnTo>
                <a:lnTo>
                  <a:pt x="1177" y="330"/>
                </a:lnTo>
                <a:lnTo>
                  <a:pt x="1167" y="325"/>
                </a:lnTo>
                <a:lnTo>
                  <a:pt x="1138" y="307"/>
                </a:lnTo>
                <a:lnTo>
                  <a:pt x="1129" y="300"/>
                </a:lnTo>
                <a:lnTo>
                  <a:pt x="1114" y="285"/>
                </a:lnTo>
                <a:cubicBezTo>
                  <a:pt x="1100" y="287"/>
                  <a:pt x="1079" y="280"/>
                  <a:pt x="1069" y="272"/>
                </a:cubicBezTo>
                <a:lnTo>
                  <a:pt x="1062" y="268"/>
                </a:lnTo>
                <a:lnTo>
                  <a:pt x="1057" y="265"/>
                </a:lnTo>
                <a:lnTo>
                  <a:pt x="1056" y="264"/>
                </a:lnTo>
                <a:lnTo>
                  <a:pt x="1064" y="264"/>
                </a:lnTo>
                <a:cubicBezTo>
                  <a:pt x="1109" y="275"/>
                  <a:pt x="1126" y="231"/>
                  <a:pt x="1106" y="196"/>
                </a:cubicBezTo>
                <a:lnTo>
                  <a:pt x="1101" y="192"/>
                </a:lnTo>
                <a:lnTo>
                  <a:pt x="1096" y="188"/>
                </a:lnTo>
                <a:cubicBezTo>
                  <a:pt x="1039" y="170"/>
                  <a:pt x="974" y="176"/>
                  <a:pt x="914" y="148"/>
                </a:cubicBezTo>
                <a:lnTo>
                  <a:pt x="903" y="144"/>
                </a:lnTo>
                <a:lnTo>
                  <a:pt x="892" y="138"/>
                </a:lnTo>
                <a:lnTo>
                  <a:pt x="885" y="159"/>
                </a:lnTo>
                <a:lnTo>
                  <a:pt x="879" y="182"/>
                </a:lnTo>
                <a:cubicBezTo>
                  <a:pt x="864" y="243"/>
                  <a:pt x="871" y="315"/>
                  <a:pt x="918" y="361"/>
                </a:cubicBezTo>
                <a:lnTo>
                  <a:pt x="928" y="372"/>
                </a:lnTo>
                <a:lnTo>
                  <a:pt x="940" y="382"/>
                </a:lnTo>
                <a:lnTo>
                  <a:pt x="954" y="391"/>
                </a:lnTo>
                <a:lnTo>
                  <a:pt x="969" y="398"/>
                </a:lnTo>
                <a:lnTo>
                  <a:pt x="986" y="403"/>
                </a:lnTo>
                <a:lnTo>
                  <a:pt x="991" y="403"/>
                </a:lnTo>
                <a:lnTo>
                  <a:pt x="996" y="402"/>
                </a:lnTo>
                <a:lnTo>
                  <a:pt x="1005" y="399"/>
                </a:lnTo>
                <a:lnTo>
                  <a:pt x="1009" y="398"/>
                </a:lnTo>
                <a:lnTo>
                  <a:pt x="1014" y="398"/>
                </a:lnTo>
                <a:lnTo>
                  <a:pt x="1016" y="399"/>
                </a:lnTo>
                <a:lnTo>
                  <a:pt x="1018" y="402"/>
                </a:lnTo>
                <a:lnTo>
                  <a:pt x="1014" y="404"/>
                </a:lnTo>
                <a:lnTo>
                  <a:pt x="1009" y="406"/>
                </a:lnTo>
                <a:cubicBezTo>
                  <a:pt x="979" y="417"/>
                  <a:pt x="954" y="402"/>
                  <a:pt x="927" y="390"/>
                </a:cubicBezTo>
                <a:lnTo>
                  <a:pt x="914" y="381"/>
                </a:lnTo>
                <a:lnTo>
                  <a:pt x="902" y="372"/>
                </a:lnTo>
                <a:cubicBezTo>
                  <a:pt x="863" y="343"/>
                  <a:pt x="843" y="296"/>
                  <a:pt x="838" y="249"/>
                </a:cubicBezTo>
                <a:lnTo>
                  <a:pt x="838" y="189"/>
                </a:lnTo>
                <a:lnTo>
                  <a:pt x="832" y="189"/>
                </a:lnTo>
                <a:cubicBezTo>
                  <a:pt x="815" y="189"/>
                  <a:pt x="817" y="192"/>
                  <a:pt x="801" y="183"/>
                </a:cubicBezTo>
                <a:lnTo>
                  <a:pt x="799" y="181"/>
                </a:lnTo>
                <a:lnTo>
                  <a:pt x="841" y="170"/>
                </a:lnTo>
                <a:lnTo>
                  <a:pt x="844" y="156"/>
                </a:lnTo>
                <a:lnTo>
                  <a:pt x="848" y="140"/>
                </a:lnTo>
                <a:lnTo>
                  <a:pt x="853" y="126"/>
                </a:lnTo>
                <a:lnTo>
                  <a:pt x="865" y="115"/>
                </a:lnTo>
                <a:lnTo>
                  <a:pt x="858" y="108"/>
                </a:lnTo>
                <a:cubicBezTo>
                  <a:pt x="820" y="62"/>
                  <a:pt x="851" y="31"/>
                  <a:pt x="892" y="8"/>
                </a:cubicBezTo>
                <a:lnTo>
                  <a:pt x="902" y="4"/>
                </a:lnTo>
                <a:lnTo>
                  <a:pt x="907" y="9"/>
                </a:lnTo>
                <a:lnTo>
                  <a:pt x="908" y="13"/>
                </a:lnTo>
                <a:lnTo>
                  <a:pt x="904" y="16"/>
                </a:lnTo>
                <a:lnTo>
                  <a:pt x="900" y="20"/>
                </a:lnTo>
                <a:lnTo>
                  <a:pt x="894" y="24"/>
                </a:lnTo>
                <a:cubicBezTo>
                  <a:pt x="862" y="40"/>
                  <a:pt x="876" y="93"/>
                  <a:pt x="902" y="108"/>
                </a:cubicBezTo>
                <a:lnTo>
                  <a:pt x="914" y="117"/>
                </a:lnTo>
                <a:lnTo>
                  <a:pt x="928" y="124"/>
                </a:lnTo>
                <a:cubicBezTo>
                  <a:pt x="967" y="145"/>
                  <a:pt x="1012" y="146"/>
                  <a:pt x="1054" y="157"/>
                </a:cubicBezTo>
                <a:lnTo>
                  <a:pt x="1071" y="159"/>
                </a:lnTo>
                <a:lnTo>
                  <a:pt x="1102" y="169"/>
                </a:lnTo>
                <a:lnTo>
                  <a:pt x="1117" y="174"/>
                </a:lnTo>
                <a:cubicBezTo>
                  <a:pt x="1144" y="188"/>
                  <a:pt x="1167" y="179"/>
                  <a:pt x="1196" y="212"/>
                </a:cubicBezTo>
                <a:lnTo>
                  <a:pt x="1202" y="220"/>
                </a:lnTo>
                <a:lnTo>
                  <a:pt x="1203" y="226"/>
                </a:lnTo>
                <a:lnTo>
                  <a:pt x="1203" y="235"/>
                </a:lnTo>
                <a:lnTo>
                  <a:pt x="1198" y="241"/>
                </a:lnTo>
                <a:lnTo>
                  <a:pt x="1191" y="246"/>
                </a:lnTo>
                <a:lnTo>
                  <a:pt x="1185" y="246"/>
                </a:lnTo>
                <a:lnTo>
                  <a:pt x="1180" y="243"/>
                </a:lnTo>
                <a:lnTo>
                  <a:pt x="1174" y="241"/>
                </a:lnTo>
                <a:lnTo>
                  <a:pt x="1170" y="238"/>
                </a:lnTo>
                <a:lnTo>
                  <a:pt x="1164" y="235"/>
                </a:lnTo>
                <a:lnTo>
                  <a:pt x="1160" y="232"/>
                </a:lnTo>
                <a:lnTo>
                  <a:pt x="1158" y="230"/>
                </a:lnTo>
                <a:lnTo>
                  <a:pt x="1156" y="230"/>
                </a:lnTo>
                <a:lnTo>
                  <a:pt x="1161" y="231"/>
                </a:lnTo>
                <a:lnTo>
                  <a:pt x="1167" y="234"/>
                </a:lnTo>
                <a:lnTo>
                  <a:pt x="1171" y="236"/>
                </a:lnTo>
                <a:lnTo>
                  <a:pt x="1177" y="237"/>
                </a:lnTo>
                <a:lnTo>
                  <a:pt x="1182" y="234"/>
                </a:lnTo>
                <a:lnTo>
                  <a:pt x="1184" y="230"/>
                </a:lnTo>
                <a:lnTo>
                  <a:pt x="1185" y="226"/>
                </a:lnTo>
                <a:lnTo>
                  <a:pt x="1185" y="223"/>
                </a:lnTo>
                <a:lnTo>
                  <a:pt x="1179" y="219"/>
                </a:lnTo>
                <a:lnTo>
                  <a:pt x="1173" y="214"/>
                </a:lnTo>
                <a:lnTo>
                  <a:pt x="1155" y="204"/>
                </a:lnTo>
                <a:lnTo>
                  <a:pt x="1148" y="200"/>
                </a:lnTo>
                <a:lnTo>
                  <a:pt x="1140" y="199"/>
                </a:lnTo>
                <a:lnTo>
                  <a:pt x="1134" y="199"/>
                </a:lnTo>
                <a:lnTo>
                  <a:pt x="1138" y="211"/>
                </a:lnTo>
                <a:lnTo>
                  <a:pt x="1141" y="224"/>
                </a:lnTo>
                <a:cubicBezTo>
                  <a:pt x="1146" y="274"/>
                  <a:pt x="1140" y="278"/>
                  <a:pt x="1180" y="309"/>
                </a:cubicBezTo>
                <a:lnTo>
                  <a:pt x="1191" y="319"/>
                </a:lnTo>
                <a:lnTo>
                  <a:pt x="1202" y="327"/>
                </a:lnTo>
                <a:lnTo>
                  <a:pt x="1228" y="342"/>
                </a:lnTo>
                <a:lnTo>
                  <a:pt x="1242" y="346"/>
                </a:lnTo>
                <a:lnTo>
                  <a:pt x="1256" y="348"/>
                </a:lnTo>
                <a:lnTo>
                  <a:pt x="1273" y="348"/>
                </a:lnTo>
                <a:lnTo>
                  <a:pt x="1275" y="345"/>
                </a:lnTo>
                <a:lnTo>
                  <a:pt x="1279" y="343"/>
                </a:lnTo>
                <a:lnTo>
                  <a:pt x="1282" y="342"/>
                </a:lnTo>
                <a:lnTo>
                  <a:pt x="1285" y="340"/>
                </a:lnTo>
                <a:lnTo>
                  <a:pt x="1281" y="338"/>
                </a:lnTo>
                <a:lnTo>
                  <a:pt x="1276" y="336"/>
                </a:lnTo>
                <a:lnTo>
                  <a:pt x="1274" y="334"/>
                </a:lnTo>
                <a:lnTo>
                  <a:pt x="1273" y="332"/>
                </a:lnTo>
                <a:lnTo>
                  <a:pt x="1278" y="330"/>
                </a:lnTo>
                <a:cubicBezTo>
                  <a:pt x="1322" y="312"/>
                  <a:pt x="1318" y="399"/>
                  <a:pt x="1215" y="352"/>
                </a:cubicBezTo>
                <a:lnTo>
                  <a:pt x="1208" y="349"/>
                </a:lnTo>
                <a:lnTo>
                  <a:pt x="1213" y="361"/>
                </a:lnTo>
                <a:cubicBezTo>
                  <a:pt x="1220" y="380"/>
                  <a:pt x="1247" y="417"/>
                  <a:pt x="1261" y="433"/>
                </a:cubicBezTo>
                <a:lnTo>
                  <a:pt x="1270" y="444"/>
                </a:lnTo>
              </a:path>
            </a:pathLst>
          </a:custGeom>
          <a:solidFill>
            <a:srgbClr val="000000">
              <a:alpha val="100000"/>
            </a:srgbClr>
          </a:solidFill>
          <a:ln cap="flat">
            <a:noFill/>
            <a:prstDash val="solid"/>
            <a:miter lim="0"/>
          </a:ln>
        </p:spPr>
        <p:txBody>
          <a:bodyPr rtlCol="0"/>
          <a:lstStyle/>
          <a:p>
            <a:pPr algn="ctr"/>
            <a:endParaRPr lang="zh-CN" altLang="en-US" sz="1635"/>
          </a:p>
        </p:txBody>
      </p:sp>
      <p:grpSp>
        <p:nvGrpSpPr>
          <p:cNvPr id="56" name="group 56"/>
          <p:cNvGrpSpPr/>
          <p:nvPr/>
        </p:nvGrpSpPr>
        <p:grpSpPr>
          <a:xfrm rot="21600000">
            <a:off x="3223263" y="4124645"/>
            <a:ext cx="390131" cy="589538"/>
            <a:chOff x="0" y="0"/>
            <a:chExt cx="430011" cy="649802"/>
          </a:xfrm>
        </p:grpSpPr>
        <p:sp>
          <p:nvSpPr>
            <p:cNvPr id="814" name="path"/>
            <p:cNvSpPr/>
            <p:nvPr/>
          </p:nvSpPr>
          <p:spPr>
            <a:xfrm>
              <a:off x="0" y="0"/>
              <a:ext cx="430011" cy="649802"/>
            </a:xfrm>
            <a:custGeom>
              <a:avLst/>
              <a:gdLst/>
              <a:ahLst/>
              <a:cxnLst/>
              <a:rect l="0" t="0" r="0" b="0"/>
              <a:pathLst>
                <a:path w="677" h="1023">
                  <a:moveTo>
                    <a:pt x="162" y="74"/>
                  </a:moveTo>
                  <a:lnTo>
                    <a:pt x="159" y="77"/>
                  </a:lnTo>
                  <a:lnTo>
                    <a:pt x="151" y="89"/>
                  </a:lnTo>
                  <a:lnTo>
                    <a:pt x="139" y="108"/>
                  </a:lnTo>
                  <a:cubicBezTo>
                    <a:pt x="60" y="234"/>
                    <a:pt x="-40" y="439"/>
                    <a:pt x="24" y="586"/>
                  </a:cubicBezTo>
                  <a:lnTo>
                    <a:pt x="47" y="623"/>
                  </a:lnTo>
                  <a:lnTo>
                    <a:pt x="90" y="687"/>
                  </a:lnTo>
                  <a:cubicBezTo>
                    <a:pt x="207" y="893"/>
                    <a:pt x="15" y="874"/>
                    <a:pt x="70" y="928"/>
                  </a:cubicBezTo>
                  <a:lnTo>
                    <a:pt x="78" y="936"/>
                  </a:lnTo>
                  <a:lnTo>
                    <a:pt x="89" y="944"/>
                  </a:lnTo>
                  <a:lnTo>
                    <a:pt x="101" y="951"/>
                  </a:lnTo>
                  <a:lnTo>
                    <a:pt x="117" y="959"/>
                  </a:lnTo>
                  <a:cubicBezTo>
                    <a:pt x="206" y="1001"/>
                    <a:pt x="332" y="1009"/>
                    <a:pt x="430" y="1022"/>
                  </a:cubicBezTo>
                  <a:lnTo>
                    <a:pt x="463" y="1023"/>
                  </a:lnTo>
                  <a:lnTo>
                    <a:pt x="497" y="1022"/>
                  </a:lnTo>
                  <a:lnTo>
                    <a:pt x="528" y="1016"/>
                  </a:lnTo>
                  <a:lnTo>
                    <a:pt x="559" y="1007"/>
                  </a:lnTo>
                  <a:lnTo>
                    <a:pt x="587" y="993"/>
                  </a:lnTo>
                  <a:lnTo>
                    <a:pt x="612" y="974"/>
                  </a:lnTo>
                  <a:lnTo>
                    <a:pt x="634" y="947"/>
                  </a:lnTo>
                  <a:lnTo>
                    <a:pt x="651" y="914"/>
                  </a:lnTo>
                  <a:lnTo>
                    <a:pt x="664" y="874"/>
                  </a:lnTo>
                  <a:cubicBezTo>
                    <a:pt x="685" y="743"/>
                    <a:pt x="661" y="540"/>
                    <a:pt x="659" y="404"/>
                  </a:cubicBezTo>
                  <a:lnTo>
                    <a:pt x="649" y="302"/>
                  </a:lnTo>
                  <a:lnTo>
                    <a:pt x="635" y="210"/>
                  </a:lnTo>
                  <a:lnTo>
                    <a:pt x="615" y="136"/>
                  </a:lnTo>
                  <a:lnTo>
                    <a:pt x="585" y="81"/>
                  </a:lnTo>
                  <a:lnTo>
                    <a:pt x="547" y="46"/>
                  </a:lnTo>
                  <a:cubicBezTo>
                    <a:pt x="464" y="-4"/>
                    <a:pt x="268" y="-15"/>
                    <a:pt x="189" y="46"/>
                  </a:cubicBezTo>
                  <a:lnTo>
                    <a:pt x="173" y="58"/>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816" name="path"/>
            <p:cNvSpPr/>
            <p:nvPr/>
          </p:nvSpPr>
          <p:spPr>
            <a:xfrm>
              <a:off x="9857" y="5715"/>
              <a:ext cx="414832" cy="642562"/>
            </a:xfrm>
            <a:custGeom>
              <a:avLst/>
              <a:gdLst/>
              <a:ahLst/>
              <a:cxnLst/>
              <a:rect l="0" t="0" r="0" b="0"/>
              <a:pathLst>
                <a:path w="653" h="1011">
                  <a:moveTo>
                    <a:pt x="156" y="72"/>
                  </a:moveTo>
                  <a:lnTo>
                    <a:pt x="153" y="75"/>
                  </a:lnTo>
                  <a:lnTo>
                    <a:pt x="135" y="105"/>
                  </a:lnTo>
                  <a:cubicBezTo>
                    <a:pt x="61" y="227"/>
                    <a:pt x="-40" y="439"/>
                    <a:pt x="24" y="579"/>
                  </a:cubicBezTo>
                  <a:lnTo>
                    <a:pt x="45" y="615"/>
                  </a:lnTo>
                  <a:lnTo>
                    <a:pt x="87" y="679"/>
                  </a:lnTo>
                  <a:cubicBezTo>
                    <a:pt x="204" y="882"/>
                    <a:pt x="12" y="866"/>
                    <a:pt x="65" y="920"/>
                  </a:cubicBezTo>
                  <a:lnTo>
                    <a:pt x="72" y="927"/>
                  </a:lnTo>
                  <a:lnTo>
                    <a:pt x="83" y="935"/>
                  </a:lnTo>
                  <a:lnTo>
                    <a:pt x="96" y="942"/>
                  </a:lnTo>
                  <a:lnTo>
                    <a:pt x="111" y="950"/>
                  </a:lnTo>
                  <a:cubicBezTo>
                    <a:pt x="197" y="989"/>
                    <a:pt x="320" y="997"/>
                    <a:pt x="414" y="1010"/>
                  </a:cubicBezTo>
                  <a:lnTo>
                    <a:pt x="447" y="1011"/>
                  </a:lnTo>
                  <a:lnTo>
                    <a:pt x="479" y="1010"/>
                  </a:lnTo>
                  <a:lnTo>
                    <a:pt x="510" y="1004"/>
                  </a:lnTo>
                  <a:lnTo>
                    <a:pt x="539" y="996"/>
                  </a:lnTo>
                  <a:lnTo>
                    <a:pt x="567" y="981"/>
                  </a:lnTo>
                  <a:lnTo>
                    <a:pt x="589" y="962"/>
                  </a:lnTo>
                  <a:lnTo>
                    <a:pt x="610" y="937"/>
                  </a:lnTo>
                  <a:lnTo>
                    <a:pt x="628" y="903"/>
                  </a:lnTo>
                  <a:lnTo>
                    <a:pt x="640" y="863"/>
                  </a:lnTo>
                  <a:cubicBezTo>
                    <a:pt x="661" y="734"/>
                    <a:pt x="636" y="535"/>
                    <a:pt x="636" y="399"/>
                  </a:cubicBezTo>
                  <a:lnTo>
                    <a:pt x="627" y="297"/>
                  </a:lnTo>
                  <a:lnTo>
                    <a:pt x="612" y="209"/>
                  </a:lnTo>
                  <a:lnTo>
                    <a:pt x="593" y="134"/>
                  </a:lnTo>
                  <a:lnTo>
                    <a:pt x="565" y="79"/>
                  </a:lnTo>
                  <a:lnTo>
                    <a:pt x="528" y="44"/>
                  </a:lnTo>
                  <a:cubicBezTo>
                    <a:pt x="447" y="-5"/>
                    <a:pt x="259" y="-13"/>
                    <a:pt x="181" y="44"/>
                  </a:cubicBezTo>
                  <a:lnTo>
                    <a:pt x="167" y="56"/>
                  </a:lnTo>
                </a:path>
              </a:pathLst>
            </a:custGeom>
            <a:solidFill>
              <a:srgbClr val="FCF9F7">
                <a:alpha val="100000"/>
              </a:srgbClr>
            </a:solidFill>
            <a:ln cap="flat">
              <a:noFill/>
              <a:prstDash val="solid"/>
              <a:miter lim="0"/>
            </a:ln>
          </p:spPr>
          <p:txBody>
            <a:bodyPr rtlCol="0"/>
            <a:lstStyle/>
            <a:p>
              <a:pPr algn="ctr"/>
              <a:endParaRPr lang="zh-CN" altLang="en-US" sz="1635"/>
            </a:p>
          </p:txBody>
        </p:sp>
        <p:sp>
          <p:nvSpPr>
            <p:cNvPr id="818" name="path"/>
            <p:cNvSpPr/>
            <p:nvPr/>
          </p:nvSpPr>
          <p:spPr>
            <a:xfrm>
              <a:off x="20656" y="10401"/>
              <a:ext cx="395819" cy="636352"/>
            </a:xfrm>
            <a:custGeom>
              <a:avLst/>
              <a:gdLst/>
              <a:ahLst/>
              <a:cxnLst/>
              <a:rect l="0" t="0" r="0" b="0"/>
              <a:pathLst>
                <a:path w="623" h="1002">
                  <a:moveTo>
                    <a:pt x="150" y="72"/>
                  </a:moveTo>
                  <a:lnTo>
                    <a:pt x="148" y="76"/>
                  </a:lnTo>
                  <a:lnTo>
                    <a:pt x="140" y="87"/>
                  </a:lnTo>
                  <a:lnTo>
                    <a:pt x="128" y="106"/>
                  </a:lnTo>
                  <a:cubicBezTo>
                    <a:pt x="54" y="234"/>
                    <a:pt x="-36" y="427"/>
                    <a:pt x="23" y="574"/>
                  </a:cubicBezTo>
                  <a:lnTo>
                    <a:pt x="43" y="610"/>
                  </a:lnTo>
                  <a:lnTo>
                    <a:pt x="84" y="673"/>
                  </a:lnTo>
                  <a:cubicBezTo>
                    <a:pt x="195" y="876"/>
                    <a:pt x="9" y="861"/>
                    <a:pt x="59" y="912"/>
                  </a:cubicBezTo>
                  <a:lnTo>
                    <a:pt x="66" y="920"/>
                  </a:lnTo>
                  <a:lnTo>
                    <a:pt x="77" y="927"/>
                  </a:lnTo>
                  <a:lnTo>
                    <a:pt x="89" y="934"/>
                  </a:lnTo>
                  <a:lnTo>
                    <a:pt x="103" y="942"/>
                  </a:lnTo>
                  <a:cubicBezTo>
                    <a:pt x="189" y="978"/>
                    <a:pt x="304" y="988"/>
                    <a:pt x="397" y="1000"/>
                  </a:cubicBezTo>
                  <a:lnTo>
                    <a:pt x="430" y="1002"/>
                  </a:lnTo>
                  <a:lnTo>
                    <a:pt x="460" y="1000"/>
                  </a:lnTo>
                  <a:lnTo>
                    <a:pt x="490" y="994"/>
                  </a:lnTo>
                  <a:lnTo>
                    <a:pt x="518" y="986"/>
                  </a:lnTo>
                  <a:lnTo>
                    <a:pt x="544" y="972"/>
                  </a:lnTo>
                  <a:lnTo>
                    <a:pt x="568" y="952"/>
                  </a:lnTo>
                  <a:lnTo>
                    <a:pt x="588" y="927"/>
                  </a:lnTo>
                  <a:lnTo>
                    <a:pt x="604" y="895"/>
                  </a:lnTo>
                  <a:lnTo>
                    <a:pt x="614" y="855"/>
                  </a:lnTo>
                  <a:lnTo>
                    <a:pt x="623" y="806"/>
                  </a:lnTo>
                  <a:lnTo>
                    <a:pt x="623" y="748"/>
                  </a:lnTo>
                  <a:lnTo>
                    <a:pt x="620" y="626"/>
                  </a:lnTo>
                  <a:lnTo>
                    <a:pt x="617" y="507"/>
                  </a:lnTo>
                  <a:lnTo>
                    <a:pt x="612" y="397"/>
                  </a:lnTo>
                  <a:lnTo>
                    <a:pt x="602" y="296"/>
                  </a:lnTo>
                  <a:lnTo>
                    <a:pt x="589" y="207"/>
                  </a:lnTo>
                  <a:lnTo>
                    <a:pt x="570" y="134"/>
                  </a:lnTo>
                  <a:lnTo>
                    <a:pt x="544" y="79"/>
                  </a:lnTo>
                  <a:lnTo>
                    <a:pt x="509" y="44"/>
                  </a:lnTo>
                  <a:cubicBezTo>
                    <a:pt x="416" y="-4"/>
                    <a:pt x="264" y="-14"/>
                    <a:pt x="174" y="44"/>
                  </a:cubicBezTo>
                  <a:lnTo>
                    <a:pt x="161" y="57"/>
                  </a:lnTo>
                </a:path>
              </a:pathLst>
            </a:custGeom>
            <a:solidFill>
              <a:srgbClr val="FCF7F2">
                <a:alpha val="100000"/>
              </a:srgbClr>
            </a:solidFill>
            <a:ln cap="flat">
              <a:noFill/>
              <a:prstDash val="solid"/>
              <a:miter lim="0"/>
            </a:ln>
          </p:spPr>
          <p:txBody>
            <a:bodyPr rtlCol="0"/>
            <a:lstStyle/>
            <a:p>
              <a:pPr algn="ctr"/>
              <a:endParaRPr lang="zh-CN" altLang="en-US" sz="1635"/>
            </a:p>
          </p:txBody>
        </p:sp>
        <p:sp>
          <p:nvSpPr>
            <p:cNvPr id="820" name="path"/>
            <p:cNvSpPr/>
            <p:nvPr/>
          </p:nvSpPr>
          <p:spPr>
            <a:xfrm>
              <a:off x="30374" y="16407"/>
              <a:ext cx="383709" cy="628823"/>
            </a:xfrm>
            <a:custGeom>
              <a:avLst/>
              <a:gdLst/>
              <a:ahLst/>
              <a:cxnLst/>
              <a:rect l="0" t="0" r="0" b="0"/>
              <a:pathLst>
                <a:path w="604" h="990">
                  <a:moveTo>
                    <a:pt x="146" y="69"/>
                  </a:moveTo>
                  <a:lnTo>
                    <a:pt x="143" y="74"/>
                  </a:lnTo>
                  <a:lnTo>
                    <a:pt x="136" y="85"/>
                  </a:lnTo>
                  <a:lnTo>
                    <a:pt x="125" y="104"/>
                  </a:lnTo>
                  <a:cubicBezTo>
                    <a:pt x="57" y="217"/>
                    <a:pt x="-37" y="440"/>
                    <a:pt x="23" y="567"/>
                  </a:cubicBezTo>
                  <a:lnTo>
                    <a:pt x="42" y="602"/>
                  </a:lnTo>
                  <a:lnTo>
                    <a:pt x="82" y="665"/>
                  </a:lnTo>
                  <a:cubicBezTo>
                    <a:pt x="187" y="870"/>
                    <a:pt x="14" y="847"/>
                    <a:pt x="53" y="902"/>
                  </a:cubicBezTo>
                  <a:lnTo>
                    <a:pt x="62" y="911"/>
                  </a:lnTo>
                  <a:lnTo>
                    <a:pt x="71" y="918"/>
                  </a:lnTo>
                  <a:lnTo>
                    <a:pt x="84" y="925"/>
                  </a:lnTo>
                  <a:lnTo>
                    <a:pt x="99" y="932"/>
                  </a:lnTo>
                  <a:cubicBezTo>
                    <a:pt x="181" y="965"/>
                    <a:pt x="295" y="977"/>
                    <a:pt x="383" y="989"/>
                  </a:cubicBezTo>
                  <a:lnTo>
                    <a:pt x="413" y="990"/>
                  </a:lnTo>
                  <a:lnTo>
                    <a:pt x="443" y="989"/>
                  </a:lnTo>
                  <a:lnTo>
                    <a:pt x="473" y="984"/>
                  </a:lnTo>
                  <a:lnTo>
                    <a:pt x="500" y="975"/>
                  </a:lnTo>
                  <a:lnTo>
                    <a:pt x="525" y="961"/>
                  </a:lnTo>
                  <a:lnTo>
                    <a:pt x="546" y="942"/>
                  </a:lnTo>
                  <a:lnTo>
                    <a:pt x="566" y="917"/>
                  </a:lnTo>
                  <a:lnTo>
                    <a:pt x="581" y="885"/>
                  </a:lnTo>
                  <a:lnTo>
                    <a:pt x="592" y="846"/>
                  </a:lnTo>
                  <a:cubicBezTo>
                    <a:pt x="610" y="710"/>
                    <a:pt x="590" y="530"/>
                    <a:pt x="588" y="391"/>
                  </a:cubicBezTo>
                  <a:lnTo>
                    <a:pt x="580" y="291"/>
                  </a:lnTo>
                  <a:lnTo>
                    <a:pt x="567" y="204"/>
                  </a:lnTo>
                  <a:lnTo>
                    <a:pt x="549" y="132"/>
                  </a:lnTo>
                  <a:lnTo>
                    <a:pt x="524" y="78"/>
                  </a:lnTo>
                  <a:lnTo>
                    <a:pt x="489" y="43"/>
                  </a:lnTo>
                  <a:cubicBezTo>
                    <a:pt x="409" y="-4"/>
                    <a:pt x="245" y="-12"/>
                    <a:pt x="168" y="43"/>
                  </a:cubicBezTo>
                  <a:lnTo>
                    <a:pt x="155" y="56"/>
                  </a:lnTo>
                </a:path>
              </a:pathLst>
            </a:custGeom>
            <a:solidFill>
              <a:srgbClr val="F9F2EA">
                <a:alpha val="100000"/>
              </a:srgbClr>
            </a:solidFill>
            <a:ln cap="flat">
              <a:noFill/>
              <a:prstDash val="solid"/>
              <a:miter lim="0"/>
            </a:ln>
          </p:spPr>
          <p:txBody>
            <a:bodyPr rtlCol="0"/>
            <a:lstStyle/>
            <a:p>
              <a:pPr algn="ctr"/>
              <a:endParaRPr lang="zh-CN" altLang="en-US" sz="1635"/>
            </a:p>
          </p:txBody>
        </p:sp>
        <p:sp>
          <p:nvSpPr>
            <p:cNvPr id="822" name="path"/>
            <p:cNvSpPr/>
            <p:nvPr/>
          </p:nvSpPr>
          <p:spPr>
            <a:xfrm>
              <a:off x="41128" y="21721"/>
              <a:ext cx="368147" cy="621984"/>
            </a:xfrm>
            <a:custGeom>
              <a:avLst/>
              <a:gdLst/>
              <a:ahLst/>
              <a:cxnLst/>
              <a:rect l="0" t="0" r="0" b="0"/>
              <a:pathLst>
                <a:path w="579" h="979">
                  <a:moveTo>
                    <a:pt x="138" y="69"/>
                  </a:moveTo>
                  <a:lnTo>
                    <a:pt x="136" y="74"/>
                  </a:lnTo>
                  <a:lnTo>
                    <a:pt x="129" y="85"/>
                  </a:lnTo>
                  <a:lnTo>
                    <a:pt x="119" y="103"/>
                  </a:lnTo>
                  <a:cubicBezTo>
                    <a:pt x="49" y="223"/>
                    <a:pt x="-32" y="423"/>
                    <a:pt x="21" y="560"/>
                  </a:cubicBezTo>
                  <a:lnTo>
                    <a:pt x="40" y="596"/>
                  </a:lnTo>
                  <a:lnTo>
                    <a:pt x="78" y="657"/>
                  </a:lnTo>
                  <a:cubicBezTo>
                    <a:pt x="180" y="864"/>
                    <a:pt x="7" y="838"/>
                    <a:pt x="47" y="895"/>
                  </a:cubicBezTo>
                  <a:lnTo>
                    <a:pt x="54" y="902"/>
                  </a:lnTo>
                  <a:lnTo>
                    <a:pt x="64" y="909"/>
                  </a:lnTo>
                  <a:lnTo>
                    <a:pt x="77" y="915"/>
                  </a:lnTo>
                  <a:lnTo>
                    <a:pt x="91" y="923"/>
                  </a:lnTo>
                  <a:cubicBezTo>
                    <a:pt x="169" y="954"/>
                    <a:pt x="284" y="966"/>
                    <a:pt x="367" y="978"/>
                  </a:cubicBezTo>
                  <a:lnTo>
                    <a:pt x="396" y="979"/>
                  </a:lnTo>
                  <a:lnTo>
                    <a:pt x="425" y="978"/>
                  </a:lnTo>
                  <a:lnTo>
                    <a:pt x="453" y="973"/>
                  </a:lnTo>
                  <a:lnTo>
                    <a:pt x="478" y="965"/>
                  </a:lnTo>
                  <a:lnTo>
                    <a:pt x="502" y="950"/>
                  </a:lnTo>
                  <a:lnTo>
                    <a:pt x="523" y="932"/>
                  </a:lnTo>
                  <a:lnTo>
                    <a:pt x="541" y="907"/>
                  </a:lnTo>
                  <a:lnTo>
                    <a:pt x="557" y="875"/>
                  </a:lnTo>
                  <a:lnTo>
                    <a:pt x="568" y="835"/>
                  </a:lnTo>
                  <a:cubicBezTo>
                    <a:pt x="585" y="709"/>
                    <a:pt x="566" y="518"/>
                    <a:pt x="563" y="387"/>
                  </a:cubicBezTo>
                  <a:lnTo>
                    <a:pt x="556" y="288"/>
                  </a:lnTo>
                  <a:lnTo>
                    <a:pt x="543" y="201"/>
                  </a:lnTo>
                  <a:lnTo>
                    <a:pt x="526" y="131"/>
                  </a:lnTo>
                  <a:lnTo>
                    <a:pt x="501" y="77"/>
                  </a:lnTo>
                  <a:lnTo>
                    <a:pt x="468" y="43"/>
                  </a:lnTo>
                  <a:cubicBezTo>
                    <a:pt x="392" y="-5"/>
                    <a:pt x="234" y="-12"/>
                    <a:pt x="160" y="43"/>
                  </a:cubicBezTo>
                  <a:lnTo>
                    <a:pt x="148" y="56"/>
                  </a:lnTo>
                </a:path>
              </a:pathLst>
            </a:custGeom>
            <a:solidFill>
              <a:srgbClr val="F9EFE5">
                <a:alpha val="100000"/>
              </a:srgbClr>
            </a:solidFill>
            <a:ln cap="flat">
              <a:noFill/>
              <a:prstDash val="solid"/>
              <a:miter lim="0"/>
            </a:ln>
          </p:spPr>
          <p:txBody>
            <a:bodyPr rtlCol="0"/>
            <a:lstStyle/>
            <a:p>
              <a:pPr algn="ctr"/>
              <a:endParaRPr lang="zh-CN" altLang="en-US" sz="1635"/>
            </a:p>
          </p:txBody>
        </p:sp>
        <p:sp>
          <p:nvSpPr>
            <p:cNvPr id="824" name="path"/>
            <p:cNvSpPr/>
            <p:nvPr/>
          </p:nvSpPr>
          <p:spPr>
            <a:xfrm>
              <a:off x="51673" y="26722"/>
              <a:ext cx="352528" cy="615459"/>
            </a:xfrm>
            <a:custGeom>
              <a:avLst/>
              <a:gdLst/>
              <a:ahLst/>
              <a:cxnLst/>
              <a:rect l="0" t="0" r="0" b="0"/>
              <a:pathLst>
                <a:path w="555" h="969">
                  <a:moveTo>
                    <a:pt x="132" y="69"/>
                  </a:moveTo>
                  <a:lnTo>
                    <a:pt x="130" y="74"/>
                  </a:lnTo>
                  <a:lnTo>
                    <a:pt x="123" y="84"/>
                  </a:lnTo>
                  <a:lnTo>
                    <a:pt x="113" y="102"/>
                  </a:lnTo>
                  <a:cubicBezTo>
                    <a:pt x="47" y="223"/>
                    <a:pt x="-30" y="420"/>
                    <a:pt x="20" y="556"/>
                  </a:cubicBezTo>
                  <a:lnTo>
                    <a:pt x="39" y="591"/>
                  </a:lnTo>
                  <a:lnTo>
                    <a:pt x="74" y="651"/>
                  </a:lnTo>
                  <a:cubicBezTo>
                    <a:pt x="175" y="854"/>
                    <a:pt x="8" y="830"/>
                    <a:pt x="41" y="887"/>
                  </a:cubicBezTo>
                  <a:lnTo>
                    <a:pt x="48" y="894"/>
                  </a:lnTo>
                  <a:lnTo>
                    <a:pt x="58" y="902"/>
                  </a:lnTo>
                  <a:lnTo>
                    <a:pt x="84" y="914"/>
                  </a:lnTo>
                  <a:cubicBezTo>
                    <a:pt x="160" y="944"/>
                    <a:pt x="268" y="954"/>
                    <a:pt x="351" y="968"/>
                  </a:cubicBezTo>
                  <a:lnTo>
                    <a:pt x="378" y="969"/>
                  </a:lnTo>
                  <a:lnTo>
                    <a:pt x="407" y="968"/>
                  </a:lnTo>
                  <a:lnTo>
                    <a:pt x="432" y="963"/>
                  </a:lnTo>
                  <a:lnTo>
                    <a:pt x="458" y="954"/>
                  </a:lnTo>
                  <a:lnTo>
                    <a:pt x="480" y="941"/>
                  </a:lnTo>
                  <a:lnTo>
                    <a:pt x="501" y="922"/>
                  </a:lnTo>
                  <a:lnTo>
                    <a:pt x="519" y="897"/>
                  </a:lnTo>
                  <a:lnTo>
                    <a:pt x="533" y="867"/>
                  </a:lnTo>
                  <a:lnTo>
                    <a:pt x="543" y="827"/>
                  </a:lnTo>
                  <a:cubicBezTo>
                    <a:pt x="561" y="696"/>
                    <a:pt x="541" y="518"/>
                    <a:pt x="539" y="383"/>
                  </a:cubicBezTo>
                  <a:lnTo>
                    <a:pt x="532" y="285"/>
                  </a:lnTo>
                  <a:lnTo>
                    <a:pt x="520" y="201"/>
                  </a:lnTo>
                  <a:lnTo>
                    <a:pt x="502" y="130"/>
                  </a:lnTo>
                  <a:lnTo>
                    <a:pt x="480" y="76"/>
                  </a:lnTo>
                  <a:lnTo>
                    <a:pt x="449" y="44"/>
                  </a:lnTo>
                  <a:cubicBezTo>
                    <a:pt x="378" y="-3"/>
                    <a:pt x="222" y="-14"/>
                    <a:pt x="153" y="44"/>
                  </a:cubicBezTo>
                  <a:lnTo>
                    <a:pt x="142" y="56"/>
                  </a:lnTo>
                </a:path>
              </a:pathLst>
            </a:custGeom>
            <a:solidFill>
              <a:srgbClr val="F7EADD">
                <a:alpha val="100000"/>
              </a:srgbClr>
            </a:solidFill>
            <a:ln cap="flat">
              <a:noFill/>
              <a:prstDash val="solid"/>
              <a:miter lim="0"/>
            </a:ln>
          </p:spPr>
          <p:txBody>
            <a:bodyPr rtlCol="0"/>
            <a:lstStyle/>
            <a:p>
              <a:pPr algn="ctr"/>
              <a:endParaRPr lang="zh-CN" altLang="en-US" sz="1635"/>
            </a:p>
          </p:txBody>
        </p:sp>
        <p:sp>
          <p:nvSpPr>
            <p:cNvPr id="826" name="path"/>
            <p:cNvSpPr/>
            <p:nvPr/>
          </p:nvSpPr>
          <p:spPr>
            <a:xfrm>
              <a:off x="61428" y="32413"/>
              <a:ext cx="338311" cy="608244"/>
            </a:xfrm>
            <a:custGeom>
              <a:avLst/>
              <a:gdLst/>
              <a:ahLst/>
              <a:cxnLst/>
              <a:rect l="0" t="0" r="0" b="0"/>
              <a:pathLst>
                <a:path w="532" h="957">
                  <a:moveTo>
                    <a:pt x="128" y="68"/>
                  </a:moveTo>
                  <a:lnTo>
                    <a:pt x="118" y="83"/>
                  </a:lnTo>
                  <a:lnTo>
                    <a:pt x="109" y="101"/>
                  </a:lnTo>
                  <a:cubicBezTo>
                    <a:pt x="46" y="228"/>
                    <a:pt x="-30" y="407"/>
                    <a:pt x="20" y="548"/>
                  </a:cubicBezTo>
                  <a:lnTo>
                    <a:pt x="37" y="583"/>
                  </a:lnTo>
                  <a:lnTo>
                    <a:pt x="71" y="643"/>
                  </a:lnTo>
                  <a:cubicBezTo>
                    <a:pt x="171" y="847"/>
                    <a:pt x="8" y="819"/>
                    <a:pt x="35" y="877"/>
                  </a:cubicBezTo>
                  <a:lnTo>
                    <a:pt x="43" y="884"/>
                  </a:lnTo>
                  <a:lnTo>
                    <a:pt x="52" y="891"/>
                  </a:lnTo>
                  <a:lnTo>
                    <a:pt x="64" y="897"/>
                  </a:lnTo>
                  <a:lnTo>
                    <a:pt x="77" y="905"/>
                  </a:lnTo>
                  <a:cubicBezTo>
                    <a:pt x="153" y="931"/>
                    <a:pt x="257" y="943"/>
                    <a:pt x="337" y="956"/>
                  </a:cubicBezTo>
                  <a:lnTo>
                    <a:pt x="363" y="957"/>
                  </a:lnTo>
                  <a:lnTo>
                    <a:pt x="389" y="956"/>
                  </a:lnTo>
                  <a:lnTo>
                    <a:pt x="415" y="951"/>
                  </a:lnTo>
                  <a:lnTo>
                    <a:pt x="437" y="942"/>
                  </a:lnTo>
                  <a:lnTo>
                    <a:pt x="460" y="930"/>
                  </a:lnTo>
                  <a:lnTo>
                    <a:pt x="479" y="911"/>
                  </a:lnTo>
                  <a:lnTo>
                    <a:pt x="496" y="887"/>
                  </a:lnTo>
                  <a:lnTo>
                    <a:pt x="509" y="855"/>
                  </a:lnTo>
                  <a:lnTo>
                    <a:pt x="519" y="817"/>
                  </a:lnTo>
                  <a:cubicBezTo>
                    <a:pt x="540" y="693"/>
                    <a:pt x="518" y="507"/>
                    <a:pt x="517" y="378"/>
                  </a:cubicBezTo>
                  <a:lnTo>
                    <a:pt x="508" y="282"/>
                  </a:lnTo>
                  <a:lnTo>
                    <a:pt x="497" y="197"/>
                  </a:lnTo>
                  <a:lnTo>
                    <a:pt x="482" y="127"/>
                  </a:lnTo>
                  <a:lnTo>
                    <a:pt x="459" y="74"/>
                  </a:lnTo>
                  <a:lnTo>
                    <a:pt x="429" y="42"/>
                  </a:lnTo>
                  <a:cubicBezTo>
                    <a:pt x="357" y="-4"/>
                    <a:pt x="218" y="-12"/>
                    <a:pt x="148" y="42"/>
                  </a:cubicBezTo>
                  <a:lnTo>
                    <a:pt x="136" y="55"/>
                  </a:lnTo>
                </a:path>
              </a:pathLst>
            </a:custGeom>
            <a:solidFill>
              <a:srgbClr val="F4E5D6">
                <a:alpha val="100000"/>
              </a:srgbClr>
            </a:solidFill>
            <a:ln cap="flat">
              <a:noFill/>
              <a:prstDash val="solid"/>
              <a:miter lim="0"/>
            </a:ln>
          </p:spPr>
          <p:txBody>
            <a:bodyPr rtlCol="0"/>
            <a:lstStyle/>
            <a:p>
              <a:pPr algn="ctr"/>
              <a:endParaRPr lang="zh-CN" altLang="en-US" sz="1635"/>
            </a:p>
          </p:txBody>
        </p:sp>
        <p:sp>
          <p:nvSpPr>
            <p:cNvPr id="828" name="path"/>
            <p:cNvSpPr/>
            <p:nvPr/>
          </p:nvSpPr>
          <p:spPr>
            <a:xfrm>
              <a:off x="71977" y="37209"/>
              <a:ext cx="321907" cy="601924"/>
            </a:xfrm>
            <a:custGeom>
              <a:avLst/>
              <a:gdLst/>
              <a:ahLst/>
              <a:cxnLst/>
              <a:rect l="0" t="0" r="0" b="0"/>
              <a:pathLst>
                <a:path w="506" h="947">
                  <a:moveTo>
                    <a:pt x="121" y="68"/>
                  </a:moveTo>
                  <a:lnTo>
                    <a:pt x="120" y="71"/>
                  </a:lnTo>
                  <a:lnTo>
                    <a:pt x="114" y="82"/>
                  </a:lnTo>
                  <a:lnTo>
                    <a:pt x="104" y="100"/>
                  </a:lnTo>
                  <a:cubicBezTo>
                    <a:pt x="45" y="221"/>
                    <a:pt x="-28" y="410"/>
                    <a:pt x="19" y="543"/>
                  </a:cubicBezTo>
                  <a:lnTo>
                    <a:pt x="36" y="577"/>
                  </a:lnTo>
                  <a:lnTo>
                    <a:pt x="69" y="637"/>
                  </a:lnTo>
                  <a:cubicBezTo>
                    <a:pt x="162" y="840"/>
                    <a:pt x="4" y="814"/>
                    <a:pt x="30" y="869"/>
                  </a:cubicBezTo>
                  <a:lnTo>
                    <a:pt x="37" y="877"/>
                  </a:lnTo>
                  <a:lnTo>
                    <a:pt x="45" y="884"/>
                  </a:lnTo>
                  <a:lnTo>
                    <a:pt x="57" y="890"/>
                  </a:lnTo>
                  <a:lnTo>
                    <a:pt x="70" y="896"/>
                  </a:lnTo>
                  <a:cubicBezTo>
                    <a:pt x="144" y="922"/>
                    <a:pt x="243" y="933"/>
                    <a:pt x="321" y="947"/>
                  </a:cubicBezTo>
                  <a:lnTo>
                    <a:pt x="346" y="947"/>
                  </a:lnTo>
                  <a:lnTo>
                    <a:pt x="370" y="946"/>
                  </a:lnTo>
                  <a:lnTo>
                    <a:pt x="396" y="941"/>
                  </a:lnTo>
                  <a:lnTo>
                    <a:pt x="418" y="933"/>
                  </a:lnTo>
                  <a:lnTo>
                    <a:pt x="439" y="920"/>
                  </a:lnTo>
                  <a:lnTo>
                    <a:pt x="458" y="902"/>
                  </a:lnTo>
                  <a:lnTo>
                    <a:pt x="472" y="878"/>
                  </a:lnTo>
                  <a:lnTo>
                    <a:pt x="486" y="847"/>
                  </a:lnTo>
                  <a:lnTo>
                    <a:pt x="495" y="808"/>
                  </a:lnTo>
                  <a:cubicBezTo>
                    <a:pt x="512" y="680"/>
                    <a:pt x="495" y="506"/>
                    <a:pt x="492" y="375"/>
                  </a:cubicBezTo>
                  <a:lnTo>
                    <a:pt x="486" y="279"/>
                  </a:lnTo>
                  <a:lnTo>
                    <a:pt x="475" y="196"/>
                  </a:lnTo>
                  <a:lnTo>
                    <a:pt x="459" y="127"/>
                  </a:lnTo>
                  <a:lnTo>
                    <a:pt x="438" y="75"/>
                  </a:lnTo>
                  <a:lnTo>
                    <a:pt x="409" y="43"/>
                  </a:lnTo>
                  <a:cubicBezTo>
                    <a:pt x="339" y="-3"/>
                    <a:pt x="209" y="-13"/>
                    <a:pt x="141" y="41"/>
                  </a:cubicBezTo>
                  <a:lnTo>
                    <a:pt x="130" y="55"/>
                  </a:lnTo>
                </a:path>
              </a:pathLst>
            </a:custGeom>
            <a:solidFill>
              <a:srgbClr val="F4E2D1">
                <a:alpha val="100000"/>
              </a:srgbClr>
            </a:solidFill>
            <a:ln cap="flat">
              <a:noFill/>
              <a:prstDash val="solid"/>
              <a:miter lim="0"/>
            </a:ln>
          </p:spPr>
          <p:txBody>
            <a:bodyPr rtlCol="0"/>
            <a:lstStyle/>
            <a:p>
              <a:pPr algn="ctr"/>
              <a:endParaRPr lang="zh-CN" altLang="en-US" sz="1635"/>
            </a:p>
          </p:txBody>
        </p:sp>
        <p:sp>
          <p:nvSpPr>
            <p:cNvPr id="830" name="path"/>
            <p:cNvSpPr/>
            <p:nvPr/>
          </p:nvSpPr>
          <p:spPr>
            <a:xfrm>
              <a:off x="81297" y="43732"/>
              <a:ext cx="307498" cy="595837"/>
            </a:xfrm>
            <a:custGeom>
              <a:avLst/>
              <a:gdLst/>
              <a:ahLst/>
              <a:cxnLst/>
              <a:rect l="0" t="0" r="0" b="0"/>
              <a:pathLst>
                <a:path w="484" h="938">
                  <a:moveTo>
                    <a:pt x="117" y="66"/>
                  </a:moveTo>
                  <a:lnTo>
                    <a:pt x="115" y="70"/>
                  </a:lnTo>
                  <a:lnTo>
                    <a:pt x="109" y="80"/>
                  </a:lnTo>
                  <a:lnTo>
                    <a:pt x="100" y="97"/>
                  </a:lnTo>
                  <a:lnTo>
                    <a:pt x="89" y="120"/>
                  </a:lnTo>
                  <a:cubicBezTo>
                    <a:pt x="60" y="185"/>
                    <a:pt x="30" y="266"/>
                    <a:pt x="16" y="335"/>
                  </a:cubicBezTo>
                  <a:lnTo>
                    <a:pt x="9" y="376"/>
                  </a:lnTo>
                  <a:lnTo>
                    <a:pt x="4" y="418"/>
                  </a:lnTo>
                  <a:cubicBezTo>
                    <a:pt x="-1" y="545"/>
                    <a:pt x="44" y="564"/>
                    <a:pt x="86" y="676"/>
                  </a:cubicBezTo>
                  <a:lnTo>
                    <a:pt x="95" y="716"/>
                  </a:lnTo>
                  <a:lnTo>
                    <a:pt x="95" y="748"/>
                  </a:lnTo>
                  <a:lnTo>
                    <a:pt x="89" y="773"/>
                  </a:lnTo>
                  <a:lnTo>
                    <a:pt x="79" y="792"/>
                  </a:lnTo>
                  <a:lnTo>
                    <a:pt x="65" y="806"/>
                  </a:lnTo>
                  <a:lnTo>
                    <a:pt x="37" y="826"/>
                  </a:lnTo>
                  <a:lnTo>
                    <a:pt x="28" y="835"/>
                  </a:lnTo>
                  <a:lnTo>
                    <a:pt x="25" y="844"/>
                  </a:lnTo>
                  <a:lnTo>
                    <a:pt x="23" y="852"/>
                  </a:lnTo>
                  <a:lnTo>
                    <a:pt x="26" y="859"/>
                  </a:lnTo>
                  <a:lnTo>
                    <a:pt x="32" y="866"/>
                  </a:lnTo>
                  <a:cubicBezTo>
                    <a:pt x="56" y="884"/>
                    <a:pt x="88" y="891"/>
                    <a:pt x="117" y="900"/>
                  </a:cubicBezTo>
                  <a:lnTo>
                    <a:pt x="137" y="904"/>
                  </a:lnTo>
                  <a:lnTo>
                    <a:pt x="195" y="914"/>
                  </a:lnTo>
                  <a:lnTo>
                    <a:pt x="215" y="918"/>
                  </a:lnTo>
                  <a:cubicBezTo>
                    <a:pt x="492" y="993"/>
                    <a:pt x="485" y="811"/>
                    <a:pt x="477" y="584"/>
                  </a:cubicBezTo>
                  <a:lnTo>
                    <a:pt x="475" y="473"/>
                  </a:lnTo>
                  <a:lnTo>
                    <a:pt x="470" y="368"/>
                  </a:lnTo>
                  <a:lnTo>
                    <a:pt x="464" y="275"/>
                  </a:lnTo>
                  <a:cubicBezTo>
                    <a:pt x="451" y="191"/>
                    <a:pt x="453" y="60"/>
                    <a:pt x="358" y="22"/>
                  </a:cubicBezTo>
                  <a:lnTo>
                    <a:pt x="339" y="14"/>
                  </a:lnTo>
                  <a:lnTo>
                    <a:pt x="320" y="10"/>
                  </a:lnTo>
                  <a:cubicBezTo>
                    <a:pt x="273" y="0"/>
                    <a:pt x="225" y="0"/>
                    <a:pt x="179" y="14"/>
                  </a:cubicBezTo>
                  <a:lnTo>
                    <a:pt x="164" y="22"/>
                  </a:lnTo>
                  <a:lnTo>
                    <a:pt x="148" y="30"/>
                  </a:lnTo>
                  <a:lnTo>
                    <a:pt x="136" y="41"/>
                  </a:lnTo>
                  <a:lnTo>
                    <a:pt x="125" y="52"/>
                  </a:lnTo>
                </a:path>
              </a:pathLst>
            </a:custGeom>
            <a:solidFill>
              <a:srgbClr val="F2DDC9">
                <a:alpha val="100000"/>
              </a:srgbClr>
            </a:solidFill>
            <a:ln cap="flat">
              <a:noFill/>
              <a:prstDash val="solid"/>
              <a:miter lim="0"/>
            </a:ln>
          </p:spPr>
          <p:txBody>
            <a:bodyPr rtlCol="0"/>
            <a:lstStyle/>
            <a:p>
              <a:pPr algn="ctr"/>
              <a:endParaRPr lang="zh-CN" altLang="en-US" sz="1635"/>
            </a:p>
          </p:txBody>
        </p:sp>
      </p:grpSp>
      <p:pic>
        <p:nvPicPr>
          <p:cNvPr id="832" name="picture 832"/>
          <p:cNvPicPr>
            <a:picLocks noChangeAspect="1"/>
          </p:cNvPicPr>
          <p:nvPr/>
        </p:nvPicPr>
        <p:blipFill>
          <a:blip r:embed="rId7"/>
          <a:stretch>
            <a:fillRect/>
          </a:stretch>
        </p:blipFill>
        <p:spPr>
          <a:xfrm rot="21600000">
            <a:off x="2872451" y="3465640"/>
            <a:ext cx="702392" cy="304185"/>
          </a:xfrm>
          <a:prstGeom prst="rect">
            <a:avLst/>
          </a:prstGeom>
        </p:spPr>
      </p:pic>
      <p:sp>
        <p:nvSpPr>
          <p:cNvPr id="834" name="path"/>
          <p:cNvSpPr/>
          <p:nvPr/>
        </p:nvSpPr>
        <p:spPr>
          <a:xfrm>
            <a:off x="2757690" y="4204672"/>
            <a:ext cx="465957" cy="454203"/>
          </a:xfrm>
          <a:custGeom>
            <a:avLst/>
            <a:gdLst/>
            <a:ahLst/>
            <a:cxnLst/>
            <a:rect l="0" t="0" r="0" b="0"/>
            <a:pathLst>
              <a:path w="808" h="788">
                <a:moveTo>
                  <a:pt x="0" y="236"/>
                </a:moveTo>
                <a:lnTo>
                  <a:pt x="26" y="250"/>
                </a:lnTo>
                <a:lnTo>
                  <a:pt x="50" y="265"/>
                </a:lnTo>
                <a:lnTo>
                  <a:pt x="73" y="280"/>
                </a:lnTo>
                <a:cubicBezTo>
                  <a:pt x="121" y="316"/>
                  <a:pt x="160" y="366"/>
                  <a:pt x="183" y="422"/>
                </a:cubicBezTo>
                <a:lnTo>
                  <a:pt x="192" y="446"/>
                </a:lnTo>
                <a:lnTo>
                  <a:pt x="201" y="469"/>
                </a:lnTo>
                <a:lnTo>
                  <a:pt x="213" y="517"/>
                </a:lnTo>
                <a:lnTo>
                  <a:pt x="220" y="541"/>
                </a:lnTo>
                <a:lnTo>
                  <a:pt x="225" y="564"/>
                </a:lnTo>
                <a:lnTo>
                  <a:pt x="227" y="566"/>
                </a:lnTo>
                <a:lnTo>
                  <a:pt x="232" y="566"/>
                </a:lnTo>
                <a:lnTo>
                  <a:pt x="237" y="561"/>
                </a:lnTo>
                <a:lnTo>
                  <a:pt x="232" y="511"/>
                </a:lnTo>
                <a:lnTo>
                  <a:pt x="229" y="486"/>
                </a:lnTo>
                <a:cubicBezTo>
                  <a:pt x="202" y="358"/>
                  <a:pt x="148" y="292"/>
                  <a:pt x="30" y="246"/>
                </a:cubicBezTo>
                <a:lnTo>
                  <a:pt x="15" y="241"/>
                </a:lnTo>
                <a:lnTo>
                  <a:pt x="0" y="236"/>
                </a:lnTo>
              </a:path>
              <a:path w="808" h="788">
                <a:moveTo>
                  <a:pt x="202" y="99"/>
                </a:moveTo>
                <a:lnTo>
                  <a:pt x="209" y="112"/>
                </a:lnTo>
                <a:lnTo>
                  <a:pt x="219" y="139"/>
                </a:lnTo>
                <a:cubicBezTo>
                  <a:pt x="238" y="198"/>
                  <a:pt x="247" y="254"/>
                  <a:pt x="250" y="317"/>
                </a:cubicBezTo>
                <a:lnTo>
                  <a:pt x="253" y="374"/>
                </a:lnTo>
                <a:lnTo>
                  <a:pt x="254" y="429"/>
                </a:lnTo>
                <a:lnTo>
                  <a:pt x="257" y="434"/>
                </a:lnTo>
                <a:lnTo>
                  <a:pt x="263" y="435"/>
                </a:lnTo>
                <a:lnTo>
                  <a:pt x="269" y="433"/>
                </a:lnTo>
                <a:lnTo>
                  <a:pt x="273" y="429"/>
                </a:lnTo>
                <a:lnTo>
                  <a:pt x="285" y="371"/>
                </a:lnTo>
                <a:lnTo>
                  <a:pt x="290" y="315"/>
                </a:lnTo>
                <a:lnTo>
                  <a:pt x="284" y="257"/>
                </a:lnTo>
                <a:lnTo>
                  <a:pt x="271" y="201"/>
                </a:lnTo>
                <a:lnTo>
                  <a:pt x="261" y="175"/>
                </a:lnTo>
                <a:lnTo>
                  <a:pt x="255" y="161"/>
                </a:lnTo>
                <a:cubicBezTo>
                  <a:pt x="232" y="102"/>
                  <a:pt x="185" y="57"/>
                  <a:pt x="151" y="4"/>
                </a:cubicBezTo>
                <a:lnTo>
                  <a:pt x="148" y="0"/>
                </a:lnTo>
                <a:lnTo>
                  <a:pt x="151" y="3"/>
                </a:lnTo>
                <a:cubicBezTo>
                  <a:pt x="163" y="26"/>
                  <a:pt x="175" y="46"/>
                  <a:pt x="187" y="69"/>
                </a:cubicBezTo>
                <a:lnTo>
                  <a:pt x="195" y="86"/>
                </a:lnTo>
              </a:path>
              <a:path w="808" h="788">
                <a:moveTo>
                  <a:pt x="290" y="675"/>
                </a:moveTo>
                <a:lnTo>
                  <a:pt x="284" y="680"/>
                </a:lnTo>
                <a:cubicBezTo>
                  <a:pt x="266" y="703"/>
                  <a:pt x="242" y="733"/>
                  <a:pt x="263" y="763"/>
                </a:cubicBezTo>
                <a:lnTo>
                  <a:pt x="269" y="775"/>
                </a:lnTo>
                <a:lnTo>
                  <a:pt x="273" y="775"/>
                </a:lnTo>
                <a:lnTo>
                  <a:pt x="274" y="774"/>
                </a:lnTo>
                <a:lnTo>
                  <a:pt x="274" y="772"/>
                </a:lnTo>
                <a:lnTo>
                  <a:pt x="271" y="758"/>
                </a:lnTo>
                <a:lnTo>
                  <a:pt x="268" y="746"/>
                </a:lnTo>
                <a:lnTo>
                  <a:pt x="268" y="733"/>
                </a:lnTo>
                <a:lnTo>
                  <a:pt x="272" y="721"/>
                </a:lnTo>
                <a:lnTo>
                  <a:pt x="275" y="710"/>
                </a:lnTo>
                <a:lnTo>
                  <a:pt x="283" y="698"/>
                </a:lnTo>
                <a:lnTo>
                  <a:pt x="291" y="687"/>
                </a:lnTo>
                <a:cubicBezTo>
                  <a:pt x="309" y="659"/>
                  <a:pt x="358" y="636"/>
                  <a:pt x="387" y="621"/>
                </a:cubicBezTo>
                <a:lnTo>
                  <a:pt x="397" y="615"/>
                </a:lnTo>
                <a:lnTo>
                  <a:pt x="399" y="614"/>
                </a:lnTo>
                <a:lnTo>
                  <a:pt x="397" y="615"/>
                </a:lnTo>
                <a:cubicBezTo>
                  <a:pt x="371" y="629"/>
                  <a:pt x="342" y="639"/>
                  <a:pt x="317" y="656"/>
                </a:cubicBezTo>
                <a:lnTo>
                  <a:pt x="302" y="666"/>
                </a:lnTo>
              </a:path>
              <a:path w="808" h="788">
                <a:moveTo>
                  <a:pt x="373" y="691"/>
                </a:moveTo>
                <a:lnTo>
                  <a:pt x="364" y="703"/>
                </a:lnTo>
                <a:cubicBezTo>
                  <a:pt x="343" y="742"/>
                  <a:pt x="342" y="746"/>
                  <a:pt x="356" y="787"/>
                </a:cubicBezTo>
                <a:lnTo>
                  <a:pt x="356" y="788"/>
                </a:lnTo>
                <a:lnTo>
                  <a:pt x="361" y="785"/>
                </a:lnTo>
                <a:lnTo>
                  <a:pt x="362" y="784"/>
                </a:lnTo>
                <a:lnTo>
                  <a:pt x="358" y="759"/>
                </a:lnTo>
                <a:lnTo>
                  <a:pt x="362" y="735"/>
                </a:lnTo>
                <a:lnTo>
                  <a:pt x="369" y="712"/>
                </a:lnTo>
                <a:lnTo>
                  <a:pt x="383" y="688"/>
                </a:lnTo>
                <a:lnTo>
                  <a:pt x="393" y="677"/>
                </a:lnTo>
                <a:cubicBezTo>
                  <a:pt x="410" y="656"/>
                  <a:pt x="432" y="643"/>
                  <a:pt x="452" y="625"/>
                </a:cubicBezTo>
                <a:lnTo>
                  <a:pt x="459" y="619"/>
                </a:lnTo>
                <a:lnTo>
                  <a:pt x="461" y="617"/>
                </a:lnTo>
                <a:lnTo>
                  <a:pt x="458" y="619"/>
                </a:lnTo>
                <a:cubicBezTo>
                  <a:pt x="438" y="636"/>
                  <a:pt x="416" y="649"/>
                  <a:pt x="397" y="667"/>
                </a:cubicBezTo>
                <a:lnTo>
                  <a:pt x="383" y="679"/>
                </a:lnTo>
              </a:path>
              <a:path w="808" h="788">
                <a:moveTo>
                  <a:pt x="600" y="576"/>
                </a:moveTo>
                <a:lnTo>
                  <a:pt x="606" y="571"/>
                </a:lnTo>
                <a:lnTo>
                  <a:pt x="613" y="563"/>
                </a:lnTo>
                <a:cubicBezTo>
                  <a:pt x="644" y="529"/>
                  <a:pt x="671" y="550"/>
                  <a:pt x="709" y="561"/>
                </a:cubicBezTo>
                <a:lnTo>
                  <a:pt x="716" y="562"/>
                </a:lnTo>
                <a:lnTo>
                  <a:pt x="724" y="565"/>
                </a:lnTo>
                <a:cubicBezTo>
                  <a:pt x="751" y="572"/>
                  <a:pt x="780" y="581"/>
                  <a:pt x="806" y="591"/>
                </a:cubicBezTo>
                <a:lnTo>
                  <a:pt x="808" y="591"/>
                </a:lnTo>
                <a:lnTo>
                  <a:pt x="808" y="589"/>
                </a:lnTo>
                <a:lnTo>
                  <a:pt x="807" y="589"/>
                </a:lnTo>
                <a:cubicBezTo>
                  <a:pt x="571" y="503"/>
                  <a:pt x="693" y="518"/>
                  <a:pt x="470" y="650"/>
                </a:cubicBezTo>
                <a:lnTo>
                  <a:pt x="466" y="652"/>
                </a:lnTo>
                <a:lnTo>
                  <a:pt x="470" y="651"/>
                </a:lnTo>
                <a:cubicBezTo>
                  <a:pt x="502" y="636"/>
                  <a:pt x="531" y="619"/>
                  <a:pt x="562" y="602"/>
                </a:cubicBezTo>
                <a:lnTo>
                  <a:pt x="583" y="589"/>
                </a:lnTo>
              </a:path>
              <a:path w="808" h="788">
                <a:moveTo>
                  <a:pt x="500" y="746"/>
                </a:moveTo>
                <a:lnTo>
                  <a:pt x="509" y="745"/>
                </a:lnTo>
                <a:lnTo>
                  <a:pt x="518" y="742"/>
                </a:lnTo>
                <a:cubicBezTo>
                  <a:pt x="556" y="730"/>
                  <a:pt x="594" y="713"/>
                  <a:pt x="621" y="682"/>
                </a:cubicBezTo>
                <a:lnTo>
                  <a:pt x="620" y="679"/>
                </a:lnTo>
                <a:lnTo>
                  <a:pt x="616" y="676"/>
                </a:lnTo>
                <a:cubicBezTo>
                  <a:pt x="542" y="690"/>
                  <a:pt x="484" y="753"/>
                  <a:pt x="407" y="714"/>
                </a:cubicBezTo>
                <a:lnTo>
                  <a:pt x="398" y="710"/>
                </a:lnTo>
                <a:lnTo>
                  <a:pt x="395" y="708"/>
                </a:lnTo>
                <a:lnTo>
                  <a:pt x="398" y="710"/>
                </a:lnTo>
                <a:cubicBezTo>
                  <a:pt x="422" y="725"/>
                  <a:pt x="438" y="734"/>
                  <a:pt x="466" y="742"/>
                </a:cubicBezTo>
                <a:lnTo>
                  <a:pt x="483" y="746"/>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836" name="picture 836"/>
          <p:cNvPicPr>
            <a:picLocks noChangeAspect="1"/>
          </p:cNvPicPr>
          <p:nvPr/>
        </p:nvPicPr>
        <p:blipFill>
          <a:blip r:embed="rId8"/>
          <a:stretch>
            <a:fillRect/>
          </a:stretch>
        </p:blipFill>
        <p:spPr>
          <a:xfrm rot="21600000">
            <a:off x="6628452" y="3389593"/>
            <a:ext cx="1145522" cy="151401"/>
          </a:xfrm>
          <a:prstGeom prst="rect">
            <a:avLst/>
          </a:prstGeom>
        </p:spPr>
      </p:pic>
      <p:grpSp>
        <p:nvGrpSpPr>
          <p:cNvPr id="58" name="group 58"/>
          <p:cNvGrpSpPr/>
          <p:nvPr/>
        </p:nvGrpSpPr>
        <p:grpSpPr>
          <a:xfrm rot="21600000">
            <a:off x="3570695" y="3513167"/>
            <a:ext cx="467339" cy="361279"/>
            <a:chOff x="0" y="0"/>
            <a:chExt cx="515111" cy="398210"/>
          </a:xfrm>
        </p:grpSpPr>
        <p:pic>
          <p:nvPicPr>
            <p:cNvPr id="838" name="picture 838"/>
            <p:cNvPicPr>
              <a:picLocks noChangeAspect="1"/>
            </p:cNvPicPr>
            <p:nvPr/>
          </p:nvPicPr>
          <p:blipFill>
            <a:blip r:embed="rId9"/>
            <a:stretch>
              <a:fillRect/>
            </a:stretch>
          </p:blipFill>
          <p:spPr>
            <a:xfrm rot="21600000">
              <a:off x="0" y="0"/>
              <a:ext cx="515111" cy="398210"/>
            </a:xfrm>
            <a:prstGeom prst="rect">
              <a:avLst/>
            </a:prstGeom>
          </p:spPr>
        </p:pic>
        <p:sp>
          <p:nvSpPr>
            <p:cNvPr id="840" name="textbox 840"/>
            <p:cNvSpPr/>
            <p:nvPr/>
          </p:nvSpPr>
          <p:spPr>
            <a:xfrm>
              <a:off x="-12700" y="-12700"/>
              <a:ext cx="541019" cy="487680"/>
            </a:xfrm>
            <a:prstGeom prst="rect">
              <a:avLst/>
            </a:prstGeom>
          </p:spPr>
          <p:txBody>
            <a:bodyPr vert="horz" wrap="square" lIns="0" tIns="0" rIns="0" bIns="0"/>
            <a:lstStyle/>
            <a:p>
              <a:pPr algn="l" rtl="0" eaLnBrk="0">
                <a:lnSpc>
                  <a:spcPct val="109000"/>
                </a:lnSpc>
              </a:pPr>
              <a:endParaRPr lang="en-US" altLang="en-US" sz="725" dirty="0"/>
            </a:p>
            <a:p>
              <a:pPr algn="l" rtl="0" eaLnBrk="0">
                <a:lnSpc>
                  <a:spcPct val="8000"/>
                </a:lnSpc>
              </a:pPr>
              <a:endParaRPr lang="en-US" altLang="en-US" sz="100" dirty="0"/>
            </a:p>
            <a:p>
              <a:pPr marL="172085"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pic>
        <p:nvPicPr>
          <p:cNvPr id="842" name="picture 842"/>
          <p:cNvPicPr>
            <a:picLocks noChangeAspect="1"/>
          </p:cNvPicPr>
          <p:nvPr/>
        </p:nvPicPr>
        <p:blipFill>
          <a:blip r:embed="rId10"/>
          <a:stretch>
            <a:fillRect/>
          </a:stretch>
        </p:blipFill>
        <p:spPr>
          <a:xfrm rot="21600000">
            <a:off x="5254085" y="3236809"/>
            <a:ext cx="152093" cy="458352"/>
          </a:xfrm>
          <a:prstGeom prst="rect">
            <a:avLst/>
          </a:prstGeom>
        </p:spPr>
      </p:pic>
      <p:sp>
        <p:nvSpPr>
          <p:cNvPr id="844" name="rect"/>
          <p:cNvSpPr/>
          <p:nvPr/>
        </p:nvSpPr>
        <p:spPr>
          <a:xfrm>
            <a:off x="4873162" y="3679952"/>
            <a:ext cx="456970"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grpSp>
        <p:nvGrpSpPr>
          <p:cNvPr id="60" name="group 60"/>
          <p:cNvGrpSpPr/>
          <p:nvPr/>
        </p:nvGrpSpPr>
        <p:grpSpPr>
          <a:xfrm rot="21600000">
            <a:off x="4562063" y="3516478"/>
            <a:ext cx="467339" cy="355325"/>
            <a:chOff x="0" y="0"/>
            <a:chExt cx="515111" cy="391647"/>
          </a:xfrm>
        </p:grpSpPr>
        <p:pic>
          <p:nvPicPr>
            <p:cNvPr id="846" name="picture 846"/>
            <p:cNvPicPr>
              <a:picLocks noChangeAspect="1"/>
            </p:cNvPicPr>
            <p:nvPr/>
          </p:nvPicPr>
          <p:blipFill>
            <a:blip r:embed="rId11"/>
            <a:stretch>
              <a:fillRect/>
            </a:stretch>
          </p:blipFill>
          <p:spPr>
            <a:xfrm rot="21600000">
              <a:off x="0" y="0"/>
              <a:ext cx="515111" cy="391647"/>
            </a:xfrm>
            <a:prstGeom prst="rect">
              <a:avLst/>
            </a:prstGeom>
          </p:spPr>
        </p:pic>
        <p:sp>
          <p:nvSpPr>
            <p:cNvPr id="848" name="textbox 848"/>
            <p:cNvSpPr/>
            <p:nvPr/>
          </p:nvSpPr>
          <p:spPr>
            <a:xfrm>
              <a:off x="-12700" y="-12700"/>
              <a:ext cx="541019" cy="481330"/>
            </a:xfrm>
            <a:prstGeom prst="rect">
              <a:avLst/>
            </a:prstGeom>
          </p:spPr>
          <p:txBody>
            <a:bodyPr vert="horz" wrap="square" lIns="0" tIns="0" rIns="0" bIns="0"/>
            <a:lstStyle/>
            <a:p>
              <a:pPr algn="l" rtl="0" eaLnBrk="0">
                <a:lnSpc>
                  <a:spcPct val="106000"/>
                </a:lnSpc>
              </a:pPr>
              <a:endParaRPr lang="en-US" altLang="en-US" sz="725" dirty="0"/>
            </a:p>
            <a:p>
              <a:pPr algn="l" rtl="0" eaLnBrk="0">
                <a:lnSpc>
                  <a:spcPct val="8000"/>
                </a:lnSpc>
              </a:pPr>
              <a:endParaRPr lang="en-US" altLang="en-US" sz="100" dirty="0"/>
            </a:p>
            <a:p>
              <a:pPr marL="177165" algn="l" rtl="0" eaLnBrk="0">
                <a:lnSpc>
                  <a:spcPct val="75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1905" dirty="0"/>
            </a:p>
          </p:txBody>
        </p:sp>
      </p:grpSp>
      <p:grpSp>
        <p:nvGrpSpPr>
          <p:cNvPr id="62" name="group 62"/>
          <p:cNvGrpSpPr/>
          <p:nvPr/>
        </p:nvGrpSpPr>
        <p:grpSpPr>
          <a:xfrm rot="21600000">
            <a:off x="7770529" y="3231182"/>
            <a:ext cx="467339" cy="354664"/>
            <a:chOff x="0" y="0"/>
            <a:chExt cx="515111" cy="390918"/>
          </a:xfrm>
        </p:grpSpPr>
        <p:pic>
          <p:nvPicPr>
            <p:cNvPr id="850" name="picture 850"/>
            <p:cNvPicPr>
              <a:picLocks noChangeAspect="1"/>
            </p:cNvPicPr>
            <p:nvPr/>
          </p:nvPicPr>
          <p:blipFill>
            <a:blip r:embed="rId12"/>
            <a:stretch>
              <a:fillRect/>
            </a:stretch>
          </p:blipFill>
          <p:spPr>
            <a:xfrm rot="21600000">
              <a:off x="0" y="0"/>
              <a:ext cx="515111" cy="390918"/>
            </a:xfrm>
            <a:prstGeom prst="rect">
              <a:avLst/>
            </a:prstGeom>
          </p:spPr>
        </p:pic>
        <p:sp>
          <p:nvSpPr>
            <p:cNvPr id="852" name="textbox 852"/>
            <p:cNvSpPr/>
            <p:nvPr/>
          </p:nvSpPr>
          <p:spPr>
            <a:xfrm>
              <a:off x="-12700" y="-12700"/>
              <a:ext cx="541019" cy="480694"/>
            </a:xfrm>
            <a:prstGeom prst="rect">
              <a:avLst/>
            </a:prstGeom>
          </p:spPr>
          <p:txBody>
            <a:bodyPr vert="horz" wrap="square" lIns="0" tIns="0" rIns="0" bIns="0"/>
            <a:lstStyle/>
            <a:p>
              <a:pPr algn="l" rtl="0" eaLnBrk="0">
                <a:lnSpc>
                  <a:spcPct val="106000"/>
                </a:lnSpc>
              </a:pPr>
              <a:endParaRPr lang="en-US" altLang="en-US" sz="725" dirty="0"/>
            </a:p>
            <a:p>
              <a:pPr algn="l" rtl="0" eaLnBrk="0">
                <a:lnSpc>
                  <a:spcPct val="6000"/>
                </a:lnSpc>
              </a:pPr>
              <a:endParaRPr lang="en-US" altLang="en-US" sz="100" dirty="0"/>
            </a:p>
            <a:p>
              <a:pPr marL="186055" algn="l" rtl="0" eaLnBrk="0">
                <a:lnSpc>
                  <a:spcPct val="75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1905" dirty="0"/>
            </a:p>
          </p:txBody>
        </p:sp>
      </p:grpSp>
      <p:sp>
        <p:nvSpPr>
          <p:cNvPr id="854" name="textbox 854"/>
          <p:cNvSpPr/>
          <p:nvPr/>
        </p:nvSpPr>
        <p:spPr>
          <a:xfrm>
            <a:off x="5992173" y="5382988"/>
            <a:ext cx="744909" cy="229290"/>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9000"/>
              </a:lnSpc>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提供认证</a:t>
            </a:r>
            <a:endParaRPr lang="en-US" altLang="en-US" sz="1360" dirty="0"/>
          </a:p>
        </p:txBody>
      </p:sp>
      <p:sp>
        <p:nvSpPr>
          <p:cNvPr id="856" name="rect"/>
          <p:cNvSpPr/>
          <p:nvPr/>
        </p:nvSpPr>
        <p:spPr>
          <a:xfrm>
            <a:off x="8309756" y="2763249"/>
            <a:ext cx="1602504"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858" name="picture 858"/>
          <p:cNvPicPr>
            <a:picLocks noChangeAspect="1"/>
          </p:cNvPicPr>
          <p:nvPr/>
        </p:nvPicPr>
        <p:blipFill>
          <a:blip r:embed="rId13"/>
          <a:stretch>
            <a:fillRect/>
          </a:stretch>
        </p:blipFill>
        <p:spPr>
          <a:xfrm rot="21600000">
            <a:off x="9836916" y="2778458"/>
            <a:ext cx="151401" cy="286901"/>
          </a:xfrm>
          <a:prstGeom prst="rect">
            <a:avLst/>
          </a:prstGeom>
        </p:spPr>
      </p:pic>
      <p:sp>
        <p:nvSpPr>
          <p:cNvPr id="860" name="rect"/>
          <p:cNvSpPr/>
          <p:nvPr/>
        </p:nvSpPr>
        <p:spPr>
          <a:xfrm>
            <a:off x="8309756" y="3450430"/>
            <a:ext cx="1605270"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862" name="picture 862"/>
          <p:cNvPicPr>
            <a:picLocks noChangeAspect="1"/>
          </p:cNvPicPr>
          <p:nvPr/>
        </p:nvPicPr>
        <p:blipFill>
          <a:blip r:embed="rId14"/>
          <a:stretch>
            <a:fillRect/>
          </a:stretch>
        </p:blipFill>
        <p:spPr>
          <a:xfrm rot="21600000">
            <a:off x="9838990" y="3178737"/>
            <a:ext cx="152093" cy="286902"/>
          </a:xfrm>
          <a:prstGeom prst="rect">
            <a:avLst/>
          </a:prstGeom>
        </p:spPr>
      </p:pic>
      <p:sp>
        <p:nvSpPr>
          <p:cNvPr id="864" name="textbox 864"/>
          <p:cNvSpPr/>
          <p:nvPr/>
        </p:nvSpPr>
        <p:spPr>
          <a:xfrm>
            <a:off x="9618644" y="2947020"/>
            <a:ext cx="473561" cy="303032"/>
          </a:xfrm>
          <a:prstGeom prst="rect">
            <a:avLst/>
          </a:prstGeom>
        </p:spPr>
        <p:txBody>
          <a:bodyPr vert="horz" wrap="square" lIns="0" tIns="0" rIns="0" bIns="0"/>
          <a:lstStyle/>
          <a:p>
            <a:pPr algn="l" rtl="0" eaLnBrk="0">
              <a:lnSpc>
                <a:spcPct val="92000"/>
              </a:lnSpc>
            </a:pPr>
            <a:endParaRPr lang="en-US" altLang="en-US" sz="100" dirty="0"/>
          </a:p>
          <a:p>
            <a:pPr algn="r" rtl="0" eaLnBrk="0">
              <a:lnSpc>
                <a:spcPct val="96000"/>
              </a:lnSpc>
            </a:pPr>
            <a:r>
              <a:rPr sz="1905" kern="0" spc="-22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a:t>
            </a:r>
            <a:r>
              <a:rPr sz="1905" kern="0" spc="-10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较</a:t>
            </a:r>
            <a:endParaRPr lang="en-US" altLang="en-US" sz="1905" dirty="0"/>
          </a:p>
        </p:txBody>
      </p:sp>
      <p:sp>
        <p:nvSpPr>
          <p:cNvPr id="866" name="path"/>
          <p:cNvSpPr/>
          <p:nvPr/>
        </p:nvSpPr>
        <p:spPr>
          <a:xfrm>
            <a:off x="3191453" y="4133466"/>
            <a:ext cx="261716" cy="406502"/>
          </a:xfrm>
          <a:custGeom>
            <a:avLst/>
            <a:gdLst/>
            <a:ahLst/>
            <a:cxnLst/>
            <a:rect l="0" t="0" r="0" b="0"/>
            <a:pathLst>
              <a:path w="454" h="705">
                <a:moveTo>
                  <a:pt x="169" y="0"/>
                </a:moveTo>
                <a:lnTo>
                  <a:pt x="148" y="36"/>
                </a:lnTo>
                <a:cubicBezTo>
                  <a:pt x="42" y="207"/>
                  <a:pt x="0" y="325"/>
                  <a:pt x="4" y="536"/>
                </a:cubicBezTo>
                <a:lnTo>
                  <a:pt x="13" y="615"/>
                </a:lnTo>
                <a:lnTo>
                  <a:pt x="19" y="615"/>
                </a:lnTo>
                <a:lnTo>
                  <a:pt x="19" y="613"/>
                </a:lnTo>
                <a:lnTo>
                  <a:pt x="16" y="576"/>
                </a:lnTo>
                <a:cubicBezTo>
                  <a:pt x="13" y="520"/>
                  <a:pt x="9" y="435"/>
                  <a:pt x="21" y="382"/>
                </a:cubicBezTo>
                <a:lnTo>
                  <a:pt x="25" y="343"/>
                </a:lnTo>
                <a:lnTo>
                  <a:pt x="34" y="303"/>
                </a:lnTo>
                <a:cubicBezTo>
                  <a:pt x="49" y="217"/>
                  <a:pt x="87" y="149"/>
                  <a:pt x="126" y="73"/>
                </a:cubicBezTo>
                <a:lnTo>
                  <a:pt x="148" y="36"/>
                </a:lnTo>
                <a:lnTo>
                  <a:pt x="169" y="0"/>
                </a:lnTo>
              </a:path>
              <a:path w="454" h="705">
                <a:moveTo>
                  <a:pt x="454" y="11"/>
                </a:moveTo>
                <a:lnTo>
                  <a:pt x="448" y="21"/>
                </a:lnTo>
                <a:lnTo>
                  <a:pt x="442" y="28"/>
                </a:lnTo>
                <a:cubicBezTo>
                  <a:pt x="417" y="68"/>
                  <a:pt x="393" y="123"/>
                  <a:pt x="375" y="166"/>
                </a:cubicBezTo>
                <a:lnTo>
                  <a:pt x="366" y="187"/>
                </a:lnTo>
                <a:lnTo>
                  <a:pt x="358" y="208"/>
                </a:lnTo>
                <a:cubicBezTo>
                  <a:pt x="288" y="383"/>
                  <a:pt x="273" y="490"/>
                  <a:pt x="306" y="680"/>
                </a:cubicBezTo>
                <a:lnTo>
                  <a:pt x="309" y="682"/>
                </a:lnTo>
                <a:lnTo>
                  <a:pt x="311" y="682"/>
                </a:lnTo>
                <a:lnTo>
                  <a:pt x="312" y="680"/>
                </a:lnTo>
                <a:lnTo>
                  <a:pt x="313" y="679"/>
                </a:lnTo>
                <a:cubicBezTo>
                  <a:pt x="290" y="499"/>
                  <a:pt x="304" y="381"/>
                  <a:pt x="363" y="213"/>
                </a:cubicBezTo>
                <a:lnTo>
                  <a:pt x="371" y="193"/>
                </a:lnTo>
                <a:lnTo>
                  <a:pt x="378" y="172"/>
                </a:lnTo>
                <a:cubicBezTo>
                  <a:pt x="395" y="128"/>
                  <a:pt x="418" y="72"/>
                  <a:pt x="441" y="32"/>
                </a:cubicBezTo>
                <a:lnTo>
                  <a:pt x="447" y="21"/>
                </a:lnTo>
                <a:lnTo>
                  <a:pt x="454" y="11"/>
                </a:lnTo>
              </a:path>
              <a:path w="454" h="705">
                <a:moveTo>
                  <a:pt x="173" y="669"/>
                </a:moveTo>
                <a:lnTo>
                  <a:pt x="192" y="674"/>
                </a:lnTo>
                <a:lnTo>
                  <a:pt x="213" y="679"/>
                </a:lnTo>
                <a:lnTo>
                  <a:pt x="232" y="682"/>
                </a:lnTo>
                <a:cubicBezTo>
                  <a:pt x="266" y="692"/>
                  <a:pt x="297" y="697"/>
                  <a:pt x="330" y="705"/>
                </a:cubicBezTo>
                <a:lnTo>
                  <a:pt x="331" y="705"/>
                </a:lnTo>
                <a:lnTo>
                  <a:pt x="333" y="704"/>
                </a:lnTo>
                <a:lnTo>
                  <a:pt x="333" y="703"/>
                </a:lnTo>
                <a:lnTo>
                  <a:pt x="331" y="701"/>
                </a:lnTo>
                <a:lnTo>
                  <a:pt x="311" y="697"/>
                </a:lnTo>
                <a:lnTo>
                  <a:pt x="289" y="691"/>
                </a:lnTo>
                <a:lnTo>
                  <a:pt x="269" y="686"/>
                </a:lnTo>
                <a:lnTo>
                  <a:pt x="247" y="680"/>
                </a:lnTo>
                <a:lnTo>
                  <a:pt x="227" y="675"/>
                </a:lnTo>
                <a:lnTo>
                  <a:pt x="205" y="670"/>
                </a:lnTo>
                <a:lnTo>
                  <a:pt x="184" y="665"/>
                </a:lnTo>
                <a:cubicBezTo>
                  <a:pt x="141" y="659"/>
                  <a:pt x="99" y="642"/>
                  <a:pt x="54" y="645"/>
                </a:cubicBezTo>
                <a:lnTo>
                  <a:pt x="51" y="645"/>
                </a:lnTo>
                <a:lnTo>
                  <a:pt x="54" y="646"/>
                </a:lnTo>
                <a:cubicBezTo>
                  <a:pt x="84" y="653"/>
                  <a:pt x="115" y="656"/>
                  <a:pt x="144" y="664"/>
                </a:cubicBezTo>
                <a:lnTo>
                  <a:pt x="161" y="667"/>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868" name="picture 868"/>
          <p:cNvPicPr>
            <a:picLocks noChangeAspect="1"/>
          </p:cNvPicPr>
          <p:nvPr/>
        </p:nvPicPr>
        <p:blipFill>
          <a:blip r:embed="rId15"/>
          <a:stretch>
            <a:fillRect/>
          </a:stretch>
        </p:blipFill>
        <p:spPr>
          <a:xfrm rot="21600000">
            <a:off x="7926770" y="3580401"/>
            <a:ext cx="152093" cy="630493"/>
          </a:xfrm>
          <a:prstGeom prst="rect">
            <a:avLst/>
          </a:prstGeom>
        </p:spPr>
      </p:pic>
      <p:sp>
        <p:nvSpPr>
          <p:cNvPr id="870" name="textbox 870"/>
          <p:cNvSpPr/>
          <p:nvPr/>
        </p:nvSpPr>
        <p:spPr>
          <a:xfrm>
            <a:off x="9718790" y="4650135"/>
            <a:ext cx="547303" cy="245998"/>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Alice</a:t>
            </a:r>
            <a:endParaRPr lang="en-US" altLang="en-US" sz="1905" dirty="0"/>
          </a:p>
        </p:txBody>
      </p:sp>
      <p:sp>
        <p:nvSpPr>
          <p:cNvPr id="872" name="path"/>
          <p:cNvSpPr/>
          <p:nvPr/>
        </p:nvSpPr>
        <p:spPr>
          <a:xfrm>
            <a:off x="2910474" y="4244770"/>
            <a:ext cx="271002" cy="309024"/>
          </a:xfrm>
          <a:custGeom>
            <a:avLst/>
            <a:gdLst/>
            <a:ahLst/>
            <a:cxnLst/>
            <a:rect l="0" t="0" r="0" b="0"/>
            <a:pathLst>
              <a:path w="470" h="536">
                <a:moveTo>
                  <a:pt x="244" y="67"/>
                </a:moveTo>
                <a:lnTo>
                  <a:pt x="259" y="86"/>
                </a:lnTo>
                <a:cubicBezTo>
                  <a:pt x="273" y="103"/>
                  <a:pt x="294" y="123"/>
                  <a:pt x="309" y="141"/>
                </a:cubicBezTo>
                <a:lnTo>
                  <a:pt x="327" y="158"/>
                </a:lnTo>
                <a:lnTo>
                  <a:pt x="346" y="175"/>
                </a:lnTo>
                <a:cubicBezTo>
                  <a:pt x="384" y="209"/>
                  <a:pt x="423" y="241"/>
                  <a:pt x="465" y="270"/>
                </a:cubicBezTo>
                <a:lnTo>
                  <a:pt x="470" y="270"/>
                </a:lnTo>
                <a:lnTo>
                  <a:pt x="470" y="267"/>
                </a:lnTo>
                <a:cubicBezTo>
                  <a:pt x="412" y="223"/>
                  <a:pt x="359" y="173"/>
                  <a:pt x="306" y="123"/>
                </a:cubicBezTo>
                <a:lnTo>
                  <a:pt x="289" y="106"/>
                </a:lnTo>
                <a:cubicBezTo>
                  <a:pt x="260" y="75"/>
                  <a:pt x="233" y="42"/>
                  <a:pt x="211" y="7"/>
                </a:cubicBezTo>
                <a:lnTo>
                  <a:pt x="206" y="2"/>
                </a:lnTo>
                <a:lnTo>
                  <a:pt x="205" y="0"/>
                </a:lnTo>
                <a:lnTo>
                  <a:pt x="206" y="2"/>
                </a:lnTo>
                <a:cubicBezTo>
                  <a:pt x="219" y="17"/>
                  <a:pt x="220" y="35"/>
                  <a:pt x="231" y="46"/>
                </a:cubicBezTo>
                <a:lnTo>
                  <a:pt x="237" y="57"/>
                </a:lnTo>
              </a:path>
              <a:path w="470" h="536">
                <a:moveTo>
                  <a:pt x="145" y="143"/>
                </a:moveTo>
                <a:lnTo>
                  <a:pt x="153" y="148"/>
                </a:lnTo>
                <a:cubicBezTo>
                  <a:pt x="171" y="159"/>
                  <a:pt x="190" y="172"/>
                  <a:pt x="208" y="181"/>
                </a:cubicBezTo>
                <a:lnTo>
                  <a:pt x="217" y="187"/>
                </a:lnTo>
                <a:lnTo>
                  <a:pt x="218" y="186"/>
                </a:lnTo>
                <a:lnTo>
                  <a:pt x="218" y="178"/>
                </a:lnTo>
                <a:lnTo>
                  <a:pt x="201" y="167"/>
                </a:lnTo>
                <a:cubicBezTo>
                  <a:pt x="164" y="146"/>
                  <a:pt x="130" y="124"/>
                  <a:pt x="93" y="104"/>
                </a:cubicBezTo>
                <a:lnTo>
                  <a:pt x="90" y="101"/>
                </a:lnTo>
                <a:lnTo>
                  <a:pt x="91" y="104"/>
                </a:lnTo>
                <a:cubicBezTo>
                  <a:pt x="107" y="113"/>
                  <a:pt x="113" y="124"/>
                  <a:pt x="128" y="131"/>
                </a:cubicBezTo>
                <a:lnTo>
                  <a:pt x="136" y="139"/>
                </a:lnTo>
              </a:path>
              <a:path w="470" h="536">
                <a:moveTo>
                  <a:pt x="139" y="351"/>
                </a:moveTo>
                <a:lnTo>
                  <a:pt x="124" y="371"/>
                </a:lnTo>
                <a:cubicBezTo>
                  <a:pt x="91" y="417"/>
                  <a:pt x="46" y="462"/>
                  <a:pt x="1" y="496"/>
                </a:cubicBezTo>
                <a:lnTo>
                  <a:pt x="0" y="499"/>
                </a:lnTo>
                <a:lnTo>
                  <a:pt x="2" y="501"/>
                </a:lnTo>
                <a:lnTo>
                  <a:pt x="4" y="500"/>
                </a:lnTo>
                <a:cubicBezTo>
                  <a:pt x="134" y="400"/>
                  <a:pt x="180" y="339"/>
                  <a:pt x="200" y="172"/>
                </a:cubicBezTo>
                <a:lnTo>
                  <a:pt x="201" y="166"/>
                </a:lnTo>
                <a:lnTo>
                  <a:pt x="200" y="172"/>
                </a:lnTo>
                <a:cubicBezTo>
                  <a:pt x="191" y="213"/>
                  <a:pt x="178" y="259"/>
                  <a:pt x="164" y="297"/>
                </a:cubicBezTo>
                <a:lnTo>
                  <a:pt x="152" y="327"/>
                </a:lnTo>
              </a:path>
              <a:path w="470" h="536">
                <a:moveTo>
                  <a:pt x="183" y="26"/>
                </a:moveTo>
                <a:lnTo>
                  <a:pt x="188" y="41"/>
                </a:lnTo>
                <a:cubicBezTo>
                  <a:pt x="272" y="221"/>
                  <a:pt x="263" y="365"/>
                  <a:pt x="147" y="531"/>
                </a:cubicBezTo>
                <a:lnTo>
                  <a:pt x="146" y="535"/>
                </a:lnTo>
                <a:lnTo>
                  <a:pt x="148" y="536"/>
                </a:lnTo>
                <a:lnTo>
                  <a:pt x="152" y="536"/>
                </a:lnTo>
                <a:lnTo>
                  <a:pt x="156" y="533"/>
                </a:lnTo>
                <a:lnTo>
                  <a:pt x="166" y="519"/>
                </a:lnTo>
                <a:lnTo>
                  <a:pt x="177" y="506"/>
                </a:lnTo>
                <a:lnTo>
                  <a:pt x="188" y="491"/>
                </a:lnTo>
                <a:lnTo>
                  <a:pt x="198" y="476"/>
                </a:lnTo>
                <a:lnTo>
                  <a:pt x="207" y="461"/>
                </a:lnTo>
                <a:lnTo>
                  <a:pt x="232" y="415"/>
                </a:lnTo>
                <a:lnTo>
                  <a:pt x="244" y="382"/>
                </a:lnTo>
                <a:lnTo>
                  <a:pt x="253" y="350"/>
                </a:lnTo>
                <a:lnTo>
                  <a:pt x="258" y="317"/>
                </a:lnTo>
                <a:cubicBezTo>
                  <a:pt x="266" y="226"/>
                  <a:pt x="241" y="136"/>
                  <a:pt x="198" y="57"/>
                </a:cubicBezTo>
                <a:lnTo>
                  <a:pt x="190" y="41"/>
                </a:lnTo>
                <a:lnTo>
                  <a:pt x="184" y="26"/>
                </a:lnTo>
                <a:lnTo>
                  <a:pt x="183" y="26"/>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874" name="picture 874"/>
          <p:cNvPicPr>
            <a:picLocks noChangeAspect="1"/>
          </p:cNvPicPr>
          <p:nvPr/>
        </p:nvPicPr>
        <p:blipFill>
          <a:blip r:embed="rId16"/>
          <a:stretch>
            <a:fillRect/>
          </a:stretch>
        </p:blipFill>
        <p:spPr>
          <a:xfrm rot="21600000">
            <a:off x="4031813" y="3619807"/>
            <a:ext cx="534399" cy="151401"/>
          </a:xfrm>
          <a:prstGeom prst="rect">
            <a:avLst/>
          </a:prstGeom>
        </p:spPr>
      </p:pic>
      <p:sp>
        <p:nvSpPr>
          <p:cNvPr id="876" name="textbox 876"/>
          <p:cNvSpPr/>
          <p:nvPr/>
        </p:nvSpPr>
        <p:spPr>
          <a:xfrm>
            <a:off x="4723867" y="4362784"/>
            <a:ext cx="377351" cy="305913"/>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7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20" baseline="-20000" dirty="0">
                <a:solidFill>
                  <a:srgbClr val="000000">
                    <a:alpha val="100000"/>
                  </a:srgbClr>
                </a:solidFill>
                <a:latin typeface="Times New Roman" panose="02020603050405020304"/>
                <a:ea typeface="Times New Roman" panose="02020603050405020304"/>
                <a:cs typeface="Times New Roman" panose="02020603050405020304"/>
              </a:rPr>
              <a:t>b</a:t>
            </a:r>
            <a:endParaRPr lang="en-US" altLang="en-US" sz="1905" baseline="-20000" dirty="0"/>
          </a:p>
        </p:txBody>
      </p:sp>
      <p:pic>
        <p:nvPicPr>
          <p:cNvPr id="878" name="picture 878"/>
          <p:cNvPicPr>
            <a:picLocks noChangeAspect="1"/>
          </p:cNvPicPr>
          <p:nvPr/>
        </p:nvPicPr>
        <p:blipFill>
          <a:blip r:embed="rId17"/>
          <a:stretch>
            <a:fillRect/>
          </a:stretch>
        </p:blipFill>
        <p:spPr>
          <a:xfrm rot="21600000">
            <a:off x="4643640" y="3867303"/>
            <a:ext cx="152092" cy="458351"/>
          </a:xfrm>
          <a:prstGeom prst="rect">
            <a:avLst/>
          </a:prstGeom>
        </p:spPr>
      </p:pic>
      <p:sp>
        <p:nvSpPr>
          <p:cNvPr id="880" name="path"/>
          <p:cNvSpPr/>
          <p:nvPr/>
        </p:nvSpPr>
        <p:spPr>
          <a:xfrm>
            <a:off x="3043210" y="4659568"/>
            <a:ext cx="219152" cy="22122"/>
          </a:xfrm>
          <a:custGeom>
            <a:avLst/>
            <a:gdLst/>
            <a:ahLst/>
            <a:cxnLst/>
            <a:rect l="0" t="0" r="0" b="0"/>
            <a:pathLst>
              <a:path w="380" h="38">
                <a:moveTo>
                  <a:pt x="34" y="3"/>
                </a:moveTo>
                <a:lnTo>
                  <a:pt x="43" y="3"/>
                </a:lnTo>
                <a:lnTo>
                  <a:pt x="57" y="4"/>
                </a:lnTo>
                <a:lnTo>
                  <a:pt x="76" y="5"/>
                </a:lnTo>
                <a:cubicBezTo>
                  <a:pt x="134" y="9"/>
                  <a:pt x="195" y="14"/>
                  <a:pt x="252" y="22"/>
                </a:cubicBezTo>
                <a:lnTo>
                  <a:pt x="264" y="23"/>
                </a:lnTo>
                <a:lnTo>
                  <a:pt x="277" y="25"/>
                </a:lnTo>
                <a:lnTo>
                  <a:pt x="290" y="27"/>
                </a:lnTo>
                <a:lnTo>
                  <a:pt x="301" y="28"/>
                </a:lnTo>
                <a:lnTo>
                  <a:pt x="314" y="30"/>
                </a:lnTo>
                <a:lnTo>
                  <a:pt x="326" y="32"/>
                </a:lnTo>
                <a:lnTo>
                  <a:pt x="339" y="33"/>
                </a:lnTo>
                <a:lnTo>
                  <a:pt x="352" y="35"/>
                </a:lnTo>
                <a:lnTo>
                  <a:pt x="363" y="37"/>
                </a:lnTo>
                <a:lnTo>
                  <a:pt x="376" y="38"/>
                </a:lnTo>
                <a:lnTo>
                  <a:pt x="379" y="38"/>
                </a:lnTo>
                <a:lnTo>
                  <a:pt x="380" y="37"/>
                </a:lnTo>
                <a:lnTo>
                  <a:pt x="380" y="35"/>
                </a:lnTo>
                <a:lnTo>
                  <a:pt x="379" y="34"/>
                </a:lnTo>
                <a:lnTo>
                  <a:pt x="367" y="33"/>
                </a:lnTo>
                <a:lnTo>
                  <a:pt x="355" y="30"/>
                </a:lnTo>
                <a:lnTo>
                  <a:pt x="343" y="28"/>
                </a:lnTo>
                <a:cubicBezTo>
                  <a:pt x="227" y="6"/>
                  <a:pt x="123" y="3"/>
                  <a:pt x="6" y="0"/>
                </a:cubicBezTo>
                <a:lnTo>
                  <a:pt x="0" y="0"/>
                </a:lnTo>
                <a:lnTo>
                  <a:pt x="1" y="0"/>
                </a:lnTo>
                <a:lnTo>
                  <a:pt x="4" y="1"/>
                </a:lnTo>
                <a:lnTo>
                  <a:pt x="13" y="1"/>
                </a:lnTo>
                <a:lnTo>
                  <a:pt x="18" y="2"/>
                </a:lnTo>
                <a:lnTo>
                  <a:pt x="25" y="2"/>
                </a:lnTo>
                <a:lnTo>
                  <a:pt x="30" y="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882" name="rect"/>
          <p:cNvSpPr/>
          <p:nvPr/>
        </p:nvSpPr>
        <p:spPr>
          <a:xfrm>
            <a:off x="3348778" y="4680308"/>
            <a:ext cx="244039" cy="24888"/>
          </a:xfrm>
          <a:prstGeom prst="rect">
            <a:avLst/>
          </a:prstGeom>
          <a:solidFill>
            <a:srgbClr val="140000">
              <a:alpha val="100000"/>
            </a:srgbClr>
          </a:solidFill>
          <a:ln cap="flat">
            <a:noFill/>
            <a:prstDash val="solid"/>
            <a:miter lim="0"/>
          </a:ln>
        </p:spPr>
        <p:txBody>
          <a:bodyPr rtlCol="0"/>
          <a:lstStyle/>
          <a:p>
            <a:pPr algn="ctr"/>
            <a:endParaRPr lang="zh-CN" altLang="en-US" sz="1635"/>
          </a:p>
        </p:txBody>
      </p:sp>
      <p:pic>
        <p:nvPicPr>
          <p:cNvPr id="884" name="picture 884"/>
          <p:cNvPicPr>
            <a:picLocks noChangeAspect="1"/>
          </p:cNvPicPr>
          <p:nvPr/>
        </p:nvPicPr>
        <p:blipFill>
          <a:blip r:embed="rId18"/>
          <a:stretch>
            <a:fillRect/>
          </a:stretch>
        </p:blipFill>
        <p:spPr>
          <a:xfrm rot="21600000">
            <a:off x="3041827" y="4671320"/>
            <a:ext cx="429316" cy="92638"/>
          </a:xfrm>
          <a:prstGeom prst="rect">
            <a:avLst/>
          </a:prstGeom>
        </p:spPr>
      </p:pic>
      <p:sp>
        <p:nvSpPr>
          <p:cNvPr id="886" name="textbox 886"/>
          <p:cNvSpPr/>
          <p:nvPr/>
        </p:nvSpPr>
        <p:spPr>
          <a:xfrm>
            <a:off x="2825231" y="4711397"/>
            <a:ext cx="436691" cy="241966"/>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Bob</a:t>
            </a:r>
            <a:endParaRPr lang="en-US" altLang="en-US" sz="1905" dirty="0"/>
          </a:p>
        </p:txBody>
      </p:sp>
      <p:pic>
        <p:nvPicPr>
          <p:cNvPr id="888" name="picture 888"/>
          <p:cNvPicPr>
            <a:picLocks noChangeAspect="1"/>
          </p:cNvPicPr>
          <p:nvPr/>
        </p:nvPicPr>
        <p:blipFill>
          <a:blip r:embed="rId19"/>
          <a:stretch>
            <a:fillRect/>
          </a:stretch>
        </p:blipFill>
        <p:spPr>
          <a:xfrm rot="21600000">
            <a:off x="3391153" y="4171489"/>
            <a:ext cx="221023" cy="291049"/>
          </a:xfrm>
          <a:prstGeom prst="rect">
            <a:avLst/>
          </a:prstGeom>
        </p:spPr>
      </p:pic>
      <p:sp>
        <p:nvSpPr>
          <p:cNvPr id="890" name="rect"/>
          <p:cNvSpPr/>
          <p:nvPr/>
        </p:nvSpPr>
        <p:spPr>
          <a:xfrm>
            <a:off x="9415194" y="3944732"/>
            <a:ext cx="276532" cy="226064"/>
          </a:xfrm>
          <a:prstGeom prst="rect">
            <a:avLst/>
          </a:prstGeom>
          <a:solidFill>
            <a:srgbClr val="000000">
              <a:alpha val="100000"/>
            </a:srgbClr>
          </a:solidFill>
          <a:ln cap="flat">
            <a:noFill/>
            <a:prstDash val="solid"/>
            <a:miter lim="0"/>
          </a:ln>
        </p:spPr>
        <p:txBody>
          <a:bodyPr rtlCol="0"/>
          <a:lstStyle/>
          <a:p>
            <a:pPr algn="ctr"/>
            <a:endParaRPr lang="zh-CN" altLang="en-US" sz="1635"/>
          </a:p>
        </p:txBody>
      </p:sp>
      <p:sp>
        <p:nvSpPr>
          <p:cNvPr id="892" name="textbox 892"/>
          <p:cNvSpPr/>
          <p:nvPr/>
        </p:nvSpPr>
        <p:spPr>
          <a:xfrm>
            <a:off x="8048477" y="4252355"/>
            <a:ext cx="296696" cy="301304"/>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7000"/>
              </a:lnSpc>
            </a:pPr>
            <a:r>
              <a:rPr sz="2905" b="1" kern="0" spc="-10" baseline="500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10" baseline="-17000" dirty="0">
                <a:solidFill>
                  <a:srgbClr val="000000">
                    <a:alpha val="100000"/>
                  </a:srgbClr>
                </a:solidFill>
                <a:latin typeface="Times New Roman" panose="02020603050405020304"/>
                <a:ea typeface="Times New Roman" panose="02020603050405020304"/>
                <a:cs typeface="Times New Roman" panose="02020603050405020304"/>
              </a:rPr>
              <a:t>b</a:t>
            </a:r>
            <a:endParaRPr lang="en-US" altLang="en-US" sz="1905" baseline="-17000" dirty="0"/>
          </a:p>
        </p:txBody>
      </p:sp>
      <p:sp>
        <p:nvSpPr>
          <p:cNvPr id="894" name="path"/>
          <p:cNvSpPr/>
          <p:nvPr/>
        </p:nvSpPr>
        <p:spPr>
          <a:xfrm>
            <a:off x="2882821" y="4171489"/>
            <a:ext cx="146562" cy="367787"/>
          </a:xfrm>
          <a:custGeom>
            <a:avLst/>
            <a:gdLst/>
            <a:ahLst/>
            <a:cxnLst/>
            <a:rect l="0" t="0" r="0" b="0"/>
            <a:pathLst>
              <a:path w="254" h="638">
                <a:moveTo>
                  <a:pt x="0" y="0"/>
                </a:moveTo>
                <a:lnTo>
                  <a:pt x="1" y="0"/>
                </a:lnTo>
                <a:lnTo>
                  <a:pt x="3" y="2"/>
                </a:lnTo>
                <a:cubicBezTo>
                  <a:pt x="28" y="23"/>
                  <a:pt x="47" y="38"/>
                  <a:pt x="76" y="53"/>
                </a:cubicBezTo>
                <a:lnTo>
                  <a:pt x="94" y="64"/>
                </a:lnTo>
                <a:lnTo>
                  <a:pt x="113" y="74"/>
                </a:lnTo>
                <a:lnTo>
                  <a:pt x="136" y="82"/>
                </a:lnTo>
                <a:lnTo>
                  <a:pt x="159" y="92"/>
                </a:lnTo>
                <a:lnTo>
                  <a:pt x="212" y="109"/>
                </a:lnTo>
                <a:lnTo>
                  <a:pt x="242" y="116"/>
                </a:lnTo>
                <a:lnTo>
                  <a:pt x="243" y="116"/>
                </a:lnTo>
                <a:lnTo>
                  <a:pt x="250" y="113"/>
                </a:lnTo>
                <a:lnTo>
                  <a:pt x="253" y="111"/>
                </a:lnTo>
                <a:lnTo>
                  <a:pt x="254" y="109"/>
                </a:lnTo>
                <a:lnTo>
                  <a:pt x="252" y="106"/>
                </a:lnTo>
                <a:lnTo>
                  <a:pt x="246" y="103"/>
                </a:lnTo>
                <a:cubicBezTo>
                  <a:pt x="229" y="96"/>
                  <a:pt x="207" y="96"/>
                  <a:pt x="190" y="88"/>
                </a:cubicBezTo>
                <a:lnTo>
                  <a:pt x="178" y="86"/>
                </a:lnTo>
                <a:lnTo>
                  <a:pt x="165" y="81"/>
                </a:lnTo>
                <a:cubicBezTo>
                  <a:pt x="128" y="69"/>
                  <a:pt x="101" y="56"/>
                  <a:pt x="67" y="38"/>
                </a:cubicBezTo>
                <a:lnTo>
                  <a:pt x="46" y="27"/>
                </a:lnTo>
                <a:lnTo>
                  <a:pt x="23" y="14"/>
                </a:lnTo>
              </a:path>
              <a:path w="254" h="638">
                <a:moveTo>
                  <a:pt x="16" y="43"/>
                </a:moveTo>
                <a:lnTo>
                  <a:pt x="19" y="46"/>
                </a:lnTo>
                <a:cubicBezTo>
                  <a:pt x="99" y="208"/>
                  <a:pt x="126" y="420"/>
                  <a:pt x="43" y="586"/>
                </a:cubicBezTo>
                <a:lnTo>
                  <a:pt x="13" y="638"/>
                </a:lnTo>
                <a:lnTo>
                  <a:pt x="15" y="636"/>
                </a:lnTo>
                <a:lnTo>
                  <a:pt x="21" y="627"/>
                </a:lnTo>
                <a:cubicBezTo>
                  <a:pt x="53" y="584"/>
                  <a:pt x="77" y="533"/>
                  <a:pt x="93" y="482"/>
                </a:cubicBezTo>
                <a:lnTo>
                  <a:pt x="103" y="442"/>
                </a:lnTo>
                <a:lnTo>
                  <a:pt x="109" y="398"/>
                </a:lnTo>
                <a:lnTo>
                  <a:pt x="111" y="351"/>
                </a:lnTo>
                <a:lnTo>
                  <a:pt x="110" y="301"/>
                </a:lnTo>
                <a:lnTo>
                  <a:pt x="103" y="247"/>
                </a:lnTo>
                <a:lnTo>
                  <a:pt x="88" y="189"/>
                </a:lnTo>
                <a:lnTo>
                  <a:pt x="67" y="129"/>
                </a:lnTo>
                <a:lnTo>
                  <a:pt x="38" y="66"/>
                </a:lnTo>
                <a:lnTo>
                  <a:pt x="37" y="60"/>
                </a:lnTo>
                <a:lnTo>
                  <a:pt x="33" y="46"/>
                </a:lnTo>
                <a:lnTo>
                  <a:pt x="26" y="3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896" name="rect"/>
          <p:cNvSpPr/>
          <p:nvPr/>
        </p:nvSpPr>
        <p:spPr>
          <a:xfrm>
            <a:off x="9431105" y="3951645"/>
            <a:ext cx="248878" cy="211546"/>
          </a:xfrm>
          <a:prstGeom prst="rect">
            <a:avLst/>
          </a:prstGeom>
          <a:solidFill>
            <a:srgbClr val="26ADE8">
              <a:alpha val="100000"/>
            </a:srgbClr>
          </a:solidFill>
          <a:ln cap="flat">
            <a:noFill/>
            <a:prstDash val="solid"/>
            <a:miter lim="0"/>
          </a:ln>
        </p:spPr>
        <p:txBody>
          <a:bodyPr rtlCol="0"/>
          <a:lstStyle/>
          <a:p>
            <a:pPr algn="ctr"/>
            <a:endParaRPr lang="zh-CN" altLang="en-US" sz="1635"/>
          </a:p>
        </p:txBody>
      </p:sp>
      <p:sp>
        <p:nvSpPr>
          <p:cNvPr id="898" name="path"/>
          <p:cNvSpPr/>
          <p:nvPr/>
        </p:nvSpPr>
        <p:spPr>
          <a:xfrm>
            <a:off x="9912260" y="4338790"/>
            <a:ext cx="184585" cy="270309"/>
          </a:xfrm>
          <a:custGeom>
            <a:avLst/>
            <a:gdLst/>
            <a:ahLst/>
            <a:cxnLst/>
            <a:rect l="0" t="0" r="0" b="0"/>
            <a:pathLst>
              <a:path w="320" h="469">
                <a:moveTo>
                  <a:pt x="320" y="0"/>
                </a:moveTo>
                <a:lnTo>
                  <a:pt x="304" y="2"/>
                </a:lnTo>
                <a:lnTo>
                  <a:pt x="289" y="6"/>
                </a:lnTo>
                <a:cubicBezTo>
                  <a:pt x="248" y="14"/>
                  <a:pt x="208" y="25"/>
                  <a:pt x="168" y="36"/>
                </a:cubicBezTo>
                <a:lnTo>
                  <a:pt x="154" y="39"/>
                </a:lnTo>
                <a:lnTo>
                  <a:pt x="142" y="43"/>
                </a:lnTo>
                <a:cubicBezTo>
                  <a:pt x="69" y="59"/>
                  <a:pt x="47" y="90"/>
                  <a:pt x="33" y="163"/>
                </a:cubicBezTo>
                <a:lnTo>
                  <a:pt x="28" y="181"/>
                </a:lnTo>
                <a:lnTo>
                  <a:pt x="26" y="293"/>
                </a:lnTo>
                <a:lnTo>
                  <a:pt x="24" y="295"/>
                </a:lnTo>
                <a:cubicBezTo>
                  <a:pt x="16" y="294"/>
                  <a:pt x="8" y="294"/>
                  <a:pt x="1" y="290"/>
                </a:cubicBezTo>
                <a:lnTo>
                  <a:pt x="0" y="290"/>
                </a:lnTo>
                <a:lnTo>
                  <a:pt x="0" y="230"/>
                </a:lnTo>
                <a:lnTo>
                  <a:pt x="1" y="200"/>
                </a:lnTo>
                <a:lnTo>
                  <a:pt x="4" y="171"/>
                </a:lnTo>
                <a:lnTo>
                  <a:pt x="12" y="142"/>
                </a:lnTo>
                <a:lnTo>
                  <a:pt x="21" y="115"/>
                </a:lnTo>
                <a:lnTo>
                  <a:pt x="36" y="88"/>
                </a:lnTo>
                <a:lnTo>
                  <a:pt x="56" y="64"/>
                </a:lnTo>
                <a:lnTo>
                  <a:pt x="68" y="58"/>
                </a:lnTo>
                <a:lnTo>
                  <a:pt x="81" y="52"/>
                </a:lnTo>
                <a:lnTo>
                  <a:pt x="94" y="47"/>
                </a:lnTo>
                <a:lnTo>
                  <a:pt x="106" y="43"/>
                </a:lnTo>
                <a:lnTo>
                  <a:pt x="120" y="38"/>
                </a:lnTo>
                <a:lnTo>
                  <a:pt x="134" y="33"/>
                </a:lnTo>
                <a:lnTo>
                  <a:pt x="147" y="30"/>
                </a:lnTo>
                <a:lnTo>
                  <a:pt x="162" y="26"/>
                </a:lnTo>
                <a:cubicBezTo>
                  <a:pt x="203" y="17"/>
                  <a:pt x="260" y="2"/>
                  <a:pt x="302" y="1"/>
                </a:cubicBezTo>
                <a:lnTo>
                  <a:pt x="308" y="0"/>
                </a:lnTo>
                <a:lnTo>
                  <a:pt x="314" y="0"/>
                </a:lnTo>
              </a:path>
              <a:path w="320" h="469">
                <a:moveTo>
                  <a:pt x="195" y="469"/>
                </a:moveTo>
                <a:lnTo>
                  <a:pt x="250" y="218"/>
                </a:lnTo>
                <a:lnTo>
                  <a:pt x="280" y="100"/>
                </a:lnTo>
                <a:lnTo>
                  <a:pt x="280" y="98"/>
                </a:lnTo>
                <a:lnTo>
                  <a:pt x="291" y="98"/>
                </a:lnTo>
                <a:lnTo>
                  <a:pt x="265" y="221"/>
                </a:lnTo>
                <a:lnTo>
                  <a:pt x="210" y="46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900" name="path"/>
          <p:cNvSpPr/>
          <p:nvPr/>
        </p:nvSpPr>
        <p:spPr>
          <a:xfrm>
            <a:off x="9287297" y="4186560"/>
            <a:ext cx="432785" cy="112133"/>
          </a:xfrm>
          <a:custGeom>
            <a:avLst/>
            <a:gdLst/>
            <a:ahLst/>
            <a:cxnLst/>
            <a:rect l="0" t="0" r="0" b="0"/>
            <a:pathLst>
              <a:path w="751" h="194">
                <a:moveTo>
                  <a:pt x="751" y="5"/>
                </a:moveTo>
                <a:lnTo>
                  <a:pt x="748" y="6"/>
                </a:lnTo>
                <a:cubicBezTo>
                  <a:pt x="696" y="27"/>
                  <a:pt x="629" y="49"/>
                  <a:pt x="573" y="54"/>
                </a:cubicBezTo>
                <a:lnTo>
                  <a:pt x="560" y="54"/>
                </a:lnTo>
                <a:lnTo>
                  <a:pt x="549" y="73"/>
                </a:lnTo>
                <a:lnTo>
                  <a:pt x="543" y="98"/>
                </a:lnTo>
                <a:lnTo>
                  <a:pt x="541" y="120"/>
                </a:lnTo>
                <a:lnTo>
                  <a:pt x="541" y="128"/>
                </a:lnTo>
                <a:lnTo>
                  <a:pt x="528" y="117"/>
                </a:lnTo>
                <a:lnTo>
                  <a:pt x="523" y="103"/>
                </a:lnTo>
                <a:cubicBezTo>
                  <a:pt x="522" y="88"/>
                  <a:pt x="526" y="60"/>
                  <a:pt x="542" y="53"/>
                </a:cubicBezTo>
                <a:lnTo>
                  <a:pt x="546" y="49"/>
                </a:lnTo>
                <a:lnTo>
                  <a:pt x="550" y="47"/>
                </a:lnTo>
                <a:cubicBezTo>
                  <a:pt x="582" y="44"/>
                  <a:pt x="614" y="36"/>
                  <a:pt x="645" y="27"/>
                </a:cubicBezTo>
                <a:lnTo>
                  <a:pt x="661" y="23"/>
                </a:lnTo>
                <a:lnTo>
                  <a:pt x="674" y="20"/>
                </a:lnTo>
                <a:lnTo>
                  <a:pt x="661" y="20"/>
                </a:lnTo>
                <a:cubicBezTo>
                  <a:pt x="507" y="24"/>
                  <a:pt x="350" y="36"/>
                  <a:pt x="196" y="44"/>
                </a:cubicBezTo>
                <a:lnTo>
                  <a:pt x="186" y="44"/>
                </a:lnTo>
                <a:lnTo>
                  <a:pt x="188" y="37"/>
                </a:lnTo>
                <a:lnTo>
                  <a:pt x="190" y="35"/>
                </a:lnTo>
                <a:lnTo>
                  <a:pt x="190" y="31"/>
                </a:lnTo>
                <a:lnTo>
                  <a:pt x="195" y="30"/>
                </a:lnTo>
                <a:cubicBezTo>
                  <a:pt x="374" y="21"/>
                  <a:pt x="561" y="0"/>
                  <a:pt x="740" y="3"/>
                </a:cubicBezTo>
                <a:lnTo>
                  <a:pt x="747" y="3"/>
                </a:lnTo>
              </a:path>
              <a:path w="751" h="194">
                <a:moveTo>
                  <a:pt x="225" y="194"/>
                </a:moveTo>
                <a:lnTo>
                  <a:pt x="223" y="194"/>
                </a:lnTo>
                <a:cubicBezTo>
                  <a:pt x="150" y="180"/>
                  <a:pt x="76" y="169"/>
                  <a:pt x="4" y="150"/>
                </a:cubicBezTo>
                <a:lnTo>
                  <a:pt x="0" y="149"/>
                </a:lnTo>
                <a:lnTo>
                  <a:pt x="4" y="144"/>
                </a:lnTo>
                <a:lnTo>
                  <a:pt x="8" y="141"/>
                </a:lnTo>
                <a:lnTo>
                  <a:pt x="10" y="139"/>
                </a:lnTo>
                <a:lnTo>
                  <a:pt x="247" y="115"/>
                </a:lnTo>
                <a:lnTo>
                  <a:pt x="249" y="115"/>
                </a:lnTo>
                <a:lnTo>
                  <a:pt x="252" y="98"/>
                </a:lnTo>
                <a:lnTo>
                  <a:pt x="249" y="89"/>
                </a:lnTo>
                <a:lnTo>
                  <a:pt x="244" y="81"/>
                </a:lnTo>
                <a:lnTo>
                  <a:pt x="242" y="81"/>
                </a:lnTo>
                <a:cubicBezTo>
                  <a:pt x="186" y="85"/>
                  <a:pt x="131" y="90"/>
                  <a:pt x="75" y="93"/>
                </a:cubicBezTo>
                <a:lnTo>
                  <a:pt x="73" y="92"/>
                </a:lnTo>
                <a:lnTo>
                  <a:pt x="73" y="86"/>
                </a:lnTo>
                <a:lnTo>
                  <a:pt x="84" y="85"/>
                </a:lnTo>
                <a:cubicBezTo>
                  <a:pt x="136" y="79"/>
                  <a:pt x="192" y="74"/>
                  <a:pt x="246" y="69"/>
                </a:cubicBezTo>
                <a:lnTo>
                  <a:pt x="256" y="67"/>
                </a:lnTo>
                <a:lnTo>
                  <a:pt x="264" y="75"/>
                </a:lnTo>
                <a:cubicBezTo>
                  <a:pt x="278" y="98"/>
                  <a:pt x="285" y="117"/>
                  <a:pt x="264" y="139"/>
                </a:cubicBezTo>
                <a:lnTo>
                  <a:pt x="244" y="141"/>
                </a:lnTo>
                <a:lnTo>
                  <a:pt x="242" y="131"/>
                </a:lnTo>
                <a:lnTo>
                  <a:pt x="230" y="132"/>
                </a:lnTo>
                <a:cubicBezTo>
                  <a:pt x="175" y="133"/>
                  <a:pt x="121" y="143"/>
                  <a:pt x="67" y="149"/>
                </a:cubicBezTo>
                <a:lnTo>
                  <a:pt x="56" y="150"/>
                </a:lnTo>
                <a:lnTo>
                  <a:pt x="67" y="151"/>
                </a:lnTo>
                <a:lnTo>
                  <a:pt x="78" y="153"/>
                </a:lnTo>
                <a:cubicBezTo>
                  <a:pt x="124" y="161"/>
                  <a:pt x="171" y="170"/>
                  <a:pt x="218" y="179"/>
                </a:cubicBezTo>
                <a:lnTo>
                  <a:pt x="230" y="180"/>
                </a:lnTo>
                <a:lnTo>
                  <a:pt x="234" y="179"/>
                </a:lnTo>
                <a:cubicBezTo>
                  <a:pt x="364" y="164"/>
                  <a:pt x="495" y="149"/>
                  <a:pt x="625" y="133"/>
                </a:cubicBezTo>
                <a:lnTo>
                  <a:pt x="649" y="129"/>
                </a:lnTo>
                <a:lnTo>
                  <a:pt x="667" y="127"/>
                </a:lnTo>
                <a:lnTo>
                  <a:pt x="556" y="116"/>
                </a:lnTo>
                <a:lnTo>
                  <a:pt x="555" y="115"/>
                </a:lnTo>
                <a:lnTo>
                  <a:pt x="556" y="111"/>
                </a:lnTo>
                <a:lnTo>
                  <a:pt x="562" y="105"/>
                </a:lnTo>
                <a:lnTo>
                  <a:pt x="741" y="127"/>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902" name="rect"/>
          <p:cNvSpPr/>
          <p:nvPr/>
        </p:nvSpPr>
        <p:spPr>
          <a:xfrm>
            <a:off x="3343939" y="4496414"/>
            <a:ext cx="227447" cy="8986"/>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904" name="rect"/>
          <p:cNvSpPr/>
          <p:nvPr/>
        </p:nvSpPr>
        <p:spPr>
          <a:xfrm>
            <a:off x="3346704" y="4566238"/>
            <a:ext cx="9678" cy="98169"/>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906" name="path"/>
          <p:cNvSpPr/>
          <p:nvPr/>
        </p:nvSpPr>
        <p:spPr>
          <a:xfrm>
            <a:off x="3327347" y="4492958"/>
            <a:ext cx="282753" cy="112687"/>
          </a:xfrm>
          <a:custGeom>
            <a:avLst/>
            <a:gdLst/>
            <a:ahLst/>
            <a:cxnLst/>
            <a:rect l="0" t="0" r="0" b="0"/>
            <a:pathLst>
              <a:path w="490" h="195">
                <a:moveTo>
                  <a:pt x="235" y="168"/>
                </a:moveTo>
                <a:lnTo>
                  <a:pt x="250" y="170"/>
                </a:lnTo>
                <a:lnTo>
                  <a:pt x="266" y="170"/>
                </a:lnTo>
                <a:cubicBezTo>
                  <a:pt x="296" y="175"/>
                  <a:pt x="330" y="174"/>
                  <a:pt x="361" y="180"/>
                </a:cubicBezTo>
                <a:lnTo>
                  <a:pt x="376" y="181"/>
                </a:lnTo>
                <a:lnTo>
                  <a:pt x="392" y="182"/>
                </a:lnTo>
                <a:cubicBezTo>
                  <a:pt x="420" y="189"/>
                  <a:pt x="454" y="188"/>
                  <a:pt x="485" y="195"/>
                </a:cubicBezTo>
                <a:lnTo>
                  <a:pt x="490" y="193"/>
                </a:lnTo>
                <a:lnTo>
                  <a:pt x="490" y="190"/>
                </a:lnTo>
                <a:lnTo>
                  <a:pt x="488" y="189"/>
                </a:lnTo>
                <a:cubicBezTo>
                  <a:pt x="329" y="163"/>
                  <a:pt x="163" y="148"/>
                  <a:pt x="2" y="142"/>
                </a:cubicBezTo>
                <a:lnTo>
                  <a:pt x="0" y="142"/>
                </a:lnTo>
                <a:lnTo>
                  <a:pt x="2" y="142"/>
                </a:lnTo>
                <a:cubicBezTo>
                  <a:pt x="69" y="151"/>
                  <a:pt x="135" y="157"/>
                  <a:pt x="202" y="165"/>
                </a:cubicBezTo>
                <a:lnTo>
                  <a:pt x="219" y="166"/>
                </a:lnTo>
              </a:path>
              <a:path w="490" h="195">
                <a:moveTo>
                  <a:pt x="485" y="109"/>
                </a:moveTo>
                <a:lnTo>
                  <a:pt x="487" y="109"/>
                </a:lnTo>
                <a:lnTo>
                  <a:pt x="488" y="108"/>
                </a:lnTo>
                <a:lnTo>
                  <a:pt x="487" y="106"/>
                </a:lnTo>
                <a:cubicBezTo>
                  <a:pt x="403" y="92"/>
                  <a:pt x="307" y="42"/>
                  <a:pt x="232" y="1"/>
                </a:cubicBezTo>
                <a:lnTo>
                  <a:pt x="230" y="0"/>
                </a:lnTo>
                <a:lnTo>
                  <a:pt x="231" y="1"/>
                </a:lnTo>
                <a:cubicBezTo>
                  <a:pt x="278" y="57"/>
                  <a:pt x="350" y="87"/>
                  <a:pt x="421" y="100"/>
                </a:cubicBezTo>
                <a:lnTo>
                  <a:pt x="452" y="105"/>
                </a:lnTo>
              </a:path>
              <a:path w="490" h="195">
                <a:moveTo>
                  <a:pt x="45" y="80"/>
                </a:moveTo>
                <a:lnTo>
                  <a:pt x="57" y="76"/>
                </a:lnTo>
                <a:cubicBezTo>
                  <a:pt x="119" y="56"/>
                  <a:pt x="183" y="44"/>
                  <a:pt x="247" y="33"/>
                </a:cubicBezTo>
                <a:lnTo>
                  <a:pt x="249" y="30"/>
                </a:lnTo>
                <a:lnTo>
                  <a:pt x="248" y="27"/>
                </a:lnTo>
                <a:lnTo>
                  <a:pt x="243" y="26"/>
                </a:lnTo>
                <a:cubicBezTo>
                  <a:pt x="217" y="30"/>
                  <a:pt x="190" y="30"/>
                  <a:pt x="164" y="36"/>
                </a:cubicBezTo>
                <a:lnTo>
                  <a:pt x="149" y="38"/>
                </a:lnTo>
                <a:lnTo>
                  <a:pt x="136" y="40"/>
                </a:lnTo>
                <a:cubicBezTo>
                  <a:pt x="111" y="44"/>
                  <a:pt x="87" y="53"/>
                  <a:pt x="64" y="66"/>
                </a:cubicBezTo>
                <a:lnTo>
                  <a:pt x="53" y="73"/>
                </a:lnTo>
                <a:lnTo>
                  <a:pt x="44" y="80"/>
                </a:lnTo>
                <a:lnTo>
                  <a:pt x="45" y="8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08" name="path"/>
          <p:cNvSpPr/>
          <p:nvPr/>
        </p:nvSpPr>
        <p:spPr>
          <a:xfrm>
            <a:off x="9469808" y="3975843"/>
            <a:ext cx="134809" cy="176980"/>
          </a:xfrm>
          <a:custGeom>
            <a:avLst/>
            <a:gdLst/>
            <a:ahLst/>
            <a:cxnLst/>
            <a:rect l="0" t="0" r="0" b="0"/>
            <a:pathLst>
              <a:path w="234" h="307">
                <a:moveTo>
                  <a:pt x="65" y="307"/>
                </a:moveTo>
                <a:lnTo>
                  <a:pt x="60" y="86"/>
                </a:lnTo>
                <a:lnTo>
                  <a:pt x="0" y="86"/>
                </a:lnTo>
                <a:lnTo>
                  <a:pt x="7" y="307"/>
                </a:lnTo>
              </a:path>
              <a:path w="234" h="307">
                <a:moveTo>
                  <a:pt x="151" y="303"/>
                </a:moveTo>
                <a:lnTo>
                  <a:pt x="142" y="0"/>
                </a:lnTo>
                <a:lnTo>
                  <a:pt x="84" y="0"/>
                </a:lnTo>
                <a:lnTo>
                  <a:pt x="91" y="304"/>
                </a:lnTo>
              </a:path>
              <a:path w="234" h="307">
                <a:moveTo>
                  <a:pt x="234" y="301"/>
                </a:moveTo>
                <a:lnTo>
                  <a:pt x="226" y="50"/>
                </a:lnTo>
                <a:lnTo>
                  <a:pt x="166" y="51"/>
                </a:lnTo>
                <a:lnTo>
                  <a:pt x="174" y="302"/>
                </a:lnTo>
              </a:path>
            </a:pathLst>
          </a:custGeom>
          <a:solidFill>
            <a:srgbClr val="9EE8FF">
              <a:alpha val="100000"/>
            </a:srgbClr>
          </a:solidFill>
          <a:ln cap="flat">
            <a:noFill/>
            <a:prstDash val="solid"/>
            <a:miter lim="0"/>
          </a:ln>
        </p:spPr>
        <p:txBody>
          <a:bodyPr rtlCol="0"/>
          <a:lstStyle/>
          <a:p>
            <a:pPr algn="ctr"/>
            <a:endParaRPr lang="zh-CN" altLang="en-US" sz="1635"/>
          </a:p>
        </p:txBody>
      </p:sp>
      <p:sp>
        <p:nvSpPr>
          <p:cNvPr id="910" name="path"/>
          <p:cNvSpPr/>
          <p:nvPr/>
        </p:nvSpPr>
        <p:spPr>
          <a:xfrm>
            <a:off x="3277571" y="4112723"/>
            <a:ext cx="330456" cy="56691"/>
          </a:xfrm>
          <a:custGeom>
            <a:avLst/>
            <a:gdLst/>
            <a:ahLst/>
            <a:cxnLst/>
            <a:rect l="0" t="0" r="0" b="0"/>
            <a:pathLst>
              <a:path w="573" h="98">
                <a:moveTo>
                  <a:pt x="321" y="98"/>
                </a:moveTo>
                <a:lnTo>
                  <a:pt x="326" y="97"/>
                </a:lnTo>
                <a:cubicBezTo>
                  <a:pt x="406" y="87"/>
                  <a:pt x="490" y="72"/>
                  <a:pt x="571" y="60"/>
                </a:cubicBezTo>
                <a:lnTo>
                  <a:pt x="573" y="60"/>
                </a:lnTo>
                <a:lnTo>
                  <a:pt x="558" y="61"/>
                </a:lnTo>
                <a:cubicBezTo>
                  <a:pt x="481" y="69"/>
                  <a:pt x="404" y="78"/>
                  <a:pt x="328" y="94"/>
                </a:cubicBezTo>
                <a:lnTo>
                  <a:pt x="320" y="97"/>
                </a:lnTo>
                <a:lnTo>
                  <a:pt x="321" y="97"/>
                </a:lnTo>
                <a:lnTo>
                  <a:pt x="321" y="98"/>
                </a:lnTo>
              </a:path>
              <a:path w="573" h="98">
                <a:moveTo>
                  <a:pt x="121" y="12"/>
                </a:moveTo>
                <a:lnTo>
                  <a:pt x="131" y="12"/>
                </a:lnTo>
                <a:cubicBezTo>
                  <a:pt x="260" y="8"/>
                  <a:pt x="391" y="4"/>
                  <a:pt x="519" y="8"/>
                </a:cubicBezTo>
                <a:lnTo>
                  <a:pt x="520" y="8"/>
                </a:lnTo>
                <a:lnTo>
                  <a:pt x="520" y="7"/>
                </a:lnTo>
                <a:lnTo>
                  <a:pt x="501" y="6"/>
                </a:lnTo>
                <a:cubicBezTo>
                  <a:pt x="335" y="4"/>
                  <a:pt x="169" y="0"/>
                  <a:pt x="4" y="16"/>
                </a:cubicBezTo>
                <a:lnTo>
                  <a:pt x="0" y="16"/>
                </a:lnTo>
                <a:lnTo>
                  <a:pt x="3" y="16"/>
                </a:lnTo>
                <a:cubicBezTo>
                  <a:pt x="32" y="18"/>
                  <a:pt x="57" y="13"/>
                  <a:pt x="85" y="14"/>
                </a:cubicBezTo>
                <a:lnTo>
                  <a:pt x="104" y="13"/>
                </a:lnTo>
              </a:path>
              <a:path w="573" h="98">
                <a:moveTo>
                  <a:pt x="387" y="40"/>
                </a:moveTo>
                <a:lnTo>
                  <a:pt x="398" y="39"/>
                </a:lnTo>
                <a:lnTo>
                  <a:pt x="409" y="39"/>
                </a:lnTo>
                <a:cubicBezTo>
                  <a:pt x="433" y="35"/>
                  <a:pt x="449" y="38"/>
                  <a:pt x="474" y="34"/>
                </a:cubicBezTo>
                <a:lnTo>
                  <a:pt x="484" y="34"/>
                </a:lnTo>
                <a:lnTo>
                  <a:pt x="495" y="33"/>
                </a:lnTo>
                <a:cubicBezTo>
                  <a:pt x="518" y="32"/>
                  <a:pt x="538" y="30"/>
                  <a:pt x="561" y="27"/>
                </a:cubicBezTo>
                <a:lnTo>
                  <a:pt x="562" y="26"/>
                </a:lnTo>
                <a:lnTo>
                  <a:pt x="562" y="25"/>
                </a:lnTo>
                <a:lnTo>
                  <a:pt x="561" y="25"/>
                </a:lnTo>
                <a:cubicBezTo>
                  <a:pt x="455" y="31"/>
                  <a:pt x="359" y="34"/>
                  <a:pt x="253" y="54"/>
                </a:cubicBezTo>
                <a:lnTo>
                  <a:pt x="247" y="54"/>
                </a:lnTo>
                <a:lnTo>
                  <a:pt x="253" y="54"/>
                </a:lnTo>
                <a:cubicBezTo>
                  <a:pt x="287" y="49"/>
                  <a:pt x="320" y="48"/>
                  <a:pt x="355" y="44"/>
                </a:cubicBezTo>
                <a:lnTo>
                  <a:pt x="374" y="4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12" name="path"/>
          <p:cNvSpPr/>
          <p:nvPr/>
        </p:nvSpPr>
        <p:spPr>
          <a:xfrm>
            <a:off x="10027032" y="3942658"/>
            <a:ext cx="100242" cy="140339"/>
          </a:xfrm>
          <a:custGeom>
            <a:avLst/>
            <a:gdLst/>
            <a:ahLst/>
            <a:cxnLst/>
            <a:rect l="0" t="0" r="0" b="0"/>
            <a:pathLst>
              <a:path w="173" h="243">
                <a:moveTo>
                  <a:pt x="99" y="82"/>
                </a:moveTo>
                <a:lnTo>
                  <a:pt x="101" y="92"/>
                </a:lnTo>
                <a:lnTo>
                  <a:pt x="101" y="100"/>
                </a:lnTo>
                <a:cubicBezTo>
                  <a:pt x="102" y="118"/>
                  <a:pt x="87" y="130"/>
                  <a:pt x="77" y="142"/>
                </a:cubicBezTo>
                <a:lnTo>
                  <a:pt x="68" y="150"/>
                </a:lnTo>
                <a:lnTo>
                  <a:pt x="64" y="151"/>
                </a:lnTo>
                <a:cubicBezTo>
                  <a:pt x="51" y="154"/>
                  <a:pt x="52" y="155"/>
                  <a:pt x="38" y="154"/>
                </a:cubicBezTo>
                <a:lnTo>
                  <a:pt x="31" y="154"/>
                </a:lnTo>
                <a:lnTo>
                  <a:pt x="22" y="153"/>
                </a:lnTo>
                <a:lnTo>
                  <a:pt x="26" y="157"/>
                </a:lnTo>
                <a:cubicBezTo>
                  <a:pt x="62" y="178"/>
                  <a:pt x="71" y="160"/>
                  <a:pt x="106" y="166"/>
                </a:cubicBezTo>
                <a:lnTo>
                  <a:pt x="109" y="167"/>
                </a:lnTo>
                <a:lnTo>
                  <a:pt x="109" y="177"/>
                </a:lnTo>
                <a:cubicBezTo>
                  <a:pt x="108" y="197"/>
                  <a:pt x="90" y="208"/>
                  <a:pt x="75" y="218"/>
                </a:cubicBezTo>
                <a:lnTo>
                  <a:pt x="67" y="222"/>
                </a:lnTo>
                <a:lnTo>
                  <a:pt x="74" y="224"/>
                </a:lnTo>
                <a:cubicBezTo>
                  <a:pt x="119" y="229"/>
                  <a:pt x="130" y="208"/>
                  <a:pt x="160" y="187"/>
                </a:cubicBezTo>
                <a:lnTo>
                  <a:pt x="167" y="184"/>
                </a:lnTo>
                <a:lnTo>
                  <a:pt x="171" y="190"/>
                </a:lnTo>
                <a:lnTo>
                  <a:pt x="173" y="195"/>
                </a:lnTo>
                <a:lnTo>
                  <a:pt x="173" y="201"/>
                </a:lnTo>
                <a:lnTo>
                  <a:pt x="172" y="207"/>
                </a:lnTo>
                <a:lnTo>
                  <a:pt x="164" y="216"/>
                </a:lnTo>
                <a:lnTo>
                  <a:pt x="154" y="223"/>
                </a:lnTo>
                <a:lnTo>
                  <a:pt x="145" y="229"/>
                </a:lnTo>
                <a:lnTo>
                  <a:pt x="133" y="233"/>
                </a:lnTo>
                <a:lnTo>
                  <a:pt x="121" y="237"/>
                </a:lnTo>
                <a:lnTo>
                  <a:pt x="107" y="240"/>
                </a:lnTo>
                <a:lnTo>
                  <a:pt x="94" y="242"/>
                </a:lnTo>
                <a:lnTo>
                  <a:pt x="81" y="243"/>
                </a:lnTo>
                <a:lnTo>
                  <a:pt x="75" y="242"/>
                </a:lnTo>
                <a:lnTo>
                  <a:pt x="69" y="240"/>
                </a:lnTo>
                <a:lnTo>
                  <a:pt x="63" y="237"/>
                </a:lnTo>
                <a:lnTo>
                  <a:pt x="56" y="236"/>
                </a:lnTo>
                <a:lnTo>
                  <a:pt x="50" y="233"/>
                </a:lnTo>
                <a:lnTo>
                  <a:pt x="44" y="230"/>
                </a:lnTo>
                <a:lnTo>
                  <a:pt x="39" y="227"/>
                </a:lnTo>
                <a:lnTo>
                  <a:pt x="34" y="223"/>
                </a:lnTo>
                <a:lnTo>
                  <a:pt x="35" y="220"/>
                </a:lnTo>
                <a:lnTo>
                  <a:pt x="38" y="219"/>
                </a:lnTo>
                <a:lnTo>
                  <a:pt x="45" y="217"/>
                </a:lnTo>
                <a:lnTo>
                  <a:pt x="50" y="217"/>
                </a:lnTo>
                <a:lnTo>
                  <a:pt x="53" y="216"/>
                </a:lnTo>
                <a:lnTo>
                  <a:pt x="57" y="216"/>
                </a:lnTo>
                <a:lnTo>
                  <a:pt x="61" y="213"/>
                </a:lnTo>
                <a:lnTo>
                  <a:pt x="77" y="201"/>
                </a:lnTo>
                <a:lnTo>
                  <a:pt x="83" y="194"/>
                </a:lnTo>
                <a:lnTo>
                  <a:pt x="86" y="186"/>
                </a:lnTo>
                <a:lnTo>
                  <a:pt x="77" y="188"/>
                </a:lnTo>
                <a:cubicBezTo>
                  <a:pt x="46" y="189"/>
                  <a:pt x="0" y="170"/>
                  <a:pt x="0" y="133"/>
                </a:cubicBezTo>
                <a:lnTo>
                  <a:pt x="4" y="121"/>
                </a:lnTo>
                <a:lnTo>
                  <a:pt x="9" y="122"/>
                </a:lnTo>
                <a:lnTo>
                  <a:pt x="14" y="129"/>
                </a:lnTo>
                <a:lnTo>
                  <a:pt x="15" y="134"/>
                </a:lnTo>
                <a:lnTo>
                  <a:pt x="16" y="137"/>
                </a:lnTo>
                <a:lnTo>
                  <a:pt x="20" y="141"/>
                </a:lnTo>
                <a:lnTo>
                  <a:pt x="25" y="143"/>
                </a:lnTo>
                <a:lnTo>
                  <a:pt x="50" y="143"/>
                </a:lnTo>
                <a:lnTo>
                  <a:pt x="55" y="142"/>
                </a:lnTo>
                <a:lnTo>
                  <a:pt x="58" y="141"/>
                </a:lnTo>
                <a:lnTo>
                  <a:pt x="61" y="139"/>
                </a:lnTo>
                <a:lnTo>
                  <a:pt x="71" y="121"/>
                </a:lnTo>
                <a:lnTo>
                  <a:pt x="71" y="102"/>
                </a:lnTo>
                <a:lnTo>
                  <a:pt x="65" y="83"/>
                </a:lnTo>
                <a:lnTo>
                  <a:pt x="56" y="64"/>
                </a:lnTo>
                <a:lnTo>
                  <a:pt x="49" y="45"/>
                </a:lnTo>
                <a:lnTo>
                  <a:pt x="49" y="28"/>
                </a:lnTo>
                <a:lnTo>
                  <a:pt x="60" y="13"/>
                </a:lnTo>
                <a:lnTo>
                  <a:pt x="86" y="0"/>
                </a:lnTo>
                <a:lnTo>
                  <a:pt x="87" y="9"/>
                </a:lnTo>
                <a:lnTo>
                  <a:pt x="91" y="32"/>
                </a:lnTo>
                <a:lnTo>
                  <a:pt x="95" y="58"/>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914" name="path"/>
          <p:cNvSpPr/>
          <p:nvPr/>
        </p:nvSpPr>
        <p:spPr>
          <a:xfrm>
            <a:off x="3137231" y="4538585"/>
            <a:ext cx="118218" cy="93330"/>
          </a:xfrm>
          <a:custGeom>
            <a:avLst/>
            <a:gdLst/>
            <a:ahLst/>
            <a:cxnLst/>
            <a:rect l="0" t="0" r="0" b="0"/>
            <a:pathLst>
              <a:path w="205" h="162">
                <a:moveTo>
                  <a:pt x="14" y="0"/>
                </a:moveTo>
                <a:lnTo>
                  <a:pt x="13" y="4"/>
                </a:lnTo>
                <a:lnTo>
                  <a:pt x="14" y="16"/>
                </a:lnTo>
                <a:lnTo>
                  <a:pt x="19" y="33"/>
                </a:lnTo>
                <a:lnTo>
                  <a:pt x="34" y="51"/>
                </a:lnTo>
                <a:lnTo>
                  <a:pt x="52" y="69"/>
                </a:lnTo>
                <a:lnTo>
                  <a:pt x="60" y="79"/>
                </a:lnTo>
                <a:lnTo>
                  <a:pt x="64" y="87"/>
                </a:lnTo>
                <a:lnTo>
                  <a:pt x="67" y="96"/>
                </a:lnTo>
                <a:lnTo>
                  <a:pt x="67" y="103"/>
                </a:lnTo>
                <a:lnTo>
                  <a:pt x="63" y="111"/>
                </a:lnTo>
                <a:cubicBezTo>
                  <a:pt x="45" y="128"/>
                  <a:pt x="28" y="137"/>
                  <a:pt x="9" y="153"/>
                </a:cubicBezTo>
                <a:lnTo>
                  <a:pt x="4" y="158"/>
                </a:lnTo>
                <a:lnTo>
                  <a:pt x="0" y="162"/>
                </a:lnTo>
                <a:lnTo>
                  <a:pt x="2" y="160"/>
                </a:lnTo>
                <a:lnTo>
                  <a:pt x="7" y="157"/>
                </a:lnTo>
                <a:cubicBezTo>
                  <a:pt x="22" y="150"/>
                  <a:pt x="44" y="133"/>
                  <a:pt x="58" y="124"/>
                </a:cubicBezTo>
                <a:lnTo>
                  <a:pt x="67" y="113"/>
                </a:lnTo>
                <a:lnTo>
                  <a:pt x="73" y="98"/>
                </a:lnTo>
                <a:lnTo>
                  <a:pt x="74" y="82"/>
                </a:lnTo>
                <a:lnTo>
                  <a:pt x="67" y="67"/>
                </a:lnTo>
                <a:lnTo>
                  <a:pt x="60" y="61"/>
                </a:lnTo>
                <a:lnTo>
                  <a:pt x="45" y="46"/>
                </a:lnTo>
                <a:lnTo>
                  <a:pt x="37" y="39"/>
                </a:lnTo>
                <a:lnTo>
                  <a:pt x="30" y="31"/>
                </a:lnTo>
                <a:lnTo>
                  <a:pt x="17" y="12"/>
                </a:lnTo>
              </a:path>
              <a:path w="205" h="162">
                <a:moveTo>
                  <a:pt x="6" y="7"/>
                </a:moveTo>
                <a:lnTo>
                  <a:pt x="9" y="8"/>
                </a:lnTo>
                <a:lnTo>
                  <a:pt x="18" y="12"/>
                </a:lnTo>
                <a:cubicBezTo>
                  <a:pt x="47" y="22"/>
                  <a:pt x="70" y="29"/>
                  <a:pt x="98" y="46"/>
                </a:cubicBezTo>
                <a:lnTo>
                  <a:pt x="113" y="56"/>
                </a:lnTo>
                <a:lnTo>
                  <a:pt x="127" y="66"/>
                </a:lnTo>
                <a:cubicBezTo>
                  <a:pt x="143" y="82"/>
                  <a:pt x="152" y="103"/>
                  <a:pt x="172" y="118"/>
                </a:cubicBezTo>
                <a:lnTo>
                  <a:pt x="187" y="126"/>
                </a:lnTo>
                <a:lnTo>
                  <a:pt x="205" y="130"/>
                </a:lnTo>
                <a:lnTo>
                  <a:pt x="203" y="129"/>
                </a:lnTo>
                <a:lnTo>
                  <a:pt x="200" y="127"/>
                </a:lnTo>
                <a:cubicBezTo>
                  <a:pt x="177" y="110"/>
                  <a:pt x="164" y="84"/>
                  <a:pt x="147" y="62"/>
                </a:cubicBezTo>
                <a:lnTo>
                  <a:pt x="139" y="54"/>
                </a:lnTo>
                <a:lnTo>
                  <a:pt x="132" y="45"/>
                </a:lnTo>
                <a:cubicBezTo>
                  <a:pt x="113" y="19"/>
                  <a:pt x="46" y="8"/>
                  <a:pt x="16" y="2"/>
                </a:cubicBezTo>
                <a:lnTo>
                  <a:pt x="6" y="1"/>
                </a:lnTo>
                <a:lnTo>
                  <a:pt x="2" y="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16" name="rect"/>
          <p:cNvSpPr/>
          <p:nvPr/>
        </p:nvSpPr>
        <p:spPr>
          <a:xfrm>
            <a:off x="2645004" y="4653461"/>
            <a:ext cx="302802" cy="22362"/>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918" name="path"/>
          <p:cNvSpPr/>
          <p:nvPr/>
        </p:nvSpPr>
        <p:spPr>
          <a:xfrm>
            <a:off x="3268584" y="4591818"/>
            <a:ext cx="94021" cy="51158"/>
          </a:xfrm>
          <a:custGeom>
            <a:avLst/>
            <a:gdLst/>
            <a:ahLst/>
            <a:cxnLst/>
            <a:rect l="0" t="0" r="0" b="0"/>
            <a:pathLst>
              <a:path w="163" h="88">
                <a:moveTo>
                  <a:pt x="15" y="88"/>
                </a:moveTo>
                <a:lnTo>
                  <a:pt x="22" y="86"/>
                </a:lnTo>
                <a:cubicBezTo>
                  <a:pt x="52" y="69"/>
                  <a:pt x="98" y="52"/>
                  <a:pt x="130" y="43"/>
                </a:cubicBezTo>
                <a:lnTo>
                  <a:pt x="143" y="43"/>
                </a:lnTo>
                <a:lnTo>
                  <a:pt x="146" y="51"/>
                </a:lnTo>
                <a:lnTo>
                  <a:pt x="135" y="61"/>
                </a:lnTo>
                <a:lnTo>
                  <a:pt x="120" y="70"/>
                </a:lnTo>
                <a:lnTo>
                  <a:pt x="98" y="76"/>
                </a:lnTo>
                <a:lnTo>
                  <a:pt x="75" y="81"/>
                </a:lnTo>
                <a:lnTo>
                  <a:pt x="53" y="85"/>
                </a:lnTo>
                <a:lnTo>
                  <a:pt x="33" y="87"/>
                </a:lnTo>
                <a:lnTo>
                  <a:pt x="21" y="88"/>
                </a:lnTo>
              </a:path>
              <a:path w="163" h="88">
                <a:moveTo>
                  <a:pt x="0" y="63"/>
                </a:moveTo>
                <a:lnTo>
                  <a:pt x="163" y="0"/>
                </a:lnTo>
                <a:lnTo>
                  <a:pt x="159" y="2"/>
                </a:lnTo>
                <a:cubicBezTo>
                  <a:pt x="129" y="18"/>
                  <a:pt x="90" y="38"/>
                  <a:pt x="58" y="47"/>
                </a:cubicBezTo>
                <a:lnTo>
                  <a:pt x="30" y="56"/>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20" name="path"/>
          <p:cNvSpPr/>
          <p:nvPr/>
        </p:nvSpPr>
        <p:spPr>
          <a:xfrm>
            <a:off x="2839267" y="3919845"/>
            <a:ext cx="91255" cy="44936"/>
          </a:xfrm>
          <a:custGeom>
            <a:avLst/>
            <a:gdLst/>
            <a:ahLst/>
            <a:cxnLst/>
            <a:rect l="0" t="0" r="0" b="0"/>
            <a:pathLst>
              <a:path w="158" h="77">
                <a:moveTo>
                  <a:pt x="0" y="0"/>
                </a:moveTo>
                <a:lnTo>
                  <a:pt x="0" y="1"/>
                </a:lnTo>
                <a:cubicBezTo>
                  <a:pt x="60" y="53"/>
                  <a:pt x="112" y="33"/>
                  <a:pt x="153" y="68"/>
                </a:cubicBezTo>
                <a:lnTo>
                  <a:pt x="158" y="77"/>
                </a:lnTo>
                <a:lnTo>
                  <a:pt x="158" y="74"/>
                </a:lnTo>
                <a:cubicBezTo>
                  <a:pt x="154" y="41"/>
                  <a:pt x="61" y="38"/>
                  <a:pt x="31" y="19"/>
                </a:cubicBezTo>
                <a:lnTo>
                  <a:pt x="16" y="1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22" name="path"/>
          <p:cNvSpPr/>
          <p:nvPr/>
        </p:nvSpPr>
        <p:spPr>
          <a:xfrm>
            <a:off x="3290015" y="4127244"/>
            <a:ext cx="159697" cy="24196"/>
          </a:xfrm>
          <a:custGeom>
            <a:avLst/>
            <a:gdLst/>
            <a:ahLst/>
            <a:cxnLst/>
            <a:rect l="0" t="0" r="0" b="0"/>
            <a:pathLst>
              <a:path w="277" h="41">
                <a:moveTo>
                  <a:pt x="0" y="1"/>
                </a:moveTo>
                <a:lnTo>
                  <a:pt x="2" y="1"/>
                </a:lnTo>
                <a:lnTo>
                  <a:pt x="8" y="2"/>
                </a:lnTo>
                <a:cubicBezTo>
                  <a:pt x="45" y="5"/>
                  <a:pt x="88" y="11"/>
                  <a:pt x="124" y="16"/>
                </a:cubicBezTo>
                <a:lnTo>
                  <a:pt x="146" y="19"/>
                </a:lnTo>
                <a:lnTo>
                  <a:pt x="167" y="22"/>
                </a:lnTo>
                <a:cubicBezTo>
                  <a:pt x="196" y="23"/>
                  <a:pt x="248" y="41"/>
                  <a:pt x="270" y="41"/>
                </a:cubicBezTo>
                <a:lnTo>
                  <a:pt x="274" y="41"/>
                </a:lnTo>
                <a:lnTo>
                  <a:pt x="277" y="40"/>
                </a:lnTo>
                <a:lnTo>
                  <a:pt x="276" y="39"/>
                </a:lnTo>
                <a:lnTo>
                  <a:pt x="271" y="36"/>
                </a:lnTo>
                <a:cubicBezTo>
                  <a:pt x="244" y="25"/>
                  <a:pt x="228" y="24"/>
                  <a:pt x="201" y="17"/>
                </a:cubicBezTo>
                <a:lnTo>
                  <a:pt x="187" y="15"/>
                </a:lnTo>
                <a:lnTo>
                  <a:pt x="170" y="11"/>
                </a:lnTo>
                <a:cubicBezTo>
                  <a:pt x="135" y="6"/>
                  <a:pt x="96" y="3"/>
                  <a:pt x="61" y="1"/>
                </a:cubicBezTo>
                <a:lnTo>
                  <a:pt x="40" y="1"/>
                </a:lnTo>
                <a:lnTo>
                  <a:pt x="20"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24" name="path"/>
          <p:cNvSpPr/>
          <p:nvPr/>
        </p:nvSpPr>
        <p:spPr>
          <a:xfrm>
            <a:off x="3044593" y="4637250"/>
            <a:ext cx="217077" cy="15347"/>
          </a:xfrm>
          <a:custGeom>
            <a:avLst/>
            <a:gdLst/>
            <a:ahLst/>
            <a:cxnLst/>
            <a:rect l="0" t="0" r="0" b="0"/>
            <a:pathLst>
              <a:path w="376" h="26">
                <a:moveTo>
                  <a:pt x="0" y="25"/>
                </a:moveTo>
                <a:lnTo>
                  <a:pt x="2" y="25"/>
                </a:lnTo>
                <a:lnTo>
                  <a:pt x="13" y="24"/>
                </a:lnTo>
                <a:cubicBezTo>
                  <a:pt x="74" y="22"/>
                  <a:pt x="135" y="15"/>
                  <a:pt x="196" y="14"/>
                </a:cubicBezTo>
                <a:lnTo>
                  <a:pt x="227" y="12"/>
                </a:lnTo>
                <a:lnTo>
                  <a:pt x="257" y="9"/>
                </a:lnTo>
                <a:cubicBezTo>
                  <a:pt x="288" y="11"/>
                  <a:pt x="337" y="0"/>
                  <a:pt x="364" y="5"/>
                </a:cubicBezTo>
                <a:lnTo>
                  <a:pt x="370" y="6"/>
                </a:lnTo>
                <a:lnTo>
                  <a:pt x="376" y="8"/>
                </a:lnTo>
                <a:lnTo>
                  <a:pt x="376" y="11"/>
                </a:lnTo>
                <a:lnTo>
                  <a:pt x="373" y="13"/>
                </a:lnTo>
                <a:cubicBezTo>
                  <a:pt x="262" y="26"/>
                  <a:pt x="126" y="21"/>
                  <a:pt x="13" y="25"/>
                </a:cubicBezTo>
                <a:lnTo>
                  <a:pt x="2" y="2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26" name="path"/>
          <p:cNvSpPr/>
          <p:nvPr/>
        </p:nvSpPr>
        <p:spPr>
          <a:xfrm>
            <a:off x="3225721" y="4547572"/>
            <a:ext cx="36640" cy="55306"/>
          </a:xfrm>
          <a:custGeom>
            <a:avLst/>
            <a:gdLst/>
            <a:ahLst/>
            <a:cxnLst/>
            <a:rect l="0" t="0" r="0" b="0"/>
            <a:pathLst>
              <a:path w="63" h="96">
                <a:moveTo>
                  <a:pt x="0" y="4"/>
                </a:moveTo>
                <a:lnTo>
                  <a:pt x="2" y="4"/>
                </a:lnTo>
                <a:lnTo>
                  <a:pt x="7" y="6"/>
                </a:lnTo>
                <a:lnTo>
                  <a:pt x="14" y="10"/>
                </a:lnTo>
                <a:lnTo>
                  <a:pt x="19" y="24"/>
                </a:lnTo>
                <a:lnTo>
                  <a:pt x="22" y="33"/>
                </a:lnTo>
                <a:lnTo>
                  <a:pt x="28" y="44"/>
                </a:lnTo>
                <a:lnTo>
                  <a:pt x="43" y="68"/>
                </a:lnTo>
                <a:lnTo>
                  <a:pt x="50" y="79"/>
                </a:lnTo>
                <a:lnTo>
                  <a:pt x="56" y="87"/>
                </a:lnTo>
                <a:lnTo>
                  <a:pt x="61" y="93"/>
                </a:lnTo>
                <a:lnTo>
                  <a:pt x="63" y="96"/>
                </a:lnTo>
                <a:lnTo>
                  <a:pt x="58" y="87"/>
                </a:lnTo>
                <a:lnTo>
                  <a:pt x="50" y="68"/>
                </a:lnTo>
                <a:lnTo>
                  <a:pt x="39" y="45"/>
                </a:lnTo>
                <a:lnTo>
                  <a:pt x="32" y="30"/>
                </a:lnTo>
                <a:lnTo>
                  <a:pt x="23" y="13"/>
                </a:lnTo>
                <a:lnTo>
                  <a:pt x="20" y="7"/>
                </a:lnTo>
                <a:lnTo>
                  <a:pt x="15" y="2"/>
                </a:lnTo>
                <a:lnTo>
                  <a:pt x="10" y="0"/>
                </a:lnTo>
                <a:lnTo>
                  <a:pt x="4" y="1"/>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28" name="path"/>
          <p:cNvSpPr/>
          <p:nvPr/>
        </p:nvSpPr>
        <p:spPr>
          <a:xfrm>
            <a:off x="3070863" y="4620162"/>
            <a:ext cx="53232" cy="11061"/>
          </a:xfrm>
          <a:custGeom>
            <a:avLst/>
            <a:gdLst/>
            <a:ahLst/>
            <a:cxnLst/>
            <a:rect l="0" t="0" r="0" b="0"/>
            <a:pathLst>
              <a:path w="92" h="19">
                <a:moveTo>
                  <a:pt x="90" y="19"/>
                </a:moveTo>
                <a:lnTo>
                  <a:pt x="91" y="19"/>
                </a:lnTo>
                <a:lnTo>
                  <a:pt x="92" y="18"/>
                </a:lnTo>
                <a:lnTo>
                  <a:pt x="92" y="16"/>
                </a:lnTo>
                <a:lnTo>
                  <a:pt x="91" y="16"/>
                </a:lnTo>
                <a:cubicBezTo>
                  <a:pt x="64" y="10"/>
                  <a:pt x="28" y="8"/>
                  <a:pt x="3" y="0"/>
                </a:cubicBezTo>
                <a:lnTo>
                  <a:pt x="0" y="0"/>
                </a:lnTo>
                <a:lnTo>
                  <a:pt x="2" y="2"/>
                </a:lnTo>
                <a:lnTo>
                  <a:pt x="6" y="7"/>
                </a:lnTo>
                <a:lnTo>
                  <a:pt x="13" y="10"/>
                </a:lnTo>
                <a:lnTo>
                  <a:pt x="23" y="14"/>
                </a:lnTo>
                <a:lnTo>
                  <a:pt x="39" y="18"/>
                </a:lnTo>
                <a:lnTo>
                  <a:pt x="61" y="1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930" name="path"/>
          <p:cNvSpPr/>
          <p:nvPr/>
        </p:nvSpPr>
        <p:spPr>
          <a:xfrm>
            <a:off x="3269966" y="4642976"/>
            <a:ext cx="11060" cy="37332"/>
          </a:xfrm>
          <a:custGeom>
            <a:avLst/>
            <a:gdLst/>
            <a:ahLst/>
            <a:cxnLst/>
            <a:rect l="0" t="0" r="0" b="0"/>
            <a:pathLst>
              <a:path w="19" h="64">
                <a:moveTo>
                  <a:pt x="2" y="0"/>
                </a:moveTo>
                <a:lnTo>
                  <a:pt x="3" y="4"/>
                </a:lnTo>
                <a:lnTo>
                  <a:pt x="7" y="14"/>
                </a:lnTo>
                <a:lnTo>
                  <a:pt x="8" y="30"/>
                </a:lnTo>
                <a:lnTo>
                  <a:pt x="4" y="46"/>
                </a:lnTo>
                <a:lnTo>
                  <a:pt x="0" y="60"/>
                </a:lnTo>
                <a:lnTo>
                  <a:pt x="1" y="64"/>
                </a:lnTo>
                <a:lnTo>
                  <a:pt x="5" y="62"/>
                </a:lnTo>
                <a:lnTo>
                  <a:pt x="10" y="56"/>
                </a:lnTo>
                <a:lnTo>
                  <a:pt x="16" y="45"/>
                </a:lnTo>
                <a:lnTo>
                  <a:pt x="19" y="30"/>
                </a:lnTo>
                <a:lnTo>
                  <a:pt x="14" y="12"/>
                </a:lnTo>
              </a:path>
            </a:pathLst>
          </a:custGeom>
          <a:solidFill>
            <a:srgbClr val="140000">
              <a:alpha val="100000"/>
            </a:srgbClr>
          </a:solidFill>
          <a:ln cap="flat">
            <a:noFill/>
            <a:prstDash val="solid"/>
            <a:miter lim="0"/>
          </a:ln>
        </p:spPr>
        <p:txBody>
          <a:bodyPr rtlCol="0"/>
          <a:lstStyle/>
          <a:p>
            <a:pPr algn="ctr"/>
            <a:endParaRPr lang="zh-CN" altLang="en-US" sz="1635"/>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 name="rect"/>
          <p:cNvSpPr/>
          <p:nvPr/>
        </p:nvSpPr>
        <p:spPr>
          <a:xfrm>
            <a:off x="1715164" y="1025243"/>
            <a:ext cx="8322238" cy="483931"/>
          </a:xfrm>
          <a:prstGeom prst="rect">
            <a:avLst/>
          </a:prstGeom>
          <a:solidFill>
            <a:srgbClr val="C8DDF0">
              <a:alpha val="100000"/>
            </a:srgbClr>
          </a:solidFill>
          <a:ln cap="flat">
            <a:noFill/>
            <a:prstDash val="solid"/>
            <a:miter lim="0"/>
          </a:ln>
        </p:spPr>
        <p:txBody>
          <a:bodyPr rtlCol="0"/>
          <a:lstStyle/>
          <a:p>
            <a:pPr algn="ctr"/>
            <a:endParaRPr lang="zh-CN" altLang="en-US" sz="1635"/>
          </a:p>
        </p:txBody>
      </p:sp>
      <p:sp>
        <p:nvSpPr>
          <p:cNvPr id="934" name="rect"/>
          <p:cNvSpPr/>
          <p:nvPr/>
        </p:nvSpPr>
        <p:spPr>
          <a:xfrm>
            <a:off x="1715164" y="5449759"/>
            <a:ext cx="8322238" cy="45627"/>
          </a:xfrm>
          <a:prstGeom prst="rect">
            <a:avLst/>
          </a:prstGeom>
          <a:solidFill>
            <a:srgbClr val="9DC3E6">
              <a:alpha val="100000"/>
            </a:srgbClr>
          </a:solidFill>
          <a:ln cap="flat">
            <a:noFill/>
            <a:prstDash val="solid"/>
            <a:miter lim="0"/>
          </a:ln>
        </p:spPr>
        <p:txBody>
          <a:bodyPr rtlCol="0"/>
          <a:lstStyle/>
          <a:p>
            <a:pPr algn="ctr"/>
            <a:endParaRPr lang="zh-CN" altLang="en-US" sz="1635"/>
          </a:p>
        </p:txBody>
      </p:sp>
      <p:grpSp>
        <p:nvGrpSpPr>
          <p:cNvPr id="64" name="group 64"/>
          <p:cNvGrpSpPr/>
          <p:nvPr/>
        </p:nvGrpSpPr>
        <p:grpSpPr>
          <a:xfrm rot="21600000">
            <a:off x="2735568" y="5147648"/>
            <a:ext cx="3897031" cy="822683"/>
            <a:chOff x="0" y="0"/>
            <a:chExt cx="4295394" cy="906780"/>
          </a:xfrm>
        </p:grpSpPr>
        <p:pic>
          <p:nvPicPr>
            <p:cNvPr id="936" name="picture 936"/>
            <p:cNvPicPr>
              <a:picLocks noChangeAspect="1"/>
            </p:cNvPicPr>
            <p:nvPr/>
          </p:nvPicPr>
          <p:blipFill>
            <a:blip r:embed="rId1"/>
            <a:stretch>
              <a:fillRect/>
            </a:stretch>
          </p:blipFill>
          <p:spPr>
            <a:xfrm rot="21600000">
              <a:off x="0" y="0"/>
              <a:ext cx="4295394" cy="906780"/>
            </a:xfrm>
            <a:prstGeom prst="rect">
              <a:avLst/>
            </a:prstGeom>
          </p:spPr>
        </p:pic>
        <p:sp>
          <p:nvSpPr>
            <p:cNvPr id="938" name="textbox 938"/>
            <p:cNvSpPr/>
            <p:nvPr/>
          </p:nvSpPr>
          <p:spPr>
            <a:xfrm>
              <a:off x="-12700" y="-12700"/>
              <a:ext cx="4321175" cy="932814"/>
            </a:xfrm>
            <a:prstGeom prst="rect">
              <a:avLst/>
            </a:prstGeom>
          </p:spPr>
          <p:txBody>
            <a:bodyPr vert="horz" wrap="square" lIns="0" tIns="0" rIns="0" bIns="0"/>
            <a:lstStyle/>
            <a:p>
              <a:pPr algn="l" rtl="0" eaLnBrk="0">
                <a:lnSpc>
                  <a:spcPct val="194000"/>
                </a:lnSpc>
              </a:pPr>
              <a:endParaRPr lang="en-US" altLang="en-US" sz="905" dirty="0"/>
            </a:p>
            <a:p>
              <a:pPr marL="1765935" algn="l" rtl="0" eaLnBrk="0">
                <a:lnSpc>
                  <a:spcPct val="88000"/>
                </a:lnSpc>
                <a:spcBef>
                  <a:spcPts val="5"/>
                </a:spcBef>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提供认证</a:t>
              </a:r>
              <a:endParaRPr lang="en-US" altLang="en-US" sz="1360" dirty="0"/>
            </a:p>
            <a:p>
              <a:pPr marL="1765935" algn="l" rtl="0" eaLnBrk="0">
                <a:lnSpc>
                  <a:spcPts val="2090"/>
                </a:lnSpc>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提供保密</a:t>
              </a:r>
              <a:endParaRPr lang="en-US" altLang="en-US" sz="1360" dirty="0"/>
            </a:p>
          </p:txBody>
        </p:sp>
      </p:grpSp>
      <p:sp>
        <p:nvSpPr>
          <p:cNvPr id="940" name="textbox 940"/>
          <p:cNvSpPr/>
          <p:nvPr/>
        </p:nvSpPr>
        <p:spPr>
          <a:xfrm>
            <a:off x="2474589" y="1293067"/>
            <a:ext cx="6016881" cy="607219"/>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8000"/>
              </a:lnSpc>
            </a:pPr>
            <a:r>
              <a:rPr sz="3900" kern="0" spc="-120" dirty="0">
                <a:solidFill>
                  <a:srgbClr val="1F4E79">
                    <a:alpha val="100000"/>
                  </a:srgbClr>
                </a:solidFill>
                <a:latin typeface="仿宋" panose="02010609060101010101" charset="-122"/>
                <a:ea typeface="仿宋" panose="02010609060101010101" charset="-122"/>
                <a:cs typeface="仿宋" panose="02010609060101010101" charset="-122"/>
              </a:rPr>
              <a:t>认证函数：Hash函数（续）</a:t>
            </a:r>
            <a:endParaRPr lang="en-US" altLang="en-US" sz="3900" dirty="0"/>
          </a:p>
        </p:txBody>
      </p:sp>
      <p:sp>
        <p:nvSpPr>
          <p:cNvPr id="942" name="textbox 942"/>
          <p:cNvSpPr/>
          <p:nvPr/>
        </p:nvSpPr>
        <p:spPr>
          <a:xfrm>
            <a:off x="3530394" y="1795358"/>
            <a:ext cx="3381183" cy="461462"/>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3800"/>
              </a:lnSpc>
            </a:pP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哈希函数的基本用法</a:t>
            </a:r>
            <a:r>
              <a:rPr sz="2540" kern="0" spc="5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2540" dirty="0"/>
          </a:p>
        </p:txBody>
      </p:sp>
      <p:pic>
        <p:nvPicPr>
          <p:cNvPr id="944" name="picture 944"/>
          <p:cNvPicPr>
            <a:picLocks noChangeAspect="1"/>
          </p:cNvPicPr>
          <p:nvPr/>
        </p:nvPicPr>
        <p:blipFill>
          <a:blip r:embed="rId2"/>
          <a:stretch>
            <a:fillRect/>
          </a:stretch>
        </p:blipFill>
        <p:spPr>
          <a:xfrm rot="21600000">
            <a:off x="9305974" y="3752151"/>
            <a:ext cx="972010" cy="740807"/>
          </a:xfrm>
          <a:prstGeom prst="rect">
            <a:avLst/>
          </a:prstGeom>
        </p:spPr>
      </p:pic>
      <p:graphicFrame>
        <p:nvGraphicFramePr>
          <p:cNvPr id="946" name="table 946"/>
          <p:cNvGraphicFramePr>
            <a:graphicFrameLocks noGrp="1"/>
          </p:cNvGraphicFramePr>
          <p:nvPr/>
        </p:nvGraphicFramePr>
        <p:xfrm>
          <a:off x="7695865" y="2486716"/>
          <a:ext cx="694055" cy="866775"/>
        </p:xfrm>
        <a:graphic>
          <a:graphicData uri="http://schemas.openxmlformats.org/drawingml/2006/table">
            <a:tbl>
              <a:tblPr>
                <a:solidFill>
                  <a:srgbClr val="969696"/>
                </a:solidFill>
              </a:tblPr>
              <a:tblGrid>
                <a:gridCol w="694055"/>
              </a:tblGrid>
              <a:tr h="866775">
                <a:tc>
                  <a:txBody>
                    <a:bodyPr/>
                    <a:lstStyle/>
                    <a:p>
                      <a:pPr algn="l" rtl="0" eaLnBrk="0">
                        <a:lnSpc>
                          <a:spcPct val="131000"/>
                        </a:lnSpc>
                      </a:pPr>
                      <a:endParaRPr lang="en-US" altLang="en-US" sz="905" dirty="0"/>
                    </a:p>
                    <a:p>
                      <a:pPr algn="l" rtl="0" eaLnBrk="0">
                        <a:lnSpc>
                          <a:spcPct val="131000"/>
                        </a:lnSpc>
                      </a:pPr>
                      <a:endParaRPr lang="en-US" altLang="en-US" sz="905" dirty="0"/>
                    </a:p>
                    <a:p>
                      <a:pPr marL="261620"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69696"/>
                    </a:solidFill>
                  </a:tcPr>
                </a:tc>
              </a:tr>
            </a:tbl>
          </a:graphicData>
        </a:graphic>
      </p:graphicFrame>
      <p:grpSp>
        <p:nvGrpSpPr>
          <p:cNvPr id="66" name="group 66"/>
          <p:cNvGrpSpPr/>
          <p:nvPr/>
        </p:nvGrpSpPr>
        <p:grpSpPr>
          <a:xfrm rot="21600000">
            <a:off x="2861390" y="4304104"/>
            <a:ext cx="177707" cy="104540"/>
            <a:chOff x="0" y="0"/>
            <a:chExt cx="195873" cy="115226"/>
          </a:xfrm>
        </p:grpSpPr>
        <p:sp>
          <p:nvSpPr>
            <p:cNvPr id="948" name="path"/>
            <p:cNvSpPr/>
            <p:nvPr/>
          </p:nvSpPr>
          <p:spPr>
            <a:xfrm>
              <a:off x="0" y="0"/>
              <a:ext cx="195873" cy="115226"/>
            </a:xfrm>
            <a:custGeom>
              <a:avLst/>
              <a:gdLst/>
              <a:ahLst/>
              <a:cxnLst/>
              <a:rect l="0" t="0" r="0" b="0"/>
              <a:pathLst>
                <a:path w="308" h="181">
                  <a:moveTo>
                    <a:pt x="8" y="110"/>
                  </a:moveTo>
                  <a:lnTo>
                    <a:pt x="9" y="109"/>
                  </a:lnTo>
                  <a:lnTo>
                    <a:pt x="11" y="105"/>
                  </a:lnTo>
                  <a:cubicBezTo>
                    <a:pt x="75" y="39"/>
                    <a:pt x="186" y="-26"/>
                    <a:pt x="278" y="19"/>
                  </a:cubicBezTo>
                  <a:lnTo>
                    <a:pt x="287" y="27"/>
                  </a:lnTo>
                  <a:lnTo>
                    <a:pt x="296" y="36"/>
                  </a:lnTo>
                  <a:cubicBezTo>
                    <a:pt x="357" y="137"/>
                    <a:pt x="46" y="225"/>
                    <a:pt x="3" y="147"/>
                  </a:cubicBezTo>
                  <a:lnTo>
                    <a:pt x="0" y="137"/>
                  </a:lnTo>
                  <a:lnTo>
                    <a:pt x="2" y="125"/>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950" name="path"/>
            <p:cNvSpPr/>
            <p:nvPr/>
          </p:nvSpPr>
          <p:spPr>
            <a:xfrm>
              <a:off x="10667" y="6990"/>
              <a:ext cx="177545" cy="103013"/>
            </a:xfrm>
            <a:custGeom>
              <a:avLst/>
              <a:gdLst/>
              <a:ahLst/>
              <a:cxnLst/>
              <a:rect l="0" t="0" r="0" b="0"/>
              <a:pathLst>
                <a:path w="279" h="162">
                  <a:moveTo>
                    <a:pt x="7" y="97"/>
                  </a:moveTo>
                  <a:lnTo>
                    <a:pt x="10" y="94"/>
                  </a:lnTo>
                  <a:lnTo>
                    <a:pt x="19" y="85"/>
                  </a:lnTo>
                  <a:lnTo>
                    <a:pt x="33" y="72"/>
                  </a:lnTo>
                  <a:lnTo>
                    <a:pt x="52" y="56"/>
                  </a:lnTo>
                  <a:lnTo>
                    <a:pt x="75" y="39"/>
                  </a:lnTo>
                  <a:lnTo>
                    <a:pt x="103" y="25"/>
                  </a:lnTo>
                  <a:lnTo>
                    <a:pt x="133" y="12"/>
                  </a:lnTo>
                  <a:lnTo>
                    <a:pt x="166" y="2"/>
                  </a:lnTo>
                  <a:lnTo>
                    <a:pt x="200" y="0"/>
                  </a:lnTo>
                  <a:lnTo>
                    <a:pt x="230" y="4"/>
                  </a:lnTo>
                  <a:lnTo>
                    <a:pt x="254" y="14"/>
                  </a:lnTo>
                  <a:lnTo>
                    <a:pt x="271" y="30"/>
                  </a:lnTo>
                  <a:lnTo>
                    <a:pt x="279" y="47"/>
                  </a:lnTo>
                  <a:lnTo>
                    <a:pt x="276" y="69"/>
                  </a:lnTo>
                  <a:lnTo>
                    <a:pt x="260" y="92"/>
                  </a:lnTo>
                  <a:lnTo>
                    <a:pt x="230" y="116"/>
                  </a:lnTo>
                  <a:cubicBezTo>
                    <a:pt x="188" y="148"/>
                    <a:pt x="37" y="183"/>
                    <a:pt x="2" y="132"/>
                  </a:cubicBezTo>
                  <a:lnTo>
                    <a:pt x="0" y="122"/>
                  </a:lnTo>
                  <a:lnTo>
                    <a:pt x="1" y="110"/>
                  </a:lnTo>
                </a:path>
              </a:pathLst>
            </a:custGeom>
            <a:solidFill>
              <a:srgbClr val="EDDDD3">
                <a:alpha val="100000"/>
              </a:srgbClr>
            </a:solidFill>
            <a:ln cap="flat">
              <a:noFill/>
              <a:prstDash val="solid"/>
              <a:miter lim="0"/>
            </a:ln>
          </p:spPr>
          <p:txBody>
            <a:bodyPr rtlCol="0"/>
            <a:lstStyle/>
            <a:p>
              <a:pPr algn="ctr"/>
              <a:endParaRPr lang="zh-CN" altLang="en-US" sz="1635"/>
            </a:p>
          </p:txBody>
        </p:sp>
        <p:sp>
          <p:nvSpPr>
            <p:cNvPr id="952" name="path"/>
            <p:cNvSpPr/>
            <p:nvPr/>
          </p:nvSpPr>
          <p:spPr>
            <a:xfrm>
              <a:off x="16001" y="12324"/>
              <a:ext cx="161544" cy="93030"/>
            </a:xfrm>
            <a:custGeom>
              <a:avLst/>
              <a:gdLst/>
              <a:ahLst/>
              <a:cxnLst/>
              <a:rect l="0" t="0" r="0" b="0"/>
              <a:pathLst>
                <a:path w="254" h="146">
                  <a:moveTo>
                    <a:pt x="8" y="87"/>
                  </a:moveTo>
                  <a:lnTo>
                    <a:pt x="10" y="84"/>
                  </a:lnTo>
                  <a:lnTo>
                    <a:pt x="31" y="63"/>
                  </a:lnTo>
                  <a:lnTo>
                    <a:pt x="49" y="50"/>
                  </a:lnTo>
                  <a:lnTo>
                    <a:pt x="69" y="34"/>
                  </a:lnTo>
                  <a:lnTo>
                    <a:pt x="93" y="21"/>
                  </a:lnTo>
                  <a:lnTo>
                    <a:pt x="121" y="9"/>
                  </a:lnTo>
                  <a:lnTo>
                    <a:pt x="152" y="1"/>
                  </a:lnTo>
                  <a:lnTo>
                    <a:pt x="182" y="0"/>
                  </a:lnTo>
                  <a:lnTo>
                    <a:pt x="210" y="3"/>
                  </a:lnTo>
                  <a:lnTo>
                    <a:pt x="231" y="13"/>
                  </a:lnTo>
                  <a:lnTo>
                    <a:pt x="247" y="26"/>
                  </a:lnTo>
                  <a:lnTo>
                    <a:pt x="254" y="43"/>
                  </a:lnTo>
                  <a:lnTo>
                    <a:pt x="252" y="62"/>
                  </a:lnTo>
                  <a:lnTo>
                    <a:pt x="237" y="84"/>
                  </a:lnTo>
                  <a:lnTo>
                    <a:pt x="210" y="104"/>
                  </a:lnTo>
                  <a:cubicBezTo>
                    <a:pt x="170" y="132"/>
                    <a:pt x="38" y="165"/>
                    <a:pt x="2" y="118"/>
                  </a:cubicBezTo>
                  <a:lnTo>
                    <a:pt x="0" y="109"/>
                  </a:lnTo>
                  <a:lnTo>
                    <a:pt x="2" y="98"/>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954" name="path"/>
            <p:cNvSpPr/>
            <p:nvPr/>
          </p:nvSpPr>
          <p:spPr>
            <a:xfrm>
              <a:off x="24383" y="17658"/>
              <a:ext cx="145542" cy="82859"/>
            </a:xfrm>
            <a:custGeom>
              <a:avLst/>
              <a:gdLst/>
              <a:ahLst/>
              <a:cxnLst/>
              <a:rect l="0" t="0" r="0" b="0"/>
              <a:pathLst>
                <a:path w="229" h="130">
                  <a:moveTo>
                    <a:pt x="6" y="77"/>
                  </a:moveTo>
                  <a:lnTo>
                    <a:pt x="8" y="75"/>
                  </a:lnTo>
                  <a:lnTo>
                    <a:pt x="15" y="67"/>
                  </a:lnTo>
                  <a:lnTo>
                    <a:pt x="27" y="56"/>
                  </a:lnTo>
                  <a:lnTo>
                    <a:pt x="43" y="44"/>
                  </a:lnTo>
                  <a:lnTo>
                    <a:pt x="62" y="30"/>
                  </a:lnTo>
                  <a:lnTo>
                    <a:pt x="85" y="17"/>
                  </a:lnTo>
                  <a:lnTo>
                    <a:pt x="109" y="8"/>
                  </a:lnTo>
                  <a:lnTo>
                    <a:pt x="136" y="1"/>
                  </a:lnTo>
                  <a:lnTo>
                    <a:pt x="164" y="0"/>
                  </a:lnTo>
                  <a:lnTo>
                    <a:pt x="188" y="3"/>
                  </a:lnTo>
                  <a:lnTo>
                    <a:pt x="208" y="10"/>
                  </a:lnTo>
                  <a:lnTo>
                    <a:pt x="222" y="22"/>
                  </a:lnTo>
                  <a:lnTo>
                    <a:pt x="229" y="38"/>
                  </a:lnTo>
                  <a:lnTo>
                    <a:pt x="225" y="55"/>
                  </a:lnTo>
                  <a:lnTo>
                    <a:pt x="212" y="73"/>
                  </a:lnTo>
                  <a:lnTo>
                    <a:pt x="188" y="92"/>
                  </a:lnTo>
                  <a:cubicBezTo>
                    <a:pt x="155" y="118"/>
                    <a:pt x="30" y="146"/>
                    <a:pt x="2" y="105"/>
                  </a:cubicBezTo>
                  <a:lnTo>
                    <a:pt x="0" y="97"/>
                  </a:lnTo>
                  <a:lnTo>
                    <a:pt x="1" y="87"/>
                  </a:lnTo>
                </a:path>
              </a:pathLst>
            </a:custGeom>
            <a:solidFill>
              <a:srgbClr val="C1967C">
                <a:alpha val="100000"/>
              </a:srgbClr>
            </a:solidFill>
            <a:ln cap="flat">
              <a:noFill/>
              <a:prstDash val="solid"/>
              <a:miter lim="0"/>
            </a:ln>
          </p:spPr>
          <p:txBody>
            <a:bodyPr rtlCol="0"/>
            <a:lstStyle/>
            <a:p>
              <a:pPr algn="ctr"/>
              <a:endParaRPr lang="zh-CN" altLang="en-US" sz="1635"/>
            </a:p>
          </p:txBody>
        </p:sp>
        <p:sp>
          <p:nvSpPr>
            <p:cNvPr id="956" name="path"/>
            <p:cNvSpPr/>
            <p:nvPr/>
          </p:nvSpPr>
          <p:spPr>
            <a:xfrm>
              <a:off x="32766" y="22230"/>
              <a:ext cx="128777" cy="73132"/>
            </a:xfrm>
            <a:custGeom>
              <a:avLst/>
              <a:gdLst/>
              <a:ahLst/>
              <a:cxnLst/>
              <a:rect l="0" t="0" r="0" b="0"/>
              <a:pathLst>
                <a:path w="202" h="115">
                  <a:moveTo>
                    <a:pt x="6" y="68"/>
                  </a:moveTo>
                  <a:lnTo>
                    <a:pt x="23" y="50"/>
                  </a:lnTo>
                  <a:lnTo>
                    <a:pt x="38" y="39"/>
                  </a:lnTo>
                  <a:lnTo>
                    <a:pt x="53" y="27"/>
                  </a:lnTo>
                  <a:lnTo>
                    <a:pt x="74" y="16"/>
                  </a:lnTo>
                  <a:lnTo>
                    <a:pt x="96" y="8"/>
                  </a:lnTo>
                  <a:lnTo>
                    <a:pt x="121" y="1"/>
                  </a:lnTo>
                  <a:lnTo>
                    <a:pt x="146" y="0"/>
                  </a:lnTo>
                  <a:lnTo>
                    <a:pt x="166" y="3"/>
                  </a:lnTo>
                  <a:lnTo>
                    <a:pt x="184" y="10"/>
                  </a:lnTo>
                  <a:lnTo>
                    <a:pt x="198" y="20"/>
                  </a:lnTo>
                  <a:lnTo>
                    <a:pt x="202" y="33"/>
                  </a:lnTo>
                  <a:lnTo>
                    <a:pt x="200" y="47"/>
                  </a:lnTo>
                  <a:lnTo>
                    <a:pt x="189" y="64"/>
                  </a:lnTo>
                  <a:lnTo>
                    <a:pt x="166" y="81"/>
                  </a:lnTo>
                  <a:cubicBezTo>
                    <a:pt x="141" y="103"/>
                    <a:pt x="22" y="129"/>
                    <a:pt x="2" y="92"/>
                  </a:cubicBezTo>
                  <a:lnTo>
                    <a:pt x="0" y="85"/>
                  </a:lnTo>
                  <a:lnTo>
                    <a:pt x="2" y="77"/>
                  </a:lnTo>
                </a:path>
              </a:pathLst>
            </a:custGeom>
            <a:solidFill>
              <a:srgbClr val="AF7551">
                <a:alpha val="100000"/>
              </a:srgbClr>
            </a:solidFill>
            <a:ln cap="flat">
              <a:noFill/>
              <a:prstDash val="solid"/>
              <a:miter lim="0"/>
            </a:ln>
          </p:spPr>
          <p:txBody>
            <a:bodyPr rtlCol="0"/>
            <a:lstStyle/>
            <a:p>
              <a:pPr algn="ctr"/>
              <a:endParaRPr lang="zh-CN" altLang="en-US" sz="1635"/>
            </a:p>
          </p:txBody>
        </p:sp>
      </p:grpSp>
      <p:grpSp>
        <p:nvGrpSpPr>
          <p:cNvPr id="68" name="group 68"/>
          <p:cNvGrpSpPr/>
          <p:nvPr/>
        </p:nvGrpSpPr>
        <p:grpSpPr>
          <a:xfrm rot="21600000">
            <a:off x="2262006" y="3709898"/>
            <a:ext cx="764611" cy="706817"/>
            <a:chOff x="0" y="0"/>
            <a:chExt cx="842771" cy="779069"/>
          </a:xfrm>
        </p:grpSpPr>
        <p:sp>
          <p:nvSpPr>
            <p:cNvPr id="958" name="path"/>
            <p:cNvSpPr/>
            <p:nvPr/>
          </p:nvSpPr>
          <p:spPr>
            <a:xfrm>
              <a:off x="0" y="222500"/>
              <a:ext cx="842771" cy="556568"/>
            </a:xfrm>
            <a:custGeom>
              <a:avLst/>
              <a:gdLst/>
              <a:ahLst/>
              <a:cxnLst/>
              <a:rect l="0" t="0" r="0" b="0"/>
              <a:pathLst>
                <a:path w="1327" h="876">
                  <a:moveTo>
                    <a:pt x="0" y="452"/>
                  </a:moveTo>
                  <a:lnTo>
                    <a:pt x="0" y="449"/>
                  </a:lnTo>
                  <a:lnTo>
                    <a:pt x="1" y="442"/>
                  </a:lnTo>
                  <a:lnTo>
                    <a:pt x="2" y="430"/>
                  </a:lnTo>
                  <a:cubicBezTo>
                    <a:pt x="40" y="156"/>
                    <a:pt x="409" y="-40"/>
                    <a:pt x="661" y="12"/>
                  </a:cubicBezTo>
                  <a:lnTo>
                    <a:pt x="701" y="24"/>
                  </a:lnTo>
                  <a:lnTo>
                    <a:pt x="740" y="38"/>
                  </a:lnTo>
                  <a:lnTo>
                    <a:pt x="776" y="54"/>
                  </a:lnTo>
                  <a:cubicBezTo>
                    <a:pt x="854" y="95"/>
                    <a:pt x="927" y="143"/>
                    <a:pt x="1004" y="185"/>
                  </a:cubicBezTo>
                  <a:lnTo>
                    <a:pt x="1061" y="228"/>
                  </a:lnTo>
                  <a:cubicBezTo>
                    <a:pt x="1141" y="301"/>
                    <a:pt x="1205" y="368"/>
                    <a:pt x="1269" y="455"/>
                  </a:cubicBezTo>
                  <a:lnTo>
                    <a:pt x="1287" y="480"/>
                  </a:lnTo>
                  <a:lnTo>
                    <a:pt x="1301" y="506"/>
                  </a:lnTo>
                  <a:lnTo>
                    <a:pt x="1315" y="526"/>
                  </a:lnTo>
                  <a:lnTo>
                    <a:pt x="1323" y="545"/>
                  </a:lnTo>
                  <a:lnTo>
                    <a:pt x="1327" y="562"/>
                  </a:lnTo>
                  <a:lnTo>
                    <a:pt x="1321" y="578"/>
                  </a:lnTo>
                  <a:cubicBezTo>
                    <a:pt x="1299" y="628"/>
                    <a:pt x="1162" y="680"/>
                    <a:pt x="1114" y="705"/>
                  </a:cubicBezTo>
                  <a:lnTo>
                    <a:pt x="1081" y="720"/>
                  </a:lnTo>
                  <a:lnTo>
                    <a:pt x="1048" y="736"/>
                  </a:lnTo>
                  <a:cubicBezTo>
                    <a:pt x="977" y="761"/>
                    <a:pt x="935" y="832"/>
                    <a:pt x="859" y="846"/>
                  </a:cubicBezTo>
                  <a:lnTo>
                    <a:pt x="828" y="855"/>
                  </a:lnTo>
                  <a:lnTo>
                    <a:pt x="794" y="861"/>
                  </a:lnTo>
                  <a:lnTo>
                    <a:pt x="758" y="866"/>
                  </a:lnTo>
                  <a:lnTo>
                    <a:pt x="721" y="870"/>
                  </a:lnTo>
                  <a:cubicBezTo>
                    <a:pt x="614" y="876"/>
                    <a:pt x="520" y="872"/>
                    <a:pt x="415" y="854"/>
                  </a:cubicBezTo>
                  <a:lnTo>
                    <a:pt x="381" y="845"/>
                  </a:lnTo>
                  <a:lnTo>
                    <a:pt x="348" y="833"/>
                  </a:lnTo>
                  <a:cubicBezTo>
                    <a:pt x="243" y="784"/>
                    <a:pt x="155" y="703"/>
                    <a:pt x="88" y="610"/>
                  </a:cubicBezTo>
                  <a:lnTo>
                    <a:pt x="67" y="578"/>
                  </a:lnTo>
                  <a:lnTo>
                    <a:pt x="48" y="546"/>
                  </a:lnTo>
                  <a:lnTo>
                    <a:pt x="28" y="514"/>
                  </a:lnTo>
                  <a:lnTo>
                    <a:pt x="13" y="483"/>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960" name="path"/>
            <p:cNvSpPr/>
            <p:nvPr/>
          </p:nvSpPr>
          <p:spPr>
            <a:xfrm>
              <a:off x="13716" y="237240"/>
              <a:ext cx="815340" cy="533738"/>
            </a:xfrm>
            <a:custGeom>
              <a:avLst/>
              <a:gdLst/>
              <a:ahLst/>
              <a:cxnLst/>
              <a:rect l="0" t="0" r="0" b="0"/>
              <a:pathLst>
                <a:path w="1284" h="840">
                  <a:moveTo>
                    <a:pt x="262" y="77"/>
                  </a:moveTo>
                  <a:lnTo>
                    <a:pt x="325" y="49"/>
                  </a:lnTo>
                  <a:lnTo>
                    <a:pt x="383" y="28"/>
                  </a:lnTo>
                  <a:lnTo>
                    <a:pt x="439" y="14"/>
                  </a:lnTo>
                  <a:lnTo>
                    <a:pt x="491" y="6"/>
                  </a:lnTo>
                  <a:cubicBezTo>
                    <a:pt x="612" y="-5"/>
                    <a:pt x="707" y="24"/>
                    <a:pt x="812" y="82"/>
                  </a:cubicBezTo>
                  <a:lnTo>
                    <a:pt x="842" y="98"/>
                  </a:lnTo>
                  <a:lnTo>
                    <a:pt x="869" y="114"/>
                  </a:lnTo>
                  <a:cubicBezTo>
                    <a:pt x="974" y="163"/>
                    <a:pt x="1029" y="208"/>
                    <a:pt x="1109" y="292"/>
                  </a:cubicBezTo>
                  <a:lnTo>
                    <a:pt x="1136" y="320"/>
                  </a:lnTo>
                  <a:lnTo>
                    <a:pt x="1161" y="348"/>
                  </a:lnTo>
                  <a:lnTo>
                    <a:pt x="1185" y="377"/>
                  </a:lnTo>
                  <a:lnTo>
                    <a:pt x="1207" y="404"/>
                  </a:lnTo>
                  <a:lnTo>
                    <a:pt x="1227" y="432"/>
                  </a:lnTo>
                  <a:lnTo>
                    <a:pt x="1246" y="457"/>
                  </a:lnTo>
                  <a:lnTo>
                    <a:pt x="1261" y="480"/>
                  </a:lnTo>
                  <a:lnTo>
                    <a:pt x="1273" y="502"/>
                  </a:lnTo>
                  <a:lnTo>
                    <a:pt x="1281" y="520"/>
                  </a:lnTo>
                  <a:lnTo>
                    <a:pt x="1284" y="535"/>
                  </a:lnTo>
                  <a:lnTo>
                    <a:pt x="1279" y="552"/>
                  </a:lnTo>
                  <a:lnTo>
                    <a:pt x="1268" y="566"/>
                  </a:lnTo>
                  <a:lnTo>
                    <a:pt x="1251" y="583"/>
                  </a:lnTo>
                  <a:lnTo>
                    <a:pt x="1228" y="599"/>
                  </a:lnTo>
                  <a:cubicBezTo>
                    <a:pt x="1142" y="652"/>
                    <a:pt x="1047" y="681"/>
                    <a:pt x="959" y="733"/>
                  </a:cubicBezTo>
                  <a:lnTo>
                    <a:pt x="939" y="749"/>
                  </a:lnTo>
                  <a:lnTo>
                    <a:pt x="921" y="764"/>
                  </a:lnTo>
                  <a:lnTo>
                    <a:pt x="904" y="779"/>
                  </a:lnTo>
                  <a:lnTo>
                    <a:pt x="884" y="791"/>
                  </a:lnTo>
                  <a:lnTo>
                    <a:pt x="859" y="803"/>
                  </a:lnTo>
                  <a:lnTo>
                    <a:pt x="831" y="811"/>
                  </a:lnTo>
                  <a:cubicBezTo>
                    <a:pt x="744" y="837"/>
                    <a:pt x="635" y="840"/>
                    <a:pt x="544" y="835"/>
                  </a:cubicBezTo>
                  <a:lnTo>
                    <a:pt x="506" y="833"/>
                  </a:lnTo>
                  <a:lnTo>
                    <a:pt x="469" y="828"/>
                  </a:lnTo>
                  <a:cubicBezTo>
                    <a:pt x="348" y="816"/>
                    <a:pt x="280" y="782"/>
                    <a:pt x="190" y="701"/>
                  </a:cubicBezTo>
                  <a:lnTo>
                    <a:pt x="163" y="674"/>
                  </a:lnTo>
                  <a:lnTo>
                    <a:pt x="138" y="648"/>
                  </a:lnTo>
                  <a:lnTo>
                    <a:pt x="113" y="619"/>
                  </a:lnTo>
                  <a:lnTo>
                    <a:pt x="91" y="589"/>
                  </a:lnTo>
                  <a:cubicBezTo>
                    <a:pt x="55" y="541"/>
                    <a:pt x="21" y="484"/>
                    <a:pt x="0" y="428"/>
                  </a:cubicBezTo>
                  <a:lnTo>
                    <a:pt x="0" y="418"/>
                  </a:lnTo>
                  <a:cubicBezTo>
                    <a:pt x="6" y="344"/>
                    <a:pt x="39" y="274"/>
                    <a:pt x="85" y="217"/>
                  </a:cubicBezTo>
                  <a:lnTo>
                    <a:pt x="109" y="188"/>
                  </a:lnTo>
                  <a:lnTo>
                    <a:pt x="140" y="158"/>
                  </a:lnTo>
                  <a:lnTo>
                    <a:pt x="175" y="131"/>
                  </a:lnTo>
                  <a:lnTo>
                    <a:pt x="216" y="103"/>
                  </a:lnTo>
                </a:path>
              </a:pathLst>
            </a:custGeom>
            <a:solidFill>
              <a:srgbClr val="F7EFEA">
                <a:alpha val="100000"/>
              </a:srgbClr>
            </a:solidFill>
            <a:ln cap="flat">
              <a:noFill/>
              <a:prstDash val="solid"/>
              <a:miter lim="0"/>
            </a:ln>
          </p:spPr>
          <p:txBody>
            <a:bodyPr rtlCol="0"/>
            <a:lstStyle/>
            <a:p>
              <a:pPr algn="ctr"/>
              <a:endParaRPr lang="zh-CN" altLang="en-US" sz="1635"/>
            </a:p>
          </p:txBody>
        </p:sp>
        <p:sp>
          <p:nvSpPr>
            <p:cNvPr id="962" name="path"/>
            <p:cNvSpPr/>
            <p:nvPr/>
          </p:nvSpPr>
          <p:spPr>
            <a:xfrm>
              <a:off x="26669" y="251899"/>
              <a:ext cx="788670" cy="511142"/>
            </a:xfrm>
            <a:custGeom>
              <a:avLst/>
              <a:gdLst/>
              <a:ahLst/>
              <a:cxnLst/>
              <a:rect l="0" t="0" r="0" b="0"/>
              <a:pathLst>
                <a:path w="1242" h="804">
                  <a:moveTo>
                    <a:pt x="254" y="66"/>
                  </a:moveTo>
                  <a:lnTo>
                    <a:pt x="311" y="42"/>
                  </a:lnTo>
                  <a:lnTo>
                    <a:pt x="366" y="24"/>
                  </a:lnTo>
                  <a:lnTo>
                    <a:pt x="417" y="12"/>
                  </a:lnTo>
                  <a:lnTo>
                    <a:pt x="468" y="6"/>
                  </a:lnTo>
                  <a:cubicBezTo>
                    <a:pt x="581" y="-3"/>
                    <a:pt x="682" y="22"/>
                    <a:pt x="783" y="73"/>
                  </a:cubicBezTo>
                  <a:lnTo>
                    <a:pt x="813" y="88"/>
                  </a:lnTo>
                  <a:lnTo>
                    <a:pt x="841" y="103"/>
                  </a:lnTo>
                  <a:cubicBezTo>
                    <a:pt x="937" y="144"/>
                    <a:pt x="1001" y="198"/>
                    <a:pt x="1073" y="273"/>
                  </a:cubicBezTo>
                  <a:lnTo>
                    <a:pt x="1100" y="301"/>
                  </a:lnTo>
                  <a:lnTo>
                    <a:pt x="1124" y="328"/>
                  </a:lnTo>
                  <a:lnTo>
                    <a:pt x="1147" y="356"/>
                  </a:lnTo>
                  <a:lnTo>
                    <a:pt x="1168" y="384"/>
                  </a:lnTo>
                  <a:lnTo>
                    <a:pt x="1188" y="409"/>
                  </a:lnTo>
                  <a:lnTo>
                    <a:pt x="1206" y="434"/>
                  </a:lnTo>
                  <a:lnTo>
                    <a:pt x="1220" y="456"/>
                  </a:lnTo>
                  <a:lnTo>
                    <a:pt x="1231" y="476"/>
                  </a:lnTo>
                  <a:lnTo>
                    <a:pt x="1239" y="494"/>
                  </a:lnTo>
                  <a:lnTo>
                    <a:pt x="1242" y="508"/>
                  </a:lnTo>
                  <a:lnTo>
                    <a:pt x="1237" y="524"/>
                  </a:lnTo>
                  <a:lnTo>
                    <a:pt x="1227" y="540"/>
                  </a:lnTo>
                  <a:lnTo>
                    <a:pt x="1210" y="555"/>
                  </a:lnTo>
                  <a:lnTo>
                    <a:pt x="1189" y="571"/>
                  </a:lnTo>
                  <a:cubicBezTo>
                    <a:pt x="1107" y="620"/>
                    <a:pt x="1013" y="651"/>
                    <a:pt x="930" y="702"/>
                  </a:cubicBezTo>
                  <a:lnTo>
                    <a:pt x="909" y="716"/>
                  </a:lnTo>
                  <a:lnTo>
                    <a:pt x="891" y="730"/>
                  </a:lnTo>
                  <a:lnTo>
                    <a:pt x="876" y="745"/>
                  </a:lnTo>
                  <a:lnTo>
                    <a:pt x="855" y="757"/>
                  </a:lnTo>
                  <a:lnTo>
                    <a:pt x="831" y="768"/>
                  </a:lnTo>
                  <a:lnTo>
                    <a:pt x="806" y="777"/>
                  </a:lnTo>
                  <a:cubicBezTo>
                    <a:pt x="716" y="799"/>
                    <a:pt x="618" y="804"/>
                    <a:pt x="526" y="799"/>
                  </a:cubicBezTo>
                  <a:lnTo>
                    <a:pt x="489" y="796"/>
                  </a:lnTo>
                  <a:lnTo>
                    <a:pt x="454" y="793"/>
                  </a:lnTo>
                  <a:cubicBezTo>
                    <a:pt x="332" y="780"/>
                    <a:pt x="276" y="748"/>
                    <a:pt x="183" y="669"/>
                  </a:cubicBezTo>
                  <a:lnTo>
                    <a:pt x="158" y="644"/>
                  </a:lnTo>
                  <a:lnTo>
                    <a:pt x="133" y="618"/>
                  </a:lnTo>
                  <a:lnTo>
                    <a:pt x="110" y="590"/>
                  </a:lnTo>
                  <a:lnTo>
                    <a:pt x="88" y="561"/>
                  </a:lnTo>
                  <a:cubicBezTo>
                    <a:pt x="51" y="511"/>
                    <a:pt x="23" y="463"/>
                    <a:pt x="0" y="405"/>
                  </a:cubicBezTo>
                  <a:lnTo>
                    <a:pt x="0" y="394"/>
                  </a:lnTo>
                  <a:cubicBezTo>
                    <a:pt x="6" y="323"/>
                    <a:pt x="36" y="254"/>
                    <a:pt x="81" y="198"/>
                  </a:cubicBezTo>
                  <a:lnTo>
                    <a:pt x="106" y="170"/>
                  </a:lnTo>
                  <a:lnTo>
                    <a:pt x="135" y="142"/>
                  </a:lnTo>
                  <a:lnTo>
                    <a:pt x="170" y="116"/>
                  </a:lnTo>
                  <a:lnTo>
                    <a:pt x="210" y="90"/>
                  </a:lnTo>
                </a:path>
              </a:pathLst>
            </a:custGeom>
            <a:solidFill>
              <a:srgbClr val="F2E2D6">
                <a:alpha val="100000"/>
              </a:srgbClr>
            </a:solidFill>
            <a:ln cap="flat">
              <a:noFill/>
              <a:prstDash val="solid"/>
              <a:miter lim="0"/>
            </a:ln>
          </p:spPr>
          <p:txBody>
            <a:bodyPr rtlCol="0"/>
            <a:lstStyle/>
            <a:p>
              <a:pPr algn="ctr"/>
              <a:endParaRPr lang="zh-CN" altLang="en-US" sz="1635"/>
            </a:p>
          </p:txBody>
        </p:sp>
        <p:sp>
          <p:nvSpPr>
            <p:cNvPr id="964" name="path"/>
            <p:cNvSpPr/>
            <p:nvPr/>
          </p:nvSpPr>
          <p:spPr>
            <a:xfrm>
              <a:off x="39623" y="265868"/>
              <a:ext cx="762762" cy="488537"/>
            </a:xfrm>
            <a:custGeom>
              <a:avLst/>
              <a:gdLst/>
              <a:ahLst/>
              <a:cxnLst/>
              <a:rect l="0" t="0" r="0" b="0"/>
              <a:pathLst>
                <a:path w="1201" h="769">
                  <a:moveTo>
                    <a:pt x="246" y="56"/>
                  </a:moveTo>
                  <a:lnTo>
                    <a:pt x="297" y="36"/>
                  </a:lnTo>
                  <a:lnTo>
                    <a:pt x="348" y="21"/>
                  </a:lnTo>
                  <a:lnTo>
                    <a:pt x="397" y="11"/>
                  </a:lnTo>
                  <a:lnTo>
                    <a:pt x="442" y="5"/>
                  </a:lnTo>
                  <a:cubicBezTo>
                    <a:pt x="543" y="-2"/>
                    <a:pt x="663" y="22"/>
                    <a:pt x="754" y="65"/>
                  </a:cubicBezTo>
                  <a:lnTo>
                    <a:pt x="784" y="78"/>
                  </a:lnTo>
                  <a:lnTo>
                    <a:pt x="813" y="90"/>
                  </a:lnTo>
                  <a:cubicBezTo>
                    <a:pt x="910" y="135"/>
                    <a:pt x="965" y="180"/>
                    <a:pt x="1039" y="257"/>
                  </a:cubicBezTo>
                  <a:lnTo>
                    <a:pt x="1063" y="282"/>
                  </a:lnTo>
                  <a:lnTo>
                    <a:pt x="1087" y="310"/>
                  </a:lnTo>
                  <a:lnTo>
                    <a:pt x="1110" y="336"/>
                  </a:lnTo>
                  <a:lnTo>
                    <a:pt x="1130" y="362"/>
                  </a:lnTo>
                  <a:lnTo>
                    <a:pt x="1149" y="387"/>
                  </a:lnTo>
                  <a:lnTo>
                    <a:pt x="1165" y="412"/>
                  </a:lnTo>
                  <a:lnTo>
                    <a:pt x="1179" y="432"/>
                  </a:lnTo>
                  <a:lnTo>
                    <a:pt x="1191" y="452"/>
                  </a:lnTo>
                  <a:lnTo>
                    <a:pt x="1198" y="468"/>
                  </a:lnTo>
                  <a:lnTo>
                    <a:pt x="1201" y="484"/>
                  </a:lnTo>
                  <a:lnTo>
                    <a:pt x="1196" y="498"/>
                  </a:lnTo>
                  <a:lnTo>
                    <a:pt x="1185" y="514"/>
                  </a:lnTo>
                  <a:lnTo>
                    <a:pt x="1171" y="528"/>
                  </a:lnTo>
                  <a:lnTo>
                    <a:pt x="1150" y="544"/>
                  </a:lnTo>
                  <a:cubicBezTo>
                    <a:pt x="1067" y="592"/>
                    <a:pt x="981" y="623"/>
                    <a:pt x="898" y="670"/>
                  </a:cubicBezTo>
                  <a:lnTo>
                    <a:pt x="878" y="684"/>
                  </a:lnTo>
                  <a:lnTo>
                    <a:pt x="862" y="699"/>
                  </a:lnTo>
                  <a:lnTo>
                    <a:pt x="848" y="712"/>
                  </a:lnTo>
                  <a:lnTo>
                    <a:pt x="826" y="724"/>
                  </a:lnTo>
                  <a:lnTo>
                    <a:pt x="805" y="735"/>
                  </a:lnTo>
                  <a:lnTo>
                    <a:pt x="778" y="742"/>
                  </a:lnTo>
                  <a:cubicBezTo>
                    <a:pt x="692" y="768"/>
                    <a:pt x="599" y="769"/>
                    <a:pt x="510" y="765"/>
                  </a:cubicBezTo>
                  <a:lnTo>
                    <a:pt x="474" y="762"/>
                  </a:lnTo>
                  <a:lnTo>
                    <a:pt x="439" y="759"/>
                  </a:lnTo>
                  <a:cubicBezTo>
                    <a:pt x="329" y="751"/>
                    <a:pt x="257" y="711"/>
                    <a:pt x="177" y="638"/>
                  </a:cubicBezTo>
                  <a:lnTo>
                    <a:pt x="152" y="614"/>
                  </a:lnTo>
                  <a:lnTo>
                    <a:pt x="129" y="588"/>
                  </a:lnTo>
                  <a:lnTo>
                    <a:pt x="106" y="561"/>
                  </a:lnTo>
                  <a:lnTo>
                    <a:pt x="85" y="533"/>
                  </a:lnTo>
                  <a:cubicBezTo>
                    <a:pt x="47" y="485"/>
                    <a:pt x="24" y="440"/>
                    <a:pt x="0" y="384"/>
                  </a:cubicBezTo>
                  <a:lnTo>
                    <a:pt x="0" y="372"/>
                  </a:lnTo>
                  <a:cubicBezTo>
                    <a:pt x="3" y="301"/>
                    <a:pt x="32" y="235"/>
                    <a:pt x="78" y="180"/>
                  </a:cubicBezTo>
                  <a:lnTo>
                    <a:pt x="102" y="153"/>
                  </a:lnTo>
                  <a:lnTo>
                    <a:pt x="129" y="126"/>
                  </a:lnTo>
                  <a:lnTo>
                    <a:pt x="163" y="101"/>
                  </a:lnTo>
                  <a:lnTo>
                    <a:pt x="201" y="78"/>
                  </a:lnTo>
                </a:path>
              </a:pathLst>
            </a:custGeom>
            <a:solidFill>
              <a:srgbClr val="EAD3C1">
                <a:alpha val="100000"/>
              </a:srgbClr>
            </a:solidFill>
            <a:ln cap="flat">
              <a:noFill/>
              <a:prstDash val="solid"/>
              <a:miter lim="0"/>
            </a:ln>
          </p:spPr>
          <p:txBody>
            <a:bodyPr rtlCol="0"/>
            <a:lstStyle/>
            <a:p>
              <a:pPr algn="ctr"/>
              <a:endParaRPr lang="zh-CN" altLang="en-US" sz="1635"/>
            </a:p>
          </p:txBody>
        </p:sp>
        <p:sp>
          <p:nvSpPr>
            <p:cNvPr id="966" name="path"/>
            <p:cNvSpPr/>
            <p:nvPr/>
          </p:nvSpPr>
          <p:spPr>
            <a:xfrm>
              <a:off x="52577" y="280841"/>
              <a:ext cx="736853" cy="466489"/>
            </a:xfrm>
            <a:custGeom>
              <a:avLst/>
              <a:gdLst/>
              <a:ahLst/>
              <a:cxnLst/>
              <a:rect l="0" t="0" r="0" b="0"/>
              <a:pathLst>
                <a:path w="1160" h="734">
                  <a:moveTo>
                    <a:pt x="237" y="45"/>
                  </a:moveTo>
                  <a:lnTo>
                    <a:pt x="284" y="28"/>
                  </a:lnTo>
                  <a:lnTo>
                    <a:pt x="328" y="16"/>
                  </a:lnTo>
                  <a:lnTo>
                    <a:pt x="374" y="8"/>
                  </a:lnTo>
                  <a:cubicBezTo>
                    <a:pt x="608" y="-18"/>
                    <a:pt x="875" y="79"/>
                    <a:pt x="1027" y="264"/>
                  </a:cubicBezTo>
                  <a:lnTo>
                    <a:pt x="1051" y="290"/>
                  </a:lnTo>
                  <a:lnTo>
                    <a:pt x="1072" y="316"/>
                  </a:lnTo>
                  <a:lnTo>
                    <a:pt x="1091" y="340"/>
                  </a:lnTo>
                  <a:lnTo>
                    <a:pt x="1109" y="366"/>
                  </a:lnTo>
                  <a:lnTo>
                    <a:pt x="1125" y="388"/>
                  </a:lnTo>
                  <a:lnTo>
                    <a:pt x="1139" y="409"/>
                  </a:lnTo>
                  <a:lnTo>
                    <a:pt x="1150" y="428"/>
                  </a:lnTo>
                  <a:lnTo>
                    <a:pt x="1158" y="444"/>
                  </a:lnTo>
                  <a:lnTo>
                    <a:pt x="1160" y="458"/>
                  </a:lnTo>
                  <a:lnTo>
                    <a:pt x="1155" y="472"/>
                  </a:lnTo>
                  <a:lnTo>
                    <a:pt x="1145" y="488"/>
                  </a:lnTo>
                  <a:lnTo>
                    <a:pt x="1130" y="501"/>
                  </a:lnTo>
                  <a:lnTo>
                    <a:pt x="1111" y="516"/>
                  </a:lnTo>
                  <a:cubicBezTo>
                    <a:pt x="1032" y="561"/>
                    <a:pt x="947" y="592"/>
                    <a:pt x="868" y="637"/>
                  </a:cubicBezTo>
                  <a:lnTo>
                    <a:pt x="848" y="651"/>
                  </a:lnTo>
                  <a:lnTo>
                    <a:pt x="817" y="678"/>
                  </a:lnTo>
                  <a:lnTo>
                    <a:pt x="799" y="690"/>
                  </a:lnTo>
                  <a:lnTo>
                    <a:pt x="776" y="699"/>
                  </a:lnTo>
                  <a:lnTo>
                    <a:pt x="752" y="708"/>
                  </a:lnTo>
                  <a:cubicBezTo>
                    <a:pt x="667" y="731"/>
                    <a:pt x="579" y="734"/>
                    <a:pt x="491" y="729"/>
                  </a:cubicBezTo>
                  <a:lnTo>
                    <a:pt x="458" y="727"/>
                  </a:lnTo>
                  <a:lnTo>
                    <a:pt x="424" y="723"/>
                  </a:lnTo>
                  <a:cubicBezTo>
                    <a:pt x="315" y="712"/>
                    <a:pt x="252" y="680"/>
                    <a:pt x="171" y="607"/>
                  </a:cubicBezTo>
                  <a:lnTo>
                    <a:pt x="147" y="582"/>
                  </a:lnTo>
                  <a:lnTo>
                    <a:pt x="123" y="558"/>
                  </a:lnTo>
                  <a:lnTo>
                    <a:pt x="101" y="531"/>
                  </a:lnTo>
                  <a:lnTo>
                    <a:pt x="81" y="505"/>
                  </a:lnTo>
                  <a:lnTo>
                    <a:pt x="62" y="477"/>
                  </a:lnTo>
                  <a:lnTo>
                    <a:pt x="45" y="451"/>
                  </a:lnTo>
                  <a:lnTo>
                    <a:pt x="28" y="423"/>
                  </a:lnTo>
                  <a:lnTo>
                    <a:pt x="15" y="396"/>
                  </a:lnTo>
                  <a:lnTo>
                    <a:pt x="3" y="368"/>
                  </a:lnTo>
                  <a:lnTo>
                    <a:pt x="2" y="367"/>
                  </a:lnTo>
                  <a:lnTo>
                    <a:pt x="2" y="364"/>
                  </a:lnTo>
                  <a:lnTo>
                    <a:pt x="1" y="363"/>
                  </a:lnTo>
                  <a:lnTo>
                    <a:pt x="0" y="361"/>
                  </a:lnTo>
                  <a:lnTo>
                    <a:pt x="0" y="349"/>
                  </a:lnTo>
                  <a:cubicBezTo>
                    <a:pt x="1" y="281"/>
                    <a:pt x="30" y="213"/>
                    <a:pt x="73" y="160"/>
                  </a:cubicBezTo>
                  <a:lnTo>
                    <a:pt x="97" y="134"/>
                  </a:lnTo>
                  <a:lnTo>
                    <a:pt x="124" y="110"/>
                  </a:lnTo>
                  <a:lnTo>
                    <a:pt x="157" y="87"/>
                  </a:lnTo>
                  <a:lnTo>
                    <a:pt x="194" y="64"/>
                  </a:lnTo>
                </a:path>
              </a:pathLst>
            </a:custGeom>
            <a:solidFill>
              <a:srgbClr val="E2C1AD">
                <a:alpha val="100000"/>
              </a:srgbClr>
            </a:solidFill>
            <a:ln cap="flat">
              <a:noFill/>
              <a:prstDash val="solid"/>
              <a:miter lim="0"/>
            </a:ln>
          </p:spPr>
          <p:txBody>
            <a:bodyPr rtlCol="0"/>
            <a:lstStyle/>
            <a:p>
              <a:pPr algn="ctr"/>
              <a:endParaRPr lang="zh-CN" altLang="en-US" sz="1635"/>
            </a:p>
          </p:txBody>
        </p:sp>
        <p:sp>
          <p:nvSpPr>
            <p:cNvPr id="968" name="path"/>
            <p:cNvSpPr/>
            <p:nvPr/>
          </p:nvSpPr>
          <p:spPr>
            <a:xfrm>
              <a:off x="64033" y="294086"/>
              <a:ext cx="714065" cy="443618"/>
            </a:xfrm>
            <a:custGeom>
              <a:avLst/>
              <a:gdLst/>
              <a:ahLst/>
              <a:cxnLst/>
              <a:rect l="0" t="0" r="0" b="0"/>
              <a:pathLst>
                <a:path w="1124" h="698">
                  <a:moveTo>
                    <a:pt x="232" y="36"/>
                  </a:moveTo>
                  <a:lnTo>
                    <a:pt x="272" y="23"/>
                  </a:lnTo>
                  <a:lnTo>
                    <a:pt x="313" y="15"/>
                  </a:lnTo>
                  <a:lnTo>
                    <a:pt x="355" y="8"/>
                  </a:lnTo>
                  <a:cubicBezTo>
                    <a:pt x="494" y="-12"/>
                    <a:pt x="763" y="42"/>
                    <a:pt x="873" y="136"/>
                  </a:cubicBezTo>
                  <a:lnTo>
                    <a:pt x="898" y="155"/>
                  </a:lnTo>
                  <a:lnTo>
                    <a:pt x="922" y="176"/>
                  </a:lnTo>
                  <a:lnTo>
                    <a:pt x="946" y="200"/>
                  </a:lnTo>
                  <a:cubicBezTo>
                    <a:pt x="992" y="243"/>
                    <a:pt x="1035" y="295"/>
                    <a:pt x="1072" y="345"/>
                  </a:cubicBezTo>
                  <a:lnTo>
                    <a:pt x="1088" y="368"/>
                  </a:lnTo>
                  <a:lnTo>
                    <a:pt x="1101" y="387"/>
                  </a:lnTo>
                  <a:cubicBezTo>
                    <a:pt x="1133" y="441"/>
                    <a:pt x="1124" y="454"/>
                    <a:pt x="1073" y="490"/>
                  </a:cubicBezTo>
                  <a:lnTo>
                    <a:pt x="1051" y="504"/>
                  </a:lnTo>
                  <a:lnTo>
                    <a:pt x="1025" y="516"/>
                  </a:lnTo>
                  <a:lnTo>
                    <a:pt x="999" y="530"/>
                  </a:lnTo>
                  <a:lnTo>
                    <a:pt x="971" y="543"/>
                  </a:lnTo>
                  <a:lnTo>
                    <a:pt x="914" y="569"/>
                  </a:lnTo>
                  <a:cubicBezTo>
                    <a:pt x="869" y="588"/>
                    <a:pt x="826" y="613"/>
                    <a:pt x="790" y="647"/>
                  </a:cubicBezTo>
                  <a:lnTo>
                    <a:pt x="773" y="658"/>
                  </a:lnTo>
                  <a:lnTo>
                    <a:pt x="752" y="668"/>
                  </a:lnTo>
                  <a:cubicBezTo>
                    <a:pt x="689" y="691"/>
                    <a:pt x="609" y="698"/>
                    <a:pt x="543" y="698"/>
                  </a:cubicBezTo>
                  <a:lnTo>
                    <a:pt x="511" y="698"/>
                  </a:lnTo>
                  <a:lnTo>
                    <a:pt x="477" y="695"/>
                  </a:lnTo>
                  <a:lnTo>
                    <a:pt x="445" y="694"/>
                  </a:lnTo>
                  <a:cubicBezTo>
                    <a:pt x="244" y="686"/>
                    <a:pt x="126" y="564"/>
                    <a:pt x="29" y="400"/>
                  </a:cubicBezTo>
                  <a:lnTo>
                    <a:pt x="16" y="372"/>
                  </a:lnTo>
                  <a:lnTo>
                    <a:pt x="4" y="347"/>
                  </a:lnTo>
                  <a:lnTo>
                    <a:pt x="4" y="345"/>
                  </a:lnTo>
                  <a:lnTo>
                    <a:pt x="3" y="345"/>
                  </a:lnTo>
                  <a:lnTo>
                    <a:pt x="3" y="342"/>
                  </a:lnTo>
                  <a:lnTo>
                    <a:pt x="2" y="341"/>
                  </a:lnTo>
                  <a:cubicBezTo>
                    <a:pt x="0" y="323"/>
                    <a:pt x="3" y="300"/>
                    <a:pt x="7" y="282"/>
                  </a:cubicBezTo>
                  <a:lnTo>
                    <a:pt x="10" y="263"/>
                  </a:lnTo>
                  <a:lnTo>
                    <a:pt x="17" y="240"/>
                  </a:lnTo>
                  <a:cubicBezTo>
                    <a:pt x="37" y="182"/>
                    <a:pt x="72" y="133"/>
                    <a:pt x="122" y="96"/>
                  </a:cubicBezTo>
                  <a:lnTo>
                    <a:pt x="153" y="74"/>
                  </a:lnTo>
                  <a:lnTo>
                    <a:pt x="190" y="54"/>
                  </a:lnTo>
                </a:path>
              </a:pathLst>
            </a:custGeom>
            <a:solidFill>
              <a:srgbClr val="DBB299">
                <a:alpha val="100000"/>
              </a:srgbClr>
            </a:solidFill>
            <a:ln cap="flat">
              <a:noFill/>
              <a:prstDash val="solid"/>
              <a:miter lim="0"/>
            </a:ln>
          </p:spPr>
          <p:txBody>
            <a:bodyPr rtlCol="0"/>
            <a:lstStyle/>
            <a:p>
              <a:pPr algn="ctr"/>
              <a:endParaRPr lang="zh-CN" altLang="en-US" sz="1635"/>
            </a:p>
          </p:txBody>
        </p:sp>
        <p:sp>
          <p:nvSpPr>
            <p:cNvPr id="970" name="path"/>
            <p:cNvSpPr/>
            <p:nvPr/>
          </p:nvSpPr>
          <p:spPr>
            <a:xfrm>
              <a:off x="78486" y="309664"/>
              <a:ext cx="684276" cy="421322"/>
            </a:xfrm>
            <a:custGeom>
              <a:avLst/>
              <a:gdLst/>
              <a:ahLst/>
              <a:cxnLst/>
              <a:rect l="0" t="0" r="0" b="0"/>
              <a:pathLst>
                <a:path w="1077" h="663">
                  <a:moveTo>
                    <a:pt x="221" y="25"/>
                  </a:moveTo>
                  <a:lnTo>
                    <a:pt x="255" y="15"/>
                  </a:lnTo>
                  <a:lnTo>
                    <a:pt x="292" y="8"/>
                  </a:lnTo>
                  <a:lnTo>
                    <a:pt x="330" y="5"/>
                  </a:lnTo>
                  <a:lnTo>
                    <a:pt x="367" y="2"/>
                  </a:lnTo>
                  <a:cubicBezTo>
                    <a:pt x="468" y="0"/>
                    <a:pt x="569" y="15"/>
                    <a:pt x="667" y="41"/>
                  </a:cubicBezTo>
                  <a:lnTo>
                    <a:pt x="698" y="50"/>
                  </a:lnTo>
                  <a:lnTo>
                    <a:pt x="727" y="60"/>
                  </a:lnTo>
                  <a:cubicBezTo>
                    <a:pt x="804" y="83"/>
                    <a:pt x="878" y="146"/>
                    <a:pt x="931" y="205"/>
                  </a:cubicBezTo>
                  <a:lnTo>
                    <a:pt x="953" y="228"/>
                  </a:lnTo>
                  <a:lnTo>
                    <a:pt x="975" y="253"/>
                  </a:lnTo>
                  <a:lnTo>
                    <a:pt x="994" y="276"/>
                  </a:lnTo>
                  <a:lnTo>
                    <a:pt x="1013" y="300"/>
                  </a:lnTo>
                  <a:lnTo>
                    <a:pt x="1032" y="323"/>
                  </a:lnTo>
                  <a:lnTo>
                    <a:pt x="1045" y="343"/>
                  </a:lnTo>
                  <a:lnTo>
                    <a:pt x="1058" y="362"/>
                  </a:lnTo>
                  <a:lnTo>
                    <a:pt x="1067" y="380"/>
                  </a:lnTo>
                  <a:lnTo>
                    <a:pt x="1075" y="395"/>
                  </a:lnTo>
                  <a:lnTo>
                    <a:pt x="1077" y="409"/>
                  </a:lnTo>
                  <a:lnTo>
                    <a:pt x="1073" y="422"/>
                  </a:lnTo>
                  <a:lnTo>
                    <a:pt x="1064" y="435"/>
                  </a:lnTo>
                  <a:lnTo>
                    <a:pt x="1051" y="449"/>
                  </a:lnTo>
                  <a:lnTo>
                    <a:pt x="1033" y="462"/>
                  </a:lnTo>
                  <a:cubicBezTo>
                    <a:pt x="961" y="506"/>
                    <a:pt x="879" y="531"/>
                    <a:pt x="807" y="576"/>
                  </a:cubicBezTo>
                  <a:lnTo>
                    <a:pt x="788" y="588"/>
                  </a:lnTo>
                  <a:lnTo>
                    <a:pt x="775" y="601"/>
                  </a:lnTo>
                  <a:lnTo>
                    <a:pt x="760" y="613"/>
                  </a:lnTo>
                  <a:lnTo>
                    <a:pt x="743" y="624"/>
                  </a:lnTo>
                  <a:lnTo>
                    <a:pt x="722" y="632"/>
                  </a:lnTo>
                  <a:lnTo>
                    <a:pt x="699" y="641"/>
                  </a:lnTo>
                  <a:cubicBezTo>
                    <a:pt x="617" y="663"/>
                    <a:pt x="542" y="663"/>
                    <a:pt x="458" y="661"/>
                  </a:cubicBezTo>
                  <a:lnTo>
                    <a:pt x="425" y="659"/>
                  </a:lnTo>
                  <a:lnTo>
                    <a:pt x="395" y="655"/>
                  </a:lnTo>
                  <a:cubicBezTo>
                    <a:pt x="305" y="650"/>
                    <a:pt x="223" y="608"/>
                    <a:pt x="158" y="546"/>
                  </a:cubicBezTo>
                  <a:lnTo>
                    <a:pt x="135" y="523"/>
                  </a:lnTo>
                  <a:lnTo>
                    <a:pt x="113" y="499"/>
                  </a:lnTo>
                  <a:lnTo>
                    <a:pt x="93" y="475"/>
                  </a:lnTo>
                  <a:lnTo>
                    <a:pt x="74" y="450"/>
                  </a:lnTo>
                  <a:lnTo>
                    <a:pt x="40" y="399"/>
                  </a:lnTo>
                  <a:lnTo>
                    <a:pt x="26" y="373"/>
                  </a:lnTo>
                  <a:lnTo>
                    <a:pt x="13" y="348"/>
                  </a:lnTo>
                  <a:lnTo>
                    <a:pt x="2" y="323"/>
                  </a:lnTo>
                  <a:lnTo>
                    <a:pt x="2" y="320"/>
                  </a:lnTo>
                  <a:lnTo>
                    <a:pt x="1" y="319"/>
                  </a:lnTo>
                  <a:lnTo>
                    <a:pt x="1" y="318"/>
                  </a:lnTo>
                  <a:lnTo>
                    <a:pt x="0" y="313"/>
                  </a:lnTo>
                  <a:lnTo>
                    <a:pt x="0" y="306"/>
                  </a:lnTo>
                  <a:cubicBezTo>
                    <a:pt x="0" y="235"/>
                    <a:pt x="20" y="180"/>
                    <a:pt x="64" y="123"/>
                  </a:cubicBezTo>
                  <a:lnTo>
                    <a:pt x="87" y="101"/>
                  </a:lnTo>
                  <a:lnTo>
                    <a:pt x="112" y="79"/>
                  </a:lnTo>
                  <a:lnTo>
                    <a:pt x="143" y="59"/>
                  </a:lnTo>
                  <a:lnTo>
                    <a:pt x="180" y="39"/>
                  </a:lnTo>
                </a:path>
              </a:pathLst>
            </a:custGeom>
            <a:solidFill>
              <a:srgbClr val="D6A587">
                <a:alpha val="100000"/>
              </a:srgbClr>
            </a:solidFill>
            <a:ln cap="flat">
              <a:noFill/>
              <a:prstDash val="solid"/>
              <a:miter lim="0"/>
            </a:ln>
          </p:spPr>
          <p:txBody>
            <a:bodyPr rtlCol="0"/>
            <a:lstStyle/>
            <a:p>
              <a:pPr algn="ctr"/>
              <a:endParaRPr lang="zh-CN" altLang="en-US" sz="1635"/>
            </a:p>
          </p:txBody>
        </p:sp>
        <p:sp>
          <p:nvSpPr>
            <p:cNvPr id="972" name="path"/>
            <p:cNvSpPr/>
            <p:nvPr/>
          </p:nvSpPr>
          <p:spPr>
            <a:xfrm>
              <a:off x="88766" y="323748"/>
              <a:ext cx="663470" cy="401243"/>
            </a:xfrm>
            <a:custGeom>
              <a:avLst/>
              <a:gdLst/>
              <a:ahLst/>
              <a:cxnLst/>
              <a:rect l="0" t="0" r="0" b="0"/>
              <a:pathLst>
                <a:path w="1044" h="631">
                  <a:moveTo>
                    <a:pt x="217" y="16"/>
                  </a:moveTo>
                  <a:lnTo>
                    <a:pt x="246" y="10"/>
                  </a:lnTo>
                  <a:lnTo>
                    <a:pt x="277" y="5"/>
                  </a:lnTo>
                  <a:lnTo>
                    <a:pt x="311" y="3"/>
                  </a:lnTo>
                  <a:cubicBezTo>
                    <a:pt x="457" y="0"/>
                    <a:pt x="725" y="14"/>
                    <a:pt x="834" y="125"/>
                  </a:cubicBezTo>
                  <a:lnTo>
                    <a:pt x="857" y="146"/>
                  </a:lnTo>
                  <a:lnTo>
                    <a:pt x="879" y="166"/>
                  </a:lnTo>
                  <a:lnTo>
                    <a:pt x="901" y="189"/>
                  </a:lnTo>
                  <a:cubicBezTo>
                    <a:pt x="943" y="231"/>
                    <a:pt x="977" y="274"/>
                    <a:pt x="1011" y="322"/>
                  </a:cubicBezTo>
                  <a:lnTo>
                    <a:pt x="1023" y="340"/>
                  </a:lnTo>
                  <a:lnTo>
                    <a:pt x="1032" y="358"/>
                  </a:lnTo>
                  <a:cubicBezTo>
                    <a:pt x="1060" y="402"/>
                    <a:pt x="1008" y="429"/>
                    <a:pt x="976" y="448"/>
                  </a:cubicBezTo>
                  <a:lnTo>
                    <a:pt x="954" y="460"/>
                  </a:lnTo>
                  <a:lnTo>
                    <a:pt x="928" y="472"/>
                  </a:lnTo>
                  <a:lnTo>
                    <a:pt x="903" y="485"/>
                  </a:lnTo>
                  <a:lnTo>
                    <a:pt x="876" y="497"/>
                  </a:lnTo>
                  <a:lnTo>
                    <a:pt x="851" y="509"/>
                  </a:lnTo>
                  <a:lnTo>
                    <a:pt x="825" y="521"/>
                  </a:lnTo>
                  <a:cubicBezTo>
                    <a:pt x="769" y="546"/>
                    <a:pt x="762" y="563"/>
                    <a:pt x="719" y="592"/>
                  </a:cubicBezTo>
                  <a:lnTo>
                    <a:pt x="699" y="600"/>
                  </a:lnTo>
                  <a:lnTo>
                    <a:pt x="677" y="608"/>
                  </a:lnTo>
                  <a:cubicBezTo>
                    <a:pt x="613" y="626"/>
                    <a:pt x="541" y="631"/>
                    <a:pt x="475" y="628"/>
                  </a:cubicBezTo>
                  <a:lnTo>
                    <a:pt x="444" y="627"/>
                  </a:lnTo>
                  <a:lnTo>
                    <a:pt x="384" y="622"/>
                  </a:lnTo>
                  <a:cubicBezTo>
                    <a:pt x="214" y="610"/>
                    <a:pt x="88" y="469"/>
                    <a:pt x="17" y="326"/>
                  </a:cubicBezTo>
                  <a:lnTo>
                    <a:pt x="6" y="300"/>
                  </a:lnTo>
                  <a:lnTo>
                    <a:pt x="6" y="298"/>
                  </a:lnTo>
                  <a:lnTo>
                    <a:pt x="5" y="298"/>
                  </a:lnTo>
                  <a:lnTo>
                    <a:pt x="4" y="293"/>
                  </a:lnTo>
                  <a:cubicBezTo>
                    <a:pt x="0" y="187"/>
                    <a:pt x="43" y="94"/>
                    <a:pt x="142" y="45"/>
                  </a:cubicBezTo>
                  <a:lnTo>
                    <a:pt x="177" y="29"/>
                  </a:lnTo>
                </a:path>
              </a:pathLst>
            </a:custGeom>
            <a:solidFill>
              <a:srgbClr val="CE9670">
                <a:alpha val="100000"/>
              </a:srgbClr>
            </a:solidFill>
            <a:ln cap="flat">
              <a:noFill/>
              <a:prstDash val="solid"/>
              <a:miter lim="0"/>
            </a:ln>
          </p:spPr>
          <p:txBody>
            <a:bodyPr rtlCol="0"/>
            <a:lstStyle/>
            <a:p>
              <a:pPr algn="ctr"/>
              <a:endParaRPr lang="zh-CN" altLang="en-US" sz="1635"/>
            </a:p>
          </p:txBody>
        </p:sp>
        <p:sp>
          <p:nvSpPr>
            <p:cNvPr id="974" name="path"/>
            <p:cNvSpPr/>
            <p:nvPr/>
          </p:nvSpPr>
          <p:spPr>
            <a:xfrm>
              <a:off x="103631" y="333212"/>
              <a:ext cx="633222" cy="383069"/>
            </a:xfrm>
            <a:custGeom>
              <a:avLst/>
              <a:gdLst/>
              <a:ahLst/>
              <a:cxnLst/>
              <a:rect l="0" t="0" r="0" b="0"/>
              <a:pathLst>
                <a:path w="997" h="603">
                  <a:moveTo>
                    <a:pt x="2" y="283"/>
                  </a:moveTo>
                  <a:lnTo>
                    <a:pt x="2" y="281"/>
                  </a:lnTo>
                  <a:lnTo>
                    <a:pt x="1" y="274"/>
                  </a:lnTo>
                  <a:lnTo>
                    <a:pt x="0" y="262"/>
                  </a:lnTo>
                  <a:cubicBezTo>
                    <a:pt x="4" y="-1"/>
                    <a:pt x="221" y="-5"/>
                    <a:pt x="426" y="8"/>
                  </a:cubicBezTo>
                  <a:lnTo>
                    <a:pt x="464" y="11"/>
                  </a:lnTo>
                  <a:lnTo>
                    <a:pt x="501" y="14"/>
                  </a:lnTo>
                  <a:lnTo>
                    <a:pt x="540" y="19"/>
                  </a:lnTo>
                  <a:cubicBezTo>
                    <a:pt x="613" y="32"/>
                    <a:pt x="694" y="38"/>
                    <a:pt x="757" y="84"/>
                  </a:cubicBezTo>
                  <a:lnTo>
                    <a:pt x="777" y="100"/>
                  </a:lnTo>
                  <a:lnTo>
                    <a:pt x="798" y="116"/>
                  </a:lnTo>
                  <a:cubicBezTo>
                    <a:pt x="858" y="168"/>
                    <a:pt x="906" y="222"/>
                    <a:pt x="953" y="286"/>
                  </a:cubicBezTo>
                  <a:lnTo>
                    <a:pt x="967" y="305"/>
                  </a:lnTo>
                  <a:lnTo>
                    <a:pt x="979" y="323"/>
                  </a:lnTo>
                  <a:lnTo>
                    <a:pt x="988" y="340"/>
                  </a:lnTo>
                  <a:lnTo>
                    <a:pt x="994" y="353"/>
                  </a:lnTo>
                  <a:lnTo>
                    <a:pt x="997" y="366"/>
                  </a:lnTo>
                  <a:lnTo>
                    <a:pt x="993" y="378"/>
                  </a:lnTo>
                  <a:cubicBezTo>
                    <a:pt x="969" y="419"/>
                    <a:pt x="879" y="451"/>
                    <a:pt x="838" y="473"/>
                  </a:cubicBezTo>
                  <a:lnTo>
                    <a:pt x="812" y="485"/>
                  </a:lnTo>
                  <a:lnTo>
                    <a:pt x="788" y="496"/>
                  </a:lnTo>
                  <a:cubicBezTo>
                    <a:pt x="715" y="529"/>
                    <a:pt x="716" y="561"/>
                    <a:pt x="646" y="580"/>
                  </a:cubicBezTo>
                  <a:lnTo>
                    <a:pt x="624" y="586"/>
                  </a:lnTo>
                  <a:lnTo>
                    <a:pt x="597" y="590"/>
                  </a:lnTo>
                  <a:lnTo>
                    <a:pt x="571" y="594"/>
                  </a:lnTo>
                  <a:cubicBezTo>
                    <a:pt x="332" y="612"/>
                    <a:pt x="193" y="588"/>
                    <a:pt x="52" y="378"/>
                  </a:cubicBezTo>
                  <a:lnTo>
                    <a:pt x="24" y="330"/>
                  </a:lnTo>
                  <a:lnTo>
                    <a:pt x="12" y="306"/>
                  </a:lnTo>
                </a:path>
              </a:pathLst>
            </a:custGeom>
            <a:solidFill>
              <a:srgbClr val="C6875B">
                <a:alpha val="100000"/>
              </a:srgbClr>
            </a:solidFill>
            <a:ln cap="flat">
              <a:noFill/>
              <a:prstDash val="solid"/>
              <a:miter lim="0"/>
            </a:ln>
          </p:spPr>
          <p:txBody>
            <a:bodyPr rtlCol="0"/>
            <a:lstStyle/>
            <a:p>
              <a:pPr algn="ctr"/>
              <a:endParaRPr lang="zh-CN" altLang="en-US" sz="1635"/>
            </a:p>
          </p:txBody>
        </p:sp>
        <p:sp>
          <p:nvSpPr>
            <p:cNvPr id="976" name="path"/>
            <p:cNvSpPr/>
            <p:nvPr/>
          </p:nvSpPr>
          <p:spPr>
            <a:xfrm>
              <a:off x="341321" y="0"/>
              <a:ext cx="284840" cy="616979"/>
            </a:xfrm>
            <a:custGeom>
              <a:avLst/>
              <a:gdLst/>
              <a:ahLst/>
              <a:cxnLst/>
              <a:rect l="0" t="0" r="0" b="0"/>
              <a:pathLst>
                <a:path w="448" h="971">
                  <a:moveTo>
                    <a:pt x="24" y="284"/>
                  </a:moveTo>
                  <a:lnTo>
                    <a:pt x="18" y="290"/>
                  </a:lnTo>
                  <a:cubicBezTo>
                    <a:pt x="-26" y="350"/>
                    <a:pt x="46" y="421"/>
                    <a:pt x="85" y="461"/>
                  </a:cubicBezTo>
                  <a:lnTo>
                    <a:pt x="147" y="514"/>
                  </a:lnTo>
                  <a:cubicBezTo>
                    <a:pt x="265" y="624"/>
                    <a:pt x="324" y="744"/>
                    <a:pt x="318" y="906"/>
                  </a:cubicBezTo>
                  <a:lnTo>
                    <a:pt x="314" y="939"/>
                  </a:lnTo>
                  <a:lnTo>
                    <a:pt x="309" y="971"/>
                  </a:lnTo>
                  <a:lnTo>
                    <a:pt x="310" y="968"/>
                  </a:lnTo>
                  <a:cubicBezTo>
                    <a:pt x="406" y="819"/>
                    <a:pt x="413" y="621"/>
                    <a:pt x="314" y="472"/>
                  </a:cubicBezTo>
                  <a:lnTo>
                    <a:pt x="277" y="422"/>
                  </a:lnTo>
                  <a:lnTo>
                    <a:pt x="274" y="422"/>
                  </a:lnTo>
                  <a:cubicBezTo>
                    <a:pt x="198" y="409"/>
                    <a:pt x="113" y="378"/>
                    <a:pt x="56" y="323"/>
                  </a:cubicBezTo>
                  <a:lnTo>
                    <a:pt x="39" y="304"/>
                  </a:lnTo>
                </a:path>
                <a:path w="448" h="971">
                  <a:moveTo>
                    <a:pt x="140" y="452"/>
                  </a:moveTo>
                  <a:lnTo>
                    <a:pt x="136" y="450"/>
                  </a:lnTo>
                  <a:lnTo>
                    <a:pt x="124" y="446"/>
                  </a:lnTo>
                  <a:lnTo>
                    <a:pt x="108" y="435"/>
                  </a:lnTo>
                  <a:cubicBezTo>
                    <a:pt x="11" y="378"/>
                    <a:pt x="22" y="290"/>
                    <a:pt x="39" y="194"/>
                  </a:cubicBezTo>
                  <a:lnTo>
                    <a:pt x="54" y="148"/>
                  </a:lnTo>
                  <a:lnTo>
                    <a:pt x="70" y="105"/>
                  </a:lnTo>
                  <a:cubicBezTo>
                    <a:pt x="121" y="7"/>
                    <a:pt x="181" y="0"/>
                    <a:pt x="280" y="0"/>
                  </a:cubicBezTo>
                  <a:lnTo>
                    <a:pt x="310" y="4"/>
                  </a:lnTo>
                  <a:lnTo>
                    <a:pt x="339" y="10"/>
                  </a:lnTo>
                  <a:lnTo>
                    <a:pt x="366" y="18"/>
                  </a:lnTo>
                  <a:lnTo>
                    <a:pt x="391" y="29"/>
                  </a:lnTo>
                  <a:cubicBezTo>
                    <a:pt x="478" y="82"/>
                    <a:pt x="443" y="173"/>
                    <a:pt x="396" y="242"/>
                  </a:cubicBezTo>
                  <a:lnTo>
                    <a:pt x="380" y="266"/>
                  </a:lnTo>
                  <a:lnTo>
                    <a:pt x="362" y="288"/>
                  </a:lnTo>
                  <a:cubicBezTo>
                    <a:pt x="328" y="337"/>
                    <a:pt x="259" y="412"/>
                    <a:pt x="204" y="436"/>
                  </a:cubicBezTo>
                  <a:lnTo>
                    <a:pt x="187" y="443"/>
                  </a:lnTo>
                  <a:lnTo>
                    <a:pt x="170" y="449"/>
                  </a:lnTo>
                  <a:lnTo>
                    <a:pt x="156" y="452"/>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978" name="path"/>
            <p:cNvSpPr/>
            <p:nvPr/>
          </p:nvSpPr>
          <p:spPr>
            <a:xfrm>
              <a:off x="362160" y="5498"/>
              <a:ext cx="253161" cy="277486"/>
            </a:xfrm>
            <a:custGeom>
              <a:avLst/>
              <a:gdLst/>
              <a:ahLst/>
              <a:cxnLst/>
              <a:rect l="0" t="0" r="0" b="0"/>
              <a:pathLst>
                <a:path w="398" h="436">
                  <a:moveTo>
                    <a:pt x="123" y="19"/>
                  </a:moveTo>
                  <a:lnTo>
                    <a:pt x="141" y="13"/>
                  </a:lnTo>
                  <a:lnTo>
                    <a:pt x="162" y="8"/>
                  </a:lnTo>
                  <a:lnTo>
                    <a:pt x="186" y="5"/>
                  </a:lnTo>
                  <a:cubicBezTo>
                    <a:pt x="244" y="0"/>
                    <a:pt x="344" y="13"/>
                    <a:pt x="378" y="66"/>
                  </a:cubicBezTo>
                  <a:lnTo>
                    <a:pt x="389" y="86"/>
                  </a:lnTo>
                  <a:lnTo>
                    <a:pt x="394" y="110"/>
                  </a:lnTo>
                  <a:cubicBezTo>
                    <a:pt x="400" y="173"/>
                    <a:pt x="330" y="272"/>
                    <a:pt x="288" y="317"/>
                  </a:cubicBezTo>
                  <a:lnTo>
                    <a:pt x="273" y="337"/>
                  </a:lnTo>
                  <a:lnTo>
                    <a:pt x="256" y="354"/>
                  </a:lnTo>
                  <a:lnTo>
                    <a:pt x="238" y="370"/>
                  </a:lnTo>
                  <a:lnTo>
                    <a:pt x="221" y="384"/>
                  </a:lnTo>
                  <a:cubicBezTo>
                    <a:pt x="195" y="407"/>
                    <a:pt x="143" y="440"/>
                    <a:pt x="106" y="431"/>
                  </a:cubicBezTo>
                  <a:lnTo>
                    <a:pt x="95" y="426"/>
                  </a:lnTo>
                  <a:lnTo>
                    <a:pt x="80" y="416"/>
                  </a:lnTo>
                  <a:cubicBezTo>
                    <a:pt x="-23" y="362"/>
                    <a:pt x="0" y="234"/>
                    <a:pt x="28" y="143"/>
                  </a:cubicBezTo>
                  <a:lnTo>
                    <a:pt x="45" y="103"/>
                  </a:lnTo>
                  <a:lnTo>
                    <a:pt x="66" y="68"/>
                  </a:lnTo>
                  <a:lnTo>
                    <a:pt x="93" y="38"/>
                  </a:lnTo>
                </a:path>
              </a:pathLst>
            </a:custGeom>
            <a:solidFill>
              <a:srgbClr val="F2E8E0">
                <a:alpha val="100000"/>
              </a:srgbClr>
            </a:solidFill>
            <a:ln cap="flat">
              <a:noFill/>
              <a:prstDash val="solid"/>
              <a:miter lim="0"/>
            </a:ln>
          </p:spPr>
          <p:txBody>
            <a:bodyPr rtlCol="0"/>
            <a:lstStyle/>
            <a:p>
              <a:pPr algn="ctr"/>
              <a:endParaRPr lang="zh-CN" altLang="en-US" sz="1635"/>
            </a:p>
          </p:txBody>
        </p:sp>
        <p:sp>
          <p:nvSpPr>
            <p:cNvPr id="980" name="path"/>
            <p:cNvSpPr/>
            <p:nvPr/>
          </p:nvSpPr>
          <p:spPr>
            <a:xfrm>
              <a:off x="367967" y="13934"/>
              <a:ext cx="236685" cy="261894"/>
            </a:xfrm>
            <a:custGeom>
              <a:avLst/>
              <a:gdLst/>
              <a:ahLst/>
              <a:cxnLst/>
              <a:rect l="0" t="0" r="0" b="0"/>
              <a:pathLst>
                <a:path w="372" h="412">
                  <a:moveTo>
                    <a:pt x="116" y="18"/>
                  </a:moveTo>
                  <a:lnTo>
                    <a:pt x="134" y="12"/>
                  </a:lnTo>
                  <a:lnTo>
                    <a:pt x="154" y="7"/>
                  </a:lnTo>
                  <a:lnTo>
                    <a:pt x="176" y="5"/>
                  </a:lnTo>
                  <a:cubicBezTo>
                    <a:pt x="231" y="0"/>
                    <a:pt x="318" y="13"/>
                    <a:pt x="351" y="64"/>
                  </a:cubicBezTo>
                  <a:lnTo>
                    <a:pt x="362" y="83"/>
                  </a:lnTo>
                  <a:lnTo>
                    <a:pt x="368" y="106"/>
                  </a:lnTo>
                  <a:cubicBezTo>
                    <a:pt x="374" y="168"/>
                    <a:pt x="311" y="249"/>
                    <a:pt x="274" y="298"/>
                  </a:cubicBezTo>
                  <a:lnTo>
                    <a:pt x="259" y="316"/>
                  </a:lnTo>
                  <a:lnTo>
                    <a:pt x="242" y="334"/>
                  </a:lnTo>
                  <a:lnTo>
                    <a:pt x="226" y="348"/>
                  </a:lnTo>
                  <a:lnTo>
                    <a:pt x="210" y="362"/>
                  </a:lnTo>
                  <a:cubicBezTo>
                    <a:pt x="179" y="385"/>
                    <a:pt x="141" y="413"/>
                    <a:pt x="100" y="407"/>
                  </a:cubicBezTo>
                  <a:lnTo>
                    <a:pt x="91" y="402"/>
                  </a:lnTo>
                  <a:lnTo>
                    <a:pt x="75" y="394"/>
                  </a:lnTo>
                  <a:cubicBezTo>
                    <a:pt x="-20" y="338"/>
                    <a:pt x="0" y="225"/>
                    <a:pt x="26" y="134"/>
                  </a:cubicBezTo>
                  <a:lnTo>
                    <a:pt x="43" y="97"/>
                  </a:lnTo>
                  <a:lnTo>
                    <a:pt x="63" y="62"/>
                  </a:lnTo>
                  <a:lnTo>
                    <a:pt x="87" y="36"/>
                  </a:lnTo>
                </a:path>
              </a:pathLst>
            </a:custGeom>
            <a:solidFill>
              <a:srgbClr val="E5D1C6">
                <a:alpha val="100000"/>
              </a:srgbClr>
            </a:solidFill>
            <a:ln cap="flat">
              <a:noFill/>
              <a:prstDash val="solid"/>
              <a:miter lim="0"/>
            </a:ln>
          </p:spPr>
          <p:txBody>
            <a:bodyPr rtlCol="0"/>
            <a:lstStyle/>
            <a:p>
              <a:pPr algn="ctr"/>
              <a:endParaRPr lang="zh-CN" altLang="en-US" sz="1635"/>
            </a:p>
          </p:txBody>
        </p:sp>
        <p:sp>
          <p:nvSpPr>
            <p:cNvPr id="982" name="path"/>
            <p:cNvSpPr/>
            <p:nvPr/>
          </p:nvSpPr>
          <p:spPr>
            <a:xfrm>
              <a:off x="373697" y="23755"/>
              <a:ext cx="219001" cy="243465"/>
            </a:xfrm>
            <a:custGeom>
              <a:avLst/>
              <a:gdLst/>
              <a:ahLst/>
              <a:cxnLst/>
              <a:rect l="0" t="0" r="0" b="0"/>
              <a:pathLst>
                <a:path w="344" h="383">
                  <a:moveTo>
                    <a:pt x="111" y="13"/>
                  </a:moveTo>
                  <a:lnTo>
                    <a:pt x="126" y="7"/>
                  </a:lnTo>
                  <a:lnTo>
                    <a:pt x="145" y="4"/>
                  </a:lnTo>
                  <a:cubicBezTo>
                    <a:pt x="391" y="-3"/>
                    <a:pt x="383" y="138"/>
                    <a:pt x="245" y="294"/>
                  </a:cubicBezTo>
                  <a:lnTo>
                    <a:pt x="229" y="311"/>
                  </a:lnTo>
                  <a:lnTo>
                    <a:pt x="214" y="325"/>
                  </a:lnTo>
                  <a:lnTo>
                    <a:pt x="198" y="339"/>
                  </a:lnTo>
                  <a:lnTo>
                    <a:pt x="184" y="351"/>
                  </a:lnTo>
                  <a:lnTo>
                    <a:pt x="168" y="360"/>
                  </a:lnTo>
                  <a:lnTo>
                    <a:pt x="154" y="369"/>
                  </a:lnTo>
                  <a:lnTo>
                    <a:pt x="139" y="376"/>
                  </a:lnTo>
                  <a:lnTo>
                    <a:pt x="126" y="381"/>
                  </a:lnTo>
                  <a:lnTo>
                    <a:pt x="112" y="383"/>
                  </a:lnTo>
                  <a:lnTo>
                    <a:pt x="100" y="383"/>
                  </a:lnTo>
                  <a:lnTo>
                    <a:pt x="96" y="381"/>
                  </a:lnTo>
                  <a:lnTo>
                    <a:pt x="85" y="377"/>
                  </a:lnTo>
                  <a:lnTo>
                    <a:pt x="72" y="369"/>
                  </a:lnTo>
                  <a:cubicBezTo>
                    <a:pt x="-19" y="319"/>
                    <a:pt x="-1" y="207"/>
                    <a:pt x="25" y="124"/>
                  </a:cubicBezTo>
                  <a:lnTo>
                    <a:pt x="41" y="88"/>
                  </a:lnTo>
                  <a:lnTo>
                    <a:pt x="60" y="57"/>
                  </a:lnTo>
                  <a:lnTo>
                    <a:pt x="84" y="30"/>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984" name="path"/>
            <p:cNvSpPr/>
            <p:nvPr/>
          </p:nvSpPr>
          <p:spPr>
            <a:xfrm>
              <a:off x="381829" y="31375"/>
              <a:ext cx="202585" cy="231805"/>
            </a:xfrm>
            <a:custGeom>
              <a:avLst/>
              <a:gdLst/>
              <a:ahLst/>
              <a:cxnLst/>
              <a:rect l="0" t="0" r="0" b="0"/>
              <a:pathLst>
                <a:path w="319" h="365">
                  <a:moveTo>
                    <a:pt x="104" y="12"/>
                  </a:moveTo>
                  <a:lnTo>
                    <a:pt x="118" y="7"/>
                  </a:lnTo>
                  <a:lnTo>
                    <a:pt x="135" y="4"/>
                  </a:lnTo>
                  <a:cubicBezTo>
                    <a:pt x="352" y="0"/>
                    <a:pt x="358" y="134"/>
                    <a:pt x="230" y="275"/>
                  </a:cubicBezTo>
                  <a:lnTo>
                    <a:pt x="217" y="291"/>
                  </a:lnTo>
                  <a:lnTo>
                    <a:pt x="201" y="305"/>
                  </a:lnTo>
                  <a:lnTo>
                    <a:pt x="187" y="318"/>
                  </a:lnTo>
                  <a:cubicBezTo>
                    <a:pt x="167" y="335"/>
                    <a:pt x="118" y="368"/>
                    <a:pt x="91" y="359"/>
                  </a:cubicBezTo>
                  <a:lnTo>
                    <a:pt x="81" y="354"/>
                  </a:lnTo>
                  <a:lnTo>
                    <a:pt x="68" y="347"/>
                  </a:lnTo>
                  <a:cubicBezTo>
                    <a:pt x="-17" y="300"/>
                    <a:pt x="0" y="194"/>
                    <a:pt x="23" y="117"/>
                  </a:cubicBezTo>
                  <a:lnTo>
                    <a:pt x="38" y="83"/>
                  </a:lnTo>
                  <a:lnTo>
                    <a:pt x="56" y="53"/>
                  </a:lnTo>
                  <a:lnTo>
                    <a:pt x="77" y="28"/>
                  </a:lnTo>
                </a:path>
              </a:pathLst>
            </a:custGeom>
            <a:solidFill>
              <a:srgbClr val="CCA38C">
                <a:alpha val="100000"/>
              </a:srgbClr>
            </a:solidFill>
            <a:ln cap="flat">
              <a:noFill/>
              <a:prstDash val="solid"/>
              <a:miter lim="0"/>
            </a:ln>
          </p:spPr>
          <p:txBody>
            <a:bodyPr rtlCol="0"/>
            <a:lstStyle/>
            <a:p>
              <a:pPr algn="ctr"/>
              <a:endParaRPr lang="zh-CN" altLang="en-US" sz="1635"/>
            </a:p>
          </p:txBody>
        </p:sp>
        <p:sp>
          <p:nvSpPr>
            <p:cNvPr id="986" name="path"/>
            <p:cNvSpPr/>
            <p:nvPr/>
          </p:nvSpPr>
          <p:spPr>
            <a:xfrm>
              <a:off x="388056" y="41669"/>
              <a:ext cx="186263" cy="214524"/>
            </a:xfrm>
            <a:custGeom>
              <a:avLst/>
              <a:gdLst/>
              <a:ahLst/>
              <a:cxnLst/>
              <a:rect l="0" t="0" r="0" b="0"/>
              <a:pathLst>
                <a:path w="293" h="337">
                  <a:moveTo>
                    <a:pt x="96" y="7"/>
                  </a:moveTo>
                  <a:lnTo>
                    <a:pt x="111" y="2"/>
                  </a:lnTo>
                  <a:lnTo>
                    <a:pt x="126" y="0"/>
                  </a:lnTo>
                  <a:cubicBezTo>
                    <a:pt x="315" y="1"/>
                    <a:pt x="331" y="118"/>
                    <a:pt x="216" y="253"/>
                  </a:cubicBezTo>
                  <a:lnTo>
                    <a:pt x="203" y="267"/>
                  </a:lnTo>
                  <a:lnTo>
                    <a:pt x="189" y="280"/>
                  </a:lnTo>
                  <a:lnTo>
                    <a:pt x="176" y="292"/>
                  </a:lnTo>
                  <a:cubicBezTo>
                    <a:pt x="155" y="312"/>
                    <a:pt x="113" y="339"/>
                    <a:pt x="83" y="332"/>
                  </a:cubicBezTo>
                  <a:lnTo>
                    <a:pt x="75" y="328"/>
                  </a:lnTo>
                  <a:lnTo>
                    <a:pt x="63" y="321"/>
                  </a:lnTo>
                  <a:cubicBezTo>
                    <a:pt x="-16" y="274"/>
                    <a:pt x="0" y="180"/>
                    <a:pt x="22" y="105"/>
                  </a:cubicBezTo>
                  <a:lnTo>
                    <a:pt x="36" y="74"/>
                  </a:lnTo>
                  <a:lnTo>
                    <a:pt x="52" y="45"/>
                  </a:lnTo>
                  <a:lnTo>
                    <a:pt x="74" y="22"/>
                  </a:lnTo>
                </a:path>
              </a:pathLst>
            </a:custGeom>
            <a:solidFill>
              <a:srgbClr val="BC8C6D">
                <a:alpha val="100000"/>
              </a:srgbClr>
            </a:solidFill>
            <a:ln cap="flat">
              <a:noFill/>
              <a:prstDash val="solid"/>
              <a:miter lim="0"/>
            </a:ln>
          </p:spPr>
          <p:txBody>
            <a:bodyPr rtlCol="0"/>
            <a:lstStyle/>
            <a:p>
              <a:pPr algn="ctr"/>
              <a:endParaRPr lang="zh-CN" altLang="en-US" sz="1635"/>
            </a:p>
          </p:txBody>
        </p:sp>
        <p:sp>
          <p:nvSpPr>
            <p:cNvPr id="988" name="path"/>
            <p:cNvSpPr/>
            <p:nvPr/>
          </p:nvSpPr>
          <p:spPr>
            <a:xfrm>
              <a:off x="392705" y="46219"/>
              <a:ext cx="170592" cy="200427"/>
            </a:xfrm>
            <a:custGeom>
              <a:avLst/>
              <a:gdLst/>
              <a:ahLst/>
              <a:cxnLst/>
              <a:rect l="0" t="0" r="0" b="0"/>
              <a:pathLst>
                <a:path w="268" h="315">
                  <a:moveTo>
                    <a:pt x="82" y="315"/>
                  </a:moveTo>
                  <a:lnTo>
                    <a:pt x="78" y="315"/>
                  </a:lnTo>
                  <a:lnTo>
                    <a:pt x="71" y="310"/>
                  </a:lnTo>
                  <a:lnTo>
                    <a:pt x="59" y="304"/>
                  </a:lnTo>
                  <a:cubicBezTo>
                    <a:pt x="-4" y="264"/>
                    <a:pt x="-3" y="200"/>
                    <a:pt x="13" y="134"/>
                  </a:cubicBezTo>
                  <a:lnTo>
                    <a:pt x="22" y="103"/>
                  </a:lnTo>
                  <a:lnTo>
                    <a:pt x="35" y="73"/>
                  </a:lnTo>
                  <a:cubicBezTo>
                    <a:pt x="64" y="14"/>
                    <a:pt x="104" y="-5"/>
                    <a:pt x="166" y="8"/>
                  </a:cubicBezTo>
                  <a:lnTo>
                    <a:pt x="181" y="13"/>
                  </a:lnTo>
                  <a:lnTo>
                    <a:pt x="198" y="19"/>
                  </a:lnTo>
                  <a:lnTo>
                    <a:pt x="213" y="27"/>
                  </a:lnTo>
                  <a:cubicBezTo>
                    <a:pt x="343" y="92"/>
                    <a:pt x="195" y="276"/>
                    <a:pt x="115" y="309"/>
                  </a:cubicBezTo>
                  <a:lnTo>
                    <a:pt x="103" y="313"/>
                  </a:lnTo>
                  <a:lnTo>
                    <a:pt x="93" y="315"/>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990" name="path"/>
            <p:cNvSpPr/>
            <p:nvPr/>
          </p:nvSpPr>
          <p:spPr>
            <a:xfrm>
              <a:off x="381000" y="30238"/>
              <a:ext cx="402336" cy="736091"/>
            </a:xfrm>
            <a:custGeom>
              <a:avLst/>
              <a:gdLst/>
              <a:ahLst/>
              <a:cxnLst/>
              <a:rect l="0" t="0" r="0" b="0"/>
              <a:pathLst>
                <a:path w="633" h="1159">
                  <a:moveTo>
                    <a:pt x="334" y="118"/>
                  </a:moveTo>
                  <a:lnTo>
                    <a:pt x="333" y="120"/>
                  </a:lnTo>
                  <a:lnTo>
                    <a:pt x="334" y="122"/>
                  </a:lnTo>
                  <a:lnTo>
                    <a:pt x="337" y="122"/>
                  </a:lnTo>
                  <a:lnTo>
                    <a:pt x="359" y="104"/>
                  </a:lnTo>
                  <a:lnTo>
                    <a:pt x="374" y="85"/>
                  </a:lnTo>
                  <a:lnTo>
                    <a:pt x="382" y="64"/>
                  </a:lnTo>
                  <a:lnTo>
                    <a:pt x="386" y="44"/>
                  </a:lnTo>
                  <a:lnTo>
                    <a:pt x="386" y="27"/>
                  </a:lnTo>
                  <a:lnTo>
                    <a:pt x="385" y="12"/>
                  </a:lnTo>
                  <a:lnTo>
                    <a:pt x="382" y="2"/>
                  </a:lnTo>
                  <a:lnTo>
                    <a:pt x="381" y="0"/>
                  </a:lnTo>
                  <a:lnTo>
                    <a:pt x="381" y="3"/>
                  </a:lnTo>
                  <a:cubicBezTo>
                    <a:pt x="382" y="40"/>
                    <a:pt x="380" y="55"/>
                    <a:pt x="364" y="90"/>
                  </a:cubicBezTo>
                  <a:lnTo>
                    <a:pt x="352" y="106"/>
                  </a:lnTo>
                </a:path>
                <a:path w="633" h="1159">
                  <a:moveTo>
                    <a:pt x="118" y="109"/>
                  </a:moveTo>
                  <a:lnTo>
                    <a:pt x="107" y="106"/>
                  </a:lnTo>
                  <a:lnTo>
                    <a:pt x="105" y="109"/>
                  </a:lnTo>
                  <a:lnTo>
                    <a:pt x="107" y="112"/>
                  </a:lnTo>
                  <a:cubicBezTo>
                    <a:pt x="142" y="132"/>
                    <a:pt x="187" y="138"/>
                    <a:pt x="223" y="117"/>
                  </a:cubicBezTo>
                  <a:lnTo>
                    <a:pt x="225" y="116"/>
                  </a:lnTo>
                  <a:lnTo>
                    <a:pt x="221" y="116"/>
                  </a:lnTo>
                  <a:cubicBezTo>
                    <a:pt x="196" y="116"/>
                    <a:pt x="175" y="116"/>
                    <a:pt x="149" y="113"/>
                  </a:cubicBezTo>
                  <a:lnTo>
                    <a:pt x="133" y="111"/>
                  </a:lnTo>
                </a:path>
                <a:path w="633" h="1159">
                  <a:moveTo>
                    <a:pt x="334" y="194"/>
                  </a:moveTo>
                  <a:lnTo>
                    <a:pt x="331" y="201"/>
                  </a:lnTo>
                  <a:cubicBezTo>
                    <a:pt x="292" y="243"/>
                    <a:pt x="228" y="268"/>
                    <a:pt x="218" y="331"/>
                  </a:cubicBezTo>
                  <a:lnTo>
                    <a:pt x="217" y="336"/>
                  </a:lnTo>
                  <a:lnTo>
                    <a:pt x="220" y="328"/>
                  </a:lnTo>
                  <a:cubicBezTo>
                    <a:pt x="250" y="254"/>
                    <a:pt x="377" y="228"/>
                    <a:pt x="345" y="132"/>
                  </a:cubicBezTo>
                  <a:lnTo>
                    <a:pt x="344" y="124"/>
                  </a:lnTo>
                  <a:lnTo>
                    <a:pt x="345" y="132"/>
                  </a:lnTo>
                  <a:lnTo>
                    <a:pt x="345" y="151"/>
                  </a:lnTo>
                  <a:lnTo>
                    <a:pt x="343" y="174"/>
                  </a:lnTo>
                </a:path>
                <a:path w="633" h="1159">
                  <a:moveTo>
                    <a:pt x="326" y="127"/>
                  </a:moveTo>
                  <a:lnTo>
                    <a:pt x="320" y="127"/>
                  </a:lnTo>
                  <a:lnTo>
                    <a:pt x="313" y="126"/>
                  </a:lnTo>
                  <a:lnTo>
                    <a:pt x="306" y="127"/>
                  </a:lnTo>
                  <a:lnTo>
                    <a:pt x="300" y="127"/>
                  </a:lnTo>
                  <a:lnTo>
                    <a:pt x="297" y="129"/>
                  </a:lnTo>
                  <a:lnTo>
                    <a:pt x="297" y="132"/>
                  </a:lnTo>
                  <a:lnTo>
                    <a:pt x="301" y="135"/>
                  </a:lnTo>
                  <a:lnTo>
                    <a:pt x="304" y="136"/>
                  </a:lnTo>
                  <a:cubicBezTo>
                    <a:pt x="319" y="142"/>
                    <a:pt x="335" y="134"/>
                    <a:pt x="348" y="127"/>
                  </a:cubicBezTo>
                  <a:lnTo>
                    <a:pt x="354" y="122"/>
                  </a:lnTo>
                  <a:lnTo>
                    <a:pt x="357" y="120"/>
                  </a:lnTo>
                  <a:lnTo>
                    <a:pt x="354" y="122"/>
                  </a:lnTo>
                  <a:lnTo>
                    <a:pt x="346" y="124"/>
                  </a:lnTo>
                  <a:lnTo>
                    <a:pt x="336" y="127"/>
                  </a:lnTo>
                </a:path>
                <a:path w="633" h="1159">
                  <a:moveTo>
                    <a:pt x="201" y="259"/>
                  </a:moveTo>
                  <a:lnTo>
                    <a:pt x="194" y="257"/>
                  </a:lnTo>
                  <a:cubicBezTo>
                    <a:pt x="173" y="263"/>
                    <a:pt x="168" y="263"/>
                    <a:pt x="147" y="260"/>
                  </a:cubicBezTo>
                  <a:lnTo>
                    <a:pt x="146" y="260"/>
                  </a:lnTo>
                  <a:lnTo>
                    <a:pt x="146" y="262"/>
                  </a:lnTo>
                  <a:lnTo>
                    <a:pt x="154" y="265"/>
                  </a:lnTo>
                  <a:lnTo>
                    <a:pt x="160" y="266"/>
                  </a:lnTo>
                  <a:cubicBezTo>
                    <a:pt x="174" y="269"/>
                    <a:pt x="178" y="270"/>
                    <a:pt x="192" y="266"/>
                  </a:cubicBezTo>
                  <a:lnTo>
                    <a:pt x="198" y="265"/>
                  </a:lnTo>
                  <a:lnTo>
                    <a:pt x="201" y="263"/>
                  </a:lnTo>
                  <a:cubicBezTo>
                    <a:pt x="213" y="262"/>
                    <a:pt x="219" y="271"/>
                    <a:pt x="235" y="263"/>
                  </a:cubicBezTo>
                  <a:lnTo>
                    <a:pt x="241" y="259"/>
                  </a:lnTo>
                  <a:lnTo>
                    <a:pt x="243" y="257"/>
                  </a:lnTo>
                  <a:lnTo>
                    <a:pt x="242" y="257"/>
                  </a:lnTo>
                  <a:cubicBezTo>
                    <a:pt x="231" y="263"/>
                    <a:pt x="230" y="260"/>
                    <a:pt x="218" y="261"/>
                  </a:cubicBezTo>
                  <a:lnTo>
                    <a:pt x="211" y="261"/>
                  </a:lnTo>
                </a:path>
                <a:path w="633" h="1159">
                  <a:moveTo>
                    <a:pt x="207" y="288"/>
                  </a:moveTo>
                  <a:lnTo>
                    <a:pt x="201" y="288"/>
                  </a:lnTo>
                  <a:lnTo>
                    <a:pt x="196" y="286"/>
                  </a:lnTo>
                  <a:lnTo>
                    <a:pt x="190" y="285"/>
                  </a:lnTo>
                  <a:lnTo>
                    <a:pt x="184" y="285"/>
                  </a:lnTo>
                  <a:lnTo>
                    <a:pt x="183" y="286"/>
                  </a:lnTo>
                  <a:lnTo>
                    <a:pt x="183" y="288"/>
                  </a:lnTo>
                  <a:lnTo>
                    <a:pt x="184" y="288"/>
                  </a:lnTo>
                  <a:cubicBezTo>
                    <a:pt x="194" y="293"/>
                    <a:pt x="220" y="301"/>
                    <a:pt x="228" y="286"/>
                  </a:cubicBezTo>
                  <a:lnTo>
                    <a:pt x="228" y="284"/>
                  </a:lnTo>
                  <a:lnTo>
                    <a:pt x="226" y="285"/>
                  </a:lnTo>
                  <a:lnTo>
                    <a:pt x="220" y="285"/>
                  </a:lnTo>
                  <a:lnTo>
                    <a:pt x="213" y="288"/>
                  </a:lnTo>
                </a:path>
                <a:path w="633" h="1159">
                  <a:moveTo>
                    <a:pt x="340" y="76"/>
                  </a:moveTo>
                  <a:lnTo>
                    <a:pt x="333" y="79"/>
                  </a:lnTo>
                  <a:cubicBezTo>
                    <a:pt x="261" y="125"/>
                    <a:pt x="309" y="156"/>
                    <a:pt x="266" y="237"/>
                  </a:cubicBezTo>
                  <a:lnTo>
                    <a:pt x="266" y="238"/>
                  </a:lnTo>
                  <a:lnTo>
                    <a:pt x="271" y="238"/>
                  </a:lnTo>
                  <a:lnTo>
                    <a:pt x="281" y="218"/>
                  </a:lnTo>
                  <a:cubicBezTo>
                    <a:pt x="326" y="142"/>
                    <a:pt x="254" y="90"/>
                    <a:pt x="394" y="75"/>
                  </a:cubicBezTo>
                  <a:lnTo>
                    <a:pt x="398" y="75"/>
                  </a:lnTo>
                  <a:lnTo>
                    <a:pt x="395" y="75"/>
                  </a:lnTo>
                  <a:lnTo>
                    <a:pt x="392" y="74"/>
                  </a:lnTo>
                  <a:lnTo>
                    <a:pt x="349" y="74"/>
                  </a:lnTo>
                </a:path>
                <a:path w="633" h="1159">
                  <a:moveTo>
                    <a:pt x="218" y="79"/>
                  </a:moveTo>
                  <a:lnTo>
                    <a:pt x="214" y="76"/>
                  </a:lnTo>
                  <a:cubicBezTo>
                    <a:pt x="184" y="63"/>
                    <a:pt x="107" y="59"/>
                    <a:pt x="79" y="74"/>
                  </a:cubicBezTo>
                  <a:lnTo>
                    <a:pt x="78" y="76"/>
                  </a:lnTo>
                  <a:lnTo>
                    <a:pt x="79" y="79"/>
                  </a:lnTo>
                  <a:lnTo>
                    <a:pt x="82" y="79"/>
                  </a:lnTo>
                  <a:cubicBezTo>
                    <a:pt x="163" y="69"/>
                    <a:pt x="215" y="104"/>
                    <a:pt x="274" y="87"/>
                  </a:cubicBezTo>
                  <a:lnTo>
                    <a:pt x="279" y="85"/>
                  </a:lnTo>
                  <a:lnTo>
                    <a:pt x="279" y="83"/>
                  </a:lnTo>
                  <a:lnTo>
                    <a:pt x="278" y="83"/>
                  </a:lnTo>
                  <a:cubicBezTo>
                    <a:pt x="265" y="89"/>
                    <a:pt x="252" y="88"/>
                    <a:pt x="238" y="86"/>
                  </a:cubicBezTo>
                  <a:lnTo>
                    <a:pt x="228" y="82"/>
                  </a:lnTo>
                </a:path>
                <a:path w="633" h="1159">
                  <a:moveTo>
                    <a:pt x="7" y="226"/>
                  </a:moveTo>
                  <a:lnTo>
                    <a:pt x="13" y="241"/>
                  </a:lnTo>
                  <a:lnTo>
                    <a:pt x="19" y="254"/>
                  </a:lnTo>
                  <a:lnTo>
                    <a:pt x="27" y="268"/>
                  </a:lnTo>
                  <a:lnTo>
                    <a:pt x="38" y="280"/>
                  </a:lnTo>
                  <a:lnTo>
                    <a:pt x="69" y="304"/>
                  </a:lnTo>
                  <a:lnTo>
                    <a:pt x="86" y="315"/>
                  </a:lnTo>
                  <a:lnTo>
                    <a:pt x="105" y="326"/>
                  </a:lnTo>
                  <a:lnTo>
                    <a:pt x="126" y="336"/>
                  </a:lnTo>
                  <a:lnTo>
                    <a:pt x="146" y="342"/>
                  </a:lnTo>
                  <a:lnTo>
                    <a:pt x="168" y="345"/>
                  </a:lnTo>
                  <a:lnTo>
                    <a:pt x="190" y="346"/>
                  </a:lnTo>
                  <a:lnTo>
                    <a:pt x="195" y="344"/>
                  </a:lnTo>
                  <a:lnTo>
                    <a:pt x="195" y="343"/>
                  </a:lnTo>
                  <a:lnTo>
                    <a:pt x="194" y="342"/>
                  </a:lnTo>
                  <a:cubicBezTo>
                    <a:pt x="142" y="332"/>
                    <a:pt x="94" y="306"/>
                    <a:pt x="52" y="274"/>
                  </a:cubicBezTo>
                  <a:lnTo>
                    <a:pt x="44" y="268"/>
                  </a:lnTo>
                  <a:lnTo>
                    <a:pt x="38" y="262"/>
                  </a:lnTo>
                  <a:cubicBezTo>
                    <a:pt x="16" y="235"/>
                    <a:pt x="4" y="211"/>
                    <a:pt x="3" y="175"/>
                  </a:cubicBezTo>
                  <a:lnTo>
                    <a:pt x="2" y="157"/>
                  </a:lnTo>
                  <a:lnTo>
                    <a:pt x="2" y="148"/>
                  </a:lnTo>
                  <a:lnTo>
                    <a:pt x="1" y="156"/>
                  </a:lnTo>
                  <a:lnTo>
                    <a:pt x="0" y="174"/>
                  </a:lnTo>
                  <a:lnTo>
                    <a:pt x="1" y="199"/>
                  </a:lnTo>
                </a:path>
                <a:path w="633" h="1159">
                  <a:moveTo>
                    <a:pt x="498" y="1159"/>
                  </a:moveTo>
                  <a:lnTo>
                    <a:pt x="514" y="1154"/>
                  </a:lnTo>
                  <a:cubicBezTo>
                    <a:pt x="532" y="1150"/>
                    <a:pt x="549" y="1142"/>
                    <a:pt x="565" y="1135"/>
                  </a:cubicBezTo>
                  <a:lnTo>
                    <a:pt x="572" y="1131"/>
                  </a:lnTo>
                  <a:lnTo>
                    <a:pt x="578" y="1127"/>
                  </a:lnTo>
                  <a:cubicBezTo>
                    <a:pt x="592" y="1120"/>
                    <a:pt x="603" y="1108"/>
                    <a:pt x="616" y="1099"/>
                  </a:cubicBezTo>
                  <a:lnTo>
                    <a:pt x="618" y="1095"/>
                  </a:lnTo>
                  <a:lnTo>
                    <a:pt x="618" y="1091"/>
                  </a:lnTo>
                  <a:lnTo>
                    <a:pt x="614" y="1089"/>
                  </a:lnTo>
                  <a:lnTo>
                    <a:pt x="608" y="1089"/>
                  </a:lnTo>
                  <a:cubicBezTo>
                    <a:pt x="583" y="1102"/>
                    <a:pt x="560" y="1103"/>
                    <a:pt x="535" y="1115"/>
                  </a:cubicBezTo>
                  <a:lnTo>
                    <a:pt x="524" y="1120"/>
                  </a:lnTo>
                  <a:lnTo>
                    <a:pt x="513" y="1126"/>
                  </a:lnTo>
                  <a:lnTo>
                    <a:pt x="493" y="1136"/>
                  </a:lnTo>
                  <a:lnTo>
                    <a:pt x="472" y="1138"/>
                  </a:lnTo>
                  <a:lnTo>
                    <a:pt x="452" y="1138"/>
                  </a:lnTo>
                  <a:lnTo>
                    <a:pt x="433" y="1135"/>
                  </a:lnTo>
                  <a:lnTo>
                    <a:pt x="417" y="1131"/>
                  </a:lnTo>
                  <a:lnTo>
                    <a:pt x="404" y="1126"/>
                  </a:lnTo>
                  <a:lnTo>
                    <a:pt x="396" y="1121"/>
                  </a:lnTo>
                  <a:lnTo>
                    <a:pt x="392" y="1120"/>
                  </a:lnTo>
                  <a:lnTo>
                    <a:pt x="396" y="1121"/>
                  </a:lnTo>
                  <a:cubicBezTo>
                    <a:pt x="416" y="1137"/>
                    <a:pt x="440" y="1146"/>
                    <a:pt x="464" y="1155"/>
                  </a:cubicBezTo>
                  <a:lnTo>
                    <a:pt x="481" y="1159"/>
                  </a:lnTo>
                </a:path>
                <a:path w="633" h="1159">
                  <a:moveTo>
                    <a:pt x="631" y="1153"/>
                  </a:moveTo>
                  <a:lnTo>
                    <a:pt x="632" y="1152"/>
                  </a:lnTo>
                  <a:lnTo>
                    <a:pt x="633" y="1152"/>
                  </a:lnTo>
                  <a:lnTo>
                    <a:pt x="633" y="1150"/>
                  </a:lnTo>
                  <a:lnTo>
                    <a:pt x="632" y="1149"/>
                  </a:lnTo>
                  <a:lnTo>
                    <a:pt x="619" y="1148"/>
                  </a:lnTo>
                  <a:lnTo>
                    <a:pt x="606" y="1146"/>
                  </a:lnTo>
                  <a:lnTo>
                    <a:pt x="590" y="1143"/>
                  </a:lnTo>
                  <a:lnTo>
                    <a:pt x="576" y="1140"/>
                  </a:lnTo>
                  <a:lnTo>
                    <a:pt x="562" y="1137"/>
                  </a:lnTo>
                  <a:lnTo>
                    <a:pt x="550" y="1135"/>
                  </a:lnTo>
                  <a:lnTo>
                    <a:pt x="544" y="1133"/>
                  </a:lnTo>
                  <a:lnTo>
                    <a:pt x="541" y="1132"/>
                  </a:lnTo>
                  <a:lnTo>
                    <a:pt x="541" y="1133"/>
                  </a:lnTo>
                  <a:lnTo>
                    <a:pt x="543" y="1136"/>
                  </a:lnTo>
                  <a:lnTo>
                    <a:pt x="546" y="1140"/>
                  </a:lnTo>
                  <a:lnTo>
                    <a:pt x="554" y="1143"/>
                  </a:lnTo>
                  <a:lnTo>
                    <a:pt x="565" y="1148"/>
                  </a:lnTo>
                  <a:lnTo>
                    <a:pt x="580" y="1152"/>
                  </a:lnTo>
                  <a:lnTo>
                    <a:pt x="602" y="1153"/>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992" name="picture 992"/>
          <p:cNvPicPr>
            <a:picLocks noChangeAspect="1"/>
          </p:cNvPicPr>
          <p:nvPr/>
        </p:nvPicPr>
        <p:blipFill>
          <a:blip r:embed="rId3"/>
          <a:stretch>
            <a:fillRect/>
          </a:stretch>
        </p:blipFill>
        <p:spPr>
          <a:xfrm rot="21600000">
            <a:off x="10209533" y="700317"/>
            <a:ext cx="736958" cy="727971"/>
          </a:xfrm>
          <a:prstGeom prst="rect">
            <a:avLst/>
          </a:prstGeom>
        </p:spPr>
      </p:pic>
      <p:graphicFrame>
        <p:nvGraphicFramePr>
          <p:cNvPr id="994" name="table 994"/>
          <p:cNvGraphicFramePr>
            <a:graphicFrameLocks noGrp="1"/>
          </p:cNvGraphicFramePr>
          <p:nvPr/>
        </p:nvGraphicFramePr>
        <p:xfrm>
          <a:off x="7695865" y="4148674"/>
          <a:ext cx="694055" cy="694055"/>
        </p:xfrm>
        <a:graphic>
          <a:graphicData uri="http://schemas.openxmlformats.org/drawingml/2006/table">
            <a:tbl>
              <a:tblPr/>
              <a:tblGrid>
                <a:gridCol w="694055"/>
              </a:tblGrid>
              <a:tr h="694055">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996" name="table 996"/>
          <p:cNvGraphicFramePr>
            <a:graphicFrameLocks noGrp="1"/>
          </p:cNvGraphicFramePr>
          <p:nvPr/>
        </p:nvGraphicFramePr>
        <p:xfrm>
          <a:off x="1969573" y="2544787"/>
          <a:ext cx="693420" cy="694690"/>
        </p:xfrm>
        <a:graphic>
          <a:graphicData uri="http://schemas.openxmlformats.org/drawingml/2006/table">
            <a:tbl>
              <a:tblPr/>
              <a:tblGrid>
                <a:gridCol w="693420"/>
              </a:tblGrid>
              <a:tr h="694690">
                <a:tc>
                  <a:txBody>
                    <a:bodyPr/>
                    <a:lstStyle/>
                    <a:p>
                      <a:pPr algn="l" rtl="0" eaLnBrk="0">
                        <a:lnSpc>
                          <a:spcPct val="100000"/>
                        </a:lnSpc>
                      </a:pPr>
                      <a:endParaRPr lang="en-US" altLang="en-US" sz="905" dirty="0"/>
                    </a:p>
                    <a:p>
                      <a:pPr algn="l" rtl="0" eaLnBrk="0">
                        <a:lnSpc>
                          <a:spcPct val="100000"/>
                        </a:lnSpc>
                      </a:pPr>
                      <a:endParaRPr lang="en-US" altLang="en-US" sz="905" dirty="0"/>
                    </a:p>
                    <a:p>
                      <a:pPr marL="260985"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998" name="picture 998"/>
          <p:cNvPicPr>
            <a:picLocks noChangeAspect="1"/>
          </p:cNvPicPr>
          <p:nvPr/>
        </p:nvPicPr>
        <p:blipFill>
          <a:blip r:embed="rId4"/>
          <a:stretch>
            <a:fillRect/>
          </a:stretch>
        </p:blipFill>
        <p:spPr>
          <a:xfrm rot="21600000">
            <a:off x="4874545" y="2759100"/>
            <a:ext cx="458352" cy="152093"/>
          </a:xfrm>
          <a:prstGeom prst="rect">
            <a:avLst/>
          </a:prstGeom>
        </p:spPr>
      </p:pic>
      <p:graphicFrame>
        <p:nvGraphicFramePr>
          <p:cNvPr id="1000" name="table 1000"/>
          <p:cNvGraphicFramePr>
            <a:graphicFrameLocks noGrp="1"/>
          </p:cNvGraphicFramePr>
          <p:nvPr/>
        </p:nvGraphicFramePr>
        <p:xfrm>
          <a:off x="5328749" y="2430027"/>
          <a:ext cx="694055" cy="693420"/>
        </p:xfrm>
        <a:graphic>
          <a:graphicData uri="http://schemas.openxmlformats.org/drawingml/2006/table">
            <a:tbl>
              <a:tblPr/>
              <a:tblGrid>
                <a:gridCol w="694055"/>
              </a:tblGrid>
              <a:tr h="69342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02" name="rect"/>
          <p:cNvSpPr/>
          <p:nvPr/>
        </p:nvSpPr>
        <p:spPr>
          <a:xfrm>
            <a:off x="4415501" y="2662313"/>
            <a:ext cx="459734"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004" name="rect"/>
          <p:cNvSpPr/>
          <p:nvPr/>
        </p:nvSpPr>
        <p:spPr>
          <a:xfrm>
            <a:off x="4412045" y="2653040"/>
            <a:ext cx="467339" cy="361378"/>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006" name="textbox 1006"/>
          <p:cNvSpPr/>
          <p:nvPr/>
        </p:nvSpPr>
        <p:spPr>
          <a:xfrm>
            <a:off x="2724046" y="2746886"/>
            <a:ext cx="2167322" cy="245421"/>
          </a:xfrm>
          <a:prstGeom prst="rect">
            <a:avLst/>
          </a:prstGeom>
        </p:spPr>
        <p:txBody>
          <a:bodyPr vert="horz" wrap="square" lIns="0" tIns="0" rIns="0" bIns="0"/>
          <a:lstStyle/>
          <a:p>
            <a:pPr algn="l" rtl="0" eaLnBrk="0">
              <a:lnSpc>
                <a:spcPct val="93000"/>
              </a:lnSpc>
            </a:pPr>
            <a:endParaRPr lang="en-US" altLang="en-US" sz="100" dirty="0"/>
          </a:p>
          <a:p>
            <a:pPr marL="1864360" algn="l" rtl="0" eaLnBrk="0">
              <a:lnSpc>
                <a:spcPct val="84000"/>
              </a:lnSpc>
              <a:tabLst>
                <a:tab pos="2080260" algn="l"/>
              </a:tabLst>
            </a:pPr>
            <a:r>
              <a:rPr sz="1725" kern="0" spc="0" dirty="0">
                <a:solidFill>
                  <a:srgbClr val="000000">
                    <a:alpha val="100000"/>
                  </a:srgbClr>
                </a:solidFill>
                <a:latin typeface="Times New Roman" panose="02020603050405020304"/>
                <a:ea typeface="Times New Roman" panose="02020603050405020304"/>
                <a:cs typeface="Times New Roman" panose="02020603050405020304"/>
              </a:rPr>
              <a:t>	</a:t>
            </a:r>
            <a:r>
              <a:rPr sz="1725" b="1" kern="0" spc="-50" dirty="0">
                <a:solidFill>
                  <a:srgbClr val="000000">
                    <a:alpha val="100000"/>
                  </a:srgbClr>
                </a:solidFill>
                <a:latin typeface="Times New Roman" panose="02020603050405020304"/>
                <a:ea typeface="Times New Roman" panose="02020603050405020304"/>
                <a:cs typeface="Times New Roman" panose="02020603050405020304"/>
              </a:rPr>
              <a:t>||</a:t>
            </a:r>
            <a:r>
              <a:rPr sz="172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725" dirty="0"/>
          </a:p>
        </p:txBody>
      </p:sp>
      <p:pic>
        <p:nvPicPr>
          <p:cNvPr id="1008" name="picture 1008"/>
          <p:cNvPicPr>
            <a:picLocks noChangeAspect="1"/>
          </p:cNvPicPr>
          <p:nvPr/>
        </p:nvPicPr>
        <p:blipFill>
          <a:blip r:embed="rId5"/>
          <a:stretch>
            <a:fillRect/>
          </a:stretch>
        </p:blipFill>
        <p:spPr>
          <a:xfrm rot="21600000">
            <a:off x="2735568" y="2758408"/>
            <a:ext cx="1679933" cy="151401"/>
          </a:xfrm>
          <a:prstGeom prst="rect">
            <a:avLst/>
          </a:prstGeom>
        </p:spPr>
      </p:pic>
      <p:sp>
        <p:nvSpPr>
          <p:cNvPr id="1010" name="textbox 1010"/>
          <p:cNvSpPr/>
          <p:nvPr/>
        </p:nvSpPr>
        <p:spPr>
          <a:xfrm>
            <a:off x="6982651" y="3732291"/>
            <a:ext cx="1818200" cy="255792"/>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80000"/>
              </a:lnSpc>
            </a:pP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E</a:t>
            </a:r>
            <a:r>
              <a:rPr sz="1905" b="1" kern="0" spc="0" baseline="-2200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(M|D</a:t>
            </a:r>
            <a:r>
              <a:rPr sz="1905" b="1" kern="0" spc="0" baseline="-22000" dirty="0">
                <a:solidFill>
                  <a:srgbClr val="000000">
                    <a:alpha val="100000"/>
                  </a:srgbClr>
                </a:solidFill>
                <a:latin typeface="Times New Roman" panose="02020603050405020304"/>
                <a:ea typeface="Times New Roman" panose="02020603050405020304"/>
                <a:cs typeface="Times New Roman" panose="02020603050405020304"/>
              </a:rPr>
              <a:t>K’b</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(H(M))</a:t>
            </a:r>
            <a:endParaRPr lang="en-US" altLang="en-US" sz="1905" dirty="0"/>
          </a:p>
        </p:txBody>
      </p:sp>
      <p:sp>
        <p:nvSpPr>
          <p:cNvPr id="1012" name="textbox 1012"/>
          <p:cNvSpPr/>
          <p:nvPr/>
        </p:nvSpPr>
        <p:spPr>
          <a:xfrm>
            <a:off x="4844049" y="3674219"/>
            <a:ext cx="1205796" cy="259249"/>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81000"/>
              </a:lnSpc>
            </a:pP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D</a:t>
            </a:r>
            <a:r>
              <a:rPr sz="1905" b="1" kern="0" spc="0" baseline="-22000" dirty="0">
                <a:solidFill>
                  <a:srgbClr val="000000">
                    <a:alpha val="100000"/>
                  </a:srgbClr>
                </a:solidFill>
                <a:latin typeface="Times New Roman" panose="02020603050405020304"/>
                <a:ea typeface="Times New Roman" panose="02020603050405020304"/>
                <a:cs typeface="Times New Roman" panose="02020603050405020304"/>
              </a:rPr>
              <a:t>K’b</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(H(M))</a:t>
            </a:r>
            <a:endParaRPr lang="en-US" altLang="en-US" sz="1905" dirty="0"/>
          </a:p>
        </p:txBody>
      </p:sp>
      <p:sp>
        <p:nvSpPr>
          <p:cNvPr id="1014" name="path"/>
          <p:cNvSpPr/>
          <p:nvPr/>
        </p:nvSpPr>
        <p:spPr>
          <a:xfrm>
            <a:off x="2237459" y="3960633"/>
            <a:ext cx="578304" cy="463191"/>
          </a:xfrm>
          <a:custGeom>
            <a:avLst/>
            <a:gdLst/>
            <a:ahLst/>
            <a:cxnLst/>
            <a:rect l="0" t="0" r="0" b="0"/>
            <a:pathLst>
              <a:path w="1003" h="803">
                <a:moveTo>
                  <a:pt x="5" y="314"/>
                </a:moveTo>
                <a:lnTo>
                  <a:pt x="9" y="338"/>
                </a:lnTo>
                <a:cubicBezTo>
                  <a:pt x="57" y="545"/>
                  <a:pt x="228" y="695"/>
                  <a:pt x="402" y="802"/>
                </a:cubicBezTo>
                <a:lnTo>
                  <a:pt x="407" y="803"/>
                </a:lnTo>
                <a:lnTo>
                  <a:pt x="412" y="799"/>
                </a:lnTo>
                <a:lnTo>
                  <a:pt x="409" y="795"/>
                </a:lnTo>
                <a:cubicBezTo>
                  <a:pt x="194" y="646"/>
                  <a:pt x="-12" y="401"/>
                  <a:pt x="23" y="122"/>
                </a:cubicBezTo>
                <a:lnTo>
                  <a:pt x="24" y="118"/>
                </a:lnTo>
                <a:lnTo>
                  <a:pt x="19" y="140"/>
                </a:lnTo>
                <a:lnTo>
                  <a:pt x="10" y="191"/>
                </a:lnTo>
                <a:lnTo>
                  <a:pt x="4" y="256"/>
                </a:lnTo>
              </a:path>
              <a:path w="1003" h="803">
                <a:moveTo>
                  <a:pt x="306" y="99"/>
                </a:moveTo>
                <a:lnTo>
                  <a:pt x="317" y="106"/>
                </a:lnTo>
                <a:lnTo>
                  <a:pt x="330" y="112"/>
                </a:lnTo>
                <a:cubicBezTo>
                  <a:pt x="382" y="138"/>
                  <a:pt x="431" y="170"/>
                  <a:pt x="478" y="203"/>
                </a:cubicBezTo>
                <a:lnTo>
                  <a:pt x="487" y="212"/>
                </a:lnTo>
                <a:lnTo>
                  <a:pt x="504" y="229"/>
                </a:lnTo>
                <a:cubicBezTo>
                  <a:pt x="613" y="332"/>
                  <a:pt x="556" y="385"/>
                  <a:pt x="481" y="479"/>
                </a:cubicBezTo>
                <a:lnTo>
                  <a:pt x="471" y="497"/>
                </a:lnTo>
                <a:lnTo>
                  <a:pt x="471" y="500"/>
                </a:lnTo>
                <a:lnTo>
                  <a:pt x="474" y="502"/>
                </a:lnTo>
                <a:lnTo>
                  <a:pt x="481" y="500"/>
                </a:lnTo>
                <a:cubicBezTo>
                  <a:pt x="513" y="447"/>
                  <a:pt x="584" y="408"/>
                  <a:pt x="589" y="339"/>
                </a:cubicBezTo>
                <a:lnTo>
                  <a:pt x="587" y="320"/>
                </a:lnTo>
                <a:lnTo>
                  <a:pt x="582" y="301"/>
                </a:lnTo>
                <a:cubicBezTo>
                  <a:pt x="566" y="256"/>
                  <a:pt x="513" y="208"/>
                  <a:pt x="473" y="184"/>
                </a:cubicBezTo>
                <a:lnTo>
                  <a:pt x="460" y="176"/>
                </a:lnTo>
                <a:lnTo>
                  <a:pt x="449" y="169"/>
                </a:lnTo>
                <a:lnTo>
                  <a:pt x="437" y="163"/>
                </a:lnTo>
                <a:lnTo>
                  <a:pt x="424" y="155"/>
                </a:lnTo>
                <a:cubicBezTo>
                  <a:pt x="383" y="135"/>
                  <a:pt x="343" y="114"/>
                  <a:pt x="305" y="89"/>
                </a:cubicBezTo>
                <a:lnTo>
                  <a:pt x="286" y="80"/>
                </a:lnTo>
                <a:lnTo>
                  <a:pt x="265" y="69"/>
                </a:lnTo>
                <a:cubicBezTo>
                  <a:pt x="213" y="45"/>
                  <a:pt x="158" y="29"/>
                  <a:pt x="102" y="17"/>
                </a:cubicBezTo>
                <a:lnTo>
                  <a:pt x="96" y="15"/>
                </a:lnTo>
                <a:lnTo>
                  <a:pt x="90" y="15"/>
                </a:lnTo>
                <a:lnTo>
                  <a:pt x="91" y="15"/>
                </a:lnTo>
                <a:cubicBezTo>
                  <a:pt x="153" y="37"/>
                  <a:pt x="218" y="60"/>
                  <a:pt x="277" y="87"/>
                </a:cubicBezTo>
                <a:lnTo>
                  <a:pt x="293" y="93"/>
                </a:lnTo>
              </a:path>
              <a:path w="1003" h="803">
                <a:moveTo>
                  <a:pt x="623" y="0"/>
                </a:moveTo>
                <a:lnTo>
                  <a:pt x="635" y="13"/>
                </a:lnTo>
                <a:cubicBezTo>
                  <a:pt x="796" y="149"/>
                  <a:pt x="843" y="223"/>
                  <a:pt x="903" y="436"/>
                </a:cubicBezTo>
                <a:lnTo>
                  <a:pt x="905" y="442"/>
                </a:lnTo>
                <a:lnTo>
                  <a:pt x="901" y="411"/>
                </a:lnTo>
                <a:cubicBezTo>
                  <a:pt x="858" y="210"/>
                  <a:pt x="788" y="113"/>
                  <a:pt x="624" y="0"/>
                </a:cubicBezTo>
                <a:lnTo>
                  <a:pt x="623" y="0"/>
                </a:lnTo>
              </a:path>
              <a:path w="1003" h="803">
                <a:moveTo>
                  <a:pt x="423" y="686"/>
                </a:moveTo>
                <a:lnTo>
                  <a:pt x="426" y="674"/>
                </a:lnTo>
                <a:lnTo>
                  <a:pt x="429" y="655"/>
                </a:lnTo>
                <a:cubicBezTo>
                  <a:pt x="410" y="512"/>
                  <a:pt x="553" y="526"/>
                  <a:pt x="647" y="553"/>
                </a:cubicBezTo>
                <a:lnTo>
                  <a:pt x="663" y="559"/>
                </a:lnTo>
                <a:lnTo>
                  <a:pt x="676" y="565"/>
                </a:lnTo>
                <a:lnTo>
                  <a:pt x="691" y="571"/>
                </a:lnTo>
                <a:cubicBezTo>
                  <a:pt x="729" y="587"/>
                  <a:pt x="766" y="609"/>
                  <a:pt x="807" y="617"/>
                </a:cubicBezTo>
                <a:lnTo>
                  <a:pt x="821" y="621"/>
                </a:lnTo>
                <a:lnTo>
                  <a:pt x="838" y="626"/>
                </a:lnTo>
                <a:cubicBezTo>
                  <a:pt x="878" y="635"/>
                  <a:pt x="925" y="638"/>
                  <a:pt x="966" y="641"/>
                </a:cubicBezTo>
                <a:lnTo>
                  <a:pt x="1002" y="641"/>
                </a:lnTo>
                <a:lnTo>
                  <a:pt x="1003" y="639"/>
                </a:lnTo>
                <a:lnTo>
                  <a:pt x="1003" y="638"/>
                </a:lnTo>
                <a:lnTo>
                  <a:pt x="1002" y="637"/>
                </a:lnTo>
                <a:cubicBezTo>
                  <a:pt x="947" y="631"/>
                  <a:pt x="899" y="625"/>
                  <a:pt x="845" y="611"/>
                </a:cubicBezTo>
                <a:lnTo>
                  <a:pt x="829" y="607"/>
                </a:lnTo>
                <a:lnTo>
                  <a:pt x="815" y="602"/>
                </a:lnTo>
                <a:cubicBezTo>
                  <a:pt x="771" y="587"/>
                  <a:pt x="724" y="560"/>
                  <a:pt x="682" y="542"/>
                </a:cubicBezTo>
                <a:lnTo>
                  <a:pt x="669" y="536"/>
                </a:lnTo>
                <a:lnTo>
                  <a:pt x="642" y="526"/>
                </a:lnTo>
                <a:cubicBezTo>
                  <a:pt x="565" y="494"/>
                  <a:pt x="394" y="506"/>
                  <a:pt x="419" y="627"/>
                </a:cubicBezTo>
                <a:lnTo>
                  <a:pt x="420" y="651"/>
                </a:lnTo>
                <a:lnTo>
                  <a:pt x="418" y="670"/>
                </a:lnTo>
                <a:lnTo>
                  <a:pt x="402" y="671"/>
                </a:lnTo>
                <a:cubicBezTo>
                  <a:pt x="386" y="665"/>
                  <a:pt x="374" y="653"/>
                  <a:pt x="360" y="644"/>
                </a:cubicBezTo>
                <a:lnTo>
                  <a:pt x="359" y="644"/>
                </a:lnTo>
                <a:lnTo>
                  <a:pt x="361" y="646"/>
                </a:lnTo>
                <a:cubicBezTo>
                  <a:pt x="376" y="660"/>
                  <a:pt x="383" y="678"/>
                  <a:pt x="405" y="687"/>
                </a:cubicBezTo>
                <a:lnTo>
                  <a:pt x="414" y="688"/>
                </a:lnTo>
              </a:path>
            </a:pathLst>
          </a:custGeom>
          <a:solidFill>
            <a:srgbClr val="140000">
              <a:alpha val="100000"/>
            </a:srgbClr>
          </a:solidFill>
          <a:ln cap="flat">
            <a:noFill/>
            <a:prstDash val="solid"/>
            <a:miter lim="0"/>
          </a:ln>
        </p:spPr>
        <p:txBody>
          <a:bodyPr rtlCol="0"/>
          <a:lstStyle/>
          <a:p>
            <a:pPr algn="ctr"/>
            <a:endParaRPr lang="zh-CN" altLang="en-US" sz="1635"/>
          </a:p>
        </p:txBody>
      </p:sp>
      <p:grpSp>
        <p:nvGrpSpPr>
          <p:cNvPr id="70" name="group 70"/>
          <p:cNvGrpSpPr/>
          <p:nvPr/>
        </p:nvGrpSpPr>
        <p:grpSpPr>
          <a:xfrm rot="21600000">
            <a:off x="3071755" y="3894761"/>
            <a:ext cx="390501" cy="589900"/>
            <a:chOff x="0" y="0"/>
            <a:chExt cx="430419" cy="650201"/>
          </a:xfrm>
        </p:grpSpPr>
        <p:sp>
          <p:nvSpPr>
            <p:cNvPr id="1016" name="path"/>
            <p:cNvSpPr/>
            <p:nvPr/>
          </p:nvSpPr>
          <p:spPr>
            <a:xfrm>
              <a:off x="0" y="0"/>
              <a:ext cx="430419" cy="650201"/>
            </a:xfrm>
            <a:custGeom>
              <a:avLst/>
              <a:gdLst/>
              <a:ahLst/>
              <a:cxnLst/>
              <a:rect l="0" t="0" r="0" b="0"/>
              <a:pathLst>
                <a:path w="677" h="1023">
                  <a:moveTo>
                    <a:pt x="161" y="73"/>
                  </a:moveTo>
                  <a:lnTo>
                    <a:pt x="159" y="77"/>
                  </a:lnTo>
                  <a:lnTo>
                    <a:pt x="150" y="90"/>
                  </a:lnTo>
                  <a:lnTo>
                    <a:pt x="140" y="108"/>
                  </a:lnTo>
                  <a:cubicBezTo>
                    <a:pt x="62" y="230"/>
                    <a:pt x="-40" y="442"/>
                    <a:pt x="24" y="585"/>
                  </a:cubicBezTo>
                  <a:lnTo>
                    <a:pt x="47" y="623"/>
                  </a:lnTo>
                  <a:lnTo>
                    <a:pt x="89" y="686"/>
                  </a:lnTo>
                  <a:cubicBezTo>
                    <a:pt x="208" y="891"/>
                    <a:pt x="17" y="873"/>
                    <a:pt x="69" y="927"/>
                  </a:cubicBezTo>
                  <a:lnTo>
                    <a:pt x="78" y="936"/>
                  </a:lnTo>
                  <a:lnTo>
                    <a:pt x="89" y="944"/>
                  </a:lnTo>
                  <a:lnTo>
                    <a:pt x="101" y="951"/>
                  </a:lnTo>
                  <a:lnTo>
                    <a:pt x="117" y="960"/>
                  </a:lnTo>
                  <a:cubicBezTo>
                    <a:pt x="206" y="1000"/>
                    <a:pt x="331" y="1008"/>
                    <a:pt x="429" y="1022"/>
                  </a:cubicBezTo>
                  <a:lnTo>
                    <a:pt x="464" y="1023"/>
                  </a:lnTo>
                  <a:lnTo>
                    <a:pt x="497" y="1022"/>
                  </a:lnTo>
                  <a:lnTo>
                    <a:pt x="528" y="1016"/>
                  </a:lnTo>
                  <a:lnTo>
                    <a:pt x="560" y="1007"/>
                  </a:lnTo>
                  <a:lnTo>
                    <a:pt x="587" y="993"/>
                  </a:lnTo>
                  <a:lnTo>
                    <a:pt x="611" y="973"/>
                  </a:lnTo>
                  <a:lnTo>
                    <a:pt x="633" y="948"/>
                  </a:lnTo>
                  <a:lnTo>
                    <a:pt x="651" y="914"/>
                  </a:lnTo>
                  <a:lnTo>
                    <a:pt x="663" y="873"/>
                  </a:lnTo>
                  <a:cubicBezTo>
                    <a:pt x="688" y="719"/>
                    <a:pt x="658" y="560"/>
                    <a:pt x="659" y="404"/>
                  </a:cubicBezTo>
                  <a:lnTo>
                    <a:pt x="650" y="301"/>
                  </a:lnTo>
                  <a:lnTo>
                    <a:pt x="634" y="211"/>
                  </a:lnTo>
                  <a:lnTo>
                    <a:pt x="614" y="137"/>
                  </a:lnTo>
                  <a:lnTo>
                    <a:pt x="585" y="80"/>
                  </a:lnTo>
                  <a:lnTo>
                    <a:pt x="548" y="45"/>
                  </a:lnTo>
                  <a:cubicBezTo>
                    <a:pt x="460" y="-4"/>
                    <a:pt x="273" y="-15"/>
                    <a:pt x="189" y="45"/>
                  </a:cubicBezTo>
                  <a:lnTo>
                    <a:pt x="173" y="59"/>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018" name="path"/>
            <p:cNvSpPr/>
            <p:nvPr/>
          </p:nvSpPr>
          <p:spPr>
            <a:xfrm>
              <a:off x="9979" y="5348"/>
              <a:ext cx="411185" cy="643329"/>
            </a:xfrm>
            <a:custGeom>
              <a:avLst/>
              <a:gdLst/>
              <a:ahLst/>
              <a:cxnLst/>
              <a:rect l="0" t="0" r="0" b="0"/>
              <a:pathLst>
                <a:path w="647" h="1013">
                  <a:moveTo>
                    <a:pt x="155" y="72"/>
                  </a:moveTo>
                  <a:lnTo>
                    <a:pt x="153" y="75"/>
                  </a:lnTo>
                  <a:lnTo>
                    <a:pt x="144" y="89"/>
                  </a:lnTo>
                  <a:lnTo>
                    <a:pt x="135" y="105"/>
                  </a:lnTo>
                  <a:cubicBezTo>
                    <a:pt x="59" y="229"/>
                    <a:pt x="-38" y="436"/>
                    <a:pt x="23" y="579"/>
                  </a:cubicBezTo>
                  <a:lnTo>
                    <a:pt x="45" y="615"/>
                  </a:lnTo>
                  <a:lnTo>
                    <a:pt x="87" y="679"/>
                  </a:lnTo>
                  <a:lnTo>
                    <a:pt x="113" y="732"/>
                  </a:lnTo>
                  <a:lnTo>
                    <a:pt x="124" y="775"/>
                  </a:lnTo>
                  <a:lnTo>
                    <a:pt x="124" y="807"/>
                  </a:lnTo>
                  <a:lnTo>
                    <a:pt x="114" y="835"/>
                  </a:lnTo>
                  <a:lnTo>
                    <a:pt x="101" y="855"/>
                  </a:lnTo>
                  <a:lnTo>
                    <a:pt x="83" y="872"/>
                  </a:lnTo>
                  <a:lnTo>
                    <a:pt x="67" y="884"/>
                  </a:lnTo>
                  <a:lnTo>
                    <a:pt x="60" y="890"/>
                  </a:lnTo>
                  <a:lnTo>
                    <a:pt x="57" y="897"/>
                  </a:lnTo>
                  <a:lnTo>
                    <a:pt x="55" y="905"/>
                  </a:lnTo>
                  <a:lnTo>
                    <a:pt x="59" y="912"/>
                  </a:lnTo>
                  <a:lnTo>
                    <a:pt x="64" y="920"/>
                  </a:lnTo>
                  <a:lnTo>
                    <a:pt x="72" y="927"/>
                  </a:lnTo>
                  <a:lnTo>
                    <a:pt x="83" y="936"/>
                  </a:lnTo>
                  <a:lnTo>
                    <a:pt x="95" y="943"/>
                  </a:lnTo>
                  <a:lnTo>
                    <a:pt x="111" y="951"/>
                  </a:lnTo>
                  <a:cubicBezTo>
                    <a:pt x="200" y="989"/>
                    <a:pt x="317" y="996"/>
                    <a:pt x="414" y="1011"/>
                  </a:cubicBezTo>
                  <a:lnTo>
                    <a:pt x="447" y="1013"/>
                  </a:lnTo>
                  <a:lnTo>
                    <a:pt x="479" y="1011"/>
                  </a:lnTo>
                  <a:lnTo>
                    <a:pt x="510" y="1005"/>
                  </a:lnTo>
                  <a:lnTo>
                    <a:pt x="539" y="996"/>
                  </a:lnTo>
                  <a:lnTo>
                    <a:pt x="565" y="983"/>
                  </a:lnTo>
                  <a:lnTo>
                    <a:pt x="589" y="963"/>
                  </a:lnTo>
                  <a:lnTo>
                    <a:pt x="610" y="937"/>
                  </a:lnTo>
                  <a:lnTo>
                    <a:pt x="627" y="905"/>
                  </a:lnTo>
                  <a:lnTo>
                    <a:pt x="639" y="864"/>
                  </a:lnTo>
                  <a:lnTo>
                    <a:pt x="647" y="815"/>
                  </a:lnTo>
                  <a:lnTo>
                    <a:pt x="647" y="757"/>
                  </a:lnTo>
                  <a:lnTo>
                    <a:pt x="645" y="632"/>
                  </a:lnTo>
                  <a:lnTo>
                    <a:pt x="641" y="512"/>
                  </a:lnTo>
                  <a:lnTo>
                    <a:pt x="636" y="399"/>
                  </a:lnTo>
                  <a:lnTo>
                    <a:pt x="627" y="297"/>
                  </a:lnTo>
                  <a:lnTo>
                    <a:pt x="612" y="209"/>
                  </a:lnTo>
                  <a:lnTo>
                    <a:pt x="593" y="135"/>
                  </a:lnTo>
                  <a:lnTo>
                    <a:pt x="565" y="79"/>
                  </a:lnTo>
                  <a:lnTo>
                    <a:pt x="528" y="44"/>
                  </a:lnTo>
                  <a:cubicBezTo>
                    <a:pt x="442" y="-4"/>
                    <a:pt x="265" y="-13"/>
                    <a:pt x="181" y="44"/>
                  </a:cubicBezTo>
                  <a:lnTo>
                    <a:pt x="166" y="57"/>
                  </a:lnTo>
                </a:path>
              </a:pathLst>
            </a:custGeom>
            <a:solidFill>
              <a:srgbClr val="FCF9F7">
                <a:alpha val="100000"/>
              </a:srgbClr>
            </a:solidFill>
            <a:ln cap="flat">
              <a:noFill/>
              <a:prstDash val="solid"/>
              <a:miter lim="0"/>
            </a:ln>
          </p:spPr>
          <p:txBody>
            <a:bodyPr rtlCol="0"/>
            <a:lstStyle/>
            <a:p>
              <a:pPr algn="ctr"/>
              <a:endParaRPr lang="zh-CN" altLang="en-US" sz="1635"/>
            </a:p>
          </p:txBody>
        </p:sp>
        <p:sp>
          <p:nvSpPr>
            <p:cNvPr id="1020" name="path"/>
            <p:cNvSpPr/>
            <p:nvPr/>
          </p:nvSpPr>
          <p:spPr>
            <a:xfrm>
              <a:off x="20677" y="10624"/>
              <a:ext cx="398848" cy="635766"/>
            </a:xfrm>
            <a:custGeom>
              <a:avLst/>
              <a:gdLst/>
              <a:ahLst/>
              <a:cxnLst/>
              <a:rect l="0" t="0" r="0" b="0"/>
              <a:pathLst>
                <a:path w="628" h="1001">
                  <a:moveTo>
                    <a:pt x="149" y="72"/>
                  </a:moveTo>
                  <a:lnTo>
                    <a:pt x="148" y="76"/>
                  </a:lnTo>
                  <a:lnTo>
                    <a:pt x="139" y="88"/>
                  </a:lnTo>
                  <a:lnTo>
                    <a:pt x="127" y="106"/>
                  </a:lnTo>
                  <a:cubicBezTo>
                    <a:pt x="55" y="234"/>
                    <a:pt x="-36" y="426"/>
                    <a:pt x="23" y="574"/>
                  </a:cubicBezTo>
                  <a:lnTo>
                    <a:pt x="43" y="610"/>
                  </a:lnTo>
                  <a:lnTo>
                    <a:pt x="84" y="672"/>
                  </a:lnTo>
                  <a:cubicBezTo>
                    <a:pt x="191" y="883"/>
                    <a:pt x="13" y="855"/>
                    <a:pt x="58" y="911"/>
                  </a:cubicBezTo>
                  <a:lnTo>
                    <a:pt x="66" y="919"/>
                  </a:lnTo>
                  <a:lnTo>
                    <a:pt x="77" y="926"/>
                  </a:lnTo>
                  <a:lnTo>
                    <a:pt x="89" y="934"/>
                  </a:lnTo>
                  <a:lnTo>
                    <a:pt x="103" y="941"/>
                  </a:lnTo>
                  <a:cubicBezTo>
                    <a:pt x="184" y="977"/>
                    <a:pt x="309" y="986"/>
                    <a:pt x="397" y="1001"/>
                  </a:cubicBezTo>
                  <a:lnTo>
                    <a:pt x="460" y="1001"/>
                  </a:lnTo>
                  <a:lnTo>
                    <a:pt x="490" y="995"/>
                  </a:lnTo>
                  <a:lnTo>
                    <a:pt x="517" y="985"/>
                  </a:lnTo>
                  <a:lnTo>
                    <a:pt x="544" y="972"/>
                  </a:lnTo>
                  <a:lnTo>
                    <a:pt x="568" y="953"/>
                  </a:lnTo>
                  <a:lnTo>
                    <a:pt x="588" y="928"/>
                  </a:lnTo>
                  <a:lnTo>
                    <a:pt x="604" y="895"/>
                  </a:lnTo>
                  <a:lnTo>
                    <a:pt x="615" y="854"/>
                  </a:lnTo>
                  <a:cubicBezTo>
                    <a:pt x="635" y="703"/>
                    <a:pt x="613" y="548"/>
                    <a:pt x="611" y="396"/>
                  </a:cubicBezTo>
                  <a:lnTo>
                    <a:pt x="603" y="295"/>
                  </a:lnTo>
                  <a:lnTo>
                    <a:pt x="589" y="206"/>
                  </a:lnTo>
                  <a:lnTo>
                    <a:pt x="569" y="133"/>
                  </a:lnTo>
                  <a:lnTo>
                    <a:pt x="544" y="78"/>
                  </a:lnTo>
                  <a:lnTo>
                    <a:pt x="508" y="44"/>
                  </a:lnTo>
                  <a:cubicBezTo>
                    <a:pt x="422" y="-4"/>
                    <a:pt x="257" y="-14"/>
                    <a:pt x="174" y="44"/>
                  </a:cubicBezTo>
                  <a:lnTo>
                    <a:pt x="160" y="58"/>
                  </a:lnTo>
                </a:path>
              </a:pathLst>
            </a:custGeom>
            <a:solidFill>
              <a:srgbClr val="FCF7F2">
                <a:alpha val="100000"/>
              </a:srgbClr>
            </a:solidFill>
            <a:ln cap="flat">
              <a:noFill/>
              <a:prstDash val="solid"/>
              <a:miter lim="0"/>
            </a:ln>
          </p:spPr>
          <p:txBody>
            <a:bodyPr rtlCol="0"/>
            <a:lstStyle/>
            <a:p>
              <a:pPr algn="ctr"/>
              <a:endParaRPr lang="zh-CN" altLang="en-US" sz="1635"/>
            </a:p>
          </p:txBody>
        </p:sp>
        <p:sp>
          <p:nvSpPr>
            <p:cNvPr id="1022" name="path"/>
            <p:cNvSpPr/>
            <p:nvPr/>
          </p:nvSpPr>
          <p:spPr>
            <a:xfrm>
              <a:off x="30561" y="16273"/>
              <a:ext cx="383651" cy="629356"/>
            </a:xfrm>
            <a:custGeom>
              <a:avLst/>
              <a:gdLst/>
              <a:ahLst/>
              <a:cxnLst/>
              <a:rect l="0" t="0" r="0" b="0"/>
              <a:pathLst>
                <a:path w="604" h="991">
                  <a:moveTo>
                    <a:pt x="144" y="70"/>
                  </a:moveTo>
                  <a:lnTo>
                    <a:pt x="143" y="74"/>
                  </a:lnTo>
                  <a:lnTo>
                    <a:pt x="135" y="86"/>
                  </a:lnTo>
                  <a:lnTo>
                    <a:pt x="124" y="104"/>
                  </a:lnTo>
                  <a:cubicBezTo>
                    <a:pt x="55" y="225"/>
                    <a:pt x="-35" y="430"/>
                    <a:pt x="22" y="567"/>
                  </a:cubicBezTo>
                  <a:lnTo>
                    <a:pt x="41" y="603"/>
                  </a:lnTo>
                  <a:lnTo>
                    <a:pt x="82" y="665"/>
                  </a:lnTo>
                  <a:cubicBezTo>
                    <a:pt x="187" y="868"/>
                    <a:pt x="14" y="848"/>
                    <a:pt x="53" y="902"/>
                  </a:cubicBezTo>
                  <a:lnTo>
                    <a:pt x="61" y="910"/>
                  </a:lnTo>
                  <a:lnTo>
                    <a:pt x="71" y="917"/>
                  </a:lnTo>
                  <a:lnTo>
                    <a:pt x="83" y="925"/>
                  </a:lnTo>
                  <a:lnTo>
                    <a:pt x="99" y="932"/>
                  </a:lnTo>
                  <a:cubicBezTo>
                    <a:pt x="179" y="968"/>
                    <a:pt x="295" y="975"/>
                    <a:pt x="383" y="989"/>
                  </a:cubicBezTo>
                  <a:lnTo>
                    <a:pt x="413" y="991"/>
                  </a:lnTo>
                  <a:lnTo>
                    <a:pt x="443" y="989"/>
                  </a:lnTo>
                  <a:lnTo>
                    <a:pt x="472" y="983"/>
                  </a:lnTo>
                  <a:lnTo>
                    <a:pt x="499" y="975"/>
                  </a:lnTo>
                  <a:lnTo>
                    <a:pt x="523" y="962"/>
                  </a:lnTo>
                  <a:lnTo>
                    <a:pt x="546" y="941"/>
                  </a:lnTo>
                  <a:lnTo>
                    <a:pt x="564" y="916"/>
                  </a:lnTo>
                  <a:lnTo>
                    <a:pt x="581" y="885"/>
                  </a:lnTo>
                  <a:lnTo>
                    <a:pt x="592" y="845"/>
                  </a:lnTo>
                  <a:cubicBezTo>
                    <a:pt x="610" y="711"/>
                    <a:pt x="590" y="530"/>
                    <a:pt x="588" y="392"/>
                  </a:cubicBezTo>
                  <a:lnTo>
                    <a:pt x="580" y="291"/>
                  </a:lnTo>
                  <a:lnTo>
                    <a:pt x="567" y="203"/>
                  </a:lnTo>
                  <a:lnTo>
                    <a:pt x="549" y="131"/>
                  </a:lnTo>
                  <a:lnTo>
                    <a:pt x="522" y="77"/>
                  </a:lnTo>
                  <a:lnTo>
                    <a:pt x="489" y="44"/>
                  </a:lnTo>
                  <a:cubicBezTo>
                    <a:pt x="412" y="-4"/>
                    <a:pt x="242" y="-13"/>
                    <a:pt x="168" y="44"/>
                  </a:cubicBezTo>
                  <a:lnTo>
                    <a:pt x="154" y="56"/>
                  </a:lnTo>
                </a:path>
              </a:pathLst>
            </a:custGeom>
            <a:solidFill>
              <a:srgbClr val="F9F2EA">
                <a:alpha val="100000"/>
              </a:srgbClr>
            </a:solidFill>
            <a:ln cap="flat">
              <a:noFill/>
              <a:prstDash val="solid"/>
              <a:miter lim="0"/>
            </a:ln>
          </p:spPr>
          <p:txBody>
            <a:bodyPr rtlCol="0"/>
            <a:lstStyle/>
            <a:p>
              <a:pPr algn="ctr"/>
              <a:endParaRPr lang="zh-CN" altLang="en-US" sz="1635"/>
            </a:p>
          </p:txBody>
        </p:sp>
        <p:sp>
          <p:nvSpPr>
            <p:cNvPr id="1024" name="path"/>
            <p:cNvSpPr/>
            <p:nvPr/>
          </p:nvSpPr>
          <p:spPr>
            <a:xfrm>
              <a:off x="40696" y="21193"/>
              <a:ext cx="368850" cy="622912"/>
            </a:xfrm>
            <a:custGeom>
              <a:avLst/>
              <a:gdLst/>
              <a:ahLst/>
              <a:cxnLst/>
              <a:rect l="0" t="0" r="0" b="0"/>
              <a:pathLst>
                <a:path w="580" h="980">
                  <a:moveTo>
                    <a:pt x="138" y="71"/>
                  </a:moveTo>
                  <a:lnTo>
                    <a:pt x="137" y="74"/>
                  </a:lnTo>
                  <a:lnTo>
                    <a:pt x="128" y="85"/>
                  </a:lnTo>
                  <a:lnTo>
                    <a:pt x="119" y="103"/>
                  </a:lnTo>
                  <a:cubicBezTo>
                    <a:pt x="53" y="224"/>
                    <a:pt x="-34" y="426"/>
                    <a:pt x="21" y="560"/>
                  </a:cubicBezTo>
                  <a:lnTo>
                    <a:pt x="41" y="596"/>
                  </a:lnTo>
                  <a:lnTo>
                    <a:pt x="78" y="658"/>
                  </a:lnTo>
                  <a:cubicBezTo>
                    <a:pt x="181" y="863"/>
                    <a:pt x="11" y="839"/>
                    <a:pt x="47" y="895"/>
                  </a:cubicBezTo>
                  <a:lnTo>
                    <a:pt x="55" y="902"/>
                  </a:lnTo>
                  <a:lnTo>
                    <a:pt x="65" y="910"/>
                  </a:lnTo>
                  <a:lnTo>
                    <a:pt x="77" y="917"/>
                  </a:lnTo>
                  <a:lnTo>
                    <a:pt x="92" y="924"/>
                  </a:lnTo>
                  <a:cubicBezTo>
                    <a:pt x="176" y="956"/>
                    <a:pt x="279" y="966"/>
                    <a:pt x="368" y="978"/>
                  </a:cubicBezTo>
                  <a:lnTo>
                    <a:pt x="397" y="980"/>
                  </a:lnTo>
                  <a:lnTo>
                    <a:pt x="425" y="978"/>
                  </a:lnTo>
                  <a:lnTo>
                    <a:pt x="453" y="973"/>
                  </a:lnTo>
                  <a:lnTo>
                    <a:pt x="479" y="965"/>
                  </a:lnTo>
                  <a:lnTo>
                    <a:pt x="503" y="952"/>
                  </a:lnTo>
                  <a:lnTo>
                    <a:pt x="524" y="932"/>
                  </a:lnTo>
                  <a:lnTo>
                    <a:pt x="542" y="907"/>
                  </a:lnTo>
                  <a:lnTo>
                    <a:pt x="558" y="876"/>
                  </a:lnTo>
                  <a:lnTo>
                    <a:pt x="567" y="836"/>
                  </a:lnTo>
                  <a:cubicBezTo>
                    <a:pt x="589" y="713"/>
                    <a:pt x="564" y="518"/>
                    <a:pt x="564" y="388"/>
                  </a:cubicBezTo>
                  <a:lnTo>
                    <a:pt x="557" y="289"/>
                  </a:lnTo>
                  <a:lnTo>
                    <a:pt x="543" y="203"/>
                  </a:lnTo>
                  <a:lnTo>
                    <a:pt x="527" y="131"/>
                  </a:lnTo>
                  <a:lnTo>
                    <a:pt x="501" y="77"/>
                  </a:lnTo>
                  <a:lnTo>
                    <a:pt x="469" y="43"/>
                  </a:lnTo>
                  <a:cubicBezTo>
                    <a:pt x="386" y="-4"/>
                    <a:pt x="242" y="-13"/>
                    <a:pt x="161" y="43"/>
                  </a:cubicBezTo>
                  <a:lnTo>
                    <a:pt x="147" y="56"/>
                  </a:lnTo>
                </a:path>
              </a:pathLst>
            </a:custGeom>
            <a:solidFill>
              <a:srgbClr val="F9EFE5">
                <a:alpha val="100000"/>
              </a:srgbClr>
            </a:solidFill>
            <a:ln cap="flat">
              <a:noFill/>
              <a:prstDash val="solid"/>
              <a:miter lim="0"/>
            </a:ln>
          </p:spPr>
          <p:txBody>
            <a:bodyPr rtlCol="0"/>
            <a:lstStyle/>
            <a:p>
              <a:pPr algn="ctr"/>
              <a:endParaRPr lang="zh-CN" altLang="en-US" sz="1635"/>
            </a:p>
          </p:txBody>
        </p:sp>
        <p:sp>
          <p:nvSpPr>
            <p:cNvPr id="1026" name="path"/>
            <p:cNvSpPr/>
            <p:nvPr/>
          </p:nvSpPr>
          <p:spPr>
            <a:xfrm>
              <a:off x="51416" y="26746"/>
              <a:ext cx="353004" cy="615073"/>
            </a:xfrm>
            <a:custGeom>
              <a:avLst/>
              <a:gdLst/>
              <a:ahLst/>
              <a:cxnLst/>
              <a:rect l="0" t="0" r="0" b="0"/>
              <a:pathLst>
                <a:path w="555" h="968">
                  <a:moveTo>
                    <a:pt x="132" y="69"/>
                  </a:moveTo>
                  <a:lnTo>
                    <a:pt x="131" y="73"/>
                  </a:lnTo>
                  <a:lnTo>
                    <a:pt x="123" y="85"/>
                  </a:lnTo>
                  <a:lnTo>
                    <a:pt x="114" y="102"/>
                  </a:lnTo>
                  <a:cubicBezTo>
                    <a:pt x="49" y="220"/>
                    <a:pt x="-31" y="424"/>
                    <a:pt x="20" y="555"/>
                  </a:cubicBezTo>
                  <a:lnTo>
                    <a:pt x="38" y="590"/>
                  </a:lnTo>
                  <a:lnTo>
                    <a:pt x="74" y="651"/>
                  </a:lnTo>
                  <a:cubicBezTo>
                    <a:pt x="176" y="858"/>
                    <a:pt x="7" y="829"/>
                    <a:pt x="42" y="887"/>
                  </a:cubicBezTo>
                  <a:lnTo>
                    <a:pt x="49" y="894"/>
                  </a:lnTo>
                  <a:lnTo>
                    <a:pt x="59" y="901"/>
                  </a:lnTo>
                  <a:lnTo>
                    <a:pt x="71" y="908"/>
                  </a:lnTo>
                  <a:lnTo>
                    <a:pt x="85" y="914"/>
                  </a:lnTo>
                  <a:cubicBezTo>
                    <a:pt x="165" y="944"/>
                    <a:pt x="266" y="955"/>
                    <a:pt x="351" y="967"/>
                  </a:cubicBezTo>
                  <a:lnTo>
                    <a:pt x="379" y="968"/>
                  </a:lnTo>
                  <a:lnTo>
                    <a:pt x="408" y="967"/>
                  </a:lnTo>
                  <a:lnTo>
                    <a:pt x="433" y="962"/>
                  </a:lnTo>
                  <a:lnTo>
                    <a:pt x="458" y="954"/>
                  </a:lnTo>
                  <a:lnTo>
                    <a:pt x="480" y="941"/>
                  </a:lnTo>
                  <a:lnTo>
                    <a:pt x="500" y="923"/>
                  </a:lnTo>
                  <a:lnTo>
                    <a:pt x="519" y="897"/>
                  </a:lnTo>
                  <a:lnTo>
                    <a:pt x="533" y="866"/>
                  </a:lnTo>
                  <a:lnTo>
                    <a:pt x="542" y="828"/>
                  </a:lnTo>
                  <a:cubicBezTo>
                    <a:pt x="563" y="703"/>
                    <a:pt x="541" y="513"/>
                    <a:pt x="540" y="383"/>
                  </a:cubicBezTo>
                  <a:lnTo>
                    <a:pt x="531" y="285"/>
                  </a:lnTo>
                  <a:lnTo>
                    <a:pt x="521" y="200"/>
                  </a:lnTo>
                  <a:lnTo>
                    <a:pt x="503" y="129"/>
                  </a:lnTo>
                  <a:lnTo>
                    <a:pt x="480" y="77"/>
                  </a:lnTo>
                  <a:lnTo>
                    <a:pt x="449" y="43"/>
                  </a:lnTo>
                  <a:cubicBezTo>
                    <a:pt x="372" y="-3"/>
                    <a:pt x="228" y="-13"/>
                    <a:pt x="153" y="43"/>
                  </a:cubicBezTo>
                  <a:lnTo>
                    <a:pt x="141" y="55"/>
                  </a:lnTo>
                </a:path>
              </a:pathLst>
            </a:custGeom>
            <a:solidFill>
              <a:srgbClr val="F7EADD">
                <a:alpha val="100000"/>
              </a:srgbClr>
            </a:solidFill>
            <a:ln cap="flat">
              <a:noFill/>
              <a:prstDash val="solid"/>
              <a:miter lim="0"/>
            </a:ln>
          </p:spPr>
          <p:txBody>
            <a:bodyPr rtlCol="0"/>
            <a:lstStyle/>
            <a:p>
              <a:pPr algn="ctr"/>
              <a:endParaRPr lang="zh-CN" altLang="en-US" sz="1635"/>
            </a:p>
          </p:txBody>
        </p:sp>
        <p:sp>
          <p:nvSpPr>
            <p:cNvPr id="1028" name="path"/>
            <p:cNvSpPr/>
            <p:nvPr/>
          </p:nvSpPr>
          <p:spPr>
            <a:xfrm>
              <a:off x="61039" y="32317"/>
              <a:ext cx="338156" cy="607977"/>
            </a:xfrm>
            <a:custGeom>
              <a:avLst/>
              <a:gdLst/>
              <a:ahLst/>
              <a:cxnLst/>
              <a:rect l="0" t="0" r="0" b="0"/>
              <a:pathLst>
                <a:path w="532" h="957">
                  <a:moveTo>
                    <a:pt x="127" y="68"/>
                  </a:moveTo>
                  <a:lnTo>
                    <a:pt x="126" y="73"/>
                  </a:lnTo>
                  <a:lnTo>
                    <a:pt x="119" y="83"/>
                  </a:lnTo>
                  <a:lnTo>
                    <a:pt x="109" y="100"/>
                  </a:lnTo>
                  <a:cubicBezTo>
                    <a:pt x="49" y="221"/>
                    <a:pt x="-31" y="415"/>
                    <a:pt x="21" y="548"/>
                  </a:cubicBezTo>
                  <a:lnTo>
                    <a:pt x="37" y="583"/>
                  </a:lnTo>
                  <a:lnTo>
                    <a:pt x="72" y="643"/>
                  </a:lnTo>
                  <a:cubicBezTo>
                    <a:pt x="171" y="844"/>
                    <a:pt x="10" y="819"/>
                    <a:pt x="36" y="877"/>
                  </a:cubicBezTo>
                  <a:lnTo>
                    <a:pt x="43" y="884"/>
                  </a:lnTo>
                  <a:lnTo>
                    <a:pt x="53" y="891"/>
                  </a:lnTo>
                  <a:lnTo>
                    <a:pt x="64" y="898"/>
                  </a:lnTo>
                  <a:lnTo>
                    <a:pt x="78" y="904"/>
                  </a:lnTo>
                  <a:cubicBezTo>
                    <a:pt x="155" y="931"/>
                    <a:pt x="256" y="944"/>
                    <a:pt x="337" y="956"/>
                  </a:cubicBezTo>
                  <a:lnTo>
                    <a:pt x="364" y="957"/>
                  </a:lnTo>
                  <a:lnTo>
                    <a:pt x="390" y="956"/>
                  </a:lnTo>
                  <a:lnTo>
                    <a:pt x="414" y="951"/>
                  </a:lnTo>
                  <a:lnTo>
                    <a:pt x="438" y="943"/>
                  </a:lnTo>
                  <a:lnTo>
                    <a:pt x="461" y="929"/>
                  </a:lnTo>
                  <a:lnTo>
                    <a:pt x="480" y="911"/>
                  </a:lnTo>
                  <a:lnTo>
                    <a:pt x="497" y="886"/>
                  </a:lnTo>
                  <a:lnTo>
                    <a:pt x="510" y="856"/>
                  </a:lnTo>
                  <a:lnTo>
                    <a:pt x="520" y="817"/>
                  </a:lnTo>
                  <a:cubicBezTo>
                    <a:pt x="537" y="687"/>
                    <a:pt x="522" y="510"/>
                    <a:pt x="516" y="379"/>
                  </a:cubicBezTo>
                  <a:lnTo>
                    <a:pt x="509" y="283"/>
                  </a:lnTo>
                  <a:lnTo>
                    <a:pt x="498" y="197"/>
                  </a:lnTo>
                  <a:lnTo>
                    <a:pt x="483" y="128"/>
                  </a:lnTo>
                  <a:lnTo>
                    <a:pt x="460" y="75"/>
                  </a:lnTo>
                  <a:lnTo>
                    <a:pt x="430" y="43"/>
                  </a:lnTo>
                  <a:cubicBezTo>
                    <a:pt x="361" y="-5"/>
                    <a:pt x="215" y="-12"/>
                    <a:pt x="148" y="43"/>
                  </a:cubicBezTo>
                  <a:lnTo>
                    <a:pt x="136" y="55"/>
                  </a:lnTo>
                </a:path>
              </a:pathLst>
            </a:custGeom>
            <a:solidFill>
              <a:srgbClr val="F4E5D6">
                <a:alpha val="100000"/>
              </a:srgbClr>
            </a:solidFill>
            <a:ln cap="flat">
              <a:noFill/>
              <a:prstDash val="solid"/>
              <a:miter lim="0"/>
            </a:ln>
          </p:spPr>
          <p:txBody>
            <a:bodyPr rtlCol="0"/>
            <a:lstStyle/>
            <a:p>
              <a:pPr algn="ctr"/>
              <a:endParaRPr lang="zh-CN" altLang="en-US" sz="1635"/>
            </a:p>
          </p:txBody>
        </p:sp>
        <p:sp>
          <p:nvSpPr>
            <p:cNvPr id="1030" name="path"/>
            <p:cNvSpPr/>
            <p:nvPr/>
          </p:nvSpPr>
          <p:spPr>
            <a:xfrm>
              <a:off x="72142" y="37985"/>
              <a:ext cx="321133" cy="603065"/>
            </a:xfrm>
            <a:custGeom>
              <a:avLst/>
              <a:gdLst/>
              <a:ahLst/>
              <a:cxnLst/>
              <a:rect l="0" t="0" r="0" b="0"/>
              <a:pathLst>
                <a:path w="505" h="949">
                  <a:moveTo>
                    <a:pt x="121" y="67"/>
                  </a:moveTo>
                  <a:lnTo>
                    <a:pt x="118" y="71"/>
                  </a:lnTo>
                  <a:lnTo>
                    <a:pt x="114" y="82"/>
                  </a:lnTo>
                  <a:lnTo>
                    <a:pt x="104" y="100"/>
                  </a:lnTo>
                  <a:lnTo>
                    <a:pt x="93" y="121"/>
                  </a:lnTo>
                  <a:cubicBezTo>
                    <a:pt x="61" y="193"/>
                    <a:pt x="31" y="260"/>
                    <a:pt x="16" y="338"/>
                  </a:cubicBezTo>
                  <a:lnTo>
                    <a:pt x="8" y="380"/>
                  </a:lnTo>
                  <a:lnTo>
                    <a:pt x="4" y="422"/>
                  </a:lnTo>
                  <a:cubicBezTo>
                    <a:pt x="-2" y="558"/>
                    <a:pt x="44" y="566"/>
                    <a:pt x="88" y="684"/>
                  </a:cubicBezTo>
                  <a:lnTo>
                    <a:pt x="98" y="725"/>
                  </a:lnTo>
                  <a:lnTo>
                    <a:pt x="98" y="757"/>
                  </a:lnTo>
                  <a:lnTo>
                    <a:pt x="91" y="782"/>
                  </a:lnTo>
                  <a:lnTo>
                    <a:pt x="80" y="802"/>
                  </a:lnTo>
                  <a:lnTo>
                    <a:pt x="67" y="815"/>
                  </a:lnTo>
                  <a:lnTo>
                    <a:pt x="52" y="826"/>
                  </a:lnTo>
                  <a:lnTo>
                    <a:pt x="39" y="835"/>
                  </a:lnTo>
                  <a:lnTo>
                    <a:pt x="31" y="845"/>
                  </a:lnTo>
                  <a:lnTo>
                    <a:pt x="26" y="853"/>
                  </a:lnTo>
                  <a:lnTo>
                    <a:pt x="26" y="860"/>
                  </a:lnTo>
                  <a:lnTo>
                    <a:pt x="30" y="868"/>
                  </a:lnTo>
                  <a:lnTo>
                    <a:pt x="37" y="875"/>
                  </a:lnTo>
                  <a:cubicBezTo>
                    <a:pt x="59" y="897"/>
                    <a:pt x="94" y="901"/>
                    <a:pt x="123" y="910"/>
                  </a:cubicBezTo>
                  <a:lnTo>
                    <a:pt x="162" y="919"/>
                  </a:lnTo>
                  <a:lnTo>
                    <a:pt x="182" y="923"/>
                  </a:lnTo>
                  <a:lnTo>
                    <a:pt x="202" y="925"/>
                  </a:lnTo>
                  <a:lnTo>
                    <a:pt x="224" y="930"/>
                  </a:lnTo>
                  <a:cubicBezTo>
                    <a:pt x="511" y="1000"/>
                    <a:pt x="507" y="836"/>
                    <a:pt x="499" y="590"/>
                  </a:cubicBezTo>
                  <a:lnTo>
                    <a:pt x="496" y="479"/>
                  </a:lnTo>
                  <a:lnTo>
                    <a:pt x="492" y="373"/>
                  </a:lnTo>
                  <a:lnTo>
                    <a:pt x="486" y="278"/>
                  </a:lnTo>
                  <a:cubicBezTo>
                    <a:pt x="475" y="201"/>
                    <a:pt x="466" y="52"/>
                    <a:pt x="374" y="23"/>
                  </a:cubicBezTo>
                  <a:lnTo>
                    <a:pt x="355" y="16"/>
                  </a:lnTo>
                  <a:lnTo>
                    <a:pt x="333" y="10"/>
                  </a:lnTo>
                  <a:cubicBezTo>
                    <a:pt x="282" y="0"/>
                    <a:pt x="238" y="0"/>
                    <a:pt x="188" y="14"/>
                  </a:cubicBezTo>
                  <a:lnTo>
                    <a:pt x="170" y="22"/>
                  </a:lnTo>
                  <a:lnTo>
                    <a:pt x="154" y="31"/>
                  </a:lnTo>
                  <a:lnTo>
                    <a:pt x="140" y="41"/>
                  </a:lnTo>
                  <a:lnTo>
                    <a:pt x="129" y="53"/>
                  </a:lnTo>
                </a:path>
              </a:pathLst>
            </a:custGeom>
            <a:solidFill>
              <a:srgbClr val="F4E2D1">
                <a:alpha val="100000"/>
              </a:srgbClr>
            </a:solidFill>
            <a:ln cap="flat">
              <a:noFill/>
              <a:prstDash val="solid"/>
              <a:miter lim="0"/>
            </a:ln>
          </p:spPr>
          <p:txBody>
            <a:bodyPr rtlCol="0"/>
            <a:lstStyle/>
            <a:p>
              <a:pPr algn="ctr"/>
              <a:endParaRPr lang="zh-CN" altLang="en-US" sz="1635"/>
            </a:p>
          </p:txBody>
        </p:sp>
        <p:sp>
          <p:nvSpPr>
            <p:cNvPr id="1032" name="path"/>
            <p:cNvSpPr/>
            <p:nvPr/>
          </p:nvSpPr>
          <p:spPr>
            <a:xfrm>
              <a:off x="81578" y="43383"/>
              <a:ext cx="307071" cy="595996"/>
            </a:xfrm>
            <a:custGeom>
              <a:avLst/>
              <a:gdLst/>
              <a:ahLst/>
              <a:cxnLst/>
              <a:rect l="0" t="0" r="0" b="0"/>
              <a:pathLst>
                <a:path w="483" h="938">
                  <a:moveTo>
                    <a:pt x="115" y="66"/>
                  </a:moveTo>
                  <a:lnTo>
                    <a:pt x="114" y="71"/>
                  </a:lnTo>
                  <a:lnTo>
                    <a:pt x="108" y="80"/>
                  </a:lnTo>
                  <a:lnTo>
                    <a:pt x="100" y="98"/>
                  </a:lnTo>
                  <a:lnTo>
                    <a:pt x="89" y="120"/>
                  </a:lnTo>
                  <a:cubicBezTo>
                    <a:pt x="58" y="184"/>
                    <a:pt x="31" y="265"/>
                    <a:pt x="16" y="335"/>
                  </a:cubicBezTo>
                  <a:lnTo>
                    <a:pt x="9" y="377"/>
                  </a:lnTo>
                  <a:lnTo>
                    <a:pt x="4" y="419"/>
                  </a:lnTo>
                  <a:cubicBezTo>
                    <a:pt x="-1" y="554"/>
                    <a:pt x="45" y="562"/>
                    <a:pt x="84" y="677"/>
                  </a:cubicBezTo>
                  <a:lnTo>
                    <a:pt x="94" y="718"/>
                  </a:lnTo>
                  <a:lnTo>
                    <a:pt x="94" y="749"/>
                  </a:lnTo>
                  <a:lnTo>
                    <a:pt x="89" y="774"/>
                  </a:lnTo>
                  <a:lnTo>
                    <a:pt x="78" y="792"/>
                  </a:lnTo>
                  <a:lnTo>
                    <a:pt x="64" y="806"/>
                  </a:lnTo>
                  <a:lnTo>
                    <a:pt x="51" y="817"/>
                  </a:lnTo>
                  <a:lnTo>
                    <a:pt x="36" y="827"/>
                  </a:lnTo>
                  <a:lnTo>
                    <a:pt x="28" y="835"/>
                  </a:lnTo>
                  <a:lnTo>
                    <a:pt x="23" y="845"/>
                  </a:lnTo>
                  <a:lnTo>
                    <a:pt x="22" y="852"/>
                  </a:lnTo>
                  <a:lnTo>
                    <a:pt x="25" y="859"/>
                  </a:lnTo>
                  <a:lnTo>
                    <a:pt x="31" y="866"/>
                  </a:lnTo>
                  <a:cubicBezTo>
                    <a:pt x="54" y="886"/>
                    <a:pt x="89" y="892"/>
                    <a:pt x="117" y="900"/>
                  </a:cubicBezTo>
                  <a:lnTo>
                    <a:pt x="136" y="904"/>
                  </a:lnTo>
                  <a:lnTo>
                    <a:pt x="155" y="908"/>
                  </a:lnTo>
                  <a:lnTo>
                    <a:pt x="175" y="912"/>
                  </a:lnTo>
                  <a:lnTo>
                    <a:pt x="195" y="914"/>
                  </a:lnTo>
                  <a:lnTo>
                    <a:pt x="215" y="919"/>
                  </a:lnTo>
                  <a:cubicBezTo>
                    <a:pt x="494" y="991"/>
                    <a:pt x="484" y="815"/>
                    <a:pt x="477" y="584"/>
                  </a:cubicBezTo>
                  <a:lnTo>
                    <a:pt x="473" y="474"/>
                  </a:lnTo>
                  <a:lnTo>
                    <a:pt x="469" y="370"/>
                  </a:lnTo>
                  <a:lnTo>
                    <a:pt x="462" y="275"/>
                  </a:lnTo>
                  <a:cubicBezTo>
                    <a:pt x="450" y="195"/>
                    <a:pt x="452" y="56"/>
                    <a:pt x="358" y="23"/>
                  </a:cubicBezTo>
                  <a:lnTo>
                    <a:pt x="339" y="16"/>
                  </a:lnTo>
                  <a:lnTo>
                    <a:pt x="319" y="11"/>
                  </a:lnTo>
                  <a:cubicBezTo>
                    <a:pt x="283" y="0"/>
                    <a:pt x="215" y="0"/>
                    <a:pt x="179" y="16"/>
                  </a:cubicBezTo>
                  <a:lnTo>
                    <a:pt x="163" y="23"/>
                  </a:lnTo>
                  <a:lnTo>
                    <a:pt x="148" y="31"/>
                  </a:lnTo>
                  <a:lnTo>
                    <a:pt x="135" y="41"/>
                  </a:lnTo>
                  <a:lnTo>
                    <a:pt x="124" y="53"/>
                  </a:lnTo>
                </a:path>
              </a:pathLst>
            </a:custGeom>
            <a:solidFill>
              <a:srgbClr val="F2DDC9">
                <a:alpha val="100000"/>
              </a:srgbClr>
            </a:solidFill>
            <a:ln cap="flat">
              <a:noFill/>
              <a:prstDash val="solid"/>
              <a:miter lim="0"/>
            </a:ln>
          </p:spPr>
          <p:txBody>
            <a:bodyPr rtlCol="0"/>
            <a:lstStyle/>
            <a:p>
              <a:pPr algn="ctr"/>
              <a:endParaRPr lang="zh-CN" altLang="en-US" sz="1635"/>
            </a:p>
          </p:txBody>
        </p:sp>
        <p:sp>
          <p:nvSpPr>
            <p:cNvPr id="1034" name="path"/>
            <p:cNvSpPr/>
            <p:nvPr/>
          </p:nvSpPr>
          <p:spPr>
            <a:xfrm>
              <a:off x="135414" y="486371"/>
              <a:ext cx="272033" cy="153162"/>
            </a:xfrm>
            <a:custGeom>
              <a:avLst/>
              <a:gdLst/>
              <a:ahLst/>
              <a:cxnLst/>
              <a:rect l="0" t="0" r="0" b="0"/>
              <a:pathLst>
                <a:path w="428" h="241">
                  <a:moveTo>
                    <a:pt x="7" y="81"/>
                  </a:moveTo>
                  <a:lnTo>
                    <a:pt x="9" y="124"/>
                  </a:lnTo>
                  <a:lnTo>
                    <a:pt x="9" y="169"/>
                  </a:lnTo>
                  <a:lnTo>
                    <a:pt x="10" y="170"/>
                  </a:lnTo>
                  <a:lnTo>
                    <a:pt x="13" y="170"/>
                  </a:lnTo>
                  <a:lnTo>
                    <a:pt x="15" y="168"/>
                  </a:lnTo>
                  <a:lnTo>
                    <a:pt x="16" y="143"/>
                  </a:lnTo>
                  <a:cubicBezTo>
                    <a:pt x="19" y="106"/>
                    <a:pt x="16" y="64"/>
                    <a:pt x="7" y="27"/>
                  </a:cubicBezTo>
                  <a:lnTo>
                    <a:pt x="2" y="8"/>
                  </a:lnTo>
                  <a:lnTo>
                    <a:pt x="0" y="0"/>
                  </a:lnTo>
                  <a:lnTo>
                    <a:pt x="1" y="9"/>
                  </a:lnTo>
                  <a:lnTo>
                    <a:pt x="3" y="31"/>
                  </a:lnTo>
                  <a:lnTo>
                    <a:pt x="6" y="57"/>
                  </a:lnTo>
                </a:path>
                <a:path w="428" h="241">
                  <a:moveTo>
                    <a:pt x="4" y="199"/>
                  </a:moveTo>
                  <a:lnTo>
                    <a:pt x="10" y="201"/>
                  </a:lnTo>
                  <a:lnTo>
                    <a:pt x="21" y="202"/>
                  </a:lnTo>
                  <a:cubicBezTo>
                    <a:pt x="82" y="210"/>
                    <a:pt x="144" y="216"/>
                    <a:pt x="205" y="223"/>
                  </a:cubicBezTo>
                  <a:lnTo>
                    <a:pt x="219" y="224"/>
                  </a:lnTo>
                  <a:lnTo>
                    <a:pt x="233" y="226"/>
                  </a:lnTo>
                  <a:cubicBezTo>
                    <a:pt x="298" y="233"/>
                    <a:pt x="361" y="239"/>
                    <a:pt x="427" y="241"/>
                  </a:cubicBezTo>
                  <a:lnTo>
                    <a:pt x="428" y="240"/>
                  </a:lnTo>
                  <a:lnTo>
                    <a:pt x="428" y="238"/>
                  </a:lnTo>
                  <a:lnTo>
                    <a:pt x="425" y="237"/>
                  </a:lnTo>
                  <a:cubicBezTo>
                    <a:pt x="282" y="220"/>
                    <a:pt x="153" y="208"/>
                    <a:pt x="9" y="199"/>
                  </a:cubicBezTo>
                  <a:lnTo>
                    <a:pt x="4" y="199"/>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1036" name="picture 1036"/>
          <p:cNvPicPr>
            <a:picLocks noChangeAspect="1"/>
          </p:cNvPicPr>
          <p:nvPr/>
        </p:nvPicPr>
        <p:blipFill>
          <a:blip r:embed="rId6"/>
          <a:stretch>
            <a:fillRect/>
          </a:stretch>
        </p:blipFill>
        <p:spPr>
          <a:xfrm rot="21600000">
            <a:off x="2262006" y="3235427"/>
            <a:ext cx="702391" cy="304877"/>
          </a:xfrm>
          <a:prstGeom prst="rect">
            <a:avLst/>
          </a:prstGeom>
        </p:spPr>
      </p:pic>
      <p:sp>
        <p:nvSpPr>
          <p:cNvPr id="1038" name="path"/>
          <p:cNvSpPr/>
          <p:nvPr/>
        </p:nvSpPr>
        <p:spPr>
          <a:xfrm>
            <a:off x="3040094" y="3903253"/>
            <a:ext cx="261674" cy="407193"/>
          </a:xfrm>
          <a:custGeom>
            <a:avLst/>
            <a:gdLst/>
            <a:ahLst/>
            <a:cxnLst/>
            <a:rect l="0" t="0" r="0" b="0"/>
            <a:pathLst>
              <a:path w="454" h="706">
                <a:moveTo>
                  <a:pt x="169" y="0"/>
                </a:moveTo>
                <a:lnTo>
                  <a:pt x="148" y="37"/>
                </a:lnTo>
                <a:lnTo>
                  <a:pt x="126" y="73"/>
                </a:lnTo>
                <a:lnTo>
                  <a:pt x="105" y="110"/>
                </a:lnTo>
                <a:lnTo>
                  <a:pt x="85" y="146"/>
                </a:lnTo>
                <a:lnTo>
                  <a:pt x="67" y="183"/>
                </a:lnTo>
                <a:lnTo>
                  <a:pt x="52" y="222"/>
                </a:lnTo>
                <a:lnTo>
                  <a:pt x="37" y="260"/>
                </a:lnTo>
                <a:lnTo>
                  <a:pt x="27" y="298"/>
                </a:lnTo>
                <a:lnTo>
                  <a:pt x="11" y="377"/>
                </a:lnTo>
                <a:lnTo>
                  <a:pt x="4" y="457"/>
                </a:lnTo>
                <a:lnTo>
                  <a:pt x="4" y="536"/>
                </a:lnTo>
                <a:lnTo>
                  <a:pt x="13" y="615"/>
                </a:lnTo>
                <a:lnTo>
                  <a:pt x="15" y="616"/>
                </a:lnTo>
                <a:lnTo>
                  <a:pt x="17" y="616"/>
                </a:lnTo>
                <a:lnTo>
                  <a:pt x="19" y="615"/>
                </a:lnTo>
                <a:lnTo>
                  <a:pt x="19" y="614"/>
                </a:lnTo>
                <a:cubicBezTo>
                  <a:pt x="-5" y="398"/>
                  <a:pt x="32" y="221"/>
                  <a:pt x="148" y="37"/>
                </a:cubicBezTo>
                <a:lnTo>
                  <a:pt x="169" y="0"/>
                </a:lnTo>
              </a:path>
              <a:path w="454" h="706">
                <a:moveTo>
                  <a:pt x="454" y="13"/>
                </a:moveTo>
                <a:lnTo>
                  <a:pt x="448" y="21"/>
                </a:lnTo>
                <a:lnTo>
                  <a:pt x="441" y="29"/>
                </a:lnTo>
                <a:lnTo>
                  <a:pt x="436" y="38"/>
                </a:lnTo>
                <a:cubicBezTo>
                  <a:pt x="413" y="79"/>
                  <a:pt x="393" y="123"/>
                  <a:pt x="375" y="166"/>
                </a:cubicBezTo>
                <a:lnTo>
                  <a:pt x="366" y="188"/>
                </a:lnTo>
                <a:lnTo>
                  <a:pt x="358" y="208"/>
                </a:lnTo>
                <a:cubicBezTo>
                  <a:pt x="288" y="380"/>
                  <a:pt x="272" y="494"/>
                  <a:pt x="306" y="681"/>
                </a:cubicBezTo>
                <a:lnTo>
                  <a:pt x="307" y="682"/>
                </a:lnTo>
                <a:lnTo>
                  <a:pt x="310" y="682"/>
                </a:lnTo>
                <a:lnTo>
                  <a:pt x="312" y="681"/>
                </a:lnTo>
                <a:lnTo>
                  <a:pt x="313" y="679"/>
                </a:lnTo>
                <a:cubicBezTo>
                  <a:pt x="291" y="521"/>
                  <a:pt x="301" y="382"/>
                  <a:pt x="357" y="233"/>
                </a:cubicBezTo>
                <a:lnTo>
                  <a:pt x="363" y="214"/>
                </a:lnTo>
                <a:lnTo>
                  <a:pt x="370" y="194"/>
                </a:lnTo>
                <a:cubicBezTo>
                  <a:pt x="390" y="144"/>
                  <a:pt x="410" y="91"/>
                  <a:pt x="435" y="43"/>
                </a:cubicBezTo>
                <a:lnTo>
                  <a:pt x="441" y="32"/>
                </a:lnTo>
                <a:lnTo>
                  <a:pt x="447" y="22"/>
                </a:lnTo>
                <a:lnTo>
                  <a:pt x="454" y="13"/>
                </a:lnTo>
              </a:path>
              <a:path w="454" h="706">
                <a:moveTo>
                  <a:pt x="173" y="670"/>
                </a:moveTo>
                <a:lnTo>
                  <a:pt x="192" y="674"/>
                </a:lnTo>
                <a:lnTo>
                  <a:pt x="213" y="679"/>
                </a:lnTo>
                <a:lnTo>
                  <a:pt x="232" y="683"/>
                </a:lnTo>
                <a:lnTo>
                  <a:pt x="251" y="688"/>
                </a:lnTo>
                <a:lnTo>
                  <a:pt x="270" y="692"/>
                </a:lnTo>
                <a:lnTo>
                  <a:pt x="289" y="697"/>
                </a:lnTo>
                <a:lnTo>
                  <a:pt x="310" y="701"/>
                </a:lnTo>
                <a:lnTo>
                  <a:pt x="329" y="706"/>
                </a:lnTo>
                <a:lnTo>
                  <a:pt x="330" y="706"/>
                </a:lnTo>
                <a:lnTo>
                  <a:pt x="333" y="705"/>
                </a:lnTo>
                <a:lnTo>
                  <a:pt x="333" y="704"/>
                </a:lnTo>
                <a:lnTo>
                  <a:pt x="331" y="703"/>
                </a:lnTo>
                <a:cubicBezTo>
                  <a:pt x="269" y="686"/>
                  <a:pt x="207" y="671"/>
                  <a:pt x="144" y="658"/>
                </a:cubicBezTo>
                <a:lnTo>
                  <a:pt x="136" y="657"/>
                </a:lnTo>
                <a:lnTo>
                  <a:pt x="129" y="655"/>
                </a:lnTo>
                <a:cubicBezTo>
                  <a:pt x="99" y="648"/>
                  <a:pt x="85" y="644"/>
                  <a:pt x="54" y="646"/>
                </a:cubicBezTo>
                <a:lnTo>
                  <a:pt x="51" y="646"/>
                </a:lnTo>
                <a:lnTo>
                  <a:pt x="54" y="646"/>
                </a:lnTo>
                <a:cubicBezTo>
                  <a:pt x="85" y="653"/>
                  <a:pt x="112" y="660"/>
                  <a:pt x="144" y="664"/>
                </a:cubicBezTo>
                <a:lnTo>
                  <a:pt x="161" y="66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040" name="rect"/>
          <p:cNvSpPr/>
          <p:nvPr/>
        </p:nvSpPr>
        <p:spPr>
          <a:xfrm>
            <a:off x="3268584" y="3897031"/>
            <a:ext cx="181819" cy="17283"/>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1042" name="path"/>
          <p:cNvSpPr/>
          <p:nvPr/>
        </p:nvSpPr>
        <p:spPr>
          <a:xfrm>
            <a:off x="2875217" y="4280968"/>
            <a:ext cx="197029" cy="69575"/>
          </a:xfrm>
          <a:custGeom>
            <a:avLst/>
            <a:gdLst/>
            <a:ahLst/>
            <a:cxnLst/>
            <a:rect l="0" t="0" r="0" b="0"/>
            <a:pathLst>
              <a:path w="342" h="120">
                <a:moveTo>
                  <a:pt x="133" y="45"/>
                </a:moveTo>
                <a:lnTo>
                  <a:pt x="145" y="33"/>
                </a:lnTo>
                <a:lnTo>
                  <a:pt x="152" y="27"/>
                </a:lnTo>
                <a:cubicBezTo>
                  <a:pt x="178" y="-3"/>
                  <a:pt x="218" y="25"/>
                  <a:pt x="249" y="30"/>
                </a:cubicBezTo>
                <a:lnTo>
                  <a:pt x="271" y="37"/>
                </a:lnTo>
                <a:lnTo>
                  <a:pt x="278" y="39"/>
                </a:lnTo>
                <a:lnTo>
                  <a:pt x="285" y="41"/>
                </a:lnTo>
                <a:lnTo>
                  <a:pt x="291" y="43"/>
                </a:lnTo>
                <a:lnTo>
                  <a:pt x="306" y="48"/>
                </a:lnTo>
                <a:lnTo>
                  <a:pt x="312" y="51"/>
                </a:lnTo>
                <a:lnTo>
                  <a:pt x="326" y="55"/>
                </a:lnTo>
                <a:lnTo>
                  <a:pt x="332" y="58"/>
                </a:lnTo>
                <a:lnTo>
                  <a:pt x="338" y="60"/>
                </a:lnTo>
                <a:lnTo>
                  <a:pt x="340" y="60"/>
                </a:lnTo>
                <a:lnTo>
                  <a:pt x="342" y="59"/>
                </a:lnTo>
                <a:lnTo>
                  <a:pt x="342" y="58"/>
                </a:lnTo>
                <a:lnTo>
                  <a:pt x="340" y="57"/>
                </a:lnTo>
                <a:lnTo>
                  <a:pt x="334" y="54"/>
                </a:lnTo>
                <a:cubicBezTo>
                  <a:pt x="111" y="-22"/>
                  <a:pt x="226" y="-18"/>
                  <a:pt x="16" y="111"/>
                </a:cubicBezTo>
                <a:lnTo>
                  <a:pt x="3" y="118"/>
                </a:lnTo>
                <a:lnTo>
                  <a:pt x="0" y="120"/>
                </a:lnTo>
                <a:lnTo>
                  <a:pt x="3" y="119"/>
                </a:lnTo>
                <a:cubicBezTo>
                  <a:pt x="34" y="104"/>
                  <a:pt x="65" y="88"/>
                  <a:pt x="96" y="71"/>
                </a:cubicBezTo>
                <a:lnTo>
                  <a:pt x="116" y="5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044" name="textbox 1044"/>
          <p:cNvSpPr/>
          <p:nvPr/>
        </p:nvSpPr>
        <p:spPr>
          <a:xfrm>
            <a:off x="2673830" y="4315759"/>
            <a:ext cx="448789" cy="407308"/>
          </a:xfrm>
          <a:prstGeom prst="rect">
            <a:avLst/>
          </a:prstGeom>
        </p:spPr>
        <p:txBody>
          <a:bodyPr vert="horz" wrap="square" lIns="0" tIns="0" rIns="0" bIns="0"/>
          <a:lstStyle/>
          <a:p>
            <a:pPr algn="l" rtl="0" eaLnBrk="0">
              <a:lnSpc>
                <a:spcPct val="83000"/>
              </a:lnSpc>
            </a:pPr>
            <a:endParaRPr lang="en-US" altLang="en-US" sz="100" dirty="0"/>
          </a:p>
          <a:p>
            <a:pPr marL="240030" algn="l" rtl="0" eaLnBrk="0">
              <a:lnSpc>
                <a:spcPts val="1205"/>
              </a:lnSpc>
              <a:tabLst>
                <a:tab pos="481330" algn="l"/>
              </a:tabLst>
            </a:pPr>
            <a:r>
              <a:rPr sz="905" u="sng" kern="0" spc="0" dirty="0">
                <a:solidFill>
                  <a:srgbClr val="000000">
                    <a:alpha val="100000"/>
                  </a:srgbClr>
                </a:solidFill>
                <a:latin typeface="Arial" panose="020B0604020202020204"/>
                <a:ea typeface="Arial" panose="020B0604020202020204"/>
                <a:cs typeface="Arial" panose="020B0604020202020204"/>
              </a:rPr>
              <a:t>	</a:t>
            </a:r>
            <a:endParaRPr lang="en-US" altLang="en-US" sz="905" dirty="0"/>
          </a:p>
          <a:p>
            <a:pPr marL="12700" algn="l" rtl="0" eaLnBrk="0">
              <a:lnSpc>
                <a:spcPct val="75000"/>
              </a:lnSpc>
              <a:spcBef>
                <a:spcPts val="23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Bob</a:t>
            </a:r>
            <a:endParaRPr lang="en-US" altLang="en-US" sz="1905" dirty="0"/>
          </a:p>
        </p:txBody>
      </p:sp>
      <p:pic>
        <p:nvPicPr>
          <p:cNvPr id="1046" name="picture 1046"/>
          <p:cNvPicPr>
            <a:picLocks noChangeAspect="1"/>
          </p:cNvPicPr>
          <p:nvPr/>
        </p:nvPicPr>
        <p:blipFill>
          <a:blip r:embed="rId7"/>
          <a:stretch>
            <a:fillRect/>
          </a:stretch>
        </p:blipFill>
        <p:spPr>
          <a:xfrm rot="21600000">
            <a:off x="2888001" y="4441303"/>
            <a:ext cx="431741" cy="92441"/>
          </a:xfrm>
          <a:prstGeom prst="rect">
            <a:avLst/>
          </a:prstGeom>
        </p:spPr>
      </p:pic>
      <p:sp>
        <p:nvSpPr>
          <p:cNvPr id="1048" name="path"/>
          <p:cNvSpPr/>
          <p:nvPr/>
        </p:nvSpPr>
        <p:spPr>
          <a:xfrm>
            <a:off x="2985830" y="3897721"/>
            <a:ext cx="312481" cy="552373"/>
          </a:xfrm>
          <a:custGeom>
            <a:avLst/>
            <a:gdLst/>
            <a:ahLst/>
            <a:cxnLst/>
            <a:rect l="0" t="0" r="0" b="0"/>
            <a:pathLst>
              <a:path w="542" h="958">
                <a:moveTo>
                  <a:pt x="232" y="895"/>
                </a:moveTo>
                <a:lnTo>
                  <a:pt x="237" y="909"/>
                </a:lnTo>
                <a:lnTo>
                  <a:pt x="238" y="925"/>
                </a:lnTo>
                <a:lnTo>
                  <a:pt x="235" y="942"/>
                </a:lnTo>
                <a:lnTo>
                  <a:pt x="230" y="955"/>
                </a:lnTo>
                <a:lnTo>
                  <a:pt x="231" y="958"/>
                </a:lnTo>
                <a:lnTo>
                  <a:pt x="236" y="957"/>
                </a:lnTo>
                <a:lnTo>
                  <a:pt x="241" y="951"/>
                </a:lnTo>
                <a:lnTo>
                  <a:pt x="247" y="939"/>
                </a:lnTo>
                <a:lnTo>
                  <a:pt x="248" y="924"/>
                </a:lnTo>
                <a:lnTo>
                  <a:pt x="244" y="907"/>
                </a:lnTo>
              </a:path>
              <a:path w="542" h="958">
                <a:moveTo>
                  <a:pt x="13" y="713"/>
                </a:moveTo>
                <a:lnTo>
                  <a:pt x="13" y="729"/>
                </a:lnTo>
                <a:cubicBezTo>
                  <a:pt x="22" y="772"/>
                  <a:pt x="59" y="772"/>
                  <a:pt x="66" y="808"/>
                </a:cubicBezTo>
                <a:lnTo>
                  <a:pt x="66" y="817"/>
                </a:lnTo>
                <a:lnTo>
                  <a:pt x="63" y="824"/>
                </a:lnTo>
                <a:cubicBezTo>
                  <a:pt x="44" y="842"/>
                  <a:pt x="29" y="850"/>
                  <a:pt x="9" y="866"/>
                </a:cubicBezTo>
                <a:lnTo>
                  <a:pt x="3" y="871"/>
                </a:lnTo>
                <a:lnTo>
                  <a:pt x="0" y="875"/>
                </a:lnTo>
                <a:lnTo>
                  <a:pt x="2" y="874"/>
                </a:lnTo>
                <a:lnTo>
                  <a:pt x="7" y="869"/>
                </a:lnTo>
                <a:cubicBezTo>
                  <a:pt x="24" y="861"/>
                  <a:pt x="41" y="848"/>
                  <a:pt x="58" y="838"/>
                </a:cubicBezTo>
                <a:lnTo>
                  <a:pt x="67" y="827"/>
                </a:lnTo>
                <a:lnTo>
                  <a:pt x="73" y="812"/>
                </a:lnTo>
                <a:lnTo>
                  <a:pt x="74" y="795"/>
                </a:lnTo>
                <a:lnTo>
                  <a:pt x="66" y="781"/>
                </a:lnTo>
                <a:lnTo>
                  <a:pt x="60" y="773"/>
                </a:lnTo>
                <a:lnTo>
                  <a:pt x="52" y="766"/>
                </a:lnTo>
                <a:lnTo>
                  <a:pt x="44" y="760"/>
                </a:lnTo>
                <a:lnTo>
                  <a:pt x="37" y="753"/>
                </a:lnTo>
                <a:lnTo>
                  <a:pt x="30" y="745"/>
                </a:lnTo>
                <a:lnTo>
                  <a:pt x="22" y="735"/>
                </a:lnTo>
                <a:lnTo>
                  <a:pt x="18" y="725"/>
                </a:lnTo>
              </a:path>
              <a:path w="542" h="958">
                <a:moveTo>
                  <a:pt x="6" y="721"/>
                </a:moveTo>
                <a:lnTo>
                  <a:pt x="9" y="721"/>
                </a:lnTo>
                <a:lnTo>
                  <a:pt x="18" y="724"/>
                </a:lnTo>
                <a:cubicBezTo>
                  <a:pt x="46" y="735"/>
                  <a:pt x="71" y="744"/>
                  <a:pt x="98" y="759"/>
                </a:cubicBezTo>
                <a:lnTo>
                  <a:pt x="114" y="769"/>
                </a:lnTo>
                <a:lnTo>
                  <a:pt x="126" y="780"/>
                </a:lnTo>
                <a:cubicBezTo>
                  <a:pt x="144" y="796"/>
                  <a:pt x="154" y="820"/>
                  <a:pt x="172" y="831"/>
                </a:cubicBezTo>
                <a:lnTo>
                  <a:pt x="187" y="838"/>
                </a:lnTo>
                <a:lnTo>
                  <a:pt x="205" y="843"/>
                </a:lnTo>
                <a:lnTo>
                  <a:pt x="204" y="843"/>
                </a:lnTo>
                <a:lnTo>
                  <a:pt x="200" y="841"/>
                </a:lnTo>
                <a:lnTo>
                  <a:pt x="196" y="836"/>
                </a:lnTo>
                <a:lnTo>
                  <a:pt x="189" y="831"/>
                </a:lnTo>
                <a:lnTo>
                  <a:pt x="183" y="824"/>
                </a:lnTo>
                <a:lnTo>
                  <a:pt x="176" y="816"/>
                </a:lnTo>
                <a:lnTo>
                  <a:pt x="169" y="806"/>
                </a:lnTo>
                <a:lnTo>
                  <a:pt x="162" y="795"/>
                </a:lnTo>
                <a:lnTo>
                  <a:pt x="154" y="786"/>
                </a:lnTo>
                <a:lnTo>
                  <a:pt x="146" y="776"/>
                </a:lnTo>
                <a:lnTo>
                  <a:pt x="139" y="766"/>
                </a:lnTo>
                <a:lnTo>
                  <a:pt x="132" y="758"/>
                </a:lnTo>
                <a:cubicBezTo>
                  <a:pt x="110" y="734"/>
                  <a:pt x="47" y="720"/>
                  <a:pt x="16" y="716"/>
                </a:cubicBezTo>
                <a:lnTo>
                  <a:pt x="6" y="715"/>
                </a:lnTo>
                <a:lnTo>
                  <a:pt x="2" y="716"/>
                </a:lnTo>
              </a:path>
              <a:path w="542" h="958">
                <a:moveTo>
                  <a:pt x="153" y="733"/>
                </a:moveTo>
                <a:lnTo>
                  <a:pt x="156" y="733"/>
                </a:lnTo>
                <a:lnTo>
                  <a:pt x="160" y="734"/>
                </a:lnTo>
                <a:lnTo>
                  <a:pt x="166" y="739"/>
                </a:lnTo>
                <a:lnTo>
                  <a:pt x="172" y="752"/>
                </a:lnTo>
                <a:lnTo>
                  <a:pt x="176" y="762"/>
                </a:lnTo>
                <a:lnTo>
                  <a:pt x="188" y="786"/>
                </a:lnTo>
                <a:lnTo>
                  <a:pt x="196" y="796"/>
                </a:lnTo>
                <a:lnTo>
                  <a:pt x="204" y="808"/>
                </a:lnTo>
                <a:lnTo>
                  <a:pt x="210" y="817"/>
                </a:lnTo>
                <a:lnTo>
                  <a:pt x="214" y="823"/>
                </a:lnTo>
                <a:lnTo>
                  <a:pt x="217" y="825"/>
                </a:lnTo>
                <a:lnTo>
                  <a:pt x="212" y="816"/>
                </a:lnTo>
                <a:lnTo>
                  <a:pt x="204" y="796"/>
                </a:lnTo>
                <a:lnTo>
                  <a:pt x="193" y="773"/>
                </a:lnTo>
                <a:lnTo>
                  <a:pt x="186" y="758"/>
                </a:lnTo>
                <a:lnTo>
                  <a:pt x="183" y="753"/>
                </a:lnTo>
                <a:lnTo>
                  <a:pt x="176" y="741"/>
                </a:lnTo>
                <a:lnTo>
                  <a:pt x="174" y="736"/>
                </a:lnTo>
                <a:lnTo>
                  <a:pt x="169" y="730"/>
                </a:lnTo>
                <a:lnTo>
                  <a:pt x="164" y="728"/>
                </a:lnTo>
                <a:lnTo>
                  <a:pt x="158" y="729"/>
                </a:lnTo>
              </a:path>
              <a:path w="542" h="958">
                <a:moveTo>
                  <a:pt x="265" y="0"/>
                </a:moveTo>
                <a:lnTo>
                  <a:pt x="267" y="0"/>
                </a:lnTo>
                <a:lnTo>
                  <a:pt x="273" y="1"/>
                </a:lnTo>
                <a:cubicBezTo>
                  <a:pt x="312" y="5"/>
                  <a:pt x="351" y="9"/>
                  <a:pt x="390" y="15"/>
                </a:cubicBezTo>
                <a:lnTo>
                  <a:pt x="411" y="19"/>
                </a:lnTo>
                <a:lnTo>
                  <a:pt x="433" y="22"/>
                </a:lnTo>
                <a:cubicBezTo>
                  <a:pt x="459" y="22"/>
                  <a:pt x="513" y="41"/>
                  <a:pt x="535" y="40"/>
                </a:cubicBezTo>
                <a:lnTo>
                  <a:pt x="540" y="40"/>
                </a:lnTo>
                <a:lnTo>
                  <a:pt x="542" y="39"/>
                </a:lnTo>
                <a:lnTo>
                  <a:pt x="541" y="38"/>
                </a:lnTo>
                <a:cubicBezTo>
                  <a:pt x="481" y="13"/>
                  <a:pt x="369" y="1"/>
                  <a:pt x="306" y="0"/>
                </a:cubicBezTo>
                <a:lnTo>
                  <a:pt x="285" y="0"/>
                </a:lnTo>
              </a:path>
            </a:pathLst>
          </a:custGeom>
          <a:solidFill>
            <a:srgbClr val="140000">
              <a:alpha val="100000"/>
            </a:srgbClr>
          </a:solidFill>
          <a:ln cap="flat">
            <a:noFill/>
            <a:prstDash val="solid"/>
            <a:miter lim="0"/>
          </a:ln>
        </p:spPr>
        <p:txBody>
          <a:bodyPr rtlCol="0"/>
          <a:lstStyle/>
          <a:p>
            <a:pPr algn="ctr"/>
            <a:endParaRPr lang="zh-CN" altLang="en-US" sz="1635"/>
          </a:p>
        </p:txBody>
      </p:sp>
      <p:grpSp>
        <p:nvGrpSpPr>
          <p:cNvPr id="72" name="group 72"/>
          <p:cNvGrpSpPr/>
          <p:nvPr/>
        </p:nvGrpSpPr>
        <p:grpSpPr>
          <a:xfrm rot="21600000">
            <a:off x="6627068" y="4028464"/>
            <a:ext cx="467339" cy="361842"/>
            <a:chOff x="0" y="0"/>
            <a:chExt cx="515111" cy="398830"/>
          </a:xfrm>
        </p:grpSpPr>
        <p:pic>
          <p:nvPicPr>
            <p:cNvPr id="1050" name="picture 1050"/>
            <p:cNvPicPr>
              <a:picLocks noChangeAspect="1"/>
            </p:cNvPicPr>
            <p:nvPr/>
          </p:nvPicPr>
          <p:blipFill>
            <a:blip r:embed="rId8"/>
            <a:stretch>
              <a:fillRect/>
            </a:stretch>
          </p:blipFill>
          <p:spPr>
            <a:xfrm rot="21600000">
              <a:off x="0" y="0"/>
              <a:ext cx="515111" cy="398830"/>
            </a:xfrm>
            <a:prstGeom prst="rect">
              <a:avLst/>
            </a:prstGeom>
          </p:spPr>
        </p:pic>
        <p:sp>
          <p:nvSpPr>
            <p:cNvPr id="1052" name="textbox 1052"/>
            <p:cNvSpPr/>
            <p:nvPr/>
          </p:nvSpPr>
          <p:spPr>
            <a:xfrm>
              <a:off x="-12700" y="-12700"/>
              <a:ext cx="541019" cy="488315"/>
            </a:xfrm>
            <a:prstGeom prst="rect">
              <a:avLst/>
            </a:prstGeom>
          </p:spPr>
          <p:txBody>
            <a:bodyPr vert="horz" wrap="square" lIns="0" tIns="0" rIns="0" bIns="0"/>
            <a:lstStyle/>
            <a:p>
              <a:pPr algn="l" rtl="0" eaLnBrk="0">
                <a:lnSpc>
                  <a:spcPct val="110000"/>
                </a:lnSpc>
              </a:pPr>
              <a:endParaRPr lang="en-US" altLang="en-US" sz="725" dirty="0"/>
            </a:p>
            <a:p>
              <a:pPr marL="172085"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grpSp>
        <p:nvGrpSpPr>
          <p:cNvPr id="74" name="group 74"/>
          <p:cNvGrpSpPr/>
          <p:nvPr/>
        </p:nvGrpSpPr>
        <p:grpSpPr>
          <a:xfrm rot="21600000">
            <a:off x="2960942" y="3283235"/>
            <a:ext cx="467339" cy="361629"/>
            <a:chOff x="0" y="0"/>
            <a:chExt cx="515111" cy="398595"/>
          </a:xfrm>
        </p:grpSpPr>
        <p:pic>
          <p:nvPicPr>
            <p:cNvPr id="1054" name="picture 1054"/>
            <p:cNvPicPr>
              <a:picLocks noChangeAspect="1"/>
            </p:cNvPicPr>
            <p:nvPr/>
          </p:nvPicPr>
          <p:blipFill>
            <a:blip r:embed="rId9"/>
            <a:stretch>
              <a:fillRect/>
            </a:stretch>
          </p:blipFill>
          <p:spPr>
            <a:xfrm rot="21600000">
              <a:off x="0" y="0"/>
              <a:ext cx="515111" cy="398595"/>
            </a:xfrm>
            <a:prstGeom prst="rect">
              <a:avLst/>
            </a:prstGeom>
          </p:spPr>
        </p:pic>
        <p:sp>
          <p:nvSpPr>
            <p:cNvPr id="1056" name="textbox 1056"/>
            <p:cNvSpPr/>
            <p:nvPr/>
          </p:nvSpPr>
          <p:spPr>
            <a:xfrm>
              <a:off x="-12700" y="-12700"/>
              <a:ext cx="541019" cy="488315"/>
            </a:xfrm>
            <a:prstGeom prst="rect">
              <a:avLst/>
            </a:prstGeom>
          </p:spPr>
          <p:txBody>
            <a:bodyPr vert="horz" wrap="square" lIns="0" tIns="0" rIns="0" bIns="0"/>
            <a:lstStyle/>
            <a:p>
              <a:pPr algn="l" rtl="0" eaLnBrk="0">
                <a:lnSpc>
                  <a:spcPct val="110000"/>
                </a:lnSpc>
              </a:pPr>
              <a:endParaRPr lang="en-US" altLang="en-US" sz="725" dirty="0"/>
            </a:p>
            <a:p>
              <a:pPr marL="171450"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grpSp>
        <p:nvGrpSpPr>
          <p:cNvPr id="76" name="group 76"/>
          <p:cNvGrpSpPr/>
          <p:nvPr/>
        </p:nvGrpSpPr>
        <p:grpSpPr>
          <a:xfrm rot="21600000">
            <a:off x="6627068" y="2657533"/>
            <a:ext cx="467339" cy="355636"/>
            <a:chOff x="0" y="0"/>
            <a:chExt cx="515111" cy="391990"/>
          </a:xfrm>
        </p:grpSpPr>
        <p:pic>
          <p:nvPicPr>
            <p:cNvPr id="1058" name="picture 1058"/>
            <p:cNvPicPr>
              <a:picLocks noChangeAspect="1"/>
            </p:cNvPicPr>
            <p:nvPr/>
          </p:nvPicPr>
          <p:blipFill>
            <a:blip r:embed="rId10"/>
            <a:stretch>
              <a:fillRect/>
            </a:stretch>
          </p:blipFill>
          <p:spPr>
            <a:xfrm rot="21600000">
              <a:off x="0" y="0"/>
              <a:ext cx="515111" cy="391990"/>
            </a:xfrm>
            <a:prstGeom prst="rect">
              <a:avLst/>
            </a:prstGeom>
          </p:spPr>
        </p:pic>
        <p:sp>
          <p:nvSpPr>
            <p:cNvPr id="1060" name="textbox 1060"/>
            <p:cNvSpPr/>
            <p:nvPr/>
          </p:nvSpPr>
          <p:spPr>
            <a:xfrm>
              <a:off x="-12700" y="-12700"/>
              <a:ext cx="541019" cy="481965"/>
            </a:xfrm>
            <a:prstGeom prst="rect">
              <a:avLst/>
            </a:prstGeom>
          </p:spPr>
          <p:txBody>
            <a:bodyPr vert="horz" wrap="square" lIns="0" tIns="0" rIns="0" bIns="0"/>
            <a:lstStyle/>
            <a:p>
              <a:pPr algn="l" rtl="0" eaLnBrk="0">
                <a:lnSpc>
                  <a:spcPct val="107000"/>
                </a:lnSpc>
              </a:pPr>
              <a:endParaRPr lang="en-US" altLang="en-US" sz="725" dirty="0"/>
            </a:p>
            <a:p>
              <a:pPr marL="186055" algn="l" rtl="0" eaLnBrk="0">
                <a:lnSpc>
                  <a:spcPct val="75000"/>
                </a:lnSpc>
                <a:spcBef>
                  <a:spcPts val="5"/>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1905" dirty="0"/>
            </a:p>
          </p:txBody>
        </p:sp>
      </p:grpSp>
      <p:graphicFrame>
        <p:nvGraphicFramePr>
          <p:cNvPr id="1062" name="table 1062"/>
          <p:cNvGraphicFramePr>
            <a:graphicFrameLocks noGrp="1"/>
          </p:cNvGraphicFramePr>
          <p:nvPr/>
        </p:nvGraphicFramePr>
        <p:xfrm>
          <a:off x="5328749" y="3116518"/>
          <a:ext cx="694055" cy="238125"/>
        </p:xfrm>
        <a:graphic>
          <a:graphicData uri="http://schemas.openxmlformats.org/drawingml/2006/table">
            <a:tbl>
              <a:tblPr>
                <a:solidFill>
                  <a:srgbClr val="C0C0C0"/>
                </a:solidFill>
              </a:tblPr>
              <a:tblGrid>
                <a:gridCol w="694055"/>
              </a:tblGrid>
              <a:tr h="238125">
                <a:tc>
                  <a:txBody>
                    <a:bodyPr/>
                    <a:lstStyle/>
                    <a:p>
                      <a:pPr algn="l" rtl="0" eaLnBrk="0">
                        <a:lnSpc>
                          <a:spcPct val="100000"/>
                        </a:lnSpc>
                      </a:pPr>
                      <a:endParaRPr lang="en-US" altLang="en-US" sz="905" dirty="0"/>
                    </a:p>
                  </a:txBody>
                  <a:tcPr marL="0" marR="0" marT="0" marB="0" vert="horz">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41275" cap="flat" cmpd="sng" algn="ctr">
                      <a:solidFill>
                        <a:srgbClr val="000000"/>
                      </a:solidFill>
                      <a:prstDash val="solid"/>
                      <a:round/>
                      <a:headEnd type="none" w="med" len="med"/>
                      <a:tailEnd type="none" w="med" len="med"/>
                    </a:lnB>
                    <a:solidFill>
                      <a:srgbClr val="C0C0C0"/>
                    </a:solidFill>
                  </a:tcPr>
                </a:tc>
              </a:tr>
            </a:tbl>
          </a:graphicData>
        </a:graphic>
      </p:graphicFrame>
      <p:grpSp>
        <p:nvGrpSpPr>
          <p:cNvPr id="78" name="group 78"/>
          <p:cNvGrpSpPr/>
          <p:nvPr/>
        </p:nvGrpSpPr>
        <p:grpSpPr>
          <a:xfrm rot="21600000">
            <a:off x="3799526" y="3230496"/>
            <a:ext cx="467339" cy="353886"/>
            <a:chOff x="0" y="0"/>
            <a:chExt cx="515111" cy="390061"/>
          </a:xfrm>
        </p:grpSpPr>
        <p:pic>
          <p:nvPicPr>
            <p:cNvPr id="1064" name="picture 1064"/>
            <p:cNvPicPr>
              <a:picLocks noChangeAspect="1"/>
            </p:cNvPicPr>
            <p:nvPr/>
          </p:nvPicPr>
          <p:blipFill>
            <a:blip r:embed="rId11"/>
            <a:stretch>
              <a:fillRect/>
            </a:stretch>
          </p:blipFill>
          <p:spPr>
            <a:xfrm rot="21600000">
              <a:off x="0" y="0"/>
              <a:ext cx="515111" cy="390061"/>
            </a:xfrm>
            <a:prstGeom prst="rect">
              <a:avLst/>
            </a:prstGeom>
          </p:spPr>
        </p:pic>
        <p:sp>
          <p:nvSpPr>
            <p:cNvPr id="1066" name="textbox 1066"/>
            <p:cNvSpPr/>
            <p:nvPr/>
          </p:nvSpPr>
          <p:spPr>
            <a:xfrm>
              <a:off x="-12700" y="-12700"/>
              <a:ext cx="541019" cy="480059"/>
            </a:xfrm>
            <a:prstGeom prst="rect">
              <a:avLst/>
            </a:prstGeom>
          </p:spPr>
          <p:txBody>
            <a:bodyPr vert="horz" wrap="square" lIns="0" tIns="0" rIns="0" bIns="0"/>
            <a:lstStyle/>
            <a:p>
              <a:pPr algn="l" rtl="0" eaLnBrk="0">
                <a:lnSpc>
                  <a:spcPct val="106000"/>
                </a:lnSpc>
              </a:pPr>
              <a:endParaRPr lang="en-US" altLang="en-US" sz="725" dirty="0"/>
            </a:p>
            <a:p>
              <a:pPr algn="l" rtl="0" eaLnBrk="0">
                <a:lnSpc>
                  <a:spcPct val="6000"/>
                </a:lnSpc>
              </a:pPr>
              <a:endParaRPr lang="en-US" altLang="en-US" sz="100" dirty="0"/>
            </a:p>
            <a:p>
              <a:pPr marL="177165" algn="l" rtl="0" eaLnBrk="0">
                <a:lnSpc>
                  <a:spcPct val="75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1905" dirty="0"/>
            </a:p>
          </p:txBody>
        </p:sp>
      </p:grpSp>
      <p:grpSp>
        <p:nvGrpSpPr>
          <p:cNvPr id="80" name="group 80"/>
          <p:cNvGrpSpPr/>
          <p:nvPr/>
        </p:nvGrpSpPr>
        <p:grpSpPr>
          <a:xfrm rot="21600000">
            <a:off x="8917435" y="2601477"/>
            <a:ext cx="467339" cy="352813"/>
            <a:chOff x="0" y="0"/>
            <a:chExt cx="515111" cy="388878"/>
          </a:xfrm>
        </p:grpSpPr>
        <p:pic>
          <p:nvPicPr>
            <p:cNvPr id="1068" name="picture 1068"/>
            <p:cNvPicPr>
              <a:picLocks noChangeAspect="1"/>
            </p:cNvPicPr>
            <p:nvPr/>
          </p:nvPicPr>
          <p:blipFill>
            <a:blip r:embed="rId12"/>
            <a:stretch>
              <a:fillRect/>
            </a:stretch>
          </p:blipFill>
          <p:spPr>
            <a:xfrm rot="21600000">
              <a:off x="0" y="0"/>
              <a:ext cx="515111" cy="388878"/>
            </a:xfrm>
            <a:prstGeom prst="rect">
              <a:avLst/>
            </a:prstGeom>
          </p:spPr>
        </p:pic>
        <p:sp>
          <p:nvSpPr>
            <p:cNvPr id="1070" name="textbox 1070"/>
            <p:cNvSpPr/>
            <p:nvPr/>
          </p:nvSpPr>
          <p:spPr>
            <a:xfrm>
              <a:off x="-12700" y="-12700"/>
              <a:ext cx="541019" cy="478790"/>
            </a:xfrm>
            <a:prstGeom prst="rect">
              <a:avLst/>
            </a:prstGeom>
          </p:spPr>
          <p:txBody>
            <a:bodyPr vert="horz" wrap="square" lIns="0" tIns="0" rIns="0" bIns="0"/>
            <a:lstStyle/>
            <a:p>
              <a:pPr algn="l" rtl="0" eaLnBrk="0">
                <a:lnSpc>
                  <a:spcPct val="105000"/>
                </a:lnSpc>
              </a:pPr>
              <a:endParaRPr lang="en-US" altLang="en-US" sz="725" dirty="0"/>
            </a:p>
            <a:p>
              <a:pPr marL="176530" algn="l" rtl="0" eaLnBrk="0">
                <a:lnSpc>
                  <a:spcPct val="75000"/>
                </a:lnSpc>
                <a:spcBef>
                  <a:spcPts val="5"/>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1905" dirty="0"/>
            </a:p>
          </p:txBody>
        </p:sp>
      </p:grpSp>
      <p:graphicFrame>
        <p:nvGraphicFramePr>
          <p:cNvPr id="1072" name="table 1072"/>
          <p:cNvGraphicFramePr>
            <a:graphicFrameLocks noGrp="1"/>
          </p:cNvGraphicFramePr>
          <p:nvPr/>
        </p:nvGraphicFramePr>
        <p:xfrm>
          <a:off x="7695865" y="4835858"/>
          <a:ext cx="694055" cy="236220"/>
        </p:xfrm>
        <a:graphic>
          <a:graphicData uri="http://schemas.openxmlformats.org/drawingml/2006/table">
            <a:tbl>
              <a:tblPr>
                <a:solidFill>
                  <a:srgbClr val="C0C0C0"/>
                </a:solidFill>
              </a:tblPr>
              <a:tblGrid>
                <a:gridCol w="694055"/>
              </a:tblGrid>
              <a:tr h="236220">
                <a:tc>
                  <a:txBody>
                    <a:bodyPr/>
                    <a:lstStyle/>
                    <a:p>
                      <a:pPr algn="l" rtl="0" eaLnBrk="0">
                        <a:lnSpc>
                          <a:spcPct val="100000"/>
                        </a:lnSpc>
                      </a:pPr>
                      <a:endParaRPr lang="en-US" altLang="en-US" sz="905" dirty="0"/>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C0C0"/>
                    </a:solidFill>
                  </a:tcPr>
                </a:tc>
              </a:tr>
            </a:tbl>
          </a:graphicData>
        </a:graphic>
      </p:graphicFrame>
      <p:grpSp>
        <p:nvGrpSpPr>
          <p:cNvPr id="82" name="group 82"/>
          <p:cNvGrpSpPr/>
          <p:nvPr/>
        </p:nvGrpSpPr>
        <p:grpSpPr>
          <a:xfrm rot="21600000">
            <a:off x="6627068" y="4777645"/>
            <a:ext cx="465266" cy="353971"/>
            <a:chOff x="0" y="0"/>
            <a:chExt cx="512826" cy="390155"/>
          </a:xfrm>
        </p:grpSpPr>
        <p:pic>
          <p:nvPicPr>
            <p:cNvPr id="1074" name="picture 1074"/>
            <p:cNvPicPr>
              <a:picLocks noChangeAspect="1"/>
            </p:cNvPicPr>
            <p:nvPr/>
          </p:nvPicPr>
          <p:blipFill>
            <a:blip r:embed="rId13"/>
            <a:stretch>
              <a:fillRect/>
            </a:stretch>
          </p:blipFill>
          <p:spPr>
            <a:xfrm rot="21600000">
              <a:off x="0" y="0"/>
              <a:ext cx="512826" cy="390155"/>
            </a:xfrm>
            <a:prstGeom prst="rect">
              <a:avLst/>
            </a:prstGeom>
          </p:spPr>
        </p:pic>
        <p:sp>
          <p:nvSpPr>
            <p:cNvPr id="1076" name="textbox 1076"/>
            <p:cNvSpPr/>
            <p:nvPr/>
          </p:nvSpPr>
          <p:spPr>
            <a:xfrm>
              <a:off x="-12700" y="-12700"/>
              <a:ext cx="538480" cy="480059"/>
            </a:xfrm>
            <a:prstGeom prst="rect">
              <a:avLst/>
            </a:prstGeom>
          </p:spPr>
          <p:txBody>
            <a:bodyPr vert="horz" wrap="square" lIns="0" tIns="0" rIns="0" bIns="0"/>
            <a:lstStyle/>
            <a:p>
              <a:pPr algn="l" rtl="0" eaLnBrk="0">
                <a:lnSpc>
                  <a:spcPct val="106000"/>
                </a:lnSpc>
              </a:pPr>
              <a:endParaRPr lang="en-US" altLang="en-US" sz="725" dirty="0"/>
            </a:p>
            <a:p>
              <a:pPr algn="l" rtl="0" eaLnBrk="0">
                <a:lnSpc>
                  <a:spcPct val="7000"/>
                </a:lnSpc>
              </a:pPr>
              <a:endParaRPr lang="en-US" altLang="en-US" sz="100" dirty="0"/>
            </a:p>
            <a:p>
              <a:pPr marL="185420" algn="l" rtl="0" eaLnBrk="0">
                <a:lnSpc>
                  <a:spcPct val="75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1905" dirty="0"/>
            </a:p>
          </p:txBody>
        </p:sp>
      </p:grpSp>
      <p:pic>
        <p:nvPicPr>
          <p:cNvPr id="1078" name="picture 1078"/>
          <p:cNvPicPr>
            <a:picLocks noChangeAspect="1"/>
          </p:cNvPicPr>
          <p:nvPr/>
        </p:nvPicPr>
        <p:blipFill>
          <a:blip r:embed="rId14"/>
          <a:stretch>
            <a:fillRect/>
          </a:stretch>
        </p:blipFill>
        <p:spPr>
          <a:xfrm rot="21600000">
            <a:off x="4947827" y="3351910"/>
            <a:ext cx="455247" cy="345325"/>
          </a:xfrm>
          <a:prstGeom prst="rect">
            <a:avLst/>
          </a:prstGeom>
        </p:spPr>
      </p:pic>
      <p:pic>
        <p:nvPicPr>
          <p:cNvPr id="1080" name="picture 1080"/>
          <p:cNvPicPr>
            <a:picLocks noChangeAspect="1"/>
          </p:cNvPicPr>
          <p:nvPr/>
        </p:nvPicPr>
        <p:blipFill>
          <a:blip r:embed="rId15"/>
          <a:stretch>
            <a:fillRect/>
          </a:stretch>
        </p:blipFill>
        <p:spPr>
          <a:xfrm rot="21600000">
            <a:off x="7544453" y="3295826"/>
            <a:ext cx="455333" cy="344720"/>
          </a:xfrm>
          <a:prstGeom prst="rect">
            <a:avLst/>
          </a:prstGeom>
        </p:spPr>
      </p:pic>
      <p:pic>
        <p:nvPicPr>
          <p:cNvPr id="1082" name="picture 1082"/>
          <p:cNvPicPr>
            <a:picLocks noChangeAspect="1"/>
          </p:cNvPicPr>
          <p:nvPr/>
        </p:nvPicPr>
        <p:blipFill>
          <a:blip r:embed="rId16"/>
          <a:stretch>
            <a:fillRect/>
          </a:stretch>
        </p:blipFill>
        <p:spPr>
          <a:xfrm rot="21600000">
            <a:off x="8462551" y="4477056"/>
            <a:ext cx="726588" cy="151401"/>
          </a:xfrm>
          <a:prstGeom prst="rect">
            <a:avLst/>
          </a:prstGeom>
        </p:spPr>
      </p:pic>
      <p:sp>
        <p:nvSpPr>
          <p:cNvPr id="1084" name="rect"/>
          <p:cNvSpPr/>
          <p:nvPr/>
        </p:nvSpPr>
        <p:spPr>
          <a:xfrm>
            <a:off x="5178730" y="4997629"/>
            <a:ext cx="1374364"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1086" name="picture 1086"/>
          <p:cNvPicPr>
            <a:picLocks noChangeAspect="1"/>
          </p:cNvPicPr>
          <p:nvPr/>
        </p:nvPicPr>
        <p:blipFill>
          <a:blip r:embed="rId17"/>
          <a:stretch>
            <a:fillRect/>
          </a:stretch>
        </p:blipFill>
        <p:spPr>
          <a:xfrm rot="21600000">
            <a:off x="5102684" y="4725936"/>
            <a:ext cx="151401" cy="286901"/>
          </a:xfrm>
          <a:prstGeom prst="rect">
            <a:avLst/>
          </a:prstGeom>
        </p:spPr>
      </p:pic>
      <p:sp>
        <p:nvSpPr>
          <p:cNvPr id="1088" name="textbox 1088"/>
          <p:cNvSpPr/>
          <p:nvPr/>
        </p:nvSpPr>
        <p:spPr>
          <a:xfrm>
            <a:off x="4883030" y="4492835"/>
            <a:ext cx="473561" cy="303032"/>
          </a:xfrm>
          <a:prstGeom prst="rect">
            <a:avLst/>
          </a:prstGeom>
        </p:spPr>
        <p:txBody>
          <a:bodyPr vert="horz" wrap="square" lIns="0" tIns="0" rIns="0" bIns="0"/>
          <a:lstStyle/>
          <a:p>
            <a:pPr algn="l" rtl="0" eaLnBrk="0">
              <a:lnSpc>
                <a:spcPct val="92000"/>
              </a:lnSpc>
            </a:pPr>
            <a:endParaRPr lang="en-US" altLang="en-US" sz="100" dirty="0"/>
          </a:p>
          <a:p>
            <a:pPr algn="r" rtl="0" eaLnBrk="0">
              <a:lnSpc>
                <a:spcPct val="96000"/>
              </a:lnSpc>
            </a:pPr>
            <a:r>
              <a:rPr sz="1905" kern="0" spc="-22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a:t>
            </a:r>
            <a:r>
              <a:rPr sz="1905" kern="0" spc="-10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较</a:t>
            </a:r>
            <a:endParaRPr lang="en-US" altLang="en-US" sz="1905" dirty="0"/>
          </a:p>
        </p:txBody>
      </p:sp>
      <p:pic>
        <p:nvPicPr>
          <p:cNvPr id="1090" name="picture 1090"/>
          <p:cNvPicPr>
            <a:picLocks noChangeAspect="1"/>
          </p:cNvPicPr>
          <p:nvPr/>
        </p:nvPicPr>
        <p:blipFill>
          <a:blip r:embed="rId18"/>
          <a:stretch>
            <a:fillRect/>
          </a:stretch>
        </p:blipFill>
        <p:spPr>
          <a:xfrm rot="21600000">
            <a:off x="7088186" y="4133466"/>
            <a:ext cx="611817" cy="151401"/>
          </a:xfrm>
          <a:prstGeom prst="rect">
            <a:avLst/>
          </a:prstGeom>
        </p:spPr>
      </p:pic>
      <p:pic>
        <p:nvPicPr>
          <p:cNvPr id="1092" name="picture 1092"/>
          <p:cNvPicPr>
            <a:picLocks noChangeAspect="1"/>
          </p:cNvPicPr>
          <p:nvPr/>
        </p:nvPicPr>
        <p:blipFill>
          <a:blip r:embed="rId19"/>
          <a:stretch>
            <a:fillRect/>
          </a:stretch>
        </p:blipFill>
        <p:spPr>
          <a:xfrm rot="21600000">
            <a:off x="7088175" y="4879412"/>
            <a:ext cx="610444" cy="151401"/>
          </a:xfrm>
          <a:prstGeom prst="rect">
            <a:avLst/>
          </a:prstGeom>
        </p:spPr>
      </p:pic>
      <p:sp>
        <p:nvSpPr>
          <p:cNvPr id="1094" name="textbox 1094"/>
          <p:cNvSpPr/>
          <p:nvPr/>
        </p:nvSpPr>
        <p:spPr>
          <a:xfrm>
            <a:off x="9796911" y="4533991"/>
            <a:ext cx="547303" cy="245998"/>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Alice</a:t>
            </a:r>
            <a:endParaRPr lang="en-US" altLang="en-US" sz="1905" dirty="0"/>
          </a:p>
        </p:txBody>
      </p:sp>
      <p:pic>
        <p:nvPicPr>
          <p:cNvPr id="1096" name="picture 1096"/>
          <p:cNvPicPr>
            <a:picLocks noChangeAspect="1"/>
          </p:cNvPicPr>
          <p:nvPr/>
        </p:nvPicPr>
        <p:blipFill>
          <a:blip r:embed="rId20"/>
          <a:stretch>
            <a:fillRect/>
          </a:stretch>
        </p:blipFill>
        <p:spPr>
          <a:xfrm rot="21600000">
            <a:off x="8386505" y="2759100"/>
            <a:ext cx="534398" cy="152093"/>
          </a:xfrm>
          <a:prstGeom prst="rect">
            <a:avLst/>
          </a:prstGeom>
        </p:spPr>
      </p:pic>
      <p:pic>
        <p:nvPicPr>
          <p:cNvPr id="1098" name="picture 1098"/>
          <p:cNvPicPr>
            <a:picLocks noChangeAspect="1"/>
          </p:cNvPicPr>
          <p:nvPr/>
        </p:nvPicPr>
        <p:blipFill>
          <a:blip r:embed="rId21"/>
          <a:stretch>
            <a:fillRect/>
          </a:stretch>
        </p:blipFill>
        <p:spPr>
          <a:xfrm rot="21600000">
            <a:off x="6096817" y="2760483"/>
            <a:ext cx="534398" cy="152092"/>
          </a:xfrm>
          <a:prstGeom prst="rect">
            <a:avLst/>
          </a:prstGeom>
        </p:spPr>
      </p:pic>
      <p:pic>
        <p:nvPicPr>
          <p:cNvPr id="1100" name="picture 1100"/>
          <p:cNvPicPr>
            <a:picLocks noChangeAspect="1"/>
          </p:cNvPicPr>
          <p:nvPr/>
        </p:nvPicPr>
        <p:blipFill>
          <a:blip r:embed="rId22"/>
          <a:stretch>
            <a:fillRect/>
          </a:stretch>
        </p:blipFill>
        <p:spPr>
          <a:xfrm rot="21600000">
            <a:off x="7088186" y="2759100"/>
            <a:ext cx="534387" cy="152093"/>
          </a:xfrm>
          <a:prstGeom prst="rect">
            <a:avLst/>
          </a:prstGeom>
        </p:spPr>
      </p:pic>
      <p:sp>
        <p:nvSpPr>
          <p:cNvPr id="1102" name="textbox 1102"/>
          <p:cNvSpPr/>
          <p:nvPr/>
        </p:nvSpPr>
        <p:spPr>
          <a:xfrm>
            <a:off x="4038759" y="4075882"/>
            <a:ext cx="377351" cy="305913"/>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97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20" baseline="-20000" dirty="0">
                <a:solidFill>
                  <a:srgbClr val="000000">
                    <a:alpha val="100000"/>
                  </a:srgbClr>
                </a:solidFill>
                <a:latin typeface="Times New Roman" panose="02020603050405020304"/>
                <a:ea typeface="Times New Roman" panose="02020603050405020304"/>
                <a:cs typeface="Times New Roman" panose="02020603050405020304"/>
              </a:rPr>
              <a:t>b</a:t>
            </a:r>
            <a:endParaRPr lang="en-US" altLang="en-US" sz="1905" baseline="-20000" dirty="0"/>
          </a:p>
        </p:txBody>
      </p:sp>
      <p:pic>
        <p:nvPicPr>
          <p:cNvPr id="1104" name="picture 1104"/>
          <p:cNvPicPr>
            <a:picLocks noChangeAspect="1"/>
          </p:cNvPicPr>
          <p:nvPr/>
        </p:nvPicPr>
        <p:blipFill>
          <a:blip r:embed="rId23"/>
          <a:stretch>
            <a:fillRect/>
          </a:stretch>
        </p:blipFill>
        <p:spPr>
          <a:xfrm rot="21600000">
            <a:off x="9073688" y="2111323"/>
            <a:ext cx="152080" cy="515733"/>
          </a:xfrm>
          <a:prstGeom prst="rect">
            <a:avLst/>
          </a:prstGeom>
        </p:spPr>
      </p:pic>
      <p:pic>
        <p:nvPicPr>
          <p:cNvPr id="1106" name="picture 1106"/>
          <p:cNvPicPr>
            <a:picLocks noChangeAspect="1"/>
          </p:cNvPicPr>
          <p:nvPr/>
        </p:nvPicPr>
        <p:blipFill>
          <a:blip r:embed="rId24"/>
          <a:stretch>
            <a:fillRect/>
          </a:stretch>
        </p:blipFill>
        <p:spPr>
          <a:xfrm rot="21600000">
            <a:off x="4645714" y="3007288"/>
            <a:ext cx="151401" cy="458351"/>
          </a:xfrm>
          <a:prstGeom prst="rect">
            <a:avLst/>
          </a:prstGeom>
        </p:spPr>
      </p:pic>
      <p:pic>
        <p:nvPicPr>
          <p:cNvPr id="1108" name="picture 1108"/>
          <p:cNvPicPr>
            <a:picLocks noChangeAspect="1"/>
          </p:cNvPicPr>
          <p:nvPr/>
        </p:nvPicPr>
        <p:blipFill>
          <a:blip r:embed="rId25"/>
          <a:stretch>
            <a:fillRect/>
          </a:stretch>
        </p:blipFill>
        <p:spPr>
          <a:xfrm rot="21600000">
            <a:off x="3959223" y="3580401"/>
            <a:ext cx="151401" cy="458351"/>
          </a:xfrm>
          <a:prstGeom prst="rect">
            <a:avLst/>
          </a:prstGeom>
        </p:spPr>
      </p:pic>
      <p:pic>
        <p:nvPicPr>
          <p:cNvPr id="1110" name="picture 1110"/>
          <p:cNvPicPr>
            <a:picLocks noChangeAspect="1"/>
          </p:cNvPicPr>
          <p:nvPr/>
        </p:nvPicPr>
        <p:blipFill>
          <a:blip r:embed="rId26"/>
          <a:stretch>
            <a:fillRect/>
          </a:stretch>
        </p:blipFill>
        <p:spPr>
          <a:xfrm rot="21600000">
            <a:off x="6784691" y="3007288"/>
            <a:ext cx="151401" cy="458351"/>
          </a:xfrm>
          <a:prstGeom prst="rect">
            <a:avLst/>
          </a:prstGeom>
        </p:spPr>
      </p:pic>
      <p:pic>
        <p:nvPicPr>
          <p:cNvPr id="1112" name="picture 1112"/>
          <p:cNvPicPr>
            <a:picLocks noChangeAspect="1"/>
          </p:cNvPicPr>
          <p:nvPr/>
        </p:nvPicPr>
        <p:blipFill>
          <a:blip r:embed="rId27"/>
          <a:stretch>
            <a:fillRect/>
          </a:stretch>
        </p:blipFill>
        <p:spPr>
          <a:xfrm rot="21600000">
            <a:off x="3420677" y="3389593"/>
            <a:ext cx="458351" cy="151401"/>
          </a:xfrm>
          <a:prstGeom prst="rect">
            <a:avLst/>
          </a:prstGeom>
        </p:spPr>
      </p:pic>
      <p:pic>
        <p:nvPicPr>
          <p:cNvPr id="1114" name="picture 1114"/>
          <p:cNvPicPr>
            <a:picLocks noChangeAspect="1"/>
          </p:cNvPicPr>
          <p:nvPr/>
        </p:nvPicPr>
        <p:blipFill>
          <a:blip r:embed="rId28"/>
          <a:stretch>
            <a:fillRect/>
          </a:stretch>
        </p:blipFill>
        <p:spPr>
          <a:xfrm rot="21600000">
            <a:off x="6784691" y="5127598"/>
            <a:ext cx="151401" cy="458351"/>
          </a:xfrm>
          <a:prstGeom prst="rect">
            <a:avLst/>
          </a:prstGeom>
        </p:spPr>
      </p:pic>
      <p:sp>
        <p:nvSpPr>
          <p:cNvPr id="1116" name="path"/>
          <p:cNvSpPr/>
          <p:nvPr/>
        </p:nvSpPr>
        <p:spPr>
          <a:xfrm>
            <a:off x="2512660" y="3865921"/>
            <a:ext cx="170367" cy="256483"/>
          </a:xfrm>
          <a:custGeom>
            <a:avLst/>
            <a:gdLst/>
            <a:ahLst/>
            <a:cxnLst/>
            <a:rect l="0" t="0" r="0" b="0"/>
            <a:pathLst>
              <a:path w="295" h="445">
                <a:moveTo>
                  <a:pt x="134" y="111"/>
                </a:moveTo>
                <a:lnTo>
                  <a:pt x="140" y="117"/>
                </a:lnTo>
                <a:cubicBezTo>
                  <a:pt x="182" y="154"/>
                  <a:pt x="222" y="171"/>
                  <a:pt x="276" y="182"/>
                </a:cubicBezTo>
                <a:lnTo>
                  <a:pt x="278" y="182"/>
                </a:lnTo>
                <a:lnTo>
                  <a:pt x="280" y="179"/>
                </a:lnTo>
                <a:lnTo>
                  <a:pt x="278" y="178"/>
                </a:lnTo>
                <a:cubicBezTo>
                  <a:pt x="175" y="151"/>
                  <a:pt x="124" y="106"/>
                  <a:pt x="82" y="3"/>
                </a:cubicBezTo>
                <a:lnTo>
                  <a:pt x="79" y="0"/>
                </a:lnTo>
                <a:lnTo>
                  <a:pt x="80" y="3"/>
                </a:lnTo>
                <a:cubicBezTo>
                  <a:pt x="90" y="35"/>
                  <a:pt x="97" y="51"/>
                  <a:pt x="113" y="81"/>
                </a:cubicBezTo>
                <a:lnTo>
                  <a:pt x="122" y="97"/>
                </a:lnTo>
              </a:path>
              <a:path w="295" h="445">
                <a:moveTo>
                  <a:pt x="271" y="297"/>
                </a:moveTo>
                <a:lnTo>
                  <a:pt x="270" y="298"/>
                </a:lnTo>
                <a:lnTo>
                  <a:pt x="271" y="299"/>
                </a:lnTo>
                <a:lnTo>
                  <a:pt x="274" y="299"/>
                </a:lnTo>
                <a:lnTo>
                  <a:pt x="275" y="298"/>
                </a:lnTo>
                <a:lnTo>
                  <a:pt x="286" y="283"/>
                </a:lnTo>
                <a:lnTo>
                  <a:pt x="290" y="263"/>
                </a:lnTo>
                <a:lnTo>
                  <a:pt x="290" y="243"/>
                </a:lnTo>
                <a:lnTo>
                  <a:pt x="289" y="221"/>
                </a:lnTo>
                <a:lnTo>
                  <a:pt x="286" y="203"/>
                </a:lnTo>
                <a:lnTo>
                  <a:pt x="281" y="188"/>
                </a:lnTo>
                <a:lnTo>
                  <a:pt x="278" y="177"/>
                </a:lnTo>
                <a:lnTo>
                  <a:pt x="277" y="173"/>
                </a:lnTo>
                <a:lnTo>
                  <a:pt x="280" y="187"/>
                </a:lnTo>
                <a:lnTo>
                  <a:pt x="284" y="221"/>
                </a:lnTo>
                <a:lnTo>
                  <a:pt x="283" y="262"/>
                </a:lnTo>
              </a:path>
              <a:path w="295" h="445">
                <a:moveTo>
                  <a:pt x="1" y="124"/>
                </a:moveTo>
                <a:lnTo>
                  <a:pt x="4" y="146"/>
                </a:lnTo>
                <a:cubicBezTo>
                  <a:pt x="0" y="228"/>
                  <a:pt x="43" y="306"/>
                  <a:pt x="108" y="355"/>
                </a:cubicBezTo>
                <a:lnTo>
                  <a:pt x="113" y="356"/>
                </a:lnTo>
                <a:lnTo>
                  <a:pt x="118" y="351"/>
                </a:lnTo>
                <a:lnTo>
                  <a:pt x="118" y="347"/>
                </a:lnTo>
                <a:lnTo>
                  <a:pt x="104" y="332"/>
                </a:lnTo>
                <a:lnTo>
                  <a:pt x="90" y="315"/>
                </a:lnTo>
                <a:lnTo>
                  <a:pt x="77" y="298"/>
                </a:lnTo>
                <a:lnTo>
                  <a:pt x="65" y="281"/>
                </a:lnTo>
                <a:lnTo>
                  <a:pt x="54" y="263"/>
                </a:lnTo>
                <a:lnTo>
                  <a:pt x="44" y="247"/>
                </a:lnTo>
                <a:lnTo>
                  <a:pt x="36" y="229"/>
                </a:lnTo>
                <a:cubicBezTo>
                  <a:pt x="17" y="176"/>
                  <a:pt x="10" y="135"/>
                  <a:pt x="6" y="79"/>
                </a:cubicBezTo>
                <a:lnTo>
                  <a:pt x="5" y="56"/>
                </a:lnTo>
                <a:lnTo>
                  <a:pt x="5" y="46"/>
                </a:lnTo>
                <a:lnTo>
                  <a:pt x="4" y="55"/>
                </a:lnTo>
                <a:lnTo>
                  <a:pt x="2" y="75"/>
                </a:lnTo>
                <a:lnTo>
                  <a:pt x="1" y="101"/>
                </a:lnTo>
              </a:path>
              <a:path w="295" h="445">
                <a:moveTo>
                  <a:pt x="184" y="344"/>
                </a:moveTo>
                <a:lnTo>
                  <a:pt x="226" y="344"/>
                </a:lnTo>
                <a:lnTo>
                  <a:pt x="252" y="346"/>
                </a:lnTo>
                <a:lnTo>
                  <a:pt x="266" y="346"/>
                </a:lnTo>
                <a:lnTo>
                  <a:pt x="280" y="347"/>
                </a:lnTo>
                <a:lnTo>
                  <a:pt x="293" y="349"/>
                </a:lnTo>
                <a:lnTo>
                  <a:pt x="294" y="349"/>
                </a:lnTo>
                <a:lnTo>
                  <a:pt x="295" y="347"/>
                </a:lnTo>
                <a:lnTo>
                  <a:pt x="295" y="346"/>
                </a:lnTo>
                <a:lnTo>
                  <a:pt x="294" y="346"/>
                </a:lnTo>
                <a:cubicBezTo>
                  <a:pt x="225" y="336"/>
                  <a:pt x="155" y="337"/>
                  <a:pt x="86" y="347"/>
                </a:cubicBezTo>
                <a:lnTo>
                  <a:pt x="84" y="347"/>
                </a:lnTo>
                <a:lnTo>
                  <a:pt x="86" y="347"/>
                </a:lnTo>
                <a:cubicBezTo>
                  <a:pt x="108" y="345"/>
                  <a:pt x="134" y="346"/>
                  <a:pt x="155" y="344"/>
                </a:cubicBezTo>
                <a:lnTo>
                  <a:pt x="169" y="344"/>
                </a:lnTo>
              </a:path>
              <a:path w="295" h="445">
                <a:moveTo>
                  <a:pt x="239" y="391"/>
                </a:moveTo>
                <a:lnTo>
                  <a:pt x="233" y="397"/>
                </a:lnTo>
                <a:cubicBezTo>
                  <a:pt x="223" y="410"/>
                  <a:pt x="206" y="428"/>
                  <a:pt x="200" y="442"/>
                </a:cubicBezTo>
                <a:lnTo>
                  <a:pt x="200" y="445"/>
                </a:lnTo>
                <a:lnTo>
                  <a:pt x="204" y="445"/>
                </a:lnTo>
                <a:cubicBezTo>
                  <a:pt x="208" y="442"/>
                  <a:pt x="224" y="417"/>
                  <a:pt x="229" y="411"/>
                </a:cubicBezTo>
                <a:lnTo>
                  <a:pt x="235" y="405"/>
                </a:lnTo>
                <a:lnTo>
                  <a:pt x="240" y="399"/>
                </a:lnTo>
                <a:cubicBezTo>
                  <a:pt x="253" y="383"/>
                  <a:pt x="267" y="368"/>
                  <a:pt x="280" y="351"/>
                </a:cubicBezTo>
                <a:lnTo>
                  <a:pt x="284" y="346"/>
                </a:lnTo>
                <a:lnTo>
                  <a:pt x="286" y="344"/>
                </a:lnTo>
                <a:lnTo>
                  <a:pt x="284" y="346"/>
                </a:lnTo>
                <a:cubicBezTo>
                  <a:pt x="279" y="349"/>
                  <a:pt x="255" y="372"/>
                  <a:pt x="252" y="376"/>
                </a:cubicBezTo>
                <a:lnTo>
                  <a:pt x="245" y="38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18" name="path"/>
          <p:cNvSpPr/>
          <p:nvPr/>
        </p:nvSpPr>
        <p:spPr>
          <a:xfrm>
            <a:off x="2277216" y="3811996"/>
            <a:ext cx="314555" cy="201176"/>
          </a:xfrm>
          <a:custGeom>
            <a:avLst/>
            <a:gdLst/>
            <a:ahLst/>
            <a:cxnLst/>
            <a:rect l="0" t="0" r="0" b="0"/>
            <a:pathLst>
              <a:path w="546" h="349">
                <a:moveTo>
                  <a:pt x="546" y="0"/>
                </a:moveTo>
                <a:lnTo>
                  <a:pt x="542" y="19"/>
                </a:lnTo>
                <a:lnTo>
                  <a:pt x="535" y="35"/>
                </a:lnTo>
                <a:cubicBezTo>
                  <a:pt x="496" y="117"/>
                  <a:pt x="391" y="157"/>
                  <a:pt x="312" y="186"/>
                </a:cubicBezTo>
                <a:lnTo>
                  <a:pt x="290" y="193"/>
                </a:lnTo>
                <a:lnTo>
                  <a:pt x="270" y="201"/>
                </a:lnTo>
                <a:cubicBezTo>
                  <a:pt x="182" y="232"/>
                  <a:pt x="84" y="269"/>
                  <a:pt x="13" y="330"/>
                </a:cubicBezTo>
                <a:lnTo>
                  <a:pt x="1" y="343"/>
                </a:lnTo>
                <a:lnTo>
                  <a:pt x="0" y="346"/>
                </a:lnTo>
                <a:lnTo>
                  <a:pt x="4" y="349"/>
                </a:lnTo>
                <a:lnTo>
                  <a:pt x="8" y="347"/>
                </a:lnTo>
                <a:cubicBezTo>
                  <a:pt x="50" y="319"/>
                  <a:pt x="99" y="291"/>
                  <a:pt x="145" y="270"/>
                </a:cubicBezTo>
                <a:lnTo>
                  <a:pt x="165" y="259"/>
                </a:lnTo>
                <a:lnTo>
                  <a:pt x="176" y="254"/>
                </a:lnTo>
                <a:cubicBezTo>
                  <a:pt x="200" y="242"/>
                  <a:pt x="228" y="233"/>
                  <a:pt x="253" y="223"/>
                </a:cubicBezTo>
                <a:lnTo>
                  <a:pt x="265" y="219"/>
                </a:lnTo>
                <a:lnTo>
                  <a:pt x="276" y="216"/>
                </a:lnTo>
                <a:lnTo>
                  <a:pt x="286" y="211"/>
                </a:lnTo>
                <a:cubicBezTo>
                  <a:pt x="372" y="180"/>
                  <a:pt x="508" y="125"/>
                  <a:pt x="538" y="32"/>
                </a:cubicBezTo>
                <a:lnTo>
                  <a:pt x="543" y="16"/>
                </a:lnTo>
                <a:lnTo>
                  <a:pt x="546"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20" name="textbox 1120"/>
          <p:cNvSpPr/>
          <p:nvPr/>
        </p:nvSpPr>
        <p:spPr>
          <a:xfrm>
            <a:off x="6905707" y="5626720"/>
            <a:ext cx="296696" cy="301304"/>
          </a:xfrm>
          <a:prstGeom prst="rect">
            <a:avLst/>
          </a:prstGeom>
        </p:spPr>
        <p:txBody>
          <a:bodyPr vert="horz" wrap="square" lIns="0" tIns="0" rIns="0" bIns="0"/>
          <a:lstStyle/>
          <a:p>
            <a:pPr algn="l" rtl="0" eaLnBrk="0">
              <a:lnSpc>
                <a:spcPct val="78000"/>
              </a:lnSpc>
            </a:pPr>
            <a:endParaRPr lang="en-US" altLang="en-US" sz="100" dirty="0"/>
          </a:p>
          <a:p>
            <a:pPr marL="12700" algn="l" rtl="0" eaLnBrk="0">
              <a:lnSpc>
                <a:spcPct val="97000"/>
              </a:lnSpc>
            </a:pPr>
            <a:r>
              <a:rPr sz="2905" b="1" kern="0" spc="-10" baseline="500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10" baseline="-17000" dirty="0">
                <a:solidFill>
                  <a:srgbClr val="000000">
                    <a:alpha val="100000"/>
                  </a:srgbClr>
                </a:solidFill>
                <a:latin typeface="Times New Roman" panose="02020603050405020304"/>
                <a:ea typeface="Times New Roman" panose="02020603050405020304"/>
                <a:cs typeface="Times New Roman" panose="02020603050405020304"/>
              </a:rPr>
              <a:t>b</a:t>
            </a:r>
            <a:endParaRPr lang="en-US" altLang="en-US" sz="1905" baseline="-17000" dirty="0"/>
          </a:p>
        </p:txBody>
      </p:sp>
      <p:sp>
        <p:nvSpPr>
          <p:cNvPr id="1122" name="path"/>
          <p:cNvSpPr/>
          <p:nvPr/>
        </p:nvSpPr>
        <p:spPr>
          <a:xfrm>
            <a:off x="2606289" y="3975151"/>
            <a:ext cx="167302" cy="326307"/>
          </a:xfrm>
          <a:custGeom>
            <a:avLst/>
            <a:gdLst/>
            <a:ahLst/>
            <a:cxnLst/>
            <a:rect l="0" t="0" r="0" b="0"/>
            <a:pathLst>
              <a:path w="290" h="566">
                <a:moveTo>
                  <a:pt x="0" y="236"/>
                </a:moveTo>
                <a:lnTo>
                  <a:pt x="25" y="249"/>
                </a:lnTo>
                <a:cubicBezTo>
                  <a:pt x="154" y="319"/>
                  <a:pt x="196" y="428"/>
                  <a:pt x="225" y="563"/>
                </a:cubicBezTo>
                <a:lnTo>
                  <a:pt x="227" y="566"/>
                </a:lnTo>
                <a:lnTo>
                  <a:pt x="235" y="563"/>
                </a:lnTo>
                <a:lnTo>
                  <a:pt x="237" y="560"/>
                </a:lnTo>
                <a:lnTo>
                  <a:pt x="235" y="535"/>
                </a:lnTo>
                <a:lnTo>
                  <a:pt x="231" y="509"/>
                </a:lnTo>
                <a:lnTo>
                  <a:pt x="229" y="484"/>
                </a:lnTo>
                <a:lnTo>
                  <a:pt x="223" y="459"/>
                </a:lnTo>
                <a:lnTo>
                  <a:pt x="216" y="435"/>
                </a:lnTo>
                <a:lnTo>
                  <a:pt x="207" y="411"/>
                </a:lnTo>
                <a:lnTo>
                  <a:pt x="197" y="387"/>
                </a:lnTo>
                <a:lnTo>
                  <a:pt x="184" y="363"/>
                </a:lnTo>
                <a:lnTo>
                  <a:pt x="177" y="352"/>
                </a:lnTo>
                <a:lnTo>
                  <a:pt x="160" y="331"/>
                </a:lnTo>
                <a:cubicBezTo>
                  <a:pt x="125" y="291"/>
                  <a:pt x="79" y="263"/>
                  <a:pt x="30" y="245"/>
                </a:cubicBezTo>
                <a:lnTo>
                  <a:pt x="15" y="241"/>
                </a:lnTo>
                <a:lnTo>
                  <a:pt x="0" y="236"/>
                </a:lnTo>
              </a:path>
              <a:path w="290" h="566">
                <a:moveTo>
                  <a:pt x="202" y="99"/>
                </a:moveTo>
                <a:lnTo>
                  <a:pt x="210" y="111"/>
                </a:lnTo>
                <a:lnTo>
                  <a:pt x="214" y="126"/>
                </a:lnTo>
                <a:lnTo>
                  <a:pt x="219" y="139"/>
                </a:lnTo>
                <a:cubicBezTo>
                  <a:pt x="238" y="197"/>
                  <a:pt x="247" y="256"/>
                  <a:pt x="250" y="317"/>
                </a:cubicBezTo>
                <a:lnTo>
                  <a:pt x="252" y="373"/>
                </a:lnTo>
                <a:lnTo>
                  <a:pt x="254" y="429"/>
                </a:lnTo>
                <a:lnTo>
                  <a:pt x="258" y="434"/>
                </a:lnTo>
                <a:lnTo>
                  <a:pt x="262" y="435"/>
                </a:lnTo>
                <a:lnTo>
                  <a:pt x="270" y="433"/>
                </a:lnTo>
                <a:lnTo>
                  <a:pt x="272" y="428"/>
                </a:lnTo>
                <a:lnTo>
                  <a:pt x="285" y="371"/>
                </a:lnTo>
                <a:lnTo>
                  <a:pt x="290" y="314"/>
                </a:lnTo>
                <a:lnTo>
                  <a:pt x="284" y="256"/>
                </a:lnTo>
                <a:lnTo>
                  <a:pt x="271" y="201"/>
                </a:lnTo>
                <a:lnTo>
                  <a:pt x="266" y="187"/>
                </a:lnTo>
                <a:lnTo>
                  <a:pt x="261" y="173"/>
                </a:lnTo>
                <a:lnTo>
                  <a:pt x="255" y="161"/>
                </a:lnTo>
                <a:lnTo>
                  <a:pt x="250" y="148"/>
                </a:lnTo>
                <a:cubicBezTo>
                  <a:pt x="232" y="116"/>
                  <a:pt x="228" y="108"/>
                  <a:pt x="206" y="79"/>
                </a:cubicBezTo>
                <a:lnTo>
                  <a:pt x="200" y="71"/>
                </a:lnTo>
                <a:lnTo>
                  <a:pt x="195" y="66"/>
                </a:lnTo>
                <a:cubicBezTo>
                  <a:pt x="182" y="49"/>
                  <a:pt x="168" y="27"/>
                  <a:pt x="156" y="9"/>
                </a:cubicBezTo>
                <a:lnTo>
                  <a:pt x="151" y="4"/>
                </a:lnTo>
                <a:lnTo>
                  <a:pt x="148" y="1"/>
                </a:lnTo>
                <a:lnTo>
                  <a:pt x="148" y="0"/>
                </a:lnTo>
                <a:lnTo>
                  <a:pt x="150" y="2"/>
                </a:lnTo>
                <a:cubicBezTo>
                  <a:pt x="161" y="25"/>
                  <a:pt x="175" y="46"/>
                  <a:pt x="187" y="69"/>
                </a:cubicBezTo>
                <a:lnTo>
                  <a:pt x="195" y="85"/>
                </a:lnTo>
              </a:path>
            </a:pathLst>
          </a:custGeom>
          <a:solidFill>
            <a:srgbClr val="140000">
              <a:alpha val="100000"/>
            </a:srgbClr>
          </a:solidFill>
          <a:ln cap="flat">
            <a:noFill/>
            <a:prstDash val="solid"/>
            <a:miter lim="0"/>
          </a:ln>
        </p:spPr>
        <p:txBody>
          <a:bodyPr rtlCol="0"/>
          <a:lstStyle/>
          <a:p>
            <a:pPr algn="ctr"/>
            <a:endParaRPr lang="zh-CN" altLang="en-US" sz="1635"/>
          </a:p>
        </p:txBody>
      </p:sp>
      <p:grpSp>
        <p:nvGrpSpPr>
          <p:cNvPr id="84" name="group 84"/>
          <p:cNvGrpSpPr/>
          <p:nvPr/>
        </p:nvGrpSpPr>
        <p:grpSpPr>
          <a:xfrm rot="21600000">
            <a:off x="2570541" y="3644005"/>
            <a:ext cx="272182" cy="182509"/>
            <a:chOff x="0" y="0"/>
            <a:chExt cx="300005" cy="201166"/>
          </a:xfrm>
        </p:grpSpPr>
        <p:sp>
          <p:nvSpPr>
            <p:cNvPr id="1124" name="path"/>
            <p:cNvSpPr/>
            <p:nvPr/>
          </p:nvSpPr>
          <p:spPr>
            <a:xfrm>
              <a:off x="19712" y="12952"/>
              <a:ext cx="258195" cy="90678"/>
            </a:xfrm>
            <a:custGeom>
              <a:avLst/>
              <a:gdLst/>
              <a:ahLst/>
              <a:cxnLst/>
              <a:rect l="0" t="0" r="0" b="0"/>
              <a:pathLst>
                <a:path w="406" h="142">
                  <a:moveTo>
                    <a:pt x="184" y="60"/>
                  </a:moveTo>
                  <a:lnTo>
                    <a:pt x="190" y="60"/>
                  </a:lnTo>
                  <a:lnTo>
                    <a:pt x="207" y="64"/>
                  </a:lnTo>
                  <a:lnTo>
                    <a:pt x="231" y="69"/>
                  </a:lnTo>
                  <a:lnTo>
                    <a:pt x="260" y="76"/>
                  </a:lnTo>
                  <a:lnTo>
                    <a:pt x="289" y="86"/>
                  </a:lnTo>
                  <a:lnTo>
                    <a:pt x="316" y="98"/>
                  </a:lnTo>
                  <a:lnTo>
                    <a:pt x="340" y="111"/>
                  </a:lnTo>
                  <a:lnTo>
                    <a:pt x="355" y="127"/>
                  </a:lnTo>
                  <a:lnTo>
                    <a:pt x="367" y="136"/>
                  </a:lnTo>
                  <a:lnTo>
                    <a:pt x="380" y="137"/>
                  </a:lnTo>
                  <a:lnTo>
                    <a:pt x="392" y="132"/>
                  </a:lnTo>
                  <a:lnTo>
                    <a:pt x="401" y="118"/>
                  </a:lnTo>
                  <a:lnTo>
                    <a:pt x="406" y="102"/>
                  </a:lnTo>
                  <a:lnTo>
                    <a:pt x="405" y="84"/>
                  </a:lnTo>
                  <a:lnTo>
                    <a:pt x="395" y="64"/>
                  </a:lnTo>
                  <a:cubicBezTo>
                    <a:pt x="356" y="22"/>
                    <a:pt x="255" y="2"/>
                    <a:pt x="200" y="0"/>
                  </a:cubicBezTo>
                  <a:lnTo>
                    <a:pt x="155" y="0"/>
                  </a:lnTo>
                  <a:lnTo>
                    <a:pt x="134" y="2"/>
                  </a:lnTo>
                  <a:lnTo>
                    <a:pt x="113" y="7"/>
                  </a:lnTo>
                  <a:cubicBezTo>
                    <a:pt x="73" y="10"/>
                    <a:pt x="-33" y="84"/>
                    <a:pt x="17" y="132"/>
                  </a:cubicBezTo>
                  <a:lnTo>
                    <a:pt x="26" y="137"/>
                  </a:lnTo>
                  <a:lnTo>
                    <a:pt x="35" y="141"/>
                  </a:lnTo>
                  <a:lnTo>
                    <a:pt x="41" y="142"/>
                  </a:lnTo>
                  <a:lnTo>
                    <a:pt x="47" y="141"/>
                  </a:lnTo>
                  <a:lnTo>
                    <a:pt x="53" y="139"/>
                  </a:lnTo>
                  <a:lnTo>
                    <a:pt x="59" y="127"/>
                  </a:lnTo>
                  <a:lnTo>
                    <a:pt x="61" y="118"/>
                  </a:lnTo>
                  <a:lnTo>
                    <a:pt x="59" y="106"/>
                  </a:lnTo>
                  <a:lnTo>
                    <a:pt x="59" y="95"/>
                  </a:lnTo>
                  <a:lnTo>
                    <a:pt x="64" y="84"/>
                  </a:lnTo>
                  <a:lnTo>
                    <a:pt x="73" y="75"/>
                  </a:lnTo>
                  <a:lnTo>
                    <a:pt x="86" y="68"/>
                  </a:lnTo>
                  <a:lnTo>
                    <a:pt x="104" y="62"/>
                  </a:lnTo>
                  <a:lnTo>
                    <a:pt x="125" y="58"/>
                  </a:lnTo>
                  <a:lnTo>
                    <a:pt x="152" y="57"/>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126" name="path"/>
            <p:cNvSpPr/>
            <p:nvPr/>
          </p:nvSpPr>
          <p:spPr>
            <a:xfrm>
              <a:off x="21701" y="12745"/>
              <a:ext cx="251621" cy="87074"/>
            </a:xfrm>
            <a:custGeom>
              <a:avLst/>
              <a:gdLst/>
              <a:ahLst/>
              <a:cxnLst/>
              <a:rect l="0" t="0" r="0" b="0"/>
              <a:pathLst>
                <a:path w="396" h="137">
                  <a:moveTo>
                    <a:pt x="51" y="101"/>
                  </a:moveTo>
                  <a:lnTo>
                    <a:pt x="53" y="89"/>
                  </a:lnTo>
                  <a:lnTo>
                    <a:pt x="60" y="79"/>
                  </a:lnTo>
                  <a:lnTo>
                    <a:pt x="69" y="69"/>
                  </a:lnTo>
                  <a:lnTo>
                    <a:pt x="84" y="61"/>
                  </a:lnTo>
                  <a:lnTo>
                    <a:pt x="102" y="55"/>
                  </a:lnTo>
                  <a:lnTo>
                    <a:pt x="125" y="51"/>
                  </a:lnTo>
                  <a:lnTo>
                    <a:pt x="151" y="51"/>
                  </a:lnTo>
                  <a:lnTo>
                    <a:pt x="181" y="56"/>
                  </a:lnTo>
                  <a:lnTo>
                    <a:pt x="194" y="59"/>
                  </a:lnTo>
                  <a:lnTo>
                    <a:pt x="213" y="62"/>
                  </a:lnTo>
                  <a:cubicBezTo>
                    <a:pt x="259" y="77"/>
                    <a:pt x="294" y="81"/>
                    <a:pt x="337" y="107"/>
                  </a:cubicBezTo>
                  <a:lnTo>
                    <a:pt x="357" y="127"/>
                  </a:lnTo>
                  <a:lnTo>
                    <a:pt x="363" y="131"/>
                  </a:lnTo>
                  <a:lnTo>
                    <a:pt x="371" y="132"/>
                  </a:lnTo>
                  <a:lnTo>
                    <a:pt x="378" y="131"/>
                  </a:lnTo>
                  <a:lnTo>
                    <a:pt x="384" y="127"/>
                  </a:lnTo>
                  <a:lnTo>
                    <a:pt x="390" y="121"/>
                  </a:lnTo>
                  <a:lnTo>
                    <a:pt x="395" y="104"/>
                  </a:lnTo>
                  <a:lnTo>
                    <a:pt x="395" y="97"/>
                  </a:lnTo>
                  <a:cubicBezTo>
                    <a:pt x="396" y="84"/>
                    <a:pt x="388" y="71"/>
                    <a:pt x="379" y="62"/>
                  </a:cubicBezTo>
                  <a:lnTo>
                    <a:pt x="371" y="54"/>
                  </a:lnTo>
                  <a:lnTo>
                    <a:pt x="361" y="48"/>
                  </a:lnTo>
                  <a:lnTo>
                    <a:pt x="348" y="39"/>
                  </a:lnTo>
                  <a:lnTo>
                    <a:pt x="312" y="25"/>
                  </a:lnTo>
                  <a:cubicBezTo>
                    <a:pt x="244" y="0"/>
                    <a:pt x="124" y="-8"/>
                    <a:pt x="60" y="32"/>
                  </a:cubicBezTo>
                  <a:lnTo>
                    <a:pt x="43" y="44"/>
                  </a:lnTo>
                  <a:cubicBezTo>
                    <a:pt x="16" y="69"/>
                    <a:pt x="-18" y="103"/>
                    <a:pt x="23" y="134"/>
                  </a:cubicBezTo>
                  <a:lnTo>
                    <a:pt x="36" y="137"/>
                  </a:lnTo>
                  <a:lnTo>
                    <a:pt x="44" y="132"/>
                  </a:lnTo>
                  <a:lnTo>
                    <a:pt x="50" y="120"/>
                  </a:lnTo>
                </a:path>
              </a:pathLst>
            </a:custGeom>
            <a:solidFill>
              <a:srgbClr val="D1BAB2">
                <a:alpha val="100000"/>
              </a:srgbClr>
            </a:solidFill>
            <a:ln cap="flat">
              <a:noFill/>
              <a:prstDash val="solid"/>
              <a:miter lim="0"/>
            </a:ln>
          </p:spPr>
          <p:txBody>
            <a:bodyPr rtlCol="0"/>
            <a:lstStyle/>
            <a:p>
              <a:pPr algn="ctr"/>
              <a:endParaRPr lang="zh-CN" altLang="en-US" sz="1635"/>
            </a:p>
          </p:txBody>
        </p:sp>
        <p:sp>
          <p:nvSpPr>
            <p:cNvPr id="1128" name="path"/>
            <p:cNvSpPr/>
            <p:nvPr/>
          </p:nvSpPr>
          <p:spPr>
            <a:xfrm>
              <a:off x="25874" y="14731"/>
              <a:ext cx="244413" cy="80516"/>
            </a:xfrm>
            <a:custGeom>
              <a:avLst/>
              <a:gdLst/>
              <a:ahLst/>
              <a:cxnLst/>
              <a:rect l="0" t="0" r="0" b="0"/>
              <a:pathLst>
                <a:path w="384" h="126">
                  <a:moveTo>
                    <a:pt x="41" y="89"/>
                  </a:moveTo>
                  <a:lnTo>
                    <a:pt x="45" y="79"/>
                  </a:lnTo>
                  <a:lnTo>
                    <a:pt x="52" y="69"/>
                  </a:lnTo>
                  <a:lnTo>
                    <a:pt x="64" y="60"/>
                  </a:lnTo>
                  <a:lnTo>
                    <a:pt x="78" y="53"/>
                  </a:lnTo>
                  <a:lnTo>
                    <a:pt x="98" y="47"/>
                  </a:lnTo>
                  <a:lnTo>
                    <a:pt x="120" y="45"/>
                  </a:lnTo>
                  <a:lnTo>
                    <a:pt x="148" y="45"/>
                  </a:lnTo>
                  <a:lnTo>
                    <a:pt x="178" y="48"/>
                  </a:lnTo>
                  <a:lnTo>
                    <a:pt x="196" y="53"/>
                  </a:lnTo>
                  <a:lnTo>
                    <a:pt x="218" y="58"/>
                  </a:lnTo>
                  <a:cubicBezTo>
                    <a:pt x="258" y="67"/>
                    <a:pt x="297" y="78"/>
                    <a:pt x="333" y="99"/>
                  </a:cubicBezTo>
                  <a:lnTo>
                    <a:pt x="344" y="109"/>
                  </a:lnTo>
                  <a:lnTo>
                    <a:pt x="351" y="115"/>
                  </a:lnTo>
                  <a:lnTo>
                    <a:pt x="357" y="120"/>
                  </a:lnTo>
                  <a:lnTo>
                    <a:pt x="371" y="120"/>
                  </a:lnTo>
                  <a:lnTo>
                    <a:pt x="376" y="117"/>
                  </a:lnTo>
                  <a:lnTo>
                    <a:pt x="381" y="111"/>
                  </a:lnTo>
                  <a:lnTo>
                    <a:pt x="384" y="103"/>
                  </a:lnTo>
                  <a:lnTo>
                    <a:pt x="384" y="94"/>
                  </a:lnTo>
                  <a:lnTo>
                    <a:pt x="383" y="89"/>
                  </a:lnTo>
                  <a:cubicBezTo>
                    <a:pt x="378" y="75"/>
                    <a:pt x="375" y="67"/>
                    <a:pt x="363" y="57"/>
                  </a:cubicBezTo>
                  <a:lnTo>
                    <a:pt x="354" y="49"/>
                  </a:lnTo>
                  <a:lnTo>
                    <a:pt x="346" y="43"/>
                  </a:lnTo>
                  <a:lnTo>
                    <a:pt x="333" y="36"/>
                  </a:lnTo>
                  <a:lnTo>
                    <a:pt x="299" y="22"/>
                  </a:lnTo>
                  <a:cubicBezTo>
                    <a:pt x="235" y="-1"/>
                    <a:pt x="119" y="-5"/>
                    <a:pt x="59" y="30"/>
                  </a:cubicBezTo>
                  <a:lnTo>
                    <a:pt x="52" y="35"/>
                  </a:lnTo>
                  <a:lnTo>
                    <a:pt x="45" y="41"/>
                  </a:lnTo>
                  <a:cubicBezTo>
                    <a:pt x="18" y="60"/>
                    <a:pt x="-15" y="97"/>
                    <a:pt x="18" y="126"/>
                  </a:cubicBezTo>
                  <a:lnTo>
                    <a:pt x="29" y="126"/>
                  </a:lnTo>
                  <a:lnTo>
                    <a:pt x="35" y="120"/>
                  </a:lnTo>
                  <a:lnTo>
                    <a:pt x="38" y="107"/>
                  </a:lnTo>
                </a:path>
              </a:pathLst>
            </a:custGeom>
            <a:solidFill>
              <a:srgbClr val="A07266">
                <a:alpha val="100000"/>
              </a:srgbClr>
            </a:solidFill>
            <a:ln cap="flat">
              <a:noFill/>
              <a:prstDash val="solid"/>
              <a:miter lim="0"/>
            </a:ln>
          </p:spPr>
          <p:txBody>
            <a:bodyPr rtlCol="0"/>
            <a:lstStyle/>
            <a:p>
              <a:pPr algn="ctr"/>
              <a:endParaRPr lang="zh-CN" altLang="en-US" sz="1635"/>
            </a:p>
          </p:txBody>
        </p:sp>
        <p:sp>
          <p:nvSpPr>
            <p:cNvPr id="1130" name="path"/>
            <p:cNvSpPr/>
            <p:nvPr/>
          </p:nvSpPr>
          <p:spPr>
            <a:xfrm>
              <a:off x="28492" y="16479"/>
              <a:ext cx="239509" cy="74958"/>
            </a:xfrm>
            <a:custGeom>
              <a:avLst/>
              <a:gdLst/>
              <a:ahLst/>
              <a:cxnLst/>
              <a:rect l="0" t="0" r="0" b="0"/>
              <a:pathLst>
                <a:path w="377" h="118">
                  <a:moveTo>
                    <a:pt x="33" y="78"/>
                  </a:moveTo>
                  <a:lnTo>
                    <a:pt x="39" y="70"/>
                  </a:lnTo>
                  <a:lnTo>
                    <a:pt x="48" y="60"/>
                  </a:lnTo>
                  <a:lnTo>
                    <a:pt x="61" y="52"/>
                  </a:lnTo>
                  <a:lnTo>
                    <a:pt x="77" y="44"/>
                  </a:lnTo>
                  <a:lnTo>
                    <a:pt x="96" y="40"/>
                  </a:lnTo>
                  <a:lnTo>
                    <a:pt x="120" y="37"/>
                  </a:lnTo>
                  <a:lnTo>
                    <a:pt x="145" y="37"/>
                  </a:lnTo>
                  <a:lnTo>
                    <a:pt x="175" y="42"/>
                  </a:lnTo>
                  <a:lnTo>
                    <a:pt x="199" y="47"/>
                  </a:lnTo>
                  <a:lnTo>
                    <a:pt x="225" y="54"/>
                  </a:lnTo>
                  <a:lnTo>
                    <a:pt x="249" y="60"/>
                  </a:lnTo>
                  <a:lnTo>
                    <a:pt x="275" y="67"/>
                  </a:lnTo>
                  <a:lnTo>
                    <a:pt x="296" y="74"/>
                  </a:lnTo>
                  <a:lnTo>
                    <a:pt x="315" y="83"/>
                  </a:lnTo>
                  <a:lnTo>
                    <a:pt x="331" y="91"/>
                  </a:lnTo>
                  <a:lnTo>
                    <a:pt x="341" y="100"/>
                  </a:lnTo>
                  <a:lnTo>
                    <a:pt x="348" y="106"/>
                  </a:lnTo>
                  <a:lnTo>
                    <a:pt x="354" y="109"/>
                  </a:lnTo>
                  <a:lnTo>
                    <a:pt x="360" y="110"/>
                  </a:lnTo>
                  <a:lnTo>
                    <a:pt x="367" y="110"/>
                  </a:lnTo>
                  <a:lnTo>
                    <a:pt x="375" y="102"/>
                  </a:lnTo>
                  <a:lnTo>
                    <a:pt x="377" y="95"/>
                  </a:lnTo>
                  <a:lnTo>
                    <a:pt x="374" y="85"/>
                  </a:lnTo>
                  <a:cubicBezTo>
                    <a:pt x="370" y="72"/>
                    <a:pt x="365" y="67"/>
                    <a:pt x="356" y="56"/>
                  </a:cubicBezTo>
                  <a:lnTo>
                    <a:pt x="350" y="52"/>
                  </a:lnTo>
                  <a:lnTo>
                    <a:pt x="342" y="46"/>
                  </a:lnTo>
                  <a:lnTo>
                    <a:pt x="333" y="41"/>
                  </a:lnTo>
                  <a:lnTo>
                    <a:pt x="305" y="26"/>
                  </a:lnTo>
                  <a:cubicBezTo>
                    <a:pt x="242" y="-5"/>
                    <a:pt x="138" y="0"/>
                    <a:pt x="73" y="23"/>
                  </a:cubicBezTo>
                  <a:lnTo>
                    <a:pt x="62" y="29"/>
                  </a:lnTo>
                  <a:lnTo>
                    <a:pt x="54" y="34"/>
                  </a:lnTo>
                  <a:lnTo>
                    <a:pt x="42" y="41"/>
                  </a:lnTo>
                  <a:lnTo>
                    <a:pt x="36" y="46"/>
                  </a:lnTo>
                  <a:lnTo>
                    <a:pt x="17" y="65"/>
                  </a:lnTo>
                  <a:cubicBezTo>
                    <a:pt x="11" y="76"/>
                    <a:pt x="0" y="89"/>
                    <a:pt x="6" y="102"/>
                  </a:cubicBezTo>
                  <a:lnTo>
                    <a:pt x="7" y="108"/>
                  </a:lnTo>
                  <a:lnTo>
                    <a:pt x="12" y="114"/>
                  </a:lnTo>
                  <a:lnTo>
                    <a:pt x="18" y="118"/>
                  </a:lnTo>
                  <a:lnTo>
                    <a:pt x="25" y="118"/>
                  </a:lnTo>
                  <a:lnTo>
                    <a:pt x="27" y="109"/>
                  </a:lnTo>
                  <a:lnTo>
                    <a:pt x="29" y="96"/>
                  </a:lnTo>
                </a:path>
              </a:pathLst>
            </a:custGeom>
            <a:solidFill>
              <a:srgbClr val="722B19">
                <a:alpha val="100000"/>
              </a:srgbClr>
            </a:solidFill>
            <a:ln cap="flat">
              <a:noFill/>
              <a:prstDash val="solid"/>
              <a:miter lim="0"/>
            </a:ln>
          </p:spPr>
          <p:txBody>
            <a:bodyPr rtlCol="0"/>
            <a:lstStyle/>
            <a:p>
              <a:pPr algn="ctr"/>
              <a:endParaRPr lang="zh-CN" altLang="en-US" sz="1635"/>
            </a:p>
          </p:txBody>
        </p:sp>
        <p:sp>
          <p:nvSpPr>
            <p:cNvPr id="1132" name="path"/>
            <p:cNvSpPr/>
            <p:nvPr/>
          </p:nvSpPr>
          <p:spPr>
            <a:xfrm>
              <a:off x="34829" y="20572"/>
              <a:ext cx="230885" cy="67817"/>
            </a:xfrm>
            <a:custGeom>
              <a:avLst/>
              <a:gdLst/>
              <a:ahLst/>
              <a:cxnLst/>
              <a:rect l="0" t="0" r="0" b="0"/>
              <a:pathLst>
                <a:path w="363" h="106">
                  <a:moveTo>
                    <a:pt x="0" y="87"/>
                  </a:moveTo>
                  <a:lnTo>
                    <a:pt x="0" y="90"/>
                  </a:lnTo>
                  <a:lnTo>
                    <a:pt x="2" y="102"/>
                  </a:lnTo>
                  <a:lnTo>
                    <a:pt x="10" y="106"/>
                  </a:lnTo>
                  <a:lnTo>
                    <a:pt x="15" y="104"/>
                  </a:lnTo>
                  <a:lnTo>
                    <a:pt x="14" y="94"/>
                  </a:lnTo>
                  <a:lnTo>
                    <a:pt x="13" y="80"/>
                  </a:lnTo>
                  <a:lnTo>
                    <a:pt x="20" y="64"/>
                  </a:lnTo>
                  <a:cubicBezTo>
                    <a:pt x="76" y="1"/>
                    <a:pt x="156" y="30"/>
                    <a:pt x="226" y="45"/>
                  </a:cubicBezTo>
                  <a:lnTo>
                    <a:pt x="252" y="52"/>
                  </a:lnTo>
                  <a:lnTo>
                    <a:pt x="274" y="60"/>
                  </a:lnTo>
                  <a:lnTo>
                    <a:pt x="295" y="66"/>
                  </a:lnTo>
                  <a:lnTo>
                    <a:pt x="310" y="72"/>
                  </a:lnTo>
                  <a:lnTo>
                    <a:pt x="323" y="79"/>
                  </a:lnTo>
                  <a:lnTo>
                    <a:pt x="338" y="91"/>
                  </a:lnTo>
                  <a:lnTo>
                    <a:pt x="344" y="94"/>
                  </a:lnTo>
                  <a:lnTo>
                    <a:pt x="350" y="97"/>
                  </a:lnTo>
                  <a:lnTo>
                    <a:pt x="357" y="96"/>
                  </a:lnTo>
                  <a:lnTo>
                    <a:pt x="361" y="93"/>
                  </a:lnTo>
                  <a:lnTo>
                    <a:pt x="363" y="88"/>
                  </a:lnTo>
                  <a:lnTo>
                    <a:pt x="363" y="82"/>
                  </a:lnTo>
                  <a:lnTo>
                    <a:pt x="360" y="72"/>
                  </a:lnTo>
                  <a:lnTo>
                    <a:pt x="356" y="67"/>
                  </a:lnTo>
                  <a:lnTo>
                    <a:pt x="350" y="61"/>
                  </a:lnTo>
                  <a:cubicBezTo>
                    <a:pt x="327" y="31"/>
                    <a:pt x="279" y="13"/>
                    <a:pt x="243" y="6"/>
                  </a:cubicBezTo>
                  <a:lnTo>
                    <a:pt x="227" y="2"/>
                  </a:lnTo>
                  <a:lnTo>
                    <a:pt x="213" y="1"/>
                  </a:lnTo>
                  <a:lnTo>
                    <a:pt x="196" y="0"/>
                  </a:lnTo>
                  <a:lnTo>
                    <a:pt x="181" y="1"/>
                  </a:lnTo>
                  <a:lnTo>
                    <a:pt x="151" y="3"/>
                  </a:lnTo>
                  <a:lnTo>
                    <a:pt x="124" y="7"/>
                  </a:lnTo>
                  <a:lnTo>
                    <a:pt x="100" y="10"/>
                  </a:lnTo>
                  <a:lnTo>
                    <a:pt x="80" y="15"/>
                  </a:lnTo>
                  <a:lnTo>
                    <a:pt x="44" y="30"/>
                  </a:lnTo>
                  <a:lnTo>
                    <a:pt x="30" y="42"/>
                  </a:lnTo>
                  <a:lnTo>
                    <a:pt x="15" y="55"/>
                  </a:lnTo>
                  <a:lnTo>
                    <a:pt x="6" y="67"/>
                  </a:lnTo>
                  <a:lnTo>
                    <a:pt x="0" y="85"/>
                  </a:lnTo>
                </a:path>
              </a:pathLst>
            </a:custGeom>
            <a:solidFill>
              <a:srgbClr val="440000">
                <a:alpha val="100000"/>
              </a:srgbClr>
            </a:solidFill>
            <a:ln cap="flat">
              <a:noFill/>
              <a:prstDash val="solid"/>
              <a:miter lim="0"/>
            </a:ln>
          </p:spPr>
          <p:txBody>
            <a:bodyPr rtlCol="0"/>
            <a:lstStyle/>
            <a:p>
              <a:pPr algn="ctr"/>
              <a:endParaRPr lang="zh-CN" altLang="en-US" sz="1635"/>
            </a:p>
          </p:txBody>
        </p:sp>
        <p:sp>
          <p:nvSpPr>
            <p:cNvPr id="1134" name="path"/>
            <p:cNvSpPr/>
            <p:nvPr/>
          </p:nvSpPr>
          <p:spPr>
            <a:xfrm>
              <a:off x="0" y="0"/>
              <a:ext cx="300005" cy="201166"/>
            </a:xfrm>
            <a:custGeom>
              <a:avLst/>
              <a:gdLst/>
              <a:ahLst/>
              <a:cxnLst/>
              <a:rect l="0" t="0" r="0" b="0"/>
              <a:pathLst>
                <a:path w="472" h="316">
                  <a:moveTo>
                    <a:pt x="29" y="286"/>
                  </a:moveTo>
                  <a:lnTo>
                    <a:pt x="33" y="266"/>
                  </a:lnTo>
                  <a:lnTo>
                    <a:pt x="35" y="247"/>
                  </a:lnTo>
                  <a:lnTo>
                    <a:pt x="36" y="229"/>
                  </a:lnTo>
                  <a:cubicBezTo>
                    <a:pt x="39" y="186"/>
                    <a:pt x="25" y="134"/>
                    <a:pt x="40" y="94"/>
                  </a:cubicBezTo>
                  <a:lnTo>
                    <a:pt x="51" y="76"/>
                  </a:lnTo>
                  <a:lnTo>
                    <a:pt x="65" y="59"/>
                  </a:lnTo>
                  <a:lnTo>
                    <a:pt x="83" y="45"/>
                  </a:lnTo>
                  <a:lnTo>
                    <a:pt x="105" y="32"/>
                  </a:lnTo>
                  <a:lnTo>
                    <a:pt x="128" y="22"/>
                  </a:lnTo>
                  <a:lnTo>
                    <a:pt x="152" y="15"/>
                  </a:lnTo>
                  <a:lnTo>
                    <a:pt x="177" y="13"/>
                  </a:lnTo>
                  <a:lnTo>
                    <a:pt x="179" y="11"/>
                  </a:lnTo>
                  <a:lnTo>
                    <a:pt x="180" y="9"/>
                  </a:lnTo>
                  <a:lnTo>
                    <a:pt x="180" y="8"/>
                  </a:lnTo>
                  <a:lnTo>
                    <a:pt x="179" y="7"/>
                  </a:lnTo>
                  <a:lnTo>
                    <a:pt x="153" y="7"/>
                  </a:lnTo>
                  <a:lnTo>
                    <a:pt x="129" y="10"/>
                  </a:lnTo>
                  <a:cubicBezTo>
                    <a:pt x="83" y="22"/>
                    <a:pt x="48" y="45"/>
                    <a:pt x="26" y="87"/>
                  </a:cubicBezTo>
                  <a:lnTo>
                    <a:pt x="18" y="110"/>
                  </a:lnTo>
                  <a:lnTo>
                    <a:pt x="20" y="134"/>
                  </a:lnTo>
                  <a:cubicBezTo>
                    <a:pt x="25" y="164"/>
                    <a:pt x="36" y="212"/>
                    <a:pt x="35" y="242"/>
                  </a:cubicBezTo>
                  <a:lnTo>
                    <a:pt x="34" y="256"/>
                  </a:lnTo>
                  <a:lnTo>
                    <a:pt x="32" y="271"/>
                  </a:lnTo>
                  <a:lnTo>
                    <a:pt x="29" y="286"/>
                  </a:lnTo>
                </a:path>
                <a:path w="472" h="316">
                  <a:moveTo>
                    <a:pt x="170" y="15"/>
                  </a:moveTo>
                  <a:lnTo>
                    <a:pt x="182" y="13"/>
                  </a:lnTo>
                  <a:lnTo>
                    <a:pt x="196" y="10"/>
                  </a:lnTo>
                  <a:cubicBezTo>
                    <a:pt x="251" y="3"/>
                    <a:pt x="307" y="13"/>
                    <a:pt x="359" y="32"/>
                  </a:cubicBezTo>
                  <a:lnTo>
                    <a:pt x="371" y="38"/>
                  </a:lnTo>
                  <a:lnTo>
                    <a:pt x="382" y="44"/>
                  </a:lnTo>
                  <a:lnTo>
                    <a:pt x="392" y="50"/>
                  </a:lnTo>
                  <a:lnTo>
                    <a:pt x="401" y="55"/>
                  </a:lnTo>
                  <a:lnTo>
                    <a:pt x="410" y="62"/>
                  </a:lnTo>
                  <a:lnTo>
                    <a:pt x="418" y="68"/>
                  </a:lnTo>
                  <a:lnTo>
                    <a:pt x="425" y="75"/>
                  </a:lnTo>
                  <a:lnTo>
                    <a:pt x="434" y="82"/>
                  </a:lnTo>
                  <a:lnTo>
                    <a:pt x="440" y="89"/>
                  </a:lnTo>
                  <a:cubicBezTo>
                    <a:pt x="459" y="115"/>
                    <a:pt x="463" y="133"/>
                    <a:pt x="467" y="164"/>
                  </a:cubicBezTo>
                  <a:lnTo>
                    <a:pt x="468" y="165"/>
                  </a:lnTo>
                  <a:lnTo>
                    <a:pt x="470" y="165"/>
                  </a:lnTo>
                  <a:lnTo>
                    <a:pt x="472" y="164"/>
                  </a:lnTo>
                  <a:lnTo>
                    <a:pt x="470" y="146"/>
                  </a:lnTo>
                  <a:cubicBezTo>
                    <a:pt x="461" y="26"/>
                    <a:pt x="278" y="-14"/>
                    <a:pt x="182" y="11"/>
                  </a:cubicBezTo>
                  <a:lnTo>
                    <a:pt x="170" y="15"/>
                  </a:lnTo>
                </a:path>
                <a:path w="472" h="316">
                  <a:moveTo>
                    <a:pt x="353" y="122"/>
                  </a:moveTo>
                  <a:lnTo>
                    <a:pt x="364" y="134"/>
                  </a:lnTo>
                  <a:lnTo>
                    <a:pt x="370" y="146"/>
                  </a:lnTo>
                  <a:lnTo>
                    <a:pt x="375" y="160"/>
                  </a:lnTo>
                  <a:lnTo>
                    <a:pt x="376" y="173"/>
                  </a:lnTo>
                  <a:lnTo>
                    <a:pt x="377" y="175"/>
                  </a:lnTo>
                  <a:lnTo>
                    <a:pt x="380" y="175"/>
                  </a:lnTo>
                  <a:lnTo>
                    <a:pt x="381" y="173"/>
                  </a:lnTo>
                  <a:lnTo>
                    <a:pt x="382" y="173"/>
                  </a:lnTo>
                  <a:lnTo>
                    <a:pt x="383" y="157"/>
                  </a:lnTo>
                  <a:cubicBezTo>
                    <a:pt x="383" y="108"/>
                    <a:pt x="324" y="100"/>
                    <a:pt x="286" y="101"/>
                  </a:cubicBezTo>
                  <a:lnTo>
                    <a:pt x="284" y="101"/>
                  </a:lnTo>
                  <a:lnTo>
                    <a:pt x="286" y="101"/>
                  </a:lnTo>
                  <a:cubicBezTo>
                    <a:pt x="302" y="108"/>
                    <a:pt x="311" y="103"/>
                    <a:pt x="334" y="113"/>
                  </a:cubicBezTo>
                  <a:lnTo>
                    <a:pt x="345" y="117"/>
                  </a:lnTo>
                </a:path>
                <a:path w="472" h="316">
                  <a:moveTo>
                    <a:pt x="110" y="103"/>
                  </a:moveTo>
                  <a:lnTo>
                    <a:pt x="104" y="107"/>
                  </a:lnTo>
                  <a:lnTo>
                    <a:pt x="98" y="113"/>
                  </a:lnTo>
                  <a:cubicBezTo>
                    <a:pt x="74" y="136"/>
                    <a:pt x="91" y="148"/>
                    <a:pt x="108" y="163"/>
                  </a:cubicBezTo>
                  <a:lnTo>
                    <a:pt x="113" y="167"/>
                  </a:lnTo>
                  <a:lnTo>
                    <a:pt x="117" y="175"/>
                  </a:lnTo>
                  <a:cubicBezTo>
                    <a:pt x="104" y="211"/>
                    <a:pt x="78" y="213"/>
                    <a:pt x="75" y="274"/>
                  </a:cubicBezTo>
                  <a:lnTo>
                    <a:pt x="74" y="296"/>
                  </a:lnTo>
                  <a:lnTo>
                    <a:pt x="76" y="316"/>
                  </a:lnTo>
                  <a:lnTo>
                    <a:pt x="77" y="308"/>
                  </a:lnTo>
                  <a:lnTo>
                    <a:pt x="80" y="289"/>
                  </a:lnTo>
                  <a:lnTo>
                    <a:pt x="84" y="262"/>
                  </a:lnTo>
                  <a:lnTo>
                    <a:pt x="92" y="239"/>
                  </a:lnTo>
                  <a:lnTo>
                    <a:pt x="95" y="232"/>
                  </a:lnTo>
                  <a:lnTo>
                    <a:pt x="100" y="224"/>
                  </a:lnTo>
                  <a:lnTo>
                    <a:pt x="105" y="218"/>
                  </a:lnTo>
                  <a:lnTo>
                    <a:pt x="110" y="211"/>
                  </a:lnTo>
                  <a:lnTo>
                    <a:pt x="116" y="203"/>
                  </a:lnTo>
                  <a:cubicBezTo>
                    <a:pt x="125" y="189"/>
                    <a:pt x="140" y="180"/>
                    <a:pt x="126" y="159"/>
                  </a:cubicBezTo>
                  <a:lnTo>
                    <a:pt x="117" y="149"/>
                  </a:lnTo>
                  <a:lnTo>
                    <a:pt x="107" y="141"/>
                  </a:lnTo>
                  <a:lnTo>
                    <a:pt x="101" y="135"/>
                  </a:lnTo>
                  <a:lnTo>
                    <a:pt x="98" y="129"/>
                  </a:lnTo>
                  <a:lnTo>
                    <a:pt x="99" y="123"/>
                  </a:lnTo>
                  <a:lnTo>
                    <a:pt x="102" y="117"/>
                  </a:lnTo>
                  <a:lnTo>
                    <a:pt x="113" y="106"/>
                  </a:lnTo>
                  <a:lnTo>
                    <a:pt x="128" y="99"/>
                  </a:lnTo>
                  <a:cubicBezTo>
                    <a:pt x="141" y="93"/>
                    <a:pt x="156" y="94"/>
                    <a:pt x="171" y="93"/>
                  </a:cubicBezTo>
                  <a:lnTo>
                    <a:pt x="185" y="93"/>
                  </a:lnTo>
                  <a:lnTo>
                    <a:pt x="183" y="92"/>
                  </a:lnTo>
                  <a:cubicBezTo>
                    <a:pt x="158" y="90"/>
                    <a:pt x="161" y="88"/>
                    <a:pt x="134" y="92"/>
                  </a:cubicBezTo>
                  <a:lnTo>
                    <a:pt x="122" y="97"/>
                  </a:lnTo>
                </a:path>
                <a:path w="472" h="316">
                  <a:moveTo>
                    <a:pt x="72" y="170"/>
                  </a:moveTo>
                  <a:lnTo>
                    <a:pt x="66" y="166"/>
                  </a:lnTo>
                  <a:lnTo>
                    <a:pt x="62" y="164"/>
                  </a:lnTo>
                  <a:cubicBezTo>
                    <a:pt x="43" y="159"/>
                    <a:pt x="24" y="175"/>
                    <a:pt x="16" y="190"/>
                  </a:cubicBezTo>
                  <a:lnTo>
                    <a:pt x="9" y="207"/>
                  </a:lnTo>
                  <a:lnTo>
                    <a:pt x="5" y="225"/>
                  </a:lnTo>
                  <a:cubicBezTo>
                    <a:pt x="-1" y="257"/>
                    <a:pt x="17" y="277"/>
                    <a:pt x="38" y="297"/>
                  </a:cubicBezTo>
                  <a:lnTo>
                    <a:pt x="44" y="301"/>
                  </a:lnTo>
                  <a:lnTo>
                    <a:pt x="45" y="302"/>
                  </a:lnTo>
                  <a:lnTo>
                    <a:pt x="38" y="293"/>
                  </a:lnTo>
                  <a:lnTo>
                    <a:pt x="32" y="284"/>
                  </a:lnTo>
                  <a:cubicBezTo>
                    <a:pt x="15" y="263"/>
                    <a:pt x="18" y="235"/>
                    <a:pt x="23" y="211"/>
                  </a:cubicBezTo>
                  <a:lnTo>
                    <a:pt x="26" y="203"/>
                  </a:lnTo>
                  <a:lnTo>
                    <a:pt x="29" y="196"/>
                  </a:lnTo>
                  <a:cubicBezTo>
                    <a:pt x="39" y="176"/>
                    <a:pt x="52" y="160"/>
                    <a:pt x="74" y="181"/>
                  </a:cubicBezTo>
                  <a:lnTo>
                    <a:pt x="82" y="188"/>
                  </a:lnTo>
                  <a:lnTo>
                    <a:pt x="87" y="189"/>
                  </a:lnTo>
                  <a:lnTo>
                    <a:pt x="86" y="184"/>
                  </a:lnTo>
                </a:path>
              </a:pathLst>
            </a:custGeom>
            <a:solidFill>
              <a:srgbClr val="140000">
                <a:alpha val="100000"/>
              </a:srgbClr>
            </a:solidFill>
            <a:ln cap="flat">
              <a:noFill/>
              <a:prstDash val="solid"/>
              <a:miter lim="0"/>
            </a:ln>
          </p:spPr>
          <p:txBody>
            <a:bodyPr rtlCol="0"/>
            <a:lstStyle/>
            <a:p>
              <a:pPr algn="ctr"/>
              <a:endParaRPr lang="zh-CN" altLang="en-US" sz="1635"/>
            </a:p>
          </p:txBody>
        </p:sp>
      </p:grpSp>
      <p:sp>
        <p:nvSpPr>
          <p:cNvPr id="1136" name="rect"/>
          <p:cNvSpPr/>
          <p:nvPr/>
        </p:nvSpPr>
        <p:spPr>
          <a:xfrm>
            <a:off x="5178730" y="4192919"/>
            <a:ext cx="1490508" cy="31800"/>
          </a:xfrm>
          <a:prstGeom prst="rect">
            <a:avLst/>
          </a:prstGeom>
          <a:solidFill>
            <a:srgbClr val="000000">
              <a:alpha val="100000"/>
            </a:srgbClr>
          </a:solidFill>
          <a:ln cap="flat">
            <a:noFill/>
            <a:prstDash val="solid"/>
            <a:miter lim="0"/>
          </a:ln>
        </p:spPr>
        <p:txBody>
          <a:bodyPr rtlCol="0"/>
          <a:lstStyle/>
          <a:p>
            <a:pPr algn="ctr"/>
            <a:endParaRPr lang="zh-CN" altLang="en-US" sz="1635"/>
          </a:p>
        </p:txBody>
      </p:sp>
      <p:sp>
        <p:nvSpPr>
          <p:cNvPr id="1138" name="rect"/>
          <p:cNvSpPr/>
          <p:nvPr/>
        </p:nvSpPr>
        <p:spPr>
          <a:xfrm>
            <a:off x="9173919" y="3007288"/>
            <a:ext cx="29727" cy="1545815"/>
          </a:xfrm>
          <a:prstGeom prst="rect">
            <a:avLst/>
          </a:prstGeom>
          <a:solidFill>
            <a:srgbClr val="000000">
              <a:alpha val="100000"/>
            </a:srgbClr>
          </a:solidFill>
          <a:ln cap="flat">
            <a:noFill/>
            <a:prstDash val="solid"/>
            <a:miter lim="0"/>
          </a:ln>
        </p:spPr>
        <p:txBody>
          <a:bodyPr rtlCol="0"/>
          <a:lstStyle/>
          <a:p>
            <a:pPr algn="ctr"/>
            <a:endParaRPr lang="zh-CN" altLang="en-US" sz="1635"/>
          </a:p>
        </p:txBody>
      </p:sp>
      <p:sp>
        <p:nvSpPr>
          <p:cNvPr id="1140" name="path"/>
          <p:cNvSpPr/>
          <p:nvPr/>
        </p:nvSpPr>
        <p:spPr>
          <a:xfrm>
            <a:off x="2810232" y="4014556"/>
            <a:ext cx="219843" cy="156240"/>
          </a:xfrm>
          <a:custGeom>
            <a:avLst/>
            <a:gdLst/>
            <a:ahLst/>
            <a:cxnLst/>
            <a:rect l="0" t="0" r="0" b="0"/>
            <a:pathLst>
              <a:path w="381" h="271">
                <a:moveTo>
                  <a:pt x="154" y="67"/>
                </a:moveTo>
                <a:lnTo>
                  <a:pt x="163" y="76"/>
                </a:lnTo>
                <a:lnTo>
                  <a:pt x="170" y="86"/>
                </a:lnTo>
                <a:cubicBezTo>
                  <a:pt x="185" y="107"/>
                  <a:pt x="203" y="122"/>
                  <a:pt x="220" y="141"/>
                </a:cubicBezTo>
                <a:lnTo>
                  <a:pt x="256" y="175"/>
                </a:lnTo>
                <a:lnTo>
                  <a:pt x="276" y="193"/>
                </a:lnTo>
                <a:lnTo>
                  <a:pt x="296" y="208"/>
                </a:lnTo>
                <a:lnTo>
                  <a:pt x="315" y="225"/>
                </a:lnTo>
                <a:lnTo>
                  <a:pt x="336" y="240"/>
                </a:lnTo>
                <a:lnTo>
                  <a:pt x="376" y="271"/>
                </a:lnTo>
                <a:lnTo>
                  <a:pt x="379" y="271"/>
                </a:lnTo>
                <a:lnTo>
                  <a:pt x="380" y="270"/>
                </a:lnTo>
                <a:lnTo>
                  <a:pt x="381" y="270"/>
                </a:lnTo>
                <a:lnTo>
                  <a:pt x="380" y="267"/>
                </a:lnTo>
                <a:cubicBezTo>
                  <a:pt x="281" y="185"/>
                  <a:pt x="187" y="110"/>
                  <a:pt x="117" y="2"/>
                </a:cubicBezTo>
                <a:lnTo>
                  <a:pt x="116" y="0"/>
                </a:lnTo>
                <a:lnTo>
                  <a:pt x="117" y="2"/>
                </a:lnTo>
                <a:cubicBezTo>
                  <a:pt x="125" y="12"/>
                  <a:pt x="133" y="38"/>
                  <a:pt x="142" y="47"/>
                </a:cubicBezTo>
                <a:lnTo>
                  <a:pt x="148" y="58"/>
                </a:lnTo>
              </a:path>
              <a:path w="381" h="271">
                <a:moveTo>
                  <a:pt x="56" y="145"/>
                </a:moveTo>
                <a:lnTo>
                  <a:pt x="64" y="150"/>
                </a:lnTo>
                <a:cubicBezTo>
                  <a:pt x="82" y="162"/>
                  <a:pt x="101" y="170"/>
                  <a:pt x="120" y="182"/>
                </a:cubicBezTo>
                <a:lnTo>
                  <a:pt x="128" y="187"/>
                </a:lnTo>
                <a:lnTo>
                  <a:pt x="129" y="185"/>
                </a:lnTo>
                <a:lnTo>
                  <a:pt x="129" y="178"/>
                </a:lnTo>
                <a:lnTo>
                  <a:pt x="112" y="167"/>
                </a:lnTo>
                <a:cubicBezTo>
                  <a:pt x="77" y="146"/>
                  <a:pt x="41" y="125"/>
                  <a:pt x="4" y="105"/>
                </a:cubicBezTo>
                <a:lnTo>
                  <a:pt x="0" y="103"/>
                </a:lnTo>
                <a:lnTo>
                  <a:pt x="1" y="104"/>
                </a:lnTo>
                <a:cubicBezTo>
                  <a:pt x="13" y="114"/>
                  <a:pt x="26" y="123"/>
                  <a:pt x="39" y="133"/>
                </a:cubicBezTo>
                <a:lnTo>
                  <a:pt x="48" y="13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42" name="path"/>
          <p:cNvSpPr/>
          <p:nvPr/>
        </p:nvSpPr>
        <p:spPr>
          <a:xfrm>
            <a:off x="2759073" y="4030457"/>
            <a:ext cx="151558" cy="293816"/>
          </a:xfrm>
          <a:custGeom>
            <a:avLst/>
            <a:gdLst/>
            <a:ahLst/>
            <a:cxnLst/>
            <a:rect l="0" t="0" r="0" b="0"/>
            <a:pathLst>
              <a:path w="263" h="510">
                <a:moveTo>
                  <a:pt x="139" y="324"/>
                </a:moveTo>
                <a:lnTo>
                  <a:pt x="124" y="344"/>
                </a:lnTo>
                <a:cubicBezTo>
                  <a:pt x="87" y="394"/>
                  <a:pt x="49" y="430"/>
                  <a:pt x="1" y="470"/>
                </a:cubicBezTo>
                <a:lnTo>
                  <a:pt x="0" y="471"/>
                </a:lnTo>
                <a:lnTo>
                  <a:pt x="1" y="474"/>
                </a:lnTo>
                <a:lnTo>
                  <a:pt x="4" y="474"/>
                </a:lnTo>
                <a:cubicBezTo>
                  <a:pt x="45" y="443"/>
                  <a:pt x="85" y="406"/>
                  <a:pt x="118" y="367"/>
                </a:cubicBezTo>
                <a:lnTo>
                  <a:pt x="134" y="348"/>
                </a:lnTo>
                <a:lnTo>
                  <a:pt x="148" y="327"/>
                </a:lnTo>
                <a:cubicBezTo>
                  <a:pt x="176" y="276"/>
                  <a:pt x="190" y="217"/>
                  <a:pt x="198" y="160"/>
                </a:cubicBezTo>
                <a:lnTo>
                  <a:pt x="200" y="145"/>
                </a:lnTo>
                <a:lnTo>
                  <a:pt x="201" y="140"/>
                </a:lnTo>
                <a:lnTo>
                  <a:pt x="200" y="145"/>
                </a:lnTo>
                <a:cubicBezTo>
                  <a:pt x="189" y="185"/>
                  <a:pt x="179" y="232"/>
                  <a:pt x="164" y="271"/>
                </a:cubicBezTo>
                <a:lnTo>
                  <a:pt x="152" y="300"/>
                </a:lnTo>
              </a:path>
              <a:path w="263" h="510">
                <a:moveTo>
                  <a:pt x="183" y="0"/>
                </a:moveTo>
                <a:lnTo>
                  <a:pt x="188" y="14"/>
                </a:lnTo>
                <a:cubicBezTo>
                  <a:pt x="270" y="194"/>
                  <a:pt x="263" y="339"/>
                  <a:pt x="147" y="505"/>
                </a:cubicBezTo>
                <a:lnTo>
                  <a:pt x="146" y="508"/>
                </a:lnTo>
                <a:lnTo>
                  <a:pt x="148" y="510"/>
                </a:lnTo>
                <a:lnTo>
                  <a:pt x="152" y="508"/>
                </a:lnTo>
                <a:lnTo>
                  <a:pt x="156" y="507"/>
                </a:lnTo>
                <a:lnTo>
                  <a:pt x="188" y="464"/>
                </a:lnTo>
                <a:lnTo>
                  <a:pt x="198" y="448"/>
                </a:lnTo>
                <a:lnTo>
                  <a:pt x="207" y="434"/>
                </a:lnTo>
                <a:lnTo>
                  <a:pt x="216" y="418"/>
                </a:lnTo>
                <a:lnTo>
                  <a:pt x="224" y="404"/>
                </a:lnTo>
                <a:lnTo>
                  <a:pt x="231" y="388"/>
                </a:lnTo>
                <a:lnTo>
                  <a:pt x="244" y="356"/>
                </a:lnTo>
                <a:lnTo>
                  <a:pt x="252" y="323"/>
                </a:lnTo>
                <a:lnTo>
                  <a:pt x="258" y="290"/>
                </a:lnTo>
                <a:cubicBezTo>
                  <a:pt x="263" y="183"/>
                  <a:pt x="244" y="122"/>
                  <a:pt x="198" y="31"/>
                </a:cubicBezTo>
                <a:lnTo>
                  <a:pt x="190" y="15"/>
                </a:lnTo>
                <a:lnTo>
                  <a:pt x="184" y="0"/>
                </a:lnTo>
                <a:lnTo>
                  <a:pt x="183" y="0"/>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144" name="picture 1144"/>
          <p:cNvPicPr>
            <a:picLocks noChangeAspect="1"/>
          </p:cNvPicPr>
          <p:nvPr/>
        </p:nvPicPr>
        <p:blipFill>
          <a:blip r:embed="rId29"/>
          <a:stretch>
            <a:fillRect/>
          </a:stretch>
        </p:blipFill>
        <p:spPr>
          <a:xfrm rot="21600000">
            <a:off x="5102684" y="4209511"/>
            <a:ext cx="151401" cy="286902"/>
          </a:xfrm>
          <a:prstGeom prst="rect">
            <a:avLst/>
          </a:prstGeom>
        </p:spPr>
      </p:pic>
      <p:sp>
        <p:nvSpPr>
          <p:cNvPr id="1146" name="textbox 1146"/>
          <p:cNvSpPr/>
          <p:nvPr/>
        </p:nvSpPr>
        <p:spPr>
          <a:xfrm>
            <a:off x="2880978" y="4290422"/>
            <a:ext cx="240813" cy="162463"/>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205"/>
              </a:lnSpc>
              <a:tabLst>
                <a:tab pos="252095" algn="l"/>
              </a:tabLst>
            </a:pPr>
            <a:r>
              <a:rPr sz="905" u="sng" kern="0" spc="0" dirty="0">
                <a:solidFill>
                  <a:srgbClr val="000000">
                    <a:alpha val="100000"/>
                  </a:srgbClr>
                </a:solidFill>
                <a:latin typeface="Arial" panose="020B0604020202020204"/>
                <a:ea typeface="Arial" panose="020B0604020202020204"/>
                <a:cs typeface="Arial" panose="020B0604020202020204"/>
              </a:rPr>
              <a:t>	</a:t>
            </a:r>
            <a:endParaRPr lang="en-US" altLang="en-US" sz="905" dirty="0"/>
          </a:p>
        </p:txBody>
      </p:sp>
      <p:sp>
        <p:nvSpPr>
          <p:cNvPr id="1148" name="textbox 1148"/>
          <p:cNvSpPr/>
          <p:nvPr/>
        </p:nvSpPr>
        <p:spPr>
          <a:xfrm>
            <a:off x="7025998" y="3334267"/>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1150" name="textbox 1150"/>
          <p:cNvSpPr/>
          <p:nvPr/>
        </p:nvSpPr>
        <p:spPr>
          <a:xfrm>
            <a:off x="8937527" y="2303494"/>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1152" name="path"/>
          <p:cNvSpPr/>
          <p:nvPr/>
        </p:nvSpPr>
        <p:spPr>
          <a:xfrm>
            <a:off x="3241622" y="3942658"/>
            <a:ext cx="82267" cy="289667"/>
          </a:xfrm>
          <a:custGeom>
            <a:avLst/>
            <a:gdLst/>
            <a:ahLst/>
            <a:cxnLst/>
            <a:rect l="0" t="0" r="0" b="0"/>
            <a:pathLst>
              <a:path w="142" h="502">
                <a:moveTo>
                  <a:pt x="141" y="0"/>
                </a:moveTo>
                <a:lnTo>
                  <a:pt x="132" y="13"/>
                </a:lnTo>
                <a:lnTo>
                  <a:pt x="117" y="39"/>
                </a:lnTo>
                <a:cubicBezTo>
                  <a:pt x="96" y="83"/>
                  <a:pt x="86" y="128"/>
                  <a:pt x="68" y="172"/>
                </a:cubicBezTo>
                <a:lnTo>
                  <a:pt x="62" y="189"/>
                </a:lnTo>
                <a:lnTo>
                  <a:pt x="57" y="205"/>
                </a:lnTo>
                <a:cubicBezTo>
                  <a:pt x="38" y="256"/>
                  <a:pt x="16" y="307"/>
                  <a:pt x="6" y="361"/>
                </a:cubicBezTo>
                <a:lnTo>
                  <a:pt x="1" y="396"/>
                </a:lnTo>
                <a:lnTo>
                  <a:pt x="0" y="430"/>
                </a:lnTo>
                <a:lnTo>
                  <a:pt x="1" y="465"/>
                </a:lnTo>
                <a:lnTo>
                  <a:pt x="4" y="500"/>
                </a:lnTo>
                <a:lnTo>
                  <a:pt x="7" y="502"/>
                </a:lnTo>
                <a:lnTo>
                  <a:pt x="9" y="502"/>
                </a:lnTo>
                <a:lnTo>
                  <a:pt x="13" y="501"/>
                </a:lnTo>
                <a:lnTo>
                  <a:pt x="14" y="499"/>
                </a:lnTo>
                <a:lnTo>
                  <a:pt x="13" y="466"/>
                </a:lnTo>
                <a:lnTo>
                  <a:pt x="14" y="434"/>
                </a:lnTo>
                <a:lnTo>
                  <a:pt x="16" y="403"/>
                </a:lnTo>
                <a:lnTo>
                  <a:pt x="20" y="370"/>
                </a:lnTo>
                <a:lnTo>
                  <a:pt x="31" y="320"/>
                </a:lnTo>
                <a:cubicBezTo>
                  <a:pt x="56" y="240"/>
                  <a:pt x="81" y="160"/>
                  <a:pt x="106" y="81"/>
                </a:cubicBezTo>
                <a:lnTo>
                  <a:pt x="120" y="47"/>
                </a:lnTo>
                <a:lnTo>
                  <a:pt x="132" y="19"/>
                </a:lnTo>
                <a:lnTo>
                  <a:pt x="142" y="0"/>
                </a:lnTo>
                <a:lnTo>
                  <a:pt x="141"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54" name="path"/>
          <p:cNvSpPr/>
          <p:nvPr/>
        </p:nvSpPr>
        <p:spPr>
          <a:xfrm>
            <a:off x="2739024" y="3964089"/>
            <a:ext cx="59114" cy="344974"/>
          </a:xfrm>
          <a:custGeom>
            <a:avLst/>
            <a:gdLst/>
            <a:ahLst/>
            <a:cxnLst/>
            <a:rect l="0" t="0" r="0" b="0"/>
            <a:pathLst>
              <a:path w="102" h="598">
                <a:moveTo>
                  <a:pt x="3" y="4"/>
                </a:moveTo>
                <a:lnTo>
                  <a:pt x="5" y="8"/>
                </a:lnTo>
                <a:cubicBezTo>
                  <a:pt x="86" y="169"/>
                  <a:pt x="113" y="383"/>
                  <a:pt x="30" y="548"/>
                </a:cubicBezTo>
                <a:lnTo>
                  <a:pt x="0" y="598"/>
                </a:lnTo>
                <a:lnTo>
                  <a:pt x="1" y="596"/>
                </a:lnTo>
                <a:lnTo>
                  <a:pt x="8" y="589"/>
                </a:lnTo>
                <a:cubicBezTo>
                  <a:pt x="38" y="549"/>
                  <a:pt x="66" y="489"/>
                  <a:pt x="80" y="442"/>
                </a:cubicBezTo>
                <a:lnTo>
                  <a:pt x="90" y="403"/>
                </a:lnTo>
                <a:lnTo>
                  <a:pt x="95" y="360"/>
                </a:lnTo>
                <a:lnTo>
                  <a:pt x="98" y="313"/>
                </a:lnTo>
                <a:lnTo>
                  <a:pt x="97" y="262"/>
                </a:lnTo>
                <a:lnTo>
                  <a:pt x="90" y="208"/>
                </a:lnTo>
                <a:lnTo>
                  <a:pt x="75" y="151"/>
                </a:lnTo>
                <a:lnTo>
                  <a:pt x="53" y="90"/>
                </a:lnTo>
                <a:lnTo>
                  <a:pt x="25" y="26"/>
                </a:lnTo>
                <a:lnTo>
                  <a:pt x="23" y="20"/>
                </a:lnTo>
                <a:lnTo>
                  <a:pt x="20" y="8"/>
                </a:lnTo>
                <a:lnTo>
                  <a:pt x="11"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56" name="path"/>
          <p:cNvSpPr/>
          <p:nvPr/>
        </p:nvSpPr>
        <p:spPr>
          <a:xfrm>
            <a:off x="3192537" y="4263435"/>
            <a:ext cx="264779" cy="62911"/>
          </a:xfrm>
          <a:custGeom>
            <a:avLst/>
            <a:gdLst/>
            <a:ahLst/>
            <a:cxnLst/>
            <a:rect l="0" t="0" r="0" b="0"/>
            <a:pathLst>
              <a:path w="459" h="109">
                <a:moveTo>
                  <a:pt x="166" y="20"/>
                </a:moveTo>
                <a:lnTo>
                  <a:pt x="181" y="20"/>
                </a:lnTo>
                <a:lnTo>
                  <a:pt x="195" y="19"/>
                </a:lnTo>
                <a:cubicBezTo>
                  <a:pt x="223" y="19"/>
                  <a:pt x="251" y="19"/>
                  <a:pt x="279" y="16"/>
                </a:cubicBezTo>
                <a:lnTo>
                  <a:pt x="308" y="16"/>
                </a:lnTo>
                <a:lnTo>
                  <a:pt x="321" y="15"/>
                </a:lnTo>
                <a:lnTo>
                  <a:pt x="336" y="14"/>
                </a:lnTo>
                <a:lnTo>
                  <a:pt x="350" y="14"/>
                </a:lnTo>
                <a:lnTo>
                  <a:pt x="363" y="13"/>
                </a:lnTo>
                <a:lnTo>
                  <a:pt x="392" y="10"/>
                </a:lnTo>
                <a:lnTo>
                  <a:pt x="393" y="9"/>
                </a:lnTo>
                <a:lnTo>
                  <a:pt x="394" y="8"/>
                </a:lnTo>
                <a:lnTo>
                  <a:pt x="394" y="7"/>
                </a:lnTo>
                <a:lnTo>
                  <a:pt x="392" y="6"/>
                </a:lnTo>
                <a:cubicBezTo>
                  <a:pt x="262" y="9"/>
                  <a:pt x="132" y="12"/>
                  <a:pt x="2" y="14"/>
                </a:cubicBezTo>
                <a:lnTo>
                  <a:pt x="0" y="14"/>
                </a:lnTo>
                <a:lnTo>
                  <a:pt x="4" y="14"/>
                </a:lnTo>
                <a:cubicBezTo>
                  <a:pt x="44" y="17"/>
                  <a:pt x="86" y="19"/>
                  <a:pt x="126" y="19"/>
                </a:cubicBezTo>
                <a:lnTo>
                  <a:pt x="150" y="20"/>
                </a:lnTo>
              </a:path>
              <a:path w="459" h="109">
                <a:moveTo>
                  <a:pt x="457" y="109"/>
                </a:moveTo>
                <a:lnTo>
                  <a:pt x="458" y="109"/>
                </a:lnTo>
                <a:lnTo>
                  <a:pt x="459" y="108"/>
                </a:lnTo>
                <a:lnTo>
                  <a:pt x="459" y="106"/>
                </a:lnTo>
                <a:lnTo>
                  <a:pt x="458" y="106"/>
                </a:lnTo>
                <a:lnTo>
                  <a:pt x="439" y="103"/>
                </a:lnTo>
                <a:cubicBezTo>
                  <a:pt x="402" y="92"/>
                  <a:pt x="368" y="82"/>
                  <a:pt x="333" y="66"/>
                </a:cubicBezTo>
                <a:lnTo>
                  <a:pt x="292" y="46"/>
                </a:lnTo>
                <a:cubicBezTo>
                  <a:pt x="265" y="36"/>
                  <a:pt x="233" y="15"/>
                  <a:pt x="207" y="3"/>
                </a:cubicBezTo>
                <a:lnTo>
                  <a:pt x="203" y="0"/>
                </a:lnTo>
                <a:lnTo>
                  <a:pt x="201" y="0"/>
                </a:lnTo>
                <a:lnTo>
                  <a:pt x="202" y="0"/>
                </a:lnTo>
                <a:lnTo>
                  <a:pt x="205" y="3"/>
                </a:lnTo>
                <a:cubicBezTo>
                  <a:pt x="254" y="59"/>
                  <a:pt x="320" y="85"/>
                  <a:pt x="392" y="100"/>
                </a:cubicBezTo>
                <a:lnTo>
                  <a:pt x="422" y="105"/>
                </a:lnTo>
              </a:path>
              <a:path w="459" h="109">
                <a:moveTo>
                  <a:pt x="16" y="80"/>
                </a:moveTo>
                <a:lnTo>
                  <a:pt x="28" y="76"/>
                </a:lnTo>
                <a:lnTo>
                  <a:pt x="40" y="72"/>
                </a:lnTo>
                <a:cubicBezTo>
                  <a:pt x="65" y="65"/>
                  <a:pt x="89" y="58"/>
                  <a:pt x="113" y="52"/>
                </a:cubicBezTo>
                <a:lnTo>
                  <a:pt x="137" y="48"/>
                </a:lnTo>
                <a:cubicBezTo>
                  <a:pt x="164" y="43"/>
                  <a:pt x="187" y="38"/>
                  <a:pt x="214" y="34"/>
                </a:cubicBezTo>
                <a:lnTo>
                  <a:pt x="217" y="32"/>
                </a:lnTo>
                <a:lnTo>
                  <a:pt x="219" y="28"/>
                </a:lnTo>
                <a:lnTo>
                  <a:pt x="218" y="26"/>
                </a:lnTo>
                <a:lnTo>
                  <a:pt x="214" y="26"/>
                </a:lnTo>
                <a:cubicBezTo>
                  <a:pt x="152" y="33"/>
                  <a:pt x="64" y="36"/>
                  <a:pt x="15" y="79"/>
                </a:cubicBezTo>
                <a:lnTo>
                  <a:pt x="15" y="80"/>
                </a:lnTo>
                <a:lnTo>
                  <a:pt x="16" y="8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58" name="rect"/>
          <p:cNvSpPr/>
          <p:nvPr/>
        </p:nvSpPr>
        <p:spPr>
          <a:xfrm>
            <a:off x="4262717" y="3450430"/>
            <a:ext cx="459043"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sp>
        <p:nvSpPr>
          <p:cNvPr id="1160" name="path"/>
          <p:cNvSpPr/>
          <p:nvPr/>
        </p:nvSpPr>
        <p:spPr>
          <a:xfrm>
            <a:off x="2751117" y="4329113"/>
            <a:ext cx="121334" cy="100242"/>
          </a:xfrm>
          <a:custGeom>
            <a:avLst/>
            <a:gdLst/>
            <a:ahLst/>
            <a:cxnLst/>
            <a:rect l="0" t="0" r="0" b="0"/>
            <a:pathLst>
              <a:path w="210" h="173">
                <a:moveTo>
                  <a:pt x="39" y="60"/>
                </a:moveTo>
                <a:lnTo>
                  <a:pt x="33" y="66"/>
                </a:lnTo>
                <a:lnTo>
                  <a:pt x="28" y="72"/>
                </a:lnTo>
                <a:lnTo>
                  <a:pt x="22" y="77"/>
                </a:lnTo>
                <a:lnTo>
                  <a:pt x="18" y="83"/>
                </a:lnTo>
                <a:lnTo>
                  <a:pt x="13" y="91"/>
                </a:lnTo>
                <a:lnTo>
                  <a:pt x="10" y="97"/>
                </a:lnTo>
                <a:lnTo>
                  <a:pt x="7" y="104"/>
                </a:lnTo>
                <a:lnTo>
                  <a:pt x="5" y="110"/>
                </a:lnTo>
                <a:lnTo>
                  <a:pt x="4" y="123"/>
                </a:lnTo>
                <a:lnTo>
                  <a:pt x="6" y="136"/>
                </a:lnTo>
                <a:lnTo>
                  <a:pt x="11" y="148"/>
                </a:lnTo>
                <a:lnTo>
                  <a:pt x="18" y="159"/>
                </a:lnTo>
                <a:lnTo>
                  <a:pt x="19" y="160"/>
                </a:lnTo>
                <a:lnTo>
                  <a:pt x="21" y="160"/>
                </a:lnTo>
                <a:lnTo>
                  <a:pt x="23" y="159"/>
                </a:lnTo>
                <a:lnTo>
                  <a:pt x="23" y="157"/>
                </a:lnTo>
                <a:cubicBezTo>
                  <a:pt x="-7" y="76"/>
                  <a:pt x="87" y="30"/>
                  <a:pt x="144" y="1"/>
                </a:cubicBezTo>
                <a:lnTo>
                  <a:pt x="148" y="0"/>
                </a:lnTo>
                <a:lnTo>
                  <a:pt x="144" y="1"/>
                </a:lnTo>
                <a:cubicBezTo>
                  <a:pt x="118" y="12"/>
                  <a:pt x="90" y="27"/>
                  <a:pt x="66" y="40"/>
                </a:cubicBezTo>
                <a:lnTo>
                  <a:pt x="51" y="50"/>
                </a:lnTo>
              </a:path>
              <a:path w="210" h="173">
                <a:moveTo>
                  <a:pt x="121" y="75"/>
                </a:moveTo>
                <a:lnTo>
                  <a:pt x="112" y="87"/>
                </a:lnTo>
                <a:cubicBezTo>
                  <a:pt x="92" y="132"/>
                  <a:pt x="91" y="126"/>
                  <a:pt x="103" y="171"/>
                </a:cubicBezTo>
                <a:lnTo>
                  <a:pt x="105" y="173"/>
                </a:lnTo>
                <a:lnTo>
                  <a:pt x="109" y="171"/>
                </a:lnTo>
                <a:lnTo>
                  <a:pt x="111" y="169"/>
                </a:lnTo>
                <a:lnTo>
                  <a:pt x="107" y="143"/>
                </a:lnTo>
                <a:lnTo>
                  <a:pt x="111" y="120"/>
                </a:lnTo>
                <a:lnTo>
                  <a:pt x="118" y="97"/>
                </a:lnTo>
                <a:lnTo>
                  <a:pt x="132" y="74"/>
                </a:lnTo>
                <a:lnTo>
                  <a:pt x="142" y="62"/>
                </a:lnTo>
                <a:cubicBezTo>
                  <a:pt x="158" y="42"/>
                  <a:pt x="181" y="27"/>
                  <a:pt x="201" y="9"/>
                </a:cubicBezTo>
                <a:lnTo>
                  <a:pt x="208" y="4"/>
                </a:lnTo>
                <a:lnTo>
                  <a:pt x="210" y="2"/>
                </a:lnTo>
                <a:lnTo>
                  <a:pt x="207" y="4"/>
                </a:lnTo>
                <a:cubicBezTo>
                  <a:pt x="184" y="20"/>
                  <a:pt x="165" y="34"/>
                  <a:pt x="144" y="51"/>
                </a:cubicBezTo>
                <a:lnTo>
                  <a:pt x="132" y="64"/>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62" name="path"/>
          <p:cNvSpPr/>
          <p:nvPr/>
        </p:nvSpPr>
        <p:spPr>
          <a:xfrm>
            <a:off x="3175945" y="4345012"/>
            <a:ext cx="282753" cy="30419"/>
          </a:xfrm>
          <a:custGeom>
            <a:avLst/>
            <a:gdLst/>
            <a:ahLst/>
            <a:cxnLst/>
            <a:rect l="0" t="0" r="0" b="0"/>
            <a:pathLst>
              <a:path w="490" h="52">
                <a:moveTo>
                  <a:pt x="235" y="26"/>
                </a:moveTo>
                <a:lnTo>
                  <a:pt x="266" y="28"/>
                </a:lnTo>
                <a:cubicBezTo>
                  <a:pt x="298" y="32"/>
                  <a:pt x="327" y="35"/>
                  <a:pt x="360" y="37"/>
                </a:cubicBezTo>
                <a:lnTo>
                  <a:pt x="376" y="39"/>
                </a:lnTo>
                <a:lnTo>
                  <a:pt x="391" y="40"/>
                </a:lnTo>
                <a:cubicBezTo>
                  <a:pt x="422" y="44"/>
                  <a:pt x="454" y="48"/>
                  <a:pt x="485" y="52"/>
                </a:cubicBezTo>
                <a:lnTo>
                  <a:pt x="490" y="50"/>
                </a:lnTo>
                <a:lnTo>
                  <a:pt x="490" y="49"/>
                </a:lnTo>
                <a:lnTo>
                  <a:pt x="488" y="46"/>
                </a:lnTo>
                <a:cubicBezTo>
                  <a:pt x="417" y="35"/>
                  <a:pt x="341" y="25"/>
                  <a:pt x="270" y="19"/>
                </a:cubicBezTo>
                <a:lnTo>
                  <a:pt x="255" y="16"/>
                </a:lnTo>
                <a:lnTo>
                  <a:pt x="238" y="15"/>
                </a:lnTo>
                <a:cubicBezTo>
                  <a:pt x="161" y="7"/>
                  <a:pt x="83" y="5"/>
                  <a:pt x="5" y="0"/>
                </a:cubicBezTo>
                <a:lnTo>
                  <a:pt x="0" y="0"/>
                </a:lnTo>
                <a:lnTo>
                  <a:pt x="1" y="0"/>
                </a:lnTo>
                <a:cubicBezTo>
                  <a:pt x="66" y="9"/>
                  <a:pt x="136" y="15"/>
                  <a:pt x="202" y="22"/>
                </a:cubicBezTo>
                <a:lnTo>
                  <a:pt x="219" y="24"/>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164" name="picture 1164"/>
          <p:cNvPicPr>
            <a:picLocks noChangeAspect="1"/>
          </p:cNvPicPr>
          <p:nvPr/>
        </p:nvPicPr>
        <p:blipFill>
          <a:blip r:embed="rId30"/>
          <a:stretch>
            <a:fillRect/>
          </a:stretch>
        </p:blipFill>
        <p:spPr>
          <a:xfrm rot="21600000">
            <a:off x="3316286" y="3941275"/>
            <a:ext cx="144487" cy="59454"/>
          </a:xfrm>
          <a:prstGeom prst="rect">
            <a:avLst/>
          </a:prstGeom>
        </p:spPr>
      </p:pic>
      <p:sp>
        <p:nvSpPr>
          <p:cNvPr id="1166" name="rect"/>
          <p:cNvSpPr/>
          <p:nvPr/>
        </p:nvSpPr>
        <p:spPr>
          <a:xfrm>
            <a:off x="2493602" y="4423825"/>
            <a:ext cx="302803" cy="21731"/>
          </a:xfrm>
          <a:prstGeom prst="rect">
            <a:avLst/>
          </a:prstGeom>
          <a:solidFill>
            <a:srgbClr val="140000">
              <a:alpha val="100000"/>
            </a:srgbClr>
          </a:solidFill>
          <a:ln cap="flat">
            <a:noFill/>
            <a:prstDash val="solid"/>
            <a:miter lim="0"/>
          </a:ln>
        </p:spPr>
        <p:txBody>
          <a:bodyPr rtlCol="0"/>
          <a:lstStyle/>
          <a:p>
            <a:pPr algn="ctr"/>
            <a:endParaRPr lang="zh-CN" altLang="en-US" sz="1635"/>
          </a:p>
        </p:txBody>
      </p:sp>
      <p:pic>
        <p:nvPicPr>
          <p:cNvPr id="1168" name="picture 1168"/>
          <p:cNvPicPr>
            <a:picLocks noChangeAspect="1"/>
          </p:cNvPicPr>
          <p:nvPr/>
        </p:nvPicPr>
        <p:blipFill>
          <a:blip r:embed="rId31"/>
          <a:stretch>
            <a:fillRect/>
          </a:stretch>
        </p:blipFill>
        <p:spPr>
          <a:xfrm rot="21600000">
            <a:off x="8009280" y="3235427"/>
            <a:ext cx="73027" cy="62657"/>
          </a:xfrm>
          <a:prstGeom prst="rect">
            <a:avLst/>
          </a:prstGeom>
        </p:spPr>
      </p:pic>
      <p:sp>
        <p:nvSpPr>
          <p:cNvPr id="1170" name="path"/>
          <p:cNvSpPr/>
          <p:nvPr/>
        </p:nvSpPr>
        <p:spPr>
          <a:xfrm>
            <a:off x="2687175" y="3690322"/>
            <a:ext cx="91946" cy="44936"/>
          </a:xfrm>
          <a:custGeom>
            <a:avLst/>
            <a:gdLst/>
            <a:ahLst/>
            <a:cxnLst/>
            <a:rect l="0" t="0" r="0" b="0"/>
            <a:pathLst>
              <a:path w="159" h="77">
                <a:moveTo>
                  <a:pt x="0" y="0"/>
                </a:moveTo>
                <a:lnTo>
                  <a:pt x="1" y="1"/>
                </a:lnTo>
                <a:cubicBezTo>
                  <a:pt x="52" y="48"/>
                  <a:pt x="115" y="32"/>
                  <a:pt x="153" y="68"/>
                </a:cubicBezTo>
                <a:lnTo>
                  <a:pt x="159" y="77"/>
                </a:lnTo>
                <a:lnTo>
                  <a:pt x="159" y="74"/>
                </a:lnTo>
                <a:lnTo>
                  <a:pt x="158" y="69"/>
                </a:lnTo>
                <a:lnTo>
                  <a:pt x="153" y="62"/>
                </a:lnTo>
                <a:lnTo>
                  <a:pt x="143" y="56"/>
                </a:lnTo>
                <a:lnTo>
                  <a:pt x="130" y="49"/>
                </a:lnTo>
                <a:lnTo>
                  <a:pt x="109" y="42"/>
                </a:lnTo>
                <a:lnTo>
                  <a:pt x="80" y="34"/>
                </a:lnTo>
                <a:cubicBezTo>
                  <a:pt x="68" y="33"/>
                  <a:pt x="56" y="28"/>
                  <a:pt x="45" y="24"/>
                </a:cubicBezTo>
                <a:lnTo>
                  <a:pt x="32" y="17"/>
                </a:lnTo>
                <a:lnTo>
                  <a:pt x="18" y="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172" name="rect"/>
          <p:cNvSpPr/>
          <p:nvPr/>
        </p:nvSpPr>
        <p:spPr>
          <a:xfrm>
            <a:off x="3310755" y="3917079"/>
            <a:ext cx="145871" cy="22122"/>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1174" name="rect"/>
          <p:cNvSpPr/>
          <p:nvPr/>
        </p:nvSpPr>
        <p:spPr>
          <a:xfrm>
            <a:off x="3126170" y="3882939"/>
            <a:ext cx="299345" cy="9943"/>
          </a:xfrm>
          <a:prstGeom prst="rect">
            <a:avLst/>
          </a:prstGeom>
          <a:solidFill>
            <a:srgbClr val="140000">
              <a:alpha val="100000"/>
            </a:srgbClr>
          </a:solidFill>
          <a:ln cap="flat">
            <a:noFill/>
            <a:prstDash val="solid"/>
            <a:miter lim="0"/>
          </a:ln>
        </p:spPr>
        <p:txBody>
          <a:bodyPr rtlCol="0"/>
          <a:lstStyle/>
          <a:p>
            <a:pPr algn="ctr"/>
            <a:endParaRPr lang="zh-CN" altLang="en-US" sz="1635"/>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 name="rect"/>
          <p:cNvSpPr/>
          <p:nvPr/>
        </p:nvSpPr>
        <p:spPr>
          <a:xfrm>
            <a:off x="1715164" y="1025243"/>
            <a:ext cx="8322238" cy="483931"/>
          </a:xfrm>
          <a:prstGeom prst="rect">
            <a:avLst/>
          </a:prstGeom>
          <a:solidFill>
            <a:srgbClr val="C8DDF0">
              <a:alpha val="100000"/>
            </a:srgbClr>
          </a:solidFill>
          <a:ln cap="flat">
            <a:noFill/>
            <a:prstDash val="solid"/>
            <a:miter lim="0"/>
          </a:ln>
        </p:spPr>
        <p:txBody>
          <a:bodyPr rtlCol="0"/>
          <a:lstStyle/>
          <a:p>
            <a:pPr algn="ctr"/>
            <a:endParaRPr lang="zh-CN" altLang="en-US" sz="1635"/>
          </a:p>
        </p:txBody>
      </p:sp>
      <p:sp>
        <p:nvSpPr>
          <p:cNvPr id="1178" name="textbox 1178"/>
          <p:cNvSpPr/>
          <p:nvPr/>
        </p:nvSpPr>
        <p:spPr>
          <a:xfrm>
            <a:off x="1703642" y="1138901"/>
            <a:ext cx="8345512" cy="1312951"/>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98000"/>
              </a:lnSpc>
              <a:tabLst>
                <a:tab pos="1282700" algn="l"/>
              </a:tabLst>
            </a:pPr>
            <a:r>
              <a:rPr sz="39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900" kern="0" spc="-110" dirty="0">
                <a:solidFill>
                  <a:srgbClr val="1F4E79">
                    <a:alpha val="100000"/>
                  </a:srgbClr>
                </a:solidFill>
                <a:latin typeface="仿宋" panose="02010609060101010101" charset="-122"/>
                <a:ea typeface="仿宋" panose="02010609060101010101" charset="-122"/>
                <a:cs typeface="仿宋" panose="02010609060101010101" charset="-122"/>
              </a:rPr>
              <a:t>认证函数：Hash函数</a:t>
            </a:r>
            <a:r>
              <a:rPr sz="3900" kern="0" spc="-120" dirty="0">
                <a:solidFill>
                  <a:srgbClr val="1F4E79">
                    <a:alpha val="100000"/>
                  </a:srgbClr>
                </a:solidFill>
                <a:latin typeface="仿宋" panose="02010609060101010101" charset="-122"/>
                <a:ea typeface="仿宋" panose="02010609060101010101" charset="-122"/>
                <a:cs typeface="仿宋" panose="02010609060101010101" charset="-122"/>
              </a:rPr>
              <a:t>（续）      </a:t>
            </a:r>
            <a:endParaRPr lang="en-US" altLang="en-US" sz="3900" dirty="0"/>
          </a:p>
          <a:p>
            <a:pPr marL="1424940" algn="l" rtl="0" eaLnBrk="0">
              <a:lnSpc>
                <a:spcPct val="93000"/>
              </a:lnSpc>
              <a:spcBef>
                <a:spcPts val="1075"/>
              </a:spcBef>
            </a:pP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哈希函数的基本用法（</a:t>
            </a:r>
            <a:r>
              <a:rPr sz="2540" kern="0" spc="50" dirty="0">
                <a:solidFill>
                  <a:srgbClr val="000000">
                    <a:alpha val="100000"/>
                  </a:srgbClr>
                </a:solidFill>
                <a:latin typeface="Times New Roman" panose="02020603050405020304"/>
                <a:ea typeface="Times New Roman" panose="02020603050405020304"/>
                <a:cs typeface="Times New Roman" panose="02020603050405020304"/>
              </a:rPr>
              <a:t>e</a:t>
            </a:r>
            <a:r>
              <a:rPr sz="2540" kern="0"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540" dirty="0"/>
          </a:p>
          <a:p>
            <a:pPr marL="5917565" algn="l" rtl="0" eaLnBrk="0">
              <a:lnSpc>
                <a:spcPct val="76000"/>
              </a:lnSpc>
              <a:spcBef>
                <a:spcPts val="1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1905" dirty="0"/>
          </a:p>
        </p:txBody>
      </p:sp>
      <p:pic>
        <p:nvPicPr>
          <p:cNvPr id="1180" name="picture 1180"/>
          <p:cNvPicPr>
            <a:picLocks noChangeAspect="1"/>
          </p:cNvPicPr>
          <p:nvPr/>
        </p:nvPicPr>
        <p:blipFill>
          <a:blip r:embed="rId1"/>
          <a:stretch>
            <a:fillRect/>
          </a:stretch>
        </p:blipFill>
        <p:spPr>
          <a:xfrm rot="21600000">
            <a:off x="1715164" y="5449759"/>
            <a:ext cx="8322238" cy="45627"/>
          </a:xfrm>
          <a:prstGeom prst="rect">
            <a:avLst/>
          </a:prstGeom>
        </p:spPr>
      </p:pic>
      <p:grpSp>
        <p:nvGrpSpPr>
          <p:cNvPr id="86" name="group 86"/>
          <p:cNvGrpSpPr/>
          <p:nvPr/>
        </p:nvGrpSpPr>
        <p:grpSpPr>
          <a:xfrm rot="21600000">
            <a:off x="3347395" y="5242359"/>
            <a:ext cx="5881840" cy="822683"/>
            <a:chOff x="0" y="0"/>
            <a:chExt cx="6483095" cy="906780"/>
          </a:xfrm>
        </p:grpSpPr>
        <p:pic>
          <p:nvPicPr>
            <p:cNvPr id="1182" name="picture 1182"/>
            <p:cNvPicPr>
              <a:picLocks noChangeAspect="1"/>
            </p:cNvPicPr>
            <p:nvPr/>
          </p:nvPicPr>
          <p:blipFill>
            <a:blip r:embed="rId2"/>
            <a:stretch>
              <a:fillRect/>
            </a:stretch>
          </p:blipFill>
          <p:spPr>
            <a:xfrm rot="21600000">
              <a:off x="0" y="0"/>
              <a:ext cx="6483095" cy="906780"/>
            </a:xfrm>
            <a:prstGeom prst="rect">
              <a:avLst/>
            </a:prstGeom>
          </p:spPr>
        </p:pic>
        <p:sp>
          <p:nvSpPr>
            <p:cNvPr id="1184" name="textbox 1184"/>
            <p:cNvSpPr/>
            <p:nvPr/>
          </p:nvSpPr>
          <p:spPr>
            <a:xfrm>
              <a:off x="-12700" y="-12700"/>
              <a:ext cx="6508750" cy="958214"/>
            </a:xfrm>
            <a:prstGeom prst="rect">
              <a:avLst/>
            </a:prstGeom>
          </p:spPr>
          <p:txBody>
            <a:bodyPr vert="horz" wrap="square" lIns="0" tIns="0" rIns="0" bIns="0"/>
            <a:lstStyle/>
            <a:p>
              <a:pPr algn="l" rtl="0" eaLnBrk="0">
                <a:lnSpc>
                  <a:spcPct val="122000"/>
                </a:lnSpc>
              </a:pPr>
              <a:endParaRPr lang="en-US" altLang="en-US" sz="905" dirty="0"/>
            </a:p>
            <a:p>
              <a:pPr algn="l" rtl="0" eaLnBrk="0">
                <a:lnSpc>
                  <a:spcPct val="123000"/>
                </a:lnSpc>
              </a:pPr>
              <a:endParaRPr lang="en-US" altLang="en-US" sz="905" dirty="0"/>
            </a:p>
            <a:p>
              <a:pPr algn="l" rtl="0" eaLnBrk="0">
                <a:lnSpc>
                  <a:spcPct val="8000"/>
                </a:lnSpc>
              </a:pPr>
              <a:endParaRPr lang="en-US" altLang="en-US" sz="100" dirty="0"/>
            </a:p>
            <a:p>
              <a:pPr marL="2859405" algn="l" rtl="0" eaLnBrk="0">
                <a:lnSpc>
                  <a:spcPct val="99000"/>
                </a:lnSpc>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提供认证</a:t>
              </a:r>
              <a:endParaRPr lang="en-US" altLang="en-US" sz="1360" dirty="0"/>
            </a:p>
          </p:txBody>
        </p:sp>
      </p:grpSp>
      <p:pic>
        <p:nvPicPr>
          <p:cNvPr id="1186" name="picture 1186"/>
          <p:cNvPicPr>
            <a:picLocks noChangeAspect="1"/>
          </p:cNvPicPr>
          <p:nvPr/>
        </p:nvPicPr>
        <p:blipFill>
          <a:blip r:embed="rId3"/>
          <a:stretch>
            <a:fillRect/>
          </a:stretch>
        </p:blipFill>
        <p:spPr>
          <a:xfrm rot="21600000">
            <a:off x="8654730" y="4095742"/>
            <a:ext cx="972010" cy="740807"/>
          </a:xfrm>
          <a:prstGeom prst="rect">
            <a:avLst/>
          </a:prstGeom>
        </p:spPr>
      </p:pic>
      <p:pic>
        <p:nvPicPr>
          <p:cNvPr id="1188" name="picture 1188"/>
          <p:cNvPicPr>
            <a:picLocks noChangeAspect="1"/>
          </p:cNvPicPr>
          <p:nvPr/>
        </p:nvPicPr>
        <p:blipFill>
          <a:blip r:embed="rId4"/>
          <a:stretch>
            <a:fillRect/>
          </a:stretch>
        </p:blipFill>
        <p:spPr>
          <a:xfrm rot="21600000">
            <a:off x="10209533" y="700317"/>
            <a:ext cx="736958" cy="727971"/>
          </a:xfrm>
          <a:prstGeom prst="rect">
            <a:avLst/>
          </a:prstGeom>
        </p:spPr>
      </p:pic>
      <p:pic>
        <p:nvPicPr>
          <p:cNvPr id="1190" name="picture 1190"/>
          <p:cNvPicPr>
            <a:picLocks noChangeAspect="1"/>
          </p:cNvPicPr>
          <p:nvPr/>
        </p:nvPicPr>
        <p:blipFill>
          <a:blip r:embed="rId5"/>
          <a:stretch>
            <a:fillRect/>
          </a:stretch>
        </p:blipFill>
        <p:spPr>
          <a:xfrm rot="21600000">
            <a:off x="4913259" y="3063977"/>
            <a:ext cx="151401" cy="743871"/>
          </a:xfrm>
          <a:prstGeom prst="rect">
            <a:avLst/>
          </a:prstGeom>
        </p:spPr>
      </p:pic>
      <p:sp>
        <p:nvSpPr>
          <p:cNvPr id="1192" name="rect"/>
          <p:cNvSpPr/>
          <p:nvPr/>
        </p:nvSpPr>
        <p:spPr>
          <a:xfrm>
            <a:off x="4299358" y="3635707"/>
            <a:ext cx="459734"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194" name="rect"/>
          <p:cNvSpPr/>
          <p:nvPr/>
        </p:nvSpPr>
        <p:spPr>
          <a:xfrm>
            <a:off x="4295902" y="3626848"/>
            <a:ext cx="467339" cy="361425"/>
          </a:xfrm>
          <a:prstGeom prst="rect">
            <a:avLst/>
          </a:prstGeom>
          <a:solidFill>
            <a:srgbClr val="FFFFFF">
              <a:alpha val="100000"/>
            </a:srgbClr>
          </a:solidFill>
          <a:ln cap="flat">
            <a:noFill/>
            <a:prstDash val="solid"/>
            <a:miter lim="0"/>
          </a:ln>
        </p:spPr>
        <p:txBody>
          <a:bodyPr rtlCol="0"/>
          <a:lstStyle/>
          <a:p>
            <a:pPr algn="ctr"/>
            <a:endParaRPr lang="zh-CN" altLang="en-US" sz="1635"/>
          </a:p>
        </p:txBody>
      </p:sp>
      <p:pic>
        <p:nvPicPr>
          <p:cNvPr id="1196" name="picture 1196"/>
          <p:cNvPicPr>
            <a:picLocks noChangeAspect="1"/>
          </p:cNvPicPr>
          <p:nvPr/>
        </p:nvPicPr>
        <p:blipFill>
          <a:blip r:embed="rId6"/>
          <a:stretch>
            <a:fillRect/>
          </a:stretch>
        </p:blipFill>
        <p:spPr>
          <a:xfrm rot="21600000">
            <a:off x="3079159" y="3617041"/>
            <a:ext cx="533015" cy="151401"/>
          </a:xfrm>
          <a:prstGeom prst="rect">
            <a:avLst/>
          </a:prstGeom>
        </p:spPr>
      </p:pic>
      <p:sp>
        <p:nvSpPr>
          <p:cNvPr id="1198" name="rect"/>
          <p:cNvSpPr/>
          <p:nvPr/>
        </p:nvSpPr>
        <p:spPr>
          <a:xfrm>
            <a:off x="3536820" y="3635707"/>
            <a:ext cx="45973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200" name="rect"/>
          <p:cNvSpPr/>
          <p:nvPr/>
        </p:nvSpPr>
        <p:spPr>
          <a:xfrm>
            <a:off x="3532672" y="3630707"/>
            <a:ext cx="467339" cy="353995"/>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202" name="textbox 1202"/>
          <p:cNvSpPr/>
          <p:nvPr/>
        </p:nvSpPr>
        <p:spPr>
          <a:xfrm>
            <a:off x="3067637" y="3720280"/>
            <a:ext cx="1933421" cy="346241"/>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805"/>
              </a:lnSpc>
            </a:pPr>
            <a:r>
              <a:rPr sz="3540" kern="0" spc="18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540" kern="0" spc="-1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905" b="1" kern="0" spc="180" baseline="-9000" dirty="0">
                <a:solidFill>
                  <a:srgbClr val="000000">
                    <a:alpha val="100000"/>
                  </a:srgbClr>
                </a:solidFill>
                <a:latin typeface="Times New Roman" panose="02020603050405020304"/>
                <a:ea typeface="Times New Roman" panose="02020603050405020304"/>
                <a:cs typeface="Times New Roman" panose="02020603050405020304"/>
              </a:rPr>
              <a:t>||</a:t>
            </a:r>
            <a:r>
              <a:rPr sz="1815" b="1" kern="0" spc="10" dirty="0">
                <a:solidFill>
                  <a:srgbClr val="000000">
                    <a:alpha val="100000"/>
                  </a:srgbClr>
                </a:solidFill>
                <a:latin typeface="Times New Roman" panose="02020603050405020304"/>
                <a:ea typeface="Times New Roman" panose="02020603050405020304"/>
                <a:cs typeface="Times New Roman" panose="02020603050405020304"/>
              </a:rPr>
              <a:t>   </a:t>
            </a:r>
            <a:r>
              <a:rPr sz="3540" kern="0" spc="-126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540" kern="0" spc="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905" b="1" kern="0" spc="330" dirty="0">
                <a:solidFill>
                  <a:srgbClr val="000000">
                    <a:alpha val="100000"/>
                  </a:srgbClr>
                </a:solidFill>
                <a:latin typeface="Times New Roman" panose="02020603050405020304"/>
                <a:ea typeface="Times New Roman" panose="02020603050405020304"/>
                <a:cs typeface="Times New Roman" panose="02020603050405020304"/>
              </a:rPr>
              <a:t>H</a:t>
            </a:r>
            <a:r>
              <a:rPr sz="1905" b="1"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540" kern="0" spc="330" dirty="0">
                <a:solidFill>
                  <a:srgbClr val="000000">
                    <a:alpha val="100000"/>
                  </a:srgbClr>
                </a:solidFill>
                <a:latin typeface="Arial" panose="020B0604020202020204"/>
                <a:ea typeface="Arial" panose="020B0604020202020204"/>
                <a:cs typeface="Arial" panose="020B0604020202020204"/>
              </a:rPr>
              <a:t>-</a:t>
            </a:r>
            <a:endParaRPr lang="en-US" altLang="en-US" sz="3540" dirty="0"/>
          </a:p>
        </p:txBody>
      </p:sp>
      <p:graphicFrame>
        <p:nvGraphicFramePr>
          <p:cNvPr id="1204" name="table 1204"/>
          <p:cNvGraphicFramePr>
            <a:graphicFrameLocks noGrp="1"/>
          </p:cNvGraphicFramePr>
          <p:nvPr/>
        </p:nvGraphicFramePr>
        <p:xfrm>
          <a:off x="5672340" y="2658166"/>
          <a:ext cx="694055" cy="694055"/>
        </p:xfrm>
        <a:graphic>
          <a:graphicData uri="http://schemas.openxmlformats.org/drawingml/2006/table">
            <a:tbl>
              <a:tblPr/>
              <a:tblGrid>
                <a:gridCol w="694055"/>
              </a:tblGrid>
              <a:tr h="694055">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206" name="table 1206"/>
          <p:cNvGraphicFramePr>
            <a:graphicFrameLocks noGrp="1"/>
          </p:cNvGraphicFramePr>
          <p:nvPr/>
        </p:nvGraphicFramePr>
        <p:xfrm>
          <a:off x="2770134" y="2773618"/>
          <a:ext cx="694690" cy="693420"/>
        </p:xfrm>
        <a:graphic>
          <a:graphicData uri="http://schemas.openxmlformats.org/drawingml/2006/table">
            <a:tbl>
              <a:tblPr/>
              <a:tblGrid>
                <a:gridCol w="694690"/>
              </a:tblGrid>
              <a:tr h="69342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88" name="group 88"/>
          <p:cNvGrpSpPr/>
          <p:nvPr/>
        </p:nvGrpSpPr>
        <p:grpSpPr>
          <a:xfrm rot="21600000">
            <a:off x="3242313" y="4819659"/>
            <a:ext cx="177638" cy="104269"/>
            <a:chOff x="0" y="0"/>
            <a:chExt cx="195796" cy="114928"/>
          </a:xfrm>
        </p:grpSpPr>
        <p:sp>
          <p:nvSpPr>
            <p:cNvPr id="1208" name="path"/>
            <p:cNvSpPr/>
            <p:nvPr/>
          </p:nvSpPr>
          <p:spPr>
            <a:xfrm>
              <a:off x="0" y="0"/>
              <a:ext cx="195796" cy="114928"/>
            </a:xfrm>
            <a:custGeom>
              <a:avLst/>
              <a:gdLst/>
              <a:ahLst/>
              <a:cxnLst/>
              <a:rect l="0" t="0" r="0" b="0"/>
              <a:pathLst>
                <a:path w="308" h="180">
                  <a:moveTo>
                    <a:pt x="8" y="109"/>
                  </a:moveTo>
                  <a:lnTo>
                    <a:pt x="9" y="108"/>
                  </a:lnTo>
                  <a:lnTo>
                    <a:pt x="10" y="106"/>
                  </a:lnTo>
                  <a:cubicBezTo>
                    <a:pt x="77" y="37"/>
                    <a:pt x="181" y="-25"/>
                    <a:pt x="278" y="18"/>
                  </a:cubicBezTo>
                  <a:lnTo>
                    <a:pt x="287" y="26"/>
                  </a:lnTo>
                  <a:lnTo>
                    <a:pt x="296" y="35"/>
                  </a:lnTo>
                  <a:cubicBezTo>
                    <a:pt x="356" y="137"/>
                    <a:pt x="50" y="225"/>
                    <a:pt x="2" y="146"/>
                  </a:cubicBezTo>
                  <a:lnTo>
                    <a:pt x="0" y="136"/>
                  </a:lnTo>
                  <a:lnTo>
                    <a:pt x="1" y="124"/>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210" name="path"/>
            <p:cNvSpPr/>
            <p:nvPr/>
          </p:nvSpPr>
          <p:spPr>
            <a:xfrm>
              <a:off x="10667" y="7186"/>
              <a:ext cx="177545" cy="102847"/>
            </a:xfrm>
            <a:custGeom>
              <a:avLst/>
              <a:gdLst/>
              <a:ahLst/>
              <a:cxnLst/>
              <a:rect l="0" t="0" r="0" b="0"/>
              <a:pathLst>
                <a:path w="279" h="161">
                  <a:moveTo>
                    <a:pt x="7" y="97"/>
                  </a:moveTo>
                  <a:lnTo>
                    <a:pt x="33" y="70"/>
                  </a:lnTo>
                  <a:lnTo>
                    <a:pt x="52" y="55"/>
                  </a:lnTo>
                  <a:lnTo>
                    <a:pt x="75" y="39"/>
                  </a:lnTo>
                  <a:lnTo>
                    <a:pt x="103" y="23"/>
                  </a:lnTo>
                  <a:lnTo>
                    <a:pt x="133" y="10"/>
                  </a:lnTo>
                  <a:lnTo>
                    <a:pt x="166" y="2"/>
                  </a:lnTo>
                  <a:lnTo>
                    <a:pt x="200" y="0"/>
                  </a:lnTo>
                  <a:lnTo>
                    <a:pt x="230" y="4"/>
                  </a:lnTo>
                  <a:lnTo>
                    <a:pt x="254" y="14"/>
                  </a:lnTo>
                  <a:lnTo>
                    <a:pt x="271" y="30"/>
                  </a:lnTo>
                  <a:lnTo>
                    <a:pt x="279" y="47"/>
                  </a:lnTo>
                  <a:lnTo>
                    <a:pt x="276" y="69"/>
                  </a:lnTo>
                  <a:lnTo>
                    <a:pt x="260" y="92"/>
                  </a:lnTo>
                  <a:lnTo>
                    <a:pt x="230" y="115"/>
                  </a:lnTo>
                  <a:cubicBezTo>
                    <a:pt x="190" y="147"/>
                    <a:pt x="36" y="184"/>
                    <a:pt x="2" y="130"/>
                  </a:cubicBezTo>
                  <a:lnTo>
                    <a:pt x="0" y="121"/>
                  </a:lnTo>
                  <a:lnTo>
                    <a:pt x="1" y="109"/>
                  </a:lnTo>
                </a:path>
              </a:pathLst>
            </a:custGeom>
            <a:solidFill>
              <a:srgbClr val="EDDDD3">
                <a:alpha val="100000"/>
              </a:srgbClr>
            </a:solidFill>
            <a:ln cap="flat">
              <a:noFill/>
              <a:prstDash val="solid"/>
              <a:miter lim="0"/>
            </a:ln>
          </p:spPr>
          <p:txBody>
            <a:bodyPr rtlCol="0"/>
            <a:lstStyle/>
            <a:p>
              <a:pPr algn="ctr"/>
              <a:endParaRPr lang="zh-CN" altLang="en-US" sz="1635"/>
            </a:p>
          </p:txBody>
        </p:sp>
        <p:sp>
          <p:nvSpPr>
            <p:cNvPr id="1212" name="path"/>
            <p:cNvSpPr/>
            <p:nvPr/>
          </p:nvSpPr>
          <p:spPr>
            <a:xfrm>
              <a:off x="16001" y="11758"/>
              <a:ext cx="161544" cy="93394"/>
            </a:xfrm>
            <a:custGeom>
              <a:avLst/>
              <a:gdLst/>
              <a:ahLst/>
              <a:cxnLst/>
              <a:rect l="0" t="0" r="0" b="0"/>
              <a:pathLst>
                <a:path w="254" h="147">
                  <a:moveTo>
                    <a:pt x="7" y="87"/>
                  </a:moveTo>
                  <a:lnTo>
                    <a:pt x="10" y="85"/>
                  </a:lnTo>
                  <a:lnTo>
                    <a:pt x="17" y="76"/>
                  </a:lnTo>
                  <a:lnTo>
                    <a:pt x="31" y="64"/>
                  </a:lnTo>
                  <a:lnTo>
                    <a:pt x="47" y="50"/>
                  </a:lnTo>
                  <a:lnTo>
                    <a:pt x="68" y="34"/>
                  </a:lnTo>
                  <a:lnTo>
                    <a:pt x="93" y="21"/>
                  </a:lnTo>
                  <a:lnTo>
                    <a:pt x="121" y="10"/>
                  </a:lnTo>
                  <a:lnTo>
                    <a:pt x="151" y="2"/>
                  </a:lnTo>
                  <a:lnTo>
                    <a:pt x="182" y="0"/>
                  </a:lnTo>
                  <a:lnTo>
                    <a:pt x="210" y="4"/>
                  </a:lnTo>
                  <a:lnTo>
                    <a:pt x="231" y="13"/>
                  </a:lnTo>
                  <a:lnTo>
                    <a:pt x="247" y="27"/>
                  </a:lnTo>
                  <a:lnTo>
                    <a:pt x="254" y="44"/>
                  </a:lnTo>
                  <a:lnTo>
                    <a:pt x="252" y="62"/>
                  </a:lnTo>
                  <a:lnTo>
                    <a:pt x="237" y="84"/>
                  </a:lnTo>
                  <a:lnTo>
                    <a:pt x="210" y="104"/>
                  </a:lnTo>
                  <a:cubicBezTo>
                    <a:pt x="170" y="133"/>
                    <a:pt x="37" y="166"/>
                    <a:pt x="2" y="118"/>
                  </a:cubicBezTo>
                  <a:lnTo>
                    <a:pt x="0" y="110"/>
                  </a:lnTo>
                  <a:lnTo>
                    <a:pt x="2" y="99"/>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1214" name="path"/>
            <p:cNvSpPr/>
            <p:nvPr/>
          </p:nvSpPr>
          <p:spPr>
            <a:xfrm>
              <a:off x="24383" y="17092"/>
              <a:ext cx="145542" cy="83034"/>
            </a:xfrm>
            <a:custGeom>
              <a:avLst/>
              <a:gdLst/>
              <a:ahLst/>
              <a:cxnLst/>
              <a:rect l="0" t="0" r="0" b="0"/>
              <a:pathLst>
                <a:path w="229" h="130">
                  <a:moveTo>
                    <a:pt x="6" y="77"/>
                  </a:moveTo>
                  <a:lnTo>
                    <a:pt x="8" y="75"/>
                  </a:lnTo>
                  <a:lnTo>
                    <a:pt x="15" y="67"/>
                  </a:lnTo>
                  <a:lnTo>
                    <a:pt x="27" y="56"/>
                  </a:lnTo>
                  <a:lnTo>
                    <a:pt x="43" y="44"/>
                  </a:lnTo>
                  <a:lnTo>
                    <a:pt x="62" y="31"/>
                  </a:lnTo>
                  <a:lnTo>
                    <a:pt x="85" y="19"/>
                  </a:lnTo>
                  <a:lnTo>
                    <a:pt x="109" y="8"/>
                  </a:lnTo>
                  <a:lnTo>
                    <a:pt x="136" y="2"/>
                  </a:lnTo>
                  <a:lnTo>
                    <a:pt x="164" y="0"/>
                  </a:lnTo>
                  <a:lnTo>
                    <a:pt x="188" y="3"/>
                  </a:lnTo>
                  <a:lnTo>
                    <a:pt x="208" y="11"/>
                  </a:lnTo>
                  <a:lnTo>
                    <a:pt x="222" y="23"/>
                  </a:lnTo>
                  <a:lnTo>
                    <a:pt x="229" y="38"/>
                  </a:lnTo>
                  <a:lnTo>
                    <a:pt x="225" y="56"/>
                  </a:lnTo>
                  <a:lnTo>
                    <a:pt x="212" y="74"/>
                  </a:lnTo>
                  <a:lnTo>
                    <a:pt x="188" y="93"/>
                  </a:lnTo>
                  <a:cubicBezTo>
                    <a:pt x="153" y="117"/>
                    <a:pt x="30" y="147"/>
                    <a:pt x="2" y="105"/>
                  </a:cubicBezTo>
                  <a:lnTo>
                    <a:pt x="0" y="97"/>
                  </a:lnTo>
                  <a:lnTo>
                    <a:pt x="1" y="88"/>
                  </a:lnTo>
                </a:path>
              </a:pathLst>
            </a:custGeom>
            <a:solidFill>
              <a:srgbClr val="C1967C">
                <a:alpha val="100000"/>
              </a:srgbClr>
            </a:solidFill>
            <a:ln cap="flat">
              <a:noFill/>
              <a:prstDash val="solid"/>
              <a:miter lim="0"/>
            </a:ln>
          </p:spPr>
          <p:txBody>
            <a:bodyPr rtlCol="0"/>
            <a:lstStyle/>
            <a:p>
              <a:pPr algn="ctr"/>
              <a:endParaRPr lang="zh-CN" altLang="en-US" sz="1635"/>
            </a:p>
          </p:txBody>
        </p:sp>
        <p:sp>
          <p:nvSpPr>
            <p:cNvPr id="1216" name="path"/>
            <p:cNvSpPr/>
            <p:nvPr/>
          </p:nvSpPr>
          <p:spPr>
            <a:xfrm>
              <a:off x="32765" y="21664"/>
              <a:ext cx="128777" cy="73686"/>
            </a:xfrm>
            <a:custGeom>
              <a:avLst/>
              <a:gdLst/>
              <a:ahLst/>
              <a:cxnLst/>
              <a:rect l="0" t="0" r="0" b="0"/>
              <a:pathLst>
                <a:path w="202" h="116">
                  <a:moveTo>
                    <a:pt x="6" y="69"/>
                  </a:moveTo>
                  <a:lnTo>
                    <a:pt x="8" y="67"/>
                  </a:lnTo>
                  <a:lnTo>
                    <a:pt x="14" y="60"/>
                  </a:lnTo>
                  <a:lnTo>
                    <a:pt x="23" y="50"/>
                  </a:lnTo>
                  <a:lnTo>
                    <a:pt x="38" y="39"/>
                  </a:lnTo>
                  <a:lnTo>
                    <a:pt x="53" y="27"/>
                  </a:lnTo>
                  <a:lnTo>
                    <a:pt x="74" y="16"/>
                  </a:lnTo>
                  <a:lnTo>
                    <a:pt x="96" y="8"/>
                  </a:lnTo>
                  <a:lnTo>
                    <a:pt x="121" y="2"/>
                  </a:lnTo>
                  <a:lnTo>
                    <a:pt x="145" y="0"/>
                  </a:lnTo>
                  <a:lnTo>
                    <a:pt x="166" y="3"/>
                  </a:lnTo>
                  <a:lnTo>
                    <a:pt x="184" y="10"/>
                  </a:lnTo>
                  <a:lnTo>
                    <a:pt x="198" y="21"/>
                  </a:lnTo>
                  <a:lnTo>
                    <a:pt x="202" y="34"/>
                  </a:lnTo>
                  <a:lnTo>
                    <a:pt x="200" y="49"/>
                  </a:lnTo>
                  <a:lnTo>
                    <a:pt x="189" y="64"/>
                  </a:lnTo>
                  <a:lnTo>
                    <a:pt x="166" y="81"/>
                  </a:lnTo>
                  <a:cubicBezTo>
                    <a:pt x="138" y="106"/>
                    <a:pt x="26" y="129"/>
                    <a:pt x="1" y="93"/>
                  </a:cubicBezTo>
                  <a:lnTo>
                    <a:pt x="0" y="86"/>
                  </a:lnTo>
                  <a:lnTo>
                    <a:pt x="1" y="77"/>
                  </a:lnTo>
                </a:path>
              </a:pathLst>
            </a:custGeom>
            <a:solidFill>
              <a:srgbClr val="AF7551">
                <a:alpha val="100000"/>
              </a:srgbClr>
            </a:solidFill>
            <a:ln cap="flat">
              <a:noFill/>
              <a:prstDash val="solid"/>
              <a:miter lim="0"/>
            </a:ln>
          </p:spPr>
          <p:txBody>
            <a:bodyPr rtlCol="0"/>
            <a:lstStyle/>
            <a:p>
              <a:pPr algn="ctr"/>
              <a:endParaRPr lang="zh-CN" altLang="en-US" sz="1635"/>
            </a:p>
          </p:txBody>
        </p:sp>
      </p:grpSp>
      <p:grpSp>
        <p:nvGrpSpPr>
          <p:cNvPr id="90" name="group 90"/>
          <p:cNvGrpSpPr/>
          <p:nvPr/>
        </p:nvGrpSpPr>
        <p:grpSpPr>
          <a:xfrm rot="21600000">
            <a:off x="2642238" y="4388566"/>
            <a:ext cx="765302" cy="543696"/>
            <a:chOff x="0" y="0"/>
            <a:chExt cx="843533" cy="599274"/>
          </a:xfrm>
        </p:grpSpPr>
        <p:sp>
          <p:nvSpPr>
            <p:cNvPr id="1218" name="path"/>
            <p:cNvSpPr/>
            <p:nvPr/>
          </p:nvSpPr>
          <p:spPr>
            <a:xfrm>
              <a:off x="0" y="42559"/>
              <a:ext cx="843533" cy="556715"/>
            </a:xfrm>
            <a:custGeom>
              <a:avLst/>
              <a:gdLst/>
              <a:ahLst/>
              <a:cxnLst/>
              <a:rect l="0" t="0" r="0" b="0"/>
              <a:pathLst>
                <a:path w="1328" h="876">
                  <a:moveTo>
                    <a:pt x="0" y="451"/>
                  </a:moveTo>
                  <a:lnTo>
                    <a:pt x="0" y="448"/>
                  </a:lnTo>
                  <a:lnTo>
                    <a:pt x="1" y="441"/>
                  </a:lnTo>
                  <a:lnTo>
                    <a:pt x="2" y="430"/>
                  </a:lnTo>
                  <a:cubicBezTo>
                    <a:pt x="37" y="157"/>
                    <a:pt x="415" y="-42"/>
                    <a:pt x="661" y="13"/>
                  </a:cubicBezTo>
                  <a:lnTo>
                    <a:pt x="701" y="24"/>
                  </a:lnTo>
                  <a:lnTo>
                    <a:pt x="741" y="38"/>
                  </a:lnTo>
                  <a:lnTo>
                    <a:pt x="777" y="54"/>
                  </a:lnTo>
                  <a:cubicBezTo>
                    <a:pt x="854" y="95"/>
                    <a:pt x="928" y="143"/>
                    <a:pt x="1005" y="184"/>
                  </a:cubicBezTo>
                  <a:lnTo>
                    <a:pt x="1033" y="206"/>
                  </a:lnTo>
                  <a:lnTo>
                    <a:pt x="1063" y="229"/>
                  </a:lnTo>
                  <a:cubicBezTo>
                    <a:pt x="1139" y="297"/>
                    <a:pt x="1209" y="372"/>
                    <a:pt x="1269" y="454"/>
                  </a:cubicBezTo>
                  <a:lnTo>
                    <a:pt x="1288" y="481"/>
                  </a:lnTo>
                  <a:lnTo>
                    <a:pt x="1303" y="505"/>
                  </a:lnTo>
                  <a:lnTo>
                    <a:pt x="1316" y="525"/>
                  </a:lnTo>
                  <a:lnTo>
                    <a:pt x="1324" y="544"/>
                  </a:lnTo>
                  <a:lnTo>
                    <a:pt x="1328" y="561"/>
                  </a:lnTo>
                  <a:lnTo>
                    <a:pt x="1322" y="578"/>
                  </a:lnTo>
                  <a:cubicBezTo>
                    <a:pt x="1300" y="627"/>
                    <a:pt x="1162" y="681"/>
                    <a:pt x="1114" y="705"/>
                  </a:cubicBezTo>
                  <a:lnTo>
                    <a:pt x="1082" y="720"/>
                  </a:lnTo>
                  <a:lnTo>
                    <a:pt x="1050" y="735"/>
                  </a:lnTo>
                  <a:cubicBezTo>
                    <a:pt x="955" y="777"/>
                    <a:pt x="954" y="819"/>
                    <a:pt x="860" y="847"/>
                  </a:cubicBezTo>
                  <a:lnTo>
                    <a:pt x="829" y="854"/>
                  </a:lnTo>
                  <a:lnTo>
                    <a:pt x="794" y="861"/>
                  </a:lnTo>
                  <a:lnTo>
                    <a:pt x="759" y="866"/>
                  </a:lnTo>
                  <a:cubicBezTo>
                    <a:pt x="432" y="889"/>
                    <a:pt x="263" y="861"/>
                    <a:pt x="67" y="578"/>
                  </a:cubicBezTo>
                  <a:lnTo>
                    <a:pt x="28" y="513"/>
                  </a:lnTo>
                  <a:lnTo>
                    <a:pt x="13" y="482"/>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220" name="path"/>
            <p:cNvSpPr/>
            <p:nvPr/>
          </p:nvSpPr>
          <p:spPr>
            <a:xfrm>
              <a:off x="13716" y="56925"/>
              <a:ext cx="816101" cy="533141"/>
            </a:xfrm>
            <a:custGeom>
              <a:avLst/>
              <a:gdLst/>
              <a:ahLst/>
              <a:cxnLst/>
              <a:rect l="0" t="0" r="0" b="0"/>
              <a:pathLst>
                <a:path w="1285" h="839">
                  <a:moveTo>
                    <a:pt x="262" y="78"/>
                  </a:moveTo>
                  <a:lnTo>
                    <a:pt x="325" y="49"/>
                  </a:lnTo>
                  <a:lnTo>
                    <a:pt x="383" y="29"/>
                  </a:lnTo>
                  <a:lnTo>
                    <a:pt x="440" y="14"/>
                  </a:lnTo>
                  <a:lnTo>
                    <a:pt x="493" y="6"/>
                  </a:lnTo>
                  <a:cubicBezTo>
                    <a:pt x="617" y="-4"/>
                    <a:pt x="706" y="25"/>
                    <a:pt x="813" y="81"/>
                  </a:cubicBezTo>
                  <a:lnTo>
                    <a:pt x="843" y="98"/>
                  </a:lnTo>
                  <a:lnTo>
                    <a:pt x="871" y="114"/>
                  </a:lnTo>
                  <a:cubicBezTo>
                    <a:pt x="975" y="165"/>
                    <a:pt x="1029" y="207"/>
                    <a:pt x="1111" y="291"/>
                  </a:cubicBezTo>
                  <a:lnTo>
                    <a:pt x="1137" y="320"/>
                  </a:lnTo>
                  <a:lnTo>
                    <a:pt x="1162" y="349"/>
                  </a:lnTo>
                  <a:lnTo>
                    <a:pt x="1186" y="377"/>
                  </a:lnTo>
                  <a:lnTo>
                    <a:pt x="1208" y="405"/>
                  </a:lnTo>
                  <a:lnTo>
                    <a:pt x="1228" y="432"/>
                  </a:lnTo>
                  <a:lnTo>
                    <a:pt x="1248" y="457"/>
                  </a:lnTo>
                  <a:lnTo>
                    <a:pt x="1262" y="481"/>
                  </a:lnTo>
                  <a:lnTo>
                    <a:pt x="1274" y="501"/>
                  </a:lnTo>
                  <a:lnTo>
                    <a:pt x="1282" y="519"/>
                  </a:lnTo>
                  <a:lnTo>
                    <a:pt x="1285" y="535"/>
                  </a:lnTo>
                  <a:lnTo>
                    <a:pt x="1280" y="552"/>
                  </a:lnTo>
                  <a:lnTo>
                    <a:pt x="1269" y="567"/>
                  </a:lnTo>
                  <a:lnTo>
                    <a:pt x="1252" y="583"/>
                  </a:lnTo>
                  <a:lnTo>
                    <a:pt x="1230" y="599"/>
                  </a:lnTo>
                  <a:cubicBezTo>
                    <a:pt x="1145" y="651"/>
                    <a:pt x="1047" y="684"/>
                    <a:pt x="961" y="734"/>
                  </a:cubicBezTo>
                  <a:lnTo>
                    <a:pt x="939" y="750"/>
                  </a:lnTo>
                  <a:lnTo>
                    <a:pt x="906" y="779"/>
                  </a:lnTo>
                  <a:lnTo>
                    <a:pt x="885" y="792"/>
                  </a:lnTo>
                  <a:lnTo>
                    <a:pt x="860" y="803"/>
                  </a:lnTo>
                  <a:lnTo>
                    <a:pt x="832" y="811"/>
                  </a:lnTo>
                  <a:cubicBezTo>
                    <a:pt x="746" y="839"/>
                    <a:pt x="634" y="839"/>
                    <a:pt x="544" y="835"/>
                  </a:cubicBezTo>
                  <a:lnTo>
                    <a:pt x="506" y="833"/>
                  </a:lnTo>
                  <a:lnTo>
                    <a:pt x="470" y="829"/>
                  </a:lnTo>
                  <a:cubicBezTo>
                    <a:pt x="352" y="818"/>
                    <a:pt x="278" y="780"/>
                    <a:pt x="190" y="701"/>
                  </a:cubicBezTo>
                  <a:lnTo>
                    <a:pt x="163" y="674"/>
                  </a:lnTo>
                  <a:lnTo>
                    <a:pt x="137" y="648"/>
                  </a:lnTo>
                  <a:lnTo>
                    <a:pt x="113" y="620"/>
                  </a:lnTo>
                  <a:lnTo>
                    <a:pt x="91" y="590"/>
                  </a:lnTo>
                  <a:cubicBezTo>
                    <a:pt x="53" y="541"/>
                    <a:pt x="23" y="485"/>
                    <a:pt x="0" y="428"/>
                  </a:cubicBezTo>
                  <a:lnTo>
                    <a:pt x="0" y="419"/>
                  </a:lnTo>
                  <a:cubicBezTo>
                    <a:pt x="5" y="345"/>
                    <a:pt x="40" y="275"/>
                    <a:pt x="85" y="217"/>
                  </a:cubicBezTo>
                  <a:lnTo>
                    <a:pt x="110" y="188"/>
                  </a:lnTo>
                  <a:lnTo>
                    <a:pt x="140" y="159"/>
                  </a:lnTo>
                  <a:lnTo>
                    <a:pt x="175" y="131"/>
                  </a:lnTo>
                  <a:lnTo>
                    <a:pt x="216" y="103"/>
                  </a:lnTo>
                </a:path>
              </a:pathLst>
            </a:custGeom>
            <a:solidFill>
              <a:srgbClr val="F7EFEA">
                <a:alpha val="100000"/>
              </a:srgbClr>
            </a:solidFill>
            <a:ln cap="flat">
              <a:noFill/>
              <a:prstDash val="solid"/>
              <a:miter lim="0"/>
            </a:ln>
          </p:spPr>
          <p:txBody>
            <a:bodyPr rtlCol="0"/>
            <a:lstStyle/>
            <a:p>
              <a:pPr algn="ctr"/>
              <a:endParaRPr lang="zh-CN" altLang="en-US" sz="1635"/>
            </a:p>
          </p:txBody>
        </p:sp>
        <p:sp>
          <p:nvSpPr>
            <p:cNvPr id="1222" name="path"/>
            <p:cNvSpPr/>
            <p:nvPr/>
          </p:nvSpPr>
          <p:spPr>
            <a:xfrm>
              <a:off x="26670" y="71436"/>
              <a:ext cx="789432" cy="511061"/>
            </a:xfrm>
            <a:custGeom>
              <a:avLst/>
              <a:gdLst/>
              <a:ahLst/>
              <a:cxnLst/>
              <a:rect l="0" t="0" r="0" b="0"/>
              <a:pathLst>
                <a:path w="1243" h="804">
                  <a:moveTo>
                    <a:pt x="255" y="67"/>
                  </a:moveTo>
                  <a:lnTo>
                    <a:pt x="312" y="43"/>
                  </a:lnTo>
                  <a:lnTo>
                    <a:pt x="367" y="25"/>
                  </a:lnTo>
                  <a:lnTo>
                    <a:pt x="418" y="13"/>
                  </a:lnTo>
                  <a:lnTo>
                    <a:pt x="467" y="6"/>
                  </a:lnTo>
                  <a:cubicBezTo>
                    <a:pt x="577" y="-4"/>
                    <a:pt x="686" y="25"/>
                    <a:pt x="783" y="73"/>
                  </a:cubicBezTo>
                  <a:lnTo>
                    <a:pt x="814" y="89"/>
                  </a:lnTo>
                  <a:lnTo>
                    <a:pt x="842" y="103"/>
                  </a:lnTo>
                  <a:cubicBezTo>
                    <a:pt x="943" y="149"/>
                    <a:pt x="997" y="194"/>
                    <a:pt x="1075" y="273"/>
                  </a:cubicBezTo>
                  <a:lnTo>
                    <a:pt x="1101" y="301"/>
                  </a:lnTo>
                  <a:lnTo>
                    <a:pt x="1125" y="329"/>
                  </a:lnTo>
                  <a:lnTo>
                    <a:pt x="1148" y="356"/>
                  </a:lnTo>
                  <a:lnTo>
                    <a:pt x="1170" y="384"/>
                  </a:lnTo>
                  <a:lnTo>
                    <a:pt x="1189" y="410"/>
                  </a:lnTo>
                  <a:lnTo>
                    <a:pt x="1207" y="434"/>
                  </a:lnTo>
                  <a:lnTo>
                    <a:pt x="1221" y="457"/>
                  </a:lnTo>
                  <a:lnTo>
                    <a:pt x="1232" y="477"/>
                  </a:lnTo>
                  <a:lnTo>
                    <a:pt x="1240" y="494"/>
                  </a:lnTo>
                  <a:lnTo>
                    <a:pt x="1243" y="510"/>
                  </a:lnTo>
                  <a:lnTo>
                    <a:pt x="1238" y="525"/>
                  </a:lnTo>
                  <a:lnTo>
                    <a:pt x="1227" y="540"/>
                  </a:lnTo>
                  <a:lnTo>
                    <a:pt x="1212" y="555"/>
                  </a:lnTo>
                  <a:lnTo>
                    <a:pt x="1190" y="571"/>
                  </a:lnTo>
                  <a:cubicBezTo>
                    <a:pt x="1108" y="620"/>
                    <a:pt x="1013" y="654"/>
                    <a:pt x="930" y="702"/>
                  </a:cubicBezTo>
                  <a:lnTo>
                    <a:pt x="909" y="716"/>
                  </a:lnTo>
                  <a:lnTo>
                    <a:pt x="892" y="732"/>
                  </a:lnTo>
                  <a:lnTo>
                    <a:pt x="876" y="745"/>
                  </a:lnTo>
                  <a:lnTo>
                    <a:pt x="855" y="757"/>
                  </a:lnTo>
                  <a:lnTo>
                    <a:pt x="832" y="768"/>
                  </a:lnTo>
                  <a:lnTo>
                    <a:pt x="806" y="777"/>
                  </a:lnTo>
                  <a:cubicBezTo>
                    <a:pt x="715" y="802"/>
                    <a:pt x="620" y="804"/>
                    <a:pt x="526" y="800"/>
                  </a:cubicBezTo>
                  <a:lnTo>
                    <a:pt x="490" y="797"/>
                  </a:lnTo>
                  <a:lnTo>
                    <a:pt x="454" y="794"/>
                  </a:lnTo>
                  <a:cubicBezTo>
                    <a:pt x="334" y="779"/>
                    <a:pt x="275" y="750"/>
                    <a:pt x="183" y="669"/>
                  </a:cubicBezTo>
                  <a:lnTo>
                    <a:pt x="158" y="644"/>
                  </a:lnTo>
                  <a:lnTo>
                    <a:pt x="133" y="618"/>
                  </a:lnTo>
                  <a:lnTo>
                    <a:pt x="110" y="590"/>
                  </a:lnTo>
                  <a:lnTo>
                    <a:pt x="88" y="563"/>
                  </a:lnTo>
                  <a:cubicBezTo>
                    <a:pt x="50" y="510"/>
                    <a:pt x="25" y="465"/>
                    <a:pt x="0" y="405"/>
                  </a:cubicBezTo>
                  <a:lnTo>
                    <a:pt x="0" y="396"/>
                  </a:lnTo>
                  <a:cubicBezTo>
                    <a:pt x="6" y="324"/>
                    <a:pt x="36" y="255"/>
                    <a:pt x="81" y="199"/>
                  </a:cubicBezTo>
                  <a:lnTo>
                    <a:pt x="106" y="170"/>
                  </a:lnTo>
                  <a:lnTo>
                    <a:pt x="135" y="143"/>
                  </a:lnTo>
                  <a:lnTo>
                    <a:pt x="170" y="116"/>
                  </a:lnTo>
                  <a:lnTo>
                    <a:pt x="210" y="90"/>
                  </a:lnTo>
                </a:path>
              </a:pathLst>
            </a:custGeom>
            <a:solidFill>
              <a:srgbClr val="F2E2D6">
                <a:alpha val="100000"/>
              </a:srgbClr>
            </a:solidFill>
            <a:ln cap="flat">
              <a:noFill/>
              <a:prstDash val="solid"/>
              <a:miter lim="0"/>
            </a:ln>
          </p:spPr>
          <p:txBody>
            <a:bodyPr rtlCol="0"/>
            <a:lstStyle/>
            <a:p>
              <a:pPr algn="ctr"/>
              <a:endParaRPr lang="zh-CN" altLang="en-US" sz="1635"/>
            </a:p>
          </p:txBody>
        </p:sp>
        <p:sp>
          <p:nvSpPr>
            <p:cNvPr id="1224" name="path"/>
            <p:cNvSpPr/>
            <p:nvPr/>
          </p:nvSpPr>
          <p:spPr>
            <a:xfrm>
              <a:off x="39624" y="85473"/>
              <a:ext cx="763524" cy="488909"/>
            </a:xfrm>
            <a:custGeom>
              <a:avLst/>
              <a:gdLst/>
              <a:ahLst/>
              <a:cxnLst/>
              <a:rect l="0" t="0" r="0" b="0"/>
              <a:pathLst>
                <a:path w="1202" h="769">
                  <a:moveTo>
                    <a:pt x="246" y="57"/>
                  </a:moveTo>
                  <a:lnTo>
                    <a:pt x="297" y="36"/>
                  </a:lnTo>
                  <a:lnTo>
                    <a:pt x="349" y="21"/>
                  </a:lnTo>
                  <a:lnTo>
                    <a:pt x="397" y="11"/>
                  </a:lnTo>
                  <a:lnTo>
                    <a:pt x="442" y="5"/>
                  </a:lnTo>
                  <a:cubicBezTo>
                    <a:pt x="550" y="-2"/>
                    <a:pt x="656" y="23"/>
                    <a:pt x="754" y="65"/>
                  </a:cubicBezTo>
                  <a:lnTo>
                    <a:pt x="814" y="92"/>
                  </a:lnTo>
                  <a:cubicBezTo>
                    <a:pt x="916" y="137"/>
                    <a:pt x="962" y="180"/>
                    <a:pt x="1040" y="257"/>
                  </a:cubicBezTo>
                  <a:lnTo>
                    <a:pt x="1088" y="310"/>
                  </a:lnTo>
                  <a:lnTo>
                    <a:pt x="1111" y="336"/>
                  </a:lnTo>
                  <a:lnTo>
                    <a:pt x="1131" y="363"/>
                  </a:lnTo>
                  <a:lnTo>
                    <a:pt x="1150" y="388"/>
                  </a:lnTo>
                  <a:lnTo>
                    <a:pt x="1166" y="412"/>
                  </a:lnTo>
                  <a:lnTo>
                    <a:pt x="1180" y="434"/>
                  </a:lnTo>
                  <a:lnTo>
                    <a:pt x="1192" y="453"/>
                  </a:lnTo>
                  <a:lnTo>
                    <a:pt x="1200" y="470"/>
                  </a:lnTo>
                  <a:lnTo>
                    <a:pt x="1202" y="485"/>
                  </a:lnTo>
                  <a:lnTo>
                    <a:pt x="1197" y="500"/>
                  </a:lnTo>
                  <a:lnTo>
                    <a:pt x="1186" y="515"/>
                  </a:lnTo>
                  <a:lnTo>
                    <a:pt x="1172" y="530"/>
                  </a:lnTo>
                  <a:lnTo>
                    <a:pt x="1152" y="544"/>
                  </a:lnTo>
                  <a:cubicBezTo>
                    <a:pt x="1069" y="594"/>
                    <a:pt x="980" y="622"/>
                    <a:pt x="900" y="671"/>
                  </a:cubicBezTo>
                  <a:lnTo>
                    <a:pt x="879" y="684"/>
                  </a:lnTo>
                  <a:lnTo>
                    <a:pt x="863" y="699"/>
                  </a:lnTo>
                  <a:lnTo>
                    <a:pt x="848" y="712"/>
                  </a:lnTo>
                  <a:lnTo>
                    <a:pt x="828" y="724"/>
                  </a:lnTo>
                  <a:lnTo>
                    <a:pt x="805" y="735"/>
                  </a:lnTo>
                  <a:lnTo>
                    <a:pt x="780" y="743"/>
                  </a:lnTo>
                  <a:cubicBezTo>
                    <a:pt x="695" y="767"/>
                    <a:pt x="597" y="769"/>
                    <a:pt x="510" y="765"/>
                  </a:cubicBezTo>
                  <a:lnTo>
                    <a:pt x="473" y="762"/>
                  </a:lnTo>
                  <a:lnTo>
                    <a:pt x="440" y="759"/>
                  </a:lnTo>
                  <a:cubicBezTo>
                    <a:pt x="326" y="750"/>
                    <a:pt x="262" y="713"/>
                    <a:pt x="177" y="639"/>
                  </a:cubicBezTo>
                  <a:lnTo>
                    <a:pt x="152" y="615"/>
                  </a:lnTo>
                  <a:lnTo>
                    <a:pt x="106" y="562"/>
                  </a:lnTo>
                  <a:lnTo>
                    <a:pt x="85" y="534"/>
                  </a:lnTo>
                  <a:cubicBezTo>
                    <a:pt x="45" y="482"/>
                    <a:pt x="25" y="443"/>
                    <a:pt x="0" y="384"/>
                  </a:cubicBezTo>
                  <a:lnTo>
                    <a:pt x="0" y="374"/>
                  </a:lnTo>
                  <a:cubicBezTo>
                    <a:pt x="2" y="303"/>
                    <a:pt x="33" y="235"/>
                    <a:pt x="78" y="180"/>
                  </a:cubicBezTo>
                  <a:lnTo>
                    <a:pt x="102" y="154"/>
                  </a:lnTo>
                  <a:lnTo>
                    <a:pt x="130" y="128"/>
                  </a:lnTo>
                  <a:lnTo>
                    <a:pt x="163" y="102"/>
                  </a:lnTo>
                  <a:lnTo>
                    <a:pt x="202" y="78"/>
                  </a:lnTo>
                </a:path>
              </a:pathLst>
            </a:custGeom>
            <a:solidFill>
              <a:srgbClr val="EAD3C1">
                <a:alpha val="100000"/>
              </a:srgbClr>
            </a:solidFill>
            <a:ln cap="flat">
              <a:noFill/>
              <a:prstDash val="solid"/>
              <a:miter lim="0"/>
            </a:ln>
          </p:spPr>
          <p:txBody>
            <a:bodyPr rtlCol="0"/>
            <a:lstStyle/>
            <a:p>
              <a:pPr algn="ctr"/>
              <a:endParaRPr lang="zh-CN" altLang="en-US" sz="1635"/>
            </a:p>
          </p:txBody>
        </p:sp>
        <p:sp>
          <p:nvSpPr>
            <p:cNvPr id="1226" name="path"/>
            <p:cNvSpPr/>
            <p:nvPr/>
          </p:nvSpPr>
          <p:spPr>
            <a:xfrm>
              <a:off x="52578" y="100129"/>
              <a:ext cx="737615" cy="466595"/>
            </a:xfrm>
            <a:custGeom>
              <a:avLst/>
              <a:gdLst/>
              <a:ahLst/>
              <a:cxnLst/>
              <a:rect l="0" t="0" r="0" b="0"/>
              <a:pathLst>
                <a:path w="1161" h="734">
                  <a:moveTo>
                    <a:pt x="237" y="46"/>
                  </a:moveTo>
                  <a:lnTo>
                    <a:pt x="284" y="30"/>
                  </a:lnTo>
                  <a:lnTo>
                    <a:pt x="328" y="17"/>
                  </a:lnTo>
                  <a:lnTo>
                    <a:pt x="374" y="10"/>
                  </a:lnTo>
                  <a:lnTo>
                    <a:pt x="418" y="5"/>
                  </a:lnTo>
                  <a:cubicBezTo>
                    <a:pt x="525" y="-1"/>
                    <a:pt x="626" y="19"/>
                    <a:pt x="725" y="57"/>
                  </a:cubicBezTo>
                  <a:lnTo>
                    <a:pt x="755" y="70"/>
                  </a:lnTo>
                  <a:lnTo>
                    <a:pt x="784" y="81"/>
                  </a:lnTo>
                  <a:cubicBezTo>
                    <a:pt x="870" y="113"/>
                    <a:pt x="941" y="174"/>
                    <a:pt x="1004" y="239"/>
                  </a:cubicBezTo>
                  <a:lnTo>
                    <a:pt x="1028" y="265"/>
                  </a:lnTo>
                  <a:lnTo>
                    <a:pt x="1052" y="291"/>
                  </a:lnTo>
                  <a:lnTo>
                    <a:pt x="1073" y="317"/>
                  </a:lnTo>
                  <a:lnTo>
                    <a:pt x="1093" y="342"/>
                  </a:lnTo>
                  <a:lnTo>
                    <a:pt x="1111" y="366"/>
                  </a:lnTo>
                  <a:lnTo>
                    <a:pt x="1126" y="389"/>
                  </a:lnTo>
                  <a:lnTo>
                    <a:pt x="1141" y="411"/>
                  </a:lnTo>
                  <a:lnTo>
                    <a:pt x="1151" y="429"/>
                  </a:lnTo>
                  <a:lnTo>
                    <a:pt x="1159" y="445"/>
                  </a:lnTo>
                  <a:lnTo>
                    <a:pt x="1161" y="460"/>
                  </a:lnTo>
                  <a:lnTo>
                    <a:pt x="1156" y="474"/>
                  </a:lnTo>
                  <a:lnTo>
                    <a:pt x="1147" y="489"/>
                  </a:lnTo>
                  <a:lnTo>
                    <a:pt x="1131" y="502"/>
                  </a:lnTo>
                  <a:lnTo>
                    <a:pt x="1112" y="516"/>
                  </a:lnTo>
                  <a:cubicBezTo>
                    <a:pt x="1034" y="563"/>
                    <a:pt x="947" y="592"/>
                    <a:pt x="868" y="639"/>
                  </a:cubicBezTo>
                  <a:lnTo>
                    <a:pt x="848" y="652"/>
                  </a:lnTo>
                  <a:lnTo>
                    <a:pt x="833" y="666"/>
                  </a:lnTo>
                  <a:lnTo>
                    <a:pt x="818" y="678"/>
                  </a:lnTo>
                  <a:lnTo>
                    <a:pt x="800" y="690"/>
                  </a:lnTo>
                  <a:lnTo>
                    <a:pt x="777" y="701"/>
                  </a:lnTo>
                  <a:lnTo>
                    <a:pt x="752" y="708"/>
                  </a:lnTo>
                  <a:cubicBezTo>
                    <a:pt x="679" y="732"/>
                    <a:pt x="570" y="734"/>
                    <a:pt x="493" y="730"/>
                  </a:cubicBezTo>
                  <a:lnTo>
                    <a:pt x="458" y="727"/>
                  </a:lnTo>
                  <a:lnTo>
                    <a:pt x="424" y="724"/>
                  </a:lnTo>
                  <a:cubicBezTo>
                    <a:pt x="317" y="715"/>
                    <a:pt x="250" y="678"/>
                    <a:pt x="171" y="607"/>
                  </a:cubicBezTo>
                  <a:lnTo>
                    <a:pt x="123" y="559"/>
                  </a:lnTo>
                  <a:lnTo>
                    <a:pt x="101" y="532"/>
                  </a:lnTo>
                  <a:lnTo>
                    <a:pt x="81" y="505"/>
                  </a:lnTo>
                  <a:lnTo>
                    <a:pt x="62" y="479"/>
                  </a:lnTo>
                  <a:lnTo>
                    <a:pt x="28" y="424"/>
                  </a:lnTo>
                  <a:lnTo>
                    <a:pt x="15" y="396"/>
                  </a:lnTo>
                  <a:lnTo>
                    <a:pt x="3" y="370"/>
                  </a:lnTo>
                  <a:lnTo>
                    <a:pt x="2" y="367"/>
                  </a:lnTo>
                  <a:lnTo>
                    <a:pt x="2" y="365"/>
                  </a:lnTo>
                  <a:lnTo>
                    <a:pt x="1" y="364"/>
                  </a:lnTo>
                  <a:lnTo>
                    <a:pt x="0" y="363"/>
                  </a:lnTo>
                  <a:lnTo>
                    <a:pt x="0" y="351"/>
                  </a:lnTo>
                  <a:cubicBezTo>
                    <a:pt x="0" y="281"/>
                    <a:pt x="31" y="216"/>
                    <a:pt x="73" y="161"/>
                  </a:cubicBezTo>
                  <a:lnTo>
                    <a:pt x="97" y="136"/>
                  </a:lnTo>
                  <a:lnTo>
                    <a:pt x="124" y="112"/>
                  </a:lnTo>
                  <a:lnTo>
                    <a:pt x="157" y="88"/>
                  </a:lnTo>
                  <a:lnTo>
                    <a:pt x="194" y="66"/>
                  </a:lnTo>
                </a:path>
              </a:pathLst>
            </a:custGeom>
            <a:solidFill>
              <a:srgbClr val="E2C1AD">
                <a:alpha val="100000"/>
              </a:srgbClr>
            </a:solidFill>
            <a:ln cap="flat">
              <a:noFill/>
              <a:prstDash val="solid"/>
              <a:miter lim="0"/>
            </a:ln>
          </p:spPr>
          <p:txBody>
            <a:bodyPr rtlCol="0"/>
            <a:lstStyle/>
            <a:p>
              <a:pPr algn="ctr"/>
              <a:endParaRPr lang="zh-CN" altLang="en-US" sz="1635"/>
            </a:p>
          </p:txBody>
        </p:sp>
        <p:sp>
          <p:nvSpPr>
            <p:cNvPr id="1228" name="path"/>
            <p:cNvSpPr/>
            <p:nvPr/>
          </p:nvSpPr>
          <p:spPr>
            <a:xfrm>
              <a:off x="64769" y="114300"/>
              <a:ext cx="711708" cy="444703"/>
            </a:xfrm>
            <a:custGeom>
              <a:avLst/>
              <a:gdLst/>
              <a:ahLst/>
              <a:cxnLst/>
              <a:rect l="0" t="0" r="0" b="0"/>
              <a:pathLst>
                <a:path w="1120" h="700">
                  <a:moveTo>
                    <a:pt x="231" y="36"/>
                  </a:moveTo>
                  <a:lnTo>
                    <a:pt x="271" y="22"/>
                  </a:lnTo>
                  <a:lnTo>
                    <a:pt x="312" y="14"/>
                  </a:lnTo>
                  <a:lnTo>
                    <a:pt x="353" y="8"/>
                  </a:lnTo>
                  <a:lnTo>
                    <a:pt x="394" y="4"/>
                  </a:lnTo>
                  <a:cubicBezTo>
                    <a:pt x="497" y="0"/>
                    <a:pt x="600" y="18"/>
                    <a:pt x="698" y="50"/>
                  </a:cubicBezTo>
                  <a:lnTo>
                    <a:pt x="729" y="60"/>
                  </a:lnTo>
                  <a:lnTo>
                    <a:pt x="757" y="70"/>
                  </a:lnTo>
                  <a:cubicBezTo>
                    <a:pt x="848" y="103"/>
                    <a:pt x="902" y="156"/>
                    <a:pt x="970" y="223"/>
                  </a:cubicBezTo>
                  <a:lnTo>
                    <a:pt x="992" y="248"/>
                  </a:lnTo>
                  <a:lnTo>
                    <a:pt x="1015" y="272"/>
                  </a:lnTo>
                  <a:lnTo>
                    <a:pt x="1035" y="297"/>
                  </a:lnTo>
                  <a:lnTo>
                    <a:pt x="1054" y="321"/>
                  </a:lnTo>
                  <a:lnTo>
                    <a:pt x="1072" y="345"/>
                  </a:lnTo>
                  <a:lnTo>
                    <a:pt x="1088" y="367"/>
                  </a:lnTo>
                  <a:lnTo>
                    <a:pt x="1101" y="387"/>
                  </a:lnTo>
                  <a:lnTo>
                    <a:pt x="1111" y="405"/>
                  </a:lnTo>
                  <a:lnTo>
                    <a:pt x="1118" y="421"/>
                  </a:lnTo>
                  <a:lnTo>
                    <a:pt x="1120" y="435"/>
                  </a:lnTo>
                  <a:lnTo>
                    <a:pt x="1116" y="450"/>
                  </a:lnTo>
                  <a:lnTo>
                    <a:pt x="1106" y="463"/>
                  </a:lnTo>
                  <a:lnTo>
                    <a:pt x="1093" y="477"/>
                  </a:lnTo>
                  <a:lnTo>
                    <a:pt x="1073" y="490"/>
                  </a:lnTo>
                  <a:cubicBezTo>
                    <a:pt x="998" y="536"/>
                    <a:pt x="916" y="561"/>
                    <a:pt x="840" y="608"/>
                  </a:cubicBezTo>
                  <a:lnTo>
                    <a:pt x="820" y="621"/>
                  </a:lnTo>
                  <a:lnTo>
                    <a:pt x="806" y="634"/>
                  </a:lnTo>
                  <a:lnTo>
                    <a:pt x="790" y="646"/>
                  </a:lnTo>
                  <a:lnTo>
                    <a:pt x="773" y="657"/>
                  </a:lnTo>
                  <a:lnTo>
                    <a:pt x="752" y="667"/>
                  </a:lnTo>
                  <a:lnTo>
                    <a:pt x="727" y="675"/>
                  </a:lnTo>
                  <a:cubicBezTo>
                    <a:pt x="654" y="698"/>
                    <a:pt x="551" y="700"/>
                    <a:pt x="476" y="696"/>
                  </a:cubicBezTo>
                  <a:lnTo>
                    <a:pt x="443" y="694"/>
                  </a:lnTo>
                  <a:lnTo>
                    <a:pt x="412" y="690"/>
                  </a:lnTo>
                  <a:cubicBezTo>
                    <a:pt x="305" y="682"/>
                    <a:pt x="245" y="646"/>
                    <a:pt x="165" y="577"/>
                  </a:cubicBezTo>
                  <a:lnTo>
                    <a:pt x="142" y="554"/>
                  </a:lnTo>
                  <a:lnTo>
                    <a:pt x="121" y="530"/>
                  </a:lnTo>
                  <a:lnTo>
                    <a:pt x="99" y="505"/>
                  </a:lnTo>
                  <a:lnTo>
                    <a:pt x="79" y="478"/>
                  </a:lnTo>
                  <a:cubicBezTo>
                    <a:pt x="47" y="436"/>
                    <a:pt x="21" y="389"/>
                    <a:pt x="1" y="340"/>
                  </a:cubicBezTo>
                  <a:lnTo>
                    <a:pt x="1" y="337"/>
                  </a:lnTo>
                  <a:lnTo>
                    <a:pt x="0" y="328"/>
                  </a:lnTo>
                  <a:cubicBezTo>
                    <a:pt x="3" y="263"/>
                    <a:pt x="26" y="191"/>
                    <a:pt x="72" y="143"/>
                  </a:cubicBezTo>
                  <a:lnTo>
                    <a:pt x="93" y="120"/>
                  </a:lnTo>
                  <a:lnTo>
                    <a:pt x="121" y="96"/>
                  </a:lnTo>
                  <a:lnTo>
                    <a:pt x="152" y="74"/>
                  </a:lnTo>
                  <a:lnTo>
                    <a:pt x="189" y="53"/>
                  </a:lnTo>
                </a:path>
              </a:pathLst>
            </a:custGeom>
            <a:solidFill>
              <a:srgbClr val="DBB299">
                <a:alpha val="100000"/>
              </a:srgbClr>
            </a:solidFill>
            <a:ln cap="flat">
              <a:noFill/>
              <a:prstDash val="solid"/>
              <a:miter lim="0"/>
            </a:ln>
          </p:spPr>
          <p:txBody>
            <a:bodyPr rtlCol="0"/>
            <a:lstStyle/>
            <a:p>
              <a:pPr algn="ctr"/>
              <a:endParaRPr lang="zh-CN" altLang="en-US" sz="1635"/>
            </a:p>
          </p:txBody>
        </p:sp>
        <p:sp>
          <p:nvSpPr>
            <p:cNvPr id="1230" name="path"/>
            <p:cNvSpPr/>
            <p:nvPr/>
          </p:nvSpPr>
          <p:spPr>
            <a:xfrm>
              <a:off x="78486" y="129057"/>
              <a:ext cx="685037" cy="421411"/>
            </a:xfrm>
            <a:custGeom>
              <a:avLst/>
              <a:gdLst/>
              <a:ahLst/>
              <a:cxnLst/>
              <a:rect l="0" t="0" r="0" b="0"/>
              <a:pathLst>
                <a:path w="1078" h="663">
                  <a:moveTo>
                    <a:pt x="221" y="25"/>
                  </a:moveTo>
                  <a:lnTo>
                    <a:pt x="256" y="17"/>
                  </a:lnTo>
                  <a:lnTo>
                    <a:pt x="292" y="9"/>
                  </a:lnTo>
                  <a:lnTo>
                    <a:pt x="329" y="5"/>
                  </a:lnTo>
                  <a:lnTo>
                    <a:pt x="368" y="3"/>
                  </a:lnTo>
                  <a:cubicBezTo>
                    <a:pt x="475" y="0"/>
                    <a:pt x="565" y="17"/>
                    <a:pt x="668" y="41"/>
                  </a:cubicBezTo>
                  <a:lnTo>
                    <a:pt x="699" y="52"/>
                  </a:lnTo>
                  <a:lnTo>
                    <a:pt x="728" y="60"/>
                  </a:lnTo>
                  <a:cubicBezTo>
                    <a:pt x="798" y="83"/>
                    <a:pt x="858" y="130"/>
                    <a:pt x="909" y="183"/>
                  </a:cubicBezTo>
                  <a:lnTo>
                    <a:pt x="932" y="205"/>
                  </a:lnTo>
                  <a:lnTo>
                    <a:pt x="955" y="229"/>
                  </a:lnTo>
                  <a:lnTo>
                    <a:pt x="976" y="253"/>
                  </a:lnTo>
                  <a:lnTo>
                    <a:pt x="995" y="277"/>
                  </a:lnTo>
                  <a:lnTo>
                    <a:pt x="1015" y="300"/>
                  </a:lnTo>
                  <a:lnTo>
                    <a:pt x="1033" y="323"/>
                  </a:lnTo>
                  <a:lnTo>
                    <a:pt x="1046" y="345"/>
                  </a:lnTo>
                  <a:lnTo>
                    <a:pt x="1059" y="364"/>
                  </a:lnTo>
                  <a:lnTo>
                    <a:pt x="1069" y="381"/>
                  </a:lnTo>
                  <a:lnTo>
                    <a:pt x="1076" y="396"/>
                  </a:lnTo>
                  <a:lnTo>
                    <a:pt x="1078" y="409"/>
                  </a:lnTo>
                  <a:lnTo>
                    <a:pt x="1074" y="424"/>
                  </a:lnTo>
                  <a:lnTo>
                    <a:pt x="1065" y="437"/>
                  </a:lnTo>
                  <a:lnTo>
                    <a:pt x="1052" y="449"/>
                  </a:lnTo>
                  <a:cubicBezTo>
                    <a:pt x="984" y="499"/>
                    <a:pt x="904" y="523"/>
                    <a:pt x="830" y="563"/>
                  </a:cubicBezTo>
                  <a:lnTo>
                    <a:pt x="807" y="576"/>
                  </a:lnTo>
                  <a:lnTo>
                    <a:pt x="789" y="588"/>
                  </a:lnTo>
                  <a:lnTo>
                    <a:pt x="775" y="601"/>
                  </a:lnTo>
                  <a:lnTo>
                    <a:pt x="761" y="613"/>
                  </a:lnTo>
                  <a:lnTo>
                    <a:pt x="744" y="624"/>
                  </a:lnTo>
                  <a:lnTo>
                    <a:pt x="722" y="633"/>
                  </a:lnTo>
                  <a:cubicBezTo>
                    <a:pt x="649" y="662"/>
                    <a:pt x="568" y="663"/>
                    <a:pt x="490" y="663"/>
                  </a:cubicBezTo>
                  <a:lnTo>
                    <a:pt x="458" y="661"/>
                  </a:lnTo>
                  <a:lnTo>
                    <a:pt x="425" y="659"/>
                  </a:lnTo>
                  <a:cubicBezTo>
                    <a:pt x="321" y="649"/>
                    <a:pt x="264" y="637"/>
                    <a:pt x="182" y="567"/>
                  </a:cubicBezTo>
                  <a:lnTo>
                    <a:pt x="158" y="546"/>
                  </a:lnTo>
                  <a:lnTo>
                    <a:pt x="135" y="523"/>
                  </a:lnTo>
                  <a:lnTo>
                    <a:pt x="114" y="501"/>
                  </a:lnTo>
                  <a:lnTo>
                    <a:pt x="93" y="477"/>
                  </a:lnTo>
                  <a:cubicBezTo>
                    <a:pt x="60" y="434"/>
                    <a:pt x="18" y="370"/>
                    <a:pt x="1" y="319"/>
                  </a:cubicBezTo>
                  <a:lnTo>
                    <a:pt x="0" y="315"/>
                  </a:lnTo>
                  <a:lnTo>
                    <a:pt x="0" y="306"/>
                  </a:lnTo>
                  <a:cubicBezTo>
                    <a:pt x="0" y="240"/>
                    <a:pt x="22" y="175"/>
                    <a:pt x="64" y="124"/>
                  </a:cubicBezTo>
                  <a:lnTo>
                    <a:pt x="87" y="101"/>
                  </a:lnTo>
                  <a:lnTo>
                    <a:pt x="112" y="79"/>
                  </a:lnTo>
                  <a:lnTo>
                    <a:pt x="144" y="59"/>
                  </a:lnTo>
                  <a:lnTo>
                    <a:pt x="179" y="41"/>
                  </a:lnTo>
                </a:path>
              </a:pathLst>
            </a:custGeom>
            <a:solidFill>
              <a:srgbClr val="D6A587">
                <a:alpha val="100000"/>
              </a:srgbClr>
            </a:solidFill>
            <a:ln cap="flat">
              <a:noFill/>
              <a:prstDash val="solid"/>
              <a:miter lim="0"/>
            </a:ln>
          </p:spPr>
          <p:txBody>
            <a:bodyPr rtlCol="0"/>
            <a:lstStyle/>
            <a:p>
              <a:pPr algn="ctr"/>
              <a:endParaRPr lang="zh-CN" altLang="en-US" sz="1635"/>
            </a:p>
          </p:txBody>
        </p:sp>
        <p:sp>
          <p:nvSpPr>
            <p:cNvPr id="1232" name="path"/>
            <p:cNvSpPr/>
            <p:nvPr/>
          </p:nvSpPr>
          <p:spPr>
            <a:xfrm>
              <a:off x="89890" y="144678"/>
              <a:ext cx="660679" cy="399948"/>
            </a:xfrm>
            <a:custGeom>
              <a:avLst/>
              <a:gdLst/>
              <a:ahLst/>
              <a:cxnLst/>
              <a:rect l="0" t="0" r="0" b="0"/>
              <a:pathLst>
                <a:path w="1040" h="629">
                  <a:moveTo>
                    <a:pt x="217" y="14"/>
                  </a:moveTo>
                  <a:lnTo>
                    <a:pt x="244" y="8"/>
                  </a:lnTo>
                  <a:lnTo>
                    <a:pt x="276" y="4"/>
                  </a:lnTo>
                  <a:lnTo>
                    <a:pt x="310" y="2"/>
                  </a:lnTo>
                  <a:lnTo>
                    <a:pt x="345" y="0"/>
                  </a:lnTo>
                  <a:cubicBezTo>
                    <a:pt x="443" y="0"/>
                    <a:pt x="546" y="11"/>
                    <a:pt x="642" y="32"/>
                  </a:cubicBezTo>
                  <a:lnTo>
                    <a:pt x="673" y="39"/>
                  </a:lnTo>
                  <a:lnTo>
                    <a:pt x="702" y="48"/>
                  </a:lnTo>
                  <a:cubicBezTo>
                    <a:pt x="780" y="69"/>
                    <a:pt x="845" y="132"/>
                    <a:pt x="901" y="187"/>
                  </a:cubicBezTo>
                  <a:lnTo>
                    <a:pt x="921" y="210"/>
                  </a:lnTo>
                  <a:lnTo>
                    <a:pt x="942" y="234"/>
                  </a:lnTo>
                  <a:lnTo>
                    <a:pt x="962" y="255"/>
                  </a:lnTo>
                  <a:lnTo>
                    <a:pt x="979" y="278"/>
                  </a:lnTo>
                  <a:lnTo>
                    <a:pt x="996" y="300"/>
                  </a:lnTo>
                  <a:lnTo>
                    <a:pt x="1010" y="320"/>
                  </a:lnTo>
                  <a:lnTo>
                    <a:pt x="1022" y="339"/>
                  </a:lnTo>
                  <a:lnTo>
                    <a:pt x="1032" y="356"/>
                  </a:lnTo>
                  <a:lnTo>
                    <a:pt x="1038" y="370"/>
                  </a:lnTo>
                  <a:lnTo>
                    <a:pt x="1040" y="384"/>
                  </a:lnTo>
                  <a:lnTo>
                    <a:pt x="1036" y="397"/>
                  </a:lnTo>
                  <a:lnTo>
                    <a:pt x="1027" y="410"/>
                  </a:lnTo>
                  <a:lnTo>
                    <a:pt x="1015" y="422"/>
                  </a:lnTo>
                  <a:lnTo>
                    <a:pt x="996" y="434"/>
                  </a:lnTo>
                  <a:cubicBezTo>
                    <a:pt x="931" y="477"/>
                    <a:pt x="845" y="502"/>
                    <a:pt x="780" y="544"/>
                  </a:cubicBezTo>
                  <a:lnTo>
                    <a:pt x="763" y="556"/>
                  </a:lnTo>
                  <a:lnTo>
                    <a:pt x="748" y="568"/>
                  </a:lnTo>
                  <a:lnTo>
                    <a:pt x="735" y="579"/>
                  </a:lnTo>
                  <a:lnTo>
                    <a:pt x="718" y="590"/>
                  </a:lnTo>
                  <a:lnTo>
                    <a:pt x="698" y="598"/>
                  </a:lnTo>
                  <a:lnTo>
                    <a:pt x="675" y="606"/>
                  </a:lnTo>
                  <a:cubicBezTo>
                    <a:pt x="607" y="627"/>
                    <a:pt x="515" y="629"/>
                    <a:pt x="444" y="625"/>
                  </a:cubicBezTo>
                  <a:lnTo>
                    <a:pt x="414" y="624"/>
                  </a:lnTo>
                  <a:lnTo>
                    <a:pt x="384" y="620"/>
                  </a:lnTo>
                  <a:cubicBezTo>
                    <a:pt x="287" y="612"/>
                    <a:pt x="225" y="579"/>
                    <a:pt x="154" y="514"/>
                  </a:cubicBezTo>
                  <a:lnTo>
                    <a:pt x="133" y="493"/>
                  </a:lnTo>
                  <a:lnTo>
                    <a:pt x="112" y="470"/>
                  </a:lnTo>
                  <a:lnTo>
                    <a:pt x="93" y="447"/>
                  </a:lnTo>
                  <a:lnTo>
                    <a:pt x="74" y="422"/>
                  </a:lnTo>
                  <a:lnTo>
                    <a:pt x="57" y="397"/>
                  </a:lnTo>
                  <a:lnTo>
                    <a:pt x="42" y="373"/>
                  </a:lnTo>
                  <a:lnTo>
                    <a:pt x="27" y="348"/>
                  </a:lnTo>
                  <a:lnTo>
                    <a:pt x="15" y="324"/>
                  </a:lnTo>
                  <a:lnTo>
                    <a:pt x="4" y="300"/>
                  </a:lnTo>
                  <a:lnTo>
                    <a:pt x="4" y="297"/>
                  </a:lnTo>
                  <a:lnTo>
                    <a:pt x="3" y="296"/>
                  </a:lnTo>
                  <a:lnTo>
                    <a:pt x="2" y="291"/>
                  </a:lnTo>
                  <a:lnTo>
                    <a:pt x="2" y="283"/>
                  </a:lnTo>
                  <a:cubicBezTo>
                    <a:pt x="0" y="218"/>
                    <a:pt x="20" y="152"/>
                    <a:pt x="63" y="103"/>
                  </a:cubicBezTo>
                  <a:lnTo>
                    <a:pt x="84" y="81"/>
                  </a:lnTo>
                  <a:lnTo>
                    <a:pt x="110" y="62"/>
                  </a:lnTo>
                  <a:lnTo>
                    <a:pt x="140" y="43"/>
                  </a:lnTo>
                  <a:lnTo>
                    <a:pt x="176" y="27"/>
                  </a:lnTo>
                </a:path>
              </a:pathLst>
            </a:custGeom>
            <a:solidFill>
              <a:srgbClr val="CE9670">
                <a:alpha val="100000"/>
              </a:srgbClr>
            </a:solidFill>
            <a:ln cap="flat">
              <a:noFill/>
              <a:prstDash val="solid"/>
              <a:miter lim="0"/>
            </a:ln>
          </p:spPr>
          <p:txBody>
            <a:bodyPr rtlCol="0"/>
            <a:lstStyle/>
            <a:p>
              <a:pPr algn="ctr"/>
              <a:endParaRPr lang="zh-CN" altLang="en-US" sz="1635"/>
            </a:p>
          </p:txBody>
        </p:sp>
        <p:sp>
          <p:nvSpPr>
            <p:cNvPr id="1234" name="path"/>
            <p:cNvSpPr/>
            <p:nvPr/>
          </p:nvSpPr>
          <p:spPr>
            <a:xfrm>
              <a:off x="103632" y="153001"/>
              <a:ext cx="633983" cy="383168"/>
            </a:xfrm>
            <a:custGeom>
              <a:avLst/>
              <a:gdLst/>
              <a:ahLst/>
              <a:cxnLst/>
              <a:rect l="0" t="0" r="0" b="0"/>
              <a:pathLst>
                <a:path w="998" h="603">
                  <a:moveTo>
                    <a:pt x="2" y="283"/>
                  </a:moveTo>
                  <a:lnTo>
                    <a:pt x="2" y="281"/>
                  </a:lnTo>
                  <a:lnTo>
                    <a:pt x="1" y="273"/>
                  </a:lnTo>
                  <a:lnTo>
                    <a:pt x="0" y="261"/>
                  </a:lnTo>
                  <a:cubicBezTo>
                    <a:pt x="3" y="-1"/>
                    <a:pt x="221" y="-5"/>
                    <a:pt x="425" y="8"/>
                  </a:cubicBezTo>
                  <a:lnTo>
                    <a:pt x="465" y="11"/>
                  </a:lnTo>
                  <a:lnTo>
                    <a:pt x="502" y="15"/>
                  </a:lnTo>
                  <a:cubicBezTo>
                    <a:pt x="749" y="32"/>
                    <a:pt x="823" y="117"/>
                    <a:pt x="968" y="305"/>
                  </a:cubicBezTo>
                  <a:lnTo>
                    <a:pt x="980" y="324"/>
                  </a:lnTo>
                  <a:lnTo>
                    <a:pt x="990" y="339"/>
                  </a:lnTo>
                  <a:lnTo>
                    <a:pt x="995" y="354"/>
                  </a:lnTo>
                  <a:lnTo>
                    <a:pt x="998" y="366"/>
                  </a:lnTo>
                  <a:lnTo>
                    <a:pt x="993" y="379"/>
                  </a:lnTo>
                  <a:cubicBezTo>
                    <a:pt x="971" y="419"/>
                    <a:pt x="878" y="453"/>
                    <a:pt x="838" y="474"/>
                  </a:cubicBezTo>
                  <a:lnTo>
                    <a:pt x="813" y="485"/>
                  </a:lnTo>
                  <a:lnTo>
                    <a:pt x="789" y="497"/>
                  </a:lnTo>
                  <a:cubicBezTo>
                    <a:pt x="736" y="516"/>
                    <a:pt x="704" y="569"/>
                    <a:pt x="647" y="579"/>
                  </a:cubicBezTo>
                  <a:lnTo>
                    <a:pt x="623" y="585"/>
                  </a:lnTo>
                  <a:lnTo>
                    <a:pt x="598" y="590"/>
                  </a:lnTo>
                  <a:lnTo>
                    <a:pt x="571" y="594"/>
                  </a:lnTo>
                  <a:cubicBezTo>
                    <a:pt x="333" y="613"/>
                    <a:pt x="191" y="588"/>
                    <a:pt x="52" y="378"/>
                  </a:cubicBezTo>
                  <a:lnTo>
                    <a:pt x="23" y="330"/>
                  </a:lnTo>
                  <a:lnTo>
                    <a:pt x="11" y="307"/>
                  </a:lnTo>
                </a:path>
              </a:pathLst>
            </a:custGeom>
            <a:solidFill>
              <a:srgbClr val="C6875B">
                <a:alpha val="100000"/>
              </a:srgbClr>
            </a:solidFill>
            <a:ln cap="flat">
              <a:noFill/>
              <a:prstDash val="solid"/>
              <a:miter lim="0"/>
            </a:ln>
          </p:spPr>
          <p:txBody>
            <a:bodyPr rtlCol="0"/>
            <a:lstStyle/>
            <a:p>
              <a:pPr algn="ctr"/>
              <a:endParaRPr lang="zh-CN" altLang="en-US" sz="1635"/>
            </a:p>
          </p:txBody>
        </p:sp>
        <p:sp>
          <p:nvSpPr>
            <p:cNvPr id="1236" name="path"/>
            <p:cNvSpPr/>
            <p:nvPr/>
          </p:nvSpPr>
          <p:spPr>
            <a:xfrm>
              <a:off x="342159" y="0"/>
              <a:ext cx="247611" cy="436626"/>
            </a:xfrm>
            <a:custGeom>
              <a:avLst/>
              <a:gdLst/>
              <a:ahLst/>
              <a:cxnLst/>
              <a:rect l="0" t="0" r="0" b="0"/>
              <a:pathLst>
                <a:path w="389" h="687">
                  <a:moveTo>
                    <a:pt x="23" y="0"/>
                  </a:moveTo>
                  <a:lnTo>
                    <a:pt x="20" y="3"/>
                  </a:lnTo>
                  <a:cubicBezTo>
                    <a:pt x="-28" y="60"/>
                    <a:pt x="43" y="141"/>
                    <a:pt x="85" y="177"/>
                  </a:cubicBezTo>
                  <a:lnTo>
                    <a:pt x="115" y="203"/>
                  </a:lnTo>
                  <a:lnTo>
                    <a:pt x="146" y="230"/>
                  </a:lnTo>
                  <a:cubicBezTo>
                    <a:pt x="262" y="334"/>
                    <a:pt x="324" y="466"/>
                    <a:pt x="317" y="622"/>
                  </a:cubicBezTo>
                  <a:lnTo>
                    <a:pt x="314" y="655"/>
                  </a:lnTo>
                  <a:lnTo>
                    <a:pt x="308" y="687"/>
                  </a:lnTo>
                  <a:lnTo>
                    <a:pt x="310" y="685"/>
                  </a:lnTo>
                  <a:cubicBezTo>
                    <a:pt x="405" y="536"/>
                    <a:pt x="414" y="338"/>
                    <a:pt x="314" y="189"/>
                  </a:cubicBezTo>
                  <a:lnTo>
                    <a:pt x="275" y="137"/>
                  </a:lnTo>
                  <a:lnTo>
                    <a:pt x="274" y="137"/>
                  </a:lnTo>
                  <a:cubicBezTo>
                    <a:pt x="202" y="128"/>
                    <a:pt x="107" y="93"/>
                    <a:pt x="56" y="39"/>
                  </a:cubicBezTo>
                  <a:lnTo>
                    <a:pt x="38" y="21"/>
                  </a:lnTo>
                </a:path>
              </a:pathLst>
            </a:custGeom>
            <a:solidFill>
              <a:srgbClr val="FFFFFF">
                <a:alpha val="100000"/>
              </a:srgbClr>
            </a:solidFill>
            <a:ln cap="flat">
              <a:noFill/>
              <a:prstDash val="solid"/>
              <a:miter lim="0"/>
            </a:ln>
          </p:spPr>
          <p:txBody>
            <a:bodyPr rtlCol="0"/>
            <a:lstStyle/>
            <a:p>
              <a:pPr algn="ctr"/>
              <a:endParaRPr lang="zh-CN" altLang="en-US" sz="1635"/>
            </a:p>
          </p:txBody>
        </p:sp>
      </p:grpSp>
      <p:grpSp>
        <p:nvGrpSpPr>
          <p:cNvPr id="92" name="group 92"/>
          <p:cNvGrpSpPr/>
          <p:nvPr/>
        </p:nvGrpSpPr>
        <p:grpSpPr>
          <a:xfrm rot="21600000">
            <a:off x="3452738" y="4410014"/>
            <a:ext cx="390405" cy="589689"/>
            <a:chOff x="0" y="0"/>
            <a:chExt cx="430313" cy="649968"/>
          </a:xfrm>
        </p:grpSpPr>
        <p:sp>
          <p:nvSpPr>
            <p:cNvPr id="1238" name="path"/>
            <p:cNvSpPr/>
            <p:nvPr/>
          </p:nvSpPr>
          <p:spPr>
            <a:xfrm>
              <a:off x="0" y="0"/>
              <a:ext cx="430313" cy="649968"/>
            </a:xfrm>
            <a:custGeom>
              <a:avLst/>
              <a:gdLst/>
              <a:ahLst/>
              <a:cxnLst/>
              <a:rect l="0" t="0" r="0" b="0"/>
              <a:pathLst>
                <a:path w="677" h="1023">
                  <a:moveTo>
                    <a:pt x="162" y="73"/>
                  </a:moveTo>
                  <a:lnTo>
                    <a:pt x="159" y="77"/>
                  </a:lnTo>
                  <a:lnTo>
                    <a:pt x="151" y="89"/>
                  </a:lnTo>
                  <a:lnTo>
                    <a:pt x="139" y="107"/>
                  </a:lnTo>
                  <a:cubicBezTo>
                    <a:pt x="62" y="234"/>
                    <a:pt x="-40" y="437"/>
                    <a:pt x="24" y="585"/>
                  </a:cubicBezTo>
                  <a:lnTo>
                    <a:pt x="47" y="622"/>
                  </a:lnTo>
                  <a:lnTo>
                    <a:pt x="90" y="687"/>
                  </a:lnTo>
                  <a:cubicBezTo>
                    <a:pt x="207" y="891"/>
                    <a:pt x="15" y="875"/>
                    <a:pt x="70" y="928"/>
                  </a:cubicBezTo>
                  <a:lnTo>
                    <a:pt x="78" y="935"/>
                  </a:lnTo>
                  <a:lnTo>
                    <a:pt x="89" y="944"/>
                  </a:lnTo>
                  <a:lnTo>
                    <a:pt x="101" y="951"/>
                  </a:lnTo>
                  <a:lnTo>
                    <a:pt x="117" y="959"/>
                  </a:lnTo>
                  <a:cubicBezTo>
                    <a:pt x="204" y="1001"/>
                    <a:pt x="334" y="1009"/>
                    <a:pt x="430" y="1022"/>
                  </a:cubicBezTo>
                  <a:lnTo>
                    <a:pt x="463" y="1023"/>
                  </a:lnTo>
                  <a:lnTo>
                    <a:pt x="497" y="1022"/>
                  </a:lnTo>
                  <a:lnTo>
                    <a:pt x="528" y="1016"/>
                  </a:lnTo>
                  <a:lnTo>
                    <a:pt x="559" y="1007"/>
                  </a:lnTo>
                  <a:lnTo>
                    <a:pt x="587" y="993"/>
                  </a:lnTo>
                  <a:lnTo>
                    <a:pt x="612" y="974"/>
                  </a:lnTo>
                  <a:lnTo>
                    <a:pt x="634" y="947"/>
                  </a:lnTo>
                  <a:lnTo>
                    <a:pt x="651" y="914"/>
                  </a:lnTo>
                  <a:lnTo>
                    <a:pt x="664" y="874"/>
                  </a:lnTo>
                  <a:cubicBezTo>
                    <a:pt x="685" y="738"/>
                    <a:pt x="662" y="545"/>
                    <a:pt x="659" y="404"/>
                  </a:cubicBezTo>
                  <a:lnTo>
                    <a:pt x="649" y="302"/>
                  </a:lnTo>
                  <a:lnTo>
                    <a:pt x="635" y="211"/>
                  </a:lnTo>
                  <a:lnTo>
                    <a:pt x="615" y="136"/>
                  </a:lnTo>
                  <a:lnTo>
                    <a:pt x="586" y="81"/>
                  </a:lnTo>
                  <a:lnTo>
                    <a:pt x="547" y="46"/>
                  </a:lnTo>
                  <a:cubicBezTo>
                    <a:pt x="462" y="-4"/>
                    <a:pt x="270" y="-15"/>
                    <a:pt x="189" y="46"/>
                  </a:cubicBezTo>
                  <a:lnTo>
                    <a:pt x="173" y="58"/>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240" name="path"/>
            <p:cNvSpPr/>
            <p:nvPr/>
          </p:nvSpPr>
          <p:spPr>
            <a:xfrm>
              <a:off x="9952" y="5876"/>
              <a:ext cx="414843" cy="642567"/>
            </a:xfrm>
            <a:custGeom>
              <a:avLst/>
              <a:gdLst/>
              <a:ahLst/>
              <a:cxnLst/>
              <a:rect l="0" t="0" r="0" b="0"/>
              <a:pathLst>
                <a:path w="653" h="1011">
                  <a:moveTo>
                    <a:pt x="156" y="72"/>
                  </a:moveTo>
                  <a:lnTo>
                    <a:pt x="153" y="75"/>
                  </a:lnTo>
                  <a:lnTo>
                    <a:pt x="135" y="105"/>
                  </a:lnTo>
                  <a:cubicBezTo>
                    <a:pt x="58" y="232"/>
                    <a:pt x="-37" y="431"/>
                    <a:pt x="23" y="578"/>
                  </a:cubicBezTo>
                  <a:lnTo>
                    <a:pt x="45" y="615"/>
                  </a:lnTo>
                  <a:lnTo>
                    <a:pt x="87" y="678"/>
                  </a:lnTo>
                  <a:cubicBezTo>
                    <a:pt x="203" y="882"/>
                    <a:pt x="14" y="865"/>
                    <a:pt x="64" y="919"/>
                  </a:cubicBezTo>
                  <a:lnTo>
                    <a:pt x="72" y="926"/>
                  </a:lnTo>
                  <a:lnTo>
                    <a:pt x="83" y="935"/>
                  </a:lnTo>
                  <a:lnTo>
                    <a:pt x="95" y="942"/>
                  </a:lnTo>
                  <a:lnTo>
                    <a:pt x="111" y="950"/>
                  </a:lnTo>
                  <a:cubicBezTo>
                    <a:pt x="197" y="989"/>
                    <a:pt x="321" y="997"/>
                    <a:pt x="415" y="1010"/>
                  </a:cubicBezTo>
                  <a:lnTo>
                    <a:pt x="447" y="1011"/>
                  </a:lnTo>
                  <a:lnTo>
                    <a:pt x="479" y="1010"/>
                  </a:lnTo>
                  <a:lnTo>
                    <a:pt x="510" y="1004"/>
                  </a:lnTo>
                  <a:lnTo>
                    <a:pt x="540" y="996"/>
                  </a:lnTo>
                  <a:lnTo>
                    <a:pt x="567" y="981"/>
                  </a:lnTo>
                  <a:lnTo>
                    <a:pt x="591" y="962"/>
                  </a:lnTo>
                  <a:lnTo>
                    <a:pt x="611" y="937"/>
                  </a:lnTo>
                  <a:lnTo>
                    <a:pt x="628" y="903"/>
                  </a:lnTo>
                  <a:lnTo>
                    <a:pt x="640" y="863"/>
                  </a:lnTo>
                  <a:cubicBezTo>
                    <a:pt x="660" y="710"/>
                    <a:pt x="639" y="553"/>
                    <a:pt x="636" y="399"/>
                  </a:cubicBezTo>
                  <a:lnTo>
                    <a:pt x="627" y="297"/>
                  </a:lnTo>
                  <a:lnTo>
                    <a:pt x="612" y="209"/>
                  </a:lnTo>
                  <a:lnTo>
                    <a:pt x="593" y="134"/>
                  </a:lnTo>
                  <a:lnTo>
                    <a:pt x="565" y="79"/>
                  </a:lnTo>
                  <a:lnTo>
                    <a:pt x="529" y="44"/>
                  </a:lnTo>
                  <a:cubicBezTo>
                    <a:pt x="446" y="-4"/>
                    <a:pt x="261" y="-13"/>
                    <a:pt x="181" y="44"/>
                  </a:cubicBezTo>
                  <a:lnTo>
                    <a:pt x="167" y="56"/>
                  </a:lnTo>
                </a:path>
              </a:pathLst>
            </a:custGeom>
            <a:solidFill>
              <a:srgbClr val="FCF9F7">
                <a:alpha val="100000"/>
              </a:srgbClr>
            </a:solidFill>
            <a:ln cap="flat">
              <a:noFill/>
              <a:prstDash val="solid"/>
              <a:miter lim="0"/>
            </a:ln>
          </p:spPr>
          <p:txBody>
            <a:bodyPr rtlCol="0"/>
            <a:lstStyle/>
            <a:p>
              <a:pPr algn="ctr"/>
              <a:endParaRPr lang="zh-CN" altLang="en-US" sz="1635"/>
            </a:p>
          </p:txBody>
        </p:sp>
        <p:sp>
          <p:nvSpPr>
            <p:cNvPr id="1242" name="path"/>
            <p:cNvSpPr/>
            <p:nvPr/>
          </p:nvSpPr>
          <p:spPr>
            <a:xfrm>
              <a:off x="20647" y="10544"/>
              <a:ext cx="399488" cy="636376"/>
            </a:xfrm>
            <a:custGeom>
              <a:avLst/>
              <a:gdLst/>
              <a:ahLst/>
              <a:cxnLst/>
              <a:rect l="0" t="0" r="0" b="0"/>
              <a:pathLst>
                <a:path w="629" h="1002">
                  <a:moveTo>
                    <a:pt x="150" y="72"/>
                  </a:moveTo>
                  <a:lnTo>
                    <a:pt x="148" y="76"/>
                  </a:lnTo>
                  <a:lnTo>
                    <a:pt x="141" y="87"/>
                  </a:lnTo>
                  <a:lnTo>
                    <a:pt x="129" y="106"/>
                  </a:lnTo>
                  <a:cubicBezTo>
                    <a:pt x="55" y="233"/>
                    <a:pt x="-36" y="428"/>
                    <a:pt x="23" y="573"/>
                  </a:cubicBezTo>
                  <a:lnTo>
                    <a:pt x="43" y="610"/>
                  </a:lnTo>
                  <a:lnTo>
                    <a:pt x="84" y="673"/>
                  </a:lnTo>
                  <a:cubicBezTo>
                    <a:pt x="194" y="875"/>
                    <a:pt x="13" y="859"/>
                    <a:pt x="58" y="912"/>
                  </a:cubicBezTo>
                  <a:lnTo>
                    <a:pt x="66" y="919"/>
                  </a:lnTo>
                  <a:lnTo>
                    <a:pt x="77" y="927"/>
                  </a:lnTo>
                  <a:lnTo>
                    <a:pt x="89" y="934"/>
                  </a:lnTo>
                  <a:lnTo>
                    <a:pt x="103" y="942"/>
                  </a:lnTo>
                  <a:cubicBezTo>
                    <a:pt x="188" y="977"/>
                    <a:pt x="307" y="988"/>
                    <a:pt x="399" y="1000"/>
                  </a:cubicBezTo>
                  <a:lnTo>
                    <a:pt x="430" y="1002"/>
                  </a:lnTo>
                  <a:lnTo>
                    <a:pt x="461" y="1000"/>
                  </a:lnTo>
                  <a:lnTo>
                    <a:pt x="491" y="994"/>
                  </a:lnTo>
                  <a:lnTo>
                    <a:pt x="519" y="986"/>
                  </a:lnTo>
                  <a:lnTo>
                    <a:pt x="544" y="972"/>
                  </a:lnTo>
                  <a:lnTo>
                    <a:pt x="568" y="952"/>
                  </a:lnTo>
                  <a:lnTo>
                    <a:pt x="588" y="927"/>
                  </a:lnTo>
                  <a:lnTo>
                    <a:pt x="605" y="895"/>
                  </a:lnTo>
                  <a:lnTo>
                    <a:pt x="616" y="855"/>
                  </a:lnTo>
                  <a:cubicBezTo>
                    <a:pt x="637" y="727"/>
                    <a:pt x="612" y="532"/>
                    <a:pt x="612" y="397"/>
                  </a:cubicBezTo>
                  <a:lnTo>
                    <a:pt x="604" y="295"/>
                  </a:lnTo>
                  <a:lnTo>
                    <a:pt x="589" y="207"/>
                  </a:lnTo>
                  <a:lnTo>
                    <a:pt x="570" y="134"/>
                  </a:lnTo>
                  <a:lnTo>
                    <a:pt x="544" y="79"/>
                  </a:lnTo>
                  <a:lnTo>
                    <a:pt x="509" y="44"/>
                  </a:lnTo>
                  <a:cubicBezTo>
                    <a:pt x="417" y="-4"/>
                    <a:pt x="264" y="-14"/>
                    <a:pt x="174" y="44"/>
                  </a:cubicBezTo>
                  <a:lnTo>
                    <a:pt x="161" y="57"/>
                  </a:lnTo>
                </a:path>
              </a:pathLst>
            </a:custGeom>
            <a:solidFill>
              <a:srgbClr val="FCF7F2">
                <a:alpha val="100000"/>
              </a:srgbClr>
            </a:solidFill>
            <a:ln cap="flat">
              <a:noFill/>
              <a:prstDash val="solid"/>
              <a:miter lim="0"/>
            </a:ln>
          </p:spPr>
          <p:txBody>
            <a:bodyPr rtlCol="0"/>
            <a:lstStyle/>
            <a:p>
              <a:pPr algn="ctr"/>
              <a:endParaRPr lang="zh-CN" altLang="en-US" sz="1635"/>
            </a:p>
          </p:txBody>
        </p:sp>
        <p:sp>
          <p:nvSpPr>
            <p:cNvPr id="1244" name="path"/>
            <p:cNvSpPr/>
            <p:nvPr/>
          </p:nvSpPr>
          <p:spPr>
            <a:xfrm>
              <a:off x="30461" y="16554"/>
              <a:ext cx="384604" cy="628842"/>
            </a:xfrm>
            <a:custGeom>
              <a:avLst/>
              <a:gdLst/>
              <a:ahLst/>
              <a:cxnLst/>
              <a:rect l="0" t="0" r="0" b="0"/>
              <a:pathLst>
                <a:path w="605" h="990">
                  <a:moveTo>
                    <a:pt x="145" y="69"/>
                  </a:moveTo>
                  <a:lnTo>
                    <a:pt x="143" y="74"/>
                  </a:lnTo>
                  <a:lnTo>
                    <a:pt x="136" y="85"/>
                  </a:lnTo>
                  <a:lnTo>
                    <a:pt x="125" y="104"/>
                  </a:lnTo>
                  <a:cubicBezTo>
                    <a:pt x="56" y="219"/>
                    <a:pt x="-35" y="435"/>
                    <a:pt x="22" y="566"/>
                  </a:cubicBezTo>
                  <a:lnTo>
                    <a:pt x="42" y="602"/>
                  </a:lnTo>
                  <a:lnTo>
                    <a:pt x="82" y="665"/>
                  </a:lnTo>
                  <a:cubicBezTo>
                    <a:pt x="186" y="871"/>
                    <a:pt x="14" y="846"/>
                    <a:pt x="53" y="902"/>
                  </a:cubicBezTo>
                  <a:lnTo>
                    <a:pt x="61" y="909"/>
                  </a:lnTo>
                  <a:lnTo>
                    <a:pt x="71" y="918"/>
                  </a:lnTo>
                  <a:lnTo>
                    <a:pt x="83" y="925"/>
                  </a:lnTo>
                  <a:lnTo>
                    <a:pt x="99" y="932"/>
                  </a:lnTo>
                  <a:cubicBezTo>
                    <a:pt x="183" y="965"/>
                    <a:pt x="293" y="976"/>
                    <a:pt x="383" y="989"/>
                  </a:cubicBezTo>
                  <a:lnTo>
                    <a:pt x="414" y="990"/>
                  </a:lnTo>
                  <a:lnTo>
                    <a:pt x="444" y="989"/>
                  </a:lnTo>
                  <a:lnTo>
                    <a:pt x="473" y="984"/>
                  </a:lnTo>
                  <a:lnTo>
                    <a:pt x="499" y="974"/>
                  </a:lnTo>
                  <a:lnTo>
                    <a:pt x="525" y="961"/>
                  </a:lnTo>
                  <a:lnTo>
                    <a:pt x="547" y="942"/>
                  </a:lnTo>
                  <a:lnTo>
                    <a:pt x="565" y="917"/>
                  </a:lnTo>
                  <a:lnTo>
                    <a:pt x="581" y="885"/>
                  </a:lnTo>
                  <a:lnTo>
                    <a:pt x="592" y="846"/>
                  </a:lnTo>
                  <a:cubicBezTo>
                    <a:pt x="614" y="712"/>
                    <a:pt x="588" y="530"/>
                    <a:pt x="589" y="391"/>
                  </a:cubicBezTo>
                  <a:lnTo>
                    <a:pt x="580" y="290"/>
                  </a:lnTo>
                  <a:lnTo>
                    <a:pt x="568" y="204"/>
                  </a:lnTo>
                  <a:lnTo>
                    <a:pt x="549" y="132"/>
                  </a:lnTo>
                  <a:lnTo>
                    <a:pt x="523" y="77"/>
                  </a:lnTo>
                  <a:lnTo>
                    <a:pt x="489" y="43"/>
                  </a:lnTo>
                  <a:cubicBezTo>
                    <a:pt x="410" y="-5"/>
                    <a:pt x="245" y="-12"/>
                    <a:pt x="168" y="43"/>
                  </a:cubicBezTo>
                  <a:lnTo>
                    <a:pt x="155" y="56"/>
                  </a:lnTo>
                </a:path>
              </a:pathLst>
            </a:custGeom>
            <a:solidFill>
              <a:srgbClr val="F9F2EA">
                <a:alpha val="100000"/>
              </a:srgbClr>
            </a:solidFill>
            <a:ln cap="flat">
              <a:noFill/>
              <a:prstDash val="solid"/>
              <a:miter lim="0"/>
            </a:ln>
          </p:spPr>
          <p:txBody>
            <a:bodyPr rtlCol="0"/>
            <a:lstStyle/>
            <a:p>
              <a:pPr algn="ctr"/>
              <a:endParaRPr lang="zh-CN" altLang="en-US" sz="1635"/>
            </a:p>
          </p:txBody>
        </p:sp>
        <p:sp>
          <p:nvSpPr>
            <p:cNvPr id="1246" name="path"/>
            <p:cNvSpPr/>
            <p:nvPr/>
          </p:nvSpPr>
          <p:spPr>
            <a:xfrm>
              <a:off x="41179" y="21340"/>
              <a:ext cx="368410" cy="622531"/>
            </a:xfrm>
            <a:custGeom>
              <a:avLst/>
              <a:gdLst/>
              <a:ahLst/>
              <a:cxnLst/>
              <a:rect l="0" t="0" r="0" b="0"/>
              <a:pathLst>
                <a:path w="580" h="980">
                  <a:moveTo>
                    <a:pt x="138" y="70"/>
                  </a:moveTo>
                  <a:lnTo>
                    <a:pt x="136" y="74"/>
                  </a:lnTo>
                  <a:lnTo>
                    <a:pt x="129" y="86"/>
                  </a:lnTo>
                  <a:lnTo>
                    <a:pt x="119" y="104"/>
                  </a:lnTo>
                  <a:cubicBezTo>
                    <a:pt x="49" y="224"/>
                    <a:pt x="-32" y="424"/>
                    <a:pt x="21" y="561"/>
                  </a:cubicBezTo>
                  <a:lnTo>
                    <a:pt x="40" y="597"/>
                  </a:lnTo>
                  <a:lnTo>
                    <a:pt x="77" y="658"/>
                  </a:lnTo>
                  <a:cubicBezTo>
                    <a:pt x="180" y="860"/>
                    <a:pt x="11" y="839"/>
                    <a:pt x="46" y="895"/>
                  </a:cubicBezTo>
                  <a:lnTo>
                    <a:pt x="54" y="902"/>
                  </a:lnTo>
                  <a:lnTo>
                    <a:pt x="64" y="910"/>
                  </a:lnTo>
                  <a:lnTo>
                    <a:pt x="77" y="916"/>
                  </a:lnTo>
                  <a:lnTo>
                    <a:pt x="91" y="923"/>
                  </a:lnTo>
                  <a:cubicBezTo>
                    <a:pt x="173" y="955"/>
                    <a:pt x="280" y="965"/>
                    <a:pt x="367" y="979"/>
                  </a:cubicBezTo>
                  <a:lnTo>
                    <a:pt x="397" y="980"/>
                  </a:lnTo>
                  <a:lnTo>
                    <a:pt x="425" y="979"/>
                  </a:lnTo>
                  <a:lnTo>
                    <a:pt x="453" y="974"/>
                  </a:lnTo>
                  <a:lnTo>
                    <a:pt x="479" y="964"/>
                  </a:lnTo>
                  <a:lnTo>
                    <a:pt x="502" y="951"/>
                  </a:lnTo>
                  <a:lnTo>
                    <a:pt x="523" y="932"/>
                  </a:lnTo>
                  <a:lnTo>
                    <a:pt x="543" y="908"/>
                  </a:lnTo>
                  <a:lnTo>
                    <a:pt x="557" y="875"/>
                  </a:lnTo>
                  <a:lnTo>
                    <a:pt x="568" y="836"/>
                  </a:lnTo>
                  <a:cubicBezTo>
                    <a:pt x="586" y="705"/>
                    <a:pt x="567" y="522"/>
                    <a:pt x="563" y="387"/>
                  </a:cubicBezTo>
                  <a:lnTo>
                    <a:pt x="556" y="289"/>
                  </a:lnTo>
                  <a:lnTo>
                    <a:pt x="543" y="202"/>
                  </a:lnTo>
                  <a:lnTo>
                    <a:pt x="526" y="131"/>
                  </a:lnTo>
                  <a:lnTo>
                    <a:pt x="501" y="76"/>
                  </a:lnTo>
                  <a:lnTo>
                    <a:pt x="469" y="44"/>
                  </a:lnTo>
                  <a:cubicBezTo>
                    <a:pt x="387" y="-4"/>
                    <a:pt x="240" y="-13"/>
                    <a:pt x="160" y="44"/>
                  </a:cubicBezTo>
                  <a:lnTo>
                    <a:pt x="148" y="57"/>
                  </a:lnTo>
                </a:path>
              </a:pathLst>
            </a:custGeom>
            <a:solidFill>
              <a:srgbClr val="F9EFE5">
                <a:alpha val="100000"/>
              </a:srgbClr>
            </a:solidFill>
            <a:ln cap="flat">
              <a:noFill/>
              <a:prstDash val="solid"/>
              <a:miter lim="0"/>
            </a:ln>
          </p:spPr>
          <p:txBody>
            <a:bodyPr rtlCol="0"/>
            <a:lstStyle/>
            <a:p>
              <a:pPr algn="ctr"/>
              <a:endParaRPr lang="zh-CN" altLang="en-US" sz="1635"/>
            </a:p>
          </p:txBody>
        </p:sp>
        <p:sp>
          <p:nvSpPr>
            <p:cNvPr id="1248" name="path"/>
            <p:cNvSpPr/>
            <p:nvPr/>
          </p:nvSpPr>
          <p:spPr>
            <a:xfrm>
              <a:off x="51739" y="26946"/>
              <a:ext cx="352461" cy="615402"/>
            </a:xfrm>
            <a:custGeom>
              <a:avLst/>
              <a:gdLst/>
              <a:ahLst/>
              <a:cxnLst/>
              <a:rect l="0" t="0" r="0" b="0"/>
              <a:pathLst>
                <a:path w="555" h="969">
                  <a:moveTo>
                    <a:pt x="132" y="69"/>
                  </a:moveTo>
                  <a:lnTo>
                    <a:pt x="130" y="73"/>
                  </a:lnTo>
                  <a:lnTo>
                    <a:pt x="123" y="84"/>
                  </a:lnTo>
                  <a:lnTo>
                    <a:pt x="113" y="102"/>
                  </a:lnTo>
                  <a:cubicBezTo>
                    <a:pt x="47" y="224"/>
                    <a:pt x="-29" y="419"/>
                    <a:pt x="20" y="556"/>
                  </a:cubicBezTo>
                  <a:lnTo>
                    <a:pt x="39" y="591"/>
                  </a:lnTo>
                  <a:lnTo>
                    <a:pt x="74" y="651"/>
                  </a:lnTo>
                  <a:cubicBezTo>
                    <a:pt x="174" y="853"/>
                    <a:pt x="10" y="829"/>
                    <a:pt x="41" y="886"/>
                  </a:cubicBezTo>
                  <a:lnTo>
                    <a:pt x="48" y="893"/>
                  </a:lnTo>
                  <a:lnTo>
                    <a:pt x="58" y="901"/>
                  </a:lnTo>
                  <a:lnTo>
                    <a:pt x="84" y="913"/>
                  </a:lnTo>
                  <a:cubicBezTo>
                    <a:pt x="160" y="944"/>
                    <a:pt x="268" y="953"/>
                    <a:pt x="351" y="967"/>
                  </a:cubicBezTo>
                  <a:lnTo>
                    <a:pt x="380" y="969"/>
                  </a:lnTo>
                  <a:lnTo>
                    <a:pt x="407" y="967"/>
                  </a:lnTo>
                  <a:lnTo>
                    <a:pt x="432" y="963"/>
                  </a:lnTo>
                  <a:lnTo>
                    <a:pt x="458" y="953"/>
                  </a:lnTo>
                  <a:lnTo>
                    <a:pt x="480" y="941"/>
                  </a:lnTo>
                  <a:lnTo>
                    <a:pt x="501" y="922"/>
                  </a:lnTo>
                  <a:lnTo>
                    <a:pt x="519" y="897"/>
                  </a:lnTo>
                  <a:lnTo>
                    <a:pt x="533" y="867"/>
                  </a:lnTo>
                  <a:lnTo>
                    <a:pt x="543" y="827"/>
                  </a:lnTo>
                  <a:cubicBezTo>
                    <a:pt x="560" y="700"/>
                    <a:pt x="544" y="514"/>
                    <a:pt x="539" y="383"/>
                  </a:cubicBezTo>
                  <a:lnTo>
                    <a:pt x="532" y="285"/>
                  </a:lnTo>
                  <a:lnTo>
                    <a:pt x="520" y="199"/>
                  </a:lnTo>
                  <a:lnTo>
                    <a:pt x="503" y="130"/>
                  </a:lnTo>
                  <a:lnTo>
                    <a:pt x="480" y="76"/>
                  </a:lnTo>
                  <a:lnTo>
                    <a:pt x="449" y="43"/>
                  </a:lnTo>
                  <a:cubicBezTo>
                    <a:pt x="381" y="-3"/>
                    <a:pt x="219" y="-14"/>
                    <a:pt x="154" y="43"/>
                  </a:cubicBezTo>
                  <a:lnTo>
                    <a:pt x="142" y="55"/>
                  </a:lnTo>
                </a:path>
              </a:pathLst>
            </a:custGeom>
            <a:solidFill>
              <a:srgbClr val="F7EADD">
                <a:alpha val="100000"/>
              </a:srgbClr>
            </a:solidFill>
            <a:ln cap="flat">
              <a:noFill/>
              <a:prstDash val="solid"/>
              <a:miter lim="0"/>
            </a:ln>
          </p:spPr>
          <p:txBody>
            <a:bodyPr rtlCol="0"/>
            <a:lstStyle/>
            <a:p>
              <a:pPr algn="ctr"/>
              <a:endParaRPr lang="zh-CN" altLang="en-US" sz="1635"/>
            </a:p>
          </p:txBody>
        </p:sp>
        <p:sp>
          <p:nvSpPr>
            <p:cNvPr id="1250" name="path"/>
            <p:cNvSpPr/>
            <p:nvPr/>
          </p:nvSpPr>
          <p:spPr>
            <a:xfrm>
              <a:off x="61456" y="32585"/>
              <a:ext cx="338215" cy="608239"/>
            </a:xfrm>
            <a:custGeom>
              <a:avLst/>
              <a:gdLst/>
              <a:ahLst/>
              <a:cxnLst/>
              <a:rect l="0" t="0" r="0" b="0"/>
              <a:pathLst>
                <a:path w="532" h="957">
                  <a:moveTo>
                    <a:pt x="128" y="68"/>
                  </a:moveTo>
                  <a:lnTo>
                    <a:pt x="118" y="83"/>
                  </a:lnTo>
                  <a:lnTo>
                    <a:pt x="109" y="101"/>
                  </a:lnTo>
                  <a:cubicBezTo>
                    <a:pt x="46" y="227"/>
                    <a:pt x="-30" y="408"/>
                    <a:pt x="20" y="548"/>
                  </a:cubicBezTo>
                  <a:lnTo>
                    <a:pt x="37" y="583"/>
                  </a:lnTo>
                  <a:lnTo>
                    <a:pt x="71" y="643"/>
                  </a:lnTo>
                  <a:cubicBezTo>
                    <a:pt x="171" y="846"/>
                    <a:pt x="8" y="820"/>
                    <a:pt x="35" y="877"/>
                  </a:cubicBezTo>
                  <a:lnTo>
                    <a:pt x="43" y="884"/>
                  </a:lnTo>
                  <a:lnTo>
                    <a:pt x="52" y="891"/>
                  </a:lnTo>
                  <a:lnTo>
                    <a:pt x="64" y="897"/>
                  </a:lnTo>
                  <a:lnTo>
                    <a:pt x="77" y="905"/>
                  </a:lnTo>
                  <a:cubicBezTo>
                    <a:pt x="159" y="931"/>
                    <a:pt x="252" y="943"/>
                    <a:pt x="337" y="956"/>
                  </a:cubicBezTo>
                  <a:lnTo>
                    <a:pt x="364" y="957"/>
                  </a:lnTo>
                  <a:lnTo>
                    <a:pt x="389" y="956"/>
                  </a:lnTo>
                  <a:lnTo>
                    <a:pt x="415" y="951"/>
                  </a:lnTo>
                  <a:lnTo>
                    <a:pt x="439" y="942"/>
                  </a:lnTo>
                  <a:lnTo>
                    <a:pt x="460" y="930"/>
                  </a:lnTo>
                  <a:lnTo>
                    <a:pt x="479" y="911"/>
                  </a:lnTo>
                  <a:lnTo>
                    <a:pt x="497" y="887"/>
                  </a:lnTo>
                  <a:lnTo>
                    <a:pt x="511" y="855"/>
                  </a:lnTo>
                  <a:lnTo>
                    <a:pt x="520" y="817"/>
                  </a:lnTo>
                  <a:cubicBezTo>
                    <a:pt x="538" y="687"/>
                    <a:pt x="519" y="511"/>
                    <a:pt x="517" y="378"/>
                  </a:cubicBezTo>
                  <a:lnTo>
                    <a:pt x="509" y="282"/>
                  </a:lnTo>
                  <a:lnTo>
                    <a:pt x="499" y="197"/>
                  </a:lnTo>
                  <a:lnTo>
                    <a:pt x="482" y="127"/>
                  </a:lnTo>
                  <a:lnTo>
                    <a:pt x="459" y="74"/>
                  </a:lnTo>
                  <a:lnTo>
                    <a:pt x="429" y="42"/>
                  </a:lnTo>
                  <a:cubicBezTo>
                    <a:pt x="357" y="-4"/>
                    <a:pt x="218" y="-12"/>
                    <a:pt x="148" y="42"/>
                  </a:cubicBezTo>
                  <a:lnTo>
                    <a:pt x="136" y="54"/>
                  </a:lnTo>
                </a:path>
              </a:pathLst>
            </a:custGeom>
            <a:solidFill>
              <a:srgbClr val="F4E5D6">
                <a:alpha val="100000"/>
              </a:srgbClr>
            </a:solidFill>
            <a:ln cap="flat">
              <a:noFill/>
              <a:prstDash val="solid"/>
              <a:miter lim="0"/>
            </a:ln>
          </p:spPr>
          <p:txBody>
            <a:bodyPr rtlCol="0"/>
            <a:lstStyle/>
            <a:p>
              <a:pPr algn="ctr"/>
              <a:endParaRPr lang="zh-CN" altLang="en-US" sz="1635"/>
            </a:p>
          </p:txBody>
        </p:sp>
        <p:sp>
          <p:nvSpPr>
            <p:cNvPr id="1252" name="path"/>
            <p:cNvSpPr/>
            <p:nvPr/>
          </p:nvSpPr>
          <p:spPr>
            <a:xfrm>
              <a:off x="72162" y="37790"/>
              <a:ext cx="321609" cy="603442"/>
            </a:xfrm>
            <a:custGeom>
              <a:avLst/>
              <a:gdLst/>
              <a:ahLst/>
              <a:cxnLst/>
              <a:rect l="0" t="0" r="0" b="0"/>
              <a:pathLst>
                <a:path w="506" h="950">
                  <a:moveTo>
                    <a:pt x="122" y="67"/>
                  </a:moveTo>
                  <a:lnTo>
                    <a:pt x="119" y="71"/>
                  </a:lnTo>
                  <a:lnTo>
                    <a:pt x="113" y="82"/>
                  </a:lnTo>
                  <a:lnTo>
                    <a:pt x="104" y="100"/>
                  </a:lnTo>
                  <a:lnTo>
                    <a:pt x="93" y="122"/>
                  </a:lnTo>
                  <a:cubicBezTo>
                    <a:pt x="60" y="192"/>
                    <a:pt x="32" y="264"/>
                    <a:pt x="16" y="340"/>
                  </a:cubicBezTo>
                  <a:lnTo>
                    <a:pt x="8" y="382"/>
                  </a:lnTo>
                  <a:lnTo>
                    <a:pt x="4" y="424"/>
                  </a:lnTo>
                  <a:cubicBezTo>
                    <a:pt x="-2" y="569"/>
                    <a:pt x="47" y="561"/>
                    <a:pt x="88" y="685"/>
                  </a:cubicBezTo>
                  <a:lnTo>
                    <a:pt x="98" y="725"/>
                  </a:lnTo>
                  <a:lnTo>
                    <a:pt x="98" y="757"/>
                  </a:lnTo>
                  <a:lnTo>
                    <a:pt x="91" y="782"/>
                  </a:lnTo>
                  <a:lnTo>
                    <a:pt x="80" y="802"/>
                  </a:lnTo>
                  <a:lnTo>
                    <a:pt x="67" y="816"/>
                  </a:lnTo>
                  <a:lnTo>
                    <a:pt x="52" y="827"/>
                  </a:lnTo>
                  <a:lnTo>
                    <a:pt x="39" y="836"/>
                  </a:lnTo>
                  <a:lnTo>
                    <a:pt x="31" y="845"/>
                  </a:lnTo>
                  <a:lnTo>
                    <a:pt x="27" y="853"/>
                  </a:lnTo>
                  <a:lnTo>
                    <a:pt x="27" y="862"/>
                  </a:lnTo>
                  <a:lnTo>
                    <a:pt x="29" y="869"/>
                  </a:lnTo>
                  <a:lnTo>
                    <a:pt x="37" y="876"/>
                  </a:lnTo>
                  <a:cubicBezTo>
                    <a:pt x="53" y="893"/>
                    <a:pt x="100" y="906"/>
                    <a:pt x="123" y="911"/>
                  </a:cubicBezTo>
                  <a:lnTo>
                    <a:pt x="142" y="916"/>
                  </a:lnTo>
                  <a:lnTo>
                    <a:pt x="163" y="919"/>
                  </a:lnTo>
                  <a:lnTo>
                    <a:pt x="183" y="923"/>
                  </a:lnTo>
                  <a:lnTo>
                    <a:pt x="203" y="926"/>
                  </a:lnTo>
                  <a:lnTo>
                    <a:pt x="225" y="930"/>
                  </a:lnTo>
                  <a:cubicBezTo>
                    <a:pt x="511" y="1002"/>
                    <a:pt x="508" y="835"/>
                    <a:pt x="500" y="590"/>
                  </a:cubicBezTo>
                  <a:lnTo>
                    <a:pt x="496" y="479"/>
                  </a:lnTo>
                  <a:lnTo>
                    <a:pt x="493" y="374"/>
                  </a:lnTo>
                  <a:lnTo>
                    <a:pt x="485" y="278"/>
                  </a:lnTo>
                  <a:cubicBezTo>
                    <a:pt x="474" y="202"/>
                    <a:pt x="470" y="50"/>
                    <a:pt x="374" y="24"/>
                  </a:cubicBezTo>
                  <a:lnTo>
                    <a:pt x="355" y="16"/>
                  </a:lnTo>
                  <a:lnTo>
                    <a:pt x="333" y="11"/>
                  </a:lnTo>
                  <a:cubicBezTo>
                    <a:pt x="296" y="0"/>
                    <a:pt x="223" y="0"/>
                    <a:pt x="188" y="16"/>
                  </a:cubicBezTo>
                  <a:lnTo>
                    <a:pt x="170" y="23"/>
                  </a:lnTo>
                  <a:lnTo>
                    <a:pt x="154" y="31"/>
                  </a:lnTo>
                  <a:lnTo>
                    <a:pt x="141" y="41"/>
                  </a:lnTo>
                  <a:lnTo>
                    <a:pt x="130" y="53"/>
                  </a:lnTo>
                </a:path>
              </a:pathLst>
            </a:custGeom>
            <a:solidFill>
              <a:srgbClr val="F4E2D1">
                <a:alpha val="100000"/>
              </a:srgbClr>
            </a:solidFill>
            <a:ln cap="flat">
              <a:noFill/>
              <a:prstDash val="solid"/>
              <a:miter lim="0"/>
            </a:ln>
          </p:spPr>
          <p:txBody>
            <a:bodyPr rtlCol="0"/>
            <a:lstStyle/>
            <a:p>
              <a:pPr algn="ctr"/>
              <a:endParaRPr lang="zh-CN" altLang="en-US" sz="1635"/>
            </a:p>
          </p:txBody>
        </p:sp>
        <p:sp>
          <p:nvSpPr>
            <p:cNvPr id="1254" name="path"/>
            <p:cNvSpPr/>
            <p:nvPr/>
          </p:nvSpPr>
          <p:spPr>
            <a:xfrm>
              <a:off x="81413" y="43391"/>
              <a:ext cx="307603" cy="596082"/>
            </a:xfrm>
            <a:custGeom>
              <a:avLst/>
              <a:gdLst/>
              <a:ahLst/>
              <a:cxnLst/>
              <a:rect l="0" t="0" r="0" b="0"/>
              <a:pathLst>
                <a:path w="484" h="938">
                  <a:moveTo>
                    <a:pt x="117" y="67"/>
                  </a:moveTo>
                  <a:lnTo>
                    <a:pt x="114" y="70"/>
                  </a:lnTo>
                  <a:lnTo>
                    <a:pt x="108" y="81"/>
                  </a:lnTo>
                  <a:lnTo>
                    <a:pt x="100" y="98"/>
                  </a:lnTo>
                  <a:lnTo>
                    <a:pt x="89" y="121"/>
                  </a:lnTo>
                  <a:cubicBezTo>
                    <a:pt x="60" y="185"/>
                    <a:pt x="30" y="266"/>
                    <a:pt x="16" y="336"/>
                  </a:cubicBezTo>
                  <a:lnTo>
                    <a:pt x="9" y="376"/>
                  </a:lnTo>
                  <a:lnTo>
                    <a:pt x="4" y="418"/>
                  </a:lnTo>
                  <a:cubicBezTo>
                    <a:pt x="-1" y="547"/>
                    <a:pt x="44" y="566"/>
                    <a:pt x="86" y="676"/>
                  </a:cubicBezTo>
                  <a:lnTo>
                    <a:pt x="95" y="717"/>
                  </a:lnTo>
                  <a:lnTo>
                    <a:pt x="95" y="748"/>
                  </a:lnTo>
                  <a:lnTo>
                    <a:pt x="89" y="774"/>
                  </a:lnTo>
                  <a:lnTo>
                    <a:pt x="78" y="793"/>
                  </a:lnTo>
                  <a:lnTo>
                    <a:pt x="65" y="807"/>
                  </a:lnTo>
                  <a:lnTo>
                    <a:pt x="36" y="826"/>
                  </a:lnTo>
                  <a:lnTo>
                    <a:pt x="28" y="836"/>
                  </a:lnTo>
                  <a:lnTo>
                    <a:pt x="24" y="844"/>
                  </a:lnTo>
                  <a:lnTo>
                    <a:pt x="23" y="853"/>
                  </a:lnTo>
                  <a:lnTo>
                    <a:pt x="26" y="860"/>
                  </a:lnTo>
                  <a:lnTo>
                    <a:pt x="32" y="867"/>
                  </a:lnTo>
                  <a:cubicBezTo>
                    <a:pt x="59" y="887"/>
                    <a:pt x="85" y="890"/>
                    <a:pt x="117" y="900"/>
                  </a:cubicBezTo>
                  <a:lnTo>
                    <a:pt x="137" y="904"/>
                  </a:lnTo>
                  <a:lnTo>
                    <a:pt x="156" y="908"/>
                  </a:lnTo>
                  <a:lnTo>
                    <a:pt x="176" y="912"/>
                  </a:lnTo>
                  <a:lnTo>
                    <a:pt x="195" y="915"/>
                  </a:lnTo>
                  <a:lnTo>
                    <a:pt x="215" y="919"/>
                  </a:lnTo>
                  <a:cubicBezTo>
                    <a:pt x="494" y="992"/>
                    <a:pt x="484" y="813"/>
                    <a:pt x="478" y="584"/>
                  </a:cubicBezTo>
                  <a:lnTo>
                    <a:pt x="474" y="474"/>
                  </a:lnTo>
                  <a:lnTo>
                    <a:pt x="470" y="369"/>
                  </a:lnTo>
                  <a:lnTo>
                    <a:pt x="464" y="276"/>
                  </a:lnTo>
                  <a:cubicBezTo>
                    <a:pt x="452" y="196"/>
                    <a:pt x="451" y="56"/>
                    <a:pt x="358" y="22"/>
                  </a:cubicBezTo>
                  <a:lnTo>
                    <a:pt x="339" y="15"/>
                  </a:lnTo>
                  <a:lnTo>
                    <a:pt x="320" y="10"/>
                  </a:lnTo>
                  <a:cubicBezTo>
                    <a:pt x="278" y="1"/>
                    <a:pt x="219" y="0"/>
                    <a:pt x="179" y="15"/>
                  </a:cubicBezTo>
                  <a:lnTo>
                    <a:pt x="164" y="22"/>
                  </a:lnTo>
                  <a:lnTo>
                    <a:pt x="148" y="31"/>
                  </a:lnTo>
                  <a:lnTo>
                    <a:pt x="136" y="42"/>
                  </a:lnTo>
                  <a:lnTo>
                    <a:pt x="125" y="52"/>
                  </a:lnTo>
                </a:path>
              </a:pathLst>
            </a:custGeom>
            <a:solidFill>
              <a:srgbClr val="F2DDC9">
                <a:alpha val="100000"/>
              </a:srgbClr>
            </a:solidFill>
            <a:ln cap="flat">
              <a:noFill/>
              <a:prstDash val="solid"/>
              <a:miter lim="0"/>
            </a:ln>
          </p:spPr>
          <p:txBody>
            <a:bodyPr rtlCol="0"/>
            <a:lstStyle/>
            <a:p>
              <a:pPr algn="ctr"/>
              <a:endParaRPr lang="zh-CN" altLang="en-US" sz="1635"/>
            </a:p>
          </p:txBody>
        </p:sp>
      </p:grpSp>
      <p:sp>
        <p:nvSpPr>
          <p:cNvPr id="1256" name="path"/>
          <p:cNvSpPr/>
          <p:nvPr/>
        </p:nvSpPr>
        <p:spPr>
          <a:xfrm>
            <a:off x="2620116" y="4544116"/>
            <a:ext cx="235052" cy="394749"/>
          </a:xfrm>
          <a:custGeom>
            <a:avLst/>
            <a:gdLst/>
            <a:ahLst/>
            <a:cxnLst/>
            <a:rect l="0" t="0" r="0" b="0"/>
            <a:pathLst>
              <a:path w="408" h="685">
                <a:moveTo>
                  <a:pt x="1" y="196"/>
                </a:moveTo>
                <a:lnTo>
                  <a:pt x="4" y="220"/>
                </a:lnTo>
                <a:lnTo>
                  <a:pt x="11" y="244"/>
                </a:lnTo>
                <a:cubicBezTo>
                  <a:pt x="57" y="412"/>
                  <a:pt x="188" y="538"/>
                  <a:pt x="325" y="637"/>
                </a:cubicBezTo>
                <a:lnTo>
                  <a:pt x="349" y="652"/>
                </a:lnTo>
                <a:lnTo>
                  <a:pt x="374" y="668"/>
                </a:lnTo>
                <a:lnTo>
                  <a:pt x="398" y="683"/>
                </a:lnTo>
                <a:lnTo>
                  <a:pt x="403" y="685"/>
                </a:lnTo>
                <a:lnTo>
                  <a:pt x="406" y="682"/>
                </a:lnTo>
                <a:lnTo>
                  <a:pt x="408" y="680"/>
                </a:lnTo>
                <a:lnTo>
                  <a:pt x="406" y="676"/>
                </a:lnTo>
                <a:lnTo>
                  <a:pt x="325" y="614"/>
                </a:lnTo>
                <a:lnTo>
                  <a:pt x="254" y="553"/>
                </a:lnTo>
                <a:lnTo>
                  <a:pt x="195" y="491"/>
                </a:lnTo>
                <a:lnTo>
                  <a:pt x="147" y="431"/>
                </a:lnTo>
                <a:lnTo>
                  <a:pt x="108" y="373"/>
                </a:lnTo>
                <a:cubicBezTo>
                  <a:pt x="45" y="268"/>
                  <a:pt x="8" y="157"/>
                  <a:pt x="15" y="34"/>
                </a:cubicBezTo>
                <a:lnTo>
                  <a:pt x="16" y="15"/>
                </a:lnTo>
                <a:lnTo>
                  <a:pt x="19" y="4"/>
                </a:lnTo>
                <a:lnTo>
                  <a:pt x="20" y="0"/>
                </a:lnTo>
                <a:lnTo>
                  <a:pt x="15" y="22"/>
                </a:lnTo>
                <a:lnTo>
                  <a:pt x="5" y="74"/>
                </a:lnTo>
                <a:lnTo>
                  <a:pt x="0" y="137"/>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58" name="path"/>
          <p:cNvSpPr/>
          <p:nvPr/>
        </p:nvSpPr>
        <p:spPr>
          <a:xfrm>
            <a:off x="2825441" y="4768058"/>
            <a:ext cx="371245" cy="105130"/>
          </a:xfrm>
          <a:custGeom>
            <a:avLst/>
            <a:gdLst/>
            <a:ahLst/>
            <a:cxnLst/>
            <a:rect l="0" t="0" r="0" b="0"/>
            <a:pathLst>
              <a:path w="644" h="182">
                <a:moveTo>
                  <a:pt x="62" y="178"/>
                </a:moveTo>
                <a:lnTo>
                  <a:pt x="65" y="168"/>
                </a:lnTo>
                <a:lnTo>
                  <a:pt x="68" y="148"/>
                </a:lnTo>
                <a:cubicBezTo>
                  <a:pt x="48" y="0"/>
                  <a:pt x="211" y="18"/>
                  <a:pt x="302" y="51"/>
                </a:cubicBezTo>
                <a:lnTo>
                  <a:pt x="331" y="63"/>
                </a:lnTo>
                <a:cubicBezTo>
                  <a:pt x="440" y="120"/>
                  <a:pt x="518" y="131"/>
                  <a:pt x="640" y="135"/>
                </a:cubicBezTo>
                <a:lnTo>
                  <a:pt x="641" y="134"/>
                </a:lnTo>
                <a:lnTo>
                  <a:pt x="644" y="133"/>
                </a:lnTo>
                <a:lnTo>
                  <a:pt x="644" y="130"/>
                </a:lnTo>
                <a:lnTo>
                  <a:pt x="641" y="129"/>
                </a:lnTo>
                <a:lnTo>
                  <a:pt x="626" y="128"/>
                </a:lnTo>
                <a:cubicBezTo>
                  <a:pt x="507" y="125"/>
                  <a:pt x="401" y="73"/>
                  <a:pt x="296" y="24"/>
                </a:cubicBezTo>
                <a:lnTo>
                  <a:pt x="281" y="19"/>
                </a:lnTo>
                <a:lnTo>
                  <a:pt x="268" y="15"/>
                </a:lnTo>
                <a:cubicBezTo>
                  <a:pt x="193" y="-12"/>
                  <a:pt x="34" y="6"/>
                  <a:pt x="58" y="120"/>
                </a:cubicBezTo>
                <a:lnTo>
                  <a:pt x="61" y="144"/>
                </a:lnTo>
                <a:lnTo>
                  <a:pt x="57" y="163"/>
                </a:lnTo>
                <a:lnTo>
                  <a:pt x="41" y="165"/>
                </a:lnTo>
                <a:lnTo>
                  <a:pt x="35" y="162"/>
                </a:lnTo>
                <a:lnTo>
                  <a:pt x="28" y="157"/>
                </a:lnTo>
                <a:lnTo>
                  <a:pt x="21" y="153"/>
                </a:lnTo>
                <a:lnTo>
                  <a:pt x="14" y="148"/>
                </a:lnTo>
                <a:lnTo>
                  <a:pt x="8" y="142"/>
                </a:lnTo>
                <a:lnTo>
                  <a:pt x="3" y="140"/>
                </a:lnTo>
                <a:lnTo>
                  <a:pt x="0" y="138"/>
                </a:lnTo>
                <a:lnTo>
                  <a:pt x="0" y="136"/>
                </a:lnTo>
                <a:lnTo>
                  <a:pt x="1" y="139"/>
                </a:lnTo>
                <a:cubicBezTo>
                  <a:pt x="18" y="160"/>
                  <a:pt x="18" y="165"/>
                  <a:pt x="44" y="181"/>
                </a:cubicBezTo>
                <a:lnTo>
                  <a:pt x="53" y="18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60" name="path"/>
          <p:cNvSpPr/>
          <p:nvPr/>
        </p:nvSpPr>
        <p:spPr>
          <a:xfrm>
            <a:off x="3132018" y="4796189"/>
            <a:ext cx="321151" cy="148207"/>
          </a:xfrm>
          <a:custGeom>
            <a:avLst/>
            <a:gdLst/>
            <a:ahLst/>
            <a:cxnLst/>
            <a:rect l="0" t="0" r="0" b="0"/>
            <a:pathLst>
              <a:path w="557" h="257">
                <a:moveTo>
                  <a:pt x="37" y="144"/>
                </a:moveTo>
                <a:lnTo>
                  <a:pt x="33" y="149"/>
                </a:lnTo>
                <a:cubicBezTo>
                  <a:pt x="10" y="174"/>
                  <a:pt x="-6" y="197"/>
                  <a:pt x="11" y="232"/>
                </a:cubicBezTo>
                <a:lnTo>
                  <a:pt x="17" y="244"/>
                </a:lnTo>
                <a:lnTo>
                  <a:pt x="21" y="244"/>
                </a:lnTo>
                <a:lnTo>
                  <a:pt x="23" y="242"/>
                </a:lnTo>
                <a:lnTo>
                  <a:pt x="23" y="241"/>
                </a:lnTo>
                <a:cubicBezTo>
                  <a:pt x="-9" y="161"/>
                  <a:pt x="87" y="113"/>
                  <a:pt x="144" y="84"/>
                </a:cubicBezTo>
                <a:lnTo>
                  <a:pt x="148" y="83"/>
                </a:lnTo>
                <a:lnTo>
                  <a:pt x="144" y="84"/>
                </a:lnTo>
                <a:cubicBezTo>
                  <a:pt x="119" y="96"/>
                  <a:pt x="90" y="110"/>
                  <a:pt x="66" y="124"/>
                </a:cubicBezTo>
                <a:lnTo>
                  <a:pt x="49" y="134"/>
                </a:lnTo>
              </a:path>
              <a:path w="557" h="257">
                <a:moveTo>
                  <a:pt x="120" y="158"/>
                </a:moveTo>
                <a:lnTo>
                  <a:pt x="112" y="172"/>
                </a:lnTo>
                <a:cubicBezTo>
                  <a:pt x="91" y="210"/>
                  <a:pt x="91" y="214"/>
                  <a:pt x="103" y="256"/>
                </a:cubicBezTo>
                <a:lnTo>
                  <a:pt x="105" y="257"/>
                </a:lnTo>
                <a:lnTo>
                  <a:pt x="109" y="254"/>
                </a:lnTo>
                <a:lnTo>
                  <a:pt x="109" y="253"/>
                </a:lnTo>
                <a:cubicBezTo>
                  <a:pt x="94" y="170"/>
                  <a:pt x="153" y="132"/>
                  <a:pt x="208" y="88"/>
                </a:cubicBezTo>
                <a:lnTo>
                  <a:pt x="210" y="86"/>
                </a:lnTo>
                <a:lnTo>
                  <a:pt x="207" y="88"/>
                </a:lnTo>
                <a:cubicBezTo>
                  <a:pt x="186" y="104"/>
                  <a:pt x="165" y="118"/>
                  <a:pt x="144" y="136"/>
                </a:cubicBezTo>
                <a:lnTo>
                  <a:pt x="131" y="148"/>
                </a:lnTo>
              </a:path>
              <a:path w="557" h="257">
                <a:moveTo>
                  <a:pt x="347" y="44"/>
                </a:moveTo>
                <a:lnTo>
                  <a:pt x="354" y="40"/>
                </a:lnTo>
                <a:lnTo>
                  <a:pt x="360" y="32"/>
                </a:lnTo>
                <a:lnTo>
                  <a:pt x="367" y="28"/>
                </a:lnTo>
                <a:cubicBezTo>
                  <a:pt x="393" y="-3"/>
                  <a:pt x="434" y="25"/>
                  <a:pt x="465" y="31"/>
                </a:cubicBezTo>
                <a:lnTo>
                  <a:pt x="472" y="34"/>
                </a:lnTo>
                <a:lnTo>
                  <a:pt x="479" y="35"/>
                </a:lnTo>
                <a:lnTo>
                  <a:pt x="501" y="42"/>
                </a:lnTo>
                <a:lnTo>
                  <a:pt x="507" y="44"/>
                </a:lnTo>
                <a:lnTo>
                  <a:pt x="514" y="46"/>
                </a:lnTo>
                <a:lnTo>
                  <a:pt x="521" y="48"/>
                </a:lnTo>
                <a:lnTo>
                  <a:pt x="527" y="50"/>
                </a:lnTo>
                <a:lnTo>
                  <a:pt x="541" y="55"/>
                </a:lnTo>
                <a:lnTo>
                  <a:pt x="553" y="60"/>
                </a:lnTo>
                <a:lnTo>
                  <a:pt x="556" y="60"/>
                </a:lnTo>
                <a:lnTo>
                  <a:pt x="557" y="59"/>
                </a:lnTo>
                <a:lnTo>
                  <a:pt x="557" y="58"/>
                </a:lnTo>
                <a:lnTo>
                  <a:pt x="556" y="56"/>
                </a:lnTo>
                <a:lnTo>
                  <a:pt x="550" y="54"/>
                </a:lnTo>
                <a:cubicBezTo>
                  <a:pt x="325" y="-20"/>
                  <a:pt x="444" y="-20"/>
                  <a:pt x="232" y="110"/>
                </a:cubicBezTo>
                <a:lnTo>
                  <a:pt x="219" y="119"/>
                </a:lnTo>
                <a:lnTo>
                  <a:pt x="214" y="121"/>
                </a:lnTo>
                <a:lnTo>
                  <a:pt x="219" y="119"/>
                </a:lnTo>
                <a:cubicBezTo>
                  <a:pt x="248" y="107"/>
                  <a:pt x="283" y="86"/>
                  <a:pt x="311" y="71"/>
                </a:cubicBezTo>
                <a:lnTo>
                  <a:pt x="331" y="58"/>
                </a:lnTo>
              </a:path>
              <a:path w="557" h="257">
                <a:moveTo>
                  <a:pt x="249" y="215"/>
                </a:moveTo>
                <a:lnTo>
                  <a:pt x="257" y="214"/>
                </a:lnTo>
                <a:lnTo>
                  <a:pt x="265" y="211"/>
                </a:lnTo>
                <a:cubicBezTo>
                  <a:pt x="283" y="207"/>
                  <a:pt x="300" y="199"/>
                  <a:pt x="316" y="191"/>
                </a:cubicBezTo>
                <a:lnTo>
                  <a:pt x="323" y="188"/>
                </a:lnTo>
                <a:lnTo>
                  <a:pt x="329" y="184"/>
                </a:lnTo>
                <a:cubicBezTo>
                  <a:pt x="338" y="178"/>
                  <a:pt x="366" y="160"/>
                  <a:pt x="369" y="151"/>
                </a:cubicBezTo>
                <a:lnTo>
                  <a:pt x="367" y="148"/>
                </a:lnTo>
                <a:lnTo>
                  <a:pt x="365" y="145"/>
                </a:lnTo>
                <a:lnTo>
                  <a:pt x="359" y="146"/>
                </a:lnTo>
                <a:cubicBezTo>
                  <a:pt x="277" y="165"/>
                  <a:pt x="235" y="223"/>
                  <a:pt x="147" y="179"/>
                </a:cubicBezTo>
                <a:lnTo>
                  <a:pt x="143" y="176"/>
                </a:lnTo>
                <a:lnTo>
                  <a:pt x="147" y="179"/>
                </a:lnTo>
                <a:cubicBezTo>
                  <a:pt x="166" y="193"/>
                  <a:pt x="191" y="204"/>
                  <a:pt x="214" y="211"/>
                </a:cubicBezTo>
                <a:lnTo>
                  <a:pt x="232" y="21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62" name="path"/>
          <p:cNvSpPr/>
          <p:nvPr/>
        </p:nvSpPr>
        <p:spPr>
          <a:xfrm>
            <a:off x="3420711" y="4418985"/>
            <a:ext cx="262671" cy="393367"/>
          </a:xfrm>
          <a:custGeom>
            <a:avLst/>
            <a:gdLst/>
            <a:ahLst/>
            <a:cxnLst/>
            <a:rect l="0" t="0" r="0" b="0"/>
            <a:pathLst>
              <a:path w="455" h="682">
                <a:moveTo>
                  <a:pt x="170" y="0"/>
                </a:moveTo>
                <a:lnTo>
                  <a:pt x="148" y="36"/>
                </a:lnTo>
                <a:cubicBezTo>
                  <a:pt x="44" y="203"/>
                  <a:pt x="-2" y="330"/>
                  <a:pt x="4" y="535"/>
                </a:cubicBezTo>
                <a:lnTo>
                  <a:pt x="14" y="615"/>
                </a:lnTo>
                <a:lnTo>
                  <a:pt x="20" y="615"/>
                </a:lnTo>
                <a:lnTo>
                  <a:pt x="20" y="613"/>
                </a:lnTo>
                <a:cubicBezTo>
                  <a:pt x="-7" y="412"/>
                  <a:pt x="37" y="206"/>
                  <a:pt x="148" y="36"/>
                </a:cubicBezTo>
                <a:lnTo>
                  <a:pt x="170" y="0"/>
                </a:lnTo>
              </a:path>
              <a:path w="455" h="682">
                <a:moveTo>
                  <a:pt x="455" y="12"/>
                </a:moveTo>
                <a:lnTo>
                  <a:pt x="448" y="20"/>
                </a:lnTo>
                <a:lnTo>
                  <a:pt x="442" y="28"/>
                </a:lnTo>
                <a:cubicBezTo>
                  <a:pt x="418" y="68"/>
                  <a:pt x="394" y="123"/>
                  <a:pt x="375" y="166"/>
                </a:cubicBezTo>
                <a:lnTo>
                  <a:pt x="367" y="187"/>
                </a:lnTo>
                <a:lnTo>
                  <a:pt x="358" y="208"/>
                </a:lnTo>
                <a:cubicBezTo>
                  <a:pt x="287" y="386"/>
                  <a:pt x="274" y="486"/>
                  <a:pt x="307" y="680"/>
                </a:cubicBezTo>
                <a:lnTo>
                  <a:pt x="309" y="682"/>
                </a:lnTo>
                <a:lnTo>
                  <a:pt x="311" y="682"/>
                </a:lnTo>
                <a:lnTo>
                  <a:pt x="313" y="680"/>
                </a:lnTo>
                <a:lnTo>
                  <a:pt x="314" y="679"/>
                </a:lnTo>
                <a:cubicBezTo>
                  <a:pt x="289" y="522"/>
                  <a:pt x="308" y="362"/>
                  <a:pt x="363" y="213"/>
                </a:cubicBezTo>
                <a:lnTo>
                  <a:pt x="371" y="193"/>
                </a:lnTo>
                <a:lnTo>
                  <a:pt x="379" y="172"/>
                </a:lnTo>
                <a:cubicBezTo>
                  <a:pt x="397" y="125"/>
                  <a:pt x="416" y="77"/>
                  <a:pt x="441" y="32"/>
                </a:cubicBezTo>
                <a:lnTo>
                  <a:pt x="447" y="21"/>
                </a:lnTo>
                <a:lnTo>
                  <a:pt x="455" y="1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64" name="path"/>
          <p:cNvSpPr/>
          <p:nvPr/>
        </p:nvSpPr>
        <p:spPr>
          <a:xfrm>
            <a:off x="2669891" y="4476366"/>
            <a:ext cx="470105" cy="288975"/>
          </a:xfrm>
          <a:custGeom>
            <a:avLst/>
            <a:gdLst/>
            <a:ahLst/>
            <a:cxnLst/>
            <a:rect l="0" t="0" r="0" b="0"/>
            <a:pathLst>
              <a:path w="816" h="501">
                <a:moveTo>
                  <a:pt x="216" y="99"/>
                </a:moveTo>
                <a:lnTo>
                  <a:pt x="240" y="111"/>
                </a:lnTo>
                <a:cubicBezTo>
                  <a:pt x="292" y="139"/>
                  <a:pt x="341" y="167"/>
                  <a:pt x="387" y="203"/>
                </a:cubicBezTo>
                <a:lnTo>
                  <a:pt x="397" y="212"/>
                </a:lnTo>
                <a:lnTo>
                  <a:pt x="415" y="227"/>
                </a:lnTo>
                <a:cubicBezTo>
                  <a:pt x="526" y="341"/>
                  <a:pt x="463" y="384"/>
                  <a:pt x="391" y="479"/>
                </a:cubicBezTo>
                <a:lnTo>
                  <a:pt x="381" y="497"/>
                </a:lnTo>
                <a:lnTo>
                  <a:pt x="381" y="500"/>
                </a:lnTo>
                <a:lnTo>
                  <a:pt x="383" y="501"/>
                </a:lnTo>
                <a:lnTo>
                  <a:pt x="391" y="499"/>
                </a:lnTo>
                <a:cubicBezTo>
                  <a:pt x="421" y="451"/>
                  <a:pt x="498" y="401"/>
                  <a:pt x="499" y="338"/>
                </a:cubicBezTo>
                <a:lnTo>
                  <a:pt x="498" y="319"/>
                </a:lnTo>
                <a:lnTo>
                  <a:pt x="492" y="299"/>
                </a:lnTo>
                <a:cubicBezTo>
                  <a:pt x="475" y="255"/>
                  <a:pt x="423" y="210"/>
                  <a:pt x="383" y="183"/>
                </a:cubicBezTo>
                <a:lnTo>
                  <a:pt x="370" y="176"/>
                </a:lnTo>
                <a:lnTo>
                  <a:pt x="346" y="161"/>
                </a:lnTo>
                <a:cubicBezTo>
                  <a:pt x="217" y="97"/>
                  <a:pt x="158" y="43"/>
                  <a:pt x="6" y="15"/>
                </a:cubicBezTo>
                <a:lnTo>
                  <a:pt x="1" y="14"/>
                </a:lnTo>
                <a:lnTo>
                  <a:pt x="0" y="14"/>
                </a:lnTo>
                <a:lnTo>
                  <a:pt x="1" y="15"/>
                </a:lnTo>
                <a:cubicBezTo>
                  <a:pt x="63" y="35"/>
                  <a:pt x="127" y="60"/>
                  <a:pt x="187" y="86"/>
                </a:cubicBezTo>
                <a:lnTo>
                  <a:pt x="202" y="92"/>
                </a:lnTo>
              </a:path>
              <a:path w="816" h="501">
                <a:moveTo>
                  <a:pt x="532" y="0"/>
                </a:moveTo>
                <a:lnTo>
                  <a:pt x="546" y="12"/>
                </a:lnTo>
                <a:cubicBezTo>
                  <a:pt x="711" y="156"/>
                  <a:pt x="746" y="211"/>
                  <a:pt x="813" y="435"/>
                </a:cubicBezTo>
                <a:lnTo>
                  <a:pt x="816" y="442"/>
                </a:lnTo>
                <a:lnTo>
                  <a:pt x="811" y="411"/>
                </a:lnTo>
                <a:cubicBezTo>
                  <a:pt x="773" y="218"/>
                  <a:pt x="693" y="105"/>
                  <a:pt x="533" y="0"/>
                </a:cubicBezTo>
                <a:lnTo>
                  <a:pt x="532" y="0"/>
                </a:lnTo>
              </a:path>
            </a:pathLst>
          </a:custGeom>
          <a:solidFill>
            <a:srgbClr val="140000">
              <a:alpha val="100000"/>
            </a:srgbClr>
          </a:solidFill>
          <a:ln cap="flat">
            <a:noFill/>
            <a:prstDash val="solid"/>
            <a:miter lim="0"/>
          </a:ln>
        </p:spPr>
        <p:txBody>
          <a:bodyPr rtlCol="0"/>
          <a:lstStyle/>
          <a:p>
            <a:pPr algn="ctr"/>
            <a:endParaRPr lang="zh-CN" altLang="en-US" sz="1635"/>
          </a:p>
        </p:txBody>
      </p:sp>
      <p:grpSp>
        <p:nvGrpSpPr>
          <p:cNvPr id="94" name="group 94"/>
          <p:cNvGrpSpPr/>
          <p:nvPr/>
        </p:nvGrpSpPr>
        <p:grpSpPr>
          <a:xfrm rot="21600000">
            <a:off x="2968964" y="4170593"/>
            <a:ext cx="234635" cy="82472"/>
            <a:chOff x="0" y="0"/>
            <a:chExt cx="258620" cy="90903"/>
          </a:xfrm>
        </p:grpSpPr>
        <p:sp>
          <p:nvSpPr>
            <p:cNvPr id="1266" name="path"/>
            <p:cNvSpPr/>
            <p:nvPr/>
          </p:nvSpPr>
          <p:spPr>
            <a:xfrm>
              <a:off x="0" y="225"/>
              <a:ext cx="258620" cy="90677"/>
            </a:xfrm>
            <a:custGeom>
              <a:avLst/>
              <a:gdLst/>
              <a:ahLst/>
              <a:cxnLst/>
              <a:rect l="0" t="0" r="0" b="0"/>
              <a:pathLst>
                <a:path w="407" h="142">
                  <a:moveTo>
                    <a:pt x="185" y="60"/>
                  </a:moveTo>
                  <a:lnTo>
                    <a:pt x="191" y="61"/>
                  </a:lnTo>
                  <a:lnTo>
                    <a:pt x="206" y="64"/>
                  </a:lnTo>
                  <a:lnTo>
                    <a:pt x="259" y="77"/>
                  </a:lnTo>
                  <a:lnTo>
                    <a:pt x="289" y="87"/>
                  </a:lnTo>
                  <a:lnTo>
                    <a:pt x="317" y="98"/>
                  </a:lnTo>
                  <a:lnTo>
                    <a:pt x="341" y="112"/>
                  </a:lnTo>
                  <a:lnTo>
                    <a:pt x="355" y="127"/>
                  </a:lnTo>
                  <a:lnTo>
                    <a:pt x="367" y="137"/>
                  </a:lnTo>
                  <a:lnTo>
                    <a:pt x="380" y="137"/>
                  </a:lnTo>
                  <a:lnTo>
                    <a:pt x="392" y="132"/>
                  </a:lnTo>
                  <a:lnTo>
                    <a:pt x="402" y="118"/>
                  </a:lnTo>
                  <a:lnTo>
                    <a:pt x="407" y="103"/>
                  </a:lnTo>
                  <a:lnTo>
                    <a:pt x="406" y="83"/>
                  </a:lnTo>
                  <a:lnTo>
                    <a:pt x="396" y="66"/>
                  </a:lnTo>
                  <a:cubicBezTo>
                    <a:pt x="351" y="22"/>
                    <a:pt x="260" y="2"/>
                    <a:pt x="199" y="0"/>
                  </a:cubicBezTo>
                  <a:lnTo>
                    <a:pt x="178" y="0"/>
                  </a:lnTo>
                  <a:lnTo>
                    <a:pt x="155" y="1"/>
                  </a:lnTo>
                  <a:lnTo>
                    <a:pt x="133" y="3"/>
                  </a:lnTo>
                  <a:lnTo>
                    <a:pt x="113" y="7"/>
                  </a:lnTo>
                  <a:cubicBezTo>
                    <a:pt x="70" y="14"/>
                    <a:pt x="-33" y="87"/>
                    <a:pt x="18" y="133"/>
                  </a:cubicBezTo>
                  <a:lnTo>
                    <a:pt x="26" y="137"/>
                  </a:lnTo>
                  <a:lnTo>
                    <a:pt x="35" y="141"/>
                  </a:lnTo>
                  <a:lnTo>
                    <a:pt x="41" y="142"/>
                  </a:lnTo>
                  <a:lnTo>
                    <a:pt x="48" y="142"/>
                  </a:lnTo>
                  <a:lnTo>
                    <a:pt x="53" y="140"/>
                  </a:lnTo>
                  <a:lnTo>
                    <a:pt x="56" y="135"/>
                  </a:lnTo>
                  <a:lnTo>
                    <a:pt x="60" y="128"/>
                  </a:lnTo>
                  <a:lnTo>
                    <a:pt x="61" y="118"/>
                  </a:lnTo>
                  <a:lnTo>
                    <a:pt x="60" y="107"/>
                  </a:lnTo>
                  <a:lnTo>
                    <a:pt x="60" y="96"/>
                  </a:lnTo>
                  <a:lnTo>
                    <a:pt x="64" y="85"/>
                  </a:lnTo>
                  <a:lnTo>
                    <a:pt x="72" y="75"/>
                  </a:lnTo>
                  <a:lnTo>
                    <a:pt x="85" y="68"/>
                  </a:lnTo>
                  <a:lnTo>
                    <a:pt x="103" y="63"/>
                  </a:lnTo>
                  <a:lnTo>
                    <a:pt x="125" y="58"/>
                  </a:lnTo>
                  <a:lnTo>
                    <a:pt x="152" y="58"/>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268" name="path"/>
            <p:cNvSpPr/>
            <p:nvPr/>
          </p:nvSpPr>
          <p:spPr>
            <a:xfrm>
              <a:off x="2329" y="0"/>
              <a:ext cx="250956" cy="87855"/>
            </a:xfrm>
            <a:custGeom>
              <a:avLst/>
              <a:gdLst/>
              <a:ahLst/>
              <a:cxnLst/>
              <a:rect l="0" t="0" r="0" b="0"/>
              <a:pathLst>
                <a:path w="395" h="138">
                  <a:moveTo>
                    <a:pt x="50" y="101"/>
                  </a:moveTo>
                  <a:lnTo>
                    <a:pt x="53" y="90"/>
                  </a:lnTo>
                  <a:lnTo>
                    <a:pt x="59" y="79"/>
                  </a:lnTo>
                  <a:lnTo>
                    <a:pt x="68" y="69"/>
                  </a:lnTo>
                  <a:lnTo>
                    <a:pt x="83" y="61"/>
                  </a:lnTo>
                  <a:lnTo>
                    <a:pt x="101" y="56"/>
                  </a:lnTo>
                  <a:lnTo>
                    <a:pt x="124" y="53"/>
                  </a:lnTo>
                  <a:lnTo>
                    <a:pt x="150" y="53"/>
                  </a:lnTo>
                  <a:lnTo>
                    <a:pt x="181" y="56"/>
                  </a:lnTo>
                  <a:lnTo>
                    <a:pt x="193" y="59"/>
                  </a:lnTo>
                  <a:lnTo>
                    <a:pt x="212" y="63"/>
                  </a:lnTo>
                  <a:cubicBezTo>
                    <a:pt x="255" y="74"/>
                    <a:pt x="299" y="84"/>
                    <a:pt x="337" y="108"/>
                  </a:cubicBezTo>
                  <a:lnTo>
                    <a:pt x="358" y="128"/>
                  </a:lnTo>
                  <a:lnTo>
                    <a:pt x="364" y="131"/>
                  </a:lnTo>
                  <a:lnTo>
                    <a:pt x="371" y="133"/>
                  </a:lnTo>
                  <a:lnTo>
                    <a:pt x="378" y="131"/>
                  </a:lnTo>
                  <a:lnTo>
                    <a:pt x="384" y="127"/>
                  </a:lnTo>
                  <a:lnTo>
                    <a:pt x="389" y="121"/>
                  </a:lnTo>
                  <a:lnTo>
                    <a:pt x="392" y="113"/>
                  </a:lnTo>
                  <a:lnTo>
                    <a:pt x="395" y="104"/>
                  </a:lnTo>
                  <a:lnTo>
                    <a:pt x="395" y="91"/>
                  </a:lnTo>
                  <a:lnTo>
                    <a:pt x="392" y="84"/>
                  </a:lnTo>
                  <a:lnTo>
                    <a:pt x="389" y="75"/>
                  </a:lnTo>
                  <a:lnTo>
                    <a:pt x="385" y="69"/>
                  </a:lnTo>
                  <a:lnTo>
                    <a:pt x="371" y="55"/>
                  </a:lnTo>
                  <a:lnTo>
                    <a:pt x="361" y="49"/>
                  </a:lnTo>
                  <a:lnTo>
                    <a:pt x="347" y="41"/>
                  </a:lnTo>
                  <a:lnTo>
                    <a:pt x="330" y="33"/>
                  </a:lnTo>
                  <a:lnTo>
                    <a:pt x="312" y="26"/>
                  </a:lnTo>
                  <a:cubicBezTo>
                    <a:pt x="245" y="0"/>
                    <a:pt x="122" y="-8"/>
                    <a:pt x="59" y="33"/>
                  </a:cubicBezTo>
                  <a:lnTo>
                    <a:pt x="50" y="38"/>
                  </a:lnTo>
                  <a:lnTo>
                    <a:pt x="43" y="45"/>
                  </a:lnTo>
                  <a:cubicBezTo>
                    <a:pt x="16" y="67"/>
                    <a:pt x="-18" y="108"/>
                    <a:pt x="23" y="134"/>
                  </a:cubicBezTo>
                  <a:lnTo>
                    <a:pt x="36" y="138"/>
                  </a:lnTo>
                  <a:lnTo>
                    <a:pt x="44" y="133"/>
                  </a:lnTo>
                  <a:lnTo>
                    <a:pt x="49" y="121"/>
                  </a:lnTo>
                </a:path>
              </a:pathLst>
            </a:custGeom>
            <a:solidFill>
              <a:srgbClr val="D1BAB2">
                <a:alpha val="100000"/>
              </a:srgbClr>
            </a:solidFill>
            <a:ln cap="flat">
              <a:noFill/>
              <a:prstDash val="solid"/>
              <a:miter lim="0"/>
            </a:ln>
          </p:spPr>
          <p:txBody>
            <a:bodyPr rtlCol="0"/>
            <a:lstStyle/>
            <a:p>
              <a:pPr algn="ctr"/>
              <a:endParaRPr lang="zh-CN" altLang="en-US" sz="1635"/>
            </a:p>
          </p:txBody>
        </p:sp>
        <p:sp>
          <p:nvSpPr>
            <p:cNvPr id="1270" name="path"/>
            <p:cNvSpPr/>
            <p:nvPr/>
          </p:nvSpPr>
          <p:spPr>
            <a:xfrm>
              <a:off x="5941" y="2424"/>
              <a:ext cx="244296" cy="80859"/>
            </a:xfrm>
            <a:custGeom>
              <a:avLst/>
              <a:gdLst/>
              <a:ahLst/>
              <a:cxnLst/>
              <a:rect l="0" t="0" r="0" b="0"/>
              <a:pathLst>
                <a:path w="384" h="127">
                  <a:moveTo>
                    <a:pt x="41" y="90"/>
                  </a:moveTo>
                  <a:lnTo>
                    <a:pt x="45" y="80"/>
                  </a:lnTo>
                  <a:lnTo>
                    <a:pt x="52" y="69"/>
                  </a:lnTo>
                  <a:lnTo>
                    <a:pt x="64" y="60"/>
                  </a:lnTo>
                  <a:cubicBezTo>
                    <a:pt x="119" y="22"/>
                    <a:pt x="282" y="66"/>
                    <a:pt x="333" y="99"/>
                  </a:cubicBezTo>
                  <a:lnTo>
                    <a:pt x="345" y="109"/>
                  </a:lnTo>
                  <a:lnTo>
                    <a:pt x="352" y="116"/>
                  </a:lnTo>
                  <a:lnTo>
                    <a:pt x="358" y="120"/>
                  </a:lnTo>
                  <a:lnTo>
                    <a:pt x="365" y="121"/>
                  </a:lnTo>
                  <a:lnTo>
                    <a:pt x="372" y="120"/>
                  </a:lnTo>
                  <a:lnTo>
                    <a:pt x="377" y="117"/>
                  </a:lnTo>
                  <a:lnTo>
                    <a:pt x="382" y="111"/>
                  </a:lnTo>
                  <a:lnTo>
                    <a:pt x="384" y="104"/>
                  </a:lnTo>
                  <a:lnTo>
                    <a:pt x="384" y="94"/>
                  </a:lnTo>
                  <a:cubicBezTo>
                    <a:pt x="382" y="78"/>
                    <a:pt x="379" y="76"/>
                    <a:pt x="370" y="62"/>
                  </a:cubicBezTo>
                  <a:lnTo>
                    <a:pt x="355" y="50"/>
                  </a:lnTo>
                  <a:lnTo>
                    <a:pt x="347" y="44"/>
                  </a:lnTo>
                  <a:lnTo>
                    <a:pt x="333" y="36"/>
                  </a:lnTo>
                  <a:lnTo>
                    <a:pt x="317" y="28"/>
                  </a:lnTo>
                  <a:cubicBezTo>
                    <a:pt x="241" y="-1"/>
                    <a:pt x="150" y="-4"/>
                    <a:pt x="72" y="22"/>
                  </a:cubicBezTo>
                  <a:lnTo>
                    <a:pt x="60" y="30"/>
                  </a:lnTo>
                  <a:lnTo>
                    <a:pt x="52" y="34"/>
                  </a:lnTo>
                  <a:cubicBezTo>
                    <a:pt x="31" y="52"/>
                    <a:pt x="-11" y="86"/>
                    <a:pt x="10" y="116"/>
                  </a:cubicBezTo>
                  <a:lnTo>
                    <a:pt x="12" y="122"/>
                  </a:lnTo>
                  <a:lnTo>
                    <a:pt x="19" y="126"/>
                  </a:lnTo>
                  <a:lnTo>
                    <a:pt x="30" y="127"/>
                  </a:lnTo>
                  <a:lnTo>
                    <a:pt x="35" y="120"/>
                  </a:lnTo>
                  <a:lnTo>
                    <a:pt x="39" y="106"/>
                  </a:lnTo>
                </a:path>
              </a:pathLst>
            </a:custGeom>
            <a:solidFill>
              <a:srgbClr val="A07266">
                <a:alpha val="100000"/>
              </a:srgbClr>
            </a:solidFill>
            <a:ln cap="flat">
              <a:noFill/>
              <a:prstDash val="solid"/>
              <a:miter lim="0"/>
            </a:ln>
          </p:spPr>
          <p:txBody>
            <a:bodyPr rtlCol="0"/>
            <a:lstStyle/>
            <a:p>
              <a:pPr algn="ctr"/>
              <a:endParaRPr lang="zh-CN" altLang="en-US" sz="1635"/>
            </a:p>
          </p:txBody>
        </p:sp>
        <p:sp>
          <p:nvSpPr>
            <p:cNvPr id="1272" name="path"/>
            <p:cNvSpPr/>
            <p:nvPr/>
          </p:nvSpPr>
          <p:spPr>
            <a:xfrm>
              <a:off x="9416" y="4253"/>
              <a:ext cx="239297" cy="75220"/>
            </a:xfrm>
            <a:custGeom>
              <a:avLst/>
              <a:gdLst/>
              <a:ahLst/>
              <a:cxnLst/>
              <a:rect l="0" t="0" r="0" b="0"/>
              <a:pathLst>
                <a:path w="376" h="118">
                  <a:moveTo>
                    <a:pt x="33" y="78"/>
                  </a:moveTo>
                  <a:lnTo>
                    <a:pt x="38" y="69"/>
                  </a:lnTo>
                  <a:lnTo>
                    <a:pt x="46" y="59"/>
                  </a:lnTo>
                  <a:lnTo>
                    <a:pt x="60" y="52"/>
                  </a:lnTo>
                  <a:cubicBezTo>
                    <a:pt x="125" y="13"/>
                    <a:pt x="266" y="60"/>
                    <a:pt x="331" y="90"/>
                  </a:cubicBezTo>
                  <a:lnTo>
                    <a:pt x="340" y="99"/>
                  </a:lnTo>
                  <a:lnTo>
                    <a:pt x="346" y="105"/>
                  </a:lnTo>
                  <a:lnTo>
                    <a:pt x="354" y="108"/>
                  </a:lnTo>
                  <a:lnTo>
                    <a:pt x="360" y="111"/>
                  </a:lnTo>
                  <a:lnTo>
                    <a:pt x="367" y="110"/>
                  </a:lnTo>
                  <a:lnTo>
                    <a:pt x="375" y="101"/>
                  </a:lnTo>
                  <a:lnTo>
                    <a:pt x="376" y="94"/>
                  </a:lnTo>
                  <a:lnTo>
                    <a:pt x="374" y="84"/>
                  </a:lnTo>
                  <a:cubicBezTo>
                    <a:pt x="369" y="76"/>
                    <a:pt x="363" y="62"/>
                    <a:pt x="356" y="57"/>
                  </a:cubicBezTo>
                  <a:lnTo>
                    <a:pt x="349" y="51"/>
                  </a:lnTo>
                  <a:lnTo>
                    <a:pt x="342" y="46"/>
                  </a:lnTo>
                  <a:lnTo>
                    <a:pt x="333" y="40"/>
                  </a:lnTo>
                  <a:lnTo>
                    <a:pt x="304" y="26"/>
                  </a:lnTo>
                  <a:cubicBezTo>
                    <a:pt x="236" y="-3"/>
                    <a:pt x="142" y="-1"/>
                    <a:pt x="73" y="22"/>
                  </a:cubicBezTo>
                  <a:lnTo>
                    <a:pt x="61" y="29"/>
                  </a:lnTo>
                  <a:lnTo>
                    <a:pt x="54" y="33"/>
                  </a:lnTo>
                  <a:cubicBezTo>
                    <a:pt x="29" y="48"/>
                    <a:pt x="-4" y="74"/>
                    <a:pt x="6" y="107"/>
                  </a:cubicBezTo>
                  <a:lnTo>
                    <a:pt x="10" y="114"/>
                  </a:lnTo>
                  <a:lnTo>
                    <a:pt x="16" y="118"/>
                  </a:lnTo>
                  <a:lnTo>
                    <a:pt x="25" y="118"/>
                  </a:lnTo>
                  <a:lnTo>
                    <a:pt x="26" y="108"/>
                  </a:lnTo>
                  <a:lnTo>
                    <a:pt x="27" y="95"/>
                  </a:lnTo>
                </a:path>
              </a:pathLst>
            </a:custGeom>
            <a:solidFill>
              <a:srgbClr val="722B19">
                <a:alpha val="100000"/>
              </a:srgbClr>
            </a:solidFill>
            <a:ln cap="flat">
              <a:noFill/>
              <a:prstDash val="solid"/>
              <a:miter lim="0"/>
            </a:ln>
          </p:spPr>
          <p:txBody>
            <a:bodyPr rtlCol="0"/>
            <a:lstStyle/>
            <a:p>
              <a:pPr algn="ctr"/>
              <a:endParaRPr lang="zh-CN" altLang="en-US" sz="1635"/>
            </a:p>
          </p:txBody>
        </p:sp>
        <p:sp>
          <p:nvSpPr>
            <p:cNvPr id="1274" name="path"/>
            <p:cNvSpPr/>
            <p:nvPr/>
          </p:nvSpPr>
          <p:spPr>
            <a:xfrm>
              <a:off x="14779" y="8607"/>
              <a:ext cx="231648" cy="67818"/>
            </a:xfrm>
            <a:custGeom>
              <a:avLst/>
              <a:gdLst/>
              <a:ahLst/>
              <a:cxnLst/>
              <a:rect l="0" t="0" r="0" b="0"/>
              <a:pathLst>
                <a:path w="364" h="106">
                  <a:moveTo>
                    <a:pt x="0" y="87"/>
                  </a:moveTo>
                  <a:lnTo>
                    <a:pt x="0" y="90"/>
                  </a:lnTo>
                  <a:lnTo>
                    <a:pt x="1" y="94"/>
                  </a:lnTo>
                  <a:lnTo>
                    <a:pt x="3" y="102"/>
                  </a:lnTo>
                  <a:lnTo>
                    <a:pt x="10" y="106"/>
                  </a:lnTo>
                  <a:lnTo>
                    <a:pt x="16" y="104"/>
                  </a:lnTo>
                  <a:lnTo>
                    <a:pt x="15" y="94"/>
                  </a:lnTo>
                  <a:lnTo>
                    <a:pt x="14" y="80"/>
                  </a:lnTo>
                  <a:lnTo>
                    <a:pt x="20" y="63"/>
                  </a:lnTo>
                  <a:cubicBezTo>
                    <a:pt x="72" y="5"/>
                    <a:pt x="161" y="26"/>
                    <a:pt x="226" y="45"/>
                  </a:cubicBezTo>
                  <a:lnTo>
                    <a:pt x="253" y="52"/>
                  </a:lnTo>
                  <a:lnTo>
                    <a:pt x="276" y="58"/>
                  </a:lnTo>
                  <a:lnTo>
                    <a:pt x="296" y="64"/>
                  </a:lnTo>
                  <a:lnTo>
                    <a:pt x="312" y="72"/>
                  </a:lnTo>
                  <a:lnTo>
                    <a:pt x="325" y="78"/>
                  </a:lnTo>
                  <a:lnTo>
                    <a:pt x="332" y="85"/>
                  </a:lnTo>
                  <a:lnTo>
                    <a:pt x="338" y="90"/>
                  </a:lnTo>
                  <a:lnTo>
                    <a:pt x="345" y="94"/>
                  </a:lnTo>
                  <a:lnTo>
                    <a:pt x="351" y="96"/>
                  </a:lnTo>
                  <a:lnTo>
                    <a:pt x="358" y="94"/>
                  </a:lnTo>
                  <a:lnTo>
                    <a:pt x="362" y="92"/>
                  </a:lnTo>
                  <a:lnTo>
                    <a:pt x="364" y="87"/>
                  </a:lnTo>
                  <a:lnTo>
                    <a:pt x="364" y="81"/>
                  </a:lnTo>
                  <a:lnTo>
                    <a:pt x="360" y="72"/>
                  </a:lnTo>
                  <a:lnTo>
                    <a:pt x="357" y="66"/>
                  </a:lnTo>
                  <a:lnTo>
                    <a:pt x="351" y="60"/>
                  </a:lnTo>
                  <a:cubicBezTo>
                    <a:pt x="327" y="33"/>
                    <a:pt x="279" y="11"/>
                    <a:pt x="244" y="6"/>
                  </a:cubicBezTo>
                  <a:lnTo>
                    <a:pt x="229" y="2"/>
                  </a:lnTo>
                  <a:lnTo>
                    <a:pt x="213" y="0"/>
                  </a:lnTo>
                  <a:cubicBezTo>
                    <a:pt x="153" y="1"/>
                    <a:pt x="58" y="3"/>
                    <a:pt x="16" y="54"/>
                  </a:cubicBezTo>
                  <a:lnTo>
                    <a:pt x="7" y="67"/>
                  </a:lnTo>
                  <a:lnTo>
                    <a:pt x="2" y="78"/>
                  </a:lnTo>
                  <a:lnTo>
                    <a:pt x="0" y="85"/>
                  </a:lnTo>
                </a:path>
              </a:pathLst>
            </a:custGeom>
            <a:solidFill>
              <a:srgbClr val="440000">
                <a:alpha val="100000"/>
              </a:srgbClr>
            </a:solidFill>
            <a:ln cap="flat">
              <a:noFill/>
              <a:prstDash val="solid"/>
              <a:miter lim="0"/>
            </a:ln>
          </p:spPr>
          <p:txBody>
            <a:bodyPr rtlCol="0"/>
            <a:lstStyle/>
            <a:p>
              <a:pPr algn="ctr"/>
              <a:endParaRPr lang="zh-CN" altLang="en-US" sz="1635"/>
            </a:p>
          </p:txBody>
        </p:sp>
      </p:grpSp>
      <p:grpSp>
        <p:nvGrpSpPr>
          <p:cNvPr id="96" name="group 96"/>
          <p:cNvGrpSpPr/>
          <p:nvPr/>
        </p:nvGrpSpPr>
        <p:grpSpPr>
          <a:xfrm rot="21600000">
            <a:off x="2966058" y="4223396"/>
            <a:ext cx="252059" cy="261956"/>
            <a:chOff x="0" y="0"/>
            <a:chExt cx="277825" cy="288734"/>
          </a:xfrm>
        </p:grpSpPr>
        <p:sp>
          <p:nvSpPr>
            <p:cNvPr id="1276" name="path"/>
            <p:cNvSpPr/>
            <p:nvPr/>
          </p:nvSpPr>
          <p:spPr>
            <a:xfrm>
              <a:off x="0" y="0"/>
              <a:ext cx="268213" cy="288734"/>
            </a:xfrm>
            <a:custGeom>
              <a:avLst/>
              <a:gdLst/>
              <a:ahLst/>
              <a:cxnLst/>
              <a:rect l="0" t="0" r="0" b="0"/>
              <a:pathLst>
                <a:path w="422" h="454">
                  <a:moveTo>
                    <a:pt x="117" y="454"/>
                  </a:moveTo>
                  <a:lnTo>
                    <a:pt x="112" y="453"/>
                  </a:lnTo>
                  <a:lnTo>
                    <a:pt x="100" y="448"/>
                  </a:lnTo>
                  <a:lnTo>
                    <a:pt x="84" y="439"/>
                  </a:lnTo>
                  <a:cubicBezTo>
                    <a:pt x="-12" y="376"/>
                    <a:pt x="-1" y="299"/>
                    <a:pt x="15" y="196"/>
                  </a:cubicBezTo>
                  <a:lnTo>
                    <a:pt x="29" y="151"/>
                  </a:lnTo>
                  <a:lnTo>
                    <a:pt x="46" y="109"/>
                  </a:lnTo>
                  <a:cubicBezTo>
                    <a:pt x="93" y="14"/>
                    <a:pt x="159" y="0"/>
                    <a:pt x="256" y="4"/>
                  </a:cubicBezTo>
                  <a:lnTo>
                    <a:pt x="286" y="7"/>
                  </a:lnTo>
                  <a:lnTo>
                    <a:pt x="315" y="13"/>
                  </a:lnTo>
                  <a:lnTo>
                    <a:pt x="342" y="21"/>
                  </a:lnTo>
                  <a:cubicBezTo>
                    <a:pt x="554" y="92"/>
                    <a:pt x="273" y="405"/>
                    <a:pt x="162" y="447"/>
                  </a:cubicBezTo>
                  <a:lnTo>
                    <a:pt x="147" y="452"/>
                  </a:lnTo>
                  <a:lnTo>
                    <a:pt x="131" y="454"/>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278" name="path"/>
            <p:cNvSpPr/>
            <p:nvPr/>
          </p:nvSpPr>
          <p:spPr>
            <a:xfrm>
              <a:off x="5722" y="8064"/>
              <a:ext cx="250767" cy="274573"/>
            </a:xfrm>
            <a:custGeom>
              <a:avLst/>
              <a:gdLst/>
              <a:ahLst/>
              <a:cxnLst/>
              <a:rect l="0" t="0" r="0" b="0"/>
              <a:pathLst>
                <a:path w="394" h="432">
                  <a:moveTo>
                    <a:pt x="122" y="19"/>
                  </a:moveTo>
                  <a:lnTo>
                    <a:pt x="140" y="12"/>
                  </a:lnTo>
                  <a:lnTo>
                    <a:pt x="162" y="7"/>
                  </a:lnTo>
                  <a:lnTo>
                    <a:pt x="187" y="3"/>
                  </a:lnTo>
                  <a:cubicBezTo>
                    <a:pt x="243" y="0"/>
                    <a:pt x="346" y="12"/>
                    <a:pt x="378" y="66"/>
                  </a:cubicBezTo>
                  <a:lnTo>
                    <a:pt x="388" y="86"/>
                  </a:lnTo>
                  <a:lnTo>
                    <a:pt x="394" y="110"/>
                  </a:lnTo>
                  <a:cubicBezTo>
                    <a:pt x="394" y="188"/>
                    <a:pt x="335" y="258"/>
                    <a:pt x="289" y="317"/>
                  </a:cubicBezTo>
                  <a:lnTo>
                    <a:pt x="273" y="336"/>
                  </a:lnTo>
                  <a:lnTo>
                    <a:pt x="255" y="353"/>
                  </a:lnTo>
                  <a:lnTo>
                    <a:pt x="238" y="370"/>
                  </a:lnTo>
                  <a:lnTo>
                    <a:pt x="222" y="384"/>
                  </a:lnTo>
                  <a:lnTo>
                    <a:pt x="204" y="397"/>
                  </a:lnTo>
                  <a:lnTo>
                    <a:pt x="187" y="408"/>
                  </a:lnTo>
                  <a:lnTo>
                    <a:pt x="171" y="416"/>
                  </a:lnTo>
                  <a:lnTo>
                    <a:pt x="154" y="423"/>
                  </a:lnTo>
                  <a:lnTo>
                    <a:pt x="139" y="430"/>
                  </a:lnTo>
                  <a:lnTo>
                    <a:pt x="124" y="432"/>
                  </a:lnTo>
                  <a:lnTo>
                    <a:pt x="110" y="432"/>
                  </a:lnTo>
                  <a:lnTo>
                    <a:pt x="106" y="430"/>
                  </a:lnTo>
                  <a:lnTo>
                    <a:pt x="96" y="425"/>
                  </a:lnTo>
                  <a:lnTo>
                    <a:pt x="79" y="416"/>
                  </a:lnTo>
                  <a:cubicBezTo>
                    <a:pt x="-22" y="356"/>
                    <a:pt x="0" y="239"/>
                    <a:pt x="27" y="143"/>
                  </a:cubicBezTo>
                  <a:lnTo>
                    <a:pt x="45" y="103"/>
                  </a:lnTo>
                  <a:lnTo>
                    <a:pt x="67" y="67"/>
                  </a:lnTo>
                  <a:lnTo>
                    <a:pt x="92" y="38"/>
                  </a:lnTo>
                </a:path>
              </a:pathLst>
            </a:custGeom>
            <a:solidFill>
              <a:srgbClr val="F2E8E0">
                <a:alpha val="100000"/>
              </a:srgbClr>
            </a:solidFill>
            <a:ln cap="flat">
              <a:noFill/>
              <a:prstDash val="solid"/>
              <a:miter lim="0"/>
            </a:ln>
          </p:spPr>
          <p:txBody>
            <a:bodyPr rtlCol="0"/>
            <a:lstStyle/>
            <a:p>
              <a:pPr algn="ctr"/>
              <a:endParaRPr lang="zh-CN" altLang="en-US" sz="1635"/>
            </a:p>
          </p:txBody>
        </p:sp>
        <p:sp>
          <p:nvSpPr>
            <p:cNvPr id="1280" name="path"/>
            <p:cNvSpPr/>
            <p:nvPr/>
          </p:nvSpPr>
          <p:spPr>
            <a:xfrm>
              <a:off x="11564" y="17837"/>
              <a:ext cx="234951" cy="260674"/>
            </a:xfrm>
            <a:custGeom>
              <a:avLst/>
              <a:gdLst/>
              <a:ahLst/>
              <a:cxnLst/>
              <a:rect l="0" t="0" r="0" b="0"/>
              <a:pathLst>
                <a:path w="370" h="410">
                  <a:moveTo>
                    <a:pt x="116" y="15"/>
                  </a:moveTo>
                  <a:lnTo>
                    <a:pt x="133" y="9"/>
                  </a:lnTo>
                  <a:lnTo>
                    <a:pt x="154" y="4"/>
                  </a:lnTo>
                  <a:cubicBezTo>
                    <a:pt x="425" y="-10"/>
                    <a:pt x="410" y="146"/>
                    <a:pt x="258" y="313"/>
                  </a:cubicBezTo>
                  <a:lnTo>
                    <a:pt x="242" y="330"/>
                  </a:lnTo>
                  <a:lnTo>
                    <a:pt x="226" y="346"/>
                  </a:lnTo>
                  <a:lnTo>
                    <a:pt x="210" y="359"/>
                  </a:lnTo>
                  <a:cubicBezTo>
                    <a:pt x="187" y="378"/>
                    <a:pt x="131" y="417"/>
                    <a:pt x="100" y="403"/>
                  </a:cubicBezTo>
                  <a:lnTo>
                    <a:pt x="76" y="391"/>
                  </a:lnTo>
                  <a:cubicBezTo>
                    <a:pt x="-19" y="338"/>
                    <a:pt x="-1" y="220"/>
                    <a:pt x="26" y="132"/>
                  </a:cubicBezTo>
                  <a:lnTo>
                    <a:pt x="42" y="94"/>
                  </a:lnTo>
                  <a:lnTo>
                    <a:pt x="62" y="60"/>
                  </a:lnTo>
                  <a:lnTo>
                    <a:pt x="88" y="34"/>
                  </a:lnTo>
                </a:path>
              </a:pathLst>
            </a:custGeom>
            <a:solidFill>
              <a:srgbClr val="E5D1C6">
                <a:alpha val="100000"/>
              </a:srgbClr>
            </a:solidFill>
            <a:ln cap="flat">
              <a:noFill/>
              <a:prstDash val="solid"/>
              <a:miter lim="0"/>
            </a:ln>
          </p:spPr>
          <p:txBody>
            <a:bodyPr rtlCol="0"/>
            <a:lstStyle/>
            <a:p>
              <a:pPr algn="ctr"/>
              <a:endParaRPr lang="zh-CN" altLang="en-US" sz="1635"/>
            </a:p>
          </p:txBody>
        </p:sp>
        <p:sp>
          <p:nvSpPr>
            <p:cNvPr id="1282" name="path"/>
            <p:cNvSpPr/>
            <p:nvPr/>
          </p:nvSpPr>
          <p:spPr>
            <a:xfrm>
              <a:off x="17335" y="25457"/>
              <a:ext cx="218713" cy="246265"/>
            </a:xfrm>
            <a:custGeom>
              <a:avLst/>
              <a:gdLst/>
              <a:ahLst/>
              <a:cxnLst/>
              <a:rect l="0" t="0" r="0" b="0"/>
              <a:pathLst>
                <a:path w="344" h="387">
                  <a:moveTo>
                    <a:pt x="111" y="13"/>
                  </a:moveTo>
                  <a:lnTo>
                    <a:pt x="127" y="9"/>
                  </a:lnTo>
                  <a:lnTo>
                    <a:pt x="145" y="4"/>
                  </a:lnTo>
                  <a:cubicBezTo>
                    <a:pt x="390" y="-4"/>
                    <a:pt x="382" y="139"/>
                    <a:pt x="245" y="295"/>
                  </a:cubicBezTo>
                  <a:lnTo>
                    <a:pt x="230" y="311"/>
                  </a:lnTo>
                  <a:lnTo>
                    <a:pt x="199" y="340"/>
                  </a:lnTo>
                  <a:cubicBezTo>
                    <a:pt x="177" y="358"/>
                    <a:pt x="127" y="390"/>
                    <a:pt x="97" y="382"/>
                  </a:cubicBezTo>
                  <a:lnTo>
                    <a:pt x="86" y="377"/>
                  </a:lnTo>
                  <a:lnTo>
                    <a:pt x="71" y="370"/>
                  </a:lnTo>
                  <a:cubicBezTo>
                    <a:pt x="-20" y="315"/>
                    <a:pt x="0" y="212"/>
                    <a:pt x="26" y="125"/>
                  </a:cubicBezTo>
                  <a:lnTo>
                    <a:pt x="40" y="88"/>
                  </a:lnTo>
                  <a:lnTo>
                    <a:pt x="59" y="57"/>
                  </a:lnTo>
                  <a:lnTo>
                    <a:pt x="83" y="31"/>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1284" name="path"/>
            <p:cNvSpPr/>
            <p:nvPr/>
          </p:nvSpPr>
          <p:spPr>
            <a:xfrm>
              <a:off x="25507" y="33312"/>
              <a:ext cx="202489" cy="231655"/>
            </a:xfrm>
            <a:custGeom>
              <a:avLst/>
              <a:gdLst/>
              <a:ahLst/>
              <a:cxnLst/>
              <a:rect l="0" t="0" r="0" b="0"/>
              <a:pathLst>
                <a:path w="318" h="364">
                  <a:moveTo>
                    <a:pt x="103" y="12"/>
                  </a:moveTo>
                  <a:lnTo>
                    <a:pt x="118" y="7"/>
                  </a:lnTo>
                  <a:lnTo>
                    <a:pt x="135" y="3"/>
                  </a:lnTo>
                  <a:cubicBezTo>
                    <a:pt x="351" y="0"/>
                    <a:pt x="358" y="134"/>
                    <a:pt x="230" y="275"/>
                  </a:cubicBezTo>
                  <a:lnTo>
                    <a:pt x="216" y="290"/>
                  </a:lnTo>
                  <a:lnTo>
                    <a:pt x="201" y="305"/>
                  </a:lnTo>
                  <a:lnTo>
                    <a:pt x="187" y="318"/>
                  </a:lnTo>
                  <a:cubicBezTo>
                    <a:pt x="171" y="334"/>
                    <a:pt x="113" y="368"/>
                    <a:pt x="90" y="359"/>
                  </a:cubicBezTo>
                  <a:lnTo>
                    <a:pt x="80" y="355"/>
                  </a:lnTo>
                  <a:lnTo>
                    <a:pt x="67" y="347"/>
                  </a:lnTo>
                  <a:cubicBezTo>
                    <a:pt x="-16" y="301"/>
                    <a:pt x="-1" y="192"/>
                    <a:pt x="24" y="116"/>
                  </a:cubicBezTo>
                  <a:lnTo>
                    <a:pt x="37" y="84"/>
                  </a:lnTo>
                  <a:lnTo>
                    <a:pt x="56" y="53"/>
                  </a:lnTo>
                  <a:lnTo>
                    <a:pt x="78" y="29"/>
                  </a:lnTo>
                </a:path>
              </a:pathLst>
            </a:custGeom>
            <a:solidFill>
              <a:srgbClr val="CCA38C">
                <a:alpha val="100000"/>
              </a:srgbClr>
            </a:solidFill>
            <a:ln cap="flat">
              <a:noFill/>
              <a:prstDash val="solid"/>
              <a:miter lim="0"/>
            </a:ln>
          </p:spPr>
          <p:txBody>
            <a:bodyPr rtlCol="0"/>
            <a:lstStyle/>
            <a:p>
              <a:pPr algn="ctr"/>
              <a:endParaRPr lang="zh-CN" altLang="en-US" sz="1635"/>
            </a:p>
          </p:txBody>
        </p:sp>
        <p:sp>
          <p:nvSpPr>
            <p:cNvPr id="1286" name="path"/>
            <p:cNvSpPr/>
            <p:nvPr/>
          </p:nvSpPr>
          <p:spPr>
            <a:xfrm>
              <a:off x="31645" y="42608"/>
              <a:ext cx="186941" cy="215275"/>
            </a:xfrm>
            <a:custGeom>
              <a:avLst/>
              <a:gdLst/>
              <a:ahLst/>
              <a:cxnLst/>
              <a:rect l="0" t="0" r="0" b="0"/>
              <a:pathLst>
                <a:path w="294" h="339">
                  <a:moveTo>
                    <a:pt x="97" y="9"/>
                  </a:moveTo>
                  <a:lnTo>
                    <a:pt x="110" y="4"/>
                  </a:lnTo>
                  <a:lnTo>
                    <a:pt x="127" y="2"/>
                  </a:lnTo>
                  <a:lnTo>
                    <a:pt x="144" y="0"/>
                  </a:lnTo>
                  <a:cubicBezTo>
                    <a:pt x="190" y="0"/>
                    <a:pt x="246" y="17"/>
                    <a:pt x="274" y="56"/>
                  </a:cubicBezTo>
                  <a:lnTo>
                    <a:pt x="284" y="71"/>
                  </a:lnTo>
                  <a:lnTo>
                    <a:pt x="289" y="88"/>
                  </a:lnTo>
                  <a:cubicBezTo>
                    <a:pt x="296" y="145"/>
                    <a:pt x="260" y="195"/>
                    <a:pt x="229" y="238"/>
                  </a:cubicBezTo>
                  <a:lnTo>
                    <a:pt x="216" y="254"/>
                  </a:lnTo>
                  <a:lnTo>
                    <a:pt x="189" y="283"/>
                  </a:lnTo>
                  <a:lnTo>
                    <a:pt x="175" y="295"/>
                  </a:lnTo>
                  <a:cubicBezTo>
                    <a:pt x="156" y="313"/>
                    <a:pt x="111" y="340"/>
                    <a:pt x="84" y="333"/>
                  </a:cubicBezTo>
                  <a:lnTo>
                    <a:pt x="75" y="330"/>
                  </a:lnTo>
                  <a:lnTo>
                    <a:pt x="63" y="322"/>
                  </a:lnTo>
                  <a:cubicBezTo>
                    <a:pt x="-17" y="280"/>
                    <a:pt x="0" y="179"/>
                    <a:pt x="22" y="106"/>
                  </a:cubicBezTo>
                  <a:lnTo>
                    <a:pt x="37" y="75"/>
                  </a:lnTo>
                  <a:lnTo>
                    <a:pt x="52" y="46"/>
                  </a:lnTo>
                  <a:lnTo>
                    <a:pt x="73" y="23"/>
                  </a:lnTo>
                </a:path>
              </a:pathLst>
            </a:custGeom>
            <a:solidFill>
              <a:srgbClr val="BC8C6D">
                <a:alpha val="100000"/>
              </a:srgbClr>
            </a:solidFill>
            <a:ln cap="flat">
              <a:noFill/>
              <a:prstDash val="solid"/>
              <a:miter lim="0"/>
            </a:ln>
          </p:spPr>
          <p:txBody>
            <a:bodyPr rtlCol="0"/>
            <a:lstStyle/>
            <a:p>
              <a:pPr algn="ctr"/>
              <a:endParaRPr lang="zh-CN" altLang="en-US" sz="1635"/>
            </a:p>
          </p:txBody>
        </p:sp>
        <p:sp>
          <p:nvSpPr>
            <p:cNvPr id="1288" name="path"/>
            <p:cNvSpPr/>
            <p:nvPr/>
          </p:nvSpPr>
          <p:spPr>
            <a:xfrm>
              <a:off x="36596" y="48478"/>
              <a:ext cx="170314" cy="200632"/>
            </a:xfrm>
            <a:custGeom>
              <a:avLst/>
              <a:gdLst/>
              <a:ahLst/>
              <a:cxnLst/>
              <a:rect l="0" t="0" r="0" b="0"/>
              <a:pathLst>
                <a:path w="268" h="315">
                  <a:moveTo>
                    <a:pt x="81" y="315"/>
                  </a:moveTo>
                  <a:lnTo>
                    <a:pt x="78" y="314"/>
                  </a:lnTo>
                  <a:lnTo>
                    <a:pt x="71" y="311"/>
                  </a:lnTo>
                  <a:lnTo>
                    <a:pt x="59" y="303"/>
                  </a:lnTo>
                  <a:cubicBezTo>
                    <a:pt x="-6" y="266"/>
                    <a:pt x="-1" y="200"/>
                    <a:pt x="12" y="134"/>
                  </a:cubicBezTo>
                  <a:lnTo>
                    <a:pt x="21" y="102"/>
                  </a:lnTo>
                  <a:lnTo>
                    <a:pt x="34" y="72"/>
                  </a:lnTo>
                  <a:cubicBezTo>
                    <a:pt x="66" y="12"/>
                    <a:pt x="101" y="-3"/>
                    <a:pt x="165" y="7"/>
                  </a:cubicBezTo>
                  <a:lnTo>
                    <a:pt x="181" y="12"/>
                  </a:lnTo>
                  <a:lnTo>
                    <a:pt x="197" y="18"/>
                  </a:lnTo>
                  <a:lnTo>
                    <a:pt x="213" y="26"/>
                  </a:lnTo>
                  <a:cubicBezTo>
                    <a:pt x="342" y="93"/>
                    <a:pt x="193" y="278"/>
                    <a:pt x="114" y="308"/>
                  </a:cubicBezTo>
                  <a:lnTo>
                    <a:pt x="102" y="313"/>
                  </a:lnTo>
                  <a:lnTo>
                    <a:pt x="91" y="315"/>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1290" name="path"/>
            <p:cNvSpPr/>
            <p:nvPr/>
          </p:nvSpPr>
          <p:spPr>
            <a:xfrm>
              <a:off x="24079" y="31940"/>
              <a:ext cx="253745" cy="223213"/>
            </a:xfrm>
            <a:custGeom>
              <a:avLst/>
              <a:gdLst/>
              <a:ahLst/>
              <a:cxnLst/>
              <a:rect l="0" t="0" r="0" b="0"/>
              <a:pathLst>
                <a:path w="399" h="351">
                  <a:moveTo>
                    <a:pt x="335" y="120"/>
                  </a:moveTo>
                  <a:lnTo>
                    <a:pt x="334" y="121"/>
                  </a:lnTo>
                  <a:lnTo>
                    <a:pt x="337" y="123"/>
                  </a:lnTo>
                  <a:lnTo>
                    <a:pt x="338" y="123"/>
                  </a:lnTo>
                  <a:lnTo>
                    <a:pt x="359" y="105"/>
                  </a:lnTo>
                  <a:lnTo>
                    <a:pt x="375" y="86"/>
                  </a:lnTo>
                  <a:lnTo>
                    <a:pt x="383" y="66"/>
                  </a:lnTo>
                  <a:lnTo>
                    <a:pt x="387" y="45"/>
                  </a:lnTo>
                  <a:lnTo>
                    <a:pt x="387" y="27"/>
                  </a:lnTo>
                  <a:lnTo>
                    <a:pt x="386" y="13"/>
                  </a:lnTo>
                  <a:lnTo>
                    <a:pt x="383" y="3"/>
                  </a:lnTo>
                  <a:lnTo>
                    <a:pt x="382" y="0"/>
                  </a:lnTo>
                  <a:lnTo>
                    <a:pt x="382" y="3"/>
                  </a:lnTo>
                  <a:cubicBezTo>
                    <a:pt x="383" y="39"/>
                    <a:pt x="382" y="56"/>
                    <a:pt x="365" y="90"/>
                  </a:cubicBezTo>
                  <a:lnTo>
                    <a:pt x="353" y="106"/>
                  </a:lnTo>
                </a:path>
                <a:path w="399" h="351">
                  <a:moveTo>
                    <a:pt x="119" y="109"/>
                  </a:moveTo>
                  <a:lnTo>
                    <a:pt x="109" y="107"/>
                  </a:lnTo>
                  <a:lnTo>
                    <a:pt x="106" y="109"/>
                  </a:lnTo>
                  <a:lnTo>
                    <a:pt x="109" y="113"/>
                  </a:lnTo>
                  <a:cubicBezTo>
                    <a:pt x="145" y="135"/>
                    <a:pt x="187" y="136"/>
                    <a:pt x="224" y="118"/>
                  </a:cubicBezTo>
                  <a:lnTo>
                    <a:pt x="225" y="116"/>
                  </a:lnTo>
                  <a:lnTo>
                    <a:pt x="223" y="116"/>
                  </a:lnTo>
                  <a:cubicBezTo>
                    <a:pt x="200" y="115"/>
                    <a:pt x="172" y="118"/>
                    <a:pt x="151" y="113"/>
                  </a:cubicBezTo>
                  <a:lnTo>
                    <a:pt x="133" y="112"/>
                  </a:lnTo>
                </a:path>
                <a:path w="399" h="351">
                  <a:moveTo>
                    <a:pt x="335" y="195"/>
                  </a:moveTo>
                  <a:lnTo>
                    <a:pt x="331" y="201"/>
                  </a:lnTo>
                  <a:cubicBezTo>
                    <a:pt x="291" y="247"/>
                    <a:pt x="231" y="265"/>
                    <a:pt x="218" y="332"/>
                  </a:cubicBezTo>
                  <a:lnTo>
                    <a:pt x="217" y="337"/>
                  </a:lnTo>
                  <a:lnTo>
                    <a:pt x="221" y="330"/>
                  </a:lnTo>
                  <a:cubicBezTo>
                    <a:pt x="257" y="246"/>
                    <a:pt x="375" y="233"/>
                    <a:pt x="346" y="132"/>
                  </a:cubicBezTo>
                  <a:lnTo>
                    <a:pt x="345" y="126"/>
                  </a:lnTo>
                  <a:lnTo>
                    <a:pt x="346" y="133"/>
                  </a:lnTo>
                  <a:lnTo>
                    <a:pt x="346" y="151"/>
                  </a:lnTo>
                  <a:lnTo>
                    <a:pt x="344" y="175"/>
                  </a:lnTo>
                </a:path>
                <a:path w="399" h="351">
                  <a:moveTo>
                    <a:pt x="327" y="128"/>
                  </a:moveTo>
                  <a:lnTo>
                    <a:pt x="320" y="127"/>
                  </a:lnTo>
                  <a:lnTo>
                    <a:pt x="314" y="125"/>
                  </a:lnTo>
                  <a:lnTo>
                    <a:pt x="299" y="128"/>
                  </a:lnTo>
                  <a:lnTo>
                    <a:pt x="298" y="128"/>
                  </a:lnTo>
                  <a:lnTo>
                    <a:pt x="297" y="129"/>
                  </a:lnTo>
                  <a:lnTo>
                    <a:pt x="297" y="131"/>
                  </a:lnTo>
                  <a:lnTo>
                    <a:pt x="299" y="134"/>
                  </a:lnTo>
                  <a:lnTo>
                    <a:pt x="302" y="135"/>
                  </a:lnTo>
                  <a:lnTo>
                    <a:pt x="305" y="137"/>
                  </a:lnTo>
                  <a:cubicBezTo>
                    <a:pt x="322" y="140"/>
                    <a:pt x="335" y="137"/>
                    <a:pt x="349" y="127"/>
                  </a:cubicBezTo>
                  <a:lnTo>
                    <a:pt x="355" y="123"/>
                  </a:lnTo>
                  <a:lnTo>
                    <a:pt x="358" y="121"/>
                  </a:lnTo>
                  <a:lnTo>
                    <a:pt x="347" y="124"/>
                  </a:lnTo>
                  <a:lnTo>
                    <a:pt x="337" y="127"/>
                  </a:lnTo>
                </a:path>
                <a:path w="399" h="351">
                  <a:moveTo>
                    <a:pt x="202" y="259"/>
                  </a:moveTo>
                  <a:lnTo>
                    <a:pt x="194" y="257"/>
                  </a:lnTo>
                  <a:cubicBezTo>
                    <a:pt x="178" y="265"/>
                    <a:pt x="164" y="262"/>
                    <a:pt x="148" y="260"/>
                  </a:cubicBezTo>
                  <a:lnTo>
                    <a:pt x="147" y="260"/>
                  </a:lnTo>
                  <a:lnTo>
                    <a:pt x="147" y="262"/>
                  </a:lnTo>
                  <a:lnTo>
                    <a:pt x="161" y="267"/>
                  </a:lnTo>
                  <a:cubicBezTo>
                    <a:pt x="179" y="268"/>
                    <a:pt x="175" y="269"/>
                    <a:pt x="193" y="267"/>
                  </a:cubicBezTo>
                  <a:lnTo>
                    <a:pt x="197" y="265"/>
                  </a:lnTo>
                  <a:lnTo>
                    <a:pt x="213" y="265"/>
                  </a:lnTo>
                  <a:lnTo>
                    <a:pt x="219" y="267"/>
                  </a:lnTo>
                  <a:lnTo>
                    <a:pt x="227" y="267"/>
                  </a:lnTo>
                  <a:lnTo>
                    <a:pt x="242" y="260"/>
                  </a:lnTo>
                  <a:lnTo>
                    <a:pt x="244" y="257"/>
                  </a:lnTo>
                  <a:lnTo>
                    <a:pt x="243" y="257"/>
                  </a:lnTo>
                  <a:lnTo>
                    <a:pt x="241" y="260"/>
                  </a:lnTo>
                  <a:lnTo>
                    <a:pt x="237" y="260"/>
                  </a:lnTo>
                  <a:lnTo>
                    <a:pt x="233" y="261"/>
                  </a:lnTo>
                  <a:lnTo>
                    <a:pt x="226" y="262"/>
                  </a:lnTo>
                  <a:lnTo>
                    <a:pt x="219" y="262"/>
                  </a:lnTo>
                  <a:lnTo>
                    <a:pt x="212" y="261"/>
                  </a:lnTo>
                </a:path>
                <a:path w="399" h="351">
                  <a:moveTo>
                    <a:pt x="207" y="289"/>
                  </a:moveTo>
                  <a:lnTo>
                    <a:pt x="202" y="287"/>
                  </a:lnTo>
                  <a:lnTo>
                    <a:pt x="196" y="287"/>
                  </a:lnTo>
                  <a:lnTo>
                    <a:pt x="191" y="286"/>
                  </a:lnTo>
                  <a:lnTo>
                    <a:pt x="185" y="285"/>
                  </a:lnTo>
                  <a:lnTo>
                    <a:pt x="184" y="285"/>
                  </a:lnTo>
                  <a:lnTo>
                    <a:pt x="183" y="287"/>
                  </a:lnTo>
                  <a:lnTo>
                    <a:pt x="184" y="289"/>
                  </a:lnTo>
                  <a:cubicBezTo>
                    <a:pt x="194" y="292"/>
                    <a:pt x="221" y="301"/>
                    <a:pt x="227" y="287"/>
                  </a:cubicBezTo>
                  <a:lnTo>
                    <a:pt x="229" y="285"/>
                  </a:lnTo>
                  <a:lnTo>
                    <a:pt x="226" y="285"/>
                  </a:lnTo>
                  <a:lnTo>
                    <a:pt x="221" y="286"/>
                  </a:lnTo>
                  <a:lnTo>
                    <a:pt x="214" y="287"/>
                  </a:lnTo>
                </a:path>
                <a:path w="399" h="351">
                  <a:moveTo>
                    <a:pt x="341" y="76"/>
                  </a:moveTo>
                  <a:lnTo>
                    <a:pt x="334" y="80"/>
                  </a:lnTo>
                  <a:cubicBezTo>
                    <a:pt x="266" y="114"/>
                    <a:pt x="305" y="182"/>
                    <a:pt x="266" y="237"/>
                  </a:cubicBezTo>
                  <a:lnTo>
                    <a:pt x="266" y="240"/>
                  </a:lnTo>
                  <a:lnTo>
                    <a:pt x="271" y="240"/>
                  </a:lnTo>
                  <a:cubicBezTo>
                    <a:pt x="287" y="217"/>
                    <a:pt x="306" y="168"/>
                    <a:pt x="299" y="140"/>
                  </a:cubicBezTo>
                  <a:lnTo>
                    <a:pt x="299" y="135"/>
                  </a:lnTo>
                  <a:lnTo>
                    <a:pt x="302" y="124"/>
                  </a:lnTo>
                  <a:cubicBezTo>
                    <a:pt x="315" y="84"/>
                    <a:pt x="353" y="82"/>
                    <a:pt x="389" y="76"/>
                  </a:cubicBezTo>
                  <a:lnTo>
                    <a:pt x="395" y="75"/>
                  </a:lnTo>
                  <a:lnTo>
                    <a:pt x="399" y="75"/>
                  </a:lnTo>
                  <a:lnTo>
                    <a:pt x="397" y="75"/>
                  </a:lnTo>
                  <a:cubicBezTo>
                    <a:pt x="383" y="76"/>
                    <a:pt x="374" y="73"/>
                    <a:pt x="358" y="74"/>
                  </a:cubicBezTo>
                  <a:lnTo>
                    <a:pt x="349" y="75"/>
                  </a:lnTo>
                </a:path>
                <a:path w="399" h="351">
                  <a:moveTo>
                    <a:pt x="219" y="79"/>
                  </a:moveTo>
                  <a:lnTo>
                    <a:pt x="209" y="74"/>
                  </a:lnTo>
                  <a:cubicBezTo>
                    <a:pt x="199" y="71"/>
                    <a:pt x="187" y="68"/>
                    <a:pt x="176" y="68"/>
                  </a:cubicBezTo>
                  <a:lnTo>
                    <a:pt x="163" y="65"/>
                  </a:lnTo>
                  <a:lnTo>
                    <a:pt x="152" y="64"/>
                  </a:lnTo>
                  <a:cubicBezTo>
                    <a:pt x="121" y="64"/>
                    <a:pt x="111" y="65"/>
                    <a:pt x="81" y="73"/>
                  </a:cubicBezTo>
                  <a:lnTo>
                    <a:pt x="79" y="77"/>
                  </a:lnTo>
                  <a:lnTo>
                    <a:pt x="80" y="79"/>
                  </a:lnTo>
                  <a:lnTo>
                    <a:pt x="82" y="80"/>
                  </a:lnTo>
                  <a:cubicBezTo>
                    <a:pt x="112" y="76"/>
                    <a:pt x="141" y="79"/>
                    <a:pt x="170" y="82"/>
                  </a:cubicBezTo>
                  <a:lnTo>
                    <a:pt x="184" y="85"/>
                  </a:lnTo>
                  <a:lnTo>
                    <a:pt x="199" y="88"/>
                  </a:lnTo>
                  <a:cubicBezTo>
                    <a:pt x="234" y="95"/>
                    <a:pt x="243" y="95"/>
                    <a:pt x="275" y="87"/>
                  </a:cubicBezTo>
                  <a:lnTo>
                    <a:pt x="279" y="86"/>
                  </a:lnTo>
                  <a:lnTo>
                    <a:pt x="280" y="85"/>
                  </a:lnTo>
                  <a:lnTo>
                    <a:pt x="278" y="85"/>
                  </a:lnTo>
                  <a:cubicBezTo>
                    <a:pt x="270" y="88"/>
                    <a:pt x="248" y="87"/>
                    <a:pt x="239" y="86"/>
                  </a:cubicBezTo>
                  <a:lnTo>
                    <a:pt x="229" y="83"/>
                  </a:lnTo>
                </a:path>
                <a:path w="399" h="351">
                  <a:moveTo>
                    <a:pt x="8" y="226"/>
                  </a:moveTo>
                  <a:lnTo>
                    <a:pt x="13" y="241"/>
                  </a:lnTo>
                  <a:cubicBezTo>
                    <a:pt x="30" y="294"/>
                    <a:pt x="136" y="355"/>
                    <a:pt x="191" y="346"/>
                  </a:cubicBezTo>
                  <a:lnTo>
                    <a:pt x="194" y="346"/>
                  </a:lnTo>
                  <a:lnTo>
                    <a:pt x="195" y="344"/>
                  </a:lnTo>
                  <a:lnTo>
                    <a:pt x="195" y="343"/>
                  </a:lnTo>
                  <a:lnTo>
                    <a:pt x="194" y="341"/>
                  </a:lnTo>
                  <a:lnTo>
                    <a:pt x="173" y="337"/>
                  </a:lnTo>
                  <a:lnTo>
                    <a:pt x="135" y="325"/>
                  </a:lnTo>
                  <a:lnTo>
                    <a:pt x="118" y="315"/>
                  </a:lnTo>
                  <a:lnTo>
                    <a:pt x="100" y="307"/>
                  </a:lnTo>
                  <a:lnTo>
                    <a:pt x="83" y="297"/>
                  </a:lnTo>
                  <a:lnTo>
                    <a:pt x="68" y="286"/>
                  </a:lnTo>
                  <a:lnTo>
                    <a:pt x="52" y="274"/>
                  </a:lnTo>
                  <a:lnTo>
                    <a:pt x="45" y="270"/>
                  </a:lnTo>
                  <a:cubicBezTo>
                    <a:pt x="17" y="239"/>
                    <a:pt x="6" y="218"/>
                    <a:pt x="4" y="175"/>
                  </a:cubicBezTo>
                  <a:lnTo>
                    <a:pt x="2" y="157"/>
                  </a:lnTo>
                  <a:lnTo>
                    <a:pt x="2" y="148"/>
                  </a:lnTo>
                  <a:lnTo>
                    <a:pt x="1" y="156"/>
                  </a:lnTo>
                  <a:lnTo>
                    <a:pt x="0" y="173"/>
                  </a:lnTo>
                  <a:lnTo>
                    <a:pt x="1" y="199"/>
                  </a:lnTo>
                </a:path>
              </a:pathLst>
            </a:custGeom>
            <a:solidFill>
              <a:srgbClr val="140000">
                <a:alpha val="100000"/>
              </a:srgbClr>
            </a:solidFill>
            <a:ln cap="flat">
              <a:noFill/>
              <a:prstDash val="solid"/>
              <a:miter lim="0"/>
            </a:ln>
          </p:spPr>
          <p:txBody>
            <a:bodyPr rtlCol="0"/>
            <a:lstStyle/>
            <a:p>
              <a:pPr algn="ctr"/>
              <a:endParaRPr lang="zh-CN" altLang="en-US" sz="1635"/>
            </a:p>
          </p:txBody>
        </p:sp>
      </p:grpSp>
      <p:sp>
        <p:nvSpPr>
          <p:cNvPr id="1292" name="path"/>
          <p:cNvSpPr/>
          <p:nvPr/>
        </p:nvSpPr>
        <p:spPr>
          <a:xfrm>
            <a:off x="2893883" y="4380961"/>
            <a:ext cx="169576" cy="205325"/>
          </a:xfrm>
          <a:custGeom>
            <a:avLst/>
            <a:gdLst/>
            <a:ahLst/>
            <a:cxnLst/>
            <a:rect l="0" t="0" r="0" b="0"/>
            <a:pathLst>
              <a:path w="294" h="356">
                <a:moveTo>
                  <a:pt x="133" y="111"/>
                </a:moveTo>
                <a:lnTo>
                  <a:pt x="140" y="118"/>
                </a:lnTo>
                <a:lnTo>
                  <a:pt x="154" y="130"/>
                </a:lnTo>
                <a:cubicBezTo>
                  <a:pt x="175" y="146"/>
                  <a:pt x="192" y="156"/>
                  <a:pt x="216" y="166"/>
                </a:cubicBezTo>
                <a:lnTo>
                  <a:pt x="225" y="169"/>
                </a:lnTo>
                <a:lnTo>
                  <a:pt x="235" y="172"/>
                </a:lnTo>
                <a:lnTo>
                  <a:pt x="244" y="175"/>
                </a:lnTo>
                <a:lnTo>
                  <a:pt x="255" y="177"/>
                </a:lnTo>
                <a:lnTo>
                  <a:pt x="274" y="182"/>
                </a:lnTo>
                <a:lnTo>
                  <a:pt x="277" y="182"/>
                </a:lnTo>
                <a:lnTo>
                  <a:pt x="278" y="181"/>
                </a:lnTo>
                <a:lnTo>
                  <a:pt x="278" y="180"/>
                </a:lnTo>
                <a:lnTo>
                  <a:pt x="277" y="178"/>
                </a:lnTo>
                <a:lnTo>
                  <a:pt x="262" y="173"/>
                </a:lnTo>
                <a:lnTo>
                  <a:pt x="254" y="171"/>
                </a:lnTo>
                <a:cubicBezTo>
                  <a:pt x="168" y="147"/>
                  <a:pt x="121" y="97"/>
                  <a:pt x="85" y="14"/>
                </a:cubicBezTo>
                <a:lnTo>
                  <a:pt x="78" y="0"/>
                </a:lnTo>
                <a:lnTo>
                  <a:pt x="79" y="3"/>
                </a:lnTo>
                <a:cubicBezTo>
                  <a:pt x="88" y="27"/>
                  <a:pt x="98" y="60"/>
                  <a:pt x="111" y="81"/>
                </a:cubicBezTo>
                <a:lnTo>
                  <a:pt x="121" y="98"/>
                </a:lnTo>
              </a:path>
              <a:path w="294" h="356">
                <a:moveTo>
                  <a:pt x="271" y="297"/>
                </a:moveTo>
                <a:lnTo>
                  <a:pt x="270" y="300"/>
                </a:lnTo>
                <a:lnTo>
                  <a:pt x="274" y="300"/>
                </a:lnTo>
                <a:lnTo>
                  <a:pt x="284" y="283"/>
                </a:lnTo>
                <a:cubicBezTo>
                  <a:pt x="296" y="254"/>
                  <a:pt x="287" y="207"/>
                  <a:pt x="277" y="178"/>
                </a:cubicBezTo>
                <a:lnTo>
                  <a:pt x="276" y="174"/>
                </a:lnTo>
                <a:lnTo>
                  <a:pt x="279" y="188"/>
                </a:lnTo>
                <a:lnTo>
                  <a:pt x="284" y="222"/>
                </a:lnTo>
                <a:lnTo>
                  <a:pt x="283" y="262"/>
                </a:lnTo>
              </a:path>
              <a:path w="294" h="356">
                <a:moveTo>
                  <a:pt x="0" y="126"/>
                </a:moveTo>
                <a:lnTo>
                  <a:pt x="2" y="146"/>
                </a:lnTo>
                <a:lnTo>
                  <a:pt x="3" y="169"/>
                </a:lnTo>
                <a:lnTo>
                  <a:pt x="6" y="190"/>
                </a:lnTo>
                <a:lnTo>
                  <a:pt x="9" y="211"/>
                </a:lnTo>
                <a:lnTo>
                  <a:pt x="15" y="231"/>
                </a:lnTo>
                <a:lnTo>
                  <a:pt x="22" y="252"/>
                </a:lnTo>
                <a:lnTo>
                  <a:pt x="32" y="271"/>
                </a:lnTo>
                <a:lnTo>
                  <a:pt x="44" y="289"/>
                </a:lnTo>
                <a:lnTo>
                  <a:pt x="57" y="307"/>
                </a:lnTo>
                <a:lnTo>
                  <a:pt x="72" y="323"/>
                </a:lnTo>
                <a:lnTo>
                  <a:pt x="88" y="340"/>
                </a:lnTo>
                <a:lnTo>
                  <a:pt x="107" y="355"/>
                </a:lnTo>
                <a:lnTo>
                  <a:pt x="111" y="356"/>
                </a:lnTo>
                <a:lnTo>
                  <a:pt x="115" y="355"/>
                </a:lnTo>
                <a:lnTo>
                  <a:pt x="117" y="351"/>
                </a:lnTo>
                <a:lnTo>
                  <a:pt x="117" y="348"/>
                </a:lnTo>
                <a:lnTo>
                  <a:pt x="103" y="332"/>
                </a:lnTo>
                <a:cubicBezTo>
                  <a:pt x="35" y="257"/>
                  <a:pt x="9" y="178"/>
                  <a:pt x="6" y="79"/>
                </a:cubicBezTo>
                <a:lnTo>
                  <a:pt x="4" y="56"/>
                </a:lnTo>
                <a:lnTo>
                  <a:pt x="4" y="46"/>
                </a:lnTo>
                <a:lnTo>
                  <a:pt x="3" y="56"/>
                </a:lnTo>
                <a:lnTo>
                  <a:pt x="1" y="76"/>
                </a:lnTo>
                <a:lnTo>
                  <a:pt x="0" y="10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94" name="path"/>
          <p:cNvSpPr/>
          <p:nvPr/>
        </p:nvSpPr>
        <p:spPr>
          <a:xfrm>
            <a:off x="2941584" y="4575214"/>
            <a:ext cx="122365" cy="62231"/>
          </a:xfrm>
          <a:custGeom>
            <a:avLst/>
            <a:gdLst/>
            <a:ahLst/>
            <a:cxnLst/>
            <a:rect l="0" t="0" r="0" b="0"/>
            <a:pathLst>
              <a:path w="212" h="108">
                <a:moveTo>
                  <a:pt x="99" y="7"/>
                </a:moveTo>
                <a:lnTo>
                  <a:pt x="113" y="7"/>
                </a:lnTo>
                <a:cubicBezTo>
                  <a:pt x="145" y="9"/>
                  <a:pt x="178" y="8"/>
                  <a:pt x="210" y="13"/>
                </a:cubicBezTo>
                <a:lnTo>
                  <a:pt x="211" y="13"/>
                </a:lnTo>
                <a:lnTo>
                  <a:pt x="212" y="10"/>
                </a:lnTo>
                <a:lnTo>
                  <a:pt x="211" y="9"/>
                </a:lnTo>
                <a:cubicBezTo>
                  <a:pt x="142" y="0"/>
                  <a:pt x="72" y="1"/>
                  <a:pt x="3" y="10"/>
                </a:cubicBezTo>
                <a:lnTo>
                  <a:pt x="0" y="10"/>
                </a:lnTo>
                <a:lnTo>
                  <a:pt x="3" y="10"/>
                </a:lnTo>
                <a:cubicBezTo>
                  <a:pt x="27" y="9"/>
                  <a:pt x="45" y="7"/>
                  <a:pt x="70" y="8"/>
                </a:cubicBezTo>
                <a:lnTo>
                  <a:pt x="86" y="7"/>
                </a:lnTo>
              </a:path>
              <a:path w="212" h="108">
                <a:moveTo>
                  <a:pt x="154" y="54"/>
                </a:moveTo>
                <a:lnTo>
                  <a:pt x="150" y="60"/>
                </a:lnTo>
                <a:lnTo>
                  <a:pt x="144" y="67"/>
                </a:lnTo>
                <a:lnTo>
                  <a:pt x="139" y="73"/>
                </a:lnTo>
                <a:lnTo>
                  <a:pt x="134" y="80"/>
                </a:lnTo>
                <a:lnTo>
                  <a:pt x="124" y="92"/>
                </a:lnTo>
                <a:lnTo>
                  <a:pt x="120" y="99"/>
                </a:lnTo>
                <a:lnTo>
                  <a:pt x="117" y="106"/>
                </a:lnTo>
                <a:lnTo>
                  <a:pt x="117" y="108"/>
                </a:lnTo>
                <a:lnTo>
                  <a:pt x="122" y="108"/>
                </a:lnTo>
                <a:lnTo>
                  <a:pt x="127" y="100"/>
                </a:lnTo>
                <a:cubicBezTo>
                  <a:pt x="149" y="69"/>
                  <a:pt x="175" y="39"/>
                  <a:pt x="201" y="10"/>
                </a:cubicBezTo>
                <a:lnTo>
                  <a:pt x="201" y="8"/>
                </a:lnTo>
                <a:lnTo>
                  <a:pt x="201" y="9"/>
                </a:lnTo>
                <a:lnTo>
                  <a:pt x="196" y="13"/>
                </a:lnTo>
                <a:lnTo>
                  <a:pt x="192" y="18"/>
                </a:lnTo>
                <a:lnTo>
                  <a:pt x="183" y="25"/>
                </a:lnTo>
                <a:lnTo>
                  <a:pt x="176" y="32"/>
                </a:lnTo>
                <a:lnTo>
                  <a:pt x="169" y="40"/>
                </a:lnTo>
                <a:lnTo>
                  <a:pt x="160" y="48"/>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96" name="path"/>
          <p:cNvSpPr/>
          <p:nvPr/>
        </p:nvSpPr>
        <p:spPr>
          <a:xfrm>
            <a:off x="2986521" y="4490193"/>
            <a:ext cx="167302" cy="326307"/>
          </a:xfrm>
          <a:custGeom>
            <a:avLst/>
            <a:gdLst/>
            <a:ahLst/>
            <a:cxnLst/>
            <a:rect l="0" t="0" r="0" b="0"/>
            <a:pathLst>
              <a:path w="290" h="566">
                <a:moveTo>
                  <a:pt x="0" y="236"/>
                </a:moveTo>
                <a:lnTo>
                  <a:pt x="26" y="250"/>
                </a:lnTo>
                <a:cubicBezTo>
                  <a:pt x="161" y="326"/>
                  <a:pt x="193" y="422"/>
                  <a:pt x="226" y="563"/>
                </a:cubicBezTo>
                <a:lnTo>
                  <a:pt x="227" y="566"/>
                </a:lnTo>
                <a:lnTo>
                  <a:pt x="232" y="566"/>
                </a:lnTo>
                <a:lnTo>
                  <a:pt x="236" y="563"/>
                </a:lnTo>
                <a:lnTo>
                  <a:pt x="237" y="561"/>
                </a:lnTo>
                <a:lnTo>
                  <a:pt x="236" y="536"/>
                </a:lnTo>
                <a:lnTo>
                  <a:pt x="229" y="485"/>
                </a:lnTo>
                <a:lnTo>
                  <a:pt x="224" y="460"/>
                </a:lnTo>
                <a:lnTo>
                  <a:pt x="217" y="436"/>
                </a:lnTo>
                <a:lnTo>
                  <a:pt x="207" y="411"/>
                </a:lnTo>
                <a:lnTo>
                  <a:pt x="197" y="387"/>
                </a:lnTo>
                <a:lnTo>
                  <a:pt x="186" y="364"/>
                </a:lnTo>
                <a:lnTo>
                  <a:pt x="177" y="352"/>
                </a:lnTo>
                <a:lnTo>
                  <a:pt x="170" y="341"/>
                </a:lnTo>
                <a:lnTo>
                  <a:pt x="162" y="332"/>
                </a:lnTo>
                <a:cubicBezTo>
                  <a:pt x="127" y="291"/>
                  <a:pt x="79" y="266"/>
                  <a:pt x="31" y="245"/>
                </a:cubicBezTo>
                <a:lnTo>
                  <a:pt x="0" y="236"/>
                </a:lnTo>
              </a:path>
              <a:path w="290" h="566">
                <a:moveTo>
                  <a:pt x="203" y="99"/>
                </a:moveTo>
                <a:lnTo>
                  <a:pt x="216" y="126"/>
                </a:lnTo>
                <a:lnTo>
                  <a:pt x="219" y="139"/>
                </a:lnTo>
                <a:cubicBezTo>
                  <a:pt x="238" y="193"/>
                  <a:pt x="250" y="262"/>
                  <a:pt x="250" y="317"/>
                </a:cubicBezTo>
                <a:lnTo>
                  <a:pt x="253" y="374"/>
                </a:lnTo>
                <a:lnTo>
                  <a:pt x="255" y="429"/>
                </a:lnTo>
                <a:lnTo>
                  <a:pt x="259" y="434"/>
                </a:lnTo>
                <a:lnTo>
                  <a:pt x="263" y="435"/>
                </a:lnTo>
                <a:lnTo>
                  <a:pt x="270" y="433"/>
                </a:lnTo>
                <a:lnTo>
                  <a:pt x="273" y="429"/>
                </a:lnTo>
                <a:lnTo>
                  <a:pt x="286" y="371"/>
                </a:lnTo>
                <a:lnTo>
                  <a:pt x="290" y="314"/>
                </a:lnTo>
                <a:lnTo>
                  <a:pt x="285" y="257"/>
                </a:lnTo>
                <a:lnTo>
                  <a:pt x="271" y="201"/>
                </a:lnTo>
                <a:lnTo>
                  <a:pt x="267" y="188"/>
                </a:lnTo>
                <a:lnTo>
                  <a:pt x="261" y="175"/>
                </a:lnTo>
                <a:lnTo>
                  <a:pt x="256" y="161"/>
                </a:lnTo>
                <a:cubicBezTo>
                  <a:pt x="231" y="100"/>
                  <a:pt x="187" y="60"/>
                  <a:pt x="152" y="4"/>
                </a:cubicBezTo>
                <a:lnTo>
                  <a:pt x="150" y="1"/>
                </a:lnTo>
                <a:lnTo>
                  <a:pt x="148" y="0"/>
                </a:lnTo>
                <a:lnTo>
                  <a:pt x="151" y="3"/>
                </a:lnTo>
                <a:cubicBezTo>
                  <a:pt x="163" y="26"/>
                  <a:pt x="175" y="46"/>
                  <a:pt x="187" y="69"/>
                </a:cubicBezTo>
                <a:lnTo>
                  <a:pt x="196" y="86"/>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298" name="path"/>
          <p:cNvSpPr/>
          <p:nvPr/>
        </p:nvSpPr>
        <p:spPr>
          <a:xfrm>
            <a:off x="3450404" y="4788801"/>
            <a:ext cx="162462" cy="36686"/>
          </a:xfrm>
          <a:custGeom>
            <a:avLst/>
            <a:gdLst/>
            <a:ahLst/>
            <a:cxnLst/>
            <a:rect l="0" t="0" r="0" b="0"/>
            <a:pathLst>
              <a:path w="281" h="63">
                <a:moveTo>
                  <a:pt x="122" y="27"/>
                </a:moveTo>
                <a:lnTo>
                  <a:pt x="141" y="32"/>
                </a:lnTo>
                <a:lnTo>
                  <a:pt x="161" y="37"/>
                </a:lnTo>
                <a:lnTo>
                  <a:pt x="181" y="40"/>
                </a:lnTo>
                <a:cubicBezTo>
                  <a:pt x="214" y="50"/>
                  <a:pt x="246" y="55"/>
                  <a:pt x="279" y="63"/>
                </a:cubicBezTo>
                <a:lnTo>
                  <a:pt x="280" y="63"/>
                </a:lnTo>
                <a:lnTo>
                  <a:pt x="281" y="62"/>
                </a:lnTo>
                <a:lnTo>
                  <a:pt x="281" y="61"/>
                </a:lnTo>
                <a:lnTo>
                  <a:pt x="280" y="60"/>
                </a:lnTo>
                <a:lnTo>
                  <a:pt x="260" y="55"/>
                </a:lnTo>
                <a:lnTo>
                  <a:pt x="240" y="49"/>
                </a:lnTo>
                <a:lnTo>
                  <a:pt x="218" y="44"/>
                </a:lnTo>
                <a:lnTo>
                  <a:pt x="196" y="38"/>
                </a:lnTo>
                <a:lnTo>
                  <a:pt x="176" y="33"/>
                </a:lnTo>
                <a:lnTo>
                  <a:pt x="154" y="28"/>
                </a:lnTo>
                <a:lnTo>
                  <a:pt x="133" y="24"/>
                </a:lnTo>
                <a:cubicBezTo>
                  <a:pt x="89" y="18"/>
                  <a:pt x="47" y="0"/>
                  <a:pt x="3" y="3"/>
                </a:cubicBezTo>
                <a:lnTo>
                  <a:pt x="0" y="3"/>
                </a:lnTo>
                <a:lnTo>
                  <a:pt x="3" y="4"/>
                </a:lnTo>
                <a:cubicBezTo>
                  <a:pt x="33" y="12"/>
                  <a:pt x="64" y="14"/>
                  <a:pt x="93" y="22"/>
                </a:cubicBezTo>
                <a:lnTo>
                  <a:pt x="110" y="2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300" name="rect"/>
          <p:cNvSpPr/>
          <p:nvPr/>
        </p:nvSpPr>
        <p:spPr>
          <a:xfrm>
            <a:off x="3573461" y="4781934"/>
            <a:ext cx="228138" cy="8296"/>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1302" name="textbox 1302"/>
          <p:cNvSpPr/>
          <p:nvPr/>
        </p:nvSpPr>
        <p:spPr>
          <a:xfrm>
            <a:off x="3128474" y="4295711"/>
            <a:ext cx="723017" cy="606643"/>
          </a:xfrm>
          <a:prstGeom prst="rect">
            <a:avLst/>
          </a:prstGeom>
        </p:spPr>
        <p:txBody>
          <a:bodyPr vert="horz" wrap="square" lIns="0" tIns="0" rIns="0" bIns="0"/>
          <a:lstStyle/>
          <a:p>
            <a:pPr algn="l" rtl="0" eaLnBrk="0">
              <a:lnSpc>
                <a:spcPct val="83000"/>
              </a:lnSpc>
            </a:pPr>
            <a:endParaRPr lang="en-US" altLang="en-US" sz="100" dirty="0"/>
          </a:p>
          <a:p>
            <a:pPr marL="574040" algn="l" rtl="0" eaLnBrk="0">
              <a:lnSpc>
                <a:spcPts val="1205"/>
              </a:lnSpc>
              <a:tabLst>
                <a:tab pos="774700" algn="l"/>
              </a:tabLst>
            </a:pPr>
            <a:r>
              <a:rPr sz="905" u="sng" kern="0" spc="0" dirty="0">
                <a:solidFill>
                  <a:srgbClr val="000000">
                    <a:alpha val="100000"/>
                  </a:srgbClr>
                </a:solidFill>
                <a:latin typeface="Arial" panose="020B0604020202020204"/>
                <a:ea typeface="Arial" panose="020B0604020202020204"/>
                <a:cs typeface="Arial" panose="020B0604020202020204"/>
              </a:rPr>
              <a:t>	</a:t>
            </a:r>
            <a:endParaRPr lang="en-US" altLang="en-US" sz="905" dirty="0"/>
          </a:p>
          <a:p>
            <a:pPr marL="12700" algn="l" rtl="0" eaLnBrk="0">
              <a:lnSpc>
                <a:spcPct val="82000"/>
              </a:lnSpc>
              <a:spcBef>
                <a:spcPts val="705"/>
              </a:spcBef>
            </a:pPr>
            <a:r>
              <a:rPr sz="2905" kern="0" spc="2860" dirty="0">
                <a:solidFill>
                  <a:srgbClr val="140000">
                    <a:alpha val="100000"/>
                  </a:srgbClr>
                </a:solidFill>
                <a:latin typeface="微软雅黑" panose="020B0503020204020204" charset="-122"/>
                <a:ea typeface="微软雅黑" panose="020B0503020204020204" charset="-122"/>
                <a:cs typeface="微软雅黑" panose="020B0503020204020204" charset="-122"/>
              </a:rPr>
              <a:t>分</a:t>
            </a:r>
            <a:endParaRPr lang="en-US" altLang="en-US" sz="2905" dirty="0"/>
          </a:p>
        </p:txBody>
      </p:sp>
      <p:sp>
        <p:nvSpPr>
          <p:cNvPr id="1304" name="rect"/>
          <p:cNvSpPr/>
          <p:nvPr/>
        </p:nvSpPr>
        <p:spPr>
          <a:xfrm>
            <a:off x="4757710" y="2719003"/>
            <a:ext cx="46042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306" name="rect"/>
          <p:cNvSpPr/>
          <p:nvPr/>
        </p:nvSpPr>
        <p:spPr>
          <a:xfrm>
            <a:off x="4754253" y="2709906"/>
            <a:ext cx="467339" cy="361425"/>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308" name="textbox 1308"/>
          <p:cNvSpPr/>
          <p:nvPr/>
        </p:nvSpPr>
        <p:spPr>
          <a:xfrm>
            <a:off x="3447869" y="2803576"/>
            <a:ext cx="1785360" cy="235052"/>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840"/>
              </a:lnSpc>
            </a:pPr>
            <a:r>
              <a:rPr sz="2450" kern="0" spc="400" dirty="0">
                <a:solidFill>
                  <a:srgbClr val="000000">
                    <a:alpha val="100000"/>
                  </a:srgbClr>
                </a:solidFill>
                <a:latin typeface="微软雅黑" panose="020B0503020204020204" charset="-122"/>
                <a:ea typeface="微软雅黑" panose="020B0503020204020204" charset="-122"/>
                <a:cs typeface="微软雅黑" panose="020B0503020204020204" charset="-122"/>
              </a:rPr>
              <a:t>─_____</a:t>
            </a:r>
            <a:r>
              <a:rPr sz="2450" kern="0" spc="5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30" b="1" kern="0" spc="400" baseline="-1000" dirty="0">
                <a:solidFill>
                  <a:srgbClr val="000000">
                    <a:alpha val="100000"/>
                  </a:srgbClr>
                </a:solidFill>
                <a:latin typeface="Times New Roman" panose="02020603050405020304"/>
                <a:ea typeface="Times New Roman" panose="02020603050405020304"/>
                <a:cs typeface="Times New Roman" panose="02020603050405020304"/>
              </a:rPr>
              <a:t>||</a:t>
            </a:r>
            <a:r>
              <a:rPr sz="163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635" dirty="0"/>
          </a:p>
        </p:txBody>
      </p:sp>
      <p:graphicFrame>
        <p:nvGraphicFramePr>
          <p:cNvPr id="1310" name="table 1310"/>
          <p:cNvGraphicFramePr>
            <a:graphicFrameLocks noGrp="1"/>
          </p:cNvGraphicFramePr>
          <p:nvPr/>
        </p:nvGraphicFramePr>
        <p:xfrm>
          <a:off x="5672340" y="3345348"/>
          <a:ext cx="694055" cy="236855"/>
        </p:xfrm>
        <a:graphic>
          <a:graphicData uri="http://schemas.openxmlformats.org/drawingml/2006/table">
            <a:tbl>
              <a:tblPr>
                <a:solidFill>
                  <a:srgbClr val="C0C0C0"/>
                </a:solidFill>
              </a:tblPr>
              <a:tblGrid>
                <a:gridCol w="694055"/>
              </a:tblGrid>
              <a:tr h="236855">
                <a:tc>
                  <a:txBody>
                    <a:bodyPr/>
                    <a:lstStyle/>
                    <a:p>
                      <a:pPr algn="l" rtl="0" eaLnBrk="0">
                        <a:lnSpc>
                          <a:spcPct val="100000"/>
                        </a:lnSpc>
                      </a:pPr>
                      <a:endParaRPr lang="en-US" altLang="en-US" sz="905" dirty="0"/>
                    </a:p>
                  </a:txBody>
                  <a:tcPr marL="0" marR="0" marT="0" marB="0" vert="horz">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r>
            </a:tbl>
          </a:graphicData>
        </a:graphic>
      </p:graphicFrame>
      <p:pic>
        <p:nvPicPr>
          <p:cNvPr id="1312" name="picture 1312"/>
          <p:cNvPicPr>
            <a:picLocks noChangeAspect="1"/>
          </p:cNvPicPr>
          <p:nvPr/>
        </p:nvPicPr>
        <p:blipFill>
          <a:blip r:embed="rId7"/>
          <a:stretch>
            <a:fillRect/>
          </a:stretch>
        </p:blipFill>
        <p:spPr>
          <a:xfrm rot="21600000">
            <a:off x="5138633" y="3503312"/>
            <a:ext cx="641906" cy="536132"/>
          </a:xfrm>
          <a:prstGeom prst="rect">
            <a:avLst/>
          </a:prstGeom>
        </p:spPr>
      </p:pic>
      <p:pic>
        <p:nvPicPr>
          <p:cNvPr id="1314" name="picture 1314"/>
          <p:cNvPicPr>
            <a:picLocks noChangeAspect="1"/>
          </p:cNvPicPr>
          <p:nvPr/>
        </p:nvPicPr>
        <p:blipFill>
          <a:blip r:embed="rId8"/>
          <a:stretch>
            <a:fillRect/>
          </a:stretch>
        </p:blipFill>
        <p:spPr>
          <a:xfrm rot="21600000">
            <a:off x="6363671" y="2644340"/>
            <a:ext cx="1222261" cy="151401"/>
          </a:xfrm>
          <a:prstGeom prst="rect">
            <a:avLst/>
          </a:prstGeom>
        </p:spPr>
      </p:pic>
      <p:sp>
        <p:nvSpPr>
          <p:cNvPr id="1316" name="textbox 1316"/>
          <p:cNvSpPr/>
          <p:nvPr/>
        </p:nvSpPr>
        <p:spPr>
          <a:xfrm>
            <a:off x="4877101" y="4132570"/>
            <a:ext cx="838815" cy="245421"/>
          </a:xfrm>
          <a:prstGeom prst="rect">
            <a:avLst/>
          </a:prstGeom>
        </p:spPr>
        <p:txBody>
          <a:bodyPr vert="horz" wrap="square" lIns="0" tIns="0" rIns="0" bIns="0"/>
          <a:lstStyle/>
          <a:p>
            <a:pPr algn="l" rtl="0" eaLnBrk="0">
              <a:lnSpc>
                <a:spcPct val="74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H(M||S)</a:t>
            </a:r>
            <a:endParaRPr lang="en-US" altLang="en-US" sz="1905" dirty="0"/>
          </a:p>
        </p:txBody>
      </p:sp>
      <p:sp>
        <p:nvSpPr>
          <p:cNvPr id="1318" name="rect"/>
          <p:cNvSpPr/>
          <p:nvPr/>
        </p:nvSpPr>
        <p:spPr>
          <a:xfrm>
            <a:off x="3272732" y="4945087"/>
            <a:ext cx="219151" cy="22122"/>
          </a:xfrm>
          <a:prstGeom prst="rect">
            <a:avLst/>
          </a:prstGeom>
          <a:solidFill>
            <a:srgbClr val="140000">
              <a:alpha val="100000"/>
            </a:srgbClr>
          </a:solidFill>
          <a:ln cap="flat">
            <a:noFill/>
            <a:prstDash val="solid"/>
            <a:miter lim="0"/>
          </a:ln>
        </p:spPr>
        <p:txBody>
          <a:bodyPr rtlCol="0"/>
          <a:lstStyle/>
          <a:p>
            <a:pPr algn="ctr"/>
            <a:endParaRPr lang="zh-CN" altLang="en-US" sz="1635"/>
          </a:p>
        </p:txBody>
      </p:sp>
      <p:pic>
        <p:nvPicPr>
          <p:cNvPr id="1320" name="picture 1320"/>
          <p:cNvPicPr>
            <a:picLocks noChangeAspect="1"/>
          </p:cNvPicPr>
          <p:nvPr/>
        </p:nvPicPr>
        <p:blipFill>
          <a:blip r:embed="rId9"/>
          <a:stretch>
            <a:fillRect/>
          </a:stretch>
        </p:blipFill>
        <p:spPr>
          <a:xfrm rot="21600000">
            <a:off x="3271349" y="4956841"/>
            <a:ext cx="430008" cy="92638"/>
          </a:xfrm>
          <a:prstGeom prst="rect">
            <a:avLst/>
          </a:prstGeom>
        </p:spPr>
      </p:pic>
      <p:sp>
        <p:nvSpPr>
          <p:cNvPr id="1322" name="path"/>
          <p:cNvSpPr/>
          <p:nvPr/>
        </p:nvSpPr>
        <p:spPr>
          <a:xfrm>
            <a:off x="3366753" y="4412764"/>
            <a:ext cx="312481" cy="552373"/>
          </a:xfrm>
          <a:custGeom>
            <a:avLst/>
            <a:gdLst/>
            <a:ahLst/>
            <a:cxnLst/>
            <a:rect l="0" t="0" r="0" b="0"/>
            <a:pathLst>
              <a:path w="542" h="958">
                <a:moveTo>
                  <a:pt x="232" y="895"/>
                </a:moveTo>
                <a:lnTo>
                  <a:pt x="234" y="900"/>
                </a:lnTo>
                <a:lnTo>
                  <a:pt x="237" y="909"/>
                </a:lnTo>
                <a:lnTo>
                  <a:pt x="238" y="925"/>
                </a:lnTo>
                <a:lnTo>
                  <a:pt x="235" y="942"/>
                </a:lnTo>
                <a:lnTo>
                  <a:pt x="230" y="955"/>
                </a:lnTo>
                <a:lnTo>
                  <a:pt x="231" y="958"/>
                </a:lnTo>
                <a:lnTo>
                  <a:pt x="236" y="957"/>
                </a:lnTo>
                <a:lnTo>
                  <a:pt x="241" y="951"/>
                </a:lnTo>
                <a:lnTo>
                  <a:pt x="247" y="940"/>
                </a:lnTo>
                <a:lnTo>
                  <a:pt x="249" y="924"/>
                </a:lnTo>
                <a:lnTo>
                  <a:pt x="244" y="907"/>
                </a:lnTo>
              </a:path>
              <a:path w="542" h="958">
                <a:moveTo>
                  <a:pt x="13" y="713"/>
                </a:moveTo>
                <a:lnTo>
                  <a:pt x="12" y="718"/>
                </a:lnTo>
                <a:lnTo>
                  <a:pt x="13" y="730"/>
                </a:lnTo>
                <a:cubicBezTo>
                  <a:pt x="22" y="773"/>
                  <a:pt x="60" y="773"/>
                  <a:pt x="66" y="809"/>
                </a:cubicBezTo>
                <a:lnTo>
                  <a:pt x="66" y="817"/>
                </a:lnTo>
                <a:lnTo>
                  <a:pt x="63" y="824"/>
                </a:lnTo>
                <a:cubicBezTo>
                  <a:pt x="45" y="844"/>
                  <a:pt x="28" y="849"/>
                  <a:pt x="9" y="867"/>
                </a:cubicBezTo>
                <a:lnTo>
                  <a:pt x="3" y="872"/>
                </a:lnTo>
                <a:lnTo>
                  <a:pt x="0" y="875"/>
                </a:lnTo>
                <a:lnTo>
                  <a:pt x="2" y="874"/>
                </a:lnTo>
                <a:lnTo>
                  <a:pt x="7" y="871"/>
                </a:lnTo>
                <a:cubicBezTo>
                  <a:pt x="23" y="862"/>
                  <a:pt x="41" y="848"/>
                  <a:pt x="58" y="838"/>
                </a:cubicBezTo>
                <a:lnTo>
                  <a:pt x="67" y="827"/>
                </a:lnTo>
                <a:lnTo>
                  <a:pt x="73" y="812"/>
                </a:lnTo>
                <a:lnTo>
                  <a:pt x="74" y="796"/>
                </a:lnTo>
                <a:lnTo>
                  <a:pt x="66" y="781"/>
                </a:lnTo>
                <a:lnTo>
                  <a:pt x="52" y="767"/>
                </a:lnTo>
                <a:lnTo>
                  <a:pt x="44" y="760"/>
                </a:lnTo>
                <a:lnTo>
                  <a:pt x="37" y="753"/>
                </a:lnTo>
                <a:lnTo>
                  <a:pt x="30" y="745"/>
                </a:lnTo>
                <a:lnTo>
                  <a:pt x="22" y="735"/>
                </a:lnTo>
                <a:lnTo>
                  <a:pt x="18" y="725"/>
                </a:lnTo>
              </a:path>
              <a:path w="542" h="958">
                <a:moveTo>
                  <a:pt x="6" y="721"/>
                </a:moveTo>
                <a:lnTo>
                  <a:pt x="9" y="722"/>
                </a:lnTo>
                <a:lnTo>
                  <a:pt x="18" y="724"/>
                </a:lnTo>
                <a:cubicBezTo>
                  <a:pt x="44" y="737"/>
                  <a:pt x="69" y="743"/>
                  <a:pt x="98" y="759"/>
                </a:cubicBezTo>
                <a:lnTo>
                  <a:pt x="113" y="770"/>
                </a:lnTo>
                <a:lnTo>
                  <a:pt x="126" y="780"/>
                </a:lnTo>
                <a:cubicBezTo>
                  <a:pt x="143" y="794"/>
                  <a:pt x="151" y="817"/>
                  <a:pt x="172" y="832"/>
                </a:cubicBezTo>
                <a:lnTo>
                  <a:pt x="187" y="840"/>
                </a:lnTo>
                <a:lnTo>
                  <a:pt x="205" y="844"/>
                </a:lnTo>
                <a:lnTo>
                  <a:pt x="203" y="843"/>
                </a:lnTo>
                <a:lnTo>
                  <a:pt x="200" y="841"/>
                </a:lnTo>
                <a:cubicBezTo>
                  <a:pt x="177" y="824"/>
                  <a:pt x="164" y="797"/>
                  <a:pt x="146" y="776"/>
                </a:cubicBezTo>
                <a:lnTo>
                  <a:pt x="132" y="759"/>
                </a:lnTo>
                <a:lnTo>
                  <a:pt x="124" y="752"/>
                </a:lnTo>
                <a:lnTo>
                  <a:pt x="116" y="746"/>
                </a:lnTo>
                <a:lnTo>
                  <a:pt x="105" y="740"/>
                </a:lnTo>
                <a:lnTo>
                  <a:pt x="96" y="736"/>
                </a:lnTo>
                <a:lnTo>
                  <a:pt x="85" y="733"/>
                </a:lnTo>
                <a:lnTo>
                  <a:pt x="68" y="728"/>
                </a:lnTo>
                <a:lnTo>
                  <a:pt x="50" y="722"/>
                </a:lnTo>
                <a:lnTo>
                  <a:pt x="32" y="718"/>
                </a:lnTo>
                <a:lnTo>
                  <a:pt x="16" y="716"/>
                </a:lnTo>
                <a:lnTo>
                  <a:pt x="6" y="715"/>
                </a:lnTo>
                <a:lnTo>
                  <a:pt x="2" y="717"/>
                </a:lnTo>
              </a:path>
              <a:path w="542" h="958">
                <a:moveTo>
                  <a:pt x="153" y="734"/>
                </a:moveTo>
                <a:lnTo>
                  <a:pt x="156" y="734"/>
                </a:lnTo>
                <a:lnTo>
                  <a:pt x="160" y="735"/>
                </a:lnTo>
                <a:lnTo>
                  <a:pt x="168" y="740"/>
                </a:lnTo>
                <a:lnTo>
                  <a:pt x="172" y="752"/>
                </a:lnTo>
                <a:lnTo>
                  <a:pt x="176" y="763"/>
                </a:lnTo>
                <a:lnTo>
                  <a:pt x="182" y="773"/>
                </a:lnTo>
                <a:lnTo>
                  <a:pt x="188" y="786"/>
                </a:lnTo>
                <a:lnTo>
                  <a:pt x="196" y="797"/>
                </a:lnTo>
                <a:lnTo>
                  <a:pt x="204" y="808"/>
                </a:lnTo>
                <a:lnTo>
                  <a:pt x="210" y="817"/>
                </a:lnTo>
                <a:lnTo>
                  <a:pt x="214" y="823"/>
                </a:lnTo>
                <a:lnTo>
                  <a:pt x="217" y="825"/>
                </a:lnTo>
                <a:lnTo>
                  <a:pt x="212" y="817"/>
                </a:lnTo>
                <a:lnTo>
                  <a:pt x="204" y="797"/>
                </a:lnTo>
                <a:lnTo>
                  <a:pt x="193" y="775"/>
                </a:lnTo>
                <a:lnTo>
                  <a:pt x="186" y="759"/>
                </a:lnTo>
                <a:lnTo>
                  <a:pt x="177" y="742"/>
                </a:lnTo>
                <a:lnTo>
                  <a:pt x="174" y="736"/>
                </a:lnTo>
                <a:lnTo>
                  <a:pt x="169" y="732"/>
                </a:lnTo>
                <a:lnTo>
                  <a:pt x="164" y="729"/>
                </a:lnTo>
                <a:lnTo>
                  <a:pt x="158" y="730"/>
                </a:lnTo>
              </a:path>
              <a:path w="542" h="958">
                <a:moveTo>
                  <a:pt x="265" y="1"/>
                </a:moveTo>
                <a:lnTo>
                  <a:pt x="273" y="1"/>
                </a:lnTo>
                <a:cubicBezTo>
                  <a:pt x="311" y="5"/>
                  <a:pt x="352" y="10"/>
                  <a:pt x="390" y="16"/>
                </a:cubicBezTo>
                <a:lnTo>
                  <a:pt x="411" y="19"/>
                </a:lnTo>
                <a:lnTo>
                  <a:pt x="433" y="22"/>
                </a:lnTo>
                <a:cubicBezTo>
                  <a:pt x="461" y="23"/>
                  <a:pt x="513" y="41"/>
                  <a:pt x="535" y="41"/>
                </a:cubicBezTo>
                <a:lnTo>
                  <a:pt x="540" y="41"/>
                </a:lnTo>
                <a:lnTo>
                  <a:pt x="542" y="40"/>
                </a:lnTo>
                <a:lnTo>
                  <a:pt x="541" y="38"/>
                </a:lnTo>
                <a:cubicBezTo>
                  <a:pt x="478" y="13"/>
                  <a:pt x="373" y="1"/>
                  <a:pt x="306" y="1"/>
                </a:cubicBezTo>
                <a:lnTo>
                  <a:pt x="285" y="0"/>
                </a:lnTo>
              </a:path>
            </a:pathLst>
          </a:custGeom>
          <a:solidFill>
            <a:srgbClr val="140000">
              <a:alpha val="100000"/>
            </a:srgbClr>
          </a:solidFill>
          <a:ln cap="flat">
            <a:noFill/>
            <a:prstDash val="solid"/>
            <a:miter lim="0"/>
          </a:ln>
        </p:spPr>
        <p:txBody>
          <a:bodyPr rtlCol="0"/>
          <a:lstStyle/>
          <a:p>
            <a:pPr algn="ctr"/>
            <a:endParaRPr lang="zh-CN" altLang="en-US" sz="1635"/>
          </a:p>
        </p:txBody>
      </p:sp>
      <p:grpSp>
        <p:nvGrpSpPr>
          <p:cNvPr id="98" name="group 98"/>
          <p:cNvGrpSpPr/>
          <p:nvPr/>
        </p:nvGrpSpPr>
        <p:grpSpPr>
          <a:xfrm rot="21600000">
            <a:off x="7582476" y="2424473"/>
            <a:ext cx="467339" cy="361374"/>
            <a:chOff x="0" y="0"/>
            <a:chExt cx="515111" cy="398314"/>
          </a:xfrm>
        </p:grpSpPr>
        <p:pic>
          <p:nvPicPr>
            <p:cNvPr id="1324" name="picture 1324"/>
            <p:cNvPicPr>
              <a:picLocks noChangeAspect="1"/>
            </p:cNvPicPr>
            <p:nvPr/>
          </p:nvPicPr>
          <p:blipFill>
            <a:blip r:embed="rId10"/>
            <a:stretch>
              <a:fillRect/>
            </a:stretch>
          </p:blipFill>
          <p:spPr>
            <a:xfrm rot="21600000">
              <a:off x="0" y="0"/>
              <a:ext cx="515111" cy="398314"/>
            </a:xfrm>
            <a:prstGeom prst="rect">
              <a:avLst/>
            </a:prstGeom>
          </p:spPr>
        </p:pic>
        <p:sp>
          <p:nvSpPr>
            <p:cNvPr id="1326" name="textbox 1326"/>
            <p:cNvSpPr/>
            <p:nvPr/>
          </p:nvSpPr>
          <p:spPr>
            <a:xfrm>
              <a:off x="-12700" y="-12700"/>
              <a:ext cx="541019" cy="430530"/>
            </a:xfrm>
            <a:prstGeom prst="rect">
              <a:avLst/>
            </a:prstGeom>
          </p:spPr>
          <p:txBody>
            <a:bodyPr vert="horz" wrap="square" lIns="0" tIns="0" rIns="0" bIns="0"/>
            <a:lstStyle/>
            <a:p>
              <a:pPr algn="l" rtl="0" eaLnBrk="0">
                <a:lnSpc>
                  <a:spcPct val="104000"/>
                </a:lnSpc>
              </a:pPr>
              <a:endParaRPr lang="en-US" altLang="en-US" sz="725" dirty="0"/>
            </a:p>
            <a:p>
              <a:pPr marL="231140" algn="l" rtl="0" eaLnBrk="0">
                <a:lnSpc>
                  <a:spcPct val="77000"/>
                </a:lnSpc>
                <a:spcBef>
                  <a:spcPts val="5"/>
                </a:spcBef>
              </a:pPr>
              <a:r>
                <a:rPr sz="1905"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905" dirty="0"/>
            </a:p>
          </p:txBody>
        </p:sp>
      </p:grpSp>
      <p:pic>
        <p:nvPicPr>
          <p:cNvPr id="1328" name="picture 1328"/>
          <p:cNvPicPr>
            <a:picLocks noChangeAspect="1"/>
          </p:cNvPicPr>
          <p:nvPr/>
        </p:nvPicPr>
        <p:blipFill>
          <a:blip r:embed="rId11"/>
          <a:stretch>
            <a:fillRect/>
          </a:stretch>
        </p:blipFill>
        <p:spPr>
          <a:xfrm rot="21600000">
            <a:off x="8729405" y="2703794"/>
            <a:ext cx="383677" cy="360182"/>
          </a:xfrm>
          <a:prstGeom prst="rect">
            <a:avLst/>
          </a:prstGeom>
        </p:spPr>
      </p:pic>
      <p:grpSp>
        <p:nvGrpSpPr>
          <p:cNvPr id="100" name="group 100"/>
          <p:cNvGrpSpPr/>
          <p:nvPr/>
        </p:nvGrpSpPr>
        <p:grpSpPr>
          <a:xfrm rot="21600000">
            <a:off x="8345014" y="2541943"/>
            <a:ext cx="467339" cy="354478"/>
            <a:chOff x="0" y="0"/>
            <a:chExt cx="515111" cy="390714"/>
          </a:xfrm>
        </p:grpSpPr>
        <p:pic>
          <p:nvPicPr>
            <p:cNvPr id="1330" name="picture 1330"/>
            <p:cNvPicPr>
              <a:picLocks noChangeAspect="1"/>
            </p:cNvPicPr>
            <p:nvPr/>
          </p:nvPicPr>
          <p:blipFill>
            <a:blip r:embed="rId12"/>
            <a:stretch>
              <a:fillRect/>
            </a:stretch>
          </p:blipFill>
          <p:spPr>
            <a:xfrm rot="21600000">
              <a:off x="0" y="0"/>
              <a:ext cx="515111" cy="390714"/>
            </a:xfrm>
            <a:prstGeom prst="rect">
              <a:avLst/>
            </a:prstGeom>
          </p:spPr>
        </p:pic>
        <p:sp>
          <p:nvSpPr>
            <p:cNvPr id="1332" name="textbox 1332"/>
            <p:cNvSpPr/>
            <p:nvPr/>
          </p:nvSpPr>
          <p:spPr>
            <a:xfrm>
              <a:off x="-12700" y="-12700"/>
              <a:ext cx="541019" cy="480694"/>
            </a:xfrm>
            <a:prstGeom prst="rect">
              <a:avLst/>
            </a:prstGeom>
          </p:spPr>
          <p:txBody>
            <a:bodyPr vert="horz" wrap="square" lIns="0" tIns="0" rIns="0" bIns="0"/>
            <a:lstStyle/>
            <a:p>
              <a:pPr algn="l" rtl="0" eaLnBrk="0">
                <a:lnSpc>
                  <a:spcPct val="106000"/>
                </a:lnSpc>
              </a:pPr>
              <a:endParaRPr lang="en-US" altLang="en-US" sz="725" dirty="0"/>
            </a:p>
            <a:p>
              <a:pPr algn="l" rtl="0" eaLnBrk="0">
                <a:lnSpc>
                  <a:spcPct val="6000"/>
                </a:lnSpc>
              </a:pPr>
              <a:endParaRPr lang="en-US" altLang="en-US" sz="100" dirty="0"/>
            </a:p>
            <a:p>
              <a:pPr marL="172085"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pic>
        <p:nvPicPr>
          <p:cNvPr id="1334" name="picture 1334"/>
          <p:cNvPicPr>
            <a:picLocks noChangeAspect="1"/>
          </p:cNvPicPr>
          <p:nvPr/>
        </p:nvPicPr>
        <p:blipFill>
          <a:blip r:embed="rId13"/>
          <a:stretch>
            <a:fillRect/>
          </a:stretch>
        </p:blipFill>
        <p:spPr>
          <a:xfrm rot="21600000">
            <a:off x="6820630" y="2471507"/>
            <a:ext cx="762537" cy="151401"/>
          </a:xfrm>
          <a:prstGeom prst="rect">
            <a:avLst/>
          </a:prstGeom>
        </p:spPr>
      </p:pic>
      <p:pic>
        <p:nvPicPr>
          <p:cNvPr id="1336" name="picture 1336"/>
          <p:cNvPicPr>
            <a:picLocks noChangeAspect="1"/>
          </p:cNvPicPr>
          <p:nvPr/>
        </p:nvPicPr>
        <p:blipFill>
          <a:blip r:embed="rId14"/>
          <a:stretch>
            <a:fillRect/>
          </a:stretch>
        </p:blipFill>
        <p:spPr>
          <a:xfrm rot="21600000">
            <a:off x="6439027" y="3507119"/>
            <a:ext cx="2598021" cy="30419"/>
          </a:xfrm>
          <a:prstGeom prst="rect">
            <a:avLst/>
          </a:prstGeom>
        </p:spPr>
      </p:pic>
      <p:pic>
        <p:nvPicPr>
          <p:cNvPr id="1338" name="picture 1338"/>
          <p:cNvPicPr>
            <a:picLocks noChangeAspect="1"/>
          </p:cNvPicPr>
          <p:nvPr/>
        </p:nvPicPr>
        <p:blipFill>
          <a:blip r:embed="rId15"/>
          <a:stretch>
            <a:fillRect/>
          </a:stretch>
        </p:blipFill>
        <p:spPr>
          <a:xfrm rot="21600000">
            <a:off x="8961692" y="3235427"/>
            <a:ext cx="151390" cy="286901"/>
          </a:xfrm>
          <a:prstGeom prst="rect">
            <a:avLst/>
          </a:prstGeom>
        </p:spPr>
      </p:pic>
      <p:sp>
        <p:nvSpPr>
          <p:cNvPr id="1340" name="textbox 1340"/>
          <p:cNvSpPr/>
          <p:nvPr/>
        </p:nvSpPr>
        <p:spPr>
          <a:xfrm>
            <a:off x="8894131" y="3002327"/>
            <a:ext cx="473561" cy="303032"/>
          </a:xfrm>
          <a:prstGeom prst="rect">
            <a:avLst/>
          </a:prstGeom>
        </p:spPr>
        <p:txBody>
          <a:bodyPr vert="horz" wrap="square" lIns="0" tIns="0" rIns="0" bIns="0"/>
          <a:lstStyle/>
          <a:p>
            <a:pPr algn="l" rtl="0" eaLnBrk="0">
              <a:lnSpc>
                <a:spcPct val="92000"/>
              </a:lnSpc>
            </a:pPr>
            <a:endParaRPr lang="en-US" altLang="en-US" sz="100" dirty="0"/>
          </a:p>
          <a:p>
            <a:pPr algn="r" rtl="0" eaLnBrk="0">
              <a:lnSpc>
                <a:spcPct val="96000"/>
              </a:lnSpc>
            </a:pPr>
            <a:r>
              <a:rPr sz="1905" kern="0" spc="-22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a:t>
            </a:r>
            <a:r>
              <a:rPr sz="1905" kern="0" spc="-10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较</a:t>
            </a:r>
            <a:endParaRPr lang="en-US" altLang="en-US" sz="1905" dirty="0"/>
          </a:p>
        </p:txBody>
      </p:sp>
      <p:sp>
        <p:nvSpPr>
          <p:cNvPr id="1342" name="textbox 1342"/>
          <p:cNvSpPr/>
          <p:nvPr/>
        </p:nvSpPr>
        <p:spPr>
          <a:xfrm>
            <a:off x="9144986" y="4877583"/>
            <a:ext cx="547303" cy="245998"/>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Alice</a:t>
            </a:r>
            <a:endParaRPr lang="en-US" altLang="en-US" sz="1905" dirty="0"/>
          </a:p>
        </p:txBody>
      </p:sp>
      <p:pic>
        <p:nvPicPr>
          <p:cNvPr id="1344" name="picture 1344"/>
          <p:cNvPicPr>
            <a:picLocks noChangeAspect="1"/>
          </p:cNvPicPr>
          <p:nvPr/>
        </p:nvPicPr>
        <p:blipFill>
          <a:blip r:embed="rId16"/>
          <a:stretch>
            <a:fillRect/>
          </a:stretch>
        </p:blipFill>
        <p:spPr>
          <a:xfrm rot="21600000">
            <a:off x="5216754" y="2816481"/>
            <a:ext cx="456969" cy="151401"/>
          </a:xfrm>
          <a:prstGeom prst="rect">
            <a:avLst/>
          </a:prstGeom>
        </p:spPr>
      </p:pic>
      <p:pic>
        <p:nvPicPr>
          <p:cNvPr id="1346" name="picture 1346"/>
          <p:cNvPicPr>
            <a:picLocks noChangeAspect="1"/>
          </p:cNvPicPr>
          <p:nvPr/>
        </p:nvPicPr>
        <p:blipFill>
          <a:blip r:embed="rId17"/>
          <a:stretch>
            <a:fillRect/>
          </a:stretch>
        </p:blipFill>
        <p:spPr>
          <a:xfrm rot="21600000">
            <a:off x="3623236" y="4432121"/>
            <a:ext cx="219152" cy="315246"/>
          </a:xfrm>
          <a:prstGeom prst="rect">
            <a:avLst/>
          </a:prstGeom>
        </p:spPr>
      </p:pic>
      <p:sp>
        <p:nvSpPr>
          <p:cNvPr id="1348" name="textbox 1348"/>
          <p:cNvSpPr/>
          <p:nvPr/>
        </p:nvSpPr>
        <p:spPr>
          <a:xfrm>
            <a:off x="3054753" y="4996227"/>
            <a:ext cx="436691" cy="241966"/>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Bob</a:t>
            </a:r>
            <a:endParaRPr lang="en-US" altLang="en-US" sz="1905" dirty="0"/>
          </a:p>
        </p:txBody>
      </p:sp>
      <p:sp>
        <p:nvSpPr>
          <p:cNvPr id="1350" name="path"/>
          <p:cNvSpPr/>
          <p:nvPr/>
        </p:nvSpPr>
        <p:spPr>
          <a:xfrm>
            <a:off x="2657447" y="4327730"/>
            <a:ext cx="315247" cy="200485"/>
          </a:xfrm>
          <a:custGeom>
            <a:avLst/>
            <a:gdLst/>
            <a:ahLst/>
            <a:cxnLst/>
            <a:rect l="0" t="0" r="0" b="0"/>
            <a:pathLst>
              <a:path w="547" h="347">
                <a:moveTo>
                  <a:pt x="547" y="0"/>
                </a:moveTo>
                <a:lnTo>
                  <a:pt x="542" y="17"/>
                </a:lnTo>
                <a:cubicBezTo>
                  <a:pt x="479" y="196"/>
                  <a:pt x="129" y="195"/>
                  <a:pt x="1" y="343"/>
                </a:cubicBezTo>
                <a:lnTo>
                  <a:pt x="0" y="345"/>
                </a:lnTo>
                <a:lnTo>
                  <a:pt x="2" y="347"/>
                </a:lnTo>
                <a:lnTo>
                  <a:pt x="8" y="347"/>
                </a:lnTo>
                <a:cubicBezTo>
                  <a:pt x="48" y="319"/>
                  <a:pt x="101" y="289"/>
                  <a:pt x="145" y="268"/>
                </a:cubicBezTo>
                <a:lnTo>
                  <a:pt x="165" y="259"/>
                </a:lnTo>
                <a:lnTo>
                  <a:pt x="176" y="253"/>
                </a:lnTo>
                <a:cubicBezTo>
                  <a:pt x="200" y="242"/>
                  <a:pt x="227" y="232"/>
                  <a:pt x="253" y="223"/>
                </a:cubicBezTo>
                <a:lnTo>
                  <a:pt x="265" y="218"/>
                </a:lnTo>
                <a:lnTo>
                  <a:pt x="276" y="214"/>
                </a:lnTo>
                <a:lnTo>
                  <a:pt x="286" y="211"/>
                </a:lnTo>
                <a:cubicBezTo>
                  <a:pt x="377" y="177"/>
                  <a:pt x="501" y="128"/>
                  <a:pt x="540" y="32"/>
                </a:cubicBezTo>
                <a:lnTo>
                  <a:pt x="543" y="16"/>
                </a:lnTo>
                <a:lnTo>
                  <a:pt x="547"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352" name="path"/>
          <p:cNvSpPr/>
          <p:nvPr/>
        </p:nvSpPr>
        <p:spPr>
          <a:xfrm>
            <a:off x="2953337" y="4159297"/>
            <a:ext cx="270851" cy="182949"/>
          </a:xfrm>
          <a:custGeom>
            <a:avLst/>
            <a:gdLst/>
            <a:ahLst/>
            <a:cxnLst/>
            <a:rect l="0" t="0" r="0" b="0"/>
            <a:pathLst>
              <a:path w="470" h="317">
                <a:moveTo>
                  <a:pt x="26" y="286"/>
                </a:moveTo>
                <a:lnTo>
                  <a:pt x="31" y="247"/>
                </a:lnTo>
                <a:cubicBezTo>
                  <a:pt x="39" y="207"/>
                  <a:pt x="23" y="155"/>
                  <a:pt x="31" y="113"/>
                </a:cubicBezTo>
                <a:lnTo>
                  <a:pt x="37" y="94"/>
                </a:lnTo>
                <a:lnTo>
                  <a:pt x="46" y="76"/>
                </a:lnTo>
                <a:lnTo>
                  <a:pt x="61" y="60"/>
                </a:lnTo>
                <a:lnTo>
                  <a:pt x="79" y="46"/>
                </a:lnTo>
                <a:lnTo>
                  <a:pt x="100" y="33"/>
                </a:lnTo>
                <a:lnTo>
                  <a:pt x="123" y="23"/>
                </a:lnTo>
                <a:lnTo>
                  <a:pt x="148" y="16"/>
                </a:lnTo>
                <a:lnTo>
                  <a:pt x="172" y="12"/>
                </a:lnTo>
                <a:lnTo>
                  <a:pt x="175" y="11"/>
                </a:lnTo>
                <a:lnTo>
                  <a:pt x="177" y="9"/>
                </a:lnTo>
                <a:lnTo>
                  <a:pt x="177" y="7"/>
                </a:lnTo>
                <a:lnTo>
                  <a:pt x="175" y="6"/>
                </a:lnTo>
                <a:lnTo>
                  <a:pt x="149" y="6"/>
                </a:lnTo>
                <a:cubicBezTo>
                  <a:pt x="97" y="10"/>
                  <a:pt x="46" y="41"/>
                  <a:pt x="21" y="88"/>
                </a:cubicBezTo>
                <a:lnTo>
                  <a:pt x="15" y="111"/>
                </a:lnTo>
                <a:lnTo>
                  <a:pt x="16" y="133"/>
                </a:lnTo>
                <a:cubicBezTo>
                  <a:pt x="21" y="169"/>
                  <a:pt x="35" y="221"/>
                  <a:pt x="29" y="257"/>
                </a:cubicBezTo>
                <a:lnTo>
                  <a:pt x="27" y="271"/>
                </a:lnTo>
                <a:lnTo>
                  <a:pt x="26" y="286"/>
                </a:lnTo>
              </a:path>
              <a:path w="470" h="317">
                <a:moveTo>
                  <a:pt x="165" y="15"/>
                </a:moveTo>
                <a:lnTo>
                  <a:pt x="178" y="12"/>
                </a:lnTo>
                <a:cubicBezTo>
                  <a:pt x="273" y="-6"/>
                  <a:pt x="446" y="35"/>
                  <a:pt x="460" y="148"/>
                </a:cubicBezTo>
                <a:lnTo>
                  <a:pt x="464" y="165"/>
                </a:lnTo>
                <a:lnTo>
                  <a:pt x="469" y="165"/>
                </a:lnTo>
                <a:lnTo>
                  <a:pt x="469" y="163"/>
                </a:lnTo>
                <a:cubicBezTo>
                  <a:pt x="470" y="29"/>
                  <a:pt x="283" y="-15"/>
                  <a:pt x="178" y="11"/>
                </a:cubicBezTo>
                <a:lnTo>
                  <a:pt x="165" y="15"/>
                </a:lnTo>
              </a:path>
              <a:path w="470" h="317">
                <a:moveTo>
                  <a:pt x="349" y="123"/>
                </a:moveTo>
                <a:lnTo>
                  <a:pt x="359" y="133"/>
                </a:lnTo>
                <a:lnTo>
                  <a:pt x="367" y="145"/>
                </a:lnTo>
                <a:lnTo>
                  <a:pt x="370" y="160"/>
                </a:lnTo>
                <a:lnTo>
                  <a:pt x="373" y="174"/>
                </a:lnTo>
                <a:lnTo>
                  <a:pt x="374" y="175"/>
                </a:lnTo>
                <a:lnTo>
                  <a:pt x="376" y="175"/>
                </a:lnTo>
                <a:lnTo>
                  <a:pt x="377" y="174"/>
                </a:lnTo>
                <a:lnTo>
                  <a:pt x="377" y="173"/>
                </a:lnTo>
                <a:lnTo>
                  <a:pt x="379" y="157"/>
                </a:lnTo>
                <a:lnTo>
                  <a:pt x="377" y="142"/>
                </a:lnTo>
                <a:lnTo>
                  <a:pt x="369" y="127"/>
                </a:lnTo>
                <a:lnTo>
                  <a:pt x="356" y="115"/>
                </a:lnTo>
                <a:lnTo>
                  <a:pt x="343" y="109"/>
                </a:lnTo>
                <a:lnTo>
                  <a:pt x="328" y="106"/>
                </a:lnTo>
                <a:lnTo>
                  <a:pt x="316" y="103"/>
                </a:lnTo>
                <a:lnTo>
                  <a:pt x="305" y="101"/>
                </a:lnTo>
                <a:lnTo>
                  <a:pt x="286" y="101"/>
                </a:lnTo>
                <a:lnTo>
                  <a:pt x="283" y="102"/>
                </a:lnTo>
                <a:lnTo>
                  <a:pt x="280" y="102"/>
                </a:lnTo>
                <a:lnTo>
                  <a:pt x="283" y="102"/>
                </a:lnTo>
                <a:cubicBezTo>
                  <a:pt x="300" y="106"/>
                  <a:pt x="313" y="108"/>
                  <a:pt x="331" y="113"/>
                </a:cubicBezTo>
                <a:lnTo>
                  <a:pt x="341" y="118"/>
                </a:lnTo>
              </a:path>
              <a:path w="470" h="317">
                <a:moveTo>
                  <a:pt x="106" y="103"/>
                </a:moveTo>
                <a:lnTo>
                  <a:pt x="99" y="108"/>
                </a:lnTo>
                <a:lnTo>
                  <a:pt x="93" y="113"/>
                </a:lnTo>
                <a:cubicBezTo>
                  <a:pt x="72" y="137"/>
                  <a:pt x="83" y="147"/>
                  <a:pt x="105" y="162"/>
                </a:cubicBezTo>
                <a:lnTo>
                  <a:pt x="109" y="167"/>
                </a:lnTo>
                <a:lnTo>
                  <a:pt x="112" y="175"/>
                </a:lnTo>
                <a:cubicBezTo>
                  <a:pt x="103" y="207"/>
                  <a:pt x="71" y="219"/>
                  <a:pt x="70" y="275"/>
                </a:cubicBezTo>
                <a:lnTo>
                  <a:pt x="69" y="295"/>
                </a:lnTo>
                <a:lnTo>
                  <a:pt x="71" y="317"/>
                </a:lnTo>
                <a:lnTo>
                  <a:pt x="73" y="309"/>
                </a:lnTo>
                <a:lnTo>
                  <a:pt x="76" y="288"/>
                </a:lnTo>
                <a:lnTo>
                  <a:pt x="80" y="262"/>
                </a:lnTo>
                <a:lnTo>
                  <a:pt x="88" y="239"/>
                </a:lnTo>
                <a:lnTo>
                  <a:pt x="91" y="232"/>
                </a:lnTo>
                <a:lnTo>
                  <a:pt x="97" y="225"/>
                </a:lnTo>
                <a:lnTo>
                  <a:pt x="100" y="217"/>
                </a:lnTo>
                <a:lnTo>
                  <a:pt x="106" y="210"/>
                </a:lnTo>
                <a:lnTo>
                  <a:pt x="111" y="203"/>
                </a:lnTo>
                <a:lnTo>
                  <a:pt x="117" y="197"/>
                </a:lnTo>
                <a:lnTo>
                  <a:pt x="122" y="189"/>
                </a:lnTo>
                <a:lnTo>
                  <a:pt x="127" y="181"/>
                </a:lnTo>
                <a:lnTo>
                  <a:pt x="128" y="169"/>
                </a:lnTo>
                <a:lnTo>
                  <a:pt x="122" y="160"/>
                </a:lnTo>
                <a:lnTo>
                  <a:pt x="112" y="150"/>
                </a:lnTo>
                <a:lnTo>
                  <a:pt x="103" y="142"/>
                </a:lnTo>
                <a:lnTo>
                  <a:pt x="98" y="135"/>
                </a:lnTo>
                <a:lnTo>
                  <a:pt x="94" y="130"/>
                </a:lnTo>
                <a:lnTo>
                  <a:pt x="95" y="123"/>
                </a:lnTo>
                <a:lnTo>
                  <a:pt x="103" y="113"/>
                </a:lnTo>
                <a:lnTo>
                  <a:pt x="109" y="107"/>
                </a:lnTo>
                <a:lnTo>
                  <a:pt x="117" y="103"/>
                </a:lnTo>
                <a:lnTo>
                  <a:pt x="124" y="99"/>
                </a:lnTo>
                <a:lnTo>
                  <a:pt x="130" y="96"/>
                </a:lnTo>
                <a:lnTo>
                  <a:pt x="140" y="95"/>
                </a:lnTo>
                <a:lnTo>
                  <a:pt x="159" y="93"/>
                </a:lnTo>
                <a:lnTo>
                  <a:pt x="181" y="93"/>
                </a:lnTo>
                <a:lnTo>
                  <a:pt x="179" y="93"/>
                </a:lnTo>
                <a:cubicBezTo>
                  <a:pt x="167" y="89"/>
                  <a:pt x="141" y="89"/>
                  <a:pt x="129" y="93"/>
                </a:cubicBezTo>
                <a:lnTo>
                  <a:pt x="118" y="96"/>
                </a:lnTo>
              </a:path>
              <a:path w="470" h="317">
                <a:moveTo>
                  <a:pt x="68" y="169"/>
                </a:moveTo>
                <a:lnTo>
                  <a:pt x="63" y="166"/>
                </a:lnTo>
                <a:lnTo>
                  <a:pt x="57" y="163"/>
                </a:lnTo>
                <a:cubicBezTo>
                  <a:pt x="35" y="159"/>
                  <a:pt x="25" y="174"/>
                  <a:pt x="13" y="190"/>
                </a:cubicBezTo>
                <a:lnTo>
                  <a:pt x="6" y="208"/>
                </a:lnTo>
                <a:lnTo>
                  <a:pt x="1" y="225"/>
                </a:lnTo>
                <a:lnTo>
                  <a:pt x="0" y="243"/>
                </a:lnTo>
                <a:lnTo>
                  <a:pt x="2" y="252"/>
                </a:lnTo>
                <a:lnTo>
                  <a:pt x="6" y="263"/>
                </a:lnTo>
                <a:lnTo>
                  <a:pt x="13" y="274"/>
                </a:lnTo>
                <a:lnTo>
                  <a:pt x="20" y="283"/>
                </a:lnTo>
                <a:lnTo>
                  <a:pt x="27" y="292"/>
                </a:lnTo>
                <a:lnTo>
                  <a:pt x="34" y="297"/>
                </a:lnTo>
                <a:lnTo>
                  <a:pt x="39" y="301"/>
                </a:lnTo>
                <a:lnTo>
                  <a:pt x="40" y="301"/>
                </a:lnTo>
                <a:lnTo>
                  <a:pt x="34" y="293"/>
                </a:lnTo>
                <a:lnTo>
                  <a:pt x="27" y="283"/>
                </a:lnTo>
                <a:cubicBezTo>
                  <a:pt x="12" y="264"/>
                  <a:pt x="15" y="235"/>
                  <a:pt x="19" y="211"/>
                </a:cubicBezTo>
                <a:lnTo>
                  <a:pt x="21" y="204"/>
                </a:lnTo>
                <a:lnTo>
                  <a:pt x="26" y="196"/>
                </a:lnTo>
                <a:lnTo>
                  <a:pt x="30" y="187"/>
                </a:lnTo>
                <a:lnTo>
                  <a:pt x="43" y="174"/>
                </a:lnTo>
                <a:lnTo>
                  <a:pt x="51" y="172"/>
                </a:lnTo>
                <a:lnTo>
                  <a:pt x="60" y="173"/>
                </a:lnTo>
                <a:lnTo>
                  <a:pt x="69" y="180"/>
                </a:lnTo>
                <a:lnTo>
                  <a:pt x="77" y="187"/>
                </a:lnTo>
                <a:lnTo>
                  <a:pt x="83" y="190"/>
                </a:lnTo>
                <a:lnTo>
                  <a:pt x="81" y="185"/>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354" name="picture 1354"/>
          <p:cNvPicPr>
            <a:picLocks noChangeAspect="1"/>
          </p:cNvPicPr>
          <p:nvPr/>
        </p:nvPicPr>
        <p:blipFill>
          <a:blip r:embed="rId18"/>
          <a:stretch>
            <a:fillRect/>
          </a:stretch>
        </p:blipFill>
        <p:spPr>
          <a:xfrm rot="21600000">
            <a:off x="8042913" y="2642957"/>
            <a:ext cx="306259" cy="152093"/>
          </a:xfrm>
          <a:prstGeom prst="rect">
            <a:avLst/>
          </a:prstGeom>
        </p:spPr>
      </p:pic>
      <p:sp>
        <p:nvSpPr>
          <p:cNvPr id="1356" name="path"/>
          <p:cNvSpPr/>
          <p:nvPr/>
        </p:nvSpPr>
        <p:spPr>
          <a:xfrm>
            <a:off x="3111652" y="4457008"/>
            <a:ext cx="147253" cy="67059"/>
          </a:xfrm>
          <a:custGeom>
            <a:avLst/>
            <a:gdLst/>
            <a:ahLst/>
            <a:cxnLst/>
            <a:rect l="0" t="0" r="0" b="0"/>
            <a:pathLst>
              <a:path w="255" h="116">
                <a:moveTo>
                  <a:pt x="0" y="0"/>
                </a:moveTo>
                <a:lnTo>
                  <a:pt x="1" y="0"/>
                </a:lnTo>
                <a:lnTo>
                  <a:pt x="3" y="2"/>
                </a:lnTo>
                <a:cubicBezTo>
                  <a:pt x="29" y="24"/>
                  <a:pt x="46" y="36"/>
                  <a:pt x="76" y="53"/>
                </a:cubicBezTo>
                <a:lnTo>
                  <a:pt x="94" y="63"/>
                </a:lnTo>
                <a:lnTo>
                  <a:pt x="113" y="74"/>
                </a:lnTo>
                <a:lnTo>
                  <a:pt x="136" y="82"/>
                </a:lnTo>
                <a:lnTo>
                  <a:pt x="160" y="92"/>
                </a:lnTo>
                <a:lnTo>
                  <a:pt x="186" y="100"/>
                </a:lnTo>
                <a:lnTo>
                  <a:pt x="213" y="109"/>
                </a:lnTo>
                <a:lnTo>
                  <a:pt x="243" y="116"/>
                </a:lnTo>
                <a:lnTo>
                  <a:pt x="244" y="116"/>
                </a:lnTo>
                <a:lnTo>
                  <a:pt x="248" y="115"/>
                </a:lnTo>
                <a:lnTo>
                  <a:pt x="250" y="113"/>
                </a:lnTo>
                <a:lnTo>
                  <a:pt x="254" y="111"/>
                </a:lnTo>
                <a:lnTo>
                  <a:pt x="255" y="109"/>
                </a:lnTo>
                <a:lnTo>
                  <a:pt x="253" y="106"/>
                </a:lnTo>
                <a:lnTo>
                  <a:pt x="247" y="103"/>
                </a:lnTo>
                <a:cubicBezTo>
                  <a:pt x="229" y="97"/>
                  <a:pt x="208" y="92"/>
                  <a:pt x="190" y="88"/>
                </a:cubicBezTo>
                <a:lnTo>
                  <a:pt x="178" y="86"/>
                </a:lnTo>
                <a:lnTo>
                  <a:pt x="165" y="81"/>
                </a:lnTo>
                <a:cubicBezTo>
                  <a:pt x="129" y="69"/>
                  <a:pt x="101" y="55"/>
                  <a:pt x="67" y="38"/>
                </a:cubicBezTo>
                <a:lnTo>
                  <a:pt x="46" y="26"/>
                </a:lnTo>
                <a:lnTo>
                  <a:pt x="23" y="14"/>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358" name="path"/>
          <p:cNvSpPr/>
          <p:nvPr/>
        </p:nvSpPr>
        <p:spPr>
          <a:xfrm>
            <a:off x="3119256" y="4479822"/>
            <a:ext cx="59806" cy="344973"/>
          </a:xfrm>
          <a:custGeom>
            <a:avLst/>
            <a:gdLst/>
            <a:ahLst/>
            <a:cxnLst/>
            <a:rect l="0" t="0" r="0" b="0"/>
            <a:pathLst>
              <a:path w="103" h="598">
                <a:moveTo>
                  <a:pt x="4" y="3"/>
                </a:moveTo>
                <a:lnTo>
                  <a:pt x="7" y="7"/>
                </a:lnTo>
                <a:cubicBezTo>
                  <a:pt x="84" y="172"/>
                  <a:pt x="116" y="378"/>
                  <a:pt x="30" y="547"/>
                </a:cubicBezTo>
                <a:lnTo>
                  <a:pt x="0" y="598"/>
                </a:lnTo>
                <a:lnTo>
                  <a:pt x="2" y="596"/>
                </a:lnTo>
                <a:lnTo>
                  <a:pt x="8" y="587"/>
                </a:lnTo>
                <a:cubicBezTo>
                  <a:pt x="38" y="546"/>
                  <a:pt x="68" y="492"/>
                  <a:pt x="80" y="442"/>
                </a:cubicBezTo>
                <a:lnTo>
                  <a:pt x="90" y="401"/>
                </a:lnTo>
                <a:lnTo>
                  <a:pt x="97" y="358"/>
                </a:lnTo>
                <a:lnTo>
                  <a:pt x="99" y="311"/>
                </a:lnTo>
                <a:lnTo>
                  <a:pt x="98" y="261"/>
                </a:lnTo>
                <a:lnTo>
                  <a:pt x="90" y="207"/>
                </a:lnTo>
                <a:lnTo>
                  <a:pt x="76" y="150"/>
                </a:lnTo>
                <a:lnTo>
                  <a:pt x="55" y="88"/>
                </a:lnTo>
                <a:lnTo>
                  <a:pt x="26" y="26"/>
                </a:lnTo>
                <a:lnTo>
                  <a:pt x="25" y="19"/>
                </a:lnTo>
                <a:lnTo>
                  <a:pt x="20" y="7"/>
                </a:lnTo>
                <a:lnTo>
                  <a:pt x="13"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360" name="textbox 1360"/>
          <p:cNvSpPr/>
          <p:nvPr/>
        </p:nvSpPr>
        <p:spPr>
          <a:xfrm>
            <a:off x="2859024" y="3903050"/>
            <a:ext cx="145755" cy="243118"/>
          </a:xfrm>
          <a:prstGeom prst="rect">
            <a:avLst/>
          </a:prstGeom>
        </p:spPr>
        <p:txBody>
          <a:bodyPr vert="horz" wrap="square" lIns="0" tIns="0" rIns="0" bIns="0"/>
          <a:lstStyle/>
          <a:p>
            <a:pPr algn="l" rtl="0" eaLnBrk="0">
              <a:lnSpc>
                <a:spcPct val="92000"/>
              </a:lnSpc>
            </a:pPr>
            <a:endParaRPr lang="en-US" altLang="en-US" sz="100" dirty="0"/>
          </a:p>
          <a:p>
            <a:pPr algn="r" rtl="0" eaLnBrk="0">
              <a:lnSpc>
                <a:spcPct val="79000"/>
              </a:lnSpc>
            </a:pPr>
            <a:r>
              <a:rPr sz="1815" b="1" kern="0" spc="-7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1815" dirty="0"/>
          </a:p>
        </p:txBody>
      </p:sp>
      <p:sp>
        <p:nvSpPr>
          <p:cNvPr id="1362" name="path"/>
          <p:cNvSpPr/>
          <p:nvPr/>
        </p:nvSpPr>
        <p:spPr>
          <a:xfrm>
            <a:off x="3273423" y="4877337"/>
            <a:ext cx="318703" cy="60779"/>
          </a:xfrm>
          <a:custGeom>
            <a:avLst/>
            <a:gdLst/>
            <a:ahLst/>
            <a:cxnLst/>
            <a:rect l="0" t="0" r="0" b="0"/>
            <a:pathLst>
              <a:path w="553" h="105">
                <a:moveTo>
                  <a:pt x="0" y="104"/>
                </a:moveTo>
                <a:lnTo>
                  <a:pt x="3" y="104"/>
                </a:lnTo>
                <a:lnTo>
                  <a:pt x="14" y="103"/>
                </a:lnTo>
                <a:cubicBezTo>
                  <a:pt x="75" y="101"/>
                  <a:pt x="136" y="94"/>
                  <a:pt x="197" y="93"/>
                </a:cubicBezTo>
                <a:lnTo>
                  <a:pt x="229" y="90"/>
                </a:lnTo>
                <a:lnTo>
                  <a:pt x="257" y="88"/>
                </a:lnTo>
                <a:cubicBezTo>
                  <a:pt x="294" y="88"/>
                  <a:pt x="330" y="80"/>
                  <a:pt x="366" y="82"/>
                </a:cubicBezTo>
                <a:lnTo>
                  <a:pt x="377" y="87"/>
                </a:lnTo>
                <a:lnTo>
                  <a:pt x="377" y="90"/>
                </a:lnTo>
                <a:lnTo>
                  <a:pt x="374" y="92"/>
                </a:lnTo>
                <a:cubicBezTo>
                  <a:pt x="263" y="105"/>
                  <a:pt x="127" y="100"/>
                  <a:pt x="14" y="104"/>
                </a:cubicBezTo>
                <a:lnTo>
                  <a:pt x="3" y="104"/>
                </a:lnTo>
              </a:path>
              <a:path w="553" h="105">
                <a:moveTo>
                  <a:pt x="405" y="88"/>
                </a:moveTo>
                <a:lnTo>
                  <a:pt x="412" y="85"/>
                </a:lnTo>
                <a:cubicBezTo>
                  <a:pt x="445" y="69"/>
                  <a:pt x="485" y="53"/>
                  <a:pt x="520" y="43"/>
                </a:cubicBezTo>
                <a:lnTo>
                  <a:pt x="533" y="43"/>
                </a:lnTo>
                <a:lnTo>
                  <a:pt x="536" y="50"/>
                </a:lnTo>
                <a:lnTo>
                  <a:pt x="525" y="61"/>
                </a:lnTo>
                <a:lnTo>
                  <a:pt x="510" y="70"/>
                </a:lnTo>
                <a:lnTo>
                  <a:pt x="488" y="76"/>
                </a:lnTo>
                <a:lnTo>
                  <a:pt x="465" y="81"/>
                </a:lnTo>
                <a:lnTo>
                  <a:pt x="442" y="85"/>
                </a:lnTo>
                <a:lnTo>
                  <a:pt x="423" y="87"/>
                </a:lnTo>
                <a:lnTo>
                  <a:pt x="411" y="88"/>
                </a:lnTo>
              </a:path>
              <a:path w="553" h="105">
                <a:moveTo>
                  <a:pt x="390" y="63"/>
                </a:moveTo>
                <a:lnTo>
                  <a:pt x="553" y="0"/>
                </a:lnTo>
                <a:lnTo>
                  <a:pt x="549" y="2"/>
                </a:lnTo>
                <a:cubicBezTo>
                  <a:pt x="519" y="18"/>
                  <a:pt x="480" y="38"/>
                  <a:pt x="448" y="47"/>
                </a:cubicBezTo>
                <a:lnTo>
                  <a:pt x="420" y="56"/>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364" name="picture 1364"/>
          <p:cNvPicPr>
            <a:picLocks noChangeAspect="1"/>
          </p:cNvPicPr>
          <p:nvPr/>
        </p:nvPicPr>
        <p:blipFill>
          <a:blip r:embed="rId19"/>
          <a:stretch>
            <a:fillRect/>
          </a:stretch>
        </p:blipFill>
        <p:spPr>
          <a:xfrm rot="21600000">
            <a:off x="3064641" y="3464258"/>
            <a:ext cx="29727" cy="228830"/>
          </a:xfrm>
          <a:prstGeom prst="rect">
            <a:avLst/>
          </a:prstGeom>
        </p:spPr>
      </p:pic>
      <p:sp>
        <p:nvSpPr>
          <p:cNvPr id="1366" name="rect"/>
          <p:cNvSpPr/>
          <p:nvPr/>
        </p:nvSpPr>
        <p:spPr>
          <a:xfrm>
            <a:off x="2873834" y="4938970"/>
            <a:ext cx="303493" cy="22371"/>
          </a:xfrm>
          <a:prstGeom prst="rect">
            <a:avLst/>
          </a:prstGeom>
          <a:solidFill>
            <a:srgbClr val="140000">
              <a:alpha val="100000"/>
            </a:srgbClr>
          </a:solidFill>
          <a:ln cap="flat">
            <a:noFill/>
            <a:prstDash val="solid"/>
            <a:miter lim="0"/>
          </a:ln>
        </p:spPr>
        <p:txBody>
          <a:bodyPr rtlCol="0"/>
          <a:lstStyle/>
          <a:p>
            <a:pPr algn="ctr"/>
            <a:endParaRPr lang="zh-CN" altLang="en-US" sz="1635"/>
          </a:p>
        </p:txBody>
      </p:sp>
      <p:pic>
        <p:nvPicPr>
          <p:cNvPr id="1368" name="picture 1368"/>
          <p:cNvPicPr>
            <a:picLocks noChangeAspect="1"/>
          </p:cNvPicPr>
          <p:nvPr/>
        </p:nvPicPr>
        <p:blipFill>
          <a:blip r:embed="rId20"/>
          <a:stretch>
            <a:fillRect/>
          </a:stretch>
        </p:blipFill>
        <p:spPr>
          <a:xfrm rot="21600000">
            <a:off x="5760480" y="3464257"/>
            <a:ext cx="68793" cy="64645"/>
          </a:xfrm>
          <a:prstGeom prst="rect">
            <a:avLst/>
          </a:prstGeom>
        </p:spPr>
      </p:pic>
      <p:sp>
        <p:nvSpPr>
          <p:cNvPr id="1370" name="path"/>
          <p:cNvSpPr/>
          <p:nvPr/>
        </p:nvSpPr>
        <p:spPr>
          <a:xfrm>
            <a:off x="3068098" y="4205363"/>
            <a:ext cx="91255" cy="44936"/>
          </a:xfrm>
          <a:custGeom>
            <a:avLst/>
            <a:gdLst/>
            <a:ahLst/>
            <a:cxnLst/>
            <a:rect l="0" t="0" r="0" b="0"/>
            <a:pathLst>
              <a:path w="158" h="77">
                <a:moveTo>
                  <a:pt x="0" y="0"/>
                </a:moveTo>
                <a:lnTo>
                  <a:pt x="1" y="1"/>
                </a:lnTo>
                <a:cubicBezTo>
                  <a:pt x="61" y="54"/>
                  <a:pt x="120" y="33"/>
                  <a:pt x="153" y="68"/>
                </a:cubicBezTo>
                <a:lnTo>
                  <a:pt x="158" y="77"/>
                </a:lnTo>
                <a:lnTo>
                  <a:pt x="158" y="74"/>
                </a:lnTo>
                <a:cubicBezTo>
                  <a:pt x="157" y="41"/>
                  <a:pt x="57" y="39"/>
                  <a:pt x="32" y="17"/>
                </a:cubicBezTo>
                <a:lnTo>
                  <a:pt x="16" y="1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372" name="rect"/>
          <p:cNvSpPr/>
          <p:nvPr/>
        </p:nvSpPr>
        <p:spPr>
          <a:xfrm>
            <a:off x="3507093" y="4398240"/>
            <a:ext cx="300037" cy="10396"/>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1374" name="rect"/>
          <p:cNvSpPr/>
          <p:nvPr/>
        </p:nvSpPr>
        <p:spPr>
          <a:xfrm>
            <a:off x="3300385" y="4904991"/>
            <a:ext cx="53232" cy="11753"/>
          </a:xfrm>
          <a:prstGeom prst="rect">
            <a:avLst/>
          </a:prstGeom>
          <a:solidFill>
            <a:srgbClr val="140000">
              <a:alpha val="100000"/>
            </a:srgbClr>
          </a:solidFill>
          <a:ln cap="flat">
            <a:noFill/>
            <a:prstDash val="solid"/>
            <a:miter lim="0"/>
          </a:ln>
        </p:spPr>
        <p:txBody>
          <a:bodyPr rtlCol="0"/>
          <a:lstStyle/>
          <a:p>
            <a:pPr algn="ctr"/>
            <a:endParaRPr lang="zh-CN" altLang="en-US" sz="1635"/>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6" name="rect"/>
          <p:cNvSpPr/>
          <p:nvPr/>
        </p:nvSpPr>
        <p:spPr>
          <a:xfrm>
            <a:off x="1715164" y="1025243"/>
            <a:ext cx="8322238" cy="483931"/>
          </a:xfrm>
          <a:prstGeom prst="rect">
            <a:avLst/>
          </a:prstGeom>
          <a:solidFill>
            <a:srgbClr val="C8DDF0">
              <a:alpha val="100000"/>
            </a:srgbClr>
          </a:solidFill>
          <a:ln cap="flat">
            <a:noFill/>
            <a:prstDash val="solid"/>
            <a:miter lim="0"/>
          </a:ln>
        </p:spPr>
        <p:txBody>
          <a:bodyPr rtlCol="0"/>
          <a:lstStyle/>
          <a:p>
            <a:pPr algn="ctr"/>
            <a:endParaRPr lang="zh-CN" altLang="en-US" sz="1635"/>
          </a:p>
        </p:txBody>
      </p:sp>
      <p:sp>
        <p:nvSpPr>
          <p:cNvPr id="1378" name="textbox 1378"/>
          <p:cNvSpPr/>
          <p:nvPr/>
        </p:nvSpPr>
        <p:spPr>
          <a:xfrm>
            <a:off x="2845832" y="1258500"/>
            <a:ext cx="6016881" cy="970166"/>
          </a:xfrm>
          <a:prstGeom prst="rect">
            <a:avLst/>
          </a:prstGeom>
        </p:spPr>
        <p:txBody>
          <a:bodyPr vert="horz" wrap="square" lIns="0" tIns="0" rIns="0" bIns="0"/>
          <a:lstStyle/>
          <a:p>
            <a:pPr algn="l" rtl="0" eaLnBrk="0">
              <a:lnSpc>
                <a:spcPct val="97000"/>
              </a:lnSpc>
            </a:pPr>
            <a:endParaRPr lang="en-US" altLang="en-US" sz="100" dirty="0"/>
          </a:p>
          <a:p>
            <a:pPr marL="12700" algn="l" rtl="0" eaLnBrk="0">
              <a:lnSpc>
                <a:spcPct val="86000"/>
              </a:lnSpc>
            </a:pPr>
            <a:r>
              <a:rPr sz="3900" kern="0" spc="-120" dirty="0">
                <a:solidFill>
                  <a:srgbClr val="1F4E79">
                    <a:alpha val="100000"/>
                  </a:srgbClr>
                </a:solidFill>
                <a:latin typeface="仿宋" panose="02010609060101010101" charset="-122"/>
                <a:ea typeface="仿宋" panose="02010609060101010101" charset="-122"/>
                <a:cs typeface="仿宋" panose="02010609060101010101" charset="-122"/>
              </a:rPr>
              <a:t>认证函数：Hash函数（续）</a:t>
            </a:r>
            <a:endParaRPr lang="en-US" altLang="en-US" sz="3900" dirty="0"/>
          </a:p>
          <a:p>
            <a:pPr marL="65405" algn="l" rtl="0" eaLnBrk="0">
              <a:lnSpc>
                <a:spcPts val="3765"/>
              </a:lnSpc>
            </a:pPr>
            <a:r>
              <a:rPr sz="254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哈希函数的基本用法（</a:t>
            </a:r>
            <a:r>
              <a:rPr sz="2540" kern="0" spc="80" dirty="0">
                <a:solidFill>
                  <a:srgbClr val="000000">
                    <a:alpha val="100000"/>
                  </a:srgbClr>
                </a:solidFill>
                <a:latin typeface="Times New Roman" panose="02020603050405020304"/>
                <a:ea typeface="Times New Roman" panose="02020603050405020304"/>
                <a:cs typeface="Times New Roman" panose="02020603050405020304"/>
              </a:rPr>
              <a:t>f</a:t>
            </a:r>
            <a:r>
              <a:rPr sz="254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540" dirty="0"/>
          </a:p>
        </p:txBody>
      </p:sp>
      <p:sp>
        <p:nvSpPr>
          <p:cNvPr id="1380" name="rect"/>
          <p:cNvSpPr/>
          <p:nvPr/>
        </p:nvSpPr>
        <p:spPr>
          <a:xfrm>
            <a:off x="1715164" y="5449759"/>
            <a:ext cx="8322238" cy="45627"/>
          </a:xfrm>
          <a:prstGeom prst="rect">
            <a:avLst/>
          </a:prstGeom>
          <a:solidFill>
            <a:srgbClr val="9DC3E6">
              <a:alpha val="100000"/>
            </a:srgbClr>
          </a:solidFill>
          <a:ln cap="flat">
            <a:noFill/>
            <a:prstDash val="solid"/>
            <a:miter lim="0"/>
          </a:ln>
        </p:spPr>
        <p:txBody>
          <a:bodyPr rtlCol="0"/>
          <a:lstStyle/>
          <a:p>
            <a:pPr algn="ctr"/>
            <a:endParaRPr lang="zh-CN" altLang="en-US" sz="1635"/>
          </a:p>
        </p:txBody>
      </p:sp>
      <p:grpSp>
        <p:nvGrpSpPr>
          <p:cNvPr id="102" name="group 102"/>
          <p:cNvGrpSpPr/>
          <p:nvPr/>
        </p:nvGrpSpPr>
        <p:grpSpPr>
          <a:xfrm rot="21600000">
            <a:off x="3804365" y="5070910"/>
            <a:ext cx="5883223" cy="821991"/>
            <a:chOff x="0" y="0"/>
            <a:chExt cx="6484619" cy="906017"/>
          </a:xfrm>
        </p:grpSpPr>
        <p:pic>
          <p:nvPicPr>
            <p:cNvPr id="1382" name="picture 1382"/>
            <p:cNvPicPr>
              <a:picLocks noChangeAspect="1"/>
            </p:cNvPicPr>
            <p:nvPr/>
          </p:nvPicPr>
          <p:blipFill>
            <a:blip r:embed="rId1"/>
            <a:stretch>
              <a:fillRect/>
            </a:stretch>
          </p:blipFill>
          <p:spPr>
            <a:xfrm rot="21600000">
              <a:off x="0" y="0"/>
              <a:ext cx="6484619" cy="906017"/>
            </a:xfrm>
            <a:prstGeom prst="rect">
              <a:avLst/>
            </a:prstGeom>
          </p:spPr>
        </p:pic>
        <p:sp>
          <p:nvSpPr>
            <p:cNvPr id="1384" name="textbox 1384"/>
            <p:cNvSpPr/>
            <p:nvPr/>
          </p:nvSpPr>
          <p:spPr>
            <a:xfrm>
              <a:off x="-12700" y="-12700"/>
              <a:ext cx="6510019" cy="957580"/>
            </a:xfrm>
            <a:prstGeom prst="rect">
              <a:avLst/>
            </a:prstGeom>
          </p:spPr>
          <p:txBody>
            <a:bodyPr vert="horz" wrap="square" lIns="0" tIns="0" rIns="0" bIns="0"/>
            <a:lstStyle/>
            <a:p>
              <a:pPr algn="l" rtl="0" eaLnBrk="0">
                <a:lnSpc>
                  <a:spcPct val="108000"/>
                </a:lnSpc>
              </a:pPr>
              <a:endParaRPr lang="en-US" altLang="en-US" sz="905" dirty="0"/>
            </a:p>
            <a:p>
              <a:pPr algn="l" rtl="0" eaLnBrk="0">
                <a:lnSpc>
                  <a:spcPct val="108000"/>
                </a:lnSpc>
              </a:pPr>
              <a:endParaRPr lang="en-US" altLang="en-US" sz="905" dirty="0"/>
            </a:p>
            <a:p>
              <a:pPr algn="l" rtl="0" eaLnBrk="0">
                <a:lnSpc>
                  <a:spcPct val="108000"/>
                </a:lnSpc>
              </a:pPr>
              <a:endParaRPr lang="en-US" altLang="en-US" sz="905" dirty="0"/>
            </a:p>
            <a:p>
              <a:pPr marL="2860040" algn="l" rtl="0" eaLnBrk="0">
                <a:lnSpc>
                  <a:spcPct val="99000"/>
                </a:lnSpc>
                <a:spcBef>
                  <a:spcPts val="5"/>
                </a:spcBef>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提供保密</a:t>
              </a:r>
              <a:endParaRPr lang="en-US" altLang="en-US" sz="1360" dirty="0"/>
            </a:p>
          </p:txBody>
        </p:sp>
      </p:grpSp>
      <p:graphicFrame>
        <p:nvGraphicFramePr>
          <p:cNvPr id="1386" name="table 1386"/>
          <p:cNvGraphicFramePr>
            <a:graphicFrameLocks noGrp="1"/>
          </p:cNvGraphicFramePr>
          <p:nvPr/>
        </p:nvGraphicFramePr>
        <p:xfrm>
          <a:off x="7467024" y="2165939"/>
          <a:ext cx="694055" cy="923925"/>
        </p:xfrm>
        <a:graphic>
          <a:graphicData uri="http://schemas.openxmlformats.org/drawingml/2006/table">
            <a:tbl>
              <a:tblPr>
                <a:solidFill>
                  <a:srgbClr val="C0C0C0"/>
                </a:solidFill>
              </a:tblPr>
              <a:tblGrid>
                <a:gridCol w="694055"/>
              </a:tblGrid>
              <a:tr h="923925">
                <a:tc>
                  <a:txBody>
                    <a:bodyPr/>
                    <a:lstStyle/>
                    <a:p>
                      <a:pPr algn="l" rtl="0" eaLnBrk="0">
                        <a:lnSpc>
                          <a:spcPct val="141000"/>
                        </a:lnSpc>
                      </a:pPr>
                      <a:endParaRPr lang="en-US" altLang="en-US" sz="905" dirty="0"/>
                    </a:p>
                    <a:p>
                      <a:pPr algn="l" rtl="0" eaLnBrk="0">
                        <a:lnSpc>
                          <a:spcPct val="142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r>
            </a:tbl>
          </a:graphicData>
        </a:graphic>
      </p:graphicFrame>
      <p:grpSp>
        <p:nvGrpSpPr>
          <p:cNvPr id="104" name="group 104"/>
          <p:cNvGrpSpPr/>
          <p:nvPr/>
        </p:nvGrpSpPr>
        <p:grpSpPr>
          <a:xfrm rot="21600000">
            <a:off x="10163672" y="5266557"/>
            <a:ext cx="752122" cy="450056"/>
            <a:chOff x="0" y="0"/>
            <a:chExt cx="829006" cy="496062"/>
          </a:xfrm>
        </p:grpSpPr>
        <p:sp>
          <p:nvSpPr>
            <p:cNvPr id="1388" name="path"/>
            <p:cNvSpPr/>
            <p:nvPr/>
          </p:nvSpPr>
          <p:spPr>
            <a:xfrm>
              <a:off x="0" y="331470"/>
              <a:ext cx="644157" cy="164591"/>
            </a:xfrm>
            <a:custGeom>
              <a:avLst/>
              <a:gdLst/>
              <a:ahLst/>
              <a:cxnLst/>
              <a:rect l="0" t="0" r="0" b="0"/>
              <a:pathLst>
                <a:path w="1014" h="259">
                  <a:moveTo>
                    <a:pt x="20" y="259"/>
                  </a:moveTo>
                  <a:lnTo>
                    <a:pt x="1014" y="259"/>
                  </a:lnTo>
                  <a:lnTo>
                    <a:pt x="796" y="46"/>
                  </a:lnTo>
                  <a:lnTo>
                    <a:pt x="794" y="46"/>
                  </a:lnTo>
                  <a:cubicBezTo>
                    <a:pt x="640" y="23"/>
                    <a:pt x="484" y="5"/>
                    <a:pt x="328" y="0"/>
                  </a:cubicBezTo>
                  <a:lnTo>
                    <a:pt x="307" y="1"/>
                  </a:lnTo>
                  <a:lnTo>
                    <a:pt x="287" y="1"/>
                  </a:lnTo>
                  <a:cubicBezTo>
                    <a:pt x="174" y="5"/>
                    <a:pt x="-33" y="75"/>
                    <a:pt x="10" y="226"/>
                  </a:cubicBezTo>
                  <a:lnTo>
                    <a:pt x="14" y="243"/>
                  </a:lnTo>
                  <a:lnTo>
                    <a:pt x="18" y="255"/>
                  </a:lnTo>
                </a:path>
              </a:pathLst>
            </a:custGeom>
            <a:solidFill>
              <a:srgbClr val="0035FF">
                <a:alpha val="100000"/>
              </a:srgbClr>
            </a:solidFill>
            <a:ln cap="flat">
              <a:noFill/>
              <a:prstDash val="solid"/>
              <a:miter lim="0"/>
            </a:ln>
          </p:spPr>
          <p:txBody>
            <a:bodyPr rtlCol="0"/>
            <a:lstStyle/>
            <a:p>
              <a:pPr algn="ctr"/>
              <a:endParaRPr lang="zh-CN" altLang="en-US" sz="1635"/>
            </a:p>
          </p:txBody>
        </p:sp>
        <p:sp>
          <p:nvSpPr>
            <p:cNvPr id="1390" name="path"/>
            <p:cNvSpPr/>
            <p:nvPr/>
          </p:nvSpPr>
          <p:spPr>
            <a:xfrm>
              <a:off x="141237" y="0"/>
              <a:ext cx="652271" cy="484631"/>
            </a:xfrm>
            <a:custGeom>
              <a:avLst/>
              <a:gdLst/>
              <a:ahLst/>
              <a:cxnLst/>
              <a:rect l="0" t="0" r="0" b="0"/>
              <a:pathLst>
                <a:path w="1027" h="763">
                  <a:moveTo>
                    <a:pt x="575" y="25"/>
                  </a:moveTo>
                  <a:lnTo>
                    <a:pt x="570" y="25"/>
                  </a:lnTo>
                  <a:cubicBezTo>
                    <a:pt x="472" y="43"/>
                    <a:pt x="373" y="70"/>
                    <a:pt x="331" y="171"/>
                  </a:cubicBezTo>
                  <a:lnTo>
                    <a:pt x="322" y="189"/>
                  </a:lnTo>
                  <a:lnTo>
                    <a:pt x="316" y="209"/>
                  </a:lnTo>
                  <a:lnTo>
                    <a:pt x="310" y="232"/>
                  </a:lnTo>
                  <a:cubicBezTo>
                    <a:pt x="295" y="290"/>
                    <a:pt x="292" y="346"/>
                    <a:pt x="283" y="404"/>
                  </a:cubicBezTo>
                  <a:lnTo>
                    <a:pt x="275" y="425"/>
                  </a:lnTo>
                  <a:lnTo>
                    <a:pt x="266" y="443"/>
                  </a:lnTo>
                  <a:cubicBezTo>
                    <a:pt x="223" y="491"/>
                    <a:pt x="169" y="440"/>
                    <a:pt x="145" y="400"/>
                  </a:cubicBezTo>
                  <a:lnTo>
                    <a:pt x="135" y="383"/>
                  </a:lnTo>
                  <a:lnTo>
                    <a:pt x="129" y="373"/>
                  </a:lnTo>
                  <a:lnTo>
                    <a:pt x="127" y="368"/>
                  </a:lnTo>
                  <a:lnTo>
                    <a:pt x="0" y="418"/>
                  </a:lnTo>
                  <a:lnTo>
                    <a:pt x="0" y="421"/>
                  </a:lnTo>
                  <a:lnTo>
                    <a:pt x="2" y="427"/>
                  </a:lnTo>
                  <a:lnTo>
                    <a:pt x="4" y="435"/>
                  </a:lnTo>
                  <a:cubicBezTo>
                    <a:pt x="35" y="541"/>
                    <a:pt x="130" y="638"/>
                    <a:pt x="244" y="644"/>
                  </a:cubicBezTo>
                  <a:lnTo>
                    <a:pt x="259" y="641"/>
                  </a:lnTo>
                  <a:lnTo>
                    <a:pt x="268" y="640"/>
                  </a:lnTo>
                  <a:cubicBezTo>
                    <a:pt x="317" y="633"/>
                    <a:pt x="320" y="624"/>
                    <a:pt x="343" y="667"/>
                  </a:cubicBezTo>
                  <a:lnTo>
                    <a:pt x="349" y="674"/>
                  </a:lnTo>
                  <a:lnTo>
                    <a:pt x="356" y="683"/>
                  </a:lnTo>
                  <a:cubicBezTo>
                    <a:pt x="403" y="734"/>
                    <a:pt x="514" y="757"/>
                    <a:pt x="579" y="760"/>
                  </a:cubicBezTo>
                  <a:lnTo>
                    <a:pt x="609" y="763"/>
                  </a:lnTo>
                  <a:lnTo>
                    <a:pt x="638" y="763"/>
                  </a:lnTo>
                  <a:lnTo>
                    <a:pt x="664" y="761"/>
                  </a:lnTo>
                  <a:lnTo>
                    <a:pt x="691" y="759"/>
                  </a:lnTo>
                  <a:lnTo>
                    <a:pt x="714" y="757"/>
                  </a:lnTo>
                  <a:lnTo>
                    <a:pt x="734" y="753"/>
                  </a:lnTo>
                  <a:lnTo>
                    <a:pt x="753" y="751"/>
                  </a:lnTo>
                  <a:lnTo>
                    <a:pt x="769" y="746"/>
                  </a:lnTo>
                  <a:lnTo>
                    <a:pt x="783" y="743"/>
                  </a:lnTo>
                  <a:lnTo>
                    <a:pt x="793" y="740"/>
                  </a:lnTo>
                  <a:lnTo>
                    <a:pt x="800" y="737"/>
                  </a:lnTo>
                  <a:lnTo>
                    <a:pt x="804" y="736"/>
                  </a:lnTo>
                  <a:lnTo>
                    <a:pt x="808" y="730"/>
                  </a:lnTo>
                  <a:lnTo>
                    <a:pt x="817" y="716"/>
                  </a:lnTo>
                  <a:lnTo>
                    <a:pt x="829" y="693"/>
                  </a:lnTo>
                  <a:lnTo>
                    <a:pt x="843" y="665"/>
                  </a:lnTo>
                  <a:lnTo>
                    <a:pt x="879" y="593"/>
                  </a:lnTo>
                  <a:cubicBezTo>
                    <a:pt x="927" y="487"/>
                    <a:pt x="996" y="361"/>
                    <a:pt x="1027" y="249"/>
                  </a:cubicBezTo>
                  <a:lnTo>
                    <a:pt x="1027" y="207"/>
                  </a:lnTo>
                  <a:lnTo>
                    <a:pt x="1023" y="184"/>
                  </a:lnTo>
                  <a:lnTo>
                    <a:pt x="1020" y="164"/>
                  </a:lnTo>
                  <a:cubicBezTo>
                    <a:pt x="1002" y="83"/>
                    <a:pt x="944" y="46"/>
                    <a:pt x="877" y="5"/>
                  </a:cubicBezTo>
                  <a:lnTo>
                    <a:pt x="862" y="0"/>
                  </a:lnTo>
                  <a:lnTo>
                    <a:pt x="854" y="1"/>
                  </a:lnTo>
                  <a:cubicBezTo>
                    <a:pt x="795" y="78"/>
                    <a:pt x="701" y="84"/>
                    <a:pt x="617" y="46"/>
                  </a:cubicBezTo>
                  <a:lnTo>
                    <a:pt x="603" y="40"/>
                  </a:lnTo>
                  <a:lnTo>
                    <a:pt x="592" y="34"/>
                  </a:lnTo>
                  <a:lnTo>
                    <a:pt x="584" y="30"/>
                  </a:lnTo>
                  <a:lnTo>
                    <a:pt x="578" y="26"/>
                  </a:lnTo>
                </a:path>
              </a:pathLst>
            </a:custGeom>
            <a:solidFill>
              <a:srgbClr val="D87CFF">
                <a:alpha val="100000"/>
              </a:srgbClr>
            </a:solidFill>
            <a:ln cap="flat">
              <a:noFill/>
              <a:prstDash val="solid"/>
              <a:miter lim="0"/>
            </a:ln>
          </p:spPr>
          <p:txBody>
            <a:bodyPr rtlCol="0"/>
            <a:lstStyle/>
            <a:p>
              <a:pPr algn="ctr"/>
              <a:endParaRPr lang="zh-CN" altLang="en-US" sz="1635"/>
            </a:p>
          </p:txBody>
        </p:sp>
        <p:sp>
          <p:nvSpPr>
            <p:cNvPr id="1392" name="path"/>
            <p:cNvSpPr/>
            <p:nvPr/>
          </p:nvSpPr>
          <p:spPr>
            <a:xfrm>
              <a:off x="111519" y="147827"/>
              <a:ext cx="136397" cy="114300"/>
            </a:xfrm>
            <a:custGeom>
              <a:avLst/>
              <a:gdLst/>
              <a:ahLst/>
              <a:cxnLst/>
              <a:rect l="0" t="0" r="0" b="0"/>
              <a:pathLst>
                <a:path w="214" h="180">
                  <a:moveTo>
                    <a:pt x="0" y="32"/>
                  </a:moveTo>
                  <a:lnTo>
                    <a:pt x="8" y="43"/>
                  </a:lnTo>
                  <a:lnTo>
                    <a:pt x="15" y="55"/>
                  </a:lnTo>
                  <a:lnTo>
                    <a:pt x="21" y="69"/>
                  </a:lnTo>
                  <a:cubicBezTo>
                    <a:pt x="27" y="91"/>
                    <a:pt x="16" y="122"/>
                    <a:pt x="24" y="148"/>
                  </a:cubicBezTo>
                  <a:lnTo>
                    <a:pt x="27" y="160"/>
                  </a:lnTo>
                  <a:lnTo>
                    <a:pt x="35" y="170"/>
                  </a:lnTo>
                  <a:lnTo>
                    <a:pt x="46" y="177"/>
                  </a:lnTo>
                  <a:lnTo>
                    <a:pt x="62" y="180"/>
                  </a:lnTo>
                  <a:lnTo>
                    <a:pt x="81" y="177"/>
                  </a:lnTo>
                  <a:lnTo>
                    <a:pt x="101" y="170"/>
                  </a:lnTo>
                  <a:lnTo>
                    <a:pt x="122" y="160"/>
                  </a:lnTo>
                  <a:lnTo>
                    <a:pt x="141" y="151"/>
                  </a:lnTo>
                  <a:lnTo>
                    <a:pt x="155" y="142"/>
                  </a:lnTo>
                  <a:lnTo>
                    <a:pt x="168" y="135"/>
                  </a:lnTo>
                  <a:lnTo>
                    <a:pt x="171" y="133"/>
                  </a:lnTo>
                  <a:lnTo>
                    <a:pt x="172" y="132"/>
                  </a:lnTo>
                  <a:lnTo>
                    <a:pt x="177" y="126"/>
                  </a:lnTo>
                  <a:cubicBezTo>
                    <a:pt x="183" y="118"/>
                    <a:pt x="213" y="81"/>
                    <a:pt x="214" y="73"/>
                  </a:cubicBezTo>
                  <a:lnTo>
                    <a:pt x="214" y="58"/>
                  </a:lnTo>
                  <a:lnTo>
                    <a:pt x="212" y="34"/>
                  </a:lnTo>
                  <a:lnTo>
                    <a:pt x="205" y="12"/>
                  </a:lnTo>
                  <a:lnTo>
                    <a:pt x="190" y="1"/>
                  </a:lnTo>
                  <a:lnTo>
                    <a:pt x="183" y="2"/>
                  </a:lnTo>
                  <a:lnTo>
                    <a:pt x="176" y="6"/>
                  </a:lnTo>
                  <a:lnTo>
                    <a:pt x="171" y="12"/>
                  </a:lnTo>
                  <a:lnTo>
                    <a:pt x="168" y="18"/>
                  </a:lnTo>
                  <a:lnTo>
                    <a:pt x="161" y="36"/>
                  </a:lnTo>
                  <a:lnTo>
                    <a:pt x="161" y="37"/>
                  </a:lnTo>
                  <a:lnTo>
                    <a:pt x="161" y="36"/>
                  </a:lnTo>
                  <a:lnTo>
                    <a:pt x="159" y="33"/>
                  </a:lnTo>
                  <a:lnTo>
                    <a:pt x="155" y="27"/>
                  </a:lnTo>
                  <a:lnTo>
                    <a:pt x="151" y="22"/>
                  </a:lnTo>
                  <a:lnTo>
                    <a:pt x="146" y="15"/>
                  </a:lnTo>
                  <a:lnTo>
                    <a:pt x="142" y="9"/>
                  </a:lnTo>
                  <a:lnTo>
                    <a:pt x="134" y="1"/>
                  </a:lnTo>
                  <a:lnTo>
                    <a:pt x="131" y="1"/>
                  </a:lnTo>
                  <a:lnTo>
                    <a:pt x="125" y="0"/>
                  </a:lnTo>
                  <a:lnTo>
                    <a:pt x="118" y="1"/>
                  </a:lnTo>
                  <a:lnTo>
                    <a:pt x="109" y="1"/>
                  </a:lnTo>
                  <a:cubicBezTo>
                    <a:pt x="71" y="6"/>
                    <a:pt x="43" y="9"/>
                    <a:pt x="7" y="22"/>
                  </a:cubicBezTo>
                  <a:lnTo>
                    <a:pt x="2" y="26"/>
                  </a:lnTo>
                  <a:lnTo>
                    <a:pt x="0" y="28"/>
                  </a:lnTo>
                </a:path>
              </a:pathLst>
            </a:custGeom>
            <a:solidFill>
              <a:srgbClr val="F2CCB2">
                <a:alpha val="100000"/>
              </a:srgbClr>
            </a:solidFill>
            <a:ln cap="flat">
              <a:noFill/>
              <a:prstDash val="solid"/>
              <a:miter lim="0"/>
            </a:ln>
          </p:spPr>
          <p:txBody>
            <a:bodyPr rtlCol="0"/>
            <a:lstStyle/>
            <a:p>
              <a:pPr algn="ctr"/>
              <a:endParaRPr lang="zh-CN" altLang="en-US" sz="1635"/>
            </a:p>
          </p:txBody>
        </p:sp>
        <p:sp>
          <p:nvSpPr>
            <p:cNvPr id="1394" name="path"/>
            <p:cNvSpPr/>
            <p:nvPr/>
          </p:nvSpPr>
          <p:spPr>
            <a:xfrm>
              <a:off x="454407" y="166877"/>
              <a:ext cx="374598" cy="273152"/>
            </a:xfrm>
            <a:custGeom>
              <a:avLst/>
              <a:gdLst/>
              <a:ahLst/>
              <a:cxnLst/>
              <a:rect l="0" t="0" r="0" b="0"/>
              <a:pathLst>
                <a:path w="589" h="430">
                  <a:moveTo>
                    <a:pt x="98" y="51"/>
                  </a:moveTo>
                  <a:lnTo>
                    <a:pt x="85" y="57"/>
                  </a:lnTo>
                  <a:lnTo>
                    <a:pt x="73" y="68"/>
                  </a:lnTo>
                  <a:lnTo>
                    <a:pt x="60" y="81"/>
                  </a:lnTo>
                  <a:lnTo>
                    <a:pt x="47" y="97"/>
                  </a:lnTo>
                  <a:cubicBezTo>
                    <a:pt x="2" y="157"/>
                    <a:pt x="15" y="237"/>
                    <a:pt x="1" y="307"/>
                  </a:cubicBezTo>
                  <a:lnTo>
                    <a:pt x="0" y="324"/>
                  </a:lnTo>
                  <a:lnTo>
                    <a:pt x="0" y="327"/>
                  </a:lnTo>
                  <a:cubicBezTo>
                    <a:pt x="18" y="379"/>
                    <a:pt x="51" y="409"/>
                    <a:pt x="107" y="417"/>
                  </a:cubicBezTo>
                  <a:lnTo>
                    <a:pt x="128" y="422"/>
                  </a:lnTo>
                  <a:lnTo>
                    <a:pt x="146" y="423"/>
                  </a:lnTo>
                  <a:lnTo>
                    <a:pt x="164" y="424"/>
                  </a:lnTo>
                  <a:cubicBezTo>
                    <a:pt x="241" y="432"/>
                    <a:pt x="313" y="400"/>
                    <a:pt x="386" y="384"/>
                  </a:cubicBezTo>
                  <a:lnTo>
                    <a:pt x="409" y="378"/>
                  </a:lnTo>
                  <a:lnTo>
                    <a:pt x="433" y="372"/>
                  </a:lnTo>
                  <a:lnTo>
                    <a:pt x="457" y="364"/>
                  </a:lnTo>
                  <a:lnTo>
                    <a:pt x="478" y="357"/>
                  </a:lnTo>
                  <a:lnTo>
                    <a:pt x="499" y="351"/>
                  </a:lnTo>
                  <a:lnTo>
                    <a:pt x="517" y="345"/>
                  </a:lnTo>
                  <a:lnTo>
                    <a:pt x="530" y="339"/>
                  </a:lnTo>
                  <a:lnTo>
                    <a:pt x="541" y="334"/>
                  </a:lnTo>
                  <a:lnTo>
                    <a:pt x="545" y="330"/>
                  </a:lnTo>
                  <a:lnTo>
                    <a:pt x="560" y="303"/>
                  </a:lnTo>
                  <a:lnTo>
                    <a:pt x="571" y="267"/>
                  </a:lnTo>
                  <a:lnTo>
                    <a:pt x="580" y="226"/>
                  </a:lnTo>
                  <a:lnTo>
                    <a:pt x="586" y="182"/>
                  </a:lnTo>
                  <a:lnTo>
                    <a:pt x="589" y="138"/>
                  </a:lnTo>
                  <a:cubicBezTo>
                    <a:pt x="589" y="57"/>
                    <a:pt x="562" y="20"/>
                    <a:pt x="487" y="2"/>
                  </a:cubicBezTo>
                  <a:lnTo>
                    <a:pt x="477" y="1"/>
                  </a:lnTo>
                  <a:lnTo>
                    <a:pt x="471" y="0"/>
                  </a:lnTo>
                  <a:lnTo>
                    <a:pt x="470" y="0"/>
                  </a:lnTo>
                  <a:cubicBezTo>
                    <a:pt x="356" y="0"/>
                    <a:pt x="260" y="8"/>
                    <a:pt x="148" y="37"/>
                  </a:cubicBezTo>
                  <a:lnTo>
                    <a:pt x="134" y="40"/>
                  </a:lnTo>
                  <a:lnTo>
                    <a:pt x="121" y="44"/>
                  </a:lnTo>
                  <a:lnTo>
                    <a:pt x="110" y="48"/>
                  </a:lnTo>
                </a:path>
              </a:pathLst>
            </a:custGeom>
            <a:solidFill>
              <a:srgbClr val="59A359">
                <a:alpha val="100000"/>
              </a:srgbClr>
            </a:solidFill>
            <a:ln cap="flat">
              <a:noFill/>
              <a:prstDash val="solid"/>
              <a:miter lim="0"/>
            </a:ln>
          </p:spPr>
          <p:txBody>
            <a:bodyPr rtlCol="0"/>
            <a:lstStyle/>
            <a:p>
              <a:pPr algn="ctr"/>
              <a:endParaRPr lang="zh-CN" altLang="en-US" sz="1635"/>
            </a:p>
          </p:txBody>
        </p:sp>
        <p:sp>
          <p:nvSpPr>
            <p:cNvPr id="1396" name="path"/>
            <p:cNvSpPr/>
            <p:nvPr/>
          </p:nvSpPr>
          <p:spPr>
            <a:xfrm>
              <a:off x="611392" y="234696"/>
              <a:ext cx="159257" cy="261365"/>
            </a:xfrm>
            <a:custGeom>
              <a:avLst/>
              <a:gdLst/>
              <a:ahLst/>
              <a:cxnLst/>
              <a:rect l="0" t="0" r="0" b="0"/>
              <a:pathLst>
                <a:path w="250" h="411">
                  <a:moveTo>
                    <a:pt x="73" y="27"/>
                  </a:moveTo>
                  <a:lnTo>
                    <a:pt x="0" y="411"/>
                  </a:lnTo>
                  <a:lnTo>
                    <a:pt x="170" y="411"/>
                  </a:lnTo>
                  <a:lnTo>
                    <a:pt x="250" y="16"/>
                  </a:lnTo>
                  <a:lnTo>
                    <a:pt x="250" y="14"/>
                  </a:lnTo>
                  <a:lnTo>
                    <a:pt x="249" y="13"/>
                  </a:lnTo>
                  <a:lnTo>
                    <a:pt x="247" y="9"/>
                  </a:lnTo>
                  <a:lnTo>
                    <a:pt x="240" y="7"/>
                  </a:lnTo>
                  <a:lnTo>
                    <a:pt x="230" y="3"/>
                  </a:lnTo>
                  <a:lnTo>
                    <a:pt x="214" y="1"/>
                  </a:lnTo>
                  <a:lnTo>
                    <a:pt x="194" y="0"/>
                  </a:lnTo>
                  <a:cubicBezTo>
                    <a:pt x="154" y="0"/>
                    <a:pt x="131" y="6"/>
                    <a:pt x="94" y="17"/>
                  </a:cubicBezTo>
                  <a:lnTo>
                    <a:pt x="82" y="22"/>
                  </a:lnTo>
                  <a:lnTo>
                    <a:pt x="76" y="26"/>
                  </a:lnTo>
                </a:path>
              </a:pathLst>
            </a:custGeom>
            <a:solidFill>
              <a:srgbClr val="A5A5A5">
                <a:alpha val="100000"/>
              </a:srgbClr>
            </a:solidFill>
            <a:ln cap="flat">
              <a:noFill/>
              <a:prstDash val="solid"/>
              <a:miter lim="0"/>
            </a:ln>
          </p:spPr>
          <p:txBody>
            <a:bodyPr rtlCol="0"/>
            <a:lstStyle/>
            <a:p>
              <a:pPr algn="ctr"/>
              <a:endParaRPr lang="zh-CN" altLang="en-US" sz="1635"/>
            </a:p>
          </p:txBody>
        </p:sp>
      </p:grpSp>
      <p:pic>
        <p:nvPicPr>
          <p:cNvPr id="1398" name="picture 1398"/>
          <p:cNvPicPr>
            <a:picLocks noChangeAspect="1"/>
          </p:cNvPicPr>
          <p:nvPr/>
        </p:nvPicPr>
        <p:blipFill>
          <a:blip r:embed="rId2"/>
          <a:stretch>
            <a:fillRect/>
          </a:stretch>
        </p:blipFill>
        <p:spPr>
          <a:xfrm rot="21600000">
            <a:off x="9955814" y="4976058"/>
            <a:ext cx="970638" cy="600214"/>
          </a:xfrm>
          <a:prstGeom prst="rect">
            <a:avLst/>
          </a:prstGeom>
        </p:spPr>
      </p:pic>
      <p:grpSp>
        <p:nvGrpSpPr>
          <p:cNvPr id="106" name="group 106"/>
          <p:cNvGrpSpPr/>
          <p:nvPr/>
        </p:nvGrpSpPr>
        <p:grpSpPr>
          <a:xfrm rot="21600000">
            <a:off x="3088838" y="5472425"/>
            <a:ext cx="177626" cy="104416"/>
            <a:chOff x="0" y="0"/>
            <a:chExt cx="195783" cy="115090"/>
          </a:xfrm>
        </p:grpSpPr>
        <p:sp>
          <p:nvSpPr>
            <p:cNvPr id="1400" name="path"/>
            <p:cNvSpPr/>
            <p:nvPr/>
          </p:nvSpPr>
          <p:spPr>
            <a:xfrm>
              <a:off x="0" y="0"/>
              <a:ext cx="195783" cy="115090"/>
            </a:xfrm>
            <a:custGeom>
              <a:avLst/>
              <a:gdLst/>
              <a:ahLst/>
              <a:cxnLst/>
              <a:rect l="0" t="0" r="0" b="0"/>
              <a:pathLst>
                <a:path w="308" h="181">
                  <a:moveTo>
                    <a:pt x="8" y="110"/>
                  </a:moveTo>
                  <a:lnTo>
                    <a:pt x="9" y="109"/>
                  </a:lnTo>
                  <a:lnTo>
                    <a:pt x="11" y="105"/>
                  </a:lnTo>
                  <a:cubicBezTo>
                    <a:pt x="75" y="39"/>
                    <a:pt x="186" y="-26"/>
                    <a:pt x="278" y="19"/>
                  </a:cubicBezTo>
                  <a:lnTo>
                    <a:pt x="287" y="27"/>
                  </a:lnTo>
                  <a:lnTo>
                    <a:pt x="296" y="36"/>
                  </a:lnTo>
                  <a:cubicBezTo>
                    <a:pt x="356" y="137"/>
                    <a:pt x="48" y="225"/>
                    <a:pt x="2" y="147"/>
                  </a:cubicBezTo>
                  <a:lnTo>
                    <a:pt x="0" y="137"/>
                  </a:lnTo>
                  <a:lnTo>
                    <a:pt x="1" y="125"/>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402" name="path"/>
            <p:cNvSpPr/>
            <p:nvPr/>
          </p:nvSpPr>
          <p:spPr>
            <a:xfrm>
              <a:off x="10667" y="7021"/>
              <a:ext cx="177545" cy="103046"/>
            </a:xfrm>
            <a:custGeom>
              <a:avLst/>
              <a:gdLst/>
              <a:ahLst/>
              <a:cxnLst/>
              <a:rect l="0" t="0" r="0" b="0"/>
              <a:pathLst>
                <a:path w="279" h="162">
                  <a:moveTo>
                    <a:pt x="7" y="97"/>
                  </a:moveTo>
                  <a:lnTo>
                    <a:pt x="10" y="94"/>
                  </a:lnTo>
                  <a:lnTo>
                    <a:pt x="19" y="85"/>
                  </a:lnTo>
                  <a:lnTo>
                    <a:pt x="33" y="71"/>
                  </a:lnTo>
                  <a:lnTo>
                    <a:pt x="52" y="56"/>
                  </a:lnTo>
                  <a:lnTo>
                    <a:pt x="75" y="39"/>
                  </a:lnTo>
                  <a:lnTo>
                    <a:pt x="103" y="25"/>
                  </a:lnTo>
                  <a:lnTo>
                    <a:pt x="133" y="11"/>
                  </a:lnTo>
                  <a:lnTo>
                    <a:pt x="166" y="2"/>
                  </a:lnTo>
                  <a:lnTo>
                    <a:pt x="200" y="0"/>
                  </a:lnTo>
                  <a:lnTo>
                    <a:pt x="230" y="4"/>
                  </a:lnTo>
                  <a:lnTo>
                    <a:pt x="254" y="14"/>
                  </a:lnTo>
                  <a:lnTo>
                    <a:pt x="271" y="30"/>
                  </a:lnTo>
                  <a:lnTo>
                    <a:pt x="279" y="48"/>
                  </a:lnTo>
                  <a:lnTo>
                    <a:pt x="276" y="69"/>
                  </a:lnTo>
                  <a:lnTo>
                    <a:pt x="260" y="92"/>
                  </a:lnTo>
                  <a:lnTo>
                    <a:pt x="230" y="116"/>
                  </a:lnTo>
                  <a:cubicBezTo>
                    <a:pt x="187" y="148"/>
                    <a:pt x="38" y="183"/>
                    <a:pt x="2" y="131"/>
                  </a:cubicBezTo>
                  <a:lnTo>
                    <a:pt x="0" y="121"/>
                  </a:lnTo>
                  <a:lnTo>
                    <a:pt x="1" y="110"/>
                  </a:lnTo>
                </a:path>
              </a:pathLst>
            </a:custGeom>
            <a:solidFill>
              <a:srgbClr val="EDDDD3">
                <a:alpha val="100000"/>
              </a:srgbClr>
            </a:solidFill>
            <a:ln cap="flat">
              <a:noFill/>
              <a:prstDash val="solid"/>
              <a:miter lim="0"/>
            </a:ln>
          </p:spPr>
          <p:txBody>
            <a:bodyPr rtlCol="0"/>
            <a:lstStyle/>
            <a:p>
              <a:pPr algn="ctr"/>
              <a:endParaRPr lang="zh-CN" altLang="en-US" sz="1635"/>
            </a:p>
          </p:txBody>
        </p:sp>
        <p:sp>
          <p:nvSpPr>
            <p:cNvPr id="1404" name="path"/>
            <p:cNvSpPr/>
            <p:nvPr/>
          </p:nvSpPr>
          <p:spPr>
            <a:xfrm>
              <a:off x="16002" y="12355"/>
              <a:ext cx="161544" cy="93058"/>
            </a:xfrm>
            <a:custGeom>
              <a:avLst/>
              <a:gdLst/>
              <a:ahLst/>
              <a:cxnLst/>
              <a:rect l="0" t="0" r="0" b="0"/>
              <a:pathLst>
                <a:path w="254" h="146">
                  <a:moveTo>
                    <a:pt x="7" y="87"/>
                  </a:moveTo>
                  <a:lnTo>
                    <a:pt x="10" y="83"/>
                  </a:lnTo>
                  <a:lnTo>
                    <a:pt x="17" y="75"/>
                  </a:lnTo>
                  <a:lnTo>
                    <a:pt x="31" y="63"/>
                  </a:lnTo>
                  <a:lnTo>
                    <a:pt x="47" y="50"/>
                  </a:lnTo>
                  <a:lnTo>
                    <a:pt x="68" y="34"/>
                  </a:lnTo>
                  <a:lnTo>
                    <a:pt x="93" y="21"/>
                  </a:lnTo>
                  <a:lnTo>
                    <a:pt x="121" y="9"/>
                  </a:lnTo>
                  <a:lnTo>
                    <a:pt x="151" y="1"/>
                  </a:lnTo>
                  <a:lnTo>
                    <a:pt x="182" y="0"/>
                  </a:lnTo>
                  <a:lnTo>
                    <a:pt x="210" y="3"/>
                  </a:lnTo>
                  <a:lnTo>
                    <a:pt x="231" y="13"/>
                  </a:lnTo>
                  <a:lnTo>
                    <a:pt x="247" y="26"/>
                  </a:lnTo>
                  <a:lnTo>
                    <a:pt x="254" y="43"/>
                  </a:lnTo>
                  <a:lnTo>
                    <a:pt x="252" y="62"/>
                  </a:lnTo>
                  <a:lnTo>
                    <a:pt x="237" y="83"/>
                  </a:lnTo>
                  <a:lnTo>
                    <a:pt x="210" y="104"/>
                  </a:lnTo>
                  <a:cubicBezTo>
                    <a:pt x="170" y="132"/>
                    <a:pt x="37" y="166"/>
                    <a:pt x="2" y="118"/>
                  </a:cubicBezTo>
                  <a:lnTo>
                    <a:pt x="0" y="109"/>
                  </a:lnTo>
                  <a:lnTo>
                    <a:pt x="2" y="98"/>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1406" name="path"/>
            <p:cNvSpPr/>
            <p:nvPr/>
          </p:nvSpPr>
          <p:spPr>
            <a:xfrm>
              <a:off x="24383" y="17689"/>
              <a:ext cx="145542" cy="80010"/>
            </a:xfrm>
            <a:custGeom>
              <a:avLst/>
              <a:gdLst/>
              <a:ahLst/>
              <a:cxnLst/>
              <a:rect l="0" t="0" r="0" b="0"/>
              <a:pathLst>
                <a:path w="229" h="126">
                  <a:moveTo>
                    <a:pt x="6" y="78"/>
                  </a:moveTo>
                  <a:lnTo>
                    <a:pt x="8" y="75"/>
                  </a:lnTo>
                  <a:lnTo>
                    <a:pt x="15" y="67"/>
                  </a:lnTo>
                  <a:lnTo>
                    <a:pt x="27" y="56"/>
                  </a:lnTo>
                  <a:lnTo>
                    <a:pt x="43" y="44"/>
                  </a:lnTo>
                  <a:lnTo>
                    <a:pt x="62" y="30"/>
                  </a:lnTo>
                  <a:lnTo>
                    <a:pt x="85" y="18"/>
                  </a:lnTo>
                  <a:lnTo>
                    <a:pt x="109" y="8"/>
                  </a:lnTo>
                  <a:lnTo>
                    <a:pt x="136" y="1"/>
                  </a:lnTo>
                  <a:lnTo>
                    <a:pt x="164" y="0"/>
                  </a:lnTo>
                  <a:lnTo>
                    <a:pt x="188" y="2"/>
                  </a:lnTo>
                  <a:lnTo>
                    <a:pt x="208" y="10"/>
                  </a:lnTo>
                  <a:lnTo>
                    <a:pt x="222" y="22"/>
                  </a:lnTo>
                  <a:lnTo>
                    <a:pt x="229" y="37"/>
                  </a:lnTo>
                  <a:lnTo>
                    <a:pt x="225" y="55"/>
                  </a:lnTo>
                  <a:lnTo>
                    <a:pt x="212" y="73"/>
                  </a:lnTo>
                  <a:lnTo>
                    <a:pt x="188" y="92"/>
                  </a:lnTo>
                  <a:lnTo>
                    <a:pt x="171" y="101"/>
                  </a:lnTo>
                  <a:lnTo>
                    <a:pt x="154" y="109"/>
                  </a:lnTo>
                  <a:lnTo>
                    <a:pt x="136" y="115"/>
                  </a:lnTo>
                  <a:lnTo>
                    <a:pt x="118" y="120"/>
                  </a:lnTo>
                  <a:lnTo>
                    <a:pt x="102" y="123"/>
                  </a:lnTo>
                  <a:lnTo>
                    <a:pt x="83" y="124"/>
                  </a:lnTo>
                  <a:lnTo>
                    <a:pt x="67" y="126"/>
                  </a:lnTo>
                  <a:lnTo>
                    <a:pt x="52" y="126"/>
                  </a:lnTo>
                  <a:lnTo>
                    <a:pt x="37" y="124"/>
                  </a:lnTo>
                  <a:lnTo>
                    <a:pt x="25" y="121"/>
                  </a:lnTo>
                  <a:lnTo>
                    <a:pt x="14" y="117"/>
                  </a:lnTo>
                  <a:lnTo>
                    <a:pt x="7" y="111"/>
                  </a:lnTo>
                  <a:lnTo>
                    <a:pt x="2" y="104"/>
                  </a:lnTo>
                  <a:lnTo>
                    <a:pt x="0" y="97"/>
                  </a:lnTo>
                  <a:lnTo>
                    <a:pt x="1" y="87"/>
                  </a:lnTo>
                </a:path>
              </a:pathLst>
            </a:custGeom>
            <a:solidFill>
              <a:srgbClr val="C1967C">
                <a:alpha val="100000"/>
              </a:srgbClr>
            </a:solidFill>
            <a:ln cap="flat">
              <a:noFill/>
              <a:prstDash val="solid"/>
              <a:miter lim="0"/>
            </a:ln>
          </p:spPr>
          <p:txBody>
            <a:bodyPr rtlCol="0"/>
            <a:lstStyle/>
            <a:p>
              <a:pPr algn="ctr"/>
              <a:endParaRPr lang="zh-CN" altLang="en-US" sz="1635"/>
            </a:p>
          </p:txBody>
        </p:sp>
        <p:sp>
          <p:nvSpPr>
            <p:cNvPr id="1408" name="path"/>
            <p:cNvSpPr/>
            <p:nvPr/>
          </p:nvSpPr>
          <p:spPr>
            <a:xfrm>
              <a:off x="32766" y="22261"/>
              <a:ext cx="128777" cy="73187"/>
            </a:xfrm>
            <a:custGeom>
              <a:avLst/>
              <a:gdLst/>
              <a:ahLst/>
              <a:cxnLst/>
              <a:rect l="0" t="0" r="0" b="0"/>
              <a:pathLst>
                <a:path w="202" h="115">
                  <a:moveTo>
                    <a:pt x="6" y="68"/>
                  </a:moveTo>
                  <a:lnTo>
                    <a:pt x="23" y="50"/>
                  </a:lnTo>
                  <a:lnTo>
                    <a:pt x="38" y="39"/>
                  </a:lnTo>
                  <a:lnTo>
                    <a:pt x="53" y="27"/>
                  </a:lnTo>
                  <a:lnTo>
                    <a:pt x="74" y="16"/>
                  </a:lnTo>
                  <a:lnTo>
                    <a:pt x="96" y="8"/>
                  </a:lnTo>
                  <a:lnTo>
                    <a:pt x="121" y="1"/>
                  </a:lnTo>
                  <a:lnTo>
                    <a:pt x="145" y="0"/>
                  </a:lnTo>
                  <a:lnTo>
                    <a:pt x="166" y="3"/>
                  </a:lnTo>
                  <a:lnTo>
                    <a:pt x="184" y="10"/>
                  </a:lnTo>
                  <a:lnTo>
                    <a:pt x="196" y="20"/>
                  </a:lnTo>
                  <a:lnTo>
                    <a:pt x="202" y="33"/>
                  </a:lnTo>
                  <a:lnTo>
                    <a:pt x="200" y="48"/>
                  </a:lnTo>
                  <a:lnTo>
                    <a:pt x="189" y="64"/>
                  </a:lnTo>
                  <a:lnTo>
                    <a:pt x="166" y="81"/>
                  </a:lnTo>
                  <a:cubicBezTo>
                    <a:pt x="139" y="103"/>
                    <a:pt x="24" y="129"/>
                    <a:pt x="1" y="92"/>
                  </a:cubicBezTo>
                  <a:lnTo>
                    <a:pt x="0" y="85"/>
                  </a:lnTo>
                  <a:lnTo>
                    <a:pt x="1" y="78"/>
                  </a:lnTo>
                </a:path>
              </a:pathLst>
            </a:custGeom>
            <a:solidFill>
              <a:srgbClr val="AF7551">
                <a:alpha val="100000"/>
              </a:srgbClr>
            </a:solidFill>
            <a:ln cap="flat">
              <a:noFill/>
              <a:prstDash val="solid"/>
              <a:miter lim="0"/>
            </a:ln>
          </p:spPr>
          <p:txBody>
            <a:bodyPr rtlCol="0"/>
            <a:lstStyle/>
            <a:p>
              <a:pPr algn="ctr"/>
              <a:endParaRPr lang="zh-CN" altLang="en-US" sz="1635"/>
            </a:p>
          </p:txBody>
        </p:sp>
      </p:grpSp>
      <p:grpSp>
        <p:nvGrpSpPr>
          <p:cNvPr id="108" name="group 108"/>
          <p:cNvGrpSpPr/>
          <p:nvPr/>
        </p:nvGrpSpPr>
        <p:grpSpPr>
          <a:xfrm rot="21600000">
            <a:off x="2464906" y="4876289"/>
            <a:ext cx="789159" cy="715884"/>
            <a:chOff x="0" y="0"/>
            <a:chExt cx="869829" cy="789063"/>
          </a:xfrm>
        </p:grpSpPr>
        <p:sp>
          <p:nvSpPr>
            <p:cNvPr id="1410" name="path"/>
            <p:cNvSpPr/>
            <p:nvPr/>
          </p:nvSpPr>
          <p:spPr>
            <a:xfrm>
              <a:off x="27057" y="224583"/>
              <a:ext cx="842772" cy="556644"/>
            </a:xfrm>
            <a:custGeom>
              <a:avLst/>
              <a:gdLst/>
              <a:ahLst/>
              <a:cxnLst/>
              <a:rect l="0" t="0" r="0" b="0"/>
              <a:pathLst>
                <a:path w="1327" h="876">
                  <a:moveTo>
                    <a:pt x="0" y="452"/>
                  </a:moveTo>
                  <a:lnTo>
                    <a:pt x="0" y="449"/>
                  </a:lnTo>
                  <a:lnTo>
                    <a:pt x="1" y="442"/>
                  </a:lnTo>
                  <a:lnTo>
                    <a:pt x="2" y="430"/>
                  </a:lnTo>
                  <a:cubicBezTo>
                    <a:pt x="39" y="155"/>
                    <a:pt x="413" y="-40"/>
                    <a:pt x="661" y="12"/>
                  </a:cubicBezTo>
                  <a:lnTo>
                    <a:pt x="702" y="24"/>
                  </a:lnTo>
                  <a:lnTo>
                    <a:pt x="740" y="38"/>
                  </a:lnTo>
                  <a:lnTo>
                    <a:pt x="776" y="54"/>
                  </a:lnTo>
                  <a:cubicBezTo>
                    <a:pt x="854" y="95"/>
                    <a:pt x="927" y="143"/>
                    <a:pt x="1004" y="185"/>
                  </a:cubicBezTo>
                  <a:lnTo>
                    <a:pt x="1032" y="207"/>
                  </a:lnTo>
                  <a:lnTo>
                    <a:pt x="1062" y="228"/>
                  </a:lnTo>
                  <a:cubicBezTo>
                    <a:pt x="1139" y="299"/>
                    <a:pt x="1207" y="369"/>
                    <a:pt x="1268" y="455"/>
                  </a:cubicBezTo>
                  <a:lnTo>
                    <a:pt x="1287" y="480"/>
                  </a:lnTo>
                  <a:lnTo>
                    <a:pt x="1302" y="504"/>
                  </a:lnTo>
                  <a:lnTo>
                    <a:pt x="1315" y="526"/>
                  </a:lnTo>
                  <a:lnTo>
                    <a:pt x="1323" y="545"/>
                  </a:lnTo>
                  <a:lnTo>
                    <a:pt x="1327" y="562"/>
                  </a:lnTo>
                  <a:lnTo>
                    <a:pt x="1321" y="578"/>
                  </a:lnTo>
                  <a:cubicBezTo>
                    <a:pt x="1293" y="631"/>
                    <a:pt x="1166" y="679"/>
                    <a:pt x="1113" y="705"/>
                  </a:cubicBezTo>
                  <a:lnTo>
                    <a:pt x="1048" y="736"/>
                  </a:lnTo>
                  <a:cubicBezTo>
                    <a:pt x="977" y="761"/>
                    <a:pt x="935" y="832"/>
                    <a:pt x="859" y="846"/>
                  </a:cubicBezTo>
                  <a:lnTo>
                    <a:pt x="827" y="855"/>
                  </a:lnTo>
                  <a:lnTo>
                    <a:pt x="794" y="861"/>
                  </a:lnTo>
                  <a:lnTo>
                    <a:pt x="758" y="866"/>
                  </a:lnTo>
                  <a:lnTo>
                    <a:pt x="721" y="870"/>
                  </a:lnTo>
                  <a:cubicBezTo>
                    <a:pt x="614" y="876"/>
                    <a:pt x="520" y="872"/>
                    <a:pt x="415" y="854"/>
                  </a:cubicBezTo>
                  <a:lnTo>
                    <a:pt x="381" y="845"/>
                  </a:lnTo>
                  <a:lnTo>
                    <a:pt x="348" y="833"/>
                  </a:lnTo>
                  <a:cubicBezTo>
                    <a:pt x="242" y="785"/>
                    <a:pt x="154" y="703"/>
                    <a:pt x="88" y="609"/>
                  </a:cubicBezTo>
                  <a:lnTo>
                    <a:pt x="67" y="578"/>
                  </a:lnTo>
                  <a:lnTo>
                    <a:pt x="46" y="546"/>
                  </a:lnTo>
                  <a:lnTo>
                    <a:pt x="28" y="514"/>
                  </a:lnTo>
                  <a:lnTo>
                    <a:pt x="13" y="483"/>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412" name="path"/>
            <p:cNvSpPr/>
            <p:nvPr/>
          </p:nvSpPr>
          <p:spPr>
            <a:xfrm>
              <a:off x="40773" y="239439"/>
              <a:ext cx="815339" cy="533736"/>
            </a:xfrm>
            <a:custGeom>
              <a:avLst/>
              <a:gdLst/>
              <a:ahLst/>
              <a:cxnLst/>
              <a:rect l="0" t="0" r="0" b="0"/>
              <a:pathLst>
                <a:path w="1283" h="840">
                  <a:moveTo>
                    <a:pt x="261" y="77"/>
                  </a:moveTo>
                  <a:lnTo>
                    <a:pt x="324" y="49"/>
                  </a:lnTo>
                  <a:lnTo>
                    <a:pt x="383" y="27"/>
                  </a:lnTo>
                  <a:lnTo>
                    <a:pt x="439" y="14"/>
                  </a:lnTo>
                  <a:lnTo>
                    <a:pt x="492" y="6"/>
                  </a:lnTo>
                  <a:cubicBezTo>
                    <a:pt x="612" y="-4"/>
                    <a:pt x="708" y="24"/>
                    <a:pt x="812" y="81"/>
                  </a:cubicBezTo>
                  <a:lnTo>
                    <a:pt x="842" y="98"/>
                  </a:lnTo>
                  <a:lnTo>
                    <a:pt x="870" y="114"/>
                  </a:lnTo>
                  <a:cubicBezTo>
                    <a:pt x="973" y="161"/>
                    <a:pt x="1030" y="210"/>
                    <a:pt x="1110" y="291"/>
                  </a:cubicBezTo>
                  <a:lnTo>
                    <a:pt x="1136" y="320"/>
                  </a:lnTo>
                  <a:lnTo>
                    <a:pt x="1161" y="348"/>
                  </a:lnTo>
                  <a:lnTo>
                    <a:pt x="1185" y="377"/>
                  </a:lnTo>
                  <a:lnTo>
                    <a:pt x="1207" y="404"/>
                  </a:lnTo>
                  <a:lnTo>
                    <a:pt x="1227" y="432"/>
                  </a:lnTo>
                  <a:lnTo>
                    <a:pt x="1245" y="457"/>
                  </a:lnTo>
                  <a:lnTo>
                    <a:pt x="1261" y="480"/>
                  </a:lnTo>
                  <a:lnTo>
                    <a:pt x="1273" y="501"/>
                  </a:lnTo>
                  <a:lnTo>
                    <a:pt x="1281" y="519"/>
                  </a:lnTo>
                  <a:lnTo>
                    <a:pt x="1283" y="535"/>
                  </a:lnTo>
                  <a:lnTo>
                    <a:pt x="1279" y="551"/>
                  </a:lnTo>
                  <a:lnTo>
                    <a:pt x="1268" y="566"/>
                  </a:lnTo>
                  <a:lnTo>
                    <a:pt x="1251" y="583"/>
                  </a:lnTo>
                  <a:lnTo>
                    <a:pt x="1228" y="599"/>
                  </a:lnTo>
                  <a:cubicBezTo>
                    <a:pt x="1142" y="651"/>
                    <a:pt x="1047" y="682"/>
                    <a:pt x="960" y="733"/>
                  </a:cubicBezTo>
                  <a:lnTo>
                    <a:pt x="938" y="749"/>
                  </a:lnTo>
                  <a:lnTo>
                    <a:pt x="921" y="764"/>
                  </a:lnTo>
                  <a:lnTo>
                    <a:pt x="904" y="779"/>
                  </a:lnTo>
                  <a:lnTo>
                    <a:pt x="884" y="791"/>
                  </a:lnTo>
                  <a:lnTo>
                    <a:pt x="859" y="803"/>
                  </a:lnTo>
                  <a:lnTo>
                    <a:pt x="831" y="811"/>
                  </a:lnTo>
                  <a:cubicBezTo>
                    <a:pt x="744" y="837"/>
                    <a:pt x="635" y="840"/>
                    <a:pt x="544" y="835"/>
                  </a:cubicBezTo>
                  <a:lnTo>
                    <a:pt x="506" y="833"/>
                  </a:lnTo>
                  <a:lnTo>
                    <a:pt x="469" y="828"/>
                  </a:lnTo>
                  <a:cubicBezTo>
                    <a:pt x="345" y="815"/>
                    <a:pt x="282" y="782"/>
                    <a:pt x="189" y="701"/>
                  </a:cubicBezTo>
                  <a:lnTo>
                    <a:pt x="163" y="674"/>
                  </a:lnTo>
                  <a:lnTo>
                    <a:pt x="138" y="648"/>
                  </a:lnTo>
                  <a:lnTo>
                    <a:pt x="114" y="619"/>
                  </a:lnTo>
                  <a:lnTo>
                    <a:pt x="91" y="589"/>
                  </a:lnTo>
                  <a:cubicBezTo>
                    <a:pt x="55" y="541"/>
                    <a:pt x="21" y="484"/>
                    <a:pt x="0" y="428"/>
                  </a:cubicBezTo>
                  <a:lnTo>
                    <a:pt x="0" y="417"/>
                  </a:lnTo>
                  <a:cubicBezTo>
                    <a:pt x="6" y="344"/>
                    <a:pt x="39" y="274"/>
                    <a:pt x="85" y="217"/>
                  </a:cubicBezTo>
                  <a:lnTo>
                    <a:pt x="109" y="188"/>
                  </a:lnTo>
                  <a:lnTo>
                    <a:pt x="139" y="158"/>
                  </a:lnTo>
                  <a:lnTo>
                    <a:pt x="175" y="131"/>
                  </a:lnTo>
                  <a:lnTo>
                    <a:pt x="216" y="103"/>
                  </a:lnTo>
                </a:path>
              </a:pathLst>
            </a:custGeom>
            <a:solidFill>
              <a:srgbClr val="F7EFEA">
                <a:alpha val="100000"/>
              </a:srgbClr>
            </a:solidFill>
            <a:ln cap="flat">
              <a:noFill/>
              <a:prstDash val="solid"/>
              <a:miter lim="0"/>
            </a:ln>
          </p:spPr>
          <p:txBody>
            <a:bodyPr rtlCol="0"/>
            <a:lstStyle/>
            <a:p>
              <a:pPr algn="ctr"/>
              <a:endParaRPr lang="zh-CN" altLang="en-US" sz="1635"/>
            </a:p>
          </p:txBody>
        </p:sp>
        <p:sp>
          <p:nvSpPr>
            <p:cNvPr id="1414" name="path"/>
            <p:cNvSpPr/>
            <p:nvPr/>
          </p:nvSpPr>
          <p:spPr>
            <a:xfrm>
              <a:off x="53727" y="254015"/>
              <a:ext cx="788670" cy="511134"/>
            </a:xfrm>
            <a:custGeom>
              <a:avLst/>
              <a:gdLst/>
              <a:ahLst/>
              <a:cxnLst/>
              <a:rect l="0" t="0" r="0" b="0"/>
              <a:pathLst>
                <a:path w="1242" h="804">
                  <a:moveTo>
                    <a:pt x="254" y="66"/>
                  </a:moveTo>
                  <a:lnTo>
                    <a:pt x="311" y="42"/>
                  </a:lnTo>
                  <a:lnTo>
                    <a:pt x="366" y="24"/>
                  </a:lnTo>
                  <a:lnTo>
                    <a:pt x="417" y="12"/>
                  </a:lnTo>
                  <a:lnTo>
                    <a:pt x="466" y="6"/>
                  </a:lnTo>
                  <a:cubicBezTo>
                    <a:pt x="584" y="-4"/>
                    <a:pt x="678" y="22"/>
                    <a:pt x="783" y="73"/>
                  </a:cubicBezTo>
                  <a:lnTo>
                    <a:pt x="813" y="88"/>
                  </a:lnTo>
                  <a:lnTo>
                    <a:pt x="841" y="103"/>
                  </a:lnTo>
                  <a:cubicBezTo>
                    <a:pt x="931" y="140"/>
                    <a:pt x="1007" y="203"/>
                    <a:pt x="1074" y="273"/>
                  </a:cubicBezTo>
                  <a:lnTo>
                    <a:pt x="1100" y="301"/>
                  </a:lnTo>
                  <a:lnTo>
                    <a:pt x="1124" y="328"/>
                  </a:lnTo>
                  <a:lnTo>
                    <a:pt x="1147" y="356"/>
                  </a:lnTo>
                  <a:lnTo>
                    <a:pt x="1168" y="384"/>
                  </a:lnTo>
                  <a:lnTo>
                    <a:pt x="1187" y="409"/>
                  </a:lnTo>
                  <a:lnTo>
                    <a:pt x="1204" y="434"/>
                  </a:lnTo>
                  <a:lnTo>
                    <a:pt x="1220" y="456"/>
                  </a:lnTo>
                  <a:lnTo>
                    <a:pt x="1231" y="476"/>
                  </a:lnTo>
                  <a:lnTo>
                    <a:pt x="1239" y="493"/>
                  </a:lnTo>
                  <a:lnTo>
                    <a:pt x="1242" y="508"/>
                  </a:lnTo>
                  <a:lnTo>
                    <a:pt x="1237" y="524"/>
                  </a:lnTo>
                  <a:lnTo>
                    <a:pt x="1226" y="540"/>
                  </a:lnTo>
                  <a:lnTo>
                    <a:pt x="1210" y="555"/>
                  </a:lnTo>
                  <a:lnTo>
                    <a:pt x="1189" y="571"/>
                  </a:lnTo>
                  <a:cubicBezTo>
                    <a:pt x="1105" y="620"/>
                    <a:pt x="1014" y="651"/>
                    <a:pt x="928" y="702"/>
                  </a:cubicBezTo>
                  <a:lnTo>
                    <a:pt x="908" y="716"/>
                  </a:lnTo>
                  <a:lnTo>
                    <a:pt x="891" y="730"/>
                  </a:lnTo>
                  <a:lnTo>
                    <a:pt x="876" y="745"/>
                  </a:lnTo>
                  <a:lnTo>
                    <a:pt x="855" y="757"/>
                  </a:lnTo>
                  <a:lnTo>
                    <a:pt x="831" y="766"/>
                  </a:lnTo>
                  <a:lnTo>
                    <a:pt x="805" y="777"/>
                  </a:lnTo>
                  <a:cubicBezTo>
                    <a:pt x="715" y="799"/>
                    <a:pt x="618" y="804"/>
                    <a:pt x="526" y="799"/>
                  </a:cubicBezTo>
                  <a:lnTo>
                    <a:pt x="489" y="796"/>
                  </a:lnTo>
                  <a:lnTo>
                    <a:pt x="454" y="793"/>
                  </a:lnTo>
                  <a:cubicBezTo>
                    <a:pt x="335" y="781"/>
                    <a:pt x="273" y="747"/>
                    <a:pt x="183" y="669"/>
                  </a:cubicBezTo>
                  <a:lnTo>
                    <a:pt x="158" y="644"/>
                  </a:lnTo>
                  <a:lnTo>
                    <a:pt x="133" y="618"/>
                  </a:lnTo>
                  <a:lnTo>
                    <a:pt x="110" y="590"/>
                  </a:lnTo>
                  <a:lnTo>
                    <a:pt x="87" y="561"/>
                  </a:lnTo>
                  <a:cubicBezTo>
                    <a:pt x="52" y="514"/>
                    <a:pt x="22" y="459"/>
                    <a:pt x="0" y="405"/>
                  </a:cubicBezTo>
                  <a:lnTo>
                    <a:pt x="0" y="394"/>
                  </a:lnTo>
                  <a:cubicBezTo>
                    <a:pt x="4" y="326"/>
                    <a:pt x="38" y="251"/>
                    <a:pt x="81" y="198"/>
                  </a:cubicBezTo>
                  <a:lnTo>
                    <a:pt x="106" y="170"/>
                  </a:lnTo>
                  <a:lnTo>
                    <a:pt x="135" y="142"/>
                  </a:lnTo>
                  <a:lnTo>
                    <a:pt x="169" y="115"/>
                  </a:lnTo>
                  <a:lnTo>
                    <a:pt x="210" y="90"/>
                  </a:lnTo>
                </a:path>
              </a:pathLst>
            </a:custGeom>
            <a:solidFill>
              <a:srgbClr val="F2E2D6">
                <a:alpha val="100000"/>
              </a:srgbClr>
            </a:solidFill>
            <a:ln cap="flat">
              <a:noFill/>
              <a:prstDash val="solid"/>
              <a:miter lim="0"/>
            </a:ln>
          </p:spPr>
          <p:txBody>
            <a:bodyPr rtlCol="0"/>
            <a:lstStyle/>
            <a:p>
              <a:pPr algn="ctr"/>
              <a:endParaRPr lang="zh-CN" altLang="en-US" sz="1635"/>
            </a:p>
          </p:txBody>
        </p:sp>
        <p:sp>
          <p:nvSpPr>
            <p:cNvPr id="1416" name="path"/>
            <p:cNvSpPr/>
            <p:nvPr/>
          </p:nvSpPr>
          <p:spPr>
            <a:xfrm>
              <a:off x="66681" y="268001"/>
              <a:ext cx="762762" cy="488537"/>
            </a:xfrm>
            <a:custGeom>
              <a:avLst/>
              <a:gdLst/>
              <a:ahLst/>
              <a:cxnLst/>
              <a:rect l="0" t="0" r="0" b="0"/>
              <a:pathLst>
                <a:path w="1201" h="769">
                  <a:moveTo>
                    <a:pt x="246" y="56"/>
                  </a:moveTo>
                  <a:lnTo>
                    <a:pt x="297" y="36"/>
                  </a:lnTo>
                  <a:lnTo>
                    <a:pt x="348" y="21"/>
                  </a:lnTo>
                  <a:lnTo>
                    <a:pt x="396" y="11"/>
                  </a:lnTo>
                  <a:lnTo>
                    <a:pt x="442" y="5"/>
                  </a:lnTo>
                  <a:cubicBezTo>
                    <a:pt x="540" y="-2"/>
                    <a:pt x="664" y="23"/>
                    <a:pt x="753" y="65"/>
                  </a:cubicBezTo>
                  <a:lnTo>
                    <a:pt x="784" y="78"/>
                  </a:lnTo>
                  <a:lnTo>
                    <a:pt x="813" y="90"/>
                  </a:lnTo>
                  <a:cubicBezTo>
                    <a:pt x="910" y="135"/>
                    <a:pt x="965" y="180"/>
                    <a:pt x="1039" y="257"/>
                  </a:cubicBezTo>
                  <a:lnTo>
                    <a:pt x="1063" y="282"/>
                  </a:lnTo>
                  <a:lnTo>
                    <a:pt x="1087" y="310"/>
                  </a:lnTo>
                  <a:lnTo>
                    <a:pt x="1110" y="336"/>
                  </a:lnTo>
                  <a:lnTo>
                    <a:pt x="1130" y="362"/>
                  </a:lnTo>
                  <a:lnTo>
                    <a:pt x="1149" y="387"/>
                  </a:lnTo>
                  <a:lnTo>
                    <a:pt x="1165" y="412"/>
                  </a:lnTo>
                  <a:lnTo>
                    <a:pt x="1179" y="432"/>
                  </a:lnTo>
                  <a:lnTo>
                    <a:pt x="1191" y="452"/>
                  </a:lnTo>
                  <a:lnTo>
                    <a:pt x="1198" y="468"/>
                  </a:lnTo>
                  <a:lnTo>
                    <a:pt x="1201" y="484"/>
                  </a:lnTo>
                  <a:lnTo>
                    <a:pt x="1196" y="498"/>
                  </a:lnTo>
                  <a:lnTo>
                    <a:pt x="1185" y="514"/>
                  </a:lnTo>
                  <a:lnTo>
                    <a:pt x="1171" y="528"/>
                  </a:lnTo>
                  <a:lnTo>
                    <a:pt x="1150" y="544"/>
                  </a:lnTo>
                  <a:cubicBezTo>
                    <a:pt x="1066" y="592"/>
                    <a:pt x="982" y="622"/>
                    <a:pt x="898" y="670"/>
                  </a:cubicBezTo>
                  <a:lnTo>
                    <a:pt x="878" y="684"/>
                  </a:lnTo>
                  <a:lnTo>
                    <a:pt x="862" y="699"/>
                  </a:lnTo>
                  <a:lnTo>
                    <a:pt x="847" y="712"/>
                  </a:lnTo>
                  <a:lnTo>
                    <a:pt x="826" y="724"/>
                  </a:lnTo>
                  <a:lnTo>
                    <a:pt x="805" y="735"/>
                  </a:lnTo>
                  <a:lnTo>
                    <a:pt x="778" y="742"/>
                  </a:lnTo>
                  <a:cubicBezTo>
                    <a:pt x="691" y="768"/>
                    <a:pt x="598" y="769"/>
                    <a:pt x="508" y="765"/>
                  </a:cubicBezTo>
                  <a:lnTo>
                    <a:pt x="474" y="762"/>
                  </a:lnTo>
                  <a:lnTo>
                    <a:pt x="439" y="759"/>
                  </a:lnTo>
                  <a:cubicBezTo>
                    <a:pt x="330" y="752"/>
                    <a:pt x="256" y="710"/>
                    <a:pt x="177" y="638"/>
                  </a:cubicBezTo>
                  <a:lnTo>
                    <a:pt x="152" y="614"/>
                  </a:lnTo>
                  <a:lnTo>
                    <a:pt x="128" y="588"/>
                  </a:lnTo>
                  <a:lnTo>
                    <a:pt x="85" y="533"/>
                  </a:lnTo>
                  <a:lnTo>
                    <a:pt x="64" y="506"/>
                  </a:lnTo>
                  <a:lnTo>
                    <a:pt x="46" y="477"/>
                  </a:lnTo>
                  <a:lnTo>
                    <a:pt x="30" y="449"/>
                  </a:lnTo>
                  <a:lnTo>
                    <a:pt x="15" y="420"/>
                  </a:lnTo>
                  <a:lnTo>
                    <a:pt x="3" y="393"/>
                  </a:lnTo>
                  <a:lnTo>
                    <a:pt x="2" y="390"/>
                  </a:lnTo>
                  <a:lnTo>
                    <a:pt x="2" y="388"/>
                  </a:lnTo>
                  <a:lnTo>
                    <a:pt x="1" y="387"/>
                  </a:lnTo>
                  <a:lnTo>
                    <a:pt x="0" y="384"/>
                  </a:lnTo>
                  <a:lnTo>
                    <a:pt x="0" y="372"/>
                  </a:lnTo>
                  <a:cubicBezTo>
                    <a:pt x="2" y="302"/>
                    <a:pt x="32" y="235"/>
                    <a:pt x="76" y="180"/>
                  </a:cubicBezTo>
                  <a:lnTo>
                    <a:pt x="102" y="153"/>
                  </a:lnTo>
                  <a:lnTo>
                    <a:pt x="129" y="126"/>
                  </a:lnTo>
                  <a:lnTo>
                    <a:pt x="163" y="101"/>
                  </a:lnTo>
                  <a:lnTo>
                    <a:pt x="201" y="78"/>
                  </a:lnTo>
                </a:path>
              </a:pathLst>
            </a:custGeom>
            <a:solidFill>
              <a:srgbClr val="EAD3C1">
                <a:alpha val="100000"/>
              </a:srgbClr>
            </a:solidFill>
            <a:ln cap="flat">
              <a:noFill/>
              <a:prstDash val="solid"/>
              <a:miter lim="0"/>
            </a:ln>
          </p:spPr>
          <p:txBody>
            <a:bodyPr rtlCol="0"/>
            <a:lstStyle/>
            <a:p>
              <a:pPr algn="ctr"/>
              <a:endParaRPr lang="zh-CN" altLang="en-US" sz="1635"/>
            </a:p>
          </p:txBody>
        </p:sp>
        <p:sp>
          <p:nvSpPr>
            <p:cNvPr id="1418" name="path"/>
            <p:cNvSpPr/>
            <p:nvPr/>
          </p:nvSpPr>
          <p:spPr>
            <a:xfrm>
              <a:off x="79635" y="282868"/>
              <a:ext cx="736853" cy="466736"/>
            </a:xfrm>
            <a:custGeom>
              <a:avLst/>
              <a:gdLst/>
              <a:ahLst/>
              <a:cxnLst/>
              <a:rect l="0" t="0" r="0" b="0"/>
              <a:pathLst>
                <a:path w="1160" h="735">
                  <a:moveTo>
                    <a:pt x="237" y="45"/>
                  </a:moveTo>
                  <a:lnTo>
                    <a:pt x="283" y="29"/>
                  </a:lnTo>
                  <a:lnTo>
                    <a:pt x="328" y="17"/>
                  </a:lnTo>
                  <a:lnTo>
                    <a:pt x="374" y="8"/>
                  </a:lnTo>
                  <a:cubicBezTo>
                    <a:pt x="606" y="-19"/>
                    <a:pt x="878" y="81"/>
                    <a:pt x="1027" y="264"/>
                  </a:cubicBezTo>
                  <a:lnTo>
                    <a:pt x="1051" y="290"/>
                  </a:lnTo>
                  <a:lnTo>
                    <a:pt x="1071" y="317"/>
                  </a:lnTo>
                  <a:lnTo>
                    <a:pt x="1091" y="341"/>
                  </a:lnTo>
                  <a:lnTo>
                    <a:pt x="1109" y="366"/>
                  </a:lnTo>
                  <a:lnTo>
                    <a:pt x="1125" y="389"/>
                  </a:lnTo>
                  <a:lnTo>
                    <a:pt x="1139" y="409"/>
                  </a:lnTo>
                  <a:lnTo>
                    <a:pt x="1150" y="428"/>
                  </a:lnTo>
                  <a:lnTo>
                    <a:pt x="1158" y="444"/>
                  </a:lnTo>
                  <a:lnTo>
                    <a:pt x="1160" y="458"/>
                  </a:lnTo>
                  <a:lnTo>
                    <a:pt x="1155" y="473"/>
                  </a:lnTo>
                  <a:lnTo>
                    <a:pt x="1145" y="488"/>
                  </a:lnTo>
                  <a:lnTo>
                    <a:pt x="1130" y="501"/>
                  </a:lnTo>
                  <a:lnTo>
                    <a:pt x="1111" y="515"/>
                  </a:lnTo>
                  <a:cubicBezTo>
                    <a:pt x="1033" y="562"/>
                    <a:pt x="946" y="593"/>
                    <a:pt x="867" y="637"/>
                  </a:cubicBezTo>
                  <a:lnTo>
                    <a:pt x="847" y="651"/>
                  </a:lnTo>
                  <a:lnTo>
                    <a:pt x="832" y="665"/>
                  </a:lnTo>
                  <a:lnTo>
                    <a:pt x="817" y="678"/>
                  </a:lnTo>
                  <a:lnTo>
                    <a:pt x="799" y="689"/>
                  </a:lnTo>
                  <a:lnTo>
                    <a:pt x="776" y="699"/>
                  </a:lnTo>
                  <a:lnTo>
                    <a:pt x="752" y="708"/>
                  </a:lnTo>
                  <a:cubicBezTo>
                    <a:pt x="667" y="730"/>
                    <a:pt x="579" y="735"/>
                    <a:pt x="491" y="729"/>
                  </a:cubicBezTo>
                  <a:lnTo>
                    <a:pt x="457" y="727"/>
                  </a:lnTo>
                  <a:lnTo>
                    <a:pt x="424" y="723"/>
                  </a:lnTo>
                  <a:cubicBezTo>
                    <a:pt x="312" y="712"/>
                    <a:pt x="255" y="680"/>
                    <a:pt x="170" y="607"/>
                  </a:cubicBezTo>
                  <a:lnTo>
                    <a:pt x="147" y="582"/>
                  </a:lnTo>
                  <a:lnTo>
                    <a:pt x="123" y="558"/>
                  </a:lnTo>
                  <a:lnTo>
                    <a:pt x="101" y="531"/>
                  </a:lnTo>
                  <a:lnTo>
                    <a:pt x="81" y="505"/>
                  </a:lnTo>
                  <a:lnTo>
                    <a:pt x="62" y="477"/>
                  </a:lnTo>
                  <a:lnTo>
                    <a:pt x="45" y="451"/>
                  </a:lnTo>
                  <a:lnTo>
                    <a:pt x="28" y="423"/>
                  </a:lnTo>
                  <a:lnTo>
                    <a:pt x="15" y="396"/>
                  </a:lnTo>
                  <a:lnTo>
                    <a:pt x="3" y="368"/>
                  </a:lnTo>
                  <a:lnTo>
                    <a:pt x="2" y="367"/>
                  </a:lnTo>
                  <a:lnTo>
                    <a:pt x="2" y="365"/>
                  </a:lnTo>
                  <a:lnTo>
                    <a:pt x="1" y="363"/>
                  </a:lnTo>
                  <a:lnTo>
                    <a:pt x="0" y="361"/>
                  </a:lnTo>
                  <a:lnTo>
                    <a:pt x="0" y="349"/>
                  </a:lnTo>
                  <a:cubicBezTo>
                    <a:pt x="1" y="279"/>
                    <a:pt x="29" y="215"/>
                    <a:pt x="73" y="161"/>
                  </a:cubicBezTo>
                  <a:lnTo>
                    <a:pt x="97" y="134"/>
                  </a:lnTo>
                  <a:lnTo>
                    <a:pt x="124" y="110"/>
                  </a:lnTo>
                  <a:lnTo>
                    <a:pt x="157" y="87"/>
                  </a:lnTo>
                  <a:lnTo>
                    <a:pt x="194" y="65"/>
                  </a:lnTo>
                </a:path>
              </a:pathLst>
            </a:custGeom>
            <a:solidFill>
              <a:srgbClr val="E2C1AD">
                <a:alpha val="100000"/>
              </a:srgbClr>
            </a:solidFill>
            <a:ln cap="flat">
              <a:noFill/>
              <a:prstDash val="solid"/>
              <a:miter lim="0"/>
            </a:ln>
          </p:spPr>
          <p:txBody>
            <a:bodyPr rtlCol="0"/>
            <a:lstStyle/>
            <a:p>
              <a:pPr algn="ctr"/>
              <a:endParaRPr lang="zh-CN" altLang="en-US" sz="1635"/>
            </a:p>
          </p:txBody>
        </p:sp>
        <p:sp>
          <p:nvSpPr>
            <p:cNvPr id="1420" name="path"/>
            <p:cNvSpPr/>
            <p:nvPr/>
          </p:nvSpPr>
          <p:spPr>
            <a:xfrm>
              <a:off x="91090" y="296235"/>
              <a:ext cx="713865" cy="443628"/>
            </a:xfrm>
            <a:custGeom>
              <a:avLst/>
              <a:gdLst/>
              <a:ahLst/>
              <a:cxnLst/>
              <a:rect l="0" t="0" r="0" b="0"/>
              <a:pathLst>
                <a:path w="1124" h="698">
                  <a:moveTo>
                    <a:pt x="232" y="36"/>
                  </a:moveTo>
                  <a:lnTo>
                    <a:pt x="272" y="23"/>
                  </a:lnTo>
                  <a:lnTo>
                    <a:pt x="313" y="14"/>
                  </a:lnTo>
                  <a:lnTo>
                    <a:pt x="355" y="8"/>
                  </a:lnTo>
                  <a:cubicBezTo>
                    <a:pt x="494" y="-12"/>
                    <a:pt x="763" y="42"/>
                    <a:pt x="873" y="136"/>
                  </a:cubicBezTo>
                  <a:lnTo>
                    <a:pt x="898" y="155"/>
                  </a:lnTo>
                  <a:lnTo>
                    <a:pt x="921" y="176"/>
                  </a:lnTo>
                  <a:lnTo>
                    <a:pt x="946" y="200"/>
                  </a:lnTo>
                  <a:cubicBezTo>
                    <a:pt x="993" y="243"/>
                    <a:pt x="1032" y="295"/>
                    <a:pt x="1072" y="345"/>
                  </a:cubicBezTo>
                  <a:lnTo>
                    <a:pt x="1088" y="368"/>
                  </a:lnTo>
                  <a:lnTo>
                    <a:pt x="1101" y="387"/>
                  </a:lnTo>
                  <a:cubicBezTo>
                    <a:pt x="1132" y="438"/>
                    <a:pt x="1125" y="454"/>
                    <a:pt x="1073" y="490"/>
                  </a:cubicBezTo>
                  <a:lnTo>
                    <a:pt x="1051" y="504"/>
                  </a:lnTo>
                  <a:lnTo>
                    <a:pt x="1025" y="516"/>
                  </a:lnTo>
                  <a:lnTo>
                    <a:pt x="999" y="530"/>
                  </a:lnTo>
                  <a:lnTo>
                    <a:pt x="971" y="543"/>
                  </a:lnTo>
                  <a:lnTo>
                    <a:pt x="941" y="556"/>
                  </a:lnTo>
                  <a:lnTo>
                    <a:pt x="914" y="569"/>
                  </a:lnTo>
                  <a:cubicBezTo>
                    <a:pt x="869" y="588"/>
                    <a:pt x="826" y="613"/>
                    <a:pt x="790" y="647"/>
                  </a:cubicBezTo>
                  <a:lnTo>
                    <a:pt x="773" y="658"/>
                  </a:lnTo>
                  <a:lnTo>
                    <a:pt x="752" y="668"/>
                  </a:lnTo>
                  <a:cubicBezTo>
                    <a:pt x="689" y="691"/>
                    <a:pt x="609" y="698"/>
                    <a:pt x="543" y="698"/>
                  </a:cubicBezTo>
                  <a:lnTo>
                    <a:pt x="509" y="698"/>
                  </a:lnTo>
                  <a:lnTo>
                    <a:pt x="477" y="695"/>
                  </a:lnTo>
                  <a:lnTo>
                    <a:pt x="445" y="694"/>
                  </a:lnTo>
                  <a:cubicBezTo>
                    <a:pt x="242" y="685"/>
                    <a:pt x="128" y="564"/>
                    <a:pt x="28" y="400"/>
                  </a:cubicBezTo>
                  <a:lnTo>
                    <a:pt x="16" y="372"/>
                  </a:lnTo>
                  <a:lnTo>
                    <a:pt x="4" y="347"/>
                  </a:lnTo>
                  <a:lnTo>
                    <a:pt x="4" y="345"/>
                  </a:lnTo>
                  <a:lnTo>
                    <a:pt x="3" y="345"/>
                  </a:lnTo>
                  <a:lnTo>
                    <a:pt x="3" y="342"/>
                  </a:lnTo>
                  <a:lnTo>
                    <a:pt x="2" y="341"/>
                  </a:lnTo>
                  <a:cubicBezTo>
                    <a:pt x="0" y="323"/>
                    <a:pt x="3" y="300"/>
                    <a:pt x="7" y="282"/>
                  </a:cubicBezTo>
                  <a:lnTo>
                    <a:pt x="10" y="263"/>
                  </a:lnTo>
                  <a:lnTo>
                    <a:pt x="17" y="240"/>
                  </a:lnTo>
                  <a:cubicBezTo>
                    <a:pt x="36" y="183"/>
                    <a:pt x="73" y="133"/>
                    <a:pt x="121" y="96"/>
                  </a:cubicBezTo>
                  <a:lnTo>
                    <a:pt x="152" y="74"/>
                  </a:lnTo>
                  <a:lnTo>
                    <a:pt x="190" y="54"/>
                  </a:lnTo>
                </a:path>
              </a:pathLst>
            </a:custGeom>
            <a:solidFill>
              <a:srgbClr val="DBB299">
                <a:alpha val="100000"/>
              </a:srgbClr>
            </a:solidFill>
            <a:ln cap="flat">
              <a:noFill/>
              <a:prstDash val="solid"/>
              <a:miter lim="0"/>
            </a:ln>
          </p:spPr>
          <p:txBody>
            <a:bodyPr rtlCol="0"/>
            <a:lstStyle/>
            <a:p>
              <a:pPr algn="ctr"/>
              <a:endParaRPr lang="zh-CN" altLang="en-US" sz="1635"/>
            </a:p>
          </p:txBody>
        </p:sp>
        <p:sp>
          <p:nvSpPr>
            <p:cNvPr id="1422" name="path"/>
            <p:cNvSpPr/>
            <p:nvPr/>
          </p:nvSpPr>
          <p:spPr>
            <a:xfrm>
              <a:off x="105264" y="312166"/>
              <a:ext cx="684555" cy="421030"/>
            </a:xfrm>
            <a:custGeom>
              <a:avLst/>
              <a:gdLst/>
              <a:ahLst/>
              <a:cxnLst/>
              <a:rect l="0" t="0" r="0" b="0"/>
              <a:pathLst>
                <a:path w="1078" h="663">
                  <a:moveTo>
                    <a:pt x="221" y="23"/>
                  </a:moveTo>
                  <a:lnTo>
                    <a:pt x="256" y="15"/>
                  </a:lnTo>
                  <a:lnTo>
                    <a:pt x="293" y="8"/>
                  </a:lnTo>
                  <a:lnTo>
                    <a:pt x="330" y="4"/>
                  </a:lnTo>
                  <a:lnTo>
                    <a:pt x="367" y="2"/>
                  </a:lnTo>
                  <a:cubicBezTo>
                    <a:pt x="467" y="0"/>
                    <a:pt x="571" y="13"/>
                    <a:pt x="667" y="40"/>
                  </a:cubicBezTo>
                  <a:lnTo>
                    <a:pt x="698" y="50"/>
                  </a:lnTo>
                  <a:lnTo>
                    <a:pt x="727" y="58"/>
                  </a:lnTo>
                  <a:cubicBezTo>
                    <a:pt x="811" y="88"/>
                    <a:pt x="871" y="140"/>
                    <a:pt x="931" y="205"/>
                  </a:cubicBezTo>
                  <a:lnTo>
                    <a:pt x="954" y="227"/>
                  </a:lnTo>
                  <a:lnTo>
                    <a:pt x="976" y="253"/>
                  </a:lnTo>
                  <a:lnTo>
                    <a:pt x="995" y="275"/>
                  </a:lnTo>
                  <a:lnTo>
                    <a:pt x="1014" y="299"/>
                  </a:lnTo>
                  <a:lnTo>
                    <a:pt x="1031" y="322"/>
                  </a:lnTo>
                  <a:lnTo>
                    <a:pt x="1045" y="343"/>
                  </a:lnTo>
                  <a:lnTo>
                    <a:pt x="1058" y="362"/>
                  </a:lnTo>
                  <a:lnTo>
                    <a:pt x="1068" y="380"/>
                  </a:lnTo>
                  <a:lnTo>
                    <a:pt x="1075" y="394"/>
                  </a:lnTo>
                  <a:lnTo>
                    <a:pt x="1078" y="409"/>
                  </a:lnTo>
                  <a:lnTo>
                    <a:pt x="1073" y="422"/>
                  </a:lnTo>
                  <a:lnTo>
                    <a:pt x="1064" y="435"/>
                  </a:lnTo>
                  <a:lnTo>
                    <a:pt x="1051" y="448"/>
                  </a:lnTo>
                  <a:lnTo>
                    <a:pt x="1032" y="461"/>
                  </a:lnTo>
                  <a:cubicBezTo>
                    <a:pt x="961" y="505"/>
                    <a:pt x="878" y="532"/>
                    <a:pt x="806" y="575"/>
                  </a:cubicBezTo>
                  <a:lnTo>
                    <a:pt x="788" y="587"/>
                  </a:lnTo>
                  <a:lnTo>
                    <a:pt x="775" y="601"/>
                  </a:lnTo>
                  <a:lnTo>
                    <a:pt x="761" y="613"/>
                  </a:lnTo>
                  <a:lnTo>
                    <a:pt x="744" y="623"/>
                  </a:lnTo>
                  <a:lnTo>
                    <a:pt x="722" y="632"/>
                  </a:lnTo>
                  <a:lnTo>
                    <a:pt x="700" y="640"/>
                  </a:lnTo>
                  <a:cubicBezTo>
                    <a:pt x="615" y="663"/>
                    <a:pt x="543" y="662"/>
                    <a:pt x="457" y="661"/>
                  </a:cubicBezTo>
                  <a:lnTo>
                    <a:pt x="426" y="658"/>
                  </a:lnTo>
                  <a:lnTo>
                    <a:pt x="395" y="655"/>
                  </a:lnTo>
                  <a:cubicBezTo>
                    <a:pt x="303" y="649"/>
                    <a:pt x="225" y="608"/>
                    <a:pt x="158" y="545"/>
                  </a:cubicBezTo>
                  <a:lnTo>
                    <a:pt x="136" y="523"/>
                  </a:lnTo>
                  <a:lnTo>
                    <a:pt x="114" y="499"/>
                  </a:lnTo>
                  <a:lnTo>
                    <a:pt x="94" y="475"/>
                  </a:lnTo>
                  <a:lnTo>
                    <a:pt x="74" y="449"/>
                  </a:lnTo>
                  <a:lnTo>
                    <a:pt x="41" y="399"/>
                  </a:lnTo>
                  <a:lnTo>
                    <a:pt x="26" y="373"/>
                  </a:lnTo>
                  <a:lnTo>
                    <a:pt x="13" y="347"/>
                  </a:lnTo>
                  <a:lnTo>
                    <a:pt x="2" y="322"/>
                  </a:lnTo>
                  <a:lnTo>
                    <a:pt x="2" y="320"/>
                  </a:lnTo>
                  <a:lnTo>
                    <a:pt x="1" y="319"/>
                  </a:lnTo>
                  <a:lnTo>
                    <a:pt x="1" y="317"/>
                  </a:lnTo>
                  <a:lnTo>
                    <a:pt x="0" y="313"/>
                  </a:lnTo>
                  <a:lnTo>
                    <a:pt x="0" y="305"/>
                  </a:lnTo>
                  <a:cubicBezTo>
                    <a:pt x="0" y="240"/>
                    <a:pt x="22" y="173"/>
                    <a:pt x="65" y="123"/>
                  </a:cubicBezTo>
                  <a:lnTo>
                    <a:pt x="88" y="100"/>
                  </a:lnTo>
                  <a:lnTo>
                    <a:pt x="113" y="79"/>
                  </a:lnTo>
                  <a:lnTo>
                    <a:pt x="144" y="58"/>
                  </a:lnTo>
                  <a:lnTo>
                    <a:pt x="180" y="39"/>
                  </a:lnTo>
                </a:path>
              </a:pathLst>
            </a:custGeom>
            <a:solidFill>
              <a:srgbClr val="D6A587">
                <a:alpha val="100000"/>
              </a:srgbClr>
            </a:solidFill>
            <a:ln cap="flat">
              <a:noFill/>
              <a:prstDash val="solid"/>
              <a:miter lim="0"/>
            </a:ln>
          </p:spPr>
          <p:txBody>
            <a:bodyPr rtlCol="0"/>
            <a:lstStyle/>
            <a:p>
              <a:pPr algn="ctr"/>
              <a:endParaRPr lang="zh-CN" altLang="en-US" sz="1635"/>
            </a:p>
          </p:txBody>
        </p:sp>
        <p:sp>
          <p:nvSpPr>
            <p:cNvPr id="1424" name="path"/>
            <p:cNvSpPr/>
            <p:nvPr/>
          </p:nvSpPr>
          <p:spPr>
            <a:xfrm>
              <a:off x="115982" y="327380"/>
              <a:ext cx="663337" cy="400113"/>
            </a:xfrm>
            <a:custGeom>
              <a:avLst/>
              <a:gdLst/>
              <a:ahLst/>
              <a:cxnLst/>
              <a:rect l="0" t="0" r="0" b="0"/>
              <a:pathLst>
                <a:path w="1044" h="630">
                  <a:moveTo>
                    <a:pt x="217" y="14"/>
                  </a:moveTo>
                  <a:lnTo>
                    <a:pt x="245" y="8"/>
                  </a:lnTo>
                  <a:lnTo>
                    <a:pt x="276" y="3"/>
                  </a:lnTo>
                  <a:lnTo>
                    <a:pt x="311" y="1"/>
                  </a:lnTo>
                  <a:cubicBezTo>
                    <a:pt x="469" y="0"/>
                    <a:pt x="711" y="8"/>
                    <a:pt x="834" y="123"/>
                  </a:cubicBezTo>
                  <a:lnTo>
                    <a:pt x="857" y="143"/>
                  </a:lnTo>
                  <a:lnTo>
                    <a:pt x="878" y="164"/>
                  </a:lnTo>
                  <a:lnTo>
                    <a:pt x="901" y="187"/>
                  </a:lnTo>
                  <a:cubicBezTo>
                    <a:pt x="942" y="231"/>
                    <a:pt x="976" y="270"/>
                    <a:pt x="1010" y="320"/>
                  </a:cubicBezTo>
                  <a:lnTo>
                    <a:pt x="1022" y="338"/>
                  </a:lnTo>
                  <a:lnTo>
                    <a:pt x="1032" y="356"/>
                  </a:lnTo>
                  <a:cubicBezTo>
                    <a:pt x="1060" y="400"/>
                    <a:pt x="1007" y="426"/>
                    <a:pt x="975" y="446"/>
                  </a:cubicBezTo>
                  <a:lnTo>
                    <a:pt x="953" y="458"/>
                  </a:lnTo>
                  <a:lnTo>
                    <a:pt x="927" y="470"/>
                  </a:lnTo>
                  <a:lnTo>
                    <a:pt x="901" y="482"/>
                  </a:lnTo>
                  <a:lnTo>
                    <a:pt x="876" y="495"/>
                  </a:lnTo>
                  <a:lnTo>
                    <a:pt x="851" y="507"/>
                  </a:lnTo>
                  <a:lnTo>
                    <a:pt x="824" y="519"/>
                  </a:lnTo>
                  <a:cubicBezTo>
                    <a:pt x="769" y="544"/>
                    <a:pt x="762" y="560"/>
                    <a:pt x="719" y="590"/>
                  </a:cubicBezTo>
                  <a:lnTo>
                    <a:pt x="698" y="598"/>
                  </a:lnTo>
                  <a:lnTo>
                    <a:pt x="675" y="605"/>
                  </a:lnTo>
                  <a:cubicBezTo>
                    <a:pt x="610" y="622"/>
                    <a:pt x="542" y="630"/>
                    <a:pt x="475" y="626"/>
                  </a:cubicBezTo>
                  <a:lnTo>
                    <a:pt x="444" y="625"/>
                  </a:lnTo>
                  <a:lnTo>
                    <a:pt x="414" y="622"/>
                  </a:lnTo>
                  <a:lnTo>
                    <a:pt x="384" y="619"/>
                  </a:lnTo>
                  <a:cubicBezTo>
                    <a:pt x="215" y="612"/>
                    <a:pt x="86" y="464"/>
                    <a:pt x="17" y="323"/>
                  </a:cubicBezTo>
                  <a:lnTo>
                    <a:pt x="6" y="298"/>
                  </a:lnTo>
                  <a:lnTo>
                    <a:pt x="6" y="296"/>
                  </a:lnTo>
                  <a:lnTo>
                    <a:pt x="5" y="296"/>
                  </a:lnTo>
                  <a:lnTo>
                    <a:pt x="3" y="291"/>
                  </a:lnTo>
                  <a:cubicBezTo>
                    <a:pt x="0" y="185"/>
                    <a:pt x="43" y="91"/>
                    <a:pt x="141" y="43"/>
                  </a:cubicBezTo>
                  <a:lnTo>
                    <a:pt x="176" y="27"/>
                  </a:lnTo>
                </a:path>
              </a:pathLst>
            </a:custGeom>
            <a:solidFill>
              <a:srgbClr val="CE9670">
                <a:alpha val="100000"/>
              </a:srgbClr>
            </a:solidFill>
            <a:ln cap="flat">
              <a:noFill/>
              <a:prstDash val="solid"/>
              <a:miter lim="0"/>
            </a:ln>
          </p:spPr>
          <p:txBody>
            <a:bodyPr rtlCol="0"/>
            <a:lstStyle/>
            <a:p>
              <a:pPr algn="ctr"/>
              <a:endParaRPr lang="zh-CN" altLang="en-US" sz="1635"/>
            </a:p>
          </p:txBody>
        </p:sp>
        <p:sp>
          <p:nvSpPr>
            <p:cNvPr id="1426" name="path"/>
            <p:cNvSpPr/>
            <p:nvPr/>
          </p:nvSpPr>
          <p:spPr>
            <a:xfrm>
              <a:off x="130689" y="335333"/>
              <a:ext cx="633222" cy="383012"/>
            </a:xfrm>
            <a:custGeom>
              <a:avLst/>
              <a:gdLst/>
              <a:ahLst/>
              <a:cxnLst/>
              <a:rect l="0" t="0" r="0" b="0"/>
              <a:pathLst>
                <a:path w="997" h="603">
                  <a:moveTo>
                    <a:pt x="2" y="283"/>
                  </a:moveTo>
                  <a:lnTo>
                    <a:pt x="2" y="281"/>
                  </a:lnTo>
                  <a:lnTo>
                    <a:pt x="1" y="274"/>
                  </a:lnTo>
                  <a:lnTo>
                    <a:pt x="0" y="260"/>
                  </a:lnTo>
                  <a:cubicBezTo>
                    <a:pt x="3" y="-1"/>
                    <a:pt x="223" y="-6"/>
                    <a:pt x="425" y="8"/>
                  </a:cubicBezTo>
                  <a:lnTo>
                    <a:pt x="464" y="11"/>
                  </a:lnTo>
                  <a:lnTo>
                    <a:pt x="501" y="14"/>
                  </a:lnTo>
                  <a:lnTo>
                    <a:pt x="540" y="19"/>
                  </a:lnTo>
                  <a:cubicBezTo>
                    <a:pt x="613" y="32"/>
                    <a:pt x="693" y="38"/>
                    <a:pt x="755" y="84"/>
                  </a:cubicBezTo>
                  <a:lnTo>
                    <a:pt x="776" y="100"/>
                  </a:lnTo>
                  <a:lnTo>
                    <a:pt x="798" y="116"/>
                  </a:lnTo>
                  <a:cubicBezTo>
                    <a:pt x="860" y="169"/>
                    <a:pt x="904" y="221"/>
                    <a:pt x="954" y="286"/>
                  </a:cubicBezTo>
                  <a:lnTo>
                    <a:pt x="967" y="305"/>
                  </a:lnTo>
                  <a:lnTo>
                    <a:pt x="979" y="323"/>
                  </a:lnTo>
                  <a:lnTo>
                    <a:pt x="988" y="340"/>
                  </a:lnTo>
                  <a:lnTo>
                    <a:pt x="994" y="353"/>
                  </a:lnTo>
                  <a:lnTo>
                    <a:pt x="997" y="365"/>
                  </a:lnTo>
                  <a:lnTo>
                    <a:pt x="992" y="378"/>
                  </a:lnTo>
                  <a:cubicBezTo>
                    <a:pt x="972" y="418"/>
                    <a:pt x="875" y="454"/>
                    <a:pt x="837" y="473"/>
                  </a:cubicBezTo>
                  <a:lnTo>
                    <a:pt x="812" y="485"/>
                  </a:lnTo>
                  <a:lnTo>
                    <a:pt x="788" y="496"/>
                  </a:lnTo>
                  <a:cubicBezTo>
                    <a:pt x="710" y="531"/>
                    <a:pt x="725" y="556"/>
                    <a:pt x="646" y="580"/>
                  </a:cubicBezTo>
                  <a:lnTo>
                    <a:pt x="622" y="586"/>
                  </a:lnTo>
                  <a:lnTo>
                    <a:pt x="597" y="590"/>
                  </a:lnTo>
                  <a:lnTo>
                    <a:pt x="571" y="594"/>
                  </a:lnTo>
                  <a:cubicBezTo>
                    <a:pt x="329" y="611"/>
                    <a:pt x="195" y="590"/>
                    <a:pt x="52" y="378"/>
                  </a:cubicBezTo>
                  <a:lnTo>
                    <a:pt x="24" y="330"/>
                  </a:lnTo>
                  <a:lnTo>
                    <a:pt x="12" y="306"/>
                  </a:lnTo>
                </a:path>
              </a:pathLst>
            </a:custGeom>
            <a:solidFill>
              <a:srgbClr val="C6875B">
                <a:alpha val="100000"/>
              </a:srgbClr>
            </a:solidFill>
            <a:ln cap="flat">
              <a:noFill/>
              <a:prstDash val="solid"/>
              <a:miter lim="0"/>
            </a:ln>
          </p:spPr>
          <p:txBody>
            <a:bodyPr rtlCol="0"/>
            <a:lstStyle/>
            <a:p>
              <a:pPr algn="ctr"/>
              <a:endParaRPr lang="zh-CN" altLang="en-US" sz="1635"/>
            </a:p>
          </p:txBody>
        </p:sp>
        <p:sp>
          <p:nvSpPr>
            <p:cNvPr id="1428" name="path"/>
            <p:cNvSpPr/>
            <p:nvPr/>
          </p:nvSpPr>
          <p:spPr>
            <a:xfrm>
              <a:off x="368379" y="0"/>
              <a:ext cx="284926" cy="619137"/>
            </a:xfrm>
            <a:custGeom>
              <a:avLst/>
              <a:gdLst/>
              <a:ahLst/>
              <a:cxnLst/>
              <a:rect l="0" t="0" r="0" b="0"/>
              <a:pathLst>
                <a:path w="448" h="975">
                  <a:moveTo>
                    <a:pt x="24" y="287"/>
                  </a:moveTo>
                  <a:lnTo>
                    <a:pt x="22" y="287"/>
                  </a:lnTo>
                  <a:lnTo>
                    <a:pt x="21" y="289"/>
                  </a:lnTo>
                  <a:lnTo>
                    <a:pt x="18" y="293"/>
                  </a:lnTo>
                  <a:cubicBezTo>
                    <a:pt x="-26" y="354"/>
                    <a:pt x="46" y="424"/>
                    <a:pt x="85" y="465"/>
                  </a:cubicBezTo>
                  <a:lnTo>
                    <a:pt x="115" y="491"/>
                  </a:lnTo>
                  <a:lnTo>
                    <a:pt x="146" y="517"/>
                  </a:lnTo>
                  <a:cubicBezTo>
                    <a:pt x="263" y="621"/>
                    <a:pt x="325" y="752"/>
                    <a:pt x="318" y="910"/>
                  </a:cubicBezTo>
                  <a:lnTo>
                    <a:pt x="314" y="942"/>
                  </a:lnTo>
                  <a:lnTo>
                    <a:pt x="309" y="975"/>
                  </a:lnTo>
                  <a:lnTo>
                    <a:pt x="310" y="971"/>
                  </a:lnTo>
                  <a:cubicBezTo>
                    <a:pt x="406" y="822"/>
                    <a:pt x="413" y="625"/>
                    <a:pt x="314" y="475"/>
                  </a:cubicBezTo>
                  <a:lnTo>
                    <a:pt x="277" y="425"/>
                  </a:lnTo>
                  <a:lnTo>
                    <a:pt x="274" y="425"/>
                  </a:lnTo>
                  <a:cubicBezTo>
                    <a:pt x="201" y="413"/>
                    <a:pt x="108" y="381"/>
                    <a:pt x="56" y="327"/>
                  </a:cubicBezTo>
                  <a:lnTo>
                    <a:pt x="39" y="307"/>
                  </a:lnTo>
                </a:path>
                <a:path w="448" h="975">
                  <a:moveTo>
                    <a:pt x="140" y="455"/>
                  </a:moveTo>
                  <a:lnTo>
                    <a:pt x="135" y="454"/>
                  </a:lnTo>
                  <a:lnTo>
                    <a:pt x="124" y="448"/>
                  </a:lnTo>
                  <a:lnTo>
                    <a:pt x="108" y="438"/>
                  </a:lnTo>
                  <a:cubicBezTo>
                    <a:pt x="11" y="381"/>
                    <a:pt x="22" y="294"/>
                    <a:pt x="39" y="197"/>
                  </a:cubicBezTo>
                  <a:lnTo>
                    <a:pt x="52" y="151"/>
                  </a:lnTo>
                  <a:lnTo>
                    <a:pt x="70" y="108"/>
                  </a:lnTo>
                  <a:cubicBezTo>
                    <a:pt x="114" y="16"/>
                    <a:pt x="187" y="0"/>
                    <a:pt x="279" y="4"/>
                  </a:cubicBezTo>
                  <a:lnTo>
                    <a:pt x="309" y="7"/>
                  </a:lnTo>
                  <a:lnTo>
                    <a:pt x="339" y="13"/>
                  </a:lnTo>
                  <a:lnTo>
                    <a:pt x="366" y="22"/>
                  </a:lnTo>
                  <a:lnTo>
                    <a:pt x="391" y="33"/>
                  </a:lnTo>
                  <a:cubicBezTo>
                    <a:pt x="478" y="88"/>
                    <a:pt x="443" y="175"/>
                    <a:pt x="396" y="245"/>
                  </a:cubicBezTo>
                  <a:lnTo>
                    <a:pt x="380" y="269"/>
                  </a:lnTo>
                  <a:lnTo>
                    <a:pt x="362" y="292"/>
                  </a:lnTo>
                  <a:cubicBezTo>
                    <a:pt x="327" y="341"/>
                    <a:pt x="260" y="414"/>
                    <a:pt x="204" y="439"/>
                  </a:cubicBezTo>
                  <a:lnTo>
                    <a:pt x="186" y="447"/>
                  </a:lnTo>
                  <a:lnTo>
                    <a:pt x="170" y="453"/>
                  </a:lnTo>
                  <a:lnTo>
                    <a:pt x="156" y="455"/>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430" name="path"/>
            <p:cNvSpPr/>
            <p:nvPr/>
          </p:nvSpPr>
          <p:spPr>
            <a:xfrm>
              <a:off x="389188" y="7657"/>
              <a:ext cx="253190" cy="277501"/>
            </a:xfrm>
            <a:custGeom>
              <a:avLst/>
              <a:gdLst/>
              <a:ahLst/>
              <a:cxnLst/>
              <a:rect l="0" t="0" r="0" b="0"/>
              <a:pathLst>
                <a:path w="398" h="437">
                  <a:moveTo>
                    <a:pt x="123" y="19"/>
                  </a:moveTo>
                  <a:lnTo>
                    <a:pt x="141" y="13"/>
                  </a:lnTo>
                  <a:lnTo>
                    <a:pt x="162" y="8"/>
                  </a:lnTo>
                  <a:lnTo>
                    <a:pt x="186" y="5"/>
                  </a:lnTo>
                  <a:cubicBezTo>
                    <a:pt x="244" y="0"/>
                    <a:pt x="344" y="13"/>
                    <a:pt x="378" y="66"/>
                  </a:cubicBezTo>
                  <a:lnTo>
                    <a:pt x="389" y="86"/>
                  </a:lnTo>
                  <a:lnTo>
                    <a:pt x="394" y="110"/>
                  </a:lnTo>
                  <a:cubicBezTo>
                    <a:pt x="399" y="176"/>
                    <a:pt x="332" y="269"/>
                    <a:pt x="288" y="317"/>
                  </a:cubicBezTo>
                  <a:lnTo>
                    <a:pt x="273" y="337"/>
                  </a:lnTo>
                  <a:lnTo>
                    <a:pt x="256" y="354"/>
                  </a:lnTo>
                  <a:lnTo>
                    <a:pt x="238" y="370"/>
                  </a:lnTo>
                  <a:lnTo>
                    <a:pt x="221" y="384"/>
                  </a:lnTo>
                  <a:cubicBezTo>
                    <a:pt x="196" y="407"/>
                    <a:pt x="141" y="440"/>
                    <a:pt x="106" y="431"/>
                  </a:cubicBezTo>
                  <a:lnTo>
                    <a:pt x="95" y="426"/>
                  </a:lnTo>
                  <a:lnTo>
                    <a:pt x="80" y="416"/>
                  </a:lnTo>
                  <a:cubicBezTo>
                    <a:pt x="-22" y="362"/>
                    <a:pt x="-1" y="234"/>
                    <a:pt x="28" y="143"/>
                  </a:cubicBezTo>
                  <a:lnTo>
                    <a:pt x="45" y="103"/>
                  </a:lnTo>
                  <a:lnTo>
                    <a:pt x="66" y="68"/>
                  </a:lnTo>
                  <a:lnTo>
                    <a:pt x="92" y="38"/>
                  </a:lnTo>
                </a:path>
              </a:pathLst>
            </a:custGeom>
            <a:solidFill>
              <a:srgbClr val="F2E8E0">
                <a:alpha val="100000"/>
              </a:srgbClr>
            </a:solidFill>
            <a:ln cap="flat">
              <a:noFill/>
              <a:prstDash val="solid"/>
              <a:miter lim="0"/>
            </a:ln>
          </p:spPr>
          <p:txBody>
            <a:bodyPr rtlCol="0"/>
            <a:lstStyle/>
            <a:p>
              <a:pPr algn="ctr"/>
              <a:endParaRPr lang="zh-CN" altLang="en-US" sz="1635"/>
            </a:p>
          </p:txBody>
        </p:sp>
        <p:sp>
          <p:nvSpPr>
            <p:cNvPr id="1432" name="path"/>
            <p:cNvSpPr/>
            <p:nvPr/>
          </p:nvSpPr>
          <p:spPr>
            <a:xfrm>
              <a:off x="394922" y="16035"/>
              <a:ext cx="236788" cy="262293"/>
            </a:xfrm>
            <a:custGeom>
              <a:avLst/>
              <a:gdLst/>
              <a:ahLst/>
              <a:cxnLst/>
              <a:rect l="0" t="0" r="0" b="0"/>
              <a:pathLst>
                <a:path w="372" h="413">
                  <a:moveTo>
                    <a:pt x="116" y="18"/>
                  </a:moveTo>
                  <a:lnTo>
                    <a:pt x="134" y="12"/>
                  </a:lnTo>
                  <a:lnTo>
                    <a:pt x="155" y="7"/>
                  </a:lnTo>
                  <a:lnTo>
                    <a:pt x="176" y="5"/>
                  </a:lnTo>
                  <a:cubicBezTo>
                    <a:pt x="232" y="0"/>
                    <a:pt x="318" y="14"/>
                    <a:pt x="351" y="64"/>
                  </a:cubicBezTo>
                  <a:lnTo>
                    <a:pt x="362" y="83"/>
                  </a:lnTo>
                  <a:lnTo>
                    <a:pt x="368" y="106"/>
                  </a:lnTo>
                  <a:cubicBezTo>
                    <a:pt x="374" y="168"/>
                    <a:pt x="311" y="250"/>
                    <a:pt x="275" y="298"/>
                  </a:cubicBezTo>
                  <a:lnTo>
                    <a:pt x="258" y="316"/>
                  </a:lnTo>
                  <a:lnTo>
                    <a:pt x="242" y="334"/>
                  </a:lnTo>
                  <a:lnTo>
                    <a:pt x="227" y="348"/>
                  </a:lnTo>
                  <a:lnTo>
                    <a:pt x="210" y="362"/>
                  </a:lnTo>
                  <a:cubicBezTo>
                    <a:pt x="184" y="382"/>
                    <a:pt x="135" y="416"/>
                    <a:pt x="101" y="407"/>
                  </a:cubicBezTo>
                  <a:lnTo>
                    <a:pt x="91" y="402"/>
                  </a:lnTo>
                  <a:lnTo>
                    <a:pt x="75" y="394"/>
                  </a:lnTo>
                  <a:cubicBezTo>
                    <a:pt x="-21" y="337"/>
                    <a:pt x="0" y="226"/>
                    <a:pt x="26" y="134"/>
                  </a:cubicBezTo>
                  <a:lnTo>
                    <a:pt x="42" y="97"/>
                  </a:lnTo>
                  <a:lnTo>
                    <a:pt x="62" y="62"/>
                  </a:lnTo>
                  <a:lnTo>
                    <a:pt x="87" y="36"/>
                  </a:lnTo>
                </a:path>
              </a:pathLst>
            </a:custGeom>
            <a:solidFill>
              <a:srgbClr val="E5D1C6">
                <a:alpha val="100000"/>
              </a:srgbClr>
            </a:solidFill>
            <a:ln cap="flat">
              <a:noFill/>
              <a:prstDash val="solid"/>
              <a:miter lim="0"/>
            </a:ln>
          </p:spPr>
          <p:txBody>
            <a:bodyPr rtlCol="0"/>
            <a:lstStyle/>
            <a:p>
              <a:pPr algn="ctr"/>
              <a:endParaRPr lang="zh-CN" altLang="en-US" sz="1635"/>
            </a:p>
          </p:txBody>
        </p:sp>
        <p:sp>
          <p:nvSpPr>
            <p:cNvPr id="1434" name="path"/>
            <p:cNvSpPr/>
            <p:nvPr/>
          </p:nvSpPr>
          <p:spPr>
            <a:xfrm>
              <a:off x="400750" y="25914"/>
              <a:ext cx="218629" cy="243465"/>
            </a:xfrm>
            <a:custGeom>
              <a:avLst/>
              <a:gdLst/>
              <a:ahLst/>
              <a:cxnLst/>
              <a:rect l="0" t="0" r="0" b="0"/>
              <a:pathLst>
                <a:path w="344" h="383">
                  <a:moveTo>
                    <a:pt x="111" y="13"/>
                  </a:moveTo>
                  <a:lnTo>
                    <a:pt x="126" y="7"/>
                  </a:lnTo>
                  <a:lnTo>
                    <a:pt x="145" y="4"/>
                  </a:lnTo>
                  <a:cubicBezTo>
                    <a:pt x="391" y="-4"/>
                    <a:pt x="382" y="139"/>
                    <a:pt x="245" y="294"/>
                  </a:cubicBezTo>
                  <a:lnTo>
                    <a:pt x="229" y="311"/>
                  </a:lnTo>
                  <a:lnTo>
                    <a:pt x="214" y="325"/>
                  </a:lnTo>
                  <a:lnTo>
                    <a:pt x="198" y="339"/>
                  </a:lnTo>
                  <a:lnTo>
                    <a:pt x="184" y="351"/>
                  </a:lnTo>
                  <a:lnTo>
                    <a:pt x="168" y="360"/>
                  </a:lnTo>
                  <a:lnTo>
                    <a:pt x="154" y="369"/>
                  </a:lnTo>
                  <a:lnTo>
                    <a:pt x="139" y="376"/>
                  </a:lnTo>
                  <a:lnTo>
                    <a:pt x="125" y="381"/>
                  </a:lnTo>
                  <a:lnTo>
                    <a:pt x="112" y="383"/>
                  </a:lnTo>
                  <a:lnTo>
                    <a:pt x="100" y="383"/>
                  </a:lnTo>
                  <a:lnTo>
                    <a:pt x="96" y="381"/>
                  </a:lnTo>
                  <a:lnTo>
                    <a:pt x="85" y="377"/>
                  </a:lnTo>
                  <a:lnTo>
                    <a:pt x="72" y="369"/>
                  </a:lnTo>
                  <a:cubicBezTo>
                    <a:pt x="-19" y="321"/>
                    <a:pt x="-1" y="205"/>
                    <a:pt x="25" y="124"/>
                  </a:cubicBezTo>
                  <a:lnTo>
                    <a:pt x="41" y="88"/>
                  </a:lnTo>
                  <a:lnTo>
                    <a:pt x="60" y="57"/>
                  </a:lnTo>
                  <a:lnTo>
                    <a:pt x="84" y="30"/>
                  </a:lnTo>
                </a:path>
              </a:pathLst>
            </a:custGeom>
            <a:solidFill>
              <a:srgbClr val="D6B7A5">
                <a:alpha val="100000"/>
              </a:srgbClr>
            </a:solidFill>
            <a:ln cap="flat">
              <a:noFill/>
              <a:prstDash val="solid"/>
              <a:miter lim="0"/>
            </a:ln>
          </p:spPr>
          <p:txBody>
            <a:bodyPr rtlCol="0"/>
            <a:lstStyle/>
            <a:p>
              <a:pPr algn="ctr"/>
              <a:endParaRPr lang="zh-CN" altLang="en-US" sz="1635"/>
            </a:p>
          </p:txBody>
        </p:sp>
        <p:sp>
          <p:nvSpPr>
            <p:cNvPr id="1436" name="path"/>
            <p:cNvSpPr/>
            <p:nvPr/>
          </p:nvSpPr>
          <p:spPr>
            <a:xfrm>
              <a:off x="408845" y="33534"/>
              <a:ext cx="202557" cy="228987"/>
            </a:xfrm>
            <a:custGeom>
              <a:avLst/>
              <a:gdLst/>
              <a:ahLst/>
              <a:cxnLst/>
              <a:rect l="0" t="0" r="0" b="0"/>
              <a:pathLst>
                <a:path w="318" h="360">
                  <a:moveTo>
                    <a:pt x="103" y="12"/>
                  </a:moveTo>
                  <a:lnTo>
                    <a:pt x="118" y="7"/>
                  </a:lnTo>
                  <a:lnTo>
                    <a:pt x="135" y="4"/>
                  </a:lnTo>
                  <a:cubicBezTo>
                    <a:pt x="352" y="0"/>
                    <a:pt x="358" y="133"/>
                    <a:pt x="230" y="275"/>
                  </a:cubicBezTo>
                  <a:lnTo>
                    <a:pt x="215" y="291"/>
                  </a:lnTo>
                  <a:lnTo>
                    <a:pt x="201" y="305"/>
                  </a:lnTo>
                  <a:lnTo>
                    <a:pt x="187" y="318"/>
                  </a:lnTo>
                  <a:lnTo>
                    <a:pt x="172" y="329"/>
                  </a:lnTo>
                  <a:lnTo>
                    <a:pt x="158" y="339"/>
                  </a:lnTo>
                  <a:lnTo>
                    <a:pt x="143" y="347"/>
                  </a:lnTo>
                  <a:lnTo>
                    <a:pt x="130" y="353"/>
                  </a:lnTo>
                  <a:lnTo>
                    <a:pt x="117" y="358"/>
                  </a:lnTo>
                  <a:lnTo>
                    <a:pt x="105" y="360"/>
                  </a:lnTo>
                  <a:lnTo>
                    <a:pt x="93" y="360"/>
                  </a:lnTo>
                  <a:lnTo>
                    <a:pt x="91" y="358"/>
                  </a:lnTo>
                  <a:lnTo>
                    <a:pt x="81" y="354"/>
                  </a:lnTo>
                  <a:lnTo>
                    <a:pt x="68" y="347"/>
                  </a:lnTo>
                  <a:cubicBezTo>
                    <a:pt x="-17" y="300"/>
                    <a:pt x="0" y="194"/>
                    <a:pt x="23" y="117"/>
                  </a:cubicBezTo>
                  <a:lnTo>
                    <a:pt x="38" y="83"/>
                  </a:lnTo>
                  <a:lnTo>
                    <a:pt x="56" y="52"/>
                  </a:lnTo>
                  <a:lnTo>
                    <a:pt x="77" y="28"/>
                  </a:lnTo>
                </a:path>
              </a:pathLst>
            </a:custGeom>
            <a:solidFill>
              <a:srgbClr val="CCA38C">
                <a:alpha val="100000"/>
              </a:srgbClr>
            </a:solidFill>
            <a:ln cap="flat">
              <a:noFill/>
              <a:prstDash val="solid"/>
              <a:miter lim="0"/>
            </a:ln>
          </p:spPr>
          <p:txBody>
            <a:bodyPr rtlCol="0"/>
            <a:lstStyle/>
            <a:p>
              <a:pPr algn="ctr"/>
              <a:endParaRPr lang="zh-CN" altLang="en-US" sz="1635"/>
            </a:p>
          </p:txBody>
        </p:sp>
        <p:sp>
          <p:nvSpPr>
            <p:cNvPr id="1438" name="path"/>
            <p:cNvSpPr/>
            <p:nvPr/>
          </p:nvSpPr>
          <p:spPr>
            <a:xfrm>
              <a:off x="414973" y="40601"/>
              <a:ext cx="187066" cy="217776"/>
            </a:xfrm>
            <a:custGeom>
              <a:avLst/>
              <a:gdLst/>
              <a:ahLst/>
              <a:cxnLst/>
              <a:rect l="0" t="0" r="0" b="0"/>
              <a:pathLst>
                <a:path w="294" h="342">
                  <a:moveTo>
                    <a:pt x="97" y="12"/>
                  </a:moveTo>
                  <a:lnTo>
                    <a:pt x="111" y="7"/>
                  </a:lnTo>
                  <a:lnTo>
                    <a:pt x="127" y="5"/>
                  </a:lnTo>
                  <a:lnTo>
                    <a:pt x="143" y="3"/>
                  </a:lnTo>
                  <a:cubicBezTo>
                    <a:pt x="182" y="0"/>
                    <a:pt x="253" y="25"/>
                    <a:pt x="274" y="60"/>
                  </a:cubicBezTo>
                  <a:lnTo>
                    <a:pt x="284" y="74"/>
                  </a:lnTo>
                  <a:lnTo>
                    <a:pt x="289" y="91"/>
                  </a:lnTo>
                  <a:cubicBezTo>
                    <a:pt x="298" y="143"/>
                    <a:pt x="258" y="202"/>
                    <a:pt x="229" y="242"/>
                  </a:cubicBezTo>
                  <a:lnTo>
                    <a:pt x="215" y="258"/>
                  </a:lnTo>
                  <a:lnTo>
                    <a:pt x="203" y="272"/>
                  </a:lnTo>
                  <a:lnTo>
                    <a:pt x="189" y="285"/>
                  </a:lnTo>
                  <a:lnTo>
                    <a:pt x="175" y="297"/>
                  </a:lnTo>
                  <a:cubicBezTo>
                    <a:pt x="157" y="317"/>
                    <a:pt x="111" y="345"/>
                    <a:pt x="83" y="337"/>
                  </a:cubicBezTo>
                  <a:lnTo>
                    <a:pt x="75" y="333"/>
                  </a:lnTo>
                  <a:lnTo>
                    <a:pt x="63" y="326"/>
                  </a:lnTo>
                  <a:cubicBezTo>
                    <a:pt x="-17" y="279"/>
                    <a:pt x="0" y="187"/>
                    <a:pt x="22" y="110"/>
                  </a:cubicBezTo>
                  <a:lnTo>
                    <a:pt x="37" y="79"/>
                  </a:lnTo>
                  <a:lnTo>
                    <a:pt x="52" y="50"/>
                  </a:lnTo>
                  <a:lnTo>
                    <a:pt x="73" y="27"/>
                  </a:lnTo>
                </a:path>
              </a:pathLst>
            </a:custGeom>
            <a:solidFill>
              <a:srgbClr val="BC8C6D">
                <a:alpha val="100000"/>
              </a:srgbClr>
            </a:solidFill>
            <a:ln cap="flat">
              <a:noFill/>
              <a:prstDash val="solid"/>
              <a:miter lim="0"/>
            </a:ln>
          </p:spPr>
          <p:txBody>
            <a:bodyPr rtlCol="0"/>
            <a:lstStyle/>
            <a:p>
              <a:pPr algn="ctr"/>
              <a:endParaRPr lang="zh-CN" altLang="en-US" sz="1635"/>
            </a:p>
          </p:txBody>
        </p:sp>
        <p:sp>
          <p:nvSpPr>
            <p:cNvPr id="1440" name="path"/>
            <p:cNvSpPr/>
            <p:nvPr/>
          </p:nvSpPr>
          <p:spPr>
            <a:xfrm>
              <a:off x="419778" y="48368"/>
              <a:ext cx="170322" cy="200437"/>
            </a:xfrm>
            <a:custGeom>
              <a:avLst/>
              <a:gdLst/>
              <a:ahLst/>
              <a:cxnLst/>
              <a:rect l="0" t="0" r="0" b="0"/>
              <a:pathLst>
                <a:path w="268" h="315">
                  <a:moveTo>
                    <a:pt x="82" y="315"/>
                  </a:moveTo>
                  <a:lnTo>
                    <a:pt x="78" y="315"/>
                  </a:lnTo>
                  <a:lnTo>
                    <a:pt x="71" y="310"/>
                  </a:lnTo>
                  <a:lnTo>
                    <a:pt x="59" y="304"/>
                  </a:lnTo>
                  <a:cubicBezTo>
                    <a:pt x="-5" y="263"/>
                    <a:pt x="-1" y="202"/>
                    <a:pt x="12" y="134"/>
                  </a:cubicBezTo>
                  <a:lnTo>
                    <a:pt x="22" y="103"/>
                  </a:lnTo>
                  <a:lnTo>
                    <a:pt x="34" y="73"/>
                  </a:lnTo>
                  <a:cubicBezTo>
                    <a:pt x="65" y="14"/>
                    <a:pt x="103" y="-5"/>
                    <a:pt x="166" y="8"/>
                  </a:cubicBezTo>
                  <a:lnTo>
                    <a:pt x="181" y="13"/>
                  </a:lnTo>
                  <a:lnTo>
                    <a:pt x="197" y="19"/>
                  </a:lnTo>
                  <a:lnTo>
                    <a:pt x="213" y="26"/>
                  </a:lnTo>
                  <a:cubicBezTo>
                    <a:pt x="341" y="96"/>
                    <a:pt x="195" y="274"/>
                    <a:pt x="115" y="309"/>
                  </a:cubicBezTo>
                  <a:lnTo>
                    <a:pt x="103" y="313"/>
                  </a:lnTo>
                  <a:lnTo>
                    <a:pt x="93" y="315"/>
                  </a:lnTo>
                </a:path>
              </a:pathLst>
            </a:custGeom>
            <a:solidFill>
              <a:srgbClr val="AF7551">
                <a:alpha val="100000"/>
              </a:srgbClr>
            </a:solidFill>
            <a:ln cap="flat">
              <a:noFill/>
              <a:prstDash val="solid"/>
              <a:miter lim="0"/>
            </a:ln>
          </p:spPr>
          <p:txBody>
            <a:bodyPr rtlCol="0"/>
            <a:lstStyle/>
            <a:p>
              <a:pPr algn="ctr"/>
              <a:endParaRPr lang="zh-CN" altLang="en-US" sz="1635"/>
            </a:p>
          </p:txBody>
        </p:sp>
        <p:sp>
          <p:nvSpPr>
            <p:cNvPr id="1442" name="path"/>
            <p:cNvSpPr/>
            <p:nvPr/>
          </p:nvSpPr>
          <p:spPr>
            <a:xfrm>
              <a:off x="0" y="32398"/>
              <a:ext cx="661041" cy="756665"/>
            </a:xfrm>
            <a:custGeom>
              <a:avLst/>
              <a:gdLst/>
              <a:ahLst/>
              <a:cxnLst/>
              <a:rect l="0" t="0" r="0" b="0"/>
              <a:pathLst>
                <a:path w="1041" h="1191">
                  <a:moveTo>
                    <a:pt x="977" y="118"/>
                  </a:moveTo>
                  <a:lnTo>
                    <a:pt x="976" y="120"/>
                  </a:lnTo>
                  <a:lnTo>
                    <a:pt x="977" y="121"/>
                  </a:lnTo>
                  <a:lnTo>
                    <a:pt x="978" y="122"/>
                  </a:lnTo>
                  <a:lnTo>
                    <a:pt x="979" y="122"/>
                  </a:lnTo>
                  <a:lnTo>
                    <a:pt x="1002" y="104"/>
                  </a:lnTo>
                  <a:lnTo>
                    <a:pt x="1017" y="85"/>
                  </a:lnTo>
                  <a:lnTo>
                    <a:pt x="1025" y="64"/>
                  </a:lnTo>
                  <a:lnTo>
                    <a:pt x="1029" y="44"/>
                  </a:lnTo>
                  <a:lnTo>
                    <a:pt x="1029" y="27"/>
                  </a:lnTo>
                  <a:lnTo>
                    <a:pt x="1027" y="12"/>
                  </a:lnTo>
                  <a:lnTo>
                    <a:pt x="1025" y="2"/>
                  </a:lnTo>
                  <a:lnTo>
                    <a:pt x="1024" y="0"/>
                  </a:lnTo>
                  <a:lnTo>
                    <a:pt x="1024" y="3"/>
                  </a:lnTo>
                  <a:cubicBezTo>
                    <a:pt x="1025" y="38"/>
                    <a:pt x="1023" y="55"/>
                    <a:pt x="1007" y="88"/>
                  </a:cubicBezTo>
                  <a:lnTo>
                    <a:pt x="995" y="106"/>
                  </a:lnTo>
                </a:path>
                <a:path w="1041" h="1191">
                  <a:moveTo>
                    <a:pt x="761" y="109"/>
                  </a:moveTo>
                  <a:lnTo>
                    <a:pt x="750" y="106"/>
                  </a:lnTo>
                  <a:lnTo>
                    <a:pt x="748" y="109"/>
                  </a:lnTo>
                  <a:lnTo>
                    <a:pt x="750" y="112"/>
                  </a:lnTo>
                  <a:cubicBezTo>
                    <a:pt x="789" y="133"/>
                    <a:pt x="826" y="137"/>
                    <a:pt x="865" y="117"/>
                  </a:cubicBezTo>
                  <a:lnTo>
                    <a:pt x="868" y="116"/>
                  </a:lnTo>
                  <a:lnTo>
                    <a:pt x="864" y="116"/>
                  </a:lnTo>
                  <a:cubicBezTo>
                    <a:pt x="839" y="116"/>
                    <a:pt x="817" y="116"/>
                    <a:pt x="792" y="113"/>
                  </a:cubicBezTo>
                  <a:lnTo>
                    <a:pt x="775" y="111"/>
                  </a:lnTo>
                </a:path>
                <a:path w="1041" h="1191">
                  <a:moveTo>
                    <a:pt x="977" y="194"/>
                  </a:moveTo>
                  <a:lnTo>
                    <a:pt x="972" y="201"/>
                  </a:lnTo>
                  <a:cubicBezTo>
                    <a:pt x="931" y="248"/>
                    <a:pt x="876" y="263"/>
                    <a:pt x="859" y="331"/>
                  </a:cubicBezTo>
                  <a:lnTo>
                    <a:pt x="858" y="335"/>
                  </a:lnTo>
                  <a:lnTo>
                    <a:pt x="863" y="328"/>
                  </a:lnTo>
                  <a:cubicBezTo>
                    <a:pt x="893" y="253"/>
                    <a:pt x="1019" y="228"/>
                    <a:pt x="988" y="131"/>
                  </a:cubicBezTo>
                  <a:lnTo>
                    <a:pt x="987" y="124"/>
                  </a:lnTo>
                  <a:lnTo>
                    <a:pt x="988" y="131"/>
                  </a:lnTo>
                  <a:lnTo>
                    <a:pt x="988" y="151"/>
                  </a:lnTo>
                  <a:lnTo>
                    <a:pt x="985" y="173"/>
                  </a:lnTo>
                </a:path>
                <a:path w="1041" h="1191">
                  <a:moveTo>
                    <a:pt x="969" y="127"/>
                  </a:moveTo>
                  <a:lnTo>
                    <a:pt x="961" y="127"/>
                  </a:lnTo>
                  <a:lnTo>
                    <a:pt x="955" y="125"/>
                  </a:lnTo>
                  <a:lnTo>
                    <a:pt x="948" y="127"/>
                  </a:lnTo>
                  <a:lnTo>
                    <a:pt x="941" y="127"/>
                  </a:lnTo>
                  <a:lnTo>
                    <a:pt x="941" y="128"/>
                  </a:lnTo>
                  <a:lnTo>
                    <a:pt x="940" y="129"/>
                  </a:lnTo>
                  <a:lnTo>
                    <a:pt x="940" y="131"/>
                  </a:lnTo>
                  <a:lnTo>
                    <a:pt x="941" y="134"/>
                  </a:lnTo>
                  <a:lnTo>
                    <a:pt x="943" y="135"/>
                  </a:lnTo>
                  <a:lnTo>
                    <a:pt x="947" y="136"/>
                  </a:lnTo>
                  <a:lnTo>
                    <a:pt x="951" y="137"/>
                  </a:lnTo>
                  <a:lnTo>
                    <a:pt x="955" y="139"/>
                  </a:lnTo>
                  <a:cubicBezTo>
                    <a:pt x="978" y="136"/>
                    <a:pt x="967" y="138"/>
                    <a:pt x="990" y="127"/>
                  </a:cubicBezTo>
                  <a:lnTo>
                    <a:pt x="996" y="122"/>
                  </a:lnTo>
                  <a:lnTo>
                    <a:pt x="1000" y="119"/>
                  </a:lnTo>
                  <a:lnTo>
                    <a:pt x="996" y="121"/>
                  </a:lnTo>
                  <a:lnTo>
                    <a:pt x="989" y="123"/>
                  </a:lnTo>
                  <a:lnTo>
                    <a:pt x="978" y="127"/>
                  </a:lnTo>
                </a:path>
                <a:path w="1041" h="1191">
                  <a:moveTo>
                    <a:pt x="844" y="257"/>
                  </a:moveTo>
                  <a:lnTo>
                    <a:pt x="837" y="257"/>
                  </a:lnTo>
                  <a:cubicBezTo>
                    <a:pt x="799" y="266"/>
                    <a:pt x="822" y="259"/>
                    <a:pt x="790" y="260"/>
                  </a:cubicBezTo>
                  <a:lnTo>
                    <a:pt x="789" y="260"/>
                  </a:lnTo>
                  <a:lnTo>
                    <a:pt x="789" y="262"/>
                  </a:lnTo>
                  <a:lnTo>
                    <a:pt x="797" y="265"/>
                  </a:lnTo>
                  <a:lnTo>
                    <a:pt x="803" y="266"/>
                  </a:lnTo>
                  <a:cubicBezTo>
                    <a:pt x="819" y="269"/>
                    <a:pt x="819" y="269"/>
                    <a:pt x="834" y="266"/>
                  </a:cubicBezTo>
                  <a:lnTo>
                    <a:pt x="839" y="265"/>
                  </a:lnTo>
                  <a:lnTo>
                    <a:pt x="844" y="263"/>
                  </a:lnTo>
                  <a:cubicBezTo>
                    <a:pt x="857" y="263"/>
                    <a:pt x="862" y="270"/>
                    <a:pt x="877" y="263"/>
                  </a:cubicBezTo>
                  <a:lnTo>
                    <a:pt x="883" y="259"/>
                  </a:lnTo>
                  <a:lnTo>
                    <a:pt x="886" y="257"/>
                  </a:lnTo>
                  <a:lnTo>
                    <a:pt x="885" y="257"/>
                  </a:lnTo>
                  <a:lnTo>
                    <a:pt x="882" y="259"/>
                  </a:lnTo>
                  <a:lnTo>
                    <a:pt x="879" y="260"/>
                  </a:lnTo>
                  <a:lnTo>
                    <a:pt x="875" y="260"/>
                  </a:lnTo>
                  <a:lnTo>
                    <a:pt x="869" y="261"/>
                  </a:lnTo>
                  <a:lnTo>
                    <a:pt x="861" y="261"/>
                  </a:lnTo>
                  <a:lnTo>
                    <a:pt x="853" y="260"/>
                  </a:lnTo>
                </a:path>
                <a:path w="1041" h="1191">
                  <a:moveTo>
                    <a:pt x="849" y="287"/>
                  </a:moveTo>
                  <a:lnTo>
                    <a:pt x="844" y="287"/>
                  </a:lnTo>
                  <a:lnTo>
                    <a:pt x="838" y="286"/>
                  </a:lnTo>
                  <a:lnTo>
                    <a:pt x="833" y="285"/>
                  </a:lnTo>
                  <a:lnTo>
                    <a:pt x="827" y="285"/>
                  </a:lnTo>
                  <a:lnTo>
                    <a:pt x="826" y="286"/>
                  </a:lnTo>
                  <a:lnTo>
                    <a:pt x="826" y="287"/>
                  </a:lnTo>
                  <a:lnTo>
                    <a:pt x="827" y="287"/>
                  </a:lnTo>
                  <a:lnTo>
                    <a:pt x="838" y="292"/>
                  </a:lnTo>
                  <a:lnTo>
                    <a:pt x="849" y="293"/>
                  </a:lnTo>
                  <a:lnTo>
                    <a:pt x="856" y="295"/>
                  </a:lnTo>
                  <a:lnTo>
                    <a:pt x="862" y="292"/>
                  </a:lnTo>
                  <a:lnTo>
                    <a:pt x="865" y="291"/>
                  </a:lnTo>
                  <a:lnTo>
                    <a:pt x="869" y="289"/>
                  </a:lnTo>
                  <a:lnTo>
                    <a:pt x="869" y="286"/>
                  </a:lnTo>
                  <a:lnTo>
                    <a:pt x="870" y="284"/>
                  </a:lnTo>
                  <a:lnTo>
                    <a:pt x="869" y="285"/>
                  </a:lnTo>
                  <a:lnTo>
                    <a:pt x="863" y="285"/>
                  </a:lnTo>
                  <a:lnTo>
                    <a:pt x="856" y="287"/>
                  </a:lnTo>
                </a:path>
                <a:path w="1041" h="1191">
                  <a:moveTo>
                    <a:pt x="983" y="76"/>
                  </a:moveTo>
                  <a:lnTo>
                    <a:pt x="976" y="79"/>
                  </a:lnTo>
                  <a:cubicBezTo>
                    <a:pt x="905" y="123"/>
                    <a:pt x="951" y="158"/>
                    <a:pt x="909" y="237"/>
                  </a:cubicBezTo>
                  <a:lnTo>
                    <a:pt x="909" y="238"/>
                  </a:lnTo>
                  <a:lnTo>
                    <a:pt x="913" y="238"/>
                  </a:lnTo>
                  <a:lnTo>
                    <a:pt x="924" y="218"/>
                  </a:lnTo>
                  <a:lnTo>
                    <a:pt x="933" y="199"/>
                  </a:lnTo>
                  <a:cubicBezTo>
                    <a:pt x="949" y="167"/>
                    <a:pt x="937" y="150"/>
                    <a:pt x="943" y="123"/>
                  </a:cubicBezTo>
                  <a:lnTo>
                    <a:pt x="948" y="113"/>
                  </a:lnTo>
                  <a:lnTo>
                    <a:pt x="954" y="104"/>
                  </a:lnTo>
                  <a:cubicBezTo>
                    <a:pt x="973" y="82"/>
                    <a:pt x="1004" y="79"/>
                    <a:pt x="1031" y="76"/>
                  </a:cubicBezTo>
                  <a:lnTo>
                    <a:pt x="1037" y="75"/>
                  </a:lnTo>
                  <a:lnTo>
                    <a:pt x="1041" y="75"/>
                  </a:lnTo>
                  <a:lnTo>
                    <a:pt x="1038" y="75"/>
                  </a:lnTo>
                  <a:cubicBezTo>
                    <a:pt x="1031" y="72"/>
                    <a:pt x="1009" y="75"/>
                    <a:pt x="1000" y="74"/>
                  </a:cubicBezTo>
                  <a:lnTo>
                    <a:pt x="991" y="74"/>
                  </a:lnTo>
                </a:path>
                <a:path w="1041" h="1191">
                  <a:moveTo>
                    <a:pt x="861" y="79"/>
                  </a:moveTo>
                  <a:lnTo>
                    <a:pt x="857" y="76"/>
                  </a:lnTo>
                  <a:cubicBezTo>
                    <a:pt x="827" y="63"/>
                    <a:pt x="749" y="59"/>
                    <a:pt x="721" y="74"/>
                  </a:cubicBezTo>
                  <a:lnTo>
                    <a:pt x="720" y="76"/>
                  </a:lnTo>
                  <a:lnTo>
                    <a:pt x="721" y="79"/>
                  </a:lnTo>
                  <a:lnTo>
                    <a:pt x="739" y="79"/>
                  </a:lnTo>
                  <a:cubicBezTo>
                    <a:pt x="759" y="76"/>
                    <a:pt x="791" y="80"/>
                    <a:pt x="811" y="81"/>
                  </a:cubicBezTo>
                  <a:lnTo>
                    <a:pt x="827" y="83"/>
                  </a:lnTo>
                  <a:lnTo>
                    <a:pt x="840" y="87"/>
                  </a:lnTo>
                  <a:lnTo>
                    <a:pt x="859" y="92"/>
                  </a:lnTo>
                  <a:lnTo>
                    <a:pt x="889" y="92"/>
                  </a:lnTo>
                  <a:lnTo>
                    <a:pt x="901" y="91"/>
                  </a:lnTo>
                  <a:lnTo>
                    <a:pt x="910" y="88"/>
                  </a:lnTo>
                  <a:lnTo>
                    <a:pt x="921" y="85"/>
                  </a:lnTo>
                  <a:lnTo>
                    <a:pt x="922" y="83"/>
                  </a:lnTo>
                  <a:lnTo>
                    <a:pt x="921" y="83"/>
                  </a:lnTo>
                  <a:cubicBezTo>
                    <a:pt x="907" y="88"/>
                    <a:pt x="895" y="85"/>
                    <a:pt x="881" y="86"/>
                  </a:cubicBezTo>
                  <a:lnTo>
                    <a:pt x="870" y="82"/>
                  </a:lnTo>
                </a:path>
                <a:path w="1041" h="1191">
                  <a:moveTo>
                    <a:pt x="649" y="225"/>
                  </a:moveTo>
                  <a:lnTo>
                    <a:pt x="654" y="241"/>
                  </a:lnTo>
                  <a:lnTo>
                    <a:pt x="661" y="254"/>
                  </a:lnTo>
                  <a:lnTo>
                    <a:pt x="670" y="268"/>
                  </a:lnTo>
                  <a:lnTo>
                    <a:pt x="681" y="280"/>
                  </a:lnTo>
                  <a:lnTo>
                    <a:pt x="695" y="292"/>
                  </a:lnTo>
                  <a:lnTo>
                    <a:pt x="712" y="304"/>
                  </a:lnTo>
                  <a:lnTo>
                    <a:pt x="729" y="315"/>
                  </a:lnTo>
                  <a:lnTo>
                    <a:pt x="748" y="326"/>
                  </a:lnTo>
                  <a:lnTo>
                    <a:pt x="767" y="336"/>
                  </a:lnTo>
                  <a:lnTo>
                    <a:pt x="789" y="342"/>
                  </a:lnTo>
                  <a:lnTo>
                    <a:pt x="810" y="345"/>
                  </a:lnTo>
                  <a:lnTo>
                    <a:pt x="833" y="346"/>
                  </a:lnTo>
                  <a:lnTo>
                    <a:pt x="838" y="344"/>
                  </a:lnTo>
                  <a:lnTo>
                    <a:pt x="838" y="343"/>
                  </a:lnTo>
                  <a:lnTo>
                    <a:pt x="837" y="342"/>
                  </a:lnTo>
                  <a:cubicBezTo>
                    <a:pt x="785" y="332"/>
                    <a:pt x="736" y="306"/>
                    <a:pt x="695" y="274"/>
                  </a:cubicBezTo>
                  <a:lnTo>
                    <a:pt x="687" y="268"/>
                  </a:lnTo>
                  <a:lnTo>
                    <a:pt x="681" y="262"/>
                  </a:lnTo>
                  <a:cubicBezTo>
                    <a:pt x="660" y="238"/>
                    <a:pt x="645" y="208"/>
                    <a:pt x="646" y="175"/>
                  </a:cubicBezTo>
                  <a:lnTo>
                    <a:pt x="643" y="156"/>
                  </a:lnTo>
                  <a:lnTo>
                    <a:pt x="643" y="148"/>
                  </a:lnTo>
                  <a:lnTo>
                    <a:pt x="643" y="156"/>
                  </a:lnTo>
                  <a:lnTo>
                    <a:pt x="642" y="173"/>
                  </a:lnTo>
                  <a:lnTo>
                    <a:pt x="643" y="199"/>
                  </a:lnTo>
                </a:path>
                <a:path w="1041" h="1191">
                  <a:moveTo>
                    <a:pt x="5" y="701"/>
                  </a:moveTo>
                  <a:lnTo>
                    <a:pt x="9" y="725"/>
                  </a:lnTo>
                  <a:cubicBezTo>
                    <a:pt x="56" y="932"/>
                    <a:pt x="229" y="1084"/>
                    <a:pt x="402" y="1190"/>
                  </a:cubicBezTo>
                  <a:lnTo>
                    <a:pt x="407" y="1191"/>
                  </a:lnTo>
                  <a:lnTo>
                    <a:pt x="409" y="1189"/>
                  </a:lnTo>
                  <a:lnTo>
                    <a:pt x="412" y="1185"/>
                  </a:lnTo>
                  <a:lnTo>
                    <a:pt x="409" y="1183"/>
                  </a:lnTo>
                  <a:cubicBezTo>
                    <a:pt x="196" y="1034"/>
                    <a:pt x="-14" y="788"/>
                    <a:pt x="23" y="509"/>
                  </a:cubicBezTo>
                  <a:lnTo>
                    <a:pt x="24" y="506"/>
                  </a:lnTo>
                  <a:lnTo>
                    <a:pt x="19" y="527"/>
                  </a:lnTo>
                  <a:lnTo>
                    <a:pt x="10" y="579"/>
                  </a:lnTo>
                  <a:lnTo>
                    <a:pt x="4" y="644"/>
                  </a:lnTo>
                </a:path>
                <a:path w="1041" h="1191">
                  <a:moveTo>
                    <a:pt x="305" y="487"/>
                  </a:moveTo>
                  <a:lnTo>
                    <a:pt x="317" y="494"/>
                  </a:lnTo>
                  <a:lnTo>
                    <a:pt x="330" y="499"/>
                  </a:lnTo>
                  <a:cubicBezTo>
                    <a:pt x="383" y="528"/>
                    <a:pt x="429" y="555"/>
                    <a:pt x="478" y="591"/>
                  </a:cubicBezTo>
                  <a:lnTo>
                    <a:pt x="487" y="599"/>
                  </a:lnTo>
                  <a:lnTo>
                    <a:pt x="504" y="616"/>
                  </a:lnTo>
                  <a:cubicBezTo>
                    <a:pt x="613" y="721"/>
                    <a:pt x="556" y="773"/>
                    <a:pt x="480" y="867"/>
                  </a:cubicBezTo>
                  <a:lnTo>
                    <a:pt x="471" y="885"/>
                  </a:lnTo>
                  <a:lnTo>
                    <a:pt x="471" y="887"/>
                  </a:lnTo>
                  <a:lnTo>
                    <a:pt x="474" y="890"/>
                  </a:lnTo>
                  <a:lnTo>
                    <a:pt x="478" y="889"/>
                  </a:lnTo>
                  <a:lnTo>
                    <a:pt x="480" y="887"/>
                  </a:lnTo>
                  <a:cubicBezTo>
                    <a:pt x="514" y="836"/>
                    <a:pt x="585" y="793"/>
                    <a:pt x="589" y="727"/>
                  </a:cubicBezTo>
                  <a:lnTo>
                    <a:pt x="587" y="707"/>
                  </a:lnTo>
                  <a:lnTo>
                    <a:pt x="582" y="688"/>
                  </a:lnTo>
                  <a:cubicBezTo>
                    <a:pt x="563" y="642"/>
                    <a:pt x="516" y="597"/>
                    <a:pt x="473" y="572"/>
                  </a:cubicBezTo>
                  <a:lnTo>
                    <a:pt x="460" y="563"/>
                  </a:lnTo>
                  <a:lnTo>
                    <a:pt x="449" y="556"/>
                  </a:lnTo>
                  <a:lnTo>
                    <a:pt x="437" y="550"/>
                  </a:lnTo>
                  <a:lnTo>
                    <a:pt x="424" y="543"/>
                  </a:lnTo>
                  <a:cubicBezTo>
                    <a:pt x="383" y="523"/>
                    <a:pt x="343" y="502"/>
                    <a:pt x="305" y="477"/>
                  </a:cubicBezTo>
                  <a:lnTo>
                    <a:pt x="285" y="466"/>
                  </a:lnTo>
                  <a:lnTo>
                    <a:pt x="265" y="457"/>
                  </a:lnTo>
                  <a:cubicBezTo>
                    <a:pt x="213" y="433"/>
                    <a:pt x="158" y="416"/>
                    <a:pt x="102" y="405"/>
                  </a:cubicBezTo>
                  <a:lnTo>
                    <a:pt x="96" y="403"/>
                  </a:lnTo>
                  <a:lnTo>
                    <a:pt x="89" y="403"/>
                  </a:lnTo>
                  <a:lnTo>
                    <a:pt x="91" y="403"/>
                  </a:lnTo>
                  <a:cubicBezTo>
                    <a:pt x="151" y="424"/>
                    <a:pt x="220" y="447"/>
                    <a:pt x="277" y="475"/>
                  </a:cubicBezTo>
                  <a:lnTo>
                    <a:pt x="293" y="481"/>
                  </a:lnTo>
                </a:path>
                <a:path w="1041" h="1191">
                  <a:moveTo>
                    <a:pt x="623" y="387"/>
                  </a:moveTo>
                  <a:lnTo>
                    <a:pt x="635" y="400"/>
                  </a:lnTo>
                  <a:cubicBezTo>
                    <a:pt x="796" y="537"/>
                    <a:pt x="842" y="609"/>
                    <a:pt x="903" y="824"/>
                  </a:cubicBezTo>
                  <a:lnTo>
                    <a:pt x="905" y="830"/>
                  </a:lnTo>
                  <a:lnTo>
                    <a:pt x="900" y="799"/>
                  </a:lnTo>
                  <a:cubicBezTo>
                    <a:pt x="865" y="615"/>
                    <a:pt x="790" y="501"/>
                    <a:pt x="639" y="398"/>
                  </a:cubicBezTo>
                  <a:lnTo>
                    <a:pt x="623" y="387"/>
                  </a:lnTo>
                </a:path>
              </a:pathLst>
            </a:custGeom>
            <a:solidFill>
              <a:srgbClr val="140000">
                <a:alpha val="100000"/>
              </a:srgbClr>
            </a:solidFill>
            <a:ln cap="flat">
              <a:noFill/>
              <a:prstDash val="solid"/>
              <a:miter lim="0"/>
            </a:ln>
          </p:spPr>
          <p:txBody>
            <a:bodyPr rtlCol="0"/>
            <a:lstStyle/>
            <a:p>
              <a:pPr algn="ctr"/>
              <a:endParaRPr lang="zh-CN" altLang="en-US" sz="1635"/>
            </a:p>
          </p:txBody>
        </p:sp>
      </p:grpSp>
      <p:pic>
        <p:nvPicPr>
          <p:cNvPr id="1444" name="picture 1444"/>
          <p:cNvPicPr>
            <a:picLocks noChangeAspect="1"/>
          </p:cNvPicPr>
          <p:nvPr/>
        </p:nvPicPr>
        <p:blipFill>
          <a:blip r:embed="rId3"/>
          <a:stretch>
            <a:fillRect/>
          </a:stretch>
        </p:blipFill>
        <p:spPr>
          <a:xfrm rot="21600000">
            <a:off x="10209533" y="700317"/>
            <a:ext cx="736958" cy="727971"/>
          </a:xfrm>
          <a:prstGeom prst="rect">
            <a:avLst/>
          </a:prstGeom>
        </p:spPr>
      </p:pic>
      <p:pic>
        <p:nvPicPr>
          <p:cNvPr id="1446" name="picture 1446"/>
          <p:cNvPicPr>
            <a:picLocks noChangeAspect="1"/>
          </p:cNvPicPr>
          <p:nvPr/>
        </p:nvPicPr>
        <p:blipFill>
          <a:blip r:embed="rId4"/>
          <a:stretch>
            <a:fillRect/>
          </a:stretch>
        </p:blipFill>
        <p:spPr>
          <a:xfrm rot="21600000">
            <a:off x="8082319" y="2799889"/>
            <a:ext cx="933285" cy="528867"/>
          </a:xfrm>
          <a:prstGeom prst="rect">
            <a:avLst/>
          </a:prstGeom>
        </p:spPr>
      </p:pic>
      <p:graphicFrame>
        <p:nvGraphicFramePr>
          <p:cNvPr id="1448" name="table 1448"/>
          <p:cNvGraphicFramePr>
            <a:graphicFrameLocks noGrp="1"/>
          </p:cNvGraphicFramePr>
          <p:nvPr/>
        </p:nvGraphicFramePr>
        <p:xfrm>
          <a:off x="2426543" y="2280700"/>
          <a:ext cx="694055" cy="694690"/>
        </p:xfrm>
        <a:graphic>
          <a:graphicData uri="http://schemas.openxmlformats.org/drawingml/2006/table">
            <a:tbl>
              <a:tblPr/>
              <a:tblGrid>
                <a:gridCol w="694055"/>
              </a:tblGrid>
              <a:tr h="69469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1450" name="picture 1450"/>
          <p:cNvPicPr>
            <a:picLocks noChangeAspect="1"/>
          </p:cNvPicPr>
          <p:nvPr/>
        </p:nvPicPr>
        <p:blipFill>
          <a:blip r:embed="rId5"/>
          <a:stretch>
            <a:fillRect/>
          </a:stretch>
        </p:blipFill>
        <p:spPr>
          <a:xfrm rot="21600000">
            <a:off x="4874545" y="2495704"/>
            <a:ext cx="458352" cy="151401"/>
          </a:xfrm>
          <a:prstGeom prst="rect">
            <a:avLst/>
          </a:prstGeom>
        </p:spPr>
      </p:pic>
      <p:graphicFrame>
        <p:nvGraphicFramePr>
          <p:cNvPr id="1452" name="table 1452"/>
          <p:cNvGraphicFramePr>
            <a:graphicFrameLocks noGrp="1"/>
          </p:cNvGraphicFramePr>
          <p:nvPr/>
        </p:nvGraphicFramePr>
        <p:xfrm>
          <a:off x="5328749" y="2165938"/>
          <a:ext cx="694055" cy="694690"/>
        </p:xfrm>
        <a:graphic>
          <a:graphicData uri="http://schemas.openxmlformats.org/drawingml/2006/table">
            <a:tbl>
              <a:tblPr/>
              <a:tblGrid>
                <a:gridCol w="694055"/>
              </a:tblGrid>
              <a:tr h="694690">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1454" name="table 1454"/>
          <p:cNvGraphicFramePr>
            <a:graphicFrameLocks noGrp="1"/>
          </p:cNvGraphicFramePr>
          <p:nvPr/>
        </p:nvGraphicFramePr>
        <p:xfrm>
          <a:off x="7698631" y="4112035"/>
          <a:ext cx="694055" cy="694055"/>
        </p:xfrm>
        <a:graphic>
          <a:graphicData uri="http://schemas.openxmlformats.org/drawingml/2006/table">
            <a:tbl>
              <a:tblPr/>
              <a:tblGrid>
                <a:gridCol w="694055"/>
              </a:tblGrid>
              <a:tr h="694055">
                <a:tc>
                  <a:txBody>
                    <a:bodyPr/>
                    <a:lstStyle/>
                    <a:p>
                      <a:pPr algn="l" rtl="0" eaLnBrk="0">
                        <a:lnSpc>
                          <a:spcPct val="100000"/>
                        </a:lnSpc>
                      </a:pPr>
                      <a:endParaRPr lang="en-US" altLang="en-US" sz="905" dirty="0"/>
                    </a:p>
                    <a:p>
                      <a:pPr algn="l" rtl="0" eaLnBrk="0">
                        <a:lnSpc>
                          <a:spcPct val="100000"/>
                        </a:lnSpc>
                      </a:pPr>
                      <a:endParaRPr lang="en-US" altLang="en-US" sz="905" dirty="0"/>
                    </a:p>
                    <a:p>
                      <a:pPr marL="26162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905"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456" name="rect"/>
          <p:cNvSpPr/>
          <p:nvPr/>
        </p:nvSpPr>
        <p:spPr>
          <a:xfrm>
            <a:off x="4415501" y="2398226"/>
            <a:ext cx="459734"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458" name="rect"/>
          <p:cNvSpPr/>
          <p:nvPr/>
        </p:nvSpPr>
        <p:spPr>
          <a:xfrm>
            <a:off x="4412045" y="2389043"/>
            <a:ext cx="467339" cy="361370"/>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460" name="textbox 1460"/>
          <p:cNvSpPr/>
          <p:nvPr/>
        </p:nvSpPr>
        <p:spPr>
          <a:xfrm>
            <a:off x="3105660" y="2482798"/>
            <a:ext cx="1785360" cy="245421"/>
          </a:xfrm>
          <a:prstGeom prst="rect">
            <a:avLst/>
          </a:prstGeom>
        </p:spPr>
        <p:txBody>
          <a:bodyPr vert="horz" wrap="square" lIns="0" tIns="0" rIns="0" bIns="0"/>
          <a:lstStyle/>
          <a:p>
            <a:pPr algn="l" rtl="0" eaLnBrk="0">
              <a:lnSpc>
                <a:spcPct val="93000"/>
              </a:lnSpc>
            </a:pPr>
            <a:endParaRPr lang="en-US" altLang="en-US" sz="100" dirty="0"/>
          </a:p>
          <a:p>
            <a:pPr marL="1443355" algn="l" rtl="0" eaLnBrk="0">
              <a:lnSpc>
                <a:spcPct val="84000"/>
              </a:lnSpc>
              <a:tabLst>
                <a:tab pos="1658620" algn="l"/>
              </a:tabLst>
            </a:pPr>
            <a:r>
              <a:rPr sz="1725" kern="0" spc="0" dirty="0">
                <a:solidFill>
                  <a:srgbClr val="000000">
                    <a:alpha val="100000"/>
                  </a:srgbClr>
                </a:solidFill>
                <a:latin typeface="Times New Roman" panose="02020603050405020304"/>
                <a:ea typeface="Times New Roman" panose="02020603050405020304"/>
                <a:cs typeface="Times New Roman" panose="02020603050405020304"/>
              </a:rPr>
              <a:t>	</a:t>
            </a:r>
            <a:r>
              <a:rPr sz="1725" b="1" kern="0" spc="-50" dirty="0">
                <a:solidFill>
                  <a:srgbClr val="000000">
                    <a:alpha val="100000"/>
                  </a:srgbClr>
                </a:solidFill>
                <a:latin typeface="Times New Roman" panose="02020603050405020304"/>
                <a:ea typeface="Times New Roman" panose="02020603050405020304"/>
                <a:cs typeface="Times New Roman" panose="02020603050405020304"/>
              </a:rPr>
              <a:t>||</a:t>
            </a:r>
            <a:r>
              <a:rPr sz="1725" b="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725" dirty="0"/>
          </a:p>
        </p:txBody>
      </p:sp>
      <p:pic>
        <p:nvPicPr>
          <p:cNvPr id="1462" name="picture 1462"/>
          <p:cNvPicPr>
            <a:picLocks noChangeAspect="1"/>
          </p:cNvPicPr>
          <p:nvPr/>
        </p:nvPicPr>
        <p:blipFill>
          <a:blip r:embed="rId6"/>
          <a:stretch>
            <a:fillRect/>
          </a:stretch>
        </p:blipFill>
        <p:spPr>
          <a:xfrm rot="21600000">
            <a:off x="3117182" y="2494320"/>
            <a:ext cx="1298318" cy="151401"/>
          </a:xfrm>
          <a:prstGeom prst="rect">
            <a:avLst/>
          </a:prstGeom>
        </p:spPr>
      </p:pic>
      <p:graphicFrame>
        <p:nvGraphicFramePr>
          <p:cNvPr id="1464" name="table 1464"/>
          <p:cNvGraphicFramePr>
            <a:graphicFrameLocks noGrp="1"/>
          </p:cNvGraphicFramePr>
          <p:nvPr/>
        </p:nvGraphicFramePr>
        <p:xfrm>
          <a:off x="5328749" y="2853121"/>
          <a:ext cx="694055" cy="236220"/>
        </p:xfrm>
        <a:graphic>
          <a:graphicData uri="http://schemas.openxmlformats.org/drawingml/2006/table">
            <a:tbl>
              <a:tblPr>
                <a:solidFill>
                  <a:srgbClr val="C0C0C0"/>
                </a:solidFill>
              </a:tblPr>
              <a:tblGrid>
                <a:gridCol w="694055"/>
              </a:tblGrid>
              <a:tr h="236220">
                <a:tc>
                  <a:txBody>
                    <a:bodyPr/>
                    <a:lstStyle/>
                    <a:p>
                      <a:pPr algn="l" rtl="0" eaLnBrk="0">
                        <a:lnSpc>
                          <a:spcPct val="100000"/>
                        </a:lnSpc>
                      </a:pPr>
                      <a:endParaRPr lang="en-US" altLang="en-US" sz="905" dirty="0"/>
                    </a:p>
                  </a:txBody>
                  <a:tcPr marL="0" marR="0" marT="0" marB="0" vert="horz">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r>
            </a:tbl>
          </a:graphicData>
        </a:graphic>
      </p:graphicFrame>
      <p:pic>
        <p:nvPicPr>
          <p:cNvPr id="1466" name="picture 1466"/>
          <p:cNvPicPr>
            <a:picLocks noChangeAspect="1"/>
          </p:cNvPicPr>
          <p:nvPr/>
        </p:nvPicPr>
        <p:blipFill>
          <a:blip r:embed="rId7"/>
          <a:stretch>
            <a:fillRect/>
          </a:stretch>
        </p:blipFill>
        <p:spPr>
          <a:xfrm rot="21600000">
            <a:off x="4795042" y="3010393"/>
            <a:ext cx="641906" cy="536132"/>
          </a:xfrm>
          <a:prstGeom prst="rect">
            <a:avLst/>
          </a:prstGeom>
        </p:spPr>
      </p:pic>
      <p:pic>
        <p:nvPicPr>
          <p:cNvPr id="1468" name="picture 1468"/>
          <p:cNvPicPr>
            <a:picLocks noChangeAspect="1"/>
          </p:cNvPicPr>
          <p:nvPr/>
        </p:nvPicPr>
        <p:blipFill>
          <a:blip r:embed="rId8"/>
          <a:stretch>
            <a:fillRect/>
          </a:stretch>
        </p:blipFill>
        <p:spPr>
          <a:xfrm rot="21600000">
            <a:off x="6855898" y="3183139"/>
            <a:ext cx="641992" cy="535527"/>
          </a:xfrm>
          <a:prstGeom prst="rect">
            <a:avLst/>
          </a:prstGeom>
        </p:spPr>
      </p:pic>
      <p:sp>
        <p:nvSpPr>
          <p:cNvPr id="1470" name="textbox 1470"/>
          <p:cNvSpPr/>
          <p:nvPr/>
        </p:nvSpPr>
        <p:spPr>
          <a:xfrm>
            <a:off x="6052811" y="3752339"/>
            <a:ext cx="1542819" cy="253488"/>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9000"/>
              </a:lnSpc>
            </a:pP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E</a:t>
            </a:r>
            <a:r>
              <a:rPr sz="1905" b="1" kern="0" spc="0" baseline="-25000" dirty="0">
                <a:solidFill>
                  <a:srgbClr val="000000">
                    <a:alpha val="100000"/>
                  </a:srgbClr>
                </a:solidFill>
                <a:latin typeface="Times New Roman" panose="02020603050405020304"/>
                <a:ea typeface="Times New Roman" panose="02020603050405020304"/>
                <a:cs typeface="Times New Roman" panose="02020603050405020304"/>
              </a:rPr>
              <a:t>K</a:t>
            </a:r>
            <a:r>
              <a:rPr sz="1905" b="1" kern="0" spc="0" dirty="0">
                <a:solidFill>
                  <a:srgbClr val="000000">
                    <a:alpha val="100000"/>
                  </a:srgbClr>
                </a:solidFill>
                <a:latin typeface="Times New Roman" panose="02020603050405020304"/>
                <a:ea typeface="Times New Roman" panose="02020603050405020304"/>
                <a:cs typeface="Times New Roman" panose="02020603050405020304"/>
              </a:rPr>
              <a:t>(M||H(M||</a:t>
            </a: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1905" dirty="0"/>
          </a:p>
        </p:txBody>
      </p:sp>
      <p:sp>
        <p:nvSpPr>
          <p:cNvPr id="1472" name="path"/>
          <p:cNvSpPr/>
          <p:nvPr/>
        </p:nvSpPr>
        <p:spPr>
          <a:xfrm>
            <a:off x="10282825" y="5405514"/>
            <a:ext cx="60145" cy="40789"/>
          </a:xfrm>
          <a:custGeom>
            <a:avLst/>
            <a:gdLst/>
            <a:ahLst/>
            <a:cxnLst/>
            <a:rect l="0" t="0" r="0" b="0"/>
            <a:pathLst>
              <a:path w="104" h="70">
                <a:moveTo>
                  <a:pt x="77" y="1"/>
                </a:moveTo>
                <a:lnTo>
                  <a:pt x="81" y="9"/>
                </a:lnTo>
                <a:cubicBezTo>
                  <a:pt x="91" y="26"/>
                  <a:pt x="97" y="39"/>
                  <a:pt x="103" y="58"/>
                </a:cubicBezTo>
                <a:lnTo>
                  <a:pt x="104" y="67"/>
                </a:lnTo>
                <a:lnTo>
                  <a:pt x="94" y="70"/>
                </a:lnTo>
                <a:lnTo>
                  <a:pt x="89" y="62"/>
                </a:lnTo>
                <a:lnTo>
                  <a:pt x="88" y="53"/>
                </a:lnTo>
                <a:lnTo>
                  <a:pt x="86" y="45"/>
                </a:lnTo>
                <a:lnTo>
                  <a:pt x="82" y="37"/>
                </a:lnTo>
                <a:lnTo>
                  <a:pt x="67" y="3"/>
                </a:lnTo>
                <a:lnTo>
                  <a:pt x="68" y="2"/>
                </a:lnTo>
                <a:lnTo>
                  <a:pt x="70" y="1"/>
                </a:lnTo>
                <a:lnTo>
                  <a:pt x="74" y="0"/>
                </a:lnTo>
              </a:path>
              <a:path w="104" h="70">
                <a:moveTo>
                  <a:pt x="43" y="1"/>
                </a:moveTo>
                <a:lnTo>
                  <a:pt x="47" y="8"/>
                </a:lnTo>
                <a:cubicBezTo>
                  <a:pt x="59" y="21"/>
                  <a:pt x="67" y="36"/>
                  <a:pt x="74" y="52"/>
                </a:cubicBezTo>
                <a:lnTo>
                  <a:pt x="75" y="60"/>
                </a:lnTo>
                <a:lnTo>
                  <a:pt x="73" y="61"/>
                </a:lnTo>
                <a:lnTo>
                  <a:pt x="71" y="62"/>
                </a:lnTo>
                <a:lnTo>
                  <a:pt x="69" y="63"/>
                </a:lnTo>
                <a:lnTo>
                  <a:pt x="67" y="63"/>
                </a:lnTo>
                <a:lnTo>
                  <a:pt x="62" y="56"/>
                </a:lnTo>
                <a:cubicBezTo>
                  <a:pt x="54" y="42"/>
                  <a:pt x="54" y="23"/>
                  <a:pt x="40" y="13"/>
                </a:cubicBezTo>
                <a:lnTo>
                  <a:pt x="33" y="7"/>
                </a:lnTo>
                <a:lnTo>
                  <a:pt x="34" y="5"/>
                </a:lnTo>
                <a:lnTo>
                  <a:pt x="37" y="3"/>
                </a:lnTo>
                <a:lnTo>
                  <a:pt x="39" y="1"/>
                </a:lnTo>
              </a:path>
              <a:path w="104" h="70">
                <a:moveTo>
                  <a:pt x="8" y="7"/>
                </a:moveTo>
                <a:lnTo>
                  <a:pt x="17" y="14"/>
                </a:lnTo>
                <a:lnTo>
                  <a:pt x="25" y="20"/>
                </a:lnTo>
                <a:lnTo>
                  <a:pt x="39" y="34"/>
                </a:lnTo>
                <a:lnTo>
                  <a:pt x="43" y="41"/>
                </a:lnTo>
                <a:lnTo>
                  <a:pt x="46" y="50"/>
                </a:lnTo>
                <a:lnTo>
                  <a:pt x="47" y="58"/>
                </a:lnTo>
                <a:lnTo>
                  <a:pt x="47" y="67"/>
                </a:lnTo>
                <a:lnTo>
                  <a:pt x="46" y="68"/>
                </a:lnTo>
                <a:lnTo>
                  <a:pt x="39" y="68"/>
                </a:lnTo>
                <a:lnTo>
                  <a:pt x="34" y="61"/>
                </a:lnTo>
                <a:cubicBezTo>
                  <a:pt x="26" y="44"/>
                  <a:pt x="25" y="28"/>
                  <a:pt x="8" y="16"/>
                </a:cubicBezTo>
                <a:lnTo>
                  <a:pt x="0" y="10"/>
                </a:lnTo>
                <a:lnTo>
                  <a:pt x="0" y="7"/>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1474" name="path"/>
          <p:cNvSpPr/>
          <p:nvPr/>
        </p:nvSpPr>
        <p:spPr>
          <a:xfrm>
            <a:off x="9959282" y="5417266"/>
            <a:ext cx="944288" cy="299346"/>
          </a:xfrm>
          <a:custGeom>
            <a:avLst/>
            <a:gdLst/>
            <a:ahLst/>
            <a:cxnLst/>
            <a:rect l="0" t="0" r="0" b="0"/>
            <a:pathLst>
              <a:path w="1639" h="519">
                <a:moveTo>
                  <a:pt x="572" y="22"/>
                </a:moveTo>
                <a:lnTo>
                  <a:pt x="579" y="36"/>
                </a:lnTo>
                <a:cubicBezTo>
                  <a:pt x="590" y="56"/>
                  <a:pt x="604" y="92"/>
                  <a:pt x="604" y="116"/>
                </a:cubicBezTo>
                <a:lnTo>
                  <a:pt x="607" y="130"/>
                </a:lnTo>
                <a:lnTo>
                  <a:pt x="601" y="133"/>
                </a:lnTo>
                <a:cubicBezTo>
                  <a:pt x="583" y="138"/>
                  <a:pt x="575" y="125"/>
                  <a:pt x="572" y="110"/>
                </a:cubicBezTo>
                <a:lnTo>
                  <a:pt x="572" y="105"/>
                </a:lnTo>
                <a:lnTo>
                  <a:pt x="561" y="106"/>
                </a:lnTo>
                <a:cubicBezTo>
                  <a:pt x="530" y="108"/>
                  <a:pt x="501" y="117"/>
                  <a:pt x="470" y="121"/>
                </a:cubicBezTo>
                <a:lnTo>
                  <a:pt x="226" y="45"/>
                </a:lnTo>
                <a:lnTo>
                  <a:pt x="230" y="41"/>
                </a:lnTo>
                <a:lnTo>
                  <a:pt x="231" y="38"/>
                </a:lnTo>
                <a:lnTo>
                  <a:pt x="231" y="36"/>
                </a:lnTo>
                <a:lnTo>
                  <a:pt x="230" y="32"/>
                </a:lnTo>
                <a:lnTo>
                  <a:pt x="472" y="106"/>
                </a:lnTo>
                <a:cubicBezTo>
                  <a:pt x="503" y="102"/>
                  <a:pt x="531" y="97"/>
                  <a:pt x="561" y="91"/>
                </a:cubicBezTo>
                <a:lnTo>
                  <a:pt x="572" y="87"/>
                </a:lnTo>
                <a:lnTo>
                  <a:pt x="571" y="74"/>
                </a:lnTo>
                <a:cubicBezTo>
                  <a:pt x="568" y="54"/>
                  <a:pt x="555" y="20"/>
                  <a:pt x="545" y="2"/>
                </a:cubicBezTo>
                <a:lnTo>
                  <a:pt x="543" y="0"/>
                </a:lnTo>
                <a:lnTo>
                  <a:pt x="549" y="0"/>
                </a:lnTo>
                <a:cubicBezTo>
                  <a:pt x="562" y="5"/>
                  <a:pt x="559" y="8"/>
                  <a:pt x="567" y="15"/>
                </a:cubicBezTo>
                <a:lnTo>
                  <a:pt x="570" y="19"/>
                </a:lnTo>
              </a:path>
              <a:path w="1639" h="519">
                <a:moveTo>
                  <a:pt x="1115" y="14"/>
                </a:moveTo>
                <a:lnTo>
                  <a:pt x="1115" y="16"/>
                </a:lnTo>
                <a:lnTo>
                  <a:pt x="1114" y="21"/>
                </a:lnTo>
                <a:lnTo>
                  <a:pt x="1110" y="26"/>
                </a:lnTo>
                <a:lnTo>
                  <a:pt x="1106" y="31"/>
                </a:lnTo>
                <a:lnTo>
                  <a:pt x="1101" y="35"/>
                </a:lnTo>
                <a:lnTo>
                  <a:pt x="1096" y="39"/>
                </a:lnTo>
                <a:lnTo>
                  <a:pt x="1093" y="41"/>
                </a:lnTo>
                <a:lnTo>
                  <a:pt x="1091" y="44"/>
                </a:lnTo>
                <a:lnTo>
                  <a:pt x="1018" y="224"/>
                </a:lnTo>
                <a:lnTo>
                  <a:pt x="1014" y="232"/>
                </a:lnTo>
                <a:lnTo>
                  <a:pt x="1012" y="239"/>
                </a:lnTo>
                <a:lnTo>
                  <a:pt x="1015" y="247"/>
                </a:lnTo>
                <a:lnTo>
                  <a:pt x="1018" y="255"/>
                </a:lnTo>
                <a:lnTo>
                  <a:pt x="1023" y="262"/>
                </a:lnTo>
                <a:lnTo>
                  <a:pt x="1028" y="271"/>
                </a:lnTo>
                <a:lnTo>
                  <a:pt x="1031" y="278"/>
                </a:lnTo>
                <a:lnTo>
                  <a:pt x="1034" y="286"/>
                </a:lnTo>
                <a:lnTo>
                  <a:pt x="1036" y="298"/>
                </a:lnTo>
                <a:lnTo>
                  <a:pt x="1035" y="309"/>
                </a:lnTo>
                <a:lnTo>
                  <a:pt x="1029" y="320"/>
                </a:lnTo>
                <a:lnTo>
                  <a:pt x="1017" y="326"/>
                </a:lnTo>
                <a:lnTo>
                  <a:pt x="1011" y="325"/>
                </a:lnTo>
                <a:lnTo>
                  <a:pt x="1009" y="320"/>
                </a:lnTo>
                <a:lnTo>
                  <a:pt x="1009" y="313"/>
                </a:lnTo>
                <a:lnTo>
                  <a:pt x="1015" y="307"/>
                </a:lnTo>
                <a:lnTo>
                  <a:pt x="1015" y="295"/>
                </a:lnTo>
                <a:lnTo>
                  <a:pt x="1011" y="287"/>
                </a:lnTo>
                <a:lnTo>
                  <a:pt x="1007" y="283"/>
                </a:lnTo>
                <a:lnTo>
                  <a:pt x="1003" y="277"/>
                </a:lnTo>
                <a:lnTo>
                  <a:pt x="998" y="273"/>
                </a:lnTo>
                <a:lnTo>
                  <a:pt x="992" y="271"/>
                </a:lnTo>
                <a:lnTo>
                  <a:pt x="987" y="279"/>
                </a:lnTo>
                <a:cubicBezTo>
                  <a:pt x="975" y="296"/>
                  <a:pt x="960" y="311"/>
                  <a:pt x="944" y="325"/>
                </a:cubicBezTo>
                <a:lnTo>
                  <a:pt x="934" y="332"/>
                </a:lnTo>
                <a:lnTo>
                  <a:pt x="946" y="345"/>
                </a:lnTo>
                <a:cubicBezTo>
                  <a:pt x="1039" y="439"/>
                  <a:pt x="1160" y="479"/>
                  <a:pt x="1290" y="465"/>
                </a:cubicBezTo>
                <a:lnTo>
                  <a:pt x="1300" y="465"/>
                </a:lnTo>
                <a:lnTo>
                  <a:pt x="1299" y="467"/>
                </a:lnTo>
                <a:lnTo>
                  <a:pt x="1295" y="470"/>
                </a:lnTo>
                <a:cubicBezTo>
                  <a:pt x="1210" y="498"/>
                  <a:pt x="1057" y="479"/>
                  <a:pt x="982" y="422"/>
                </a:cubicBezTo>
                <a:lnTo>
                  <a:pt x="951" y="395"/>
                </a:lnTo>
                <a:lnTo>
                  <a:pt x="937" y="381"/>
                </a:lnTo>
                <a:lnTo>
                  <a:pt x="924" y="367"/>
                </a:lnTo>
                <a:lnTo>
                  <a:pt x="911" y="351"/>
                </a:lnTo>
                <a:lnTo>
                  <a:pt x="908" y="347"/>
                </a:lnTo>
                <a:lnTo>
                  <a:pt x="903" y="346"/>
                </a:lnTo>
                <a:lnTo>
                  <a:pt x="897" y="346"/>
                </a:lnTo>
                <a:lnTo>
                  <a:pt x="891" y="349"/>
                </a:lnTo>
                <a:lnTo>
                  <a:pt x="885" y="350"/>
                </a:lnTo>
                <a:lnTo>
                  <a:pt x="878" y="353"/>
                </a:lnTo>
                <a:cubicBezTo>
                  <a:pt x="840" y="360"/>
                  <a:pt x="827" y="361"/>
                  <a:pt x="795" y="385"/>
                </a:cubicBezTo>
                <a:lnTo>
                  <a:pt x="776" y="404"/>
                </a:lnTo>
                <a:lnTo>
                  <a:pt x="769" y="413"/>
                </a:lnTo>
                <a:lnTo>
                  <a:pt x="769" y="409"/>
                </a:lnTo>
                <a:lnTo>
                  <a:pt x="771" y="392"/>
                </a:lnTo>
                <a:lnTo>
                  <a:pt x="778" y="373"/>
                </a:lnTo>
                <a:lnTo>
                  <a:pt x="789" y="356"/>
                </a:lnTo>
                <a:lnTo>
                  <a:pt x="772" y="351"/>
                </a:lnTo>
                <a:lnTo>
                  <a:pt x="755" y="344"/>
                </a:lnTo>
                <a:cubicBezTo>
                  <a:pt x="641" y="289"/>
                  <a:pt x="703" y="264"/>
                  <a:pt x="561" y="314"/>
                </a:cubicBezTo>
                <a:lnTo>
                  <a:pt x="547" y="320"/>
                </a:lnTo>
                <a:lnTo>
                  <a:pt x="534" y="326"/>
                </a:lnTo>
                <a:cubicBezTo>
                  <a:pt x="488" y="351"/>
                  <a:pt x="442" y="383"/>
                  <a:pt x="421" y="431"/>
                </a:cubicBezTo>
                <a:lnTo>
                  <a:pt x="414" y="448"/>
                </a:lnTo>
                <a:lnTo>
                  <a:pt x="407" y="445"/>
                </a:lnTo>
                <a:lnTo>
                  <a:pt x="404" y="440"/>
                </a:lnTo>
                <a:lnTo>
                  <a:pt x="403" y="434"/>
                </a:lnTo>
                <a:lnTo>
                  <a:pt x="399" y="428"/>
                </a:lnTo>
                <a:lnTo>
                  <a:pt x="399" y="409"/>
                </a:lnTo>
                <a:lnTo>
                  <a:pt x="404" y="391"/>
                </a:lnTo>
                <a:lnTo>
                  <a:pt x="412" y="374"/>
                </a:lnTo>
                <a:lnTo>
                  <a:pt x="425" y="358"/>
                </a:lnTo>
                <a:lnTo>
                  <a:pt x="440" y="345"/>
                </a:lnTo>
                <a:lnTo>
                  <a:pt x="458" y="332"/>
                </a:lnTo>
                <a:lnTo>
                  <a:pt x="477" y="320"/>
                </a:lnTo>
                <a:lnTo>
                  <a:pt x="497" y="309"/>
                </a:lnTo>
                <a:lnTo>
                  <a:pt x="506" y="305"/>
                </a:lnTo>
                <a:lnTo>
                  <a:pt x="515" y="302"/>
                </a:lnTo>
                <a:lnTo>
                  <a:pt x="524" y="298"/>
                </a:lnTo>
                <a:cubicBezTo>
                  <a:pt x="558" y="287"/>
                  <a:pt x="595" y="280"/>
                  <a:pt x="631" y="273"/>
                </a:cubicBezTo>
                <a:lnTo>
                  <a:pt x="640" y="271"/>
                </a:lnTo>
                <a:lnTo>
                  <a:pt x="650" y="268"/>
                </a:lnTo>
                <a:lnTo>
                  <a:pt x="646" y="262"/>
                </a:lnTo>
                <a:cubicBezTo>
                  <a:pt x="636" y="247"/>
                  <a:pt x="625" y="232"/>
                  <a:pt x="616" y="215"/>
                </a:cubicBezTo>
                <a:lnTo>
                  <a:pt x="613" y="207"/>
                </a:lnTo>
                <a:lnTo>
                  <a:pt x="433" y="251"/>
                </a:lnTo>
                <a:cubicBezTo>
                  <a:pt x="292" y="211"/>
                  <a:pt x="147" y="176"/>
                  <a:pt x="4" y="140"/>
                </a:cubicBezTo>
                <a:lnTo>
                  <a:pt x="0" y="139"/>
                </a:lnTo>
                <a:lnTo>
                  <a:pt x="0" y="123"/>
                </a:lnTo>
                <a:lnTo>
                  <a:pt x="424" y="236"/>
                </a:lnTo>
                <a:lnTo>
                  <a:pt x="607" y="190"/>
                </a:lnTo>
                <a:lnTo>
                  <a:pt x="603" y="182"/>
                </a:lnTo>
                <a:lnTo>
                  <a:pt x="601" y="172"/>
                </a:lnTo>
                <a:lnTo>
                  <a:pt x="597" y="164"/>
                </a:lnTo>
                <a:lnTo>
                  <a:pt x="587" y="163"/>
                </a:lnTo>
                <a:lnTo>
                  <a:pt x="434" y="201"/>
                </a:lnTo>
                <a:cubicBezTo>
                  <a:pt x="389" y="198"/>
                  <a:pt x="336" y="184"/>
                  <a:pt x="292" y="175"/>
                </a:cubicBezTo>
                <a:lnTo>
                  <a:pt x="255" y="166"/>
                </a:lnTo>
                <a:lnTo>
                  <a:pt x="215" y="157"/>
                </a:lnTo>
                <a:cubicBezTo>
                  <a:pt x="147" y="141"/>
                  <a:pt x="79" y="125"/>
                  <a:pt x="11" y="107"/>
                </a:cubicBezTo>
                <a:lnTo>
                  <a:pt x="7" y="106"/>
                </a:lnTo>
                <a:lnTo>
                  <a:pt x="4" y="106"/>
                </a:lnTo>
                <a:lnTo>
                  <a:pt x="3" y="103"/>
                </a:lnTo>
                <a:lnTo>
                  <a:pt x="3" y="91"/>
                </a:lnTo>
                <a:lnTo>
                  <a:pt x="424" y="187"/>
                </a:lnTo>
                <a:lnTo>
                  <a:pt x="586" y="147"/>
                </a:lnTo>
                <a:cubicBezTo>
                  <a:pt x="600" y="136"/>
                  <a:pt x="638" y="124"/>
                  <a:pt x="655" y="117"/>
                </a:cubicBezTo>
                <a:lnTo>
                  <a:pt x="663" y="115"/>
                </a:lnTo>
                <a:lnTo>
                  <a:pt x="665" y="118"/>
                </a:lnTo>
                <a:lnTo>
                  <a:pt x="664" y="122"/>
                </a:lnTo>
                <a:lnTo>
                  <a:pt x="662" y="125"/>
                </a:lnTo>
                <a:lnTo>
                  <a:pt x="647" y="136"/>
                </a:lnTo>
                <a:lnTo>
                  <a:pt x="643" y="139"/>
                </a:lnTo>
                <a:lnTo>
                  <a:pt x="633" y="153"/>
                </a:lnTo>
                <a:lnTo>
                  <a:pt x="628" y="161"/>
                </a:lnTo>
                <a:lnTo>
                  <a:pt x="628" y="170"/>
                </a:lnTo>
                <a:lnTo>
                  <a:pt x="631" y="178"/>
                </a:lnTo>
                <a:lnTo>
                  <a:pt x="637" y="188"/>
                </a:lnTo>
                <a:cubicBezTo>
                  <a:pt x="665" y="228"/>
                  <a:pt x="698" y="266"/>
                  <a:pt x="735" y="298"/>
                </a:cubicBezTo>
                <a:lnTo>
                  <a:pt x="766" y="320"/>
                </a:lnTo>
                <a:lnTo>
                  <a:pt x="777" y="323"/>
                </a:lnTo>
                <a:lnTo>
                  <a:pt x="788" y="326"/>
                </a:lnTo>
                <a:cubicBezTo>
                  <a:pt x="821" y="338"/>
                  <a:pt x="859" y="337"/>
                  <a:pt x="889" y="317"/>
                </a:cubicBezTo>
                <a:lnTo>
                  <a:pt x="903" y="309"/>
                </a:lnTo>
                <a:lnTo>
                  <a:pt x="917" y="298"/>
                </a:lnTo>
                <a:lnTo>
                  <a:pt x="931" y="289"/>
                </a:lnTo>
                <a:lnTo>
                  <a:pt x="943" y="277"/>
                </a:lnTo>
                <a:lnTo>
                  <a:pt x="954" y="265"/>
                </a:lnTo>
                <a:lnTo>
                  <a:pt x="962" y="253"/>
                </a:lnTo>
                <a:lnTo>
                  <a:pt x="1063" y="29"/>
                </a:lnTo>
                <a:lnTo>
                  <a:pt x="1067" y="25"/>
                </a:lnTo>
                <a:lnTo>
                  <a:pt x="1074" y="21"/>
                </a:lnTo>
                <a:lnTo>
                  <a:pt x="1080" y="16"/>
                </a:lnTo>
                <a:lnTo>
                  <a:pt x="1085" y="14"/>
                </a:lnTo>
                <a:lnTo>
                  <a:pt x="1093" y="11"/>
                </a:lnTo>
                <a:lnTo>
                  <a:pt x="1101" y="10"/>
                </a:lnTo>
                <a:lnTo>
                  <a:pt x="1108" y="11"/>
                </a:lnTo>
              </a:path>
              <a:path w="1639" h="519">
                <a:moveTo>
                  <a:pt x="1360" y="519"/>
                </a:moveTo>
                <a:lnTo>
                  <a:pt x="1340" y="519"/>
                </a:lnTo>
                <a:lnTo>
                  <a:pt x="1342" y="506"/>
                </a:lnTo>
                <a:cubicBezTo>
                  <a:pt x="1363" y="395"/>
                  <a:pt x="1382" y="273"/>
                  <a:pt x="1414" y="165"/>
                </a:cubicBezTo>
                <a:lnTo>
                  <a:pt x="1427" y="134"/>
                </a:lnTo>
                <a:lnTo>
                  <a:pt x="1442" y="129"/>
                </a:lnTo>
                <a:cubicBezTo>
                  <a:pt x="1469" y="120"/>
                  <a:pt x="1511" y="115"/>
                  <a:pt x="1539" y="122"/>
                </a:cubicBezTo>
                <a:lnTo>
                  <a:pt x="1555" y="127"/>
                </a:lnTo>
                <a:lnTo>
                  <a:pt x="1513" y="328"/>
                </a:lnTo>
                <a:lnTo>
                  <a:pt x="1525" y="325"/>
                </a:lnTo>
                <a:lnTo>
                  <a:pt x="1537" y="320"/>
                </a:lnTo>
                <a:lnTo>
                  <a:pt x="1550" y="315"/>
                </a:lnTo>
                <a:lnTo>
                  <a:pt x="1564" y="308"/>
                </a:lnTo>
                <a:lnTo>
                  <a:pt x="1576" y="301"/>
                </a:lnTo>
                <a:lnTo>
                  <a:pt x="1586" y="292"/>
                </a:lnTo>
                <a:lnTo>
                  <a:pt x="1594" y="284"/>
                </a:lnTo>
                <a:lnTo>
                  <a:pt x="1600" y="274"/>
                </a:lnTo>
                <a:lnTo>
                  <a:pt x="1603" y="255"/>
                </a:lnTo>
                <a:lnTo>
                  <a:pt x="1609" y="208"/>
                </a:lnTo>
                <a:cubicBezTo>
                  <a:pt x="1611" y="170"/>
                  <a:pt x="1625" y="129"/>
                  <a:pt x="1611" y="91"/>
                </a:cubicBezTo>
                <a:lnTo>
                  <a:pt x="1606" y="80"/>
                </a:lnTo>
                <a:lnTo>
                  <a:pt x="1600" y="68"/>
                </a:lnTo>
                <a:lnTo>
                  <a:pt x="1593" y="56"/>
                </a:lnTo>
                <a:lnTo>
                  <a:pt x="1582" y="46"/>
                </a:lnTo>
                <a:lnTo>
                  <a:pt x="1570" y="38"/>
                </a:lnTo>
                <a:lnTo>
                  <a:pt x="1550" y="34"/>
                </a:lnTo>
                <a:lnTo>
                  <a:pt x="1528" y="32"/>
                </a:lnTo>
                <a:lnTo>
                  <a:pt x="1487" y="30"/>
                </a:lnTo>
                <a:lnTo>
                  <a:pt x="1467" y="30"/>
                </a:lnTo>
                <a:lnTo>
                  <a:pt x="1445" y="31"/>
                </a:lnTo>
                <a:cubicBezTo>
                  <a:pt x="1416" y="32"/>
                  <a:pt x="1372" y="38"/>
                  <a:pt x="1343" y="45"/>
                </a:cubicBezTo>
                <a:lnTo>
                  <a:pt x="1305" y="55"/>
                </a:lnTo>
                <a:lnTo>
                  <a:pt x="1286" y="61"/>
                </a:lnTo>
                <a:lnTo>
                  <a:pt x="1267" y="66"/>
                </a:lnTo>
                <a:lnTo>
                  <a:pt x="1249" y="73"/>
                </a:lnTo>
                <a:lnTo>
                  <a:pt x="1222" y="84"/>
                </a:lnTo>
                <a:cubicBezTo>
                  <a:pt x="1192" y="97"/>
                  <a:pt x="1175" y="115"/>
                  <a:pt x="1162" y="145"/>
                </a:cubicBezTo>
                <a:lnTo>
                  <a:pt x="1156" y="158"/>
                </a:lnTo>
                <a:lnTo>
                  <a:pt x="1149" y="172"/>
                </a:lnTo>
                <a:lnTo>
                  <a:pt x="1127" y="274"/>
                </a:lnTo>
                <a:lnTo>
                  <a:pt x="1129" y="289"/>
                </a:lnTo>
                <a:lnTo>
                  <a:pt x="1131" y="303"/>
                </a:lnTo>
                <a:lnTo>
                  <a:pt x="1133" y="316"/>
                </a:lnTo>
                <a:lnTo>
                  <a:pt x="1137" y="331"/>
                </a:lnTo>
                <a:lnTo>
                  <a:pt x="1143" y="343"/>
                </a:lnTo>
                <a:lnTo>
                  <a:pt x="1151" y="355"/>
                </a:lnTo>
                <a:lnTo>
                  <a:pt x="1162" y="364"/>
                </a:lnTo>
                <a:cubicBezTo>
                  <a:pt x="1194" y="385"/>
                  <a:pt x="1271" y="394"/>
                  <a:pt x="1310" y="385"/>
                </a:cubicBezTo>
                <a:lnTo>
                  <a:pt x="1320" y="382"/>
                </a:lnTo>
                <a:lnTo>
                  <a:pt x="1329" y="381"/>
                </a:lnTo>
                <a:lnTo>
                  <a:pt x="1341" y="379"/>
                </a:lnTo>
                <a:lnTo>
                  <a:pt x="1343" y="381"/>
                </a:lnTo>
                <a:lnTo>
                  <a:pt x="1343" y="385"/>
                </a:lnTo>
                <a:lnTo>
                  <a:pt x="1341" y="390"/>
                </a:lnTo>
                <a:lnTo>
                  <a:pt x="1341" y="393"/>
                </a:lnTo>
                <a:lnTo>
                  <a:pt x="1330" y="396"/>
                </a:lnTo>
                <a:lnTo>
                  <a:pt x="1321" y="398"/>
                </a:lnTo>
                <a:lnTo>
                  <a:pt x="1311" y="400"/>
                </a:lnTo>
                <a:cubicBezTo>
                  <a:pt x="1249" y="413"/>
                  <a:pt x="1148" y="406"/>
                  <a:pt x="1108" y="352"/>
                </a:cubicBezTo>
                <a:lnTo>
                  <a:pt x="1102" y="342"/>
                </a:lnTo>
                <a:lnTo>
                  <a:pt x="1096" y="312"/>
                </a:lnTo>
                <a:lnTo>
                  <a:pt x="1095" y="280"/>
                </a:lnTo>
                <a:lnTo>
                  <a:pt x="1095" y="249"/>
                </a:lnTo>
                <a:lnTo>
                  <a:pt x="1100" y="218"/>
                </a:lnTo>
                <a:lnTo>
                  <a:pt x="1107" y="188"/>
                </a:lnTo>
                <a:lnTo>
                  <a:pt x="1115" y="158"/>
                </a:lnTo>
                <a:lnTo>
                  <a:pt x="1127" y="129"/>
                </a:lnTo>
                <a:lnTo>
                  <a:pt x="1141" y="100"/>
                </a:lnTo>
                <a:lnTo>
                  <a:pt x="1148" y="92"/>
                </a:lnTo>
                <a:lnTo>
                  <a:pt x="1155" y="86"/>
                </a:lnTo>
                <a:lnTo>
                  <a:pt x="1161" y="79"/>
                </a:lnTo>
                <a:lnTo>
                  <a:pt x="1168" y="73"/>
                </a:lnTo>
                <a:cubicBezTo>
                  <a:pt x="1204" y="53"/>
                  <a:pt x="1216" y="52"/>
                  <a:pt x="1256" y="44"/>
                </a:cubicBezTo>
                <a:lnTo>
                  <a:pt x="1268" y="40"/>
                </a:lnTo>
                <a:lnTo>
                  <a:pt x="1283" y="38"/>
                </a:lnTo>
                <a:lnTo>
                  <a:pt x="1299" y="36"/>
                </a:lnTo>
                <a:lnTo>
                  <a:pt x="1300" y="36"/>
                </a:lnTo>
                <a:lnTo>
                  <a:pt x="1305" y="34"/>
                </a:lnTo>
                <a:cubicBezTo>
                  <a:pt x="1381" y="25"/>
                  <a:pt x="1529" y="-6"/>
                  <a:pt x="1594" y="32"/>
                </a:cubicBezTo>
                <a:lnTo>
                  <a:pt x="1606" y="40"/>
                </a:lnTo>
                <a:lnTo>
                  <a:pt x="1617" y="52"/>
                </a:lnTo>
                <a:lnTo>
                  <a:pt x="1625" y="68"/>
                </a:lnTo>
                <a:cubicBezTo>
                  <a:pt x="1642" y="106"/>
                  <a:pt x="1630" y="187"/>
                  <a:pt x="1630" y="232"/>
                </a:cubicBezTo>
                <a:lnTo>
                  <a:pt x="1629" y="247"/>
                </a:lnTo>
                <a:lnTo>
                  <a:pt x="1628" y="262"/>
                </a:lnTo>
                <a:cubicBezTo>
                  <a:pt x="1617" y="314"/>
                  <a:pt x="1587" y="321"/>
                  <a:pt x="1545" y="340"/>
                </a:cubicBezTo>
                <a:lnTo>
                  <a:pt x="1535" y="345"/>
                </a:lnTo>
                <a:lnTo>
                  <a:pt x="1527" y="349"/>
                </a:lnTo>
                <a:lnTo>
                  <a:pt x="1517" y="351"/>
                </a:lnTo>
                <a:lnTo>
                  <a:pt x="1508" y="355"/>
                </a:lnTo>
                <a:lnTo>
                  <a:pt x="1471" y="519"/>
                </a:lnTo>
                <a:lnTo>
                  <a:pt x="1451" y="519"/>
                </a:lnTo>
                <a:lnTo>
                  <a:pt x="1534" y="134"/>
                </a:lnTo>
                <a:lnTo>
                  <a:pt x="1526" y="133"/>
                </a:lnTo>
                <a:cubicBezTo>
                  <a:pt x="1497" y="132"/>
                  <a:pt x="1469" y="139"/>
                  <a:pt x="1442" y="145"/>
                </a:cubicBezTo>
                <a:lnTo>
                  <a:pt x="1433" y="148"/>
                </a:lnTo>
              </a:path>
              <a:path w="1639" h="519">
                <a:moveTo>
                  <a:pt x="1498" y="50"/>
                </a:moveTo>
                <a:lnTo>
                  <a:pt x="1483" y="54"/>
                </a:lnTo>
                <a:lnTo>
                  <a:pt x="1468" y="56"/>
                </a:lnTo>
                <a:cubicBezTo>
                  <a:pt x="1427" y="66"/>
                  <a:pt x="1388" y="74"/>
                  <a:pt x="1347" y="87"/>
                </a:cubicBezTo>
                <a:lnTo>
                  <a:pt x="1334" y="90"/>
                </a:lnTo>
                <a:lnTo>
                  <a:pt x="1321" y="94"/>
                </a:lnTo>
                <a:cubicBezTo>
                  <a:pt x="1248" y="105"/>
                  <a:pt x="1226" y="148"/>
                  <a:pt x="1211" y="214"/>
                </a:cubicBezTo>
                <a:lnTo>
                  <a:pt x="1208" y="231"/>
                </a:lnTo>
                <a:lnTo>
                  <a:pt x="1204" y="345"/>
                </a:lnTo>
                <a:lnTo>
                  <a:pt x="1202" y="345"/>
                </a:lnTo>
                <a:cubicBezTo>
                  <a:pt x="1194" y="346"/>
                  <a:pt x="1188" y="344"/>
                  <a:pt x="1180" y="340"/>
                </a:cubicBezTo>
                <a:lnTo>
                  <a:pt x="1179" y="340"/>
                </a:lnTo>
                <a:lnTo>
                  <a:pt x="1178" y="312"/>
                </a:lnTo>
                <a:lnTo>
                  <a:pt x="1178" y="282"/>
                </a:lnTo>
                <a:lnTo>
                  <a:pt x="1180" y="250"/>
                </a:lnTo>
                <a:lnTo>
                  <a:pt x="1183" y="222"/>
                </a:lnTo>
                <a:lnTo>
                  <a:pt x="1190" y="193"/>
                </a:lnTo>
                <a:lnTo>
                  <a:pt x="1201" y="165"/>
                </a:lnTo>
                <a:lnTo>
                  <a:pt x="1215" y="139"/>
                </a:lnTo>
                <a:lnTo>
                  <a:pt x="1234" y="115"/>
                </a:lnTo>
                <a:lnTo>
                  <a:pt x="1247" y="109"/>
                </a:lnTo>
                <a:lnTo>
                  <a:pt x="1259" y="103"/>
                </a:lnTo>
                <a:lnTo>
                  <a:pt x="1312" y="84"/>
                </a:lnTo>
                <a:lnTo>
                  <a:pt x="1327" y="80"/>
                </a:lnTo>
                <a:lnTo>
                  <a:pt x="1340" y="78"/>
                </a:lnTo>
                <a:cubicBezTo>
                  <a:pt x="1382" y="66"/>
                  <a:pt x="1438" y="54"/>
                  <a:pt x="1481" y="51"/>
                </a:cubicBezTo>
                <a:lnTo>
                  <a:pt x="1487" y="50"/>
                </a:lnTo>
                <a:lnTo>
                  <a:pt x="1492" y="50"/>
                </a:lnTo>
              </a:path>
              <a:path w="1639" h="519">
                <a:moveTo>
                  <a:pt x="1375" y="519"/>
                </a:moveTo>
                <a:lnTo>
                  <a:pt x="1430" y="268"/>
                </a:lnTo>
                <a:lnTo>
                  <a:pt x="1459" y="151"/>
                </a:lnTo>
                <a:lnTo>
                  <a:pt x="1460" y="148"/>
                </a:lnTo>
                <a:lnTo>
                  <a:pt x="1469" y="148"/>
                </a:lnTo>
                <a:lnTo>
                  <a:pt x="1443" y="273"/>
                </a:lnTo>
                <a:lnTo>
                  <a:pt x="1389" y="519"/>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1476" name="path"/>
          <p:cNvSpPr/>
          <p:nvPr/>
        </p:nvSpPr>
        <p:spPr>
          <a:xfrm>
            <a:off x="10034626" y="5014220"/>
            <a:ext cx="753974" cy="322851"/>
          </a:xfrm>
          <a:custGeom>
            <a:avLst/>
            <a:gdLst/>
            <a:ahLst/>
            <a:cxnLst/>
            <a:rect l="0" t="0" r="0" b="0"/>
            <a:pathLst>
              <a:path w="1308" h="560">
                <a:moveTo>
                  <a:pt x="698" y="457"/>
                </a:moveTo>
                <a:lnTo>
                  <a:pt x="720" y="26"/>
                </a:lnTo>
                <a:lnTo>
                  <a:pt x="135" y="20"/>
                </a:lnTo>
                <a:lnTo>
                  <a:pt x="151" y="489"/>
                </a:lnTo>
                <a:lnTo>
                  <a:pt x="147" y="493"/>
                </a:lnTo>
                <a:lnTo>
                  <a:pt x="140" y="494"/>
                </a:lnTo>
                <a:lnTo>
                  <a:pt x="134" y="495"/>
                </a:lnTo>
                <a:lnTo>
                  <a:pt x="130" y="494"/>
                </a:lnTo>
                <a:lnTo>
                  <a:pt x="103" y="33"/>
                </a:lnTo>
                <a:lnTo>
                  <a:pt x="16" y="92"/>
                </a:lnTo>
                <a:lnTo>
                  <a:pt x="19" y="162"/>
                </a:lnTo>
                <a:lnTo>
                  <a:pt x="33" y="467"/>
                </a:lnTo>
                <a:lnTo>
                  <a:pt x="38" y="540"/>
                </a:lnTo>
                <a:lnTo>
                  <a:pt x="50" y="536"/>
                </a:lnTo>
                <a:cubicBezTo>
                  <a:pt x="73" y="529"/>
                  <a:pt x="102" y="518"/>
                  <a:pt x="125" y="513"/>
                </a:cubicBezTo>
                <a:lnTo>
                  <a:pt x="128" y="513"/>
                </a:lnTo>
                <a:lnTo>
                  <a:pt x="116" y="519"/>
                </a:lnTo>
                <a:cubicBezTo>
                  <a:pt x="95" y="532"/>
                  <a:pt x="58" y="543"/>
                  <a:pt x="34" y="554"/>
                </a:cubicBezTo>
                <a:lnTo>
                  <a:pt x="22" y="560"/>
                </a:lnTo>
                <a:lnTo>
                  <a:pt x="19" y="540"/>
                </a:lnTo>
                <a:cubicBezTo>
                  <a:pt x="5" y="404"/>
                  <a:pt x="1" y="246"/>
                  <a:pt x="0" y="109"/>
                </a:cubicBezTo>
                <a:lnTo>
                  <a:pt x="1" y="80"/>
                </a:lnTo>
                <a:lnTo>
                  <a:pt x="110" y="0"/>
                </a:lnTo>
                <a:lnTo>
                  <a:pt x="742" y="12"/>
                </a:lnTo>
                <a:lnTo>
                  <a:pt x="741" y="31"/>
                </a:lnTo>
                <a:cubicBezTo>
                  <a:pt x="734" y="169"/>
                  <a:pt x="724" y="307"/>
                  <a:pt x="717" y="446"/>
                </a:cubicBezTo>
                <a:lnTo>
                  <a:pt x="715" y="465"/>
                </a:lnTo>
              </a:path>
              <a:path w="1308" h="560">
                <a:moveTo>
                  <a:pt x="1258" y="470"/>
                </a:moveTo>
                <a:lnTo>
                  <a:pt x="1254" y="468"/>
                </a:lnTo>
                <a:lnTo>
                  <a:pt x="1249" y="466"/>
                </a:lnTo>
                <a:cubicBezTo>
                  <a:pt x="1218" y="435"/>
                  <a:pt x="1197" y="392"/>
                  <a:pt x="1190" y="349"/>
                </a:cubicBezTo>
                <a:lnTo>
                  <a:pt x="1186" y="334"/>
                </a:lnTo>
                <a:lnTo>
                  <a:pt x="1177" y="328"/>
                </a:lnTo>
                <a:lnTo>
                  <a:pt x="1166" y="323"/>
                </a:lnTo>
                <a:lnTo>
                  <a:pt x="1137" y="306"/>
                </a:lnTo>
                <a:lnTo>
                  <a:pt x="1129" y="300"/>
                </a:lnTo>
                <a:lnTo>
                  <a:pt x="1120" y="292"/>
                </a:lnTo>
                <a:lnTo>
                  <a:pt x="1113" y="285"/>
                </a:lnTo>
                <a:lnTo>
                  <a:pt x="1105" y="285"/>
                </a:lnTo>
                <a:lnTo>
                  <a:pt x="1095" y="283"/>
                </a:lnTo>
                <a:lnTo>
                  <a:pt x="1076" y="276"/>
                </a:lnTo>
                <a:lnTo>
                  <a:pt x="1068" y="271"/>
                </a:lnTo>
                <a:lnTo>
                  <a:pt x="1062" y="267"/>
                </a:lnTo>
                <a:lnTo>
                  <a:pt x="1057" y="263"/>
                </a:lnTo>
                <a:lnTo>
                  <a:pt x="1056" y="262"/>
                </a:lnTo>
                <a:lnTo>
                  <a:pt x="1064" y="262"/>
                </a:lnTo>
                <a:cubicBezTo>
                  <a:pt x="1109" y="274"/>
                  <a:pt x="1127" y="230"/>
                  <a:pt x="1105" y="195"/>
                </a:cubicBezTo>
                <a:lnTo>
                  <a:pt x="1101" y="192"/>
                </a:lnTo>
                <a:lnTo>
                  <a:pt x="1095" y="187"/>
                </a:lnTo>
                <a:lnTo>
                  <a:pt x="1089" y="183"/>
                </a:lnTo>
                <a:cubicBezTo>
                  <a:pt x="1066" y="177"/>
                  <a:pt x="1047" y="178"/>
                  <a:pt x="1024" y="173"/>
                </a:cubicBezTo>
                <a:lnTo>
                  <a:pt x="1011" y="171"/>
                </a:lnTo>
                <a:lnTo>
                  <a:pt x="999" y="170"/>
                </a:lnTo>
                <a:cubicBezTo>
                  <a:pt x="975" y="165"/>
                  <a:pt x="947" y="162"/>
                  <a:pt x="925" y="152"/>
                </a:cubicBezTo>
                <a:lnTo>
                  <a:pt x="914" y="148"/>
                </a:lnTo>
                <a:lnTo>
                  <a:pt x="892" y="136"/>
                </a:lnTo>
                <a:lnTo>
                  <a:pt x="884" y="159"/>
                </a:lnTo>
                <a:lnTo>
                  <a:pt x="878" y="182"/>
                </a:lnTo>
                <a:cubicBezTo>
                  <a:pt x="863" y="237"/>
                  <a:pt x="872" y="320"/>
                  <a:pt x="918" y="360"/>
                </a:cubicBezTo>
                <a:lnTo>
                  <a:pt x="927" y="370"/>
                </a:lnTo>
                <a:lnTo>
                  <a:pt x="939" y="381"/>
                </a:lnTo>
                <a:lnTo>
                  <a:pt x="954" y="391"/>
                </a:lnTo>
                <a:lnTo>
                  <a:pt x="968" y="397"/>
                </a:lnTo>
                <a:lnTo>
                  <a:pt x="985" y="403"/>
                </a:lnTo>
                <a:lnTo>
                  <a:pt x="990" y="403"/>
                </a:lnTo>
                <a:lnTo>
                  <a:pt x="994" y="402"/>
                </a:lnTo>
                <a:lnTo>
                  <a:pt x="1000" y="400"/>
                </a:lnTo>
                <a:lnTo>
                  <a:pt x="1004" y="399"/>
                </a:lnTo>
                <a:lnTo>
                  <a:pt x="1009" y="397"/>
                </a:lnTo>
                <a:lnTo>
                  <a:pt x="1012" y="397"/>
                </a:lnTo>
                <a:lnTo>
                  <a:pt x="1016" y="398"/>
                </a:lnTo>
                <a:lnTo>
                  <a:pt x="1018" y="400"/>
                </a:lnTo>
                <a:lnTo>
                  <a:pt x="1012" y="403"/>
                </a:lnTo>
                <a:lnTo>
                  <a:pt x="1008" y="405"/>
                </a:lnTo>
                <a:cubicBezTo>
                  <a:pt x="982" y="418"/>
                  <a:pt x="950" y="399"/>
                  <a:pt x="927" y="388"/>
                </a:cubicBezTo>
                <a:lnTo>
                  <a:pt x="913" y="380"/>
                </a:lnTo>
                <a:lnTo>
                  <a:pt x="901" y="370"/>
                </a:lnTo>
                <a:cubicBezTo>
                  <a:pt x="866" y="343"/>
                  <a:pt x="840" y="293"/>
                  <a:pt x="838" y="249"/>
                </a:cubicBezTo>
                <a:lnTo>
                  <a:pt x="838" y="188"/>
                </a:lnTo>
                <a:lnTo>
                  <a:pt x="832" y="188"/>
                </a:lnTo>
                <a:cubicBezTo>
                  <a:pt x="814" y="187"/>
                  <a:pt x="818" y="191"/>
                  <a:pt x="801" y="183"/>
                </a:cubicBezTo>
                <a:lnTo>
                  <a:pt x="799" y="180"/>
                </a:lnTo>
                <a:lnTo>
                  <a:pt x="841" y="169"/>
                </a:lnTo>
                <a:lnTo>
                  <a:pt x="848" y="140"/>
                </a:lnTo>
                <a:lnTo>
                  <a:pt x="853" y="126"/>
                </a:lnTo>
                <a:lnTo>
                  <a:pt x="864" y="113"/>
                </a:lnTo>
                <a:lnTo>
                  <a:pt x="858" y="108"/>
                </a:lnTo>
                <a:cubicBezTo>
                  <a:pt x="821" y="66"/>
                  <a:pt x="850" y="26"/>
                  <a:pt x="892" y="8"/>
                </a:cubicBezTo>
                <a:lnTo>
                  <a:pt x="902" y="3"/>
                </a:lnTo>
                <a:lnTo>
                  <a:pt x="906" y="8"/>
                </a:lnTo>
                <a:lnTo>
                  <a:pt x="907" y="12"/>
                </a:lnTo>
                <a:lnTo>
                  <a:pt x="904" y="16"/>
                </a:lnTo>
                <a:lnTo>
                  <a:pt x="900" y="19"/>
                </a:lnTo>
                <a:lnTo>
                  <a:pt x="888" y="26"/>
                </a:lnTo>
                <a:lnTo>
                  <a:pt x="883" y="31"/>
                </a:lnTo>
                <a:lnTo>
                  <a:pt x="880" y="34"/>
                </a:lnTo>
                <a:lnTo>
                  <a:pt x="876" y="50"/>
                </a:lnTo>
                <a:lnTo>
                  <a:pt x="876" y="67"/>
                </a:lnTo>
                <a:lnTo>
                  <a:pt x="882" y="82"/>
                </a:lnTo>
                <a:lnTo>
                  <a:pt x="890" y="97"/>
                </a:lnTo>
                <a:lnTo>
                  <a:pt x="902" y="108"/>
                </a:lnTo>
                <a:cubicBezTo>
                  <a:pt x="936" y="135"/>
                  <a:pt x="980" y="142"/>
                  <a:pt x="1022" y="150"/>
                </a:cubicBezTo>
                <a:lnTo>
                  <a:pt x="1038" y="152"/>
                </a:lnTo>
                <a:lnTo>
                  <a:pt x="1054" y="156"/>
                </a:lnTo>
                <a:lnTo>
                  <a:pt x="1086" y="163"/>
                </a:lnTo>
                <a:cubicBezTo>
                  <a:pt x="1112" y="175"/>
                  <a:pt x="1165" y="184"/>
                  <a:pt x="1182" y="199"/>
                </a:cubicBezTo>
                <a:lnTo>
                  <a:pt x="1190" y="205"/>
                </a:lnTo>
                <a:lnTo>
                  <a:pt x="1196" y="211"/>
                </a:lnTo>
                <a:cubicBezTo>
                  <a:pt x="1216" y="233"/>
                  <a:pt x="1191" y="256"/>
                  <a:pt x="1168" y="237"/>
                </a:cubicBezTo>
                <a:lnTo>
                  <a:pt x="1164" y="235"/>
                </a:lnTo>
                <a:lnTo>
                  <a:pt x="1159" y="231"/>
                </a:lnTo>
                <a:lnTo>
                  <a:pt x="1156" y="229"/>
                </a:lnTo>
                <a:lnTo>
                  <a:pt x="1161" y="230"/>
                </a:lnTo>
                <a:lnTo>
                  <a:pt x="1166" y="233"/>
                </a:lnTo>
                <a:lnTo>
                  <a:pt x="1171" y="235"/>
                </a:lnTo>
                <a:lnTo>
                  <a:pt x="1177" y="236"/>
                </a:lnTo>
                <a:lnTo>
                  <a:pt x="1180" y="233"/>
                </a:lnTo>
                <a:lnTo>
                  <a:pt x="1184" y="229"/>
                </a:lnTo>
                <a:lnTo>
                  <a:pt x="1184" y="222"/>
                </a:lnTo>
                <a:lnTo>
                  <a:pt x="1178" y="218"/>
                </a:lnTo>
                <a:cubicBezTo>
                  <a:pt x="1171" y="209"/>
                  <a:pt x="1150" y="200"/>
                  <a:pt x="1140" y="198"/>
                </a:cubicBezTo>
                <a:lnTo>
                  <a:pt x="1132" y="198"/>
                </a:lnTo>
                <a:lnTo>
                  <a:pt x="1137" y="210"/>
                </a:lnTo>
                <a:lnTo>
                  <a:pt x="1141" y="224"/>
                </a:lnTo>
                <a:cubicBezTo>
                  <a:pt x="1143" y="268"/>
                  <a:pt x="1143" y="281"/>
                  <a:pt x="1180" y="309"/>
                </a:cubicBezTo>
                <a:lnTo>
                  <a:pt x="1190" y="318"/>
                </a:lnTo>
                <a:lnTo>
                  <a:pt x="1214" y="334"/>
                </a:lnTo>
                <a:lnTo>
                  <a:pt x="1227" y="340"/>
                </a:lnTo>
                <a:lnTo>
                  <a:pt x="1242" y="345"/>
                </a:lnTo>
                <a:lnTo>
                  <a:pt x="1256" y="346"/>
                </a:lnTo>
                <a:lnTo>
                  <a:pt x="1272" y="346"/>
                </a:lnTo>
                <a:lnTo>
                  <a:pt x="1275" y="344"/>
                </a:lnTo>
                <a:lnTo>
                  <a:pt x="1278" y="343"/>
                </a:lnTo>
                <a:lnTo>
                  <a:pt x="1281" y="342"/>
                </a:lnTo>
                <a:lnTo>
                  <a:pt x="1284" y="339"/>
                </a:lnTo>
                <a:lnTo>
                  <a:pt x="1281" y="337"/>
                </a:lnTo>
                <a:lnTo>
                  <a:pt x="1276" y="336"/>
                </a:lnTo>
                <a:lnTo>
                  <a:pt x="1273" y="334"/>
                </a:lnTo>
                <a:lnTo>
                  <a:pt x="1272" y="331"/>
                </a:lnTo>
                <a:lnTo>
                  <a:pt x="1278" y="328"/>
                </a:lnTo>
                <a:cubicBezTo>
                  <a:pt x="1321" y="311"/>
                  <a:pt x="1318" y="399"/>
                  <a:pt x="1214" y="351"/>
                </a:cubicBezTo>
                <a:lnTo>
                  <a:pt x="1208" y="349"/>
                </a:lnTo>
                <a:lnTo>
                  <a:pt x="1213" y="361"/>
                </a:lnTo>
                <a:cubicBezTo>
                  <a:pt x="1225" y="385"/>
                  <a:pt x="1242" y="412"/>
                  <a:pt x="1260" y="433"/>
                </a:cubicBezTo>
                <a:lnTo>
                  <a:pt x="1270" y="443"/>
                </a:lnTo>
              </a:path>
            </a:pathLst>
          </a:custGeom>
          <a:solidFill>
            <a:srgbClr val="000000">
              <a:alpha val="100000"/>
            </a:srgbClr>
          </a:solidFill>
          <a:ln cap="flat">
            <a:noFill/>
            <a:prstDash val="solid"/>
            <a:miter lim="0"/>
          </a:ln>
        </p:spPr>
        <p:txBody>
          <a:bodyPr rtlCol="0"/>
          <a:lstStyle/>
          <a:p>
            <a:pPr algn="ctr"/>
            <a:endParaRPr lang="zh-CN" altLang="en-US" sz="1635"/>
          </a:p>
        </p:txBody>
      </p:sp>
      <p:grpSp>
        <p:nvGrpSpPr>
          <p:cNvPr id="110" name="group 110"/>
          <p:cNvGrpSpPr/>
          <p:nvPr/>
        </p:nvGrpSpPr>
        <p:grpSpPr>
          <a:xfrm rot="21600000">
            <a:off x="3299196" y="5063110"/>
            <a:ext cx="386951" cy="589900"/>
            <a:chOff x="0" y="0"/>
            <a:chExt cx="426506" cy="650201"/>
          </a:xfrm>
        </p:grpSpPr>
        <p:sp>
          <p:nvSpPr>
            <p:cNvPr id="1478" name="path"/>
            <p:cNvSpPr/>
            <p:nvPr/>
          </p:nvSpPr>
          <p:spPr>
            <a:xfrm>
              <a:off x="0" y="0"/>
              <a:ext cx="426506" cy="650201"/>
            </a:xfrm>
            <a:custGeom>
              <a:avLst/>
              <a:gdLst/>
              <a:ahLst/>
              <a:cxnLst/>
              <a:rect l="0" t="0" r="0" b="0"/>
              <a:pathLst>
                <a:path w="671" h="1023">
                  <a:moveTo>
                    <a:pt x="161" y="73"/>
                  </a:moveTo>
                  <a:lnTo>
                    <a:pt x="159" y="77"/>
                  </a:lnTo>
                  <a:lnTo>
                    <a:pt x="150" y="89"/>
                  </a:lnTo>
                  <a:lnTo>
                    <a:pt x="138" y="108"/>
                  </a:lnTo>
                  <a:cubicBezTo>
                    <a:pt x="62" y="231"/>
                    <a:pt x="-40" y="442"/>
                    <a:pt x="24" y="585"/>
                  </a:cubicBezTo>
                  <a:lnTo>
                    <a:pt x="46" y="623"/>
                  </a:lnTo>
                  <a:lnTo>
                    <a:pt x="89" y="686"/>
                  </a:lnTo>
                  <a:cubicBezTo>
                    <a:pt x="207" y="890"/>
                    <a:pt x="18" y="872"/>
                    <a:pt x="69" y="927"/>
                  </a:cubicBezTo>
                  <a:lnTo>
                    <a:pt x="77" y="936"/>
                  </a:lnTo>
                  <a:lnTo>
                    <a:pt x="88" y="944"/>
                  </a:lnTo>
                  <a:lnTo>
                    <a:pt x="101" y="951"/>
                  </a:lnTo>
                  <a:lnTo>
                    <a:pt x="117" y="960"/>
                  </a:lnTo>
                  <a:cubicBezTo>
                    <a:pt x="208" y="1002"/>
                    <a:pt x="329" y="1007"/>
                    <a:pt x="429" y="1022"/>
                  </a:cubicBezTo>
                  <a:lnTo>
                    <a:pt x="464" y="1023"/>
                  </a:lnTo>
                  <a:lnTo>
                    <a:pt x="497" y="1022"/>
                  </a:lnTo>
                  <a:lnTo>
                    <a:pt x="528" y="1016"/>
                  </a:lnTo>
                  <a:lnTo>
                    <a:pt x="558" y="1007"/>
                  </a:lnTo>
                  <a:lnTo>
                    <a:pt x="587" y="993"/>
                  </a:lnTo>
                  <a:lnTo>
                    <a:pt x="611" y="973"/>
                  </a:lnTo>
                  <a:lnTo>
                    <a:pt x="633" y="947"/>
                  </a:lnTo>
                  <a:lnTo>
                    <a:pt x="651" y="914"/>
                  </a:lnTo>
                  <a:lnTo>
                    <a:pt x="663" y="873"/>
                  </a:lnTo>
                  <a:lnTo>
                    <a:pt x="671" y="824"/>
                  </a:lnTo>
                  <a:lnTo>
                    <a:pt x="671" y="765"/>
                  </a:lnTo>
                  <a:lnTo>
                    <a:pt x="669" y="638"/>
                  </a:lnTo>
                  <a:lnTo>
                    <a:pt x="664" y="518"/>
                  </a:lnTo>
                  <a:lnTo>
                    <a:pt x="659" y="404"/>
                  </a:lnTo>
                  <a:lnTo>
                    <a:pt x="650" y="301"/>
                  </a:lnTo>
                  <a:lnTo>
                    <a:pt x="634" y="211"/>
                  </a:lnTo>
                  <a:lnTo>
                    <a:pt x="614" y="137"/>
                  </a:lnTo>
                  <a:lnTo>
                    <a:pt x="585" y="80"/>
                  </a:lnTo>
                  <a:lnTo>
                    <a:pt x="548" y="45"/>
                  </a:lnTo>
                  <a:cubicBezTo>
                    <a:pt x="460" y="-4"/>
                    <a:pt x="273" y="-15"/>
                    <a:pt x="189" y="45"/>
                  </a:cubicBezTo>
                  <a:lnTo>
                    <a:pt x="173" y="59"/>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480" name="path"/>
            <p:cNvSpPr/>
            <p:nvPr/>
          </p:nvSpPr>
          <p:spPr>
            <a:xfrm>
              <a:off x="9753" y="5362"/>
              <a:ext cx="414492" cy="643315"/>
            </a:xfrm>
            <a:custGeom>
              <a:avLst/>
              <a:gdLst/>
              <a:ahLst/>
              <a:cxnLst/>
              <a:rect l="0" t="0" r="0" b="0"/>
              <a:pathLst>
                <a:path w="652" h="1013">
                  <a:moveTo>
                    <a:pt x="155" y="72"/>
                  </a:moveTo>
                  <a:lnTo>
                    <a:pt x="153" y="75"/>
                  </a:lnTo>
                  <a:lnTo>
                    <a:pt x="145" y="89"/>
                  </a:lnTo>
                  <a:lnTo>
                    <a:pt x="134" y="105"/>
                  </a:lnTo>
                  <a:cubicBezTo>
                    <a:pt x="61" y="229"/>
                    <a:pt x="-39" y="437"/>
                    <a:pt x="23" y="579"/>
                  </a:cubicBezTo>
                  <a:lnTo>
                    <a:pt x="45" y="615"/>
                  </a:lnTo>
                  <a:lnTo>
                    <a:pt x="87" y="679"/>
                  </a:lnTo>
                  <a:lnTo>
                    <a:pt x="112" y="732"/>
                  </a:lnTo>
                  <a:lnTo>
                    <a:pt x="123" y="775"/>
                  </a:lnTo>
                  <a:lnTo>
                    <a:pt x="123" y="807"/>
                  </a:lnTo>
                  <a:lnTo>
                    <a:pt x="115" y="834"/>
                  </a:lnTo>
                  <a:lnTo>
                    <a:pt x="101" y="855"/>
                  </a:lnTo>
                  <a:lnTo>
                    <a:pt x="83" y="871"/>
                  </a:lnTo>
                  <a:lnTo>
                    <a:pt x="68" y="884"/>
                  </a:lnTo>
                  <a:lnTo>
                    <a:pt x="61" y="890"/>
                  </a:lnTo>
                  <a:lnTo>
                    <a:pt x="57" y="897"/>
                  </a:lnTo>
                  <a:lnTo>
                    <a:pt x="56" y="905"/>
                  </a:lnTo>
                  <a:lnTo>
                    <a:pt x="59" y="912"/>
                  </a:lnTo>
                  <a:lnTo>
                    <a:pt x="64" y="920"/>
                  </a:lnTo>
                  <a:lnTo>
                    <a:pt x="71" y="927"/>
                  </a:lnTo>
                  <a:lnTo>
                    <a:pt x="82" y="936"/>
                  </a:lnTo>
                  <a:lnTo>
                    <a:pt x="95" y="943"/>
                  </a:lnTo>
                  <a:lnTo>
                    <a:pt x="111" y="951"/>
                  </a:lnTo>
                  <a:cubicBezTo>
                    <a:pt x="202" y="989"/>
                    <a:pt x="317" y="997"/>
                    <a:pt x="415" y="1011"/>
                  </a:cubicBezTo>
                  <a:lnTo>
                    <a:pt x="447" y="1013"/>
                  </a:lnTo>
                  <a:lnTo>
                    <a:pt x="479" y="1011"/>
                  </a:lnTo>
                  <a:lnTo>
                    <a:pt x="511" y="1005"/>
                  </a:lnTo>
                  <a:lnTo>
                    <a:pt x="539" y="996"/>
                  </a:lnTo>
                  <a:lnTo>
                    <a:pt x="566" y="983"/>
                  </a:lnTo>
                  <a:lnTo>
                    <a:pt x="590" y="963"/>
                  </a:lnTo>
                  <a:lnTo>
                    <a:pt x="610" y="937"/>
                  </a:lnTo>
                  <a:lnTo>
                    <a:pt x="627" y="903"/>
                  </a:lnTo>
                  <a:lnTo>
                    <a:pt x="639" y="864"/>
                  </a:lnTo>
                  <a:cubicBezTo>
                    <a:pt x="660" y="733"/>
                    <a:pt x="639" y="535"/>
                    <a:pt x="635" y="399"/>
                  </a:cubicBezTo>
                  <a:lnTo>
                    <a:pt x="626" y="297"/>
                  </a:lnTo>
                  <a:lnTo>
                    <a:pt x="613" y="209"/>
                  </a:lnTo>
                  <a:lnTo>
                    <a:pt x="593" y="135"/>
                  </a:lnTo>
                  <a:lnTo>
                    <a:pt x="565" y="79"/>
                  </a:lnTo>
                  <a:lnTo>
                    <a:pt x="529" y="44"/>
                  </a:lnTo>
                  <a:cubicBezTo>
                    <a:pt x="447" y="-4"/>
                    <a:pt x="260" y="-13"/>
                    <a:pt x="182" y="44"/>
                  </a:cubicBezTo>
                  <a:lnTo>
                    <a:pt x="166" y="57"/>
                  </a:lnTo>
                </a:path>
              </a:pathLst>
            </a:custGeom>
            <a:solidFill>
              <a:srgbClr val="FCF9F7">
                <a:alpha val="100000"/>
              </a:srgbClr>
            </a:solidFill>
            <a:ln cap="flat">
              <a:noFill/>
              <a:prstDash val="solid"/>
              <a:miter lim="0"/>
            </a:ln>
          </p:spPr>
          <p:txBody>
            <a:bodyPr rtlCol="0"/>
            <a:lstStyle/>
            <a:p>
              <a:pPr algn="ctr"/>
              <a:endParaRPr lang="zh-CN" altLang="en-US" sz="1635"/>
            </a:p>
          </p:txBody>
        </p:sp>
        <p:sp>
          <p:nvSpPr>
            <p:cNvPr id="1482" name="path"/>
            <p:cNvSpPr/>
            <p:nvPr/>
          </p:nvSpPr>
          <p:spPr>
            <a:xfrm>
              <a:off x="20068" y="10624"/>
              <a:ext cx="399465" cy="635766"/>
            </a:xfrm>
            <a:custGeom>
              <a:avLst/>
              <a:gdLst/>
              <a:ahLst/>
              <a:cxnLst/>
              <a:rect l="0" t="0" r="0" b="0"/>
              <a:pathLst>
                <a:path w="629" h="1001">
                  <a:moveTo>
                    <a:pt x="150" y="72"/>
                  </a:moveTo>
                  <a:lnTo>
                    <a:pt x="148" y="76"/>
                  </a:lnTo>
                  <a:lnTo>
                    <a:pt x="140" y="88"/>
                  </a:lnTo>
                  <a:lnTo>
                    <a:pt x="128" y="106"/>
                  </a:lnTo>
                  <a:cubicBezTo>
                    <a:pt x="59" y="226"/>
                    <a:pt x="-39" y="438"/>
                    <a:pt x="24" y="574"/>
                  </a:cubicBezTo>
                  <a:lnTo>
                    <a:pt x="44" y="610"/>
                  </a:lnTo>
                  <a:lnTo>
                    <a:pt x="85" y="672"/>
                  </a:lnTo>
                  <a:cubicBezTo>
                    <a:pt x="192" y="879"/>
                    <a:pt x="14" y="856"/>
                    <a:pt x="59" y="911"/>
                  </a:cubicBezTo>
                  <a:lnTo>
                    <a:pt x="66" y="919"/>
                  </a:lnTo>
                  <a:lnTo>
                    <a:pt x="77" y="926"/>
                  </a:lnTo>
                  <a:lnTo>
                    <a:pt x="90" y="934"/>
                  </a:lnTo>
                  <a:lnTo>
                    <a:pt x="104" y="941"/>
                  </a:lnTo>
                  <a:cubicBezTo>
                    <a:pt x="181" y="976"/>
                    <a:pt x="313" y="988"/>
                    <a:pt x="398" y="1000"/>
                  </a:cubicBezTo>
                  <a:lnTo>
                    <a:pt x="431" y="1001"/>
                  </a:lnTo>
                  <a:lnTo>
                    <a:pt x="461" y="1000"/>
                  </a:lnTo>
                  <a:lnTo>
                    <a:pt x="491" y="995"/>
                  </a:lnTo>
                  <a:lnTo>
                    <a:pt x="518" y="985"/>
                  </a:lnTo>
                  <a:lnTo>
                    <a:pt x="545" y="972"/>
                  </a:lnTo>
                  <a:lnTo>
                    <a:pt x="568" y="953"/>
                  </a:lnTo>
                  <a:lnTo>
                    <a:pt x="588" y="928"/>
                  </a:lnTo>
                  <a:lnTo>
                    <a:pt x="605" y="895"/>
                  </a:lnTo>
                  <a:lnTo>
                    <a:pt x="616" y="854"/>
                  </a:lnTo>
                  <a:cubicBezTo>
                    <a:pt x="636" y="703"/>
                    <a:pt x="614" y="548"/>
                    <a:pt x="612" y="396"/>
                  </a:cubicBezTo>
                  <a:lnTo>
                    <a:pt x="604" y="295"/>
                  </a:lnTo>
                  <a:lnTo>
                    <a:pt x="589" y="206"/>
                  </a:lnTo>
                  <a:lnTo>
                    <a:pt x="570" y="133"/>
                  </a:lnTo>
                  <a:lnTo>
                    <a:pt x="545" y="78"/>
                  </a:lnTo>
                  <a:lnTo>
                    <a:pt x="509" y="44"/>
                  </a:lnTo>
                  <a:cubicBezTo>
                    <a:pt x="423" y="-4"/>
                    <a:pt x="258" y="-14"/>
                    <a:pt x="175" y="44"/>
                  </a:cubicBezTo>
                  <a:lnTo>
                    <a:pt x="161" y="58"/>
                  </a:lnTo>
                </a:path>
              </a:pathLst>
            </a:custGeom>
            <a:solidFill>
              <a:srgbClr val="FCF7F2">
                <a:alpha val="100000"/>
              </a:srgbClr>
            </a:solidFill>
            <a:ln cap="flat">
              <a:noFill/>
              <a:prstDash val="solid"/>
              <a:miter lim="0"/>
            </a:ln>
          </p:spPr>
          <p:txBody>
            <a:bodyPr rtlCol="0"/>
            <a:lstStyle/>
            <a:p>
              <a:pPr algn="ctr"/>
              <a:endParaRPr lang="zh-CN" altLang="en-US" sz="1635"/>
            </a:p>
          </p:txBody>
        </p:sp>
        <p:sp>
          <p:nvSpPr>
            <p:cNvPr id="1484" name="path"/>
            <p:cNvSpPr/>
            <p:nvPr/>
          </p:nvSpPr>
          <p:spPr>
            <a:xfrm>
              <a:off x="30189" y="16245"/>
              <a:ext cx="384031" cy="629385"/>
            </a:xfrm>
            <a:custGeom>
              <a:avLst/>
              <a:gdLst/>
              <a:ahLst/>
              <a:cxnLst/>
              <a:rect l="0" t="0" r="0" b="0"/>
              <a:pathLst>
                <a:path w="604" h="991">
                  <a:moveTo>
                    <a:pt x="145" y="70"/>
                  </a:moveTo>
                  <a:lnTo>
                    <a:pt x="142" y="74"/>
                  </a:lnTo>
                  <a:lnTo>
                    <a:pt x="124" y="104"/>
                  </a:lnTo>
                  <a:cubicBezTo>
                    <a:pt x="56" y="225"/>
                    <a:pt x="-36" y="430"/>
                    <a:pt x="22" y="567"/>
                  </a:cubicBezTo>
                  <a:lnTo>
                    <a:pt x="42" y="603"/>
                  </a:lnTo>
                  <a:lnTo>
                    <a:pt x="81" y="665"/>
                  </a:lnTo>
                  <a:lnTo>
                    <a:pt x="105" y="716"/>
                  </a:lnTo>
                  <a:lnTo>
                    <a:pt x="115" y="758"/>
                  </a:lnTo>
                  <a:lnTo>
                    <a:pt x="116" y="791"/>
                  </a:lnTo>
                  <a:lnTo>
                    <a:pt x="108" y="817"/>
                  </a:lnTo>
                  <a:lnTo>
                    <a:pt x="94" y="837"/>
                  </a:lnTo>
                  <a:lnTo>
                    <a:pt x="80" y="853"/>
                  </a:lnTo>
                  <a:lnTo>
                    <a:pt x="63" y="865"/>
                  </a:lnTo>
                  <a:lnTo>
                    <a:pt x="55" y="872"/>
                  </a:lnTo>
                  <a:lnTo>
                    <a:pt x="50" y="879"/>
                  </a:lnTo>
                  <a:lnTo>
                    <a:pt x="48" y="886"/>
                  </a:lnTo>
                  <a:lnTo>
                    <a:pt x="50" y="895"/>
                  </a:lnTo>
                  <a:lnTo>
                    <a:pt x="54" y="902"/>
                  </a:lnTo>
                  <a:lnTo>
                    <a:pt x="61" y="910"/>
                  </a:lnTo>
                  <a:lnTo>
                    <a:pt x="70" y="917"/>
                  </a:lnTo>
                  <a:lnTo>
                    <a:pt x="84" y="925"/>
                  </a:lnTo>
                  <a:lnTo>
                    <a:pt x="99" y="932"/>
                  </a:lnTo>
                  <a:cubicBezTo>
                    <a:pt x="176" y="966"/>
                    <a:pt x="299" y="977"/>
                    <a:pt x="384" y="988"/>
                  </a:cubicBezTo>
                  <a:lnTo>
                    <a:pt x="414" y="991"/>
                  </a:lnTo>
                  <a:lnTo>
                    <a:pt x="444" y="988"/>
                  </a:lnTo>
                  <a:lnTo>
                    <a:pt x="472" y="983"/>
                  </a:lnTo>
                  <a:lnTo>
                    <a:pt x="500" y="975"/>
                  </a:lnTo>
                  <a:lnTo>
                    <a:pt x="524" y="962"/>
                  </a:lnTo>
                  <a:lnTo>
                    <a:pt x="547" y="941"/>
                  </a:lnTo>
                  <a:lnTo>
                    <a:pt x="565" y="916"/>
                  </a:lnTo>
                  <a:lnTo>
                    <a:pt x="582" y="885"/>
                  </a:lnTo>
                  <a:lnTo>
                    <a:pt x="592" y="845"/>
                  </a:lnTo>
                  <a:cubicBezTo>
                    <a:pt x="611" y="711"/>
                    <a:pt x="591" y="530"/>
                    <a:pt x="589" y="392"/>
                  </a:cubicBezTo>
                  <a:lnTo>
                    <a:pt x="580" y="291"/>
                  </a:lnTo>
                  <a:lnTo>
                    <a:pt x="567" y="203"/>
                  </a:lnTo>
                  <a:lnTo>
                    <a:pt x="549" y="131"/>
                  </a:lnTo>
                  <a:lnTo>
                    <a:pt x="523" y="77"/>
                  </a:lnTo>
                  <a:lnTo>
                    <a:pt x="489" y="44"/>
                  </a:lnTo>
                  <a:cubicBezTo>
                    <a:pt x="412" y="-4"/>
                    <a:pt x="243" y="-13"/>
                    <a:pt x="169" y="44"/>
                  </a:cubicBezTo>
                  <a:lnTo>
                    <a:pt x="154" y="56"/>
                  </a:lnTo>
                </a:path>
              </a:pathLst>
            </a:custGeom>
            <a:solidFill>
              <a:srgbClr val="F9F2EA">
                <a:alpha val="100000"/>
              </a:srgbClr>
            </a:solidFill>
            <a:ln cap="flat">
              <a:noFill/>
              <a:prstDash val="solid"/>
              <a:miter lim="0"/>
            </a:ln>
          </p:spPr>
          <p:txBody>
            <a:bodyPr rtlCol="0"/>
            <a:lstStyle/>
            <a:p>
              <a:pPr algn="ctr"/>
              <a:endParaRPr lang="zh-CN" altLang="en-US" sz="1635"/>
            </a:p>
          </p:txBody>
        </p:sp>
        <p:sp>
          <p:nvSpPr>
            <p:cNvPr id="1486" name="path"/>
            <p:cNvSpPr/>
            <p:nvPr/>
          </p:nvSpPr>
          <p:spPr>
            <a:xfrm>
              <a:off x="40668" y="21255"/>
              <a:ext cx="368885" cy="622850"/>
            </a:xfrm>
            <a:custGeom>
              <a:avLst/>
              <a:gdLst/>
              <a:ahLst/>
              <a:cxnLst/>
              <a:rect l="0" t="0" r="0" b="0"/>
              <a:pathLst>
                <a:path w="580" h="980">
                  <a:moveTo>
                    <a:pt x="138" y="71"/>
                  </a:moveTo>
                  <a:lnTo>
                    <a:pt x="128" y="85"/>
                  </a:lnTo>
                  <a:lnTo>
                    <a:pt x="119" y="103"/>
                  </a:lnTo>
                  <a:cubicBezTo>
                    <a:pt x="53" y="218"/>
                    <a:pt x="-34" y="432"/>
                    <a:pt x="22" y="560"/>
                  </a:cubicBezTo>
                  <a:lnTo>
                    <a:pt x="41" y="596"/>
                  </a:lnTo>
                  <a:lnTo>
                    <a:pt x="78" y="658"/>
                  </a:lnTo>
                  <a:cubicBezTo>
                    <a:pt x="181" y="862"/>
                    <a:pt x="10" y="839"/>
                    <a:pt x="47" y="895"/>
                  </a:cubicBezTo>
                  <a:lnTo>
                    <a:pt x="54" y="902"/>
                  </a:lnTo>
                  <a:lnTo>
                    <a:pt x="64" y="910"/>
                  </a:lnTo>
                  <a:lnTo>
                    <a:pt x="77" y="917"/>
                  </a:lnTo>
                  <a:lnTo>
                    <a:pt x="92" y="924"/>
                  </a:lnTo>
                  <a:cubicBezTo>
                    <a:pt x="174" y="955"/>
                    <a:pt x="281" y="966"/>
                    <a:pt x="368" y="978"/>
                  </a:cubicBezTo>
                  <a:lnTo>
                    <a:pt x="397" y="980"/>
                  </a:lnTo>
                  <a:lnTo>
                    <a:pt x="425" y="978"/>
                  </a:lnTo>
                  <a:lnTo>
                    <a:pt x="454" y="973"/>
                  </a:lnTo>
                  <a:lnTo>
                    <a:pt x="479" y="965"/>
                  </a:lnTo>
                  <a:lnTo>
                    <a:pt x="503" y="952"/>
                  </a:lnTo>
                  <a:lnTo>
                    <a:pt x="524" y="932"/>
                  </a:lnTo>
                  <a:lnTo>
                    <a:pt x="542" y="907"/>
                  </a:lnTo>
                  <a:lnTo>
                    <a:pt x="557" y="876"/>
                  </a:lnTo>
                  <a:lnTo>
                    <a:pt x="568" y="836"/>
                  </a:lnTo>
                  <a:cubicBezTo>
                    <a:pt x="589" y="713"/>
                    <a:pt x="564" y="518"/>
                    <a:pt x="564" y="388"/>
                  </a:cubicBezTo>
                  <a:lnTo>
                    <a:pt x="556" y="289"/>
                  </a:lnTo>
                  <a:lnTo>
                    <a:pt x="544" y="203"/>
                  </a:lnTo>
                  <a:lnTo>
                    <a:pt x="526" y="131"/>
                  </a:lnTo>
                  <a:lnTo>
                    <a:pt x="502" y="77"/>
                  </a:lnTo>
                  <a:lnTo>
                    <a:pt x="469" y="43"/>
                  </a:lnTo>
                  <a:cubicBezTo>
                    <a:pt x="387" y="-4"/>
                    <a:pt x="240" y="-13"/>
                    <a:pt x="161" y="43"/>
                  </a:cubicBezTo>
                  <a:lnTo>
                    <a:pt x="148" y="56"/>
                  </a:lnTo>
                </a:path>
              </a:pathLst>
            </a:custGeom>
            <a:solidFill>
              <a:srgbClr val="F9EFE5">
                <a:alpha val="100000"/>
              </a:srgbClr>
            </a:solidFill>
            <a:ln cap="flat">
              <a:noFill/>
              <a:prstDash val="solid"/>
              <a:miter lim="0"/>
            </a:ln>
          </p:spPr>
          <p:txBody>
            <a:bodyPr rtlCol="0"/>
            <a:lstStyle/>
            <a:p>
              <a:pPr algn="ctr"/>
              <a:endParaRPr lang="zh-CN" altLang="en-US" sz="1635"/>
            </a:p>
          </p:txBody>
        </p:sp>
        <p:sp>
          <p:nvSpPr>
            <p:cNvPr id="1488" name="path"/>
            <p:cNvSpPr/>
            <p:nvPr/>
          </p:nvSpPr>
          <p:spPr>
            <a:xfrm>
              <a:off x="51369" y="26793"/>
              <a:ext cx="349228" cy="615026"/>
            </a:xfrm>
            <a:custGeom>
              <a:avLst/>
              <a:gdLst/>
              <a:ahLst/>
              <a:cxnLst/>
              <a:rect l="0" t="0" r="0" b="0"/>
              <a:pathLst>
                <a:path w="549" h="968">
                  <a:moveTo>
                    <a:pt x="132" y="69"/>
                  </a:moveTo>
                  <a:lnTo>
                    <a:pt x="129" y="73"/>
                  </a:lnTo>
                  <a:lnTo>
                    <a:pt x="123" y="85"/>
                  </a:lnTo>
                  <a:lnTo>
                    <a:pt x="114" y="102"/>
                  </a:lnTo>
                  <a:cubicBezTo>
                    <a:pt x="48" y="224"/>
                    <a:pt x="-31" y="418"/>
                    <a:pt x="20" y="555"/>
                  </a:cubicBezTo>
                  <a:lnTo>
                    <a:pt x="38" y="590"/>
                  </a:lnTo>
                  <a:lnTo>
                    <a:pt x="74" y="651"/>
                  </a:lnTo>
                  <a:cubicBezTo>
                    <a:pt x="176" y="855"/>
                    <a:pt x="5" y="832"/>
                    <a:pt x="42" y="886"/>
                  </a:cubicBezTo>
                  <a:lnTo>
                    <a:pt x="48" y="894"/>
                  </a:lnTo>
                  <a:lnTo>
                    <a:pt x="57" y="901"/>
                  </a:lnTo>
                  <a:lnTo>
                    <a:pt x="71" y="908"/>
                  </a:lnTo>
                  <a:lnTo>
                    <a:pt x="85" y="914"/>
                  </a:lnTo>
                  <a:cubicBezTo>
                    <a:pt x="163" y="943"/>
                    <a:pt x="269" y="955"/>
                    <a:pt x="351" y="967"/>
                  </a:cubicBezTo>
                  <a:lnTo>
                    <a:pt x="379" y="968"/>
                  </a:lnTo>
                  <a:lnTo>
                    <a:pt x="407" y="967"/>
                  </a:lnTo>
                  <a:lnTo>
                    <a:pt x="433" y="962"/>
                  </a:lnTo>
                  <a:lnTo>
                    <a:pt x="457" y="954"/>
                  </a:lnTo>
                  <a:lnTo>
                    <a:pt x="480" y="940"/>
                  </a:lnTo>
                  <a:lnTo>
                    <a:pt x="500" y="922"/>
                  </a:lnTo>
                  <a:lnTo>
                    <a:pt x="518" y="897"/>
                  </a:lnTo>
                  <a:lnTo>
                    <a:pt x="533" y="866"/>
                  </a:lnTo>
                  <a:lnTo>
                    <a:pt x="542" y="828"/>
                  </a:lnTo>
                  <a:lnTo>
                    <a:pt x="549" y="781"/>
                  </a:lnTo>
                  <a:lnTo>
                    <a:pt x="549" y="724"/>
                  </a:lnTo>
                  <a:lnTo>
                    <a:pt x="548" y="606"/>
                  </a:lnTo>
                  <a:lnTo>
                    <a:pt x="545" y="490"/>
                  </a:lnTo>
                  <a:lnTo>
                    <a:pt x="539" y="382"/>
                  </a:lnTo>
                  <a:lnTo>
                    <a:pt x="531" y="285"/>
                  </a:lnTo>
                  <a:lnTo>
                    <a:pt x="519" y="200"/>
                  </a:lnTo>
                  <a:lnTo>
                    <a:pt x="503" y="129"/>
                  </a:lnTo>
                  <a:lnTo>
                    <a:pt x="480" y="76"/>
                  </a:lnTo>
                  <a:lnTo>
                    <a:pt x="449" y="43"/>
                  </a:lnTo>
                  <a:cubicBezTo>
                    <a:pt x="373" y="-3"/>
                    <a:pt x="227" y="-14"/>
                    <a:pt x="153" y="43"/>
                  </a:cubicBezTo>
                  <a:lnTo>
                    <a:pt x="141" y="55"/>
                  </a:lnTo>
                </a:path>
              </a:pathLst>
            </a:custGeom>
            <a:solidFill>
              <a:srgbClr val="F7EADD">
                <a:alpha val="100000"/>
              </a:srgbClr>
            </a:solidFill>
            <a:ln cap="flat">
              <a:noFill/>
              <a:prstDash val="solid"/>
              <a:miter lim="0"/>
            </a:ln>
          </p:spPr>
          <p:txBody>
            <a:bodyPr rtlCol="0"/>
            <a:lstStyle/>
            <a:p>
              <a:pPr algn="ctr"/>
              <a:endParaRPr lang="zh-CN" altLang="en-US" sz="1635"/>
            </a:p>
          </p:txBody>
        </p:sp>
        <p:sp>
          <p:nvSpPr>
            <p:cNvPr id="1490" name="path"/>
            <p:cNvSpPr/>
            <p:nvPr/>
          </p:nvSpPr>
          <p:spPr>
            <a:xfrm>
              <a:off x="61046" y="31922"/>
              <a:ext cx="337884" cy="608372"/>
            </a:xfrm>
            <a:custGeom>
              <a:avLst/>
              <a:gdLst/>
              <a:ahLst/>
              <a:cxnLst/>
              <a:rect l="0" t="0" r="0" b="0"/>
              <a:pathLst>
                <a:path w="532" h="958">
                  <a:moveTo>
                    <a:pt x="127" y="68"/>
                  </a:moveTo>
                  <a:lnTo>
                    <a:pt x="125" y="73"/>
                  </a:lnTo>
                  <a:lnTo>
                    <a:pt x="119" y="84"/>
                  </a:lnTo>
                  <a:lnTo>
                    <a:pt x="109" y="101"/>
                  </a:lnTo>
                  <a:cubicBezTo>
                    <a:pt x="49" y="221"/>
                    <a:pt x="-31" y="416"/>
                    <a:pt x="21" y="548"/>
                  </a:cubicBezTo>
                  <a:lnTo>
                    <a:pt x="37" y="583"/>
                  </a:lnTo>
                  <a:lnTo>
                    <a:pt x="72" y="643"/>
                  </a:lnTo>
                  <a:cubicBezTo>
                    <a:pt x="172" y="845"/>
                    <a:pt x="5" y="824"/>
                    <a:pt x="36" y="877"/>
                  </a:cubicBezTo>
                  <a:lnTo>
                    <a:pt x="42" y="884"/>
                  </a:lnTo>
                  <a:lnTo>
                    <a:pt x="52" y="892"/>
                  </a:lnTo>
                  <a:lnTo>
                    <a:pt x="64" y="899"/>
                  </a:lnTo>
                  <a:lnTo>
                    <a:pt x="78" y="905"/>
                  </a:lnTo>
                  <a:cubicBezTo>
                    <a:pt x="152" y="931"/>
                    <a:pt x="259" y="945"/>
                    <a:pt x="337" y="956"/>
                  </a:cubicBezTo>
                  <a:lnTo>
                    <a:pt x="364" y="958"/>
                  </a:lnTo>
                  <a:lnTo>
                    <a:pt x="390" y="956"/>
                  </a:lnTo>
                  <a:lnTo>
                    <a:pt x="414" y="952"/>
                  </a:lnTo>
                  <a:lnTo>
                    <a:pt x="438" y="943"/>
                  </a:lnTo>
                  <a:lnTo>
                    <a:pt x="461" y="930"/>
                  </a:lnTo>
                  <a:lnTo>
                    <a:pt x="480" y="912"/>
                  </a:lnTo>
                  <a:lnTo>
                    <a:pt x="497" y="887"/>
                  </a:lnTo>
                  <a:lnTo>
                    <a:pt x="510" y="857"/>
                  </a:lnTo>
                  <a:lnTo>
                    <a:pt x="520" y="817"/>
                  </a:lnTo>
                  <a:cubicBezTo>
                    <a:pt x="537" y="693"/>
                    <a:pt x="521" y="507"/>
                    <a:pt x="516" y="379"/>
                  </a:cubicBezTo>
                  <a:lnTo>
                    <a:pt x="509" y="283"/>
                  </a:lnTo>
                  <a:lnTo>
                    <a:pt x="498" y="198"/>
                  </a:lnTo>
                  <a:lnTo>
                    <a:pt x="483" y="128"/>
                  </a:lnTo>
                  <a:lnTo>
                    <a:pt x="460" y="76"/>
                  </a:lnTo>
                  <a:lnTo>
                    <a:pt x="430" y="43"/>
                  </a:lnTo>
                  <a:cubicBezTo>
                    <a:pt x="352" y="-4"/>
                    <a:pt x="224" y="-13"/>
                    <a:pt x="148" y="43"/>
                  </a:cubicBezTo>
                  <a:lnTo>
                    <a:pt x="136" y="55"/>
                  </a:lnTo>
                </a:path>
              </a:pathLst>
            </a:custGeom>
            <a:solidFill>
              <a:srgbClr val="F4E5D6">
                <a:alpha val="100000"/>
              </a:srgbClr>
            </a:solidFill>
            <a:ln cap="flat">
              <a:noFill/>
              <a:prstDash val="solid"/>
              <a:miter lim="0"/>
            </a:ln>
          </p:spPr>
          <p:txBody>
            <a:bodyPr rtlCol="0"/>
            <a:lstStyle/>
            <a:p>
              <a:pPr algn="ctr"/>
              <a:endParaRPr lang="zh-CN" altLang="en-US" sz="1635"/>
            </a:p>
          </p:txBody>
        </p:sp>
        <p:sp>
          <p:nvSpPr>
            <p:cNvPr id="1492" name="path"/>
            <p:cNvSpPr/>
            <p:nvPr/>
          </p:nvSpPr>
          <p:spPr>
            <a:xfrm>
              <a:off x="72207" y="37794"/>
              <a:ext cx="321083" cy="603223"/>
            </a:xfrm>
            <a:custGeom>
              <a:avLst/>
              <a:gdLst/>
              <a:ahLst/>
              <a:cxnLst/>
              <a:rect l="0" t="0" r="0" b="0"/>
              <a:pathLst>
                <a:path w="505" h="949">
                  <a:moveTo>
                    <a:pt x="121" y="68"/>
                  </a:moveTo>
                  <a:lnTo>
                    <a:pt x="118" y="71"/>
                  </a:lnTo>
                  <a:lnTo>
                    <a:pt x="113" y="82"/>
                  </a:lnTo>
                  <a:lnTo>
                    <a:pt x="104" y="99"/>
                  </a:lnTo>
                  <a:lnTo>
                    <a:pt x="93" y="122"/>
                  </a:lnTo>
                  <a:cubicBezTo>
                    <a:pt x="62" y="189"/>
                    <a:pt x="29" y="266"/>
                    <a:pt x="15" y="339"/>
                  </a:cubicBezTo>
                  <a:lnTo>
                    <a:pt x="8" y="381"/>
                  </a:lnTo>
                  <a:lnTo>
                    <a:pt x="4" y="423"/>
                  </a:lnTo>
                  <a:cubicBezTo>
                    <a:pt x="-2" y="563"/>
                    <a:pt x="46" y="567"/>
                    <a:pt x="87" y="684"/>
                  </a:cubicBezTo>
                  <a:lnTo>
                    <a:pt x="97" y="725"/>
                  </a:lnTo>
                  <a:lnTo>
                    <a:pt x="97" y="758"/>
                  </a:lnTo>
                  <a:lnTo>
                    <a:pt x="91" y="783"/>
                  </a:lnTo>
                  <a:lnTo>
                    <a:pt x="80" y="802"/>
                  </a:lnTo>
                  <a:lnTo>
                    <a:pt x="65" y="815"/>
                  </a:lnTo>
                  <a:lnTo>
                    <a:pt x="52" y="826"/>
                  </a:lnTo>
                  <a:lnTo>
                    <a:pt x="39" y="836"/>
                  </a:lnTo>
                  <a:lnTo>
                    <a:pt x="31" y="845"/>
                  </a:lnTo>
                  <a:lnTo>
                    <a:pt x="26" y="852"/>
                  </a:lnTo>
                  <a:lnTo>
                    <a:pt x="26" y="861"/>
                  </a:lnTo>
                  <a:lnTo>
                    <a:pt x="29" y="868"/>
                  </a:lnTo>
                  <a:lnTo>
                    <a:pt x="35" y="875"/>
                  </a:lnTo>
                  <a:cubicBezTo>
                    <a:pt x="62" y="898"/>
                    <a:pt x="90" y="901"/>
                    <a:pt x="123" y="910"/>
                  </a:cubicBezTo>
                  <a:lnTo>
                    <a:pt x="161" y="920"/>
                  </a:lnTo>
                  <a:lnTo>
                    <a:pt x="182" y="922"/>
                  </a:lnTo>
                  <a:lnTo>
                    <a:pt x="202" y="926"/>
                  </a:lnTo>
                  <a:lnTo>
                    <a:pt x="224" y="930"/>
                  </a:lnTo>
                  <a:cubicBezTo>
                    <a:pt x="511" y="1000"/>
                    <a:pt x="507" y="836"/>
                    <a:pt x="499" y="591"/>
                  </a:cubicBezTo>
                  <a:lnTo>
                    <a:pt x="496" y="479"/>
                  </a:lnTo>
                  <a:lnTo>
                    <a:pt x="491" y="374"/>
                  </a:lnTo>
                  <a:lnTo>
                    <a:pt x="485" y="279"/>
                  </a:lnTo>
                  <a:cubicBezTo>
                    <a:pt x="476" y="202"/>
                    <a:pt x="466" y="50"/>
                    <a:pt x="373" y="23"/>
                  </a:cubicBezTo>
                  <a:lnTo>
                    <a:pt x="353" y="16"/>
                  </a:lnTo>
                  <a:lnTo>
                    <a:pt x="332" y="10"/>
                  </a:lnTo>
                  <a:cubicBezTo>
                    <a:pt x="282" y="0"/>
                    <a:pt x="237" y="1"/>
                    <a:pt x="188" y="15"/>
                  </a:cubicBezTo>
                  <a:lnTo>
                    <a:pt x="169" y="22"/>
                  </a:lnTo>
                  <a:lnTo>
                    <a:pt x="140" y="41"/>
                  </a:lnTo>
                  <a:lnTo>
                    <a:pt x="129" y="53"/>
                  </a:lnTo>
                </a:path>
              </a:pathLst>
            </a:custGeom>
            <a:solidFill>
              <a:srgbClr val="F4E2D1">
                <a:alpha val="100000"/>
              </a:srgbClr>
            </a:solidFill>
            <a:ln cap="flat">
              <a:noFill/>
              <a:prstDash val="solid"/>
              <a:miter lim="0"/>
            </a:ln>
          </p:spPr>
          <p:txBody>
            <a:bodyPr rtlCol="0"/>
            <a:lstStyle/>
            <a:p>
              <a:pPr algn="ctr"/>
              <a:endParaRPr lang="zh-CN" altLang="en-US" sz="1635"/>
            </a:p>
          </p:txBody>
        </p:sp>
        <p:sp>
          <p:nvSpPr>
            <p:cNvPr id="1494" name="path"/>
            <p:cNvSpPr/>
            <p:nvPr/>
          </p:nvSpPr>
          <p:spPr>
            <a:xfrm>
              <a:off x="81585" y="43205"/>
              <a:ext cx="306889" cy="596242"/>
            </a:xfrm>
            <a:custGeom>
              <a:avLst/>
              <a:gdLst/>
              <a:ahLst/>
              <a:cxnLst/>
              <a:rect l="0" t="0" r="0" b="0"/>
              <a:pathLst>
                <a:path w="483" h="938">
                  <a:moveTo>
                    <a:pt x="115" y="66"/>
                  </a:moveTo>
                  <a:lnTo>
                    <a:pt x="108" y="81"/>
                  </a:lnTo>
                  <a:lnTo>
                    <a:pt x="100" y="99"/>
                  </a:lnTo>
                  <a:lnTo>
                    <a:pt x="89" y="120"/>
                  </a:lnTo>
                  <a:cubicBezTo>
                    <a:pt x="58" y="185"/>
                    <a:pt x="31" y="265"/>
                    <a:pt x="16" y="335"/>
                  </a:cubicBezTo>
                  <a:lnTo>
                    <a:pt x="9" y="377"/>
                  </a:lnTo>
                  <a:lnTo>
                    <a:pt x="4" y="419"/>
                  </a:lnTo>
                  <a:cubicBezTo>
                    <a:pt x="-1" y="554"/>
                    <a:pt x="45" y="562"/>
                    <a:pt x="84" y="677"/>
                  </a:cubicBezTo>
                  <a:lnTo>
                    <a:pt x="94" y="718"/>
                  </a:lnTo>
                  <a:lnTo>
                    <a:pt x="94" y="749"/>
                  </a:lnTo>
                  <a:lnTo>
                    <a:pt x="89" y="774"/>
                  </a:lnTo>
                  <a:lnTo>
                    <a:pt x="78" y="792"/>
                  </a:lnTo>
                  <a:lnTo>
                    <a:pt x="64" y="807"/>
                  </a:lnTo>
                  <a:lnTo>
                    <a:pt x="51" y="817"/>
                  </a:lnTo>
                  <a:lnTo>
                    <a:pt x="36" y="827"/>
                  </a:lnTo>
                  <a:lnTo>
                    <a:pt x="28" y="835"/>
                  </a:lnTo>
                  <a:lnTo>
                    <a:pt x="23" y="844"/>
                  </a:lnTo>
                  <a:lnTo>
                    <a:pt x="22" y="852"/>
                  </a:lnTo>
                  <a:lnTo>
                    <a:pt x="25" y="859"/>
                  </a:lnTo>
                  <a:lnTo>
                    <a:pt x="30" y="867"/>
                  </a:lnTo>
                  <a:cubicBezTo>
                    <a:pt x="56" y="886"/>
                    <a:pt x="86" y="892"/>
                    <a:pt x="117" y="900"/>
                  </a:cubicBezTo>
                  <a:lnTo>
                    <a:pt x="136" y="904"/>
                  </a:lnTo>
                  <a:lnTo>
                    <a:pt x="155" y="909"/>
                  </a:lnTo>
                  <a:lnTo>
                    <a:pt x="174" y="911"/>
                  </a:lnTo>
                  <a:lnTo>
                    <a:pt x="195" y="915"/>
                  </a:lnTo>
                  <a:lnTo>
                    <a:pt x="215" y="919"/>
                  </a:lnTo>
                  <a:cubicBezTo>
                    <a:pt x="493" y="991"/>
                    <a:pt x="483" y="815"/>
                    <a:pt x="477" y="585"/>
                  </a:cubicBezTo>
                  <a:lnTo>
                    <a:pt x="473" y="474"/>
                  </a:lnTo>
                  <a:lnTo>
                    <a:pt x="469" y="370"/>
                  </a:lnTo>
                  <a:lnTo>
                    <a:pt x="462" y="275"/>
                  </a:lnTo>
                  <a:cubicBezTo>
                    <a:pt x="451" y="196"/>
                    <a:pt x="451" y="56"/>
                    <a:pt x="358" y="23"/>
                  </a:cubicBezTo>
                  <a:lnTo>
                    <a:pt x="337" y="16"/>
                  </a:lnTo>
                  <a:lnTo>
                    <a:pt x="318" y="11"/>
                  </a:lnTo>
                  <a:cubicBezTo>
                    <a:pt x="283" y="0"/>
                    <a:pt x="214" y="1"/>
                    <a:pt x="179" y="16"/>
                  </a:cubicBezTo>
                  <a:lnTo>
                    <a:pt x="163" y="23"/>
                  </a:lnTo>
                  <a:lnTo>
                    <a:pt x="148" y="31"/>
                  </a:lnTo>
                  <a:lnTo>
                    <a:pt x="135" y="41"/>
                  </a:lnTo>
                  <a:lnTo>
                    <a:pt x="124" y="53"/>
                  </a:lnTo>
                </a:path>
              </a:pathLst>
            </a:custGeom>
            <a:solidFill>
              <a:srgbClr val="F2DDC9">
                <a:alpha val="100000"/>
              </a:srgbClr>
            </a:solidFill>
            <a:ln cap="flat">
              <a:noFill/>
              <a:prstDash val="solid"/>
              <a:miter lim="0"/>
            </a:ln>
          </p:spPr>
          <p:txBody>
            <a:bodyPr rtlCol="0"/>
            <a:lstStyle/>
            <a:p>
              <a:pPr algn="ctr"/>
              <a:endParaRPr lang="zh-CN" altLang="en-US" sz="1635"/>
            </a:p>
          </p:txBody>
        </p:sp>
        <p:sp>
          <p:nvSpPr>
            <p:cNvPr id="1496" name="path"/>
            <p:cNvSpPr/>
            <p:nvPr/>
          </p:nvSpPr>
          <p:spPr>
            <a:xfrm>
              <a:off x="133136" y="410171"/>
              <a:ext cx="250697" cy="9144"/>
            </a:xfrm>
            <a:custGeom>
              <a:avLst/>
              <a:gdLst/>
              <a:ahLst/>
              <a:cxnLst/>
              <a:rect l="0" t="0" r="0" b="0"/>
              <a:pathLst>
                <a:path w="394" h="14">
                  <a:moveTo>
                    <a:pt x="166" y="14"/>
                  </a:moveTo>
                  <a:lnTo>
                    <a:pt x="181" y="14"/>
                  </a:lnTo>
                  <a:lnTo>
                    <a:pt x="195" y="13"/>
                  </a:lnTo>
                  <a:cubicBezTo>
                    <a:pt x="223" y="13"/>
                    <a:pt x="251" y="12"/>
                    <a:pt x="279" y="10"/>
                  </a:cubicBezTo>
                  <a:lnTo>
                    <a:pt x="308" y="10"/>
                  </a:lnTo>
                  <a:lnTo>
                    <a:pt x="321" y="9"/>
                  </a:lnTo>
                  <a:lnTo>
                    <a:pt x="336" y="8"/>
                  </a:lnTo>
                  <a:lnTo>
                    <a:pt x="349" y="8"/>
                  </a:lnTo>
                  <a:lnTo>
                    <a:pt x="377" y="6"/>
                  </a:lnTo>
                  <a:lnTo>
                    <a:pt x="391" y="4"/>
                  </a:lnTo>
                  <a:lnTo>
                    <a:pt x="393" y="3"/>
                  </a:lnTo>
                  <a:lnTo>
                    <a:pt x="394" y="2"/>
                  </a:lnTo>
                  <a:lnTo>
                    <a:pt x="394" y="1"/>
                  </a:lnTo>
                  <a:lnTo>
                    <a:pt x="392" y="0"/>
                  </a:lnTo>
                  <a:cubicBezTo>
                    <a:pt x="262" y="3"/>
                    <a:pt x="131" y="6"/>
                    <a:pt x="1" y="8"/>
                  </a:cubicBezTo>
                  <a:lnTo>
                    <a:pt x="0" y="8"/>
                  </a:lnTo>
                  <a:lnTo>
                    <a:pt x="4" y="8"/>
                  </a:lnTo>
                  <a:cubicBezTo>
                    <a:pt x="44" y="11"/>
                    <a:pt x="85" y="13"/>
                    <a:pt x="124" y="13"/>
                  </a:cubicBezTo>
                  <a:lnTo>
                    <a:pt x="150" y="14"/>
                  </a:lnTo>
                </a:path>
              </a:pathLst>
            </a:custGeom>
            <a:solidFill>
              <a:srgbClr val="140000">
                <a:alpha val="100000"/>
              </a:srgbClr>
            </a:solidFill>
            <a:ln cap="flat">
              <a:noFill/>
              <a:prstDash val="solid"/>
              <a:miter lim="0"/>
            </a:ln>
          </p:spPr>
          <p:txBody>
            <a:bodyPr rtlCol="0"/>
            <a:lstStyle/>
            <a:p>
              <a:pPr algn="ctr"/>
              <a:endParaRPr lang="zh-CN" altLang="en-US" sz="1635"/>
            </a:p>
          </p:txBody>
        </p:sp>
      </p:grpSp>
      <p:sp>
        <p:nvSpPr>
          <p:cNvPr id="1498" name="rect"/>
          <p:cNvSpPr/>
          <p:nvPr/>
        </p:nvSpPr>
        <p:spPr>
          <a:xfrm>
            <a:off x="8925051" y="4058110"/>
            <a:ext cx="459735" cy="343591"/>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500" name="rect"/>
          <p:cNvSpPr/>
          <p:nvPr/>
        </p:nvSpPr>
        <p:spPr>
          <a:xfrm>
            <a:off x="8920903" y="4048634"/>
            <a:ext cx="467339" cy="362285"/>
          </a:xfrm>
          <a:prstGeom prst="rect">
            <a:avLst/>
          </a:prstGeom>
          <a:solidFill>
            <a:srgbClr val="FFFFFF">
              <a:alpha val="100000"/>
            </a:srgbClr>
          </a:solidFill>
          <a:ln cap="flat">
            <a:noFill/>
            <a:prstDash val="solid"/>
            <a:miter lim="0"/>
          </a:ln>
        </p:spPr>
        <p:txBody>
          <a:bodyPr rtlCol="0"/>
          <a:lstStyle/>
          <a:p>
            <a:pPr algn="ctr"/>
            <a:endParaRPr lang="zh-CN" altLang="en-US" sz="1635"/>
          </a:p>
        </p:txBody>
      </p:sp>
      <p:sp>
        <p:nvSpPr>
          <p:cNvPr id="1502" name="textbox 1502"/>
          <p:cNvSpPr/>
          <p:nvPr/>
        </p:nvSpPr>
        <p:spPr>
          <a:xfrm>
            <a:off x="8377748" y="4141991"/>
            <a:ext cx="1022016" cy="309946"/>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2485"/>
              </a:lnSpc>
            </a:pPr>
            <a:r>
              <a:rPr sz="3810"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3810" kern="0" spc="-16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630" b="1" kern="0" spc="200" baseline="-19000" dirty="0">
                <a:solidFill>
                  <a:srgbClr val="000000">
                    <a:alpha val="100000"/>
                  </a:srgbClr>
                </a:solidFill>
                <a:latin typeface="Times New Roman" panose="02020603050405020304"/>
                <a:ea typeface="Times New Roman" panose="02020603050405020304"/>
                <a:cs typeface="Times New Roman" panose="02020603050405020304"/>
              </a:rPr>
              <a:t>||</a:t>
            </a:r>
            <a:r>
              <a:rPr sz="1635" b="1" kern="0" spc="20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635" dirty="0"/>
          </a:p>
        </p:txBody>
      </p:sp>
      <p:pic>
        <p:nvPicPr>
          <p:cNvPr id="1504" name="picture 1504"/>
          <p:cNvPicPr>
            <a:picLocks noChangeAspect="1"/>
          </p:cNvPicPr>
          <p:nvPr/>
        </p:nvPicPr>
        <p:blipFill>
          <a:blip r:embed="rId9"/>
          <a:stretch>
            <a:fillRect/>
          </a:stretch>
        </p:blipFill>
        <p:spPr>
          <a:xfrm rot="21600000">
            <a:off x="4414810" y="2741816"/>
            <a:ext cx="306951" cy="588321"/>
          </a:xfrm>
          <a:prstGeom prst="rect">
            <a:avLst/>
          </a:prstGeom>
        </p:spPr>
      </p:pic>
      <p:sp>
        <p:nvSpPr>
          <p:cNvPr id="1506" name="textbox 1506"/>
          <p:cNvSpPr/>
          <p:nvPr/>
        </p:nvSpPr>
        <p:spPr>
          <a:xfrm>
            <a:off x="4533508" y="3640344"/>
            <a:ext cx="838815" cy="245421"/>
          </a:xfrm>
          <a:prstGeom prst="rect">
            <a:avLst/>
          </a:prstGeom>
        </p:spPr>
        <p:txBody>
          <a:bodyPr vert="horz" wrap="square" lIns="0" tIns="0" rIns="0" bIns="0"/>
          <a:lstStyle/>
          <a:p>
            <a:pPr algn="l" rtl="0" eaLnBrk="0">
              <a:lnSpc>
                <a:spcPct val="74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H(M||S)</a:t>
            </a:r>
            <a:endParaRPr lang="en-US" altLang="en-US" sz="1905" dirty="0"/>
          </a:p>
        </p:txBody>
      </p:sp>
      <p:grpSp>
        <p:nvGrpSpPr>
          <p:cNvPr id="112" name="group 112"/>
          <p:cNvGrpSpPr/>
          <p:nvPr/>
        </p:nvGrpSpPr>
        <p:grpSpPr>
          <a:xfrm rot="21600000">
            <a:off x="3952310" y="3134293"/>
            <a:ext cx="467340" cy="361339"/>
            <a:chOff x="0" y="0"/>
            <a:chExt cx="515112" cy="398276"/>
          </a:xfrm>
        </p:grpSpPr>
        <p:pic>
          <p:nvPicPr>
            <p:cNvPr id="1508" name="picture 1508"/>
            <p:cNvPicPr>
              <a:picLocks noChangeAspect="1"/>
            </p:cNvPicPr>
            <p:nvPr/>
          </p:nvPicPr>
          <p:blipFill>
            <a:blip r:embed="rId10"/>
            <a:stretch>
              <a:fillRect/>
            </a:stretch>
          </p:blipFill>
          <p:spPr>
            <a:xfrm rot="21600000">
              <a:off x="0" y="0"/>
              <a:ext cx="515112" cy="398276"/>
            </a:xfrm>
            <a:prstGeom prst="rect">
              <a:avLst/>
            </a:prstGeom>
          </p:spPr>
        </p:pic>
        <p:sp>
          <p:nvSpPr>
            <p:cNvPr id="1510" name="textbox 1510"/>
            <p:cNvSpPr/>
            <p:nvPr/>
          </p:nvSpPr>
          <p:spPr>
            <a:xfrm>
              <a:off x="-12700" y="-12700"/>
              <a:ext cx="541019" cy="487680"/>
            </a:xfrm>
            <a:prstGeom prst="rect">
              <a:avLst/>
            </a:prstGeom>
          </p:spPr>
          <p:txBody>
            <a:bodyPr vert="horz" wrap="square" lIns="0" tIns="0" rIns="0" bIns="0"/>
            <a:lstStyle/>
            <a:p>
              <a:pPr algn="l" rtl="0" eaLnBrk="0">
                <a:lnSpc>
                  <a:spcPct val="109000"/>
                </a:lnSpc>
              </a:pPr>
              <a:endParaRPr lang="en-US" altLang="en-US" sz="725" dirty="0"/>
            </a:p>
            <a:p>
              <a:pPr algn="l" rtl="0" eaLnBrk="0">
                <a:lnSpc>
                  <a:spcPct val="8000"/>
                </a:lnSpc>
              </a:pPr>
              <a:endParaRPr lang="en-US" altLang="en-US" sz="100" dirty="0"/>
            </a:p>
            <a:p>
              <a:pPr marL="172085"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pic>
        <p:nvPicPr>
          <p:cNvPr id="1512" name="picture 1512"/>
          <p:cNvPicPr>
            <a:picLocks noChangeAspect="1"/>
          </p:cNvPicPr>
          <p:nvPr/>
        </p:nvPicPr>
        <p:blipFill>
          <a:blip r:embed="rId11"/>
          <a:stretch>
            <a:fillRect/>
          </a:stretch>
        </p:blipFill>
        <p:spPr>
          <a:xfrm rot="21600000">
            <a:off x="2721050" y="2971338"/>
            <a:ext cx="547534" cy="304877"/>
          </a:xfrm>
          <a:prstGeom prst="rect">
            <a:avLst/>
          </a:prstGeom>
        </p:spPr>
      </p:pic>
      <p:grpSp>
        <p:nvGrpSpPr>
          <p:cNvPr id="114" name="group 114"/>
          <p:cNvGrpSpPr/>
          <p:nvPr/>
        </p:nvGrpSpPr>
        <p:grpSpPr>
          <a:xfrm rot="21600000">
            <a:off x="8766045" y="2393657"/>
            <a:ext cx="467339" cy="354699"/>
            <a:chOff x="0" y="0"/>
            <a:chExt cx="515111" cy="390957"/>
          </a:xfrm>
        </p:grpSpPr>
        <p:pic>
          <p:nvPicPr>
            <p:cNvPr id="1514" name="picture 1514"/>
            <p:cNvPicPr>
              <a:picLocks noChangeAspect="1"/>
            </p:cNvPicPr>
            <p:nvPr/>
          </p:nvPicPr>
          <p:blipFill>
            <a:blip r:embed="rId12"/>
            <a:stretch>
              <a:fillRect/>
            </a:stretch>
          </p:blipFill>
          <p:spPr>
            <a:xfrm rot="21600000">
              <a:off x="0" y="0"/>
              <a:ext cx="515111" cy="390957"/>
            </a:xfrm>
            <a:prstGeom prst="rect">
              <a:avLst/>
            </a:prstGeom>
          </p:spPr>
        </p:pic>
        <p:sp>
          <p:nvSpPr>
            <p:cNvPr id="1516" name="textbox 1516"/>
            <p:cNvSpPr/>
            <p:nvPr/>
          </p:nvSpPr>
          <p:spPr>
            <a:xfrm>
              <a:off x="-12700" y="-12700"/>
              <a:ext cx="541019" cy="480694"/>
            </a:xfrm>
            <a:prstGeom prst="rect">
              <a:avLst/>
            </a:prstGeom>
          </p:spPr>
          <p:txBody>
            <a:bodyPr vert="horz" wrap="square" lIns="0" tIns="0" rIns="0" bIns="0"/>
            <a:lstStyle/>
            <a:p>
              <a:pPr algn="l" rtl="0" eaLnBrk="0">
                <a:lnSpc>
                  <a:spcPct val="107000"/>
                </a:lnSpc>
              </a:pPr>
              <a:endParaRPr lang="en-US" altLang="en-US" sz="725" dirty="0"/>
            </a:p>
            <a:p>
              <a:pPr marL="176530" algn="l" rtl="0" eaLnBrk="0">
                <a:lnSpc>
                  <a:spcPct val="75000"/>
                </a:lnSpc>
                <a:spcBef>
                  <a:spcPts val="0"/>
                </a:spcBef>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1905" dirty="0"/>
            </a:p>
          </p:txBody>
        </p:sp>
      </p:grpSp>
      <p:grpSp>
        <p:nvGrpSpPr>
          <p:cNvPr id="116" name="group 116"/>
          <p:cNvGrpSpPr/>
          <p:nvPr/>
        </p:nvGrpSpPr>
        <p:grpSpPr>
          <a:xfrm rot="21600000">
            <a:off x="6548948" y="2393683"/>
            <a:ext cx="467339" cy="354664"/>
            <a:chOff x="0" y="0"/>
            <a:chExt cx="515111" cy="390918"/>
          </a:xfrm>
        </p:grpSpPr>
        <p:pic>
          <p:nvPicPr>
            <p:cNvPr id="1518" name="picture 1518"/>
            <p:cNvPicPr>
              <a:picLocks noChangeAspect="1"/>
            </p:cNvPicPr>
            <p:nvPr/>
          </p:nvPicPr>
          <p:blipFill>
            <a:blip r:embed="rId13"/>
            <a:stretch>
              <a:fillRect/>
            </a:stretch>
          </p:blipFill>
          <p:spPr>
            <a:xfrm rot="21600000">
              <a:off x="0" y="0"/>
              <a:ext cx="515111" cy="390918"/>
            </a:xfrm>
            <a:prstGeom prst="rect">
              <a:avLst/>
            </a:prstGeom>
          </p:spPr>
        </p:pic>
        <p:sp>
          <p:nvSpPr>
            <p:cNvPr id="1520" name="textbox 1520"/>
            <p:cNvSpPr/>
            <p:nvPr/>
          </p:nvSpPr>
          <p:spPr>
            <a:xfrm>
              <a:off x="-12700" y="-12700"/>
              <a:ext cx="541019" cy="480694"/>
            </a:xfrm>
            <a:prstGeom prst="rect">
              <a:avLst/>
            </a:prstGeom>
          </p:spPr>
          <p:txBody>
            <a:bodyPr vert="horz" wrap="square" lIns="0" tIns="0" rIns="0" bIns="0"/>
            <a:lstStyle/>
            <a:p>
              <a:pPr algn="l" rtl="0" eaLnBrk="0">
                <a:lnSpc>
                  <a:spcPct val="107000"/>
                </a:lnSpc>
              </a:pPr>
              <a:endParaRPr lang="en-US" altLang="en-US" sz="725" dirty="0"/>
            </a:p>
            <a:p>
              <a:pPr marL="186055" algn="l" rtl="0" eaLnBrk="0">
                <a:lnSpc>
                  <a:spcPct val="75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1905" dirty="0"/>
            </a:p>
          </p:txBody>
        </p:sp>
      </p:grpSp>
      <p:pic>
        <p:nvPicPr>
          <p:cNvPr id="1522" name="picture 1522"/>
          <p:cNvPicPr>
            <a:picLocks noChangeAspect="1"/>
          </p:cNvPicPr>
          <p:nvPr/>
        </p:nvPicPr>
        <p:blipFill>
          <a:blip r:embed="rId14"/>
          <a:stretch>
            <a:fillRect/>
          </a:stretch>
        </p:blipFill>
        <p:spPr>
          <a:xfrm rot="21600000">
            <a:off x="2736951" y="3354335"/>
            <a:ext cx="531632" cy="151401"/>
          </a:xfrm>
          <a:prstGeom prst="rect">
            <a:avLst/>
          </a:prstGeom>
        </p:spPr>
      </p:pic>
      <p:grpSp>
        <p:nvGrpSpPr>
          <p:cNvPr id="118" name="group 118"/>
          <p:cNvGrpSpPr/>
          <p:nvPr/>
        </p:nvGrpSpPr>
        <p:grpSpPr>
          <a:xfrm rot="21600000">
            <a:off x="3189081" y="3138220"/>
            <a:ext cx="467339" cy="354128"/>
            <a:chOff x="0" y="0"/>
            <a:chExt cx="515111" cy="390328"/>
          </a:xfrm>
        </p:grpSpPr>
        <p:pic>
          <p:nvPicPr>
            <p:cNvPr id="1524" name="picture 1524"/>
            <p:cNvPicPr>
              <a:picLocks noChangeAspect="1"/>
            </p:cNvPicPr>
            <p:nvPr/>
          </p:nvPicPr>
          <p:blipFill>
            <a:blip r:embed="rId15"/>
            <a:stretch>
              <a:fillRect/>
            </a:stretch>
          </p:blipFill>
          <p:spPr>
            <a:xfrm rot="21600000">
              <a:off x="0" y="0"/>
              <a:ext cx="515111" cy="390328"/>
            </a:xfrm>
            <a:prstGeom prst="rect">
              <a:avLst/>
            </a:prstGeom>
          </p:spPr>
        </p:pic>
        <p:sp>
          <p:nvSpPr>
            <p:cNvPr id="1526" name="textbox 1526"/>
            <p:cNvSpPr/>
            <p:nvPr/>
          </p:nvSpPr>
          <p:spPr>
            <a:xfrm>
              <a:off x="-12700" y="-12700"/>
              <a:ext cx="541019" cy="422275"/>
            </a:xfrm>
            <a:prstGeom prst="rect">
              <a:avLst/>
            </a:prstGeom>
          </p:spPr>
          <p:txBody>
            <a:bodyPr vert="horz" wrap="square" lIns="0" tIns="0" rIns="0" bIns="0"/>
            <a:lstStyle/>
            <a:p>
              <a:pPr algn="l" rtl="0" eaLnBrk="0">
                <a:lnSpc>
                  <a:spcPct val="101000"/>
                </a:lnSpc>
              </a:pPr>
              <a:endParaRPr lang="en-US" altLang="en-US" sz="725" dirty="0"/>
            </a:p>
            <a:p>
              <a:pPr marL="232410" algn="l" rtl="0" eaLnBrk="0">
                <a:lnSpc>
                  <a:spcPct val="77000"/>
                </a:lnSpc>
                <a:spcBef>
                  <a:spcPts val="0"/>
                </a:spcBef>
              </a:pPr>
              <a:r>
                <a:rPr sz="1905" b="1" kern="0" spc="-50" dirty="0">
                  <a:solidFill>
                    <a:srgbClr val="000000">
                      <a:alpha val="100000"/>
                    </a:srgbClr>
                  </a:solidFill>
                  <a:latin typeface="Times New Roman" panose="02020603050405020304"/>
                  <a:ea typeface="Times New Roman" panose="02020603050405020304"/>
                  <a:cs typeface="Times New Roman" panose="02020603050405020304"/>
                </a:rPr>
                <a:t>||</a:t>
              </a:r>
              <a:endParaRPr lang="en-US" altLang="en-US" sz="1905" dirty="0"/>
            </a:p>
          </p:txBody>
        </p:sp>
      </p:grpSp>
      <p:pic>
        <p:nvPicPr>
          <p:cNvPr id="1528" name="picture 1528"/>
          <p:cNvPicPr>
            <a:picLocks noChangeAspect="1"/>
          </p:cNvPicPr>
          <p:nvPr/>
        </p:nvPicPr>
        <p:blipFill>
          <a:blip r:embed="rId16"/>
          <a:stretch>
            <a:fillRect/>
          </a:stretch>
        </p:blipFill>
        <p:spPr>
          <a:xfrm rot="21600000">
            <a:off x="10069203" y="4214352"/>
            <a:ext cx="381614" cy="302111"/>
          </a:xfrm>
          <a:prstGeom prst="rect">
            <a:avLst/>
          </a:prstGeom>
        </p:spPr>
      </p:pic>
      <p:grpSp>
        <p:nvGrpSpPr>
          <p:cNvPr id="120" name="group 120"/>
          <p:cNvGrpSpPr/>
          <p:nvPr/>
        </p:nvGrpSpPr>
        <p:grpSpPr>
          <a:xfrm rot="21600000">
            <a:off x="9685515" y="4052561"/>
            <a:ext cx="467339" cy="353622"/>
            <a:chOff x="0" y="0"/>
            <a:chExt cx="515111" cy="389770"/>
          </a:xfrm>
        </p:grpSpPr>
        <p:pic>
          <p:nvPicPr>
            <p:cNvPr id="1530" name="picture 1530"/>
            <p:cNvPicPr>
              <a:picLocks noChangeAspect="1"/>
            </p:cNvPicPr>
            <p:nvPr/>
          </p:nvPicPr>
          <p:blipFill>
            <a:blip r:embed="rId17"/>
            <a:stretch>
              <a:fillRect/>
            </a:stretch>
          </p:blipFill>
          <p:spPr>
            <a:xfrm rot="21600000">
              <a:off x="0" y="0"/>
              <a:ext cx="515111" cy="389770"/>
            </a:xfrm>
            <a:prstGeom prst="rect">
              <a:avLst/>
            </a:prstGeom>
          </p:spPr>
        </p:pic>
        <p:sp>
          <p:nvSpPr>
            <p:cNvPr id="1532" name="textbox 1532"/>
            <p:cNvSpPr/>
            <p:nvPr/>
          </p:nvSpPr>
          <p:spPr>
            <a:xfrm>
              <a:off x="-12700" y="-12700"/>
              <a:ext cx="541019" cy="479425"/>
            </a:xfrm>
            <a:prstGeom prst="rect">
              <a:avLst/>
            </a:prstGeom>
          </p:spPr>
          <p:txBody>
            <a:bodyPr vert="horz" wrap="square" lIns="0" tIns="0" rIns="0" bIns="0"/>
            <a:lstStyle/>
            <a:p>
              <a:pPr algn="l" rtl="0" eaLnBrk="0">
                <a:lnSpc>
                  <a:spcPct val="106000"/>
                </a:lnSpc>
              </a:pPr>
              <a:endParaRPr lang="en-US" altLang="en-US" sz="725" dirty="0"/>
            </a:p>
            <a:p>
              <a:pPr marL="171450" algn="l" rtl="0" eaLnBrk="0">
                <a:lnSpc>
                  <a:spcPct val="75000"/>
                </a:lnSpc>
                <a:spcBef>
                  <a:spcPts val="5"/>
                </a:spcBef>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1905" dirty="0"/>
            </a:p>
          </p:txBody>
        </p:sp>
      </p:grpSp>
      <p:graphicFrame>
        <p:nvGraphicFramePr>
          <p:cNvPr id="1534" name="table 1534"/>
          <p:cNvGraphicFramePr>
            <a:graphicFrameLocks noGrp="1"/>
          </p:cNvGraphicFramePr>
          <p:nvPr/>
        </p:nvGraphicFramePr>
        <p:xfrm>
          <a:off x="7698631" y="4799216"/>
          <a:ext cx="694055" cy="236855"/>
        </p:xfrm>
        <a:graphic>
          <a:graphicData uri="http://schemas.openxmlformats.org/drawingml/2006/table">
            <a:tbl>
              <a:tblPr>
                <a:solidFill>
                  <a:srgbClr val="C0C0C0"/>
                </a:solidFill>
              </a:tblPr>
              <a:tblGrid>
                <a:gridCol w="694055"/>
              </a:tblGrid>
              <a:tr h="236855">
                <a:tc>
                  <a:txBody>
                    <a:bodyPr/>
                    <a:lstStyle/>
                    <a:p>
                      <a:pPr algn="l" rtl="0" eaLnBrk="0">
                        <a:lnSpc>
                          <a:spcPct val="100000"/>
                        </a:lnSpc>
                      </a:pPr>
                      <a:endParaRPr lang="en-US" altLang="en-US" sz="905" dirty="0"/>
                    </a:p>
                  </a:txBody>
                  <a:tcPr marL="0" marR="0" marT="0" marB="0" vert="horz">
                    <a:lnL w="317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C0C0"/>
                    </a:solidFill>
                  </a:tcPr>
                </a:tc>
              </a:tr>
            </a:tbl>
          </a:graphicData>
        </a:graphic>
      </p:graphicFrame>
      <p:sp>
        <p:nvSpPr>
          <p:cNvPr id="1536" name="textbox 1536"/>
          <p:cNvSpPr/>
          <p:nvPr/>
        </p:nvSpPr>
        <p:spPr>
          <a:xfrm>
            <a:off x="6376553" y="5277906"/>
            <a:ext cx="744909" cy="229290"/>
          </a:xfrm>
          <a:prstGeom prst="rect">
            <a:avLst/>
          </a:prstGeom>
        </p:spPr>
        <p:txBody>
          <a:bodyPr vert="horz" wrap="square" lIns="0" tIns="0" rIns="0" bIns="0"/>
          <a:lstStyle/>
          <a:p>
            <a:pPr algn="l" rtl="0" eaLnBrk="0">
              <a:lnSpc>
                <a:spcPct val="87000"/>
              </a:lnSpc>
            </a:pPr>
            <a:endParaRPr lang="en-US" altLang="en-US" sz="100" dirty="0"/>
          </a:p>
          <a:p>
            <a:pPr marL="12700" algn="l" rtl="0" eaLnBrk="0">
              <a:lnSpc>
                <a:spcPct val="99000"/>
              </a:lnSpc>
            </a:pPr>
            <a:r>
              <a:rPr sz="1360" kern="0" spc="60" dirty="0">
                <a:ln w="4013" cap="flat" cmpd="sng">
                  <a:solidFill>
                    <a:srgbClr val="000065">
                      <a:alpha val="100000"/>
                    </a:srgbClr>
                  </a:solidFill>
                  <a:prstDash val="solid"/>
                  <a:miter lim="1"/>
                </a:ln>
                <a:solidFill>
                  <a:srgbClr val="000065">
                    <a:alpha val="100000"/>
                  </a:srgbClr>
                </a:solidFill>
                <a:latin typeface="宋体" panose="02010600030101010101" pitchFamily="2" charset="-122"/>
                <a:ea typeface="宋体" panose="02010600030101010101" pitchFamily="2" charset="-122"/>
                <a:cs typeface="宋体" panose="02010600030101010101" pitchFamily="2" charset="-122"/>
              </a:rPr>
              <a:t>提供认证</a:t>
            </a:r>
            <a:endParaRPr lang="en-US" altLang="en-US" sz="1360" dirty="0"/>
          </a:p>
        </p:txBody>
      </p:sp>
      <p:sp>
        <p:nvSpPr>
          <p:cNvPr id="1538" name="path"/>
          <p:cNvSpPr/>
          <p:nvPr/>
        </p:nvSpPr>
        <p:spPr>
          <a:xfrm>
            <a:off x="2671965" y="5421204"/>
            <a:ext cx="371244" cy="104601"/>
          </a:xfrm>
          <a:custGeom>
            <a:avLst/>
            <a:gdLst/>
            <a:ahLst/>
            <a:cxnLst/>
            <a:rect l="0" t="0" r="0" b="0"/>
            <a:pathLst>
              <a:path w="644" h="181">
                <a:moveTo>
                  <a:pt x="63" y="179"/>
                </a:moveTo>
                <a:lnTo>
                  <a:pt x="67" y="167"/>
                </a:lnTo>
                <a:lnTo>
                  <a:pt x="68" y="147"/>
                </a:lnTo>
                <a:cubicBezTo>
                  <a:pt x="50" y="6"/>
                  <a:pt x="194" y="18"/>
                  <a:pt x="288" y="45"/>
                </a:cubicBezTo>
                <a:lnTo>
                  <a:pt x="303" y="51"/>
                </a:lnTo>
                <a:lnTo>
                  <a:pt x="316" y="57"/>
                </a:lnTo>
                <a:cubicBezTo>
                  <a:pt x="431" y="112"/>
                  <a:pt x="494" y="131"/>
                  <a:pt x="624" y="134"/>
                </a:cubicBezTo>
                <a:lnTo>
                  <a:pt x="643" y="134"/>
                </a:lnTo>
                <a:lnTo>
                  <a:pt x="644" y="132"/>
                </a:lnTo>
                <a:lnTo>
                  <a:pt x="644" y="131"/>
                </a:lnTo>
                <a:lnTo>
                  <a:pt x="643" y="129"/>
                </a:lnTo>
                <a:cubicBezTo>
                  <a:pt x="588" y="124"/>
                  <a:pt x="539" y="119"/>
                  <a:pt x="485" y="104"/>
                </a:cubicBezTo>
                <a:lnTo>
                  <a:pt x="470" y="99"/>
                </a:lnTo>
                <a:lnTo>
                  <a:pt x="455" y="95"/>
                </a:lnTo>
                <a:cubicBezTo>
                  <a:pt x="411" y="80"/>
                  <a:pt x="366" y="52"/>
                  <a:pt x="322" y="35"/>
                </a:cubicBezTo>
                <a:lnTo>
                  <a:pt x="309" y="29"/>
                </a:lnTo>
                <a:lnTo>
                  <a:pt x="283" y="19"/>
                </a:lnTo>
                <a:cubicBezTo>
                  <a:pt x="205" y="-12"/>
                  <a:pt x="37" y="-1"/>
                  <a:pt x="58" y="119"/>
                </a:cubicBezTo>
                <a:lnTo>
                  <a:pt x="61" y="144"/>
                </a:lnTo>
                <a:lnTo>
                  <a:pt x="58" y="163"/>
                </a:lnTo>
                <a:lnTo>
                  <a:pt x="43" y="164"/>
                </a:lnTo>
                <a:cubicBezTo>
                  <a:pt x="27" y="158"/>
                  <a:pt x="14" y="147"/>
                  <a:pt x="1" y="137"/>
                </a:cubicBezTo>
                <a:lnTo>
                  <a:pt x="0" y="137"/>
                </a:lnTo>
                <a:lnTo>
                  <a:pt x="2" y="139"/>
                </a:lnTo>
                <a:cubicBezTo>
                  <a:pt x="14" y="153"/>
                  <a:pt x="28" y="174"/>
                  <a:pt x="45" y="180"/>
                </a:cubicBezTo>
                <a:lnTo>
                  <a:pt x="55" y="181"/>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40" name="path"/>
          <p:cNvSpPr/>
          <p:nvPr/>
        </p:nvSpPr>
        <p:spPr>
          <a:xfrm>
            <a:off x="2741098" y="5034269"/>
            <a:ext cx="259939" cy="435538"/>
          </a:xfrm>
          <a:custGeom>
            <a:avLst/>
            <a:gdLst/>
            <a:ahLst/>
            <a:cxnLst/>
            <a:rect l="0" t="0" r="0" b="0"/>
            <a:pathLst>
              <a:path w="451" h="756">
                <a:moveTo>
                  <a:pt x="133" y="111"/>
                </a:moveTo>
                <a:lnTo>
                  <a:pt x="139" y="117"/>
                </a:lnTo>
                <a:cubicBezTo>
                  <a:pt x="184" y="157"/>
                  <a:pt x="217" y="168"/>
                  <a:pt x="274" y="182"/>
                </a:cubicBezTo>
                <a:lnTo>
                  <a:pt x="277" y="182"/>
                </a:lnTo>
                <a:lnTo>
                  <a:pt x="277" y="178"/>
                </a:lnTo>
                <a:lnTo>
                  <a:pt x="268" y="176"/>
                </a:lnTo>
                <a:cubicBezTo>
                  <a:pt x="171" y="150"/>
                  <a:pt x="119" y="100"/>
                  <a:pt x="80" y="3"/>
                </a:cubicBezTo>
                <a:lnTo>
                  <a:pt x="77" y="0"/>
                </a:lnTo>
                <a:lnTo>
                  <a:pt x="79" y="2"/>
                </a:lnTo>
                <a:cubicBezTo>
                  <a:pt x="83" y="28"/>
                  <a:pt x="100" y="57"/>
                  <a:pt x="111" y="81"/>
                </a:cubicBezTo>
                <a:lnTo>
                  <a:pt x="121" y="97"/>
                </a:lnTo>
              </a:path>
              <a:path w="451" h="756">
                <a:moveTo>
                  <a:pt x="270" y="297"/>
                </a:moveTo>
                <a:lnTo>
                  <a:pt x="268" y="298"/>
                </a:lnTo>
                <a:lnTo>
                  <a:pt x="270" y="299"/>
                </a:lnTo>
                <a:lnTo>
                  <a:pt x="272" y="299"/>
                </a:lnTo>
                <a:lnTo>
                  <a:pt x="273" y="298"/>
                </a:lnTo>
                <a:lnTo>
                  <a:pt x="284" y="283"/>
                </a:lnTo>
                <a:lnTo>
                  <a:pt x="287" y="263"/>
                </a:lnTo>
                <a:lnTo>
                  <a:pt x="289" y="243"/>
                </a:lnTo>
                <a:lnTo>
                  <a:pt x="286" y="221"/>
                </a:lnTo>
                <a:lnTo>
                  <a:pt x="284" y="203"/>
                </a:lnTo>
                <a:lnTo>
                  <a:pt x="279" y="188"/>
                </a:lnTo>
                <a:lnTo>
                  <a:pt x="277" y="177"/>
                </a:lnTo>
                <a:lnTo>
                  <a:pt x="276" y="173"/>
                </a:lnTo>
                <a:lnTo>
                  <a:pt x="278" y="187"/>
                </a:lnTo>
                <a:lnTo>
                  <a:pt x="283" y="221"/>
                </a:lnTo>
                <a:lnTo>
                  <a:pt x="282" y="262"/>
                </a:lnTo>
              </a:path>
              <a:path w="451" h="756">
                <a:moveTo>
                  <a:pt x="0" y="124"/>
                </a:moveTo>
                <a:lnTo>
                  <a:pt x="1" y="146"/>
                </a:lnTo>
                <a:cubicBezTo>
                  <a:pt x="4" y="242"/>
                  <a:pt x="33" y="294"/>
                  <a:pt x="106" y="355"/>
                </a:cubicBezTo>
                <a:lnTo>
                  <a:pt x="111" y="356"/>
                </a:lnTo>
                <a:lnTo>
                  <a:pt x="116" y="351"/>
                </a:lnTo>
                <a:lnTo>
                  <a:pt x="116" y="348"/>
                </a:lnTo>
                <a:lnTo>
                  <a:pt x="103" y="332"/>
                </a:lnTo>
                <a:lnTo>
                  <a:pt x="88" y="315"/>
                </a:lnTo>
                <a:lnTo>
                  <a:pt x="75" y="298"/>
                </a:lnTo>
                <a:lnTo>
                  <a:pt x="63" y="282"/>
                </a:lnTo>
                <a:lnTo>
                  <a:pt x="52" y="264"/>
                </a:lnTo>
                <a:lnTo>
                  <a:pt x="43" y="247"/>
                </a:lnTo>
                <a:lnTo>
                  <a:pt x="34" y="229"/>
                </a:lnTo>
                <a:cubicBezTo>
                  <a:pt x="16" y="181"/>
                  <a:pt x="8" y="130"/>
                  <a:pt x="4" y="79"/>
                </a:cubicBezTo>
                <a:lnTo>
                  <a:pt x="3" y="56"/>
                </a:lnTo>
                <a:lnTo>
                  <a:pt x="3" y="46"/>
                </a:lnTo>
                <a:lnTo>
                  <a:pt x="2" y="55"/>
                </a:lnTo>
                <a:lnTo>
                  <a:pt x="0" y="75"/>
                </a:lnTo>
                <a:lnTo>
                  <a:pt x="0" y="102"/>
                </a:lnTo>
              </a:path>
              <a:path w="451" h="756">
                <a:moveTo>
                  <a:pt x="182" y="343"/>
                </a:moveTo>
                <a:lnTo>
                  <a:pt x="195" y="343"/>
                </a:lnTo>
                <a:lnTo>
                  <a:pt x="210" y="344"/>
                </a:lnTo>
                <a:lnTo>
                  <a:pt x="224" y="344"/>
                </a:lnTo>
                <a:lnTo>
                  <a:pt x="236" y="345"/>
                </a:lnTo>
                <a:lnTo>
                  <a:pt x="250" y="345"/>
                </a:lnTo>
                <a:lnTo>
                  <a:pt x="265" y="346"/>
                </a:lnTo>
                <a:lnTo>
                  <a:pt x="278" y="347"/>
                </a:lnTo>
                <a:lnTo>
                  <a:pt x="291" y="349"/>
                </a:lnTo>
                <a:lnTo>
                  <a:pt x="292" y="349"/>
                </a:lnTo>
                <a:lnTo>
                  <a:pt x="293" y="347"/>
                </a:lnTo>
                <a:lnTo>
                  <a:pt x="293" y="346"/>
                </a:lnTo>
                <a:lnTo>
                  <a:pt x="292" y="345"/>
                </a:lnTo>
                <a:lnTo>
                  <a:pt x="263" y="343"/>
                </a:lnTo>
                <a:lnTo>
                  <a:pt x="249" y="340"/>
                </a:lnTo>
                <a:cubicBezTo>
                  <a:pt x="190" y="338"/>
                  <a:pt x="152" y="338"/>
                  <a:pt x="92" y="345"/>
                </a:cubicBezTo>
                <a:lnTo>
                  <a:pt x="85" y="347"/>
                </a:lnTo>
                <a:lnTo>
                  <a:pt x="81" y="347"/>
                </a:lnTo>
                <a:lnTo>
                  <a:pt x="85" y="347"/>
                </a:lnTo>
                <a:cubicBezTo>
                  <a:pt x="108" y="343"/>
                  <a:pt x="130" y="347"/>
                  <a:pt x="153" y="344"/>
                </a:cubicBezTo>
                <a:lnTo>
                  <a:pt x="167" y="343"/>
                </a:lnTo>
              </a:path>
              <a:path w="451" h="756">
                <a:moveTo>
                  <a:pt x="236" y="391"/>
                </a:moveTo>
                <a:lnTo>
                  <a:pt x="231" y="397"/>
                </a:lnTo>
                <a:cubicBezTo>
                  <a:pt x="222" y="406"/>
                  <a:pt x="204" y="431"/>
                  <a:pt x="199" y="442"/>
                </a:cubicBezTo>
                <a:lnTo>
                  <a:pt x="199" y="445"/>
                </a:lnTo>
                <a:lnTo>
                  <a:pt x="202" y="445"/>
                </a:lnTo>
                <a:cubicBezTo>
                  <a:pt x="206" y="442"/>
                  <a:pt x="223" y="417"/>
                  <a:pt x="228" y="411"/>
                </a:cubicBezTo>
                <a:lnTo>
                  <a:pt x="234" y="405"/>
                </a:lnTo>
                <a:lnTo>
                  <a:pt x="238" y="399"/>
                </a:lnTo>
                <a:cubicBezTo>
                  <a:pt x="252" y="383"/>
                  <a:pt x="265" y="367"/>
                  <a:pt x="278" y="351"/>
                </a:cubicBezTo>
                <a:lnTo>
                  <a:pt x="283" y="346"/>
                </a:lnTo>
                <a:lnTo>
                  <a:pt x="284" y="344"/>
                </a:lnTo>
                <a:lnTo>
                  <a:pt x="283" y="345"/>
                </a:lnTo>
                <a:cubicBezTo>
                  <a:pt x="272" y="356"/>
                  <a:pt x="260" y="365"/>
                  <a:pt x="250" y="376"/>
                </a:cubicBezTo>
                <a:lnTo>
                  <a:pt x="243" y="383"/>
                </a:lnTo>
              </a:path>
              <a:path w="451" h="756">
                <a:moveTo>
                  <a:pt x="160" y="426"/>
                </a:moveTo>
                <a:lnTo>
                  <a:pt x="186" y="439"/>
                </a:lnTo>
                <a:cubicBezTo>
                  <a:pt x="316" y="510"/>
                  <a:pt x="356" y="616"/>
                  <a:pt x="386" y="753"/>
                </a:cubicBezTo>
                <a:lnTo>
                  <a:pt x="388" y="756"/>
                </a:lnTo>
                <a:lnTo>
                  <a:pt x="392" y="754"/>
                </a:lnTo>
                <a:lnTo>
                  <a:pt x="396" y="753"/>
                </a:lnTo>
                <a:lnTo>
                  <a:pt x="398" y="750"/>
                </a:lnTo>
                <a:lnTo>
                  <a:pt x="396" y="724"/>
                </a:lnTo>
                <a:lnTo>
                  <a:pt x="392" y="699"/>
                </a:lnTo>
                <a:lnTo>
                  <a:pt x="390" y="674"/>
                </a:lnTo>
                <a:lnTo>
                  <a:pt x="384" y="649"/>
                </a:lnTo>
                <a:lnTo>
                  <a:pt x="376" y="625"/>
                </a:lnTo>
                <a:lnTo>
                  <a:pt x="368" y="601"/>
                </a:lnTo>
                <a:lnTo>
                  <a:pt x="358" y="577"/>
                </a:lnTo>
                <a:lnTo>
                  <a:pt x="345" y="553"/>
                </a:lnTo>
                <a:lnTo>
                  <a:pt x="338" y="542"/>
                </a:lnTo>
                <a:lnTo>
                  <a:pt x="321" y="520"/>
                </a:lnTo>
                <a:cubicBezTo>
                  <a:pt x="286" y="481"/>
                  <a:pt x="239" y="453"/>
                  <a:pt x="190" y="435"/>
                </a:cubicBezTo>
                <a:lnTo>
                  <a:pt x="175" y="430"/>
                </a:lnTo>
                <a:lnTo>
                  <a:pt x="160" y="426"/>
                </a:lnTo>
              </a:path>
              <a:path w="451" h="756">
                <a:moveTo>
                  <a:pt x="363" y="289"/>
                </a:moveTo>
                <a:lnTo>
                  <a:pt x="369" y="301"/>
                </a:lnTo>
                <a:lnTo>
                  <a:pt x="375" y="315"/>
                </a:lnTo>
                <a:lnTo>
                  <a:pt x="379" y="328"/>
                </a:lnTo>
                <a:cubicBezTo>
                  <a:pt x="399" y="382"/>
                  <a:pt x="409" y="452"/>
                  <a:pt x="410" y="507"/>
                </a:cubicBezTo>
                <a:lnTo>
                  <a:pt x="412" y="562"/>
                </a:lnTo>
                <a:lnTo>
                  <a:pt x="415" y="619"/>
                </a:lnTo>
                <a:lnTo>
                  <a:pt x="418" y="623"/>
                </a:lnTo>
                <a:lnTo>
                  <a:pt x="423" y="625"/>
                </a:lnTo>
                <a:lnTo>
                  <a:pt x="430" y="622"/>
                </a:lnTo>
                <a:lnTo>
                  <a:pt x="433" y="617"/>
                </a:lnTo>
                <a:lnTo>
                  <a:pt x="446" y="561"/>
                </a:lnTo>
                <a:lnTo>
                  <a:pt x="451" y="503"/>
                </a:lnTo>
                <a:lnTo>
                  <a:pt x="445" y="446"/>
                </a:lnTo>
                <a:lnTo>
                  <a:pt x="430" y="391"/>
                </a:lnTo>
                <a:lnTo>
                  <a:pt x="427" y="376"/>
                </a:lnTo>
                <a:lnTo>
                  <a:pt x="421" y="363"/>
                </a:lnTo>
                <a:lnTo>
                  <a:pt x="416" y="351"/>
                </a:lnTo>
                <a:lnTo>
                  <a:pt x="410" y="338"/>
                </a:lnTo>
                <a:cubicBezTo>
                  <a:pt x="394" y="303"/>
                  <a:pt x="387" y="297"/>
                  <a:pt x="367" y="268"/>
                </a:cubicBezTo>
                <a:lnTo>
                  <a:pt x="361" y="261"/>
                </a:lnTo>
                <a:lnTo>
                  <a:pt x="356" y="255"/>
                </a:lnTo>
                <a:cubicBezTo>
                  <a:pt x="342" y="238"/>
                  <a:pt x="330" y="217"/>
                  <a:pt x="316" y="199"/>
                </a:cubicBezTo>
                <a:lnTo>
                  <a:pt x="311" y="194"/>
                </a:lnTo>
                <a:lnTo>
                  <a:pt x="309" y="190"/>
                </a:lnTo>
                <a:lnTo>
                  <a:pt x="308" y="189"/>
                </a:lnTo>
                <a:lnTo>
                  <a:pt x="310" y="191"/>
                </a:lnTo>
                <a:cubicBezTo>
                  <a:pt x="323" y="213"/>
                  <a:pt x="335" y="237"/>
                  <a:pt x="347" y="259"/>
                </a:cubicBezTo>
                <a:lnTo>
                  <a:pt x="356" y="274"/>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42" name="rect"/>
          <p:cNvSpPr/>
          <p:nvPr/>
        </p:nvSpPr>
        <p:spPr>
          <a:xfrm>
            <a:off x="8389270" y="4959606"/>
            <a:ext cx="1986884" cy="30419"/>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1544" name="picture 1544"/>
          <p:cNvPicPr>
            <a:picLocks noChangeAspect="1"/>
          </p:cNvPicPr>
          <p:nvPr/>
        </p:nvPicPr>
        <p:blipFill>
          <a:blip r:embed="rId18"/>
          <a:stretch>
            <a:fillRect/>
          </a:stretch>
        </p:blipFill>
        <p:spPr>
          <a:xfrm rot="21600000">
            <a:off x="10300096" y="4687912"/>
            <a:ext cx="152104" cy="286902"/>
          </a:xfrm>
          <a:prstGeom prst="rect">
            <a:avLst/>
          </a:prstGeom>
        </p:spPr>
      </p:pic>
      <p:sp>
        <p:nvSpPr>
          <p:cNvPr id="1546" name="textbox 1546"/>
          <p:cNvSpPr/>
          <p:nvPr/>
        </p:nvSpPr>
        <p:spPr>
          <a:xfrm>
            <a:off x="10157191" y="4454813"/>
            <a:ext cx="473561" cy="303032"/>
          </a:xfrm>
          <a:prstGeom prst="rect">
            <a:avLst/>
          </a:prstGeom>
        </p:spPr>
        <p:txBody>
          <a:bodyPr vert="horz" wrap="square" lIns="0" tIns="0" rIns="0" bIns="0"/>
          <a:lstStyle/>
          <a:p>
            <a:pPr algn="l" rtl="0" eaLnBrk="0">
              <a:lnSpc>
                <a:spcPct val="92000"/>
              </a:lnSpc>
            </a:pPr>
            <a:endParaRPr lang="en-US" altLang="en-US" sz="100" dirty="0"/>
          </a:p>
          <a:p>
            <a:pPr algn="r" rtl="0" eaLnBrk="0">
              <a:lnSpc>
                <a:spcPct val="96000"/>
              </a:lnSpc>
            </a:pPr>
            <a:r>
              <a:rPr sz="1905" kern="0" spc="-22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比</a:t>
            </a:r>
            <a:r>
              <a:rPr sz="1905" kern="0" spc="-100" dirty="0">
                <a:ln w="5346" cap="flat" cmpd="sng">
                  <a:solidFill>
                    <a:srgbClr val="000000">
                      <a:alpha val="100000"/>
                    </a:srgbClr>
                  </a:solidFill>
                  <a:prstDash val="solid"/>
                  <a:miter lim="1"/>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较</a:t>
            </a:r>
            <a:endParaRPr lang="en-US" altLang="en-US" sz="1905" dirty="0"/>
          </a:p>
        </p:txBody>
      </p:sp>
      <p:pic>
        <p:nvPicPr>
          <p:cNvPr id="1548" name="picture 1548"/>
          <p:cNvPicPr>
            <a:picLocks noChangeAspect="1"/>
          </p:cNvPicPr>
          <p:nvPr/>
        </p:nvPicPr>
        <p:blipFill>
          <a:blip r:embed="rId19"/>
          <a:stretch>
            <a:fillRect/>
          </a:stretch>
        </p:blipFill>
        <p:spPr>
          <a:xfrm rot="21600000">
            <a:off x="8158355" y="2495704"/>
            <a:ext cx="611147" cy="151401"/>
          </a:xfrm>
          <a:prstGeom prst="rect">
            <a:avLst/>
          </a:prstGeom>
        </p:spPr>
      </p:pic>
      <p:sp>
        <p:nvSpPr>
          <p:cNvPr id="1550" name="textbox 1550"/>
          <p:cNvSpPr/>
          <p:nvPr/>
        </p:nvSpPr>
        <p:spPr>
          <a:xfrm>
            <a:off x="10445379" y="5758338"/>
            <a:ext cx="547303" cy="245998"/>
          </a:xfrm>
          <a:prstGeom prst="rect">
            <a:avLst/>
          </a:prstGeom>
        </p:spPr>
        <p:txBody>
          <a:bodyPr vert="horz" wrap="square" lIns="0" tIns="0" rIns="0" bIns="0"/>
          <a:lstStyle/>
          <a:p>
            <a:pPr algn="l" rtl="0" eaLnBrk="0">
              <a:lnSpc>
                <a:spcPct val="75000"/>
              </a:lnSpc>
            </a:pPr>
            <a:endParaRPr lang="en-US" altLang="en-US" sz="100" dirty="0"/>
          </a:p>
          <a:p>
            <a:pPr marL="12700" algn="l" rtl="0" eaLnBrk="0">
              <a:lnSpc>
                <a:spcPct val="77000"/>
              </a:lnSpc>
            </a:pPr>
            <a:r>
              <a:rPr sz="1905" b="1" kern="0" spc="-10" dirty="0">
                <a:solidFill>
                  <a:srgbClr val="000000">
                    <a:alpha val="100000"/>
                  </a:srgbClr>
                </a:solidFill>
                <a:latin typeface="Times New Roman" panose="02020603050405020304"/>
                <a:ea typeface="Times New Roman" panose="02020603050405020304"/>
                <a:cs typeface="Times New Roman" panose="02020603050405020304"/>
              </a:rPr>
              <a:t>Alice</a:t>
            </a:r>
            <a:endParaRPr lang="en-US" altLang="en-US" sz="1905" dirty="0"/>
          </a:p>
        </p:txBody>
      </p:sp>
      <p:sp>
        <p:nvSpPr>
          <p:cNvPr id="1552" name="path"/>
          <p:cNvSpPr/>
          <p:nvPr/>
        </p:nvSpPr>
        <p:spPr>
          <a:xfrm>
            <a:off x="2978651" y="5449413"/>
            <a:ext cx="321042" cy="148290"/>
          </a:xfrm>
          <a:custGeom>
            <a:avLst/>
            <a:gdLst/>
            <a:ahLst/>
            <a:cxnLst/>
            <a:rect l="0" t="0" r="0" b="0"/>
            <a:pathLst>
              <a:path w="557" h="257">
                <a:moveTo>
                  <a:pt x="38" y="143"/>
                </a:moveTo>
                <a:lnTo>
                  <a:pt x="32" y="149"/>
                </a:lnTo>
                <a:cubicBezTo>
                  <a:pt x="6" y="177"/>
                  <a:pt x="-8" y="207"/>
                  <a:pt x="18" y="243"/>
                </a:cubicBezTo>
                <a:lnTo>
                  <a:pt x="18" y="244"/>
                </a:lnTo>
                <a:lnTo>
                  <a:pt x="20" y="244"/>
                </a:lnTo>
                <a:lnTo>
                  <a:pt x="23" y="241"/>
                </a:lnTo>
                <a:lnTo>
                  <a:pt x="23" y="240"/>
                </a:lnTo>
                <a:lnTo>
                  <a:pt x="18" y="227"/>
                </a:lnTo>
                <a:lnTo>
                  <a:pt x="17" y="215"/>
                </a:lnTo>
                <a:lnTo>
                  <a:pt x="17" y="202"/>
                </a:lnTo>
                <a:lnTo>
                  <a:pt x="19" y="190"/>
                </a:lnTo>
                <a:lnTo>
                  <a:pt x="24" y="178"/>
                </a:lnTo>
                <a:lnTo>
                  <a:pt x="30" y="167"/>
                </a:lnTo>
                <a:lnTo>
                  <a:pt x="38" y="155"/>
                </a:lnTo>
                <a:cubicBezTo>
                  <a:pt x="64" y="124"/>
                  <a:pt x="101" y="107"/>
                  <a:pt x="136" y="89"/>
                </a:cubicBezTo>
                <a:lnTo>
                  <a:pt x="144" y="84"/>
                </a:lnTo>
                <a:lnTo>
                  <a:pt x="148" y="83"/>
                </a:lnTo>
                <a:lnTo>
                  <a:pt x="144" y="84"/>
                </a:lnTo>
                <a:cubicBezTo>
                  <a:pt x="118" y="95"/>
                  <a:pt x="90" y="110"/>
                  <a:pt x="66" y="124"/>
                </a:cubicBezTo>
                <a:lnTo>
                  <a:pt x="49" y="133"/>
                </a:lnTo>
              </a:path>
              <a:path w="557" h="257">
                <a:moveTo>
                  <a:pt x="120" y="159"/>
                </a:moveTo>
                <a:lnTo>
                  <a:pt x="112" y="171"/>
                </a:lnTo>
                <a:cubicBezTo>
                  <a:pt x="92" y="208"/>
                  <a:pt x="90" y="214"/>
                  <a:pt x="103" y="255"/>
                </a:cubicBezTo>
                <a:lnTo>
                  <a:pt x="104" y="257"/>
                </a:lnTo>
                <a:lnTo>
                  <a:pt x="109" y="255"/>
                </a:lnTo>
                <a:lnTo>
                  <a:pt x="110" y="252"/>
                </a:lnTo>
                <a:lnTo>
                  <a:pt x="107" y="227"/>
                </a:lnTo>
                <a:lnTo>
                  <a:pt x="110" y="203"/>
                </a:lnTo>
                <a:lnTo>
                  <a:pt x="118" y="180"/>
                </a:lnTo>
                <a:lnTo>
                  <a:pt x="131" y="157"/>
                </a:lnTo>
                <a:lnTo>
                  <a:pt x="142" y="145"/>
                </a:lnTo>
                <a:cubicBezTo>
                  <a:pt x="152" y="128"/>
                  <a:pt x="184" y="108"/>
                  <a:pt x="200" y="93"/>
                </a:cubicBezTo>
                <a:lnTo>
                  <a:pt x="208" y="88"/>
                </a:lnTo>
                <a:lnTo>
                  <a:pt x="210" y="85"/>
                </a:lnTo>
                <a:lnTo>
                  <a:pt x="206" y="88"/>
                </a:lnTo>
                <a:cubicBezTo>
                  <a:pt x="184" y="103"/>
                  <a:pt x="165" y="118"/>
                  <a:pt x="144" y="135"/>
                </a:cubicBezTo>
                <a:lnTo>
                  <a:pt x="131" y="148"/>
                </a:lnTo>
              </a:path>
              <a:path w="557" h="257">
                <a:moveTo>
                  <a:pt x="347" y="45"/>
                </a:moveTo>
                <a:lnTo>
                  <a:pt x="354" y="39"/>
                </a:lnTo>
                <a:lnTo>
                  <a:pt x="366" y="27"/>
                </a:lnTo>
                <a:cubicBezTo>
                  <a:pt x="394" y="-3"/>
                  <a:pt x="433" y="25"/>
                  <a:pt x="464" y="30"/>
                </a:cubicBezTo>
                <a:lnTo>
                  <a:pt x="486" y="37"/>
                </a:lnTo>
                <a:lnTo>
                  <a:pt x="493" y="39"/>
                </a:lnTo>
                <a:lnTo>
                  <a:pt x="500" y="41"/>
                </a:lnTo>
                <a:lnTo>
                  <a:pt x="506" y="43"/>
                </a:lnTo>
                <a:lnTo>
                  <a:pt x="514" y="46"/>
                </a:lnTo>
                <a:lnTo>
                  <a:pt x="521" y="48"/>
                </a:lnTo>
                <a:lnTo>
                  <a:pt x="527" y="51"/>
                </a:lnTo>
                <a:lnTo>
                  <a:pt x="541" y="55"/>
                </a:lnTo>
                <a:lnTo>
                  <a:pt x="553" y="60"/>
                </a:lnTo>
                <a:lnTo>
                  <a:pt x="556" y="60"/>
                </a:lnTo>
                <a:lnTo>
                  <a:pt x="557" y="59"/>
                </a:lnTo>
                <a:lnTo>
                  <a:pt x="557" y="58"/>
                </a:lnTo>
                <a:lnTo>
                  <a:pt x="556" y="57"/>
                </a:lnTo>
                <a:lnTo>
                  <a:pt x="550" y="54"/>
                </a:lnTo>
                <a:cubicBezTo>
                  <a:pt x="336" y="-17"/>
                  <a:pt x="443" y="-25"/>
                  <a:pt x="232" y="111"/>
                </a:cubicBezTo>
                <a:lnTo>
                  <a:pt x="218" y="118"/>
                </a:lnTo>
                <a:lnTo>
                  <a:pt x="214" y="120"/>
                </a:lnTo>
                <a:lnTo>
                  <a:pt x="218" y="119"/>
                </a:lnTo>
                <a:cubicBezTo>
                  <a:pt x="250" y="102"/>
                  <a:pt x="281" y="90"/>
                  <a:pt x="311" y="70"/>
                </a:cubicBezTo>
                <a:lnTo>
                  <a:pt x="331" y="58"/>
                </a:lnTo>
              </a:path>
              <a:path w="557" h="257">
                <a:moveTo>
                  <a:pt x="248" y="215"/>
                </a:moveTo>
                <a:lnTo>
                  <a:pt x="265" y="210"/>
                </a:lnTo>
                <a:cubicBezTo>
                  <a:pt x="303" y="199"/>
                  <a:pt x="342" y="181"/>
                  <a:pt x="368" y="151"/>
                </a:cubicBezTo>
                <a:lnTo>
                  <a:pt x="367" y="148"/>
                </a:lnTo>
                <a:lnTo>
                  <a:pt x="365" y="145"/>
                </a:lnTo>
                <a:lnTo>
                  <a:pt x="359" y="145"/>
                </a:lnTo>
                <a:cubicBezTo>
                  <a:pt x="337" y="156"/>
                  <a:pt x="319" y="158"/>
                  <a:pt x="298" y="167"/>
                </a:cubicBezTo>
                <a:lnTo>
                  <a:pt x="284" y="172"/>
                </a:lnTo>
                <a:lnTo>
                  <a:pt x="275" y="177"/>
                </a:lnTo>
                <a:cubicBezTo>
                  <a:pt x="238" y="201"/>
                  <a:pt x="209" y="198"/>
                  <a:pt x="168" y="187"/>
                </a:cubicBezTo>
                <a:lnTo>
                  <a:pt x="155" y="183"/>
                </a:lnTo>
                <a:lnTo>
                  <a:pt x="146" y="178"/>
                </a:lnTo>
                <a:lnTo>
                  <a:pt x="143" y="177"/>
                </a:lnTo>
                <a:lnTo>
                  <a:pt x="146" y="178"/>
                </a:lnTo>
                <a:cubicBezTo>
                  <a:pt x="167" y="193"/>
                  <a:pt x="190" y="202"/>
                  <a:pt x="214" y="211"/>
                </a:cubicBezTo>
                <a:lnTo>
                  <a:pt x="232" y="21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54" name="path"/>
          <p:cNvSpPr/>
          <p:nvPr/>
        </p:nvSpPr>
        <p:spPr>
          <a:xfrm>
            <a:off x="2986521" y="5182906"/>
            <a:ext cx="271001" cy="309716"/>
          </a:xfrm>
          <a:custGeom>
            <a:avLst/>
            <a:gdLst/>
            <a:ahLst/>
            <a:cxnLst/>
            <a:rect l="0" t="0" r="0" b="0"/>
            <a:pathLst>
              <a:path w="470" h="537">
                <a:moveTo>
                  <a:pt x="243" y="67"/>
                </a:moveTo>
                <a:lnTo>
                  <a:pt x="250" y="76"/>
                </a:lnTo>
                <a:lnTo>
                  <a:pt x="259" y="86"/>
                </a:lnTo>
                <a:cubicBezTo>
                  <a:pt x="273" y="106"/>
                  <a:pt x="291" y="123"/>
                  <a:pt x="309" y="141"/>
                </a:cubicBezTo>
                <a:lnTo>
                  <a:pt x="345" y="175"/>
                </a:lnTo>
                <a:lnTo>
                  <a:pt x="364" y="193"/>
                </a:lnTo>
                <a:lnTo>
                  <a:pt x="383" y="208"/>
                </a:lnTo>
                <a:lnTo>
                  <a:pt x="465" y="271"/>
                </a:lnTo>
                <a:lnTo>
                  <a:pt x="466" y="271"/>
                </a:lnTo>
                <a:lnTo>
                  <a:pt x="469" y="270"/>
                </a:lnTo>
                <a:lnTo>
                  <a:pt x="470" y="270"/>
                </a:lnTo>
                <a:lnTo>
                  <a:pt x="469" y="267"/>
                </a:lnTo>
                <a:cubicBezTo>
                  <a:pt x="371" y="186"/>
                  <a:pt x="275" y="109"/>
                  <a:pt x="206" y="2"/>
                </a:cubicBezTo>
                <a:lnTo>
                  <a:pt x="205" y="0"/>
                </a:lnTo>
                <a:lnTo>
                  <a:pt x="206" y="2"/>
                </a:lnTo>
                <a:cubicBezTo>
                  <a:pt x="216" y="16"/>
                  <a:pt x="221" y="33"/>
                  <a:pt x="230" y="47"/>
                </a:cubicBezTo>
                <a:lnTo>
                  <a:pt x="237" y="58"/>
                </a:lnTo>
              </a:path>
              <a:path w="470" h="537">
                <a:moveTo>
                  <a:pt x="145" y="145"/>
                </a:moveTo>
                <a:lnTo>
                  <a:pt x="153" y="150"/>
                </a:lnTo>
                <a:cubicBezTo>
                  <a:pt x="171" y="160"/>
                  <a:pt x="189" y="172"/>
                  <a:pt x="208" y="182"/>
                </a:cubicBezTo>
                <a:lnTo>
                  <a:pt x="217" y="187"/>
                </a:lnTo>
                <a:lnTo>
                  <a:pt x="218" y="185"/>
                </a:lnTo>
                <a:lnTo>
                  <a:pt x="218" y="178"/>
                </a:lnTo>
                <a:lnTo>
                  <a:pt x="200" y="167"/>
                </a:lnTo>
                <a:cubicBezTo>
                  <a:pt x="165" y="147"/>
                  <a:pt x="129" y="124"/>
                  <a:pt x="93" y="105"/>
                </a:cubicBezTo>
                <a:lnTo>
                  <a:pt x="88" y="103"/>
                </a:lnTo>
                <a:lnTo>
                  <a:pt x="90" y="104"/>
                </a:lnTo>
                <a:cubicBezTo>
                  <a:pt x="102" y="113"/>
                  <a:pt x="115" y="125"/>
                  <a:pt x="128" y="133"/>
                </a:cubicBezTo>
                <a:lnTo>
                  <a:pt x="136" y="139"/>
                </a:lnTo>
              </a:path>
              <a:path w="470" h="537">
                <a:moveTo>
                  <a:pt x="137" y="351"/>
                </a:moveTo>
                <a:lnTo>
                  <a:pt x="124" y="371"/>
                </a:lnTo>
                <a:cubicBezTo>
                  <a:pt x="89" y="419"/>
                  <a:pt x="46" y="460"/>
                  <a:pt x="1" y="498"/>
                </a:cubicBezTo>
                <a:lnTo>
                  <a:pt x="0" y="499"/>
                </a:lnTo>
                <a:lnTo>
                  <a:pt x="2" y="501"/>
                </a:lnTo>
                <a:lnTo>
                  <a:pt x="4" y="500"/>
                </a:lnTo>
                <a:cubicBezTo>
                  <a:pt x="133" y="400"/>
                  <a:pt x="181" y="340"/>
                  <a:pt x="199" y="172"/>
                </a:cubicBezTo>
                <a:lnTo>
                  <a:pt x="200" y="168"/>
                </a:lnTo>
                <a:lnTo>
                  <a:pt x="199" y="172"/>
                </a:lnTo>
                <a:cubicBezTo>
                  <a:pt x="192" y="209"/>
                  <a:pt x="177" y="264"/>
                  <a:pt x="164" y="298"/>
                </a:cubicBezTo>
                <a:lnTo>
                  <a:pt x="152" y="327"/>
                </a:lnTo>
              </a:path>
              <a:path w="470" h="537">
                <a:moveTo>
                  <a:pt x="183" y="27"/>
                </a:moveTo>
                <a:lnTo>
                  <a:pt x="188" y="42"/>
                </a:lnTo>
                <a:cubicBezTo>
                  <a:pt x="271" y="223"/>
                  <a:pt x="262" y="364"/>
                  <a:pt x="147" y="532"/>
                </a:cubicBezTo>
                <a:lnTo>
                  <a:pt x="146" y="536"/>
                </a:lnTo>
                <a:lnTo>
                  <a:pt x="148" y="537"/>
                </a:lnTo>
                <a:lnTo>
                  <a:pt x="155" y="535"/>
                </a:lnTo>
                <a:lnTo>
                  <a:pt x="188" y="492"/>
                </a:lnTo>
                <a:lnTo>
                  <a:pt x="197" y="476"/>
                </a:lnTo>
                <a:lnTo>
                  <a:pt x="207" y="462"/>
                </a:lnTo>
                <a:lnTo>
                  <a:pt x="224" y="430"/>
                </a:lnTo>
                <a:lnTo>
                  <a:pt x="231" y="416"/>
                </a:lnTo>
                <a:lnTo>
                  <a:pt x="244" y="384"/>
                </a:lnTo>
                <a:lnTo>
                  <a:pt x="251" y="351"/>
                </a:lnTo>
                <a:lnTo>
                  <a:pt x="257" y="318"/>
                </a:lnTo>
                <a:cubicBezTo>
                  <a:pt x="263" y="212"/>
                  <a:pt x="244" y="148"/>
                  <a:pt x="197" y="58"/>
                </a:cubicBezTo>
                <a:lnTo>
                  <a:pt x="189" y="43"/>
                </a:lnTo>
                <a:lnTo>
                  <a:pt x="184" y="27"/>
                </a:lnTo>
                <a:lnTo>
                  <a:pt x="183" y="27"/>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56" name="path"/>
          <p:cNvSpPr/>
          <p:nvPr/>
        </p:nvSpPr>
        <p:spPr>
          <a:xfrm>
            <a:off x="3267541" y="5071602"/>
            <a:ext cx="261674" cy="393366"/>
          </a:xfrm>
          <a:custGeom>
            <a:avLst/>
            <a:gdLst/>
            <a:ahLst/>
            <a:cxnLst/>
            <a:rect l="0" t="0" r="0" b="0"/>
            <a:pathLst>
              <a:path w="454" h="682">
                <a:moveTo>
                  <a:pt x="169" y="0"/>
                </a:moveTo>
                <a:lnTo>
                  <a:pt x="148" y="37"/>
                </a:lnTo>
                <a:lnTo>
                  <a:pt x="105" y="109"/>
                </a:lnTo>
                <a:lnTo>
                  <a:pt x="85" y="146"/>
                </a:lnTo>
                <a:lnTo>
                  <a:pt x="67" y="183"/>
                </a:lnTo>
                <a:lnTo>
                  <a:pt x="51" y="222"/>
                </a:lnTo>
                <a:lnTo>
                  <a:pt x="37" y="260"/>
                </a:lnTo>
                <a:lnTo>
                  <a:pt x="27" y="298"/>
                </a:lnTo>
                <a:lnTo>
                  <a:pt x="11" y="377"/>
                </a:lnTo>
                <a:lnTo>
                  <a:pt x="4" y="457"/>
                </a:lnTo>
                <a:lnTo>
                  <a:pt x="4" y="536"/>
                </a:lnTo>
                <a:lnTo>
                  <a:pt x="13" y="615"/>
                </a:lnTo>
                <a:lnTo>
                  <a:pt x="15" y="616"/>
                </a:lnTo>
                <a:lnTo>
                  <a:pt x="17" y="616"/>
                </a:lnTo>
                <a:lnTo>
                  <a:pt x="19" y="615"/>
                </a:lnTo>
                <a:lnTo>
                  <a:pt x="19" y="614"/>
                </a:lnTo>
                <a:cubicBezTo>
                  <a:pt x="-3" y="387"/>
                  <a:pt x="29" y="232"/>
                  <a:pt x="148" y="37"/>
                </a:cubicBezTo>
                <a:lnTo>
                  <a:pt x="169" y="0"/>
                </a:lnTo>
              </a:path>
              <a:path w="454" h="682">
                <a:moveTo>
                  <a:pt x="454" y="13"/>
                </a:moveTo>
                <a:lnTo>
                  <a:pt x="448" y="21"/>
                </a:lnTo>
                <a:lnTo>
                  <a:pt x="441" y="29"/>
                </a:lnTo>
                <a:lnTo>
                  <a:pt x="436" y="38"/>
                </a:lnTo>
                <a:cubicBezTo>
                  <a:pt x="413" y="76"/>
                  <a:pt x="392" y="125"/>
                  <a:pt x="375" y="166"/>
                </a:cubicBezTo>
                <a:lnTo>
                  <a:pt x="366" y="188"/>
                </a:lnTo>
                <a:lnTo>
                  <a:pt x="358" y="208"/>
                </a:lnTo>
                <a:cubicBezTo>
                  <a:pt x="288" y="380"/>
                  <a:pt x="272" y="494"/>
                  <a:pt x="306" y="681"/>
                </a:cubicBezTo>
                <a:lnTo>
                  <a:pt x="307" y="682"/>
                </a:lnTo>
                <a:lnTo>
                  <a:pt x="310" y="682"/>
                </a:lnTo>
                <a:lnTo>
                  <a:pt x="312" y="681"/>
                </a:lnTo>
                <a:lnTo>
                  <a:pt x="313" y="679"/>
                </a:lnTo>
                <a:cubicBezTo>
                  <a:pt x="291" y="521"/>
                  <a:pt x="301" y="382"/>
                  <a:pt x="357" y="233"/>
                </a:cubicBezTo>
                <a:lnTo>
                  <a:pt x="363" y="214"/>
                </a:lnTo>
                <a:lnTo>
                  <a:pt x="370" y="194"/>
                </a:lnTo>
                <a:cubicBezTo>
                  <a:pt x="389" y="145"/>
                  <a:pt x="410" y="88"/>
                  <a:pt x="435" y="43"/>
                </a:cubicBezTo>
                <a:lnTo>
                  <a:pt x="439" y="32"/>
                </a:lnTo>
                <a:lnTo>
                  <a:pt x="454" y="13"/>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558" name="picture 1558"/>
          <p:cNvPicPr>
            <a:picLocks noChangeAspect="1"/>
          </p:cNvPicPr>
          <p:nvPr/>
        </p:nvPicPr>
        <p:blipFill>
          <a:blip r:embed="rId20"/>
          <a:stretch>
            <a:fillRect/>
          </a:stretch>
        </p:blipFill>
        <p:spPr>
          <a:xfrm rot="21600000">
            <a:off x="6020080" y="2495704"/>
            <a:ext cx="533016" cy="151401"/>
          </a:xfrm>
          <a:prstGeom prst="rect">
            <a:avLst/>
          </a:prstGeom>
        </p:spPr>
      </p:pic>
      <p:pic>
        <p:nvPicPr>
          <p:cNvPr id="1560" name="picture 1560"/>
          <p:cNvPicPr>
            <a:picLocks noChangeAspect="1"/>
          </p:cNvPicPr>
          <p:nvPr/>
        </p:nvPicPr>
        <p:blipFill>
          <a:blip r:embed="rId21"/>
          <a:stretch>
            <a:fillRect/>
          </a:stretch>
        </p:blipFill>
        <p:spPr>
          <a:xfrm rot="21600000">
            <a:off x="8036692" y="3314239"/>
            <a:ext cx="91255" cy="801944"/>
          </a:xfrm>
          <a:prstGeom prst="rect">
            <a:avLst/>
          </a:prstGeom>
        </p:spPr>
      </p:pic>
      <p:pic>
        <p:nvPicPr>
          <p:cNvPr id="1562" name="picture 1562"/>
          <p:cNvPicPr>
            <a:picLocks noChangeAspect="1"/>
          </p:cNvPicPr>
          <p:nvPr/>
        </p:nvPicPr>
        <p:blipFill>
          <a:blip r:embed="rId22"/>
          <a:stretch>
            <a:fillRect/>
          </a:stretch>
        </p:blipFill>
        <p:spPr>
          <a:xfrm rot="21600000">
            <a:off x="7012820" y="2494320"/>
            <a:ext cx="458352" cy="152093"/>
          </a:xfrm>
          <a:prstGeom prst="rect">
            <a:avLst/>
          </a:prstGeom>
        </p:spPr>
      </p:pic>
      <p:pic>
        <p:nvPicPr>
          <p:cNvPr id="1564" name="picture 1564"/>
          <p:cNvPicPr>
            <a:picLocks noChangeAspect="1"/>
          </p:cNvPicPr>
          <p:nvPr/>
        </p:nvPicPr>
        <p:blipFill>
          <a:blip r:embed="rId23"/>
          <a:stretch>
            <a:fillRect/>
          </a:stretch>
        </p:blipFill>
        <p:spPr>
          <a:xfrm rot="21600000">
            <a:off x="6708645" y="2743199"/>
            <a:ext cx="151401" cy="458351"/>
          </a:xfrm>
          <a:prstGeom prst="rect">
            <a:avLst/>
          </a:prstGeom>
        </p:spPr>
      </p:pic>
      <p:sp>
        <p:nvSpPr>
          <p:cNvPr id="1566" name="path"/>
          <p:cNvSpPr/>
          <p:nvPr/>
        </p:nvSpPr>
        <p:spPr>
          <a:xfrm>
            <a:off x="3119256" y="5597704"/>
            <a:ext cx="218460" cy="22814"/>
          </a:xfrm>
          <a:custGeom>
            <a:avLst/>
            <a:gdLst/>
            <a:ahLst/>
            <a:cxnLst/>
            <a:rect l="0" t="0" r="0" b="0"/>
            <a:pathLst>
              <a:path w="379" h="39">
                <a:moveTo>
                  <a:pt x="33" y="3"/>
                </a:moveTo>
                <a:lnTo>
                  <a:pt x="41" y="4"/>
                </a:lnTo>
                <a:cubicBezTo>
                  <a:pt x="154" y="7"/>
                  <a:pt x="265" y="25"/>
                  <a:pt x="376" y="39"/>
                </a:cubicBezTo>
                <a:lnTo>
                  <a:pt x="379" y="39"/>
                </a:lnTo>
                <a:lnTo>
                  <a:pt x="379" y="34"/>
                </a:lnTo>
                <a:lnTo>
                  <a:pt x="367" y="33"/>
                </a:lnTo>
                <a:cubicBezTo>
                  <a:pt x="239" y="8"/>
                  <a:pt x="135" y="4"/>
                  <a:pt x="5" y="0"/>
                </a:cubicBezTo>
                <a:lnTo>
                  <a:pt x="0" y="0"/>
                </a:lnTo>
                <a:lnTo>
                  <a:pt x="3" y="1"/>
                </a:lnTo>
                <a:lnTo>
                  <a:pt x="7" y="1"/>
                </a:lnTo>
                <a:lnTo>
                  <a:pt x="11" y="2"/>
                </a:lnTo>
                <a:lnTo>
                  <a:pt x="23" y="2"/>
                </a:lnTo>
                <a:lnTo>
                  <a:pt x="30" y="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68" name="path"/>
          <p:cNvSpPr/>
          <p:nvPr/>
        </p:nvSpPr>
        <p:spPr>
          <a:xfrm>
            <a:off x="3422059" y="5504374"/>
            <a:ext cx="246805" cy="138957"/>
          </a:xfrm>
          <a:custGeom>
            <a:avLst/>
            <a:gdLst/>
            <a:ahLst/>
            <a:cxnLst/>
            <a:rect l="0" t="0" r="0" b="0"/>
            <a:pathLst>
              <a:path w="428" h="241">
                <a:moveTo>
                  <a:pt x="7" y="81"/>
                </a:moveTo>
                <a:lnTo>
                  <a:pt x="7" y="103"/>
                </a:lnTo>
                <a:lnTo>
                  <a:pt x="8" y="124"/>
                </a:lnTo>
                <a:lnTo>
                  <a:pt x="8" y="146"/>
                </a:lnTo>
                <a:lnTo>
                  <a:pt x="9" y="169"/>
                </a:lnTo>
                <a:lnTo>
                  <a:pt x="10" y="170"/>
                </a:lnTo>
                <a:lnTo>
                  <a:pt x="13" y="170"/>
                </a:lnTo>
                <a:lnTo>
                  <a:pt x="15" y="168"/>
                </a:lnTo>
                <a:lnTo>
                  <a:pt x="16" y="144"/>
                </a:lnTo>
                <a:cubicBezTo>
                  <a:pt x="19" y="106"/>
                  <a:pt x="16" y="64"/>
                  <a:pt x="7" y="27"/>
                </a:cubicBezTo>
                <a:lnTo>
                  <a:pt x="2" y="8"/>
                </a:lnTo>
                <a:lnTo>
                  <a:pt x="0" y="0"/>
                </a:lnTo>
                <a:lnTo>
                  <a:pt x="1" y="9"/>
                </a:lnTo>
                <a:lnTo>
                  <a:pt x="3" y="31"/>
                </a:lnTo>
                <a:lnTo>
                  <a:pt x="6" y="57"/>
                </a:lnTo>
              </a:path>
              <a:path w="428" h="241">
                <a:moveTo>
                  <a:pt x="4" y="199"/>
                </a:moveTo>
                <a:lnTo>
                  <a:pt x="10" y="201"/>
                </a:lnTo>
                <a:lnTo>
                  <a:pt x="21" y="202"/>
                </a:lnTo>
                <a:cubicBezTo>
                  <a:pt x="82" y="210"/>
                  <a:pt x="144" y="214"/>
                  <a:pt x="205" y="223"/>
                </a:cubicBezTo>
                <a:lnTo>
                  <a:pt x="219" y="224"/>
                </a:lnTo>
                <a:lnTo>
                  <a:pt x="232" y="226"/>
                </a:lnTo>
                <a:cubicBezTo>
                  <a:pt x="297" y="232"/>
                  <a:pt x="361" y="239"/>
                  <a:pt x="427" y="241"/>
                </a:cubicBezTo>
                <a:lnTo>
                  <a:pt x="428" y="240"/>
                </a:lnTo>
                <a:lnTo>
                  <a:pt x="428" y="238"/>
                </a:lnTo>
                <a:lnTo>
                  <a:pt x="426" y="237"/>
                </a:lnTo>
                <a:cubicBezTo>
                  <a:pt x="282" y="220"/>
                  <a:pt x="154" y="208"/>
                  <a:pt x="9" y="199"/>
                </a:cubicBezTo>
                <a:lnTo>
                  <a:pt x="4" y="199"/>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570" name="picture 1570"/>
          <p:cNvPicPr>
            <a:picLocks noChangeAspect="1"/>
          </p:cNvPicPr>
          <p:nvPr/>
        </p:nvPicPr>
        <p:blipFill>
          <a:blip r:embed="rId24"/>
          <a:stretch>
            <a:fillRect/>
          </a:stretch>
        </p:blipFill>
        <p:spPr>
          <a:xfrm rot="21600000">
            <a:off x="3115449" y="5609802"/>
            <a:ext cx="431741" cy="92292"/>
          </a:xfrm>
          <a:prstGeom prst="rect">
            <a:avLst/>
          </a:prstGeom>
        </p:spPr>
      </p:pic>
      <p:sp>
        <p:nvSpPr>
          <p:cNvPr id="1572" name="textbox 1572"/>
          <p:cNvSpPr/>
          <p:nvPr/>
        </p:nvSpPr>
        <p:spPr>
          <a:xfrm>
            <a:off x="2901278" y="5649532"/>
            <a:ext cx="436691" cy="241966"/>
          </a:xfrm>
          <a:prstGeom prst="rect">
            <a:avLst/>
          </a:prstGeom>
        </p:spPr>
        <p:txBody>
          <a:bodyPr vert="horz" wrap="square" lIns="0" tIns="0" rIns="0" bIns="0"/>
          <a:lstStyle/>
          <a:p>
            <a:pPr algn="l" rtl="0" eaLnBrk="0">
              <a:lnSpc>
                <a:spcPct val="89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Bob</a:t>
            </a:r>
            <a:endParaRPr lang="en-US" altLang="en-US" sz="1905" dirty="0"/>
          </a:p>
        </p:txBody>
      </p:sp>
      <p:pic>
        <p:nvPicPr>
          <p:cNvPr id="1574" name="picture 1574"/>
          <p:cNvPicPr>
            <a:picLocks noChangeAspect="1"/>
          </p:cNvPicPr>
          <p:nvPr/>
        </p:nvPicPr>
        <p:blipFill>
          <a:blip r:embed="rId25"/>
          <a:stretch>
            <a:fillRect/>
          </a:stretch>
        </p:blipFill>
        <p:spPr>
          <a:xfrm rot="21600000">
            <a:off x="3469070" y="5109624"/>
            <a:ext cx="219151" cy="291049"/>
          </a:xfrm>
          <a:prstGeom prst="rect">
            <a:avLst/>
          </a:prstGeom>
        </p:spPr>
      </p:pic>
      <p:sp>
        <p:nvSpPr>
          <p:cNvPr id="1576" name="path"/>
          <p:cNvSpPr/>
          <p:nvPr/>
        </p:nvSpPr>
        <p:spPr>
          <a:xfrm>
            <a:off x="2504663" y="4980346"/>
            <a:ext cx="314555" cy="201176"/>
          </a:xfrm>
          <a:custGeom>
            <a:avLst/>
            <a:gdLst/>
            <a:ahLst/>
            <a:cxnLst/>
            <a:rect l="0" t="0" r="0" b="0"/>
            <a:pathLst>
              <a:path w="546" h="349">
                <a:moveTo>
                  <a:pt x="546" y="0"/>
                </a:moveTo>
                <a:lnTo>
                  <a:pt x="542" y="19"/>
                </a:lnTo>
                <a:lnTo>
                  <a:pt x="535" y="36"/>
                </a:lnTo>
                <a:lnTo>
                  <a:pt x="525" y="52"/>
                </a:lnTo>
                <a:cubicBezTo>
                  <a:pt x="469" y="141"/>
                  <a:pt x="341" y="173"/>
                  <a:pt x="249" y="208"/>
                </a:cubicBezTo>
                <a:lnTo>
                  <a:pt x="230" y="216"/>
                </a:lnTo>
                <a:lnTo>
                  <a:pt x="210" y="223"/>
                </a:lnTo>
                <a:lnTo>
                  <a:pt x="190" y="230"/>
                </a:lnTo>
                <a:cubicBezTo>
                  <a:pt x="150" y="247"/>
                  <a:pt x="116" y="262"/>
                  <a:pt x="78" y="284"/>
                </a:cubicBezTo>
                <a:lnTo>
                  <a:pt x="61" y="295"/>
                </a:lnTo>
                <a:lnTo>
                  <a:pt x="43" y="306"/>
                </a:lnTo>
                <a:lnTo>
                  <a:pt x="28" y="317"/>
                </a:lnTo>
                <a:lnTo>
                  <a:pt x="13" y="330"/>
                </a:lnTo>
                <a:lnTo>
                  <a:pt x="0" y="343"/>
                </a:lnTo>
                <a:lnTo>
                  <a:pt x="0" y="346"/>
                </a:lnTo>
                <a:lnTo>
                  <a:pt x="1" y="347"/>
                </a:lnTo>
                <a:lnTo>
                  <a:pt x="4" y="349"/>
                </a:lnTo>
                <a:lnTo>
                  <a:pt x="8" y="347"/>
                </a:lnTo>
                <a:lnTo>
                  <a:pt x="26" y="336"/>
                </a:lnTo>
                <a:lnTo>
                  <a:pt x="45" y="323"/>
                </a:lnTo>
                <a:lnTo>
                  <a:pt x="64" y="313"/>
                </a:lnTo>
                <a:lnTo>
                  <a:pt x="84" y="301"/>
                </a:lnTo>
                <a:cubicBezTo>
                  <a:pt x="153" y="260"/>
                  <a:pt x="213" y="237"/>
                  <a:pt x="286" y="211"/>
                </a:cubicBezTo>
                <a:lnTo>
                  <a:pt x="297" y="206"/>
                </a:lnTo>
                <a:lnTo>
                  <a:pt x="308" y="202"/>
                </a:lnTo>
                <a:cubicBezTo>
                  <a:pt x="392" y="169"/>
                  <a:pt x="486" y="130"/>
                  <a:pt x="532" y="47"/>
                </a:cubicBezTo>
                <a:lnTo>
                  <a:pt x="538" y="32"/>
                </a:lnTo>
                <a:lnTo>
                  <a:pt x="543" y="16"/>
                </a:lnTo>
                <a:lnTo>
                  <a:pt x="546"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78" name="rect"/>
          <p:cNvSpPr/>
          <p:nvPr/>
        </p:nvSpPr>
        <p:spPr>
          <a:xfrm>
            <a:off x="10141793" y="5052936"/>
            <a:ext cx="275841" cy="226064"/>
          </a:xfrm>
          <a:prstGeom prst="rect">
            <a:avLst/>
          </a:prstGeom>
          <a:solidFill>
            <a:srgbClr val="000000">
              <a:alpha val="100000"/>
            </a:srgbClr>
          </a:solidFill>
          <a:ln cap="flat">
            <a:noFill/>
            <a:prstDash val="solid"/>
            <a:miter lim="0"/>
          </a:ln>
        </p:spPr>
        <p:txBody>
          <a:bodyPr rtlCol="0"/>
          <a:lstStyle/>
          <a:p>
            <a:pPr algn="ctr"/>
            <a:endParaRPr lang="zh-CN" altLang="en-US" sz="1635"/>
          </a:p>
        </p:txBody>
      </p:sp>
      <p:pic>
        <p:nvPicPr>
          <p:cNvPr id="1580" name="picture 1580"/>
          <p:cNvPicPr>
            <a:picLocks noChangeAspect="1"/>
          </p:cNvPicPr>
          <p:nvPr/>
        </p:nvPicPr>
        <p:blipFill>
          <a:blip r:embed="rId26"/>
          <a:stretch>
            <a:fillRect/>
          </a:stretch>
        </p:blipFill>
        <p:spPr>
          <a:xfrm rot="21600000">
            <a:off x="8922286" y="1997946"/>
            <a:ext cx="151401" cy="400280"/>
          </a:xfrm>
          <a:prstGeom prst="rect">
            <a:avLst/>
          </a:prstGeom>
        </p:spPr>
      </p:pic>
      <p:sp>
        <p:nvSpPr>
          <p:cNvPr id="1582" name="path"/>
          <p:cNvSpPr/>
          <p:nvPr/>
        </p:nvSpPr>
        <p:spPr>
          <a:xfrm>
            <a:off x="2958868" y="5109624"/>
            <a:ext cx="146562" cy="367788"/>
          </a:xfrm>
          <a:custGeom>
            <a:avLst/>
            <a:gdLst/>
            <a:ahLst/>
            <a:cxnLst/>
            <a:rect l="0" t="0" r="0" b="0"/>
            <a:pathLst>
              <a:path w="254" h="638">
                <a:moveTo>
                  <a:pt x="0" y="0"/>
                </a:moveTo>
                <a:lnTo>
                  <a:pt x="1" y="1"/>
                </a:lnTo>
                <a:lnTo>
                  <a:pt x="2" y="3"/>
                </a:lnTo>
                <a:cubicBezTo>
                  <a:pt x="27" y="24"/>
                  <a:pt x="47" y="38"/>
                  <a:pt x="75" y="55"/>
                </a:cubicBezTo>
                <a:lnTo>
                  <a:pt x="93" y="64"/>
                </a:lnTo>
                <a:lnTo>
                  <a:pt x="113" y="74"/>
                </a:lnTo>
                <a:lnTo>
                  <a:pt x="135" y="83"/>
                </a:lnTo>
                <a:lnTo>
                  <a:pt x="159" y="93"/>
                </a:lnTo>
                <a:lnTo>
                  <a:pt x="186" y="100"/>
                </a:lnTo>
                <a:lnTo>
                  <a:pt x="212" y="109"/>
                </a:lnTo>
                <a:lnTo>
                  <a:pt x="242" y="116"/>
                </a:lnTo>
                <a:lnTo>
                  <a:pt x="247" y="116"/>
                </a:lnTo>
                <a:lnTo>
                  <a:pt x="249" y="113"/>
                </a:lnTo>
                <a:lnTo>
                  <a:pt x="253" y="111"/>
                </a:lnTo>
                <a:lnTo>
                  <a:pt x="254" y="110"/>
                </a:lnTo>
                <a:lnTo>
                  <a:pt x="252" y="106"/>
                </a:lnTo>
                <a:lnTo>
                  <a:pt x="246" y="103"/>
                </a:lnTo>
                <a:cubicBezTo>
                  <a:pt x="227" y="98"/>
                  <a:pt x="208" y="94"/>
                  <a:pt x="189" y="90"/>
                </a:cubicBezTo>
                <a:lnTo>
                  <a:pt x="165" y="82"/>
                </a:lnTo>
                <a:cubicBezTo>
                  <a:pt x="132" y="71"/>
                  <a:pt x="96" y="55"/>
                  <a:pt x="66" y="38"/>
                </a:cubicBezTo>
                <a:lnTo>
                  <a:pt x="45" y="27"/>
                </a:lnTo>
                <a:lnTo>
                  <a:pt x="22" y="14"/>
                </a:lnTo>
              </a:path>
              <a:path w="254" h="638">
                <a:moveTo>
                  <a:pt x="16" y="43"/>
                </a:moveTo>
                <a:lnTo>
                  <a:pt x="19" y="48"/>
                </a:lnTo>
                <a:cubicBezTo>
                  <a:pt x="98" y="211"/>
                  <a:pt x="127" y="420"/>
                  <a:pt x="42" y="588"/>
                </a:cubicBezTo>
                <a:lnTo>
                  <a:pt x="12" y="638"/>
                </a:lnTo>
                <a:lnTo>
                  <a:pt x="14" y="636"/>
                </a:lnTo>
                <a:lnTo>
                  <a:pt x="21" y="627"/>
                </a:lnTo>
                <a:cubicBezTo>
                  <a:pt x="50" y="593"/>
                  <a:pt x="81" y="524"/>
                  <a:pt x="93" y="482"/>
                </a:cubicBezTo>
                <a:lnTo>
                  <a:pt x="103" y="442"/>
                </a:lnTo>
                <a:lnTo>
                  <a:pt x="109" y="399"/>
                </a:lnTo>
                <a:lnTo>
                  <a:pt x="111" y="351"/>
                </a:lnTo>
                <a:lnTo>
                  <a:pt x="110" y="302"/>
                </a:lnTo>
                <a:lnTo>
                  <a:pt x="103" y="247"/>
                </a:lnTo>
                <a:lnTo>
                  <a:pt x="88" y="190"/>
                </a:lnTo>
                <a:lnTo>
                  <a:pt x="67" y="129"/>
                </a:lnTo>
                <a:lnTo>
                  <a:pt x="38" y="66"/>
                </a:lnTo>
                <a:lnTo>
                  <a:pt x="37" y="60"/>
                </a:lnTo>
                <a:lnTo>
                  <a:pt x="32" y="48"/>
                </a:lnTo>
                <a:lnTo>
                  <a:pt x="25" y="39"/>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584" name="rect"/>
          <p:cNvSpPr/>
          <p:nvPr/>
        </p:nvSpPr>
        <p:spPr>
          <a:xfrm>
            <a:off x="10156991" y="5059158"/>
            <a:ext cx="248878" cy="211546"/>
          </a:xfrm>
          <a:prstGeom prst="rect">
            <a:avLst/>
          </a:prstGeom>
          <a:solidFill>
            <a:srgbClr val="26ADE8">
              <a:alpha val="100000"/>
            </a:srgbClr>
          </a:solidFill>
          <a:ln cap="flat">
            <a:noFill/>
            <a:prstDash val="solid"/>
            <a:miter lim="0"/>
          </a:ln>
        </p:spPr>
        <p:txBody>
          <a:bodyPr rtlCol="0"/>
          <a:lstStyle/>
          <a:p>
            <a:pPr algn="ctr"/>
            <a:endParaRPr lang="zh-CN" altLang="en-US" sz="1635"/>
          </a:p>
        </p:txBody>
      </p:sp>
      <p:pic>
        <p:nvPicPr>
          <p:cNvPr id="1586" name="picture 1586"/>
          <p:cNvPicPr>
            <a:picLocks noChangeAspect="1"/>
          </p:cNvPicPr>
          <p:nvPr/>
        </p:nvPicPr>
        <p:blipFill>
          <a:blip r:embed="rId27"/>
          <a:stretch>
            <a:fillRect/>
          </a:stretch>
        </p:blipFill>
        <p:spPr>
          <a:xfrm rot="21600000">
            <a:off x="9077144" y="3657138"/>
            <a:ext cx="151401" cy="343591"/>
          </a:xfrm>
          <a:prstGeom prst="rect">
            <a:avLst/>
          </a:prstGeom>
        </p:spPr>
      </p:pic>
      <p:grpSp>
        <p:nvGrpSpPr>
          <p:cNvPr id="122" name="group 122"/>
          <p:cNvGrpSpPr/>
          <p:nvPr/>
        </p:nvGrpSpPr>
        <p:grpSpPr>
          <a:xfrm rot="21600000">
            <a:off x="2798433" y="4812317"/>
            <a:ext cx="271738" cy="182546"/>
            <a:chOff x="0" y="0"/>
            <a:chExt cx="299516" cy="201206"/>
          </a:xfrm>
        </p:grpSpPr>
        <p:sp>
          <p:nvSpPr>
            <p:cNvPr id="1588" name="path"/>
            <p:cNvSpPr/>
            <p:nvPr/>
          </p:nvSpPr>
          <p:spPr>
            <a:xfrm>
              <a:off x="21387" y="12992"/>
              <a:ext cx="256032" cy="90677"/>
            </a:xfrm>
            <a:custGeom>
              <a:avLst/>
              <a:gdLst/>
              <a:ahLst/>
              <a:cxnLst/>
              <a:rect l="0" t="0" r="0" b="0"/>
              <a:pathLst>
                <a:path w="403" h="142">
                  <a:moveTo>
                    <a:pt x="181" y="58"/>
                  </a:moveTo>
                  <a:lnTo>
                    <a:pt x="187" y="60"/>
                  </a:lnTo>
                  <a:lnTo>
                    <a:pt x="203" y="64"/>
                  </a:lnTo>
                  <a:lnTo>
                    <a:pt x="226" y="69"/>
                  </a:lnTo>
                  <a:lnTo>
                    <a:pt x="256" y="76"/>
                  </a:lnTo>
                  <a:lnTo>
                    <a:pt x="285" y="86"/>
                  </a:lnTo>
                  <a:lnTo>
                    <a:pt x="313" y="98"/>
                  </a:lnTo>
                  <a:lnTo>
                    <a:pt x="337" y="111"/>
                  </a:lnTo>
                  <a:lnTo>
                    <a:pt x="351" y="126"/>
                  </a:lnTo>
                  <a:lnTo>
                    <a:pt x="363" y="136"/>
                  </a:lnTo>
                  <a:lnTo>
                    <a:pt x="376" y="138"/>
                  </a:lnTo>
                  <a:lnTo>
                    <a:pt x="388" y="132"/>
                  </a:lnTo>
                  <a:lnTo>
                    <a:pt x="398" y="118"/>
                  </a:lnTo>
                  <a:lnTo>
                    <a:pt x="403" y="102"/>
                  </a:lnTo>
                  <a:lnTo>
                    <a:pt x="401" y="83"/>
                  </a:lnTo>
                  <a:lnTo>
                    <a:pt x="392" y="64"/>
                  </a:lnTo>
                  <a:cubicBezTo>
                    <a:pt x="353" y="22"/>
                    <a:pt x="250" y="1"/>
                    <a:pt x="195" y="0"/>
                  </a:cubicBezTo>
                  <a:lnTo>
                    <a:pt x="152" y="0"/>
                  </a:lnTo>
                  <a:lnTo>
                    <a:pt x="130" y="2"/>
                  </a:lnTo>
                  <a:lnTo>
                    <a:pt x="110" y="7"/>
                  </a:lnTo>
                  <a:lnTo>
                    <a:pt x="91" y="12"/>
                  </a:lnTo>
                  <a:lnTo>
                    <a:pt x="71" y="20"/>
                  </a:lnTo>
                  <a:lnTo>
                    <a:pt x="56" y="30"/>
                  </a:lnTo>
                  <a:lnTo>
                    <a:pt x="31" y="51"/>
                  </a:lnTo>
                  <a:lnTo>
                    <a:pt x="13" y="69"/>
                  </a:lnTo>
                  <a:lnTo>
                    <a:pt x="3" y="86"/>
                  </a:lnTo>
                  <a:lnTo>
                    <a:pt x="0" y="102"/>
                  </a:lnTo>
                  <a:lnTo>
                    <a:pt x="2" y="113"/>
                  </a:lnTo>
                  <a:lnTo>
                    <a:pt x="7" y="123"/>
                  </a:lnTo>
                  <a:lnTo>
                    <a:pt x="14" y="132"/>
                  </a:lnTo>
                  <a:lnTo>
                    <a:pt x="22" y="138"/>
                  </a:lnTo>
                  <a:lnTo>
                    <a:pt x="31" y="141"/>
                  </a:lnTo>
                  <a:lnTo>
                    <a:pt x="38" y="142"/>
                  </a:lnTo>
                  <a:lnTo>
                    <a:pt x="44" y="141"/>
                  </a:lnTo>
                  <a:lnTo>
                    <a:pt x="50" y="139"/>
                  </a:lnTo>
                  <a:lnTo>
                    <a:pt x="56" y="127"/>
                  </a:lnTo>
                  <a:lnTo>
                    <a:pt x="57" y="118"/>
                  </a:lnTo>
                  <a:lnTo>
                    <a:pt x="56" y="106"/>
                  </a:lnTo>
                  <a:lnTo>
                    <a:pt x="56" y="96"/>
                  </a:lnTo>
                  <a:lnTo>
                    <a:pt x="61" y="83"/>
                  </a:lnTo>
                  <a:lnTo>
                    <a:pt x="69" y="75"/>
                  </a:lnTo>
                  <a:lnTo>
                    <a:pt x="82" y="68"/>
                  </a:lnTo>
                  <a:lnTo>
                    <a:pt x="100" y="62"/>
                  </a:lnTo>
                  <a:lnTo>
                    <a:pt x="122" y="58"/>
                  </a:lnTo>
                  <a:lnTo>
                    <a:pt x="148" y="57"/>
                  </a:lnTo>
                </a:path>
              </a:pathLst>
            </a:custGeom>
            <a:solidFill>
              <a:srgbClr val="FFFFFF">
                <a:alpha val="100000"/>
              </a:srgbClr>
            </a:solidFill>
            <a:ln cap="flat">
              <a:noFill/>
              <a:prstDash val="solid"/>
              <a:miter lim="0"/>
            </a:ln>
          </p:spPr>
          <p:txBody>
            <a:bodyPr rtlCol="0"/>
            <a:lstStyle/>
            <a:p>
              <a:pPr algn="ctr"/>
              <a:endParaRPr lang="zh-CN" altLang="en-US" sz="1635"/>
            </a:p>
          </p:txBody>
        </p:sp>
        <p:sp>
          <p:nvSpPr>
            <p:cNvPr id="1590" name="path"/>
            <p:cNvSpPr/>
            <p:nvPr/>
          </p:nvSpPr>
          <p:spPr>
            <a:xfrm>
              <a:off x="21212" y="12833"/>
              <a:ext cx="251621" cy="87026"/>
            </a:xfrm>
            <a:custGeom>
              <a:avLst/>
              <a:gdLst/>
              <a:ahLst/>
              <a:cxnLst/>
              <a:rect l="0" t="0" r="0" b="0"/>
              <a:pathLst>
                <a:path w="396" h="137">
                  <a:moveTo>
                    <a:pt x="51" y="101"/>
                  </a:moveTo>
                  <a:lnTo>
                    <a:pt x="53" y="89"/>
                  </a:lnTo>
                  <a:lnTo>
                    <a:pt x="60" y="79"/>
                  </a:lnTo>
                  <a:lnTo>
                    <a:pt x="69" y="69"/>
                  </a:lnTo>
                  <a:lnTo>
                    <a:pt x="83" y="61"/>
                  </a:lnTo>
                  <a:lnTo>
                    <a:pt x="102" y="55"/>
                  </a:lnTo>
                  <a:lnTo>
                    <a:pt x="123" y="51"/>
                  </a:lnTo>
                  <a:lnTo>
                    <a:pt x="151" y="51"/>
                  </a:lnTo>
                  <a:lnTo>
                    <a:pt x="181" y="56"/>
                  </a:lnTo>
                  <a:lnTo>
                    <a:pt x="194" y="59"/>
                  </a:lnTo>
                  <a:lnTo>
                    <a:pt x="213" y="62"/>
                  </a:lnTo>
                  <a:cubicBezTo>
                    <a:pt x="260" y="77"/>
                    <a:pt x="292" y="80"/>
                    <a:pt x="337" y="107"/>
                  </a:cubicBezTo>
                  <a:lnTo>
                    <a:pt x="357" y="127"/>
                  </a:lnTo>
                  <a:lnTo>
                    <a:pt x="363" y="131"/>
                  </a:lnTo>
                  <a:lnTo>
                    <a:pt x="371" y="132"/>
                  </a:lnTo>
                  <a:lnTo>
                    <a:pt x="378" y="131"/>
                  </a:lnTo>
                  <a:lnTo>
                    <a:pt x="390" y="121"/>
                  </a:lnTo>
                  <a:lnTo>
                    <a:pt x="395" y="104"/>
                  </a:lnTo>
                  <a:lnTo>
                    <a:pt x="395" y="97"/>
                  </a:lnTo>
                  <a:cubicBezTo>
                    <a:pt x="396" y="83"/>
                    <a:pt x="388" y="71"/>
                    <a:pt x="379" y="62"/>
                  </a:cubicBezTo>
                  <a:lnTo>
                    <a:pt x="371" y="54"/>
                  </a:lnTo>
                  <a:lnTo>
                    <a:pt x="361" y="48"/>
                  </a:lnTo>
                  <a:lnTo>
                    <a:pt x="348" y="39"/>
                  </a:lnTo>
                  <a:lnTo>
                    <a:pt x="312" y="25"/>
                  </a:lnTo>
                  <a:cubicBezTo>
                    <a:pt x="246" y="0"/>
                    <a:pt x="120" y="-9"/>
                    <a:pt x="60" y="32"/>
                  </a:cubicBezTo>
                  <a:lnTo>
                    <a:pt x="43" y="44"/>
                  </a:lnTo>
                  <a:cubicBezTo>
                    <a:pt x="16" y="69"/>
                    <a:pt x="-18" y="103"/>
                    <a:pt x="23" y="134"/>
                  </a:cubicBezTo>
                  <a:lnTo>
                    <a:pt x="36" y="137"/>
                  </a:lnTo>
                  <a:lnTo>
                    <a:pt x="44" y="132"/>
                  </a:lnTo>
                  <a:lnTo>
                    <a:pt x="50" y="120"/>
                  </a:lnTo>
                </a:path>
              </a:pathLst>
            </a:custGeom>
            <a:solidFill>
              <a:srgbClr val="D1BAB2">
                <a:alpha val="100000"/>
              </a:srgbClr>
            </a:solidFill>
            <a:ln cap="flat">
              <a:noFill/>
              <a:prstDash val="solid"/>
              <a:miter lim="0"/>
            </a:ln>
          </p:spPr>
          <p:txBody>
            <a:bodyPr rtlCol="0"/>
            <a:lstStyle/>
            <a:p>
              <a:pPr algn="ctr"/>
              <a:endParaRPr lang="zh-CN" altLang="en-US" sz="1635"/>
            </a:p>
          </p:txBody>
        </p:sp>
        <p:sp>
          <p:nvSpPr>
            <p:cNvPr id="1592" name="path"/>
            <p:cNvSpPr/>
            <p:nvPr/>
          </p:nvSpPr>
          <p:spPr>
            <a:xfrm>
              <a:off x="25284" y="14777"/>
              <a:ext cx="243752" cy="80511"/>
            </a:xfrm>
            <a:custGeom>
              <a:avLst/>
              <a:gdLst/>
              <a:ahLst/>
              <a:cxnLst/>
              <a:rect l="0" t="0" r="0" b="0"/>
              <a:pathLst>
                <a:path w="383" h="126">
                  <a:moveTo>
                    <a:pt x="41" y="89"/>
                  </a:moveTo>
                  <a:lnTo>
                    <a:pt x="45" y="79"/>
                  </a:lnTo>
                  <a:lnTo>
                    <a:pt x="52" y="69"/>
                  </a:lnTo>
                  <a:lnTo>
                    <a:pt x="64" y="60"/>
                  </a:lnTo>
                  <a:lnTo>
                    <a:pt x="79" y="53"/>
                  </a:lnTo>
                  <a:lnTo>
                    <a:pt x="98" y="47"/>
                  </a:lnTo>
                  <a:lnTo>
                    <a:pt x="121" y="45"/>
                  </a:lnTo>
                  <a:lnTo>
                    <a:pt x="147" y="45"/>
                  </a:lnTo>
                  <a:lnTo>
                    <a:pt x="178" y="48"/>
                  </a:lnTo>
                  <a:lnTo>
                    <a:pt x="196" y="53"/>
                  </a:lnTo>
                  <a:lnTo>
                    <a:pt x="218" y="58"/>
                  </a:lnTo>
                  <a:cubicBezTo>
                    <a:pt x="247" y="65"/>
                    <a:pt x="309" y="80"/>
                    <a:pt x="332" y="99"/>
                  </a:cubicBezTo>
                  <a:lnTo>
                    <a:pt x="344" y="109"/>
                  </a:lnTo>
                  <a:lnTo>
                    <a:pt x="351" y="115"/>
                  </a:lnTo>
                  <a:lnTo>
                    <a:pt x="357" y="120"/>
                  </a:lnTo>
                  <a:lnTo>
                    <a:pt x="371" y="120"/>
                  </a:lnTo>
                  <a:lnTo>
                    <a:pt x="376" y="117"/>
                  </a:lnTo>
                  <a:lnTo>
                    <a:pt x="381" y="111"/>
                  </a:lnTo>
                  <a:lnTo>
                    <a:pt x="383" y="103"/>
                  </a:lnTo>
                  <a:lnTo>
                    <a:pt x="383" y="88"/>
                  </a:lnTo>
                  <a:cubicBezTo>
                    <a:pt x="379" y="76"/>
                    <a:pt x="372" y="65"/>
                    <a:pt x="363" y="55"/>
                  </a:cubicBezTo>
                  <a:lnTo>
                    <a:pt x="346" y="43"/>
                  </a:lnTo>
                  <a:lnTo>
                    <a:pt x="332" y="36"/>
                  </a:lnTo>
                  <a:lnTo>
                    <a:pt x="316" y="29"/>
                  </a:lnTo>
                  <a:lnTo>
                    <a:pt x="299" y="22"/>
                  </a:lnTo>
                  <a:cubicBezTo>
                    <a:pt x="235" y="0"/>
                    <a:pt x="120" y="-5"/>
                    <a:pt x="59" y="30"/>
                  </a:cubicBezTo>
                  <a:lnTo>
                    <a:pt x="52" y="35"/>
                  </a:lnTo>
                  <a:lnTo>
                    <a:pt x="45" y="41"/>
                  </a:lnTo>
                  <a:cubicBezTo>
                    <a:pt x="18" y="59"/>
                    <a:pt x="-16" y="99"/>
                    <a:pt x="19" y="126"/>
                  </a:cubicBezTo>
                  <a:lnTo>
                    <a:pt x="29" y="126"/>
                  </a:lnTo>
                  <a:lnTo>
                    <a:pt x="34" y="120"/>
                  </a:lnTo>
                  <a:lnTo>
                    <a:pt x="38" y="107"/>
                  </a:lnTo>
                </a:path>
              </a:pathLst>
            </a:custGeom>
            <a:solidFill>
              <a:srgbClr val="A07266">
                <a:alpha val="100000"/>
              </a:srgbClr>
            </a:solidFill>
            <a:ln cap="flat">
              <a:noFill/>
              <a:prstDash val="solid"/>
              <a:miter lim="0"/>
            </a:ln>
          </p:spPr>
          <p:txBody>
            <a:bodyPr rtlCol="0"/>
            <a:lstStyle/>
            <a:p>
              <a:pPr algn="ctr"/>
              <a:endParaRPr lang="zh-CN" altLang="en-US" sz="1635"/>
            </a:p>
          </p:txBody>
        </p:sp>
        <p:sp>
          <p:nvSpPr>
            <p:cNvPr id="1594" name="path"/>
            <p:cNvSpPr/>
            <p:nvPr/>
          </p:nvSpPr>
          <p:spPr>
            <a:xfrm>
              <a:off x="28003" y="16510"/>
              <a:ext cx="239509" cy="74968"/>
            </a:xfrm>
            <a:custGeom>
              <a:avLst/>
              <a:gdLst/>
              <a:ahLst/>
              <a:cxnLst/>
              <a:rect l="0" t="0" r="0" b="0"/>
              <a:pathLst>
                <a:path w="377" h="118">
                  <a:moveTo>
                    <a:pt x="33" y="78"/>
                  </a:moveTo>
                  <a:lnTo>
                    <a:pt x="39" y="70"/>
                  </a:lnTo>
                  <a:lnTo>
                    <a:pt x="48" y="60"/>
                  </a:lnTo>
                  <a:lnTo>
                    <a:pt x="61" y="52"/>
                  </a:lnTo>
                  <a:cubicBezTo>
                    <a:pt x="120" y="14"/>
                    <a:pt x="273" y="60"/>
                    <a:pt x="331" y="91"/>
                  </a:cubicBezTo>
                  <a:lnTo>
                    <a:pt x="341" y="100"/>
                  </a:lnTo>
                  <a:lnTo>
                    <a:pt x="348" y="106"/>
                  </a:lnTo>
                  <a:lnTo>
                    <a:pt x="354" y="109"/>
                  </a:lnTo>
                  <a:lnTo>
                    <a:pt x="360" y="110"/>
                  </a:lnTo>
                  <a:lnTo>
                    <a:pt x="367" y="110"/>
                  </a:lnTo>
                  <a:lnTo>
                    <a:pt x="375" y="102"/>
                  </a:lnTo>
                  <a:lnTo>
                    <a:pt x="377" y="95"/>
                  </a:lnTo>
                  <a:lnTo>
                    <a:pt x="374" y="85"/>
                  </a:lnTo>
                  <a:cubicBezTo>
                    <a:pt x="370" y="75"/>
                    <a:pt x="364" y="64"/>
                    <a:pt x="356" y="56"/>
                  </a:cubicBezTo>
                  <a:lnTo>
                    <a:pt x="349" y="50"/>
                  </a:lnTo>
                  <a:lnTo>
                    <a:pt x="342" y="46"/>
                  </a:lnTo>
                  <a:lnTo>
                    <a:pt x="333" y="41"/>
                  </a:lnTo>
                  <a:lnTo>
                    <a:pt x="305" y="26"/>
                  </a:lnTo>
                  <a:cubicBezTo>
                    <a:pt x="242" y="-5"/>
                    <a:pt x="138" y="0"/>
                    <a:pt x="73" y="23"/>
                  </a:cubicBezTo>
                  <a:lnTo>
                    <a:pt x="61" y="29"/>
                  </a:lnTo>
                  <a:lnTo>
                    <a:pt x="54" y="34"/>
                  </a:lnTo>
                  <a:lnTo>
                    <a:pt x="42" y="41"/>
                  </a:lnTo>
                  <a:lnTo>
                    <a:pt x="30" y="50"/>
                  </a:lnTo>
                  <a:lnTo>
                    <a:pt x="26" y="55"/>
                  </a:lnTo>
                  <a:lnTo>
                    <a:pt x="20" y="60"/>
                  </a:lnTo>
                  <a:lnTo>
                    <a:pt x="17" y="65"/>
                  </a:lnTo>
                  <a:cubicBezTo>
                    <a:pt x="11" y="76"/>
                    <a:pt x="0" y="89"/>
                    <a:pt x="6" y="102"/>
                  </a:cubicBezTo>
                  <a:lnTo>
                    <a:pt x="7" y="108"/>
                  </a:lnTo>
                  <a:lnTo>
                    <a:pt x="11" y="114"/>
                  </a:lnTo>
                  <a:lnTo>
                    <a:pt x="18" y="118"/>
                  </a:lnTo>
                  <a:lnTo>
                    <a:pt x="25" y="118"/>
                  </a:lnTo>
                  <a:lnTo>
                    <a:pt x="27" y="109"/>
                  </a:lnTo>
                  <a:lnTo>
                    <a:pt x="29" y="96"/>
                  </a:lnTo>
                </a:path>
              </a:pathLst>
            </a:custGeom>
            <a:solidFill>
              <a:srgbClr val="722B19">
                <a:alpha val="100000"/>
              </a:srgbClr>
            </a:solidFill>
            <a:ln cap="flat">
              <a:noFill/>
              <a:prstDash val="solid"/>
              <a:miter lim="0"/>
            </a:ln>
          </p:spPr>
          <p:txBody>
            <a:bodyPr rtlCol="0"/>
            <a:lstStyle/>
            <a:p>
              <a:pPr algn="ctr"/>
              <a:endParaRPr lang="zh-CN" altLang="en-US" sz="1635"/>
            </a:p>
          </p:txBody>
        </p:sp>
        <p:sp>
          <p:nvSpPr>
            <p:cNvPr id="1596" name="path"/>
            <p:cNvSpPr/>
            <p:nvPr/>
          </p:nvSpPr>
          <p:spPr>
            <a:xfrm>
              <a:off x="34340" y="20689"/>
              <a:ext cx="230886" cy="67741"/>
            </a:xfrm>
            <a:custGeom>
              <a:avLst/>
              <a:gdLst/>
              <a:ahLst/>
              <a:cxnLst/>
              <a:rect l="0" t="0" r="0" b="0"/>
              <a:pathLst>
                <a:path w="363" h="106">
                  <a:moveTo>
                    <a:pt x="0" y="87"/>
                  </a:moveTo>
                  <a:lnTo>
                    <a:pt x="0" y="95"/>
                  </a:lnTo>
                  <a:lnTo>
                    <a:pt x="2" y="101"/>
                  </a:lnTo>
                  <a:lnTo>
                    <a:pt x="10" y="106"/>
                  </a:lnTo>
                  <a:lnTo>
                    <a:pt x="15" y="104"/>
                  </a:lnTo>
                  <a:lnTo>
                    <a:pt x="14" y="94"/>
                  </a:lnTo>
                  <a:lnTo>
                    <a:pt x="13" y="80"/>
                  </a:lnTo>
                  <a:lnTo>
                    <a:pt x="20" y="64"/>
                  </a:lnTo>
                  <a:cubicBezTo>
                    <a:pt x="72" y="1"/>
                    <a:pt x="159" y="30"/>
                    <a:pt x="225" y="45"/>
                  </a:cubicBezTo>
                  <a:lnTo>
                    <a:pt x="252" y="52"/>
                  </a:lnTo>
                  <a:lnTo>
                    <a:pt x="274" y="59"/>
                  </a:lnTo>
                  <a:lnTo>
                    <a:pt x="295" y="65"/>
                  </a:lnTo>
                  <a:lnTo>
                    <a:pt x="310" y="71"/>
                  </a:lnTo>
                  <a:lnTo>
                    <a:pt x="323" y="79"/>
                  </a:lnTo>
                  <a:lnTo>
                    <a:pt x="338" y="91"/>
                  </a:lnTo>
                  <a:lnTo>
                    <a:pt x="344" y="94"/>
                  </a:lnTo>
                  <a:lnTo>
                    <a:pt x="350" y="97"/>
                  </a:lnTo>
                  <a:lnTo>
                    <a:pt x="357" y="95"/>
                  </a:lnTo>
                  <a:lnTo>
                    <a:pt x="361" y="93"/>
                  </a:lnTo>
                  <a:lnTo>
                    <a:pt x="363" y="88"/>
                  </a:lnTo>
                  <a:lnTo>
                    <a:pt x="363" y="81"/>
                  </a:lnTo>
                  <a:lnTo>
                    <a:pt x="356" y="67"/>
                  </a:lnTo>
                  <a:lnTo>
                    <a:pt x="350" y="61"/>
                  </a:lnTo>
                  <a:cubicBezTo>
                    <a:pt x="328" y="33"/>
                    <a:pt x="277" y="11"/>
                    <a:pt x="243" y="5"/>
                  </a:cubicBezTo>
                  <a:lnTo>
                    <a:pt x="227" y="2"/>
                  </a:lnTo>
                  <a:lnTo>
                    <a:pt x="213" y="1"/>
                  </a:lnTo>
                  <a:cubicBezTo>
                    <a:pt x="155" y="0"/>
                    <a:pt x="55" y="5"/>
                    <a:pt x="15" y="55"/>
                  </a:cubicBezTo>
                  <a:lnTo>
                    <a:pt x="6" y="67"/>
                  </a:lnTo>
                  <a:lnTo>
                    <a:pt x="1" y="77"/>
                  </a:lnTo>
                  <a:lnTo>
                    <a:pt x="0" y="85"/>
                  </a:lnTo>
                </a:path>
              </a:pathLst>
            </a:custGeom>
            <a:solidFill>
              <a:srgbClr val="440000">
                <a:alpha val="100000"/>
              </a:srgbClr>
            </a:solidFill>
            <a:ln cap="flat">
              <a:noFill/>
              <a:prstDash val="solid"/>
              <a:miter lim="0"/>
            </a:ln>
          </p:spPr>
          <p:txBody>
            <a:bodyPr rtlCol="0"/>
            <a:lstStyle/>
            <a:p>
              <a:pPr algn="ctr"/>
              <a:endParaRPr lang="zh-CN" altLang="en-US" sz="1635"/>
            </a:p>
          </p:txBody>
        </p:sp>
        <p:sp>
          <p:nvSpPr>
            <p:cNvPr id="1598" name="path"/>
            <p:cNvSpPr/>
            <p:nvPr/>
          </p:nvSpPr>
          <p:spPr>
            <a:xfrm>
              <a:off x="0" y="0"/>
              <a:ext cx="299516" cy="201206"/>
            </a:xfrm>
            <a:custGeom>
              <a:avLst/>
              <a:gdLst/>
              <a:ahLst/>
              <a:cxnLst/>
              <a:rect l="0" t="0" r="0" b="0"/>
              <a:pathLst>
                <a:path w="471" h="316">
                  <a:moveTo>
                    <a:pt x="28" y="285"/>
                  </a:moveTo>
                  <a:lnTo>
                    <a:pt x="32" y="266"/>
                  </a:lnTo>
                  <a:lnTo>
                    <a:pt x="33" y="247"/>
                  </a:lnTo>
                  <a:cubicBezTo>
                    <a:pt x="40" y="209"/>
                    <a:pt x="28" y="154"/>
                    <a:pt x="33" y="112"/>
                  </a:cubicBezTo>
                  <a:lnTo>
                    <a:pt x="39" y="94"/>
                  </a:lnTo>
                  <a:lnTo>
                    <a:pt x="50" y="76"/>
                  </a:lnTo>
                  <a:lnTo>
                    <a:pt x="64" y="60"/>
                  </a:lnTo>
                  <a:lnTo>
                    <a:pt x="82" y="45"/>
                  </a:lnTo>
                  <a:lnTo>
                    <a:pt x="104" y="32"/>
                  </a:lnTo>
                  <a:lnTo>
                    <a:pt x="126" y="22"/>
                  </a:lnTo>
                  <a:lnTo>
                    <a:pt x="151" y="15"/>
                  </a:lnTo>
                  <a:lnTo>
                    <a:pt x="176" y="13"/>
                  </a:lnTo>
                  <a:lnTo>
                    <a:pt x="180" y="9"/>
                  </a:lnTo>
                  <a:lnTo>
                    <a:pt x="180" y="7"/>
                  </a:lnTo>
                  <a:lnTo>
                    <a:pt x="152" y="7"/>
                  </a:lnTo>
                  <a:cubicBezTo>
                    <a:pt x="101" y="9"/>
                    <a:pt x="48" y="42"/>
                    <a:pt x="24" y="87"/>
                  </a:cubicBezTo>
                  <a:lnTo>
                    <a:pt x="18" y="110"/>
                  </a:lnTo>
                  <a:lnTo>
                    <a:pt x="19" y="134"/>
                  </a:lnTo>
                  <a:cubicBezTo>
                    <a:pt x="27" y="176"/>
                    <a:pt x="36" y="213"/>
                    <a:pt x="33" y="256"/>
                  </a:cubicBezTo>
                  <a:lnTo>
                    <a:pt x="28" y="285"/>
                  </a:lnTo>
                </a:path>
                <a:path w="471" h="316">
                  <a:moveTo>
                    <a:pt x="168" y="15"/>
                  </a:moveTo>
                  <a:lnTo>
                    <a:pt x="181" y="13"/>
                  </a:lnTo>
                  <a:lnTo>
                    <a:pt x="195" y="9"/>
                  </a:lnTo>
                  <a:cubicBezTo>
                    <a:pt x="257" y="5"/>
                    <a:pt x="300" y="12"/>
                    <a:pt x="358" y="32"/>
                  </a:cubicBezTo>
                  <a:lnTo>
                    <a:pt x="370" y="38"/>
                  </a:lnTo>
                  <a:lnTo>
                    <a:pt x="381" y="44"/>
                  </a:lnTo>
                  <a:lnTo>
                    <a:pt x="391" y="50"/>
                  </a:lnTo>
                  <a:lnTo>
                    <a:pt x="400" y="55"/>
                  </a:lnTo>
                  <a:lnTo>
                    <a:pt x="409" y="62"/>
                  </a:lnTo>
                  <a:lnTo>
                    <a:pt x="417" y="68"/>
                  </a:lnTo>
                  <a:lnTo>
                    <a:pt x="424" y="75"/>
                  </a:lnTo>
                  <a:lnTo>
                    <a:pt x="433" y="82"/>
                  </a:lnTo>
                  <a:lnTo>
                    <a:pt x="439" y="90"/>
                  </a:lnTo>
                  <a:cubicBezTo>
                    <a:pt x="460" y="117"/>
                    <a:pt x="462" y="131"/>
                    <a:pt x="466" y="164"/>
                  </a:cubicBezTo>
                  <a:lnTo>
                    <a:pt x="468" y="165"/>
                  </a:lnTo>
                  <a:lnTo>
                    <a:pt x="469" y="165"/>
                  </a:lnTo>
                  <a:lnTo>
                    <a:pt x="471" y="164"/>
                  </a:lnTo>
                  <a:lnTo>
                    <a:pt x="469" y="146"/>
                  </a:lnTo>
                  <a:cubicBezTo>
                    <a:pt x="460" y="27"/>
                    <a:pt x="276" y="-14"/>
                    <a:pt x="181" y="12"/>
                  </a:cubicBezTo>
                  <a:lnTo>
                    <a:pt x="168" y="15"/>
                  </a:lnTo>
                </a:path>
                <a:path w="471" h="316">
                  <a:moveTo>
                    <a:pt x="351" y="122"/>
                  </a:moveTo>
                  <a:lnTo>
                    <a:pt x="362" y="134"/>
                  </a:lnTo>
                  <a:lnTo>
                    <a:pt x="369" y="146"/>
                  </a:lnTo>
                  <a:lnTo>
                    <a:pt x="373" y="160"/>
                  </a:lnTo>
                  <a:lnTo>
                    <a:pt x="375" y="174"/>
                  </a:lnTo>
                  <a:lnTo>
                    <a:pt x="376" y="175"/>
                  </a:lnTo>
                  <a:lnTo>
                    <a:pt x="379" y="175"/>
                  </a:lnTo>
                  <a:lnTo>
                    <a:pt x="380" y="174"/>
                  </a:lnTo>
                  <a:lnTo>
                    <a:pt x="381" y="174"/>
                  </a:lnTo>
                  <a:lnTo>
                    <a:pt x="382" y="157"/>
                  </a:lnTo>
                  <a:cubicBezTo>
                    <a:pt x="381" y="108"/>
                    <a:pt x="323" y="100"/>
                    <a:pt x="285" y="102"/>
                  </a:cubicBezTo>
                  <a:lnTo>
                    <a:pt x="283" y="102"/>
                  </a:lnTo>
                  <a:lnTo>
                    <a:pt x="285" y="102"/>
                  </a:lnTo>
                  <a:cubicBezTo>
                    <a:pt x="301" y="108"/>
                    <a:pt x="311" y="104"/>
                    <a:pt x="333" y="114"/>
                  </a:cubicBezTo>
                  <a:lnTo>
                    <a:pt x="344" y="117"/>
                  </a:lnTo>
                </a:path>
                <a:path w="471" h="316">
                  <a:moveTo>
                    <a:pt x="109" y="103"/>
                  </a:moveTo>
                  <a:lnTo>
                    <a:pt x="103" y="108"/>
                  </a:lnTo>
                  <a:lnTo>
                    <a:pt x="96" y="114"/>
                  </a:lnTo>
                  <a:cubicBezTo>
                    <a:pt x="73" y="140"/>
                    <a:pt x="89" y="146"/>
                    <a:pt x="108" y="163"/>
                  </a:cubicBezTo>
                  <a:lnTo>
                    <a:pt x="112" y="168"/>
                  </a:lnTo>
                  <a:lnTo>
                    <a:pt x="116" y="175"/>
                  </a:lnTo>
                  <a:cubicBezTo>
                    <a:pt x="107" y="205"/>
                    <a:pt x="72" y="223"/>
                    <a:pt x="74" y="274"/>
                  </a:cubicBezTo>
                  <a:lnTo>
                    <a:pt x="73" y="296"/>
                  </a:lnTo>
                  <a:lnTo>
                    <a:pt x="74" y="316"/>
                  </a:lnTo>
                  <a:lnTo>
                    <a:pt x="75" y="308"/>
                  </a:lnTo>
                  <a:lnTo>
                    <a:pt x="79" y="289"/>
                  </a:lnTo>
                  <a:lnTo>
                    <a:pt x="84" y="262"/>
                  </a:lnTo>
                  <a:lnTo>
                    <a:pt x="91" y="240"/>
                  </a:lnTo>
                  <a:lnTo>
                    <a:pt x="94" y="232"/>
                  </a:lnTo>
                  <a:lnTo>
                    <a:pt x="99" y="224"/>
                  </a:lnTo>
                  <a:lnTo>
                    <a:pt x="104" y="218"/>
                  </a:lnTo>
                  <a:lnTo>
                    <a:pt x="109" y="211"/>
                  </a:lnTo>
                  <a:lnTo>
                    <a:pt x="115" y="204"/>
                  </a:lnTo>
                  <a:lnTo>
                    <a:pt x="120" y="196"/>
                  </a:lnTo>
                  <a:lnTo>
                    <a:pt x="126" y="189"/>
                  </a:lnTo>
                  <a:lnTo>
                    <a:pt x="129" y="181"/>
                  </a:lnTo>
                  <a:lnTo>
                    <a:pt x="130" y="170"/>
                  </a:lnTo>
                  <a:lnTo>
                    <a:pt x="126" y="159"/>
                  </a:lnTo>
                  <a:lnTo>
                    <a:pt x="116" y="150"/>
                  </a:lnTo>
                  <a:lnTo>
                    <a:pt x="105" y="141"/>
                  </a:lnTo>
                  <a:lnTo>
                    <a:pt x="100" y="135"/>
                  </a:lnTo>
                  <a:lnTo>
                    <a:pt x="97" y="129"/>
                  </a:lnTo>
                  <a:lnTo>
                    <a:pt x="98" y="123"/>
                  </a:lnTo>
                  <a:lnTo>
                    <a:pt x="102" y="117"/>
                  </a:lnTo>
                  <a:lnTo>
                    <a:pt x="105" y="112"/>
                  </a:lnTo>
                  <a:lnTo>
                    <a:pt x="112" y="106"/>
                  </a:lnTo>
                  <a:lnTo>
                    <a:pt x="127" y="99"/>
                  </a:lnTo>
                  <a:cubicBezTo>
                    <a:pt x="140" y="93"/>
                    <a:pt x="155" y="94"/>
                    <a:pt x="170" y="93"/>
                  </a:cubicBezTo>
                  <a:lnTo>
                    <a:pt x="184" y="93"/>
                  </a:lnTo>
                  <a:lnTo>
                    <a:pt x="182" y="92"/>
                  </a:lnTo>
                  <a:cubicBezTo>
                    <a:pt x="157" y="90"/>
                    <a:pt x="160" y="88"/>
                    <a:pt x="133" y="92"/>
                  </a:cubicBezTo>
                  <a:lnTo>
                    <a:pt x="121" y="97"/>
                  </a:lnTo>
                </a:path>
                <a:path w="471" h="316">
                  <a:moveTo>
                    <a:pt x="72" y="170"/>
                  </a:moveTo>
                  <a:lnTo>
                    <a:pt x="66" y="166"/>
                  </a:lnTo>
                  <a:lnTo>
                    <a:pt x="61" y="164"/>
                  </a:lnTo>
                  <a:cubicBezTo>
                    <a:pt x="42" y="159"/>
                    <a:pt x="23" y="175"/>
                    <a:pt x="15" y="190"/>
                  </a:cubicBezTo>
                  <a:lnTo>
                    <a:pt x="8" y="207"/>
                  </a:lnTo>
                  <a:lnTo>
                    <a:pt x="3" y="225"/>
                  </a:lnTo>
                  <a:cubicBezTo>
                    <a:pt x="0" y="261"/>
                    <a:pt x="14" y="273"/>
                    <a:pt x="37" y="297"/>
                  </a:cubicBezTo>
                  <a:lnTo>
                    <a:pt x="43" y="301"/>
                  </a:lnTo>
                  <a:lnTo>
                    <a:pt x="44" y="302"/>
                  </a:lnTo>
                  <a:lnTo>
                    <a:pt x="37" y="294"/>
                  </a:lnTo>
                  <a:lnTo>
                    <a:pt x="31" y="283"/>
                  </a:lnTo>
                  <a:cubicBezTo>
                    <a:pt x="14" y="266"/>
                    <a:pt x="18" y="232"/>
                    <a:pt x="22" y="211"/>
                  </a:cubicBezTo>
                  <a:lnTo>
                    <a:pt x="24" y="204"/>
                  </a:lnTo>
                  <a:lnTo>
                    <a:pt x="28" y="196"/>
                  </a:lnTo>
                  <a:cubicBezTo>
                    <a:pt x="38" y="176"/>
                    <a:pt x="52" y="160"/>
                    <a:pt x="73" y="181"/>
                  </a:cubicBezTo>
                  <a:lnTo>
                    <a:pt x="81" y="188"/>
                  </a:lnTo>
                  <a:lnTo>
                    <a:pt x="86" y="189"/>
                  </a:lnTo>
                  <a:lnTo>
                    <a:pt x="85" y="184"/>
                  </a:lnTo>
                </a:path>
              </a:pathLst>
            </a:custGeom>
            <a:solidFill>
              <a:srgbClr val="140000">
                <a:alpha val="100000"/>
              </a:srgbClr>
            </a:solidFill>
            <a:ln cap="flat">
              <a:noFill/>
              <a:prstDash val="solid"/>
              <a:miter lim="0"/>
            </a:ln>
          </p:spPr>
          <p:txBody>
            <a:bodyPr rtlCol="0"/>
            <a:lstStyle/>
            <a:p>
              <a:pPr algn="ctr"/>
              <a:endParaRPr lang="zh-CN" altLang="en-US" sz="1635"/>
            </a:p>
          </p:txBody>
        </p:sp>
      </p:grpSp>
      <p:sp>
        <p:nvSpPr>
          <p:cNvPr id="1600" name="path"/>
          <p:cNvSpPr/>
          <p:nvPr/>
        </p:nvSpPr>
        <p:spPr>
          <a:xfrm>
            <a:off x="10013896" y="5295086"/>
            <a:ext cx="432082" cy="111119"/>
          </a:xfrm>
          <a:custGeom>
            <a:avLst/>
            <a:gdLst/>
            <a:ahLst/>
            <a:cxnLst/>
            <a:rect l="0" t="0" r="0" b="0"/>
            <a:pathLst>
              <a:path w="750" h="192">
                <a:moveTo>
                  <a:pt x="750" y="4"/>
                </a:moveTo>
                <a:lnTo>
                  <a:pt x="748" y="4"/>
                </a:lnTo>
                <a:cubicBezTo>
                  <a:pt x="692" y="26"/>
                  <a:pt x="634" y="47"/>
                  <a:pt x="573" y="52"/>
                </a:cubicBezTo>
                <a:lnTo>
                  <a:pt x="559" y="52"/>
                </a:lnTo>
                <a:lnTo>
                  <a:pt x="548" y="72"/>
                </a:lnTo>
                <a:lnTo>
                  <a:pt x="542" y="98"/>
                </a:lnTo>
                <a:lnTo>
                  <a:pt x="540" y="118"/>
                </a:lnTo>
                <a:lnTo>
                  <a:pt x="540" y="126"/>
                </a:lnTo>
                <a:lnTo>
                  <a:pt x="528" y="116"/>
                </a:lnTo>
                <a:lnTo>
                  <a:pt x="523" y="101"/>
                </a:lnTo>
                <a:cubicBezTo>
                  <a:pt x="523" y="87"/>
                  <a:pt x="525" y="59"/>
                  <a:pt x="541" y="51"/>
                </a:cubicBezTo>
                <a:lnTo>
                  <a:pt x="546" y="47"/>
                </a:lnTo>
                <a:lnTo>
                  <a:pt x="549" y="46"/>
                </a:lnTo>
                <a:lnTo>
                  <a:pt x="555" y="44"/>
                </a:lnTo>
                <a:lnTo>
                  <a:pt x="562" y="44"/>
                </a:lnTo>
                <a:lnTo>
                  <a:pt x="573" y="42"/>
                </a:lnTo>
                <a:lnTo>
                  <a:pt x="589" y="39"/>
                </a:lnTo>
                <a:lnTo>
                  <a:pt x="607" y="35"/>
                </a:lnTo>
                <a:lnTo>
                  <a:pt x="626" y="30"/>
                </a:lnTo>
                <a:lnTo>
                  <a:pt x="644" y="26"/>
                </a:lnTo>
                <a:lnTo>
                  <a:pt x="661" y="22"/>
                </a:lnTo>
                <a:lnTo>
                  <a:pt x="674" y="18"/>
                </a:lnTo>
                <a:lnTo>
                  <a:pt x="661" y="18"/>
                </a:lnTo>
                <a:cubicBezTo>
                  <a:pt x="505" y="22"/>
                  <a:pt x="350" y="35"/>
                  <a:pt x="195" y="42"/>
                </a:cubicBezTo>
                <a:lnTo>
                  <a:pt x="186" y="42"/>
                </a:lnTo>
                <a:lnTo>
                  <a:pt x="186" y="39"/>
                </a:lnTo>
                <a:lnTo>
                  <a:pt x="188" y="35"/>
                </a:lnTo>
                <a:lnTo>
                  <a:pt x="189" y="33"/>
                </a:lnTo>
                <a:lnTo>
                  <a:pt x="190" y="29"/>
                </a:lnTo>
                <a:lnTo>
                  <a:pt x="195" y="29"/>
                </a:lnTo>
                <a:cubicBezTo>
                  <a:pt x="371" y="17"/>
                  <a:pt x="564" y="0"/>
                  <a:pt x="740" y="2"/>
                </a:cubicBezTo>
                <a:lnTo>
                  <a:pt x="747" y="2"/>
                </a:lnTo>
              </a:path>
              <a:path w="750" h="192">
                <a:moveTo>
                  <a:pt x="225" y="192"/>
                </a:moveTo>
                <a:lnTo>
                  <a:pt x="223" y="192"/>
                </a:lnTo>
                <a:cubicBezTo>
                  <a:pt x="149" y="179"/>
                  <a:pt x="76" y="166"/>
                  <a:pt x="3" y="149"/>
                </a:cubicBezTo>
                <a:lnTo>
                  <a:pt x="0" y="147"/>
                </a:lnTo>
                <a:lnTo>
                  <a:pt x="1" y="144"/>
                </a:lnTo>
                <a:lnTo>
                  <a:pt x="3" y="142"/>
                </a:lnTo>
                <a:lnTo>
                  <a:pt x="7" y="141"/>
                </a:lnTo>
                <a:lnTo>
                  <a:pt x="9" y="138"/>
                </a:lnTo>
                <a:lnTo>
                  <a:pt x="247" y="114"/>
                </a:lnTo>
                <a:lnTo>
                  <a:pt x="248" y="114"/>
                </a:lnTo>
                <a:lnTo>
                  <a:pt x="249" y="106"/>
                </a:lnTo>
                <a:lnTo>
                  <a:pt x="250" y="96"/>
                </a:lnTo>
                <a:lnTo>
                  <a:pt x="249" y="88"/>
                </a:lnTo>
                <a:lnTo>
                  <a:pt x="243" y="80"/>
                </a:lnTo>
                <a:lnTo>
                  <a:pt x="242" y="80"/>
                </a:lnTo>
                <a:lnTo>
                  <a:pt x="237" y="81"/>
                </a:lnTo>
                <a:cubicBezTo>
                  <a:pt x="207" y="82"/>
                  <a:pt x="176" y="84"/>
                  <a:pt x="146" y="87"/>
                </a:cubicBezTo>
                <a:lnTo>
                  <a:pt x="130" y="88"/>
                </a:lnTo>
                <a:lnTo>
                  <a:pt x="116" y="89"/>
                </a:lnTo>
                <a:lnTo>
                  <a:pt x="103" y="90"/>
                </a:lnTo>
                <a:lnTo>
                  <a:pt x="92" y="90"/>
                </a:lnTo>
                <a:lnTo>
                  <a:pt x="82" y="92"/>
                </a:lnTo>
                <a:lnTo>
                  <a:pt x="74" y="92"/>
                </a:lnTo>
                <a:lnTo>
                  <a:pt x="73" y="90"/>
                </a:lnTo>
                <a:lnTo>
                  <a:pt x="73" y="84"/>
                </a:lnTo>
                <a:lnTo>
                  <a:pt x="84" y="83"/>
                </a:lnTo>
                <a:lnTo>
                  <a:pt x="94" y="82"/>
                </a:lnTo>
                <a:cubicBezTo>
                  <a:pt x="129" y="79"/>
                  <a:pt x="162" y="74"/>
                  <a:pt x="198" y="72"/>
                </a:cubicBezTo>
                <a:lnTo>
                  <a:pt x="222" y="70"/>
                </a:lnTo>
                <a:lnTo>
                  <a:pt x="232" y="69"/>
                </a:lnTo>
                <a:lnTo>
                  <a:pt x="244" y="68"/>
                </a:lnTo>
                <a:lnTo>
                  <a:pt x="255" y="66"/>
                </a:lnTo>
                <a:lnTo>
                  <a:pt x="264" y="74"/>
                </a:lnTo>
                <a:lnTo>
                  <a:pt x="268" y="82"/>
                </a:lnTo>
                <a:lnTo>
                  <a:pt x="272" y="92"/>
                </a:lnTo>
                <a:lnTo>
                  <a:pt x="277" y="111"/>
                </a:lnTo>
                <a:lnTo>
                  <a:pt x="274" y="120"/>
                </a:lnTo>
                <a:lnTo>
                  <a:pt x="268" y="130"/>
                </a:lnTo>
                <a:lnTo>
                  <a:pt x="262" y="138"/>
                </a:lnTo>
                <a:lnTo>
                  <a:pt x="243" y="140"/>
                </a:lnTo>
                <a:lnTo>
                  <a:pt x="242" y="130"/>
                </a:lnTo>
                <a:lnTo>
                  <a:pt x="230" y="130"/>
                </a:lnTo>
                <a:cubicBezTo>
                  <a:pt x="175" y="132"/>
                  <a:pt x="121" y="141"/>
                  <a:pt x="67" y="147"/>
                </a:cubicBezTo>
                <a:lnTo>
                  <a:pt x="55" y="148"/>
                </a:lnTo>
                <a:lnTo>
                  <a:pt x="67" y="150"/>
                </a:lnTo>
                <a:lnTo>
                  <a:pt x="76" y="152"/>
                </a:lnTo>
                <a:cubicBezTo>
                  <a:pt x="124" y="159"/>
                  <a:pt x="170" y="170"/>
                  <a:pt x="218" y="177"/>
                </a:cubicBezTo>
                <a:lnTo>
                  <a:pt x="229" y="178"/>
                </a:lnTo>
                <a:lnTo>
                  <a:pt x="234" y="177"/>
                </a:lnTo>
                <a:cubicBezTo>
                  <a:pt x="364" y="164"/>
                  <a:pt x="494" y="147"/>
                  <a:pt x="625" y="131"/>
                </a:cubicBezTo>
                <a:lnTo>
                  <a:pt x="649" y="128"/>
                </a:lnTo>
                <a:lnTo>
                  <a:pt x="667" y="125"/>
                </a:lnTo>
                <a:lnTo>
                  <a:pt x="555" y="116"/>
                </a:lnTo>
                <a:lnTo>
                  <a:pt x="555" y="113"/>
                </a:lnTo>
                <a:lnTo>
                  <a:pt x="556" y="110"/>
                </a:lnTo>
                <a:lnTo>
                  <a:pt x="561" y="105"/>
                </a:lnTo>
                <a:lnTo>
                  <a:pt x="741" y="125"/>
                </a:lnTo>
              </a:path>
            </a:pathLst>
          </a:custGeom>
          <a:solidFill>
            <a:srgbClr val="000000">
              <a:alpha val="100000"/>
            </a:srgbClr>
          </a:solidFill>
          <a:ln cap="flat">
            <a:noFill/>
            <a:prstDash val="solid"/>
            <a:miter lim="0"/>
          </a:ln>
        </p:spPr>
        <p:txBody>
          <a:bodyPr rtlCol="0"/>
          <a:lstStyle/>
          <a:p>
            <a:pPr algn="ctr"/>
            <a:endParaRPr lang="zh-CN" altLang="en-US" sz="1635"/>
          </a:p>
        </p:txBody>
      </p:sp>
      <p:pic>
        <p:nvPicPr>
          <p:cNvPr id="1602" name="picture 1602"/>
          <p:cNvPicPr>
            <a:picLocks noChangeAspect="1"/>
          </p:cNvPicPr>
          <p:nvPr/>
        </p:nvPicPr>
        <p:blipFill>
          <a:blip r:embed="rId28"/>
          <a:stretch>
            <a:fillRect/>
          </a:stretch>
        </p:blipFill>
        <p:spPr>
          <a:xfrm rot="21600000">
            <a:off x="9384787" y="4153514"/>
            <a:ext cx="304185" cy="152093"/>
          </a:xfrm>
          <a:prstGeom prst="rect">
            <a:avLst/>
          </a:prstGeom>
        </p:spPr>
      </p:pic>
      <p:pic>
        <p:nvPicPr>
          <p:cNvPr id="1604" name="picture 1604"/>
          <p:cNvPicPr>
            <a:picLocks noChangeAspect="1"/>
          </p:cNvPicPr>
          <p:nvPr/>
        </p:nvPicPr>
        <p:blipFill>
          <a:blip r:embed="rId29"/>
          <a:stretch>
            <a:fillRect/>
          </a:stretch>
        </p:blipFill>
        <p:spPr>
          <a:xfrm rot="21600000">
            <a:off x="3651581" y="3239575"/>
            <a:ext cx="304185" cy="151401"/>
          </a:xfrm>
          <a:prstGeom prst="rect">
            <a:avLst/>
          </a:prstGeom>
        </p:spPr>
      </p:pic>
      <p:sp>
        <p:nvSpPr>
          <p:cNvPr id="1606" name="path"/>
          <p:cNvSpPr/>
          <p:nvPr/>
        </p:nvSpPr>
        <p:spPr>
          <a:xfrm>
            <a:off x="3296237" y="5442915"/>
            <a:ext cx="163153" cy="35879"/>
          </a:xfrm>
          <a:custGeom>
            <a:avLst/>
            <a:gdLst/>
            <a:ahLst/>
            <a:cxnLst/>
            <a:rect l="0" t="0" r="0" b="0"/>
            <a:pathLst>
              <a:path w="283" h="62">
                <a:moveTo>
                  <a:pt x="123" y="26"/>
                </a:moveTo>
                <a:lnTo>
                  <a:pt x="142" y="29"/>
                </a:lnTo>
                <a:lnTo>
                  <a:pt x="163" y="34"/>
                </a:lnTo>
                <a:lnTo>
                  <a:pt x="201" y="44"/>
                </a:lnTo>
                <a:lnTo>
                  <a:pt x="220" y="47"/>
                </a:lnTo>
                <a:lnTo>
                  <a:pt x="240" y="52"/>
                </a:lnTo>
                <a:lnTo>
                  <a:pt x="260" y="57"/>
                </a:lnTo>
                <a:lnTo>
                  <a:pt x="279" y="62"/>
                </a:lnTo>
                <a:lnTo>
                  <a:pt x="280" y="62"/>
                </a:lnTo>
                <a:lnTo>
                  <a:pt x="283" y="61"/>
                </a:lnTo>
                <a:lnTo>
                  <a:pt x="283" y="59"/>
                </a:lnTo>
                <a:lnTo>
                  <a:pt x="281" y="58"/>
                </a:lnTo>
                <a:cubicBezTo>
                  <a:pt x="220" y="40"/>
                  <a:pt x="157" y="28"/>
                  <a:pt x="94" y="14"/>
                </a:cubicBezTo>
                <a:lnTo>
                  <a:pt x="86" y="11"/>
                </a:lnTo>
                <a:lnTo>
                  <a:pt x="79" y="10"/>
                </a:lnTo>
                <a:cubicBezTo>
                  <a:pt x="49" y="4"/>
                  <a:pt x="35" y="0"/>
                  <a:pt x="4" y="2"/>
                </a:cubicBezTo>
                <a:lnTo>
                  <a:pt x="0" y="2"/>
                </a:lnTo>
                <a:lnTo>
                  <a:pt x="4" y="2"/>
                </a:lnTo>
                <a:cubicBezTo>
                  <a:pt x="34" y="8"/>
                  <a:pt x="63" y="14"/>
                  <a:pt x="93" y="20"/>
                </a:cubicBezTo>
                <a:lnTo>
                  <a:pt x="111" y="23"/>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08" name="path"/>
          <p:cNvSpPr/>
          <p:nvPr/>
        </p:nvSpPr>
        <p:spPr>
          <a:xfrm>
            <a:off x="3402702" y="5431093"/>
            <a:ext cx="283446" cy="112686"/>
          </a:xfrm>
          <a:custGeom>
            <a:avLst/>
            <a:gdLst/>
            <a:ahLst/>
            <a:cxnLst/>
            <a:rect l="0" t="0" r="0" b="0"/>
            <a:pathLst>
              <a:path w="492" h="195">
                <a:moveTo>
                  <a:pt x="236" y="169"/>
                </a:moveTo>
                <a:lnTo>
                  <a:pt x="252" y="170"/>
                </a:lnTo>
                <a:lnTo>
                  <a:pt x="266" y="171"/>
                </a:lnTo>
                <a:cubicBezTo>
                  <a:pt x="298" y="174"/>
                  <a:pt x="328" y="177"/>
                  <a:pt x="361" y="180"/>
                </a:cubicBezTo>
                <a:lnTo>
                  <a:pt x="378" y="182"/>
                </a:lnTo>
                <a:lnTo>
                  <a:pt x="392" y="183"/>
                </a:lnTo>
                <a:cubicBezTo>
                  <a:pt x="424" y="187"/>
                  <a:pt x="455" y="191"/>
                  <a:pt x="487" y="195"/>
                </a:cubicBezTo>
                <a:lnTo>
                  <a:pt x="492" y="193"/>
                </a:lnTo>
                <a:lnTo>
                  <a:pt x="492" y="191"/>
                </a:lnTo>
                <a:lnTo>
                  <a:pt x="489" y="189"/>
                </a:lnTo>
                <a:cubicBezTo>
                  <a:pt x="417" y="178"/>
                  <a:pt x="343" y="168"/>
                  <a:pt x="271" y="161"/>
                </a:cubicBezTo>
                <a:lnTo>
                  <a:pt x="256" y="159"/>
                </a:lnTo>
                <a:lnTo>
                  <a:pt x="240" y="158"/>
                </a:lnTo>
                <a:cubicBezTo>
                  <a:pt x="162" y="150"/>
                  <a:pt x="84" y="148"/>
                  <a:pt x="7" y="142"/>
                </a:cubicBezTo>
                <a:lnTo>
                  <a:pt x="0" y="142"/>
                </a:lnTo>
                <a:lnTo>
                  <a:pt x="2" y="142"/>
                </a:lnTo>
                <a:cubicBezTo>
                  <a:pt x="67" y="152"/>
                  <a:pt x="137" y="158"/>
                  <a:pt x="204" y="165"/>
                </a:cubicBezTo>
                <a:lnTo>
                  <a:pt x="220" y="166"/>
                </a:lnTo>
              </a:path>
              <a:path w="492" h="195">
                <a:moveTo>
                  <a:pt x="487" y="110"/>
                </a:moveTo>
                <a:lnTo>
                  <a:pt x="488" y="110"/>
                </a:lnTo>
                <a:lnTo>
                  <a:pt x="489" y="109"/>
                </a:lnTo>
                <a:lnTo>
                  <a:pt x="489" y="107"/>
                </a:lnTo>
                <a:lnTo>
                  <a:pt x="488" y="107"/>
                </a:lnTo>
                <a:lnTo>
                  <a:pt x="469" y="104"/>
                </a:lnTo>
                <a:cubicBezTo>
                  <a:pt x="432" y="93"/>
                  <a:pt x="398" y="84"/>
                  <a:pt x="363" y="67"/>
                </a:cubicBezTo>
                <a:lnTo>
                  <a:pt x="322" y="47"/>
                </a:lnTo>
                <a:cubicBezTo>
                  <a:pt x="295" y="36"/>
                  <a:pt x="264" y="18"/>
                  <a:pt x="237" y="4"/>
                </a:cubicBezTo>
                <a:lnTo>
                  <a:pt x="233" y="1"/>
                </a:lnTo>
                <a:lnTo>
                  <a:pt x="231" y="0"/>
                </a:lnTo>
                <a:lnTo>
                  <a:pt x="232" y="1"/>
                </a:lnTo>
                <a:cubicBezTo>
                  <a:pt x="275" y="57"/>
                  <a:pt x="354" y="87"/>
                  <a:pt x="421" y="101"/>
                </a:cubicBezTo>
                <a:lnTo>
                  <a:pt x="452" y="106"/>
                </a:lnTo>
              </a:path>
              <a:path w="492" h="195">
                <a:moveTo>
                  <a:pt x="46" y="81"/>
                </a:moveTo>
                <a:lnTo>
                  <a:pt x="58" y="78"/>
                </a:lnTo>
                <a:lnTo>
                  <a:pt x="70" y="73"/>
                </a:lnTo>
                <a:cubicBezTo>
                  <a:pt x="96" y="63"/>
                  <a:pt x="118" y="60"/>
                  <a:pt x="143" y="54"/>
                </a:cubicBezTo>
                <a:lnTo>
                  <a:pt x="156" y="51"/>
                </a:lnTo>
                <a:lnTo>
                  <a:pt x="167" y="49"/>
                </a:lnTo>
                <a:cubicBezTo>
                  <a:pt x="192" y="43"/>
                  <a:pt x="221" y="40"/>
                  <a:pt x="244" y="34"/>
                </a:cubicBezTo>
                <a:lnTo>
                  <a:pt x="247" y="33"/>
                </a:lnTo>
                <a:lnTo>
                  <a:pt x="249" y="30"/>
                </a:lnTo>
                <a:lnTo>
                  <a:pt x="248" y="27"/>
                </a:lnTo>
                <a:lnTo>
                  <a:pt x="244" y="27"/>
                </a:lnTo>
                <a:cubicBezTo>
                  <a:pt x="183" y="33"/>
                  <a:pt x="93" y="38"/>
                  <a:pt x="45" y="80"/>
                </a:cubicBezTo>
                <a:lnTo>
                  <a:pt x="45" y="81"/>
                </a:lnTo>
                <a:lnTo>
                  <a:pt x="46" y="81"/>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10" name="textbox 1610"/>
          <p:cNvSpPr/>
          <p:nvPr/>
        </p:nvSpPr>
        <p:spPr>
          <a:xfrm>
            <a:off x="6797168" y="3242321"/>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1612" name="textbox 1612"/>
          <p:cNvSpPr/>
          <p:nvPr/>
        </p:nvSpPr>
        <p:spPr>
          <a:xfrm>
            <a:off x="9012186" y="1753205"/>
            <a:ext cx="209704" cy="241966"/>
          </a:xfrm>
          <a:prstGeom prst="rect">
            <a:avLst/>
          </a:prstGeom>
        </p:spPr>
        <p:txBody>
          <a:bodyPr vert="horz" wrap="square" lIns="0" tIns="0" rIns="0" bIns="0"/>
          <a:lstStyle/>
          <a:p>
            <a:pPr algn="l" rtl="0" eaLnBrk="0">
              <a:lnSpc>
                <a:spcPct val="90000"/>
              </a:lnSpc>
            </a:pPr>
            <a:endParaRPr lang="en-US" altLang="en-US" sz="100" dirty="0"/>
          </a:p>
          <a:p>
            <a:pPr marL="12700" algn="l" rtl="0" eaLnBrk="0">
              <a:lnSpc>
                <a:spcPct val="75000"/>
              </a:lnSpc>
            </a:pPr>
            <a:r>
              <a:rPr sz="1905"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1905" dirty="0"/>
          </a:p>
        </p:txBody>
      </p:sp>
      <p:sp>
        <p:nvSpPr>
          <p:cNvPr id="1614" name="path"/>
          <p:cNvSpPr/>
          <p:nvPr/>
        </p:nvSpPr>
        <p:spPr>
          <a:xfrm>
            <a:off x="10196408" y="5083353"/>
            <a:ext cx="134809" cy="177672"/>
          </a:xfrm>
          <a:custGeom>
            <a:avLst/>
            <a:gdLst/>
            <a:ahLst/>
            <a:cxnLst/>
            <a:rect l="0" t="0" r="0" b="0"/>
            <a:pathLst>
              <a:path w="234" h="308">
                <a:moveTo>
                  <a:pt x="65" y="307"/>
                </a:moveTo>
                <a:lnTo>
                  <a:pt x="58" y="86"/>
                </a:lnTo>
                <a:lnTo>
                  <a:pt x="0" y="87"/>
                </a:lnTo>
                <a:lnTo>
                  <a:pt x="5" y="308"/>
                </a:lnTo>
              </a:path>
              <a:path w="234" h="308">
                <a:moveTo>
                  <a:pt x="149" y="304"/>
                </a:moveTo>
                <a:lnTo>
                  <a:pt x="142" y="0"/>
                </a:lnTo>
                <a:lnTo>
                  <a:pt x="82" y="0"/>
                </a:lnTo>
                <a:lnTo>
                  <a:pt x="89" y="306"/>
                </a:lnTo>
              </a:path>
              <a:path w="234" h="308">
                <a:moveTo>
                  <a:pt x="234" y="301"/>
                </a:moveTo>
                <a:lnTo>
                  <a:pt x="225" y="50"/>
                </a:lnTo>
                <a:lnTo>
                  <a:pt x="166" y="51"/>
                </a:lnTo>
                <a:lnTo>
                  <a:pt x="174" y="302"/>
                </a:lnTo>
              </a:path>
            </a:pathLst>
          </a:custGeom>
          <a:solidFill>
            <a:srgbClr val="9EE8FF">
              <a:alpha val="100000"/>
            </a:srgbClr>
          </a:solidFill>
          <a:ln cap="flat">
            <a:noFill/>
            <a:prstDash val="solid"/>
            <a:miter lim="0"/>
          </a:ln>
        </p:spPr>
        <p:txBody>
          <a:bodyPr rtlCol="0"/>
          <a:lstStyle/>
          <a:p>
            <a:pPr algn="ctr"/>
            <a:endParaRPr lang="zh-CN" altLang="en-US" sz="1635"/>
          </a:p>
        </p:txBody>
      </p:sp>
      <p:sp>
        <p:nvSpPr>
          <p:cNvPr id="1616" name="textbox 1616"/>
          <p:cNvSpPr/>
          <p:nvPr/>
        </p:nvSpPr>
        <p:spPr>
          <a:xfrm>
            <a:off x="9278030" y="3466136"/>
            <a:ext cx="145755" cy="243118"/>
          </a:xfrm>
          <a:prstGeom prst="rect">
            <a:avLst/>
          </a:prstGeom>
        </p:spPr>
        <p:txBody>
          <a:bodyPr vert="horz" wrap="square" lIns="0" tIns="0" rIns="0" bIns="0"/>
          <a:lstStyle/>
          <a:p>
            <a:pPr algn="l" rtl="0" eaLnBrk="0">
              <a:lnSpc>
                <a:spcPct val="92000"/>
              </a:lnSpc>
            </a:pPr>
            <a:endParaRPr lang="en-US" altLang="en-US" sz="100" dirty="0"/>
          </a:p>
          <a:p>
            <a:pPr algn="r" rtl="0" eaLnBrk="0">
              <a:lnSpc>
                <a:spcPct val="79000"/>
              </a:lnSpc>
            </a:pPr>
            <a:r>
              <a:rPr sz="1815" b="1" kern="0" spc="-7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1815" dirty="0"/>
          </a:p>
        </p:txBody>
      </p:sp>
      <p:sp>
        <p:nvSpPr>
          <p:cNvPr id="1618" name="textbox 1618"/>
          <p:cNvSpPr/>
          <p:nvPr/>
        </p:nvSpPr>
        <p:spPr>
          <a:xfrm>
            <a:off x="2554148" y="3410131"/>
            <a:ext cx="145755" cy="243118"/>
          </a:xfrm>
          <a:prstGeom prst="rect">
            <a:avLst/>
          </a:prstGeom>
        </p:spPr>
        <p:txBody>
          <a:bodyPr vert="horz" wrap="square" lIns="0" tIns="0" rIns="0" bIns="0"/>
          <a:lstStyle/>
          <a:p>
            <a:pPr algn="l" rtl="0" eaLnBrk="0">
              <a:lnSpc>
                <a:spcPct val="92000"/>
              </a:lnSpc>
            </a:pPr>
            <a:endParaRPr lang="en-US" altLang="en-US" sz="100" dirty="0"/>
          </a:p>
          <a:p>
            <a:pPr algn="r" rtl="0" eaLnBrk="0">
              <a:lnSpc>
                <a:spcPct val="79000"/>
              </a:lnSpc>
            </a:pPr>
            <a:r>
              <a:rPr sz="1815" b="1" kern="0" spc="-7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1815" dirty="0"/>
          </a:p>
        </p:txBody>
      </p:sp>
      <p:sp>
        <p:nvSpPr>
          <p:cNvPr id="1620" name="path"/>
          <p:cNvSpPr/>
          <p:nvPr/>
        </p:nvSpPr>
        <p:spPr>
          <a:xfrm>
            <a:off x="3353617" y="5050980"/>
            <a:ext cx="330456" cy="56570"/>
          </a:xfrm>
          <a:custGeom>
            <a:avLst/>
            <a:gdLst/>
            <a:ahLst/>
            <a:cxnLst/>
            <a:rect l="0" t="0" r="0" b="0"/>
            <a:pathLst>
              <a:path w="573" h="98">
                <a:moveTo>
                  <a:pt x="321" y="98"/>
                </a:moveTo>
                <a:lnTo>
                  <a:pt x="326" y="98"/>
                </a:lnTo>
                <a:cubicBezTo>
                  <a:pt x="407" y="87"/>
                  <a:pt x="490" y="71"/>
                  <a:pt x="571" y="60"/>
                </a:cubicBezTo>
                <a:lnTo>
                  <a:pt x="573" y="59"/>
                </a:lnTo>
                <a:lnTo>
                  <a:pt x="556" y="60"/>
                </a:lnTo>
                <a:cubicBezTo>
                  <a:pt x="480" y="70"/>
                  <a:pt x="404" y="79"/>
                  <a:pt x="328" y="94"/>
                </a:cubicBezTo>
                <a:lnTo>
                  <a:pt x="320" y="96"/>
                </a:lnTo>
                <a:lnTo>
                  <a:pt x="321" y="98"/>
                </a:lnTo>
              </a:path>
              <a:path w="573" h="98">
                <a:moveTo>
                  <a:pt x="121" y="12"/>
                </a:moveTo>
                <a:lnTo>
                  <a:pt x="131" y="11"/>
                </a:lnTo>
                <a:cubicBezTo>
                  <a:pt x="260" y="9"/>
                  <a:pt x="389" y="5"/>
                  <a:pt x="518" y="8"/>
                </a:cubicBezTo>
                <a:lnTo>
                  <a:pt x="519" y="8"/>
                </a:lnTo>
                <a:lnTo>
                  <a:pt x="519" y="6"/>
                </a:lnTo>
                <a:lnTo>
                  <a:pt x="501" y="5"/>
                </a:lnTo>
                <a:cubicBezTo>
                  <a:pt x="333" y="5"/>
                  <a:pt x="170" y="-1"/>
                  <a:pt x="3" y="17"/>
                </a:cubicBezTo>
                <a:lnTo>
                  <a:pt x="0" y="17"/>
                </a:lnTo>
                <a:lnTo>
                  <a:pt x="3" y="17"/>
                </a:lnTo>
                <a:cubicBezTo>
                  <a:pt x="29" y="15"/>
                  <a:pt x="58" y="17"/>
                  <a:pt x="85" y="14"/>
                </a:cubicBezTo>
                <a:lnTo>
                  <a:pt x="104" y="14"/>
                </a:lnTo>
              </a:path>
              <a:path w="573" h="98">
                <a:moveTo>
                  <a:pt x="387" y="40"/>
                </a:moveTo>
                <a:lnTo>
                  <a:pt x="398" y="40"/>
                </a:lnTo>
                <a:lnTo>
                  <a:pt x="409" y="39"/>
                </a:lnTo>
                <a:cubicBezTo>
                  <a:pt x="429" y="37"/>
                  <a:pt x="453" y="36"/>
                  <a:pt x="474" y="35"/>
                </a:cubicBezTo>
                <a:lnTo>
                  <a:pt x="495" y="33"/>
                </a:lnTo>
                <a:cubicBezTo>
                  <a:pt x="516" y="34"/>
                  <a:pt x="540" y="27"/>
                  <a:pt x="560" y="28"/>
                </a:cubicBezTo>
                <a:lnTo>
                  <a:pt x="562" y="26"/>
                </a:lnTo>
                <a:lnTo>
                  <a:pt x="560" y="24"/>
                </a:lnTo>
                <a:cubicBezTo>
                  <a:pt x="457" y="31"/>
                  <a:pt x="354" y="35"/>
                  <a:pt x="252" y="53"/>
                </a:cubicBezTo>
                <a:lnTo>
                  <a:pt x="247" y="54"/>
                </a:lnTo>
                <a:lnTo>
                  <a:pt x="252" y="53"/>
                </a:lnTo>
                <a:cubicBezTo>
                  <a:pt x="282" y="53"/>
                  <a:pt x="322" y="46"/>
                  <a:pt x="354" y="44"/>
                </a:cubicBezTo>
                <a:lnTo>
                  <a:pt x="373" y="4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22" name="path"/>
          <p:cNvSpPr/>
          <p:nvPr/>
        </p:nvSpPr>
        <p:spPr>
          <a:xfrm>
            <a:off x="10753621" y="5050169"/>
            <a:ext cx="100242" cy="140339"/>
          </a:xfrm>
          <a:custGeom>
            <a:avLst/>
            <a:gdLst/>
            <a:ahLst/>
            <a:cxnLst/>
            <a:rect l="0" t="0" r="0" b="0"/>
            <a:pathLst>
              <a:path w="173" h="243">
                <a:moveTo>
                  <a:pt x="99" y="82"/>
                </a:moveTo>
                <a:lnTo>
                  <a:pt x="101" y="92"/>
                </a:lnTo>
                <a:lnTo>
                  <a:pt x="101" y="100"/>
                </a:lnTo>
                <a:lnTo>
                  <a:pt x="100" y="110"/>
                </a:lnTo>
                <a:lnTo>
                  <a:pt x="97" y="118"/>
                </a:lnTo>
                <a:lnTo>
                  <a:pt x="91" y="127"/>
                </a:lnTo>
                <a:lnTo>
                  <a:pt x="85" y="134"/>
                </a:lnTo>
                <a:lnTo>
                  <a:pt x="76" y="142"/>
                </a:lnTo>
                <a:lnTo>
                  <a:pt x="68" y="150"/>
                </a:lnTo>
                <a:lnTo>
                  <a:pt x="63" y="151"/>
                </a:lnTo>
                <a:cubicBezTo>
                  <a:pt x="54" y="157"/>
                  <a:pt x="48" y="153"/>
                  <a:pt x="38" y="154"/>
                </a:cubicBezTo>
                <a:lnTo>
                  <a:pt x="30" y="154"/>
                </a:lnTo>
                <a:lnTo>
                  <a:pt x="22" y="153"/>
                </a:lnTo>
                <a:lnTo>
                  <a:pt x="26" y="157"/>
                </a:lnTo>
                <a:cubicBezTo>
                  <a:pt x="55" y="178"/>
                  <a:pt x="75" y="160"/>
                  <a:pt x="106" y="166"/>
                </a:cubicBezTo>
                <a:lnTo>
                  <a:pt x="109" y="167"/>
                </a:lnTo>
                <a:lnTo>
                  <a:pt x="109" y="177"/>
                </a:lnTo>
                <a:cubicBezTo>
                  <a:pt x="105" y="195"/>
                  <a:pt x="91" y="209"/>
                  <a:pt x="75" y="218"/>
                </a:cubicBezTo>
                <a:lnTo>
                  <a:pt x="67" y="223"/>
                </a:lnTo>
                <a:lnTo>
                  <a:pt x="73" y="224"/>
                </a:lnTo>
                <a:lnTo>
                  <a:pt x="81" y="225"/>
                </a:lnTo>
                <a:lnTo>
                  <a:pt x="88" y="225"/>
                </a:lnTo>
                <a:lnTo>
                  <a:pt x="95" y="224"/>
                </a:lnTo>
                <a:lnTo>
                  <a:pt x="103" y="223"/>
                </a:lnTo>
                <a:lnTo>
                  <a:pt x="110" y="222"/>
                </a:lnTo>
                <a:lnTo>
                  <a:pt x="117" y="218"/>
                </a:lnTo>
                <a:lnTo>
                  <a:pt x="123" y="216"/>
                </a:lnTo>
                <a:lnTo>
                  <a:pt x="129" y="213"/>
                </a:lnTo>
                <a:cubicBezTo>
                  <a:pt x="137" y="206"/>
                  <a:pt x="145" y="198"/>
                  <a:pt x="153" y="190"/>
                </a:cubicBezTo>
                <a:lnTo>
                  <a:pt x="159" y="188"/>
                </a:lnTo>
                <a:lnTo>
                  <a:pt x="167" y="184"/>
                </a:lnTo>
                <a:lnTo>
                  <a:pt x="170" y="190"/>
                </a:lnTo>
                <a:lnTo>
                  <a:pt x="173" y="196"/>
                </a:lnTo>
                <a:lnTo>
                  <a:pt x="173" y="201"/>
                </a:lnTo>
                <a:lnTo>
                  <a:pt x="171" y="207"/>
                </a:lnTo>
                <a:lnTo>
                  <a:pt x="164" y="216"/>
                </a:lnTo>
                <a:lnTo>
                  <a:pt x="154" y="223"/>
                </a:lnTo>
                <a:lnTo>
                  <a:pt x="143" y="229"/>
                </a:lnTo>
                <a:lnTo>
                  <a:pt x="133" y="233"/>
                </a:lnTo>
                <a:lnTo>
                  <a:pt x="120" y="237"/>
                </a:lnTo>
                <a:lnTo>
                  <a:pt x="106" y="240"/>
                </a:lnTo>
                <a:lnTo>
                  <a:pt x="94" y="242"/>
                </a:lnTo>
                <a:lnTo>
                  <a:pt x="81" y="243"/>
                </a:lnTo>
                <a:lnTo>
                  <a:pt x="75" y="242"/>
                </a:lnTo>
                <a:lnTo>
                  <a:pt x="69" y="240"/>
                </a:lnTo>
                <a:lnTo>
                  <a:pt x="63" y="238"/>
                </a:lnTo>
                <a:lnTo>
                  <a:pt x="56" y="236"/>
                </a:lnTo>
                <a:lnTo>
                  <a:pt x="50" y="233"/>
                </a:lnTo>
                <a:lnTo>
                  <a:pt x="44" y="231"/>
                </a:lnTo>
                <a:lnTo>
                  <a:pt x="39" y="227"/>
                </a:lnTo>
                <a:lnTo>
                  <a:pt x="33" y="223"/>
                </a:lnTo>
                <a:lnTo>
                  <a:pt x="35" y="220"/>
                </a:lnTo>
                <a:cubicBezTo>
                  <a:pt x="63" y="209"/>
                  <a:pt x="52" y="227"/>
                  <a:pt x="82" y="194"/>
                </a:cubicBezTo>
                <a:lnTo>
                  <a:pt x="85" y="187"/>
                </a:lnTo>
                <a:lnTo>
                  <a:pt x="76" y="188"/>
                </a:lnTo>
                <a:lnTo>
                  <a:pt x="58" y="188"/>
                </a:lnTo>
                <a:lnTo>
                  <a:pt x="50" y="184"/>
                </a:lnTo>
                <a:lnTo>
                  <a:pt x="41" y="182"/>
                </a:lnTo>
                <a:lnTo>
                  <a:pt x="33" y="178"/>
                </a:lnTo>
                <a:lnTo>
                  <a:pt x="25" y="173"/>
                </a:lnTo>
                <a:lnTo>
                  <a:pt x="17" y="169"/>
                </a:lnTo>
                <a:lnTo>
                  <a:pt x="7" y="158"/>
                </a:lnTo>
                <a:lnTo>
                  <a:pt x="1" y="146"/>
                </a:lnTo>
                <a:lnTo>
                  <a:pt x="0" y="133"/>
                </a:lnTo>
                <a:lnTo>
                  <a:pt x="3" y="121"/>
                </a:lnTo>
                <a:lnTo>
                  <a:pt x="9" y="122"/>
                </a:lnTo>
                <a:lnTo>
                  <a:pt x="11" y="126"/>
                </a:lnTo>
                <a:cubicBezTo>
                  <a:pt x="18" y="145"/>
                  <a:pt x="22" y="145"/>
                  <a:pt x="41" y="145"/>
                </a:cubicBezTo>
                <a:lnTo>
                  <a:pt x="46" y="145"/>
                </a:lnTo>
                <a:lnTo>
                  <a:pt x="50" y="143"/>
                </a:lnTo>
                <a:lnTo>
                  <a:pt x="55" y="142"/>
                </a:lnTo>
                <a:lnTo>
                  <a:pt x="57" y="141"/>
                </a:lnTo>
                <a:lnTo>
                  <a:pt x="61" y="139"/>
                </a:lnTo>
                <a:lnTo>
                  <a:pt x="71" y="121"/>
                </a:lnTo>
                <a:lnTo>
                  <a:pt x="71" y="103"/>
                </a:lnTo>
                <a:lnTo>
                  <a:pt x="64" y="83"/>
                </a:lnTo>
                <a:lnTo>
                  <a:pt x="55" y="64"/>
                </a:lnTo>
                <a:lnTo>
                  <a:pt x="49" y="46"/>
                </a:lnTo>
                <a:lnTo>
                  <a:pt x="49" y="28"/>
                </a:lnTo>
                <a:lnTo>
                  <a:pt x="58" y="13"/>
                </a:lnTo>
                <a:lnTo>
                  <a:pt x="85" y="0"/>
                </a:lnTo>
                <a:lnTo>
                  <a:pt x="87" y="9"/>
                </a:lnTo>
                <a:lnTo>
                  <a:pt x="91" y="32"/>
                </a:lnTo>
                <a:lnTo>
                  <a:pt x="94" y="58"/>
                </a:lnTo>
              </a:path>
            </a:pathLst>
          </a:custGeom>
          <a:solidFill>
            <a:srgbClr val="000000">
              <a:alpha val="100000"/>
            </a:srgbClr>
          </a:solidFill>
          <a:ln cap="flat">
            <a:noFill/>
            <a:prstDash val="solid"/>
            <a:miter lim="0"/>
          </a:ln>
        </p:spPr>
        <p:txBody>
          <a:bodyPr rtlCol="0"/>
          <a:lstStyle/>
          <a:p>
            <a:pPr algn="ctr"/>
            <a:endParaRPr lang="zh-CN" altLang="en-US" sz="1635"/>
          </a:p>
        </p:txBody>
      </p:sp>
      <p:sp>
        <p:nvSpPr>
          <p:cNvPr id="1624" name="path"/>
          <p:cNvSpPr/>
          <p:nvPr/>
        </p:nvSpPr>
        <p:spPr>
          <a:xfrm>
            <a:off x="3213277" y="5477412"/>
            <a:ext cx="118218" cy="92638"/>
          </a:xfrm>
          <a:custGeom>
            <a:avLst/>
            <a:gdLst/>
            <a:ahLst/>
            <a:cxnLst/>
            <a:rect l="0" t="0" r="0" b="0"/>
            <a:pathLst>
              <a:path w="205" h="160">
                <a:moveTo>
                  <a:pt x="13" y="0"/>
                </a:moveTo>
                <a:lnTo>
                  <a:pt x="12" y="4"/>
                </a:lnTo>
                <a:lnTo>
                  <a:pt x="13" y="15"/>
                </a:lnTo>
                <a:cubicBezTo>
                  <a:pt x="20" y="54"/>
                  <a:pt x="61" y="63"/>
                  <a:pt x="66" y="94"/>
                </a:cubicBezTo>
                <a:lnTo>
                  <a:pt x="66" y="103"/>
                </a:lnTo>
                <a:lnTo>
                  <a:pt x="62" y="110"/>
                </a:lnTo>
                <a:cubicBezTo>
                  <a:pt x="46" y="129"/>
                  <a:pt x="28" y="136"/>
                  <a:pt x="9" y="152"/>
                </a:cubicBezTo>
                <a:lnTo>
                  <a:pt x="3" y="157"/>
                </a:lnTo>
                <a:lnTo>
                  <a:pt x="0" y="160"/>
                </a:lnTo>
                <a:lnTo>
                  <a:pt x="1" y="160"/>
                </a:lnTo>
                <a:lnTo>
                  <a:pt x="7" y="156"/>
                </a:lnTo>
                <a:cubicBezTo>
                  <a:pt x="24" y="147"/>
                  <a:pt x="42" y="134"/>
                  <a:pt x="58" y="123"/>
                </a:cubicBezTo>
                <a:lnTo>
                  <a:pt x="67" y="113"/>
                </a:lnTo>
                <a:lnTo>
                  <a:pt x="72" y="98"/>
                </a:lnTo>
                <a:lnTo>
                  <a:pt x="73" y="81"/>
                </a:lnTo>
                <a:lnTo>
                  <a:pt x="66" y="67"/>
                </a:lnTo>
                <a:lnTo>
                  <a:pt x="60" y="60"/>
                </a:lnTo>
                <a:lnTo>
                  <a:pt x="51" y="52"/>
                </a:lnTo>
                <a:lnTo>
                  <a:pt x="44" y="46"/>
                </a:lnTo>
                <a:lnTo>
                  <a:pt x="37" y="39"/>
                </a:lnTo>
                <a:lnTo>
                  <a:pt x="30" y="31"/>
                </a:lnTo>
                <a:lnTo>
                  <a:pt x="22" y="21"/>
                </a:lnTo>
                <a:lnTo>
                  <a:pt x="18" y="11"/>
                </a:lnTo>
              </a:path>
              <a:path w="205" h="160">
                <a:moveTo>
                  <a:pt x="6" y="7"/>
                </a:moveTo>
                <a:lnTo>
                  <a:pt x="9" y="7"/>
                </a:lnTo>
                <a:lnTo>
                  <a:pt x="18" y="10"/>
                </a:lnTo>
                <a:cubicBezTo>
                  <a:pt x="45" y="21"/>
                  <a:pt x="72" y="31"/>
                  <a:pt x="98" y="45"/>
                </a:cubicBezTo>
                <a:lnTo>
                  <a:pt x="113" y="55"/>
                </a:lnTo>
                <a:lnTo>
                  <a:pt x="126" y="66"/>
                </a:lnTo>
                <a:cubicBezTo>
                  <a:pt x="141" y="80"/>
                  <a:pt x="154" y="106"/>
                  <a:pt x="172" y="117"/>
                </a:cubicBezTo>
                <a:lnTo>
                  <a:pt x="186" y="124"/>
                </a:lnTo>
                <a:lnTo>
                  <a:pt x="205" y="129"/>
                </a:lnTo>
                <a:lnTo>
                  <a:pt x="203" y="129"/>
                </a:lnTo>
                <a:cubicBezTo>
                  <a:pt x="119" y="46"/>
                  <a:pt x="149" y="19"/>
                  <a:pt x="6" y="1"/>
                </a:cubicBezTo>
                <a:lnTo>
                  <a:pt x="1" y="2"/>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26" name="rect"/>
          <p:cNvSpPr/>
          <p:nvPr/>
        </p:nvSpPr>
        <p:spPr>
          <a:xfrm>
            <a:off x="2721050" y="5592173"/>
            <a:ext cx="302802" cy="21765"/>
          </a:xfrm>
          <a:prstGeom prst="rect">
            <a:avLst/>
          </a:prstGeom>
          <a:solidFill>
            <a:srgbClr val="140000">
              <a:alpha val="100000"/>
            </a:srgbClr>
          </a:solidFill>
          <a:ln cap="flat">
            <a:noFill/>
            <a:prstDash val="solid"/>
            <a:miter lim="0"/>
          </a:ln>
        </p:spPr>
        <p:txBody>
          <a:bodyPr rtlCol="0"/>
          <a:lstStyle/>
          <a:p>
            <a:pPr algn="ctr"/>
            <a:endParaRPr lang="zh-CN" altLang="en-US" sz="1635"/>
          </a:p>
        </p:txBody>
      </p:sp>
      <p:sp>
        <p:nvSpPr>
          <p:cNvPr id="1628" name="path"/>
          <p:cNvSpPr/>
          <p:nvPr/>
        </p:nvSpPr>
        <p:spPr>
          <a:xfrm>
            <a:off x="3343939" y="5529954"/>
            <a:ext cx="94021" cy="51850"/>
          </a:xfrm>
          <a:custGeom>
            <a:avLst/>
            <a:gdLst/>
            <a:ahLst/>
            <a:cxnLst/>
            <a:rect l="0" t="0" r="0" b="0"/>
            <a:pathLst>
              <a:path w="163" h="90">
                <a:moveTo>
                  <a:pt x="16" y="90"/>
                </a:moveTo>
                <a:lnTo>
                  <a:pt x="22" y="86"/>
                </a:lnTo>
                <a:cubicBezTo>
                  <a:pt x="61" y="70"/>
                  <a:pt x="90" y="54"/>
                  <a:pt x="131" y="44"/>
                </a:cubicBezTo>
                <a:lnTo>
                  <a:pt x="143" y="44"/>
                </a:lnTo>
                <a:lnTo>
                  <a:pt x="146" y="51"/>
                </a:lnTo>
                <a:lnTo>
                  <a:pt x="136" y="62"/>
                </a:lnTo>
                <a:cubicBezTo>
                  <a:pt x="105" y="82"/>
                  <a:pt x="70" y="82"/>
                  <a:pt x="34" y="87"/>
                </a:cubicBezTo>
                <a:lnTo>
                  <a:pt x="21" y="90"/>
                </a:lnTo>
              </a:path>
              <a:path w="163" h="90">
                <a:moveTo>
                  <a:pt x="0" y="63"/>
                </a:moveTo>
                <a:lnTo>
                  <a:pt x="163" y="0"/>
                </a:lnTo>
                <a:lnTo>
                  <a:pt x="160" y="3"/>
                </a:lnTo>
                <a:cubicBezTo>
                  <a:pt x="126" y="20"/>
                  <a:pt x="97" y="36"/>
                  <a:pt x="60" y="48"/>
                </a:cubicBezTo>
                <a:lnTo>
                  <a:pt x="30" y="57"/>
                </a:lnTo>
              </a:path>
            </a:pathLst>
          </a:custGeom>
          <a:solidFill>
            <a:srgbClr val="140000">
              <a:alpha val="100000"/>
            </a:srgbClr>
          </a:solidFill>
          <a:ln cap="flat">
            <a:noFill/>
            <a:prstDash val="solid"/>
            <a:miter lim="0"/>
          </a:ln>
        </p:spPr>
        <p:txBody>
          <a:bodyPr rtlCol="0"/>
          <a:lstStyle/>
          <a:p>
            <a:pPr algn="ctr"/>
            <a:endParaRPr lang="zh-CN" altLang="en-US" sz="1635"/>
          </a:p>
        </p:txBody>
      </p:sp>
      <p:pic>
        <p:nvPicPr>
          <p:cNvPr id="1630" name="picture 1630"/>
          <p:cNvPicPr>
            <a:picLocks noChangeAspect="1"/>
          </p:cNvPicPr>
          <p:nvPr/>
        </p:nvPicPr>
        <p:blipFill>
          <a:blip r:embed="rId30"/>
          <a:stretch>
            <a:fillRect/>
          </a:stretch>
        </p:blipFill>
        <p:spPr>
          <a:xfrm rot="21600000">
            <a:off x="5416888" y="2971338"/>
            <a:ext cx="68793" cy="64645"/>
          </a:xfrm>
          <a:prstGeom prst="rect">
            <a:avLst/>
          </a:prstGeom>
        </p:spPr>
      </p:pic>
      <p:pic>
        <p:nvPicPr>
          <p:cNvPr id="1632" name="picture 1632"/>
          <p:cNvPicPr>
            <a:picLocks noChangeAspect="1"/>
          </p:cNvPicPr>
          <p:nvPr/>
        </p:nvPicPr>
        <p:blipFill>
          <a:blip r:embed="rId31"/>
          <a:stretch>
            <a:fillRect/>
          </a:stretch>
        </p:blipFill>
        <p:spPr>
          <a:xfrm rot="21600000">
            <a:off x="7479041" y="3143480"/>
            <a:ext cx="67496" cy="64040"/>
          </a:xfrm>
          <a:prstGeom prst="rect">
            <a:avLst/>
          </a:prstGeom>
        </p:spPr>
      </p:pic>
      <p:sp>
        <p:nvSpPr>
          <p:cNvPr id="1634" name="path"/>
          <p:cNvSpPr/>
          <p:nvPr/>
        </p:nvSpPr>
        <p:spPr>
          <a:xfrm>
            <a:off x="2914622" y="4857980"/>
            <a:ext cx="91946" cy="45628"/>
          </a:xfrm>
          <a:custGeom>
            <a:avLst/>
            <a:gdLst/>
            <a:ahLst/>
            <a:cxnLst/>
            <a:rect l="0" t="0" r="0" b="0"/>
            <a:pathLst>
              <a:path w="159" h="79">
                <a:moveTo>
                  <a:pt x="0" y="0"/>
                </a:moveTo>
                <a:lnTo>
                  <a:pt x="1" y="2"/>
                </a:lnTo>
                <a:cubicBezTo>
                  <a:pt x="50" y="49"/>
                  <a:pt x="114" y="33"/>
                  <a:pt x="153" y="69"/>
                </a:cubicBezTo>
                <a:lnTo>
                  <a:pt x="159" y="79"/>
                </a:lnTo>
                <a:lnTo>
                  <a:pt x="159" y="75"/>
                </a:lnTo>
                <a:lnTo>
                  <a:pt x="158" y="70"/>
                </a:lnTo>
                <a:lnTo>
                  <a:pt x="153" y="63"/>
                </a:lnTo>
                <a:lnTo>
                  <a:pt x="143" y="57"/>
                </a:lnTo>
                <a:lnTo>
                  <a:pt x="129" y="50"/>
                </a:lnTo>
                <a:lnTo>
                  <a:pt x="109" y="43"/>
                </a:lnTo>
                <a:lnTo>
                  <a:pt x="79" y="36"/>
                </a:lnTo>
                <a:lnTo>
                  <a:pt x="77" y="36"/>
                </a:lnTo>
                <a:lnTo>
                  <a:pt x="73" y="34"/>
                </a:lnTo>
                <a:lnTo>
                  <a:pt x="67" y="32"/>
                </a:lnTo>
                <a:lnTo>
                  <a:pt x="57" y="30"/>
                </a:lnTo>
                <a:lnTo>
                  <a:pt x="45" y="25"/>
                </a:lnTo>
                <a:lnTo>
                  <a:pt x="32" y="19"/>
                </a:lnTo>
                <a:lnTo>
                  <a:pt x="16" y="1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36" name="path"/>
          <p:cNvSpPr/>
          <p:nvPr/>
        </p:nvSpPr>
        <p:spPr>
          <a:xfrm>
            <a:off x="3366061" y="5066070"/>
            <a:ext cx="159697" cy="23700"/>
          </a:xfrm>
          <a:custGeom>
            <a:avLst/>
            <a:gdLst/>
            <a:ahLst/>
            <a:cxnLst/>
            <a:rect l="0" t="0" r="0" b="0"/>
            <a:pathLst>
              <a:path w="277" h="41">
                <a:moveTo>
                  <a:pt x="0" y="0"/>
                </a:moveTo>
                <a:lnTo>
                  <a:pt x="2" y="0"/>
                </a:lnTo>
                <a:lnTo>
                  <a:pt x="8" y="1"/>
                </a:lnTo>
                <a:cubicBezTo>
                  <a:pt x="47" y="5"/>
                  <a:pt x="86" y="8"/>
                  <a:pt x="124" y="15"/>
                </a:cubicBezTo>
                <a:lnTo>
                  <a:pt x="145" y="19"/>
                </a:lnTo>
                <a:lnTo>
                  <a:pt x="166" y="22"/>
                </a:lnTo>
                <a:cubicBezTo>
                  <a:pt x="193" y="22"/>
                  <a:pt x="247" y="41"/>
                  <a:pt x="268" y="40"/>
                </a:cubicBezTo>
                <a:lnTo>
                  <a:pt x="274" y="40"/>
                </a:lnTo>
                <a:lnTo>
                  <a:pt x="277" y="39"/>
                </a:lnTo>
                <a:lnTo>
                  <a:pt x="276" y="38"/>
                </a:lnTo>
                <a:cubicBezTo>
                  <a:pt x="211" y="12"/>
                  <a:pt x="109" y="1"/>
                  <a:pt x="40" y="0"/>
                </a:cubicBezTo>
                <a:lnTo>
                  <a:pt x="20" y="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38" name="path"/>
          <p:cNvSpPr/>
          <p:nvPr/>
        </p:nvSpPr>
        <p:spPr>
          <a:xfrm>
            <a:off x="3119948" y="5576354"/>
            <a:ext cx="217768" cy="14840"/>
          </a:xfrm>
          <a:custGeom>
            <a:avLst/>
            <a:gdLst/>
            <a:ahLst/>
            <a:cxnLst/>
            <a:rect l="0" t="0" r="0" b="0"/>
            <a:pathLst>
              <a:path w="377" h="25">
                <a:moveTo>
                  <a:pt x="0" y="25"/>
                </a:moveTo>
                <a:lnTo>
                  <a:pt x="3" y="25"/>
                </a:lnTo>
                <a:lnTo>
                  <a:pt x="14" y="23"/>
                </a:lnTo>
                <a:cubicBezTo>
                  <a:pt x="75" y="20"/>
                  <a:pt x="136" y="16"/>
                  <a:pt x="197" y="13"/>
                </a:cubicBezTo>
                <a:lnTo>
                  <a:pt x="229" y="10"/>
                </a:lnTo>
                <a:lnTo>
                  <a:pt x="257" y="9"/>
                </a:lnTo>
                <a:cubicBezTo>
                  <a:pt x="286" y="8"/>
                  <a:pt x="338" y="0"/>
                  <a:pt x="366" y="3"/>
                </a:cubicBezTo>
                <a:lnTo>
                  <a:pt x="372" y="4"/>
                </a:lnTo>
                <a:lnTo>
                  <a:pt x="377" y="7"/>
                </a:lnTo>
                <a:lnTo>
                  <a:pt x="377" y="9"/>
                </a:lnTo>
                <a:lnTo>
                  <a:pt x="374" y="11"/>
                </a:lnTo>
                <a:cubicBezTo>
                  <a:pt x="263" y="25"/>
                  <a:pt x="128" y="19"/>
                  <a:pt x="14" y="25"/>
                </a:cubicBezTo>
                <a:lnTo>
                  <a:pt x="3" y="25"/>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40" name="path"/>
          <p:cNvSpPr/>
          <p:nvPr/>
        </p:nvSpPr>
        <p:spPr>
          <a:xfrm>
            <a:off x="3301768" y="5485709"/>
            <a:ext cx="35948" cy="55998"/>
          </a:xfrm>
          <a:custGeom>
            <a:avLst/>
            <a:gdLst/>
            <a:ahLst/>
            <a:cxnLst/>
            <a:rect l="0" t="0" r="0" b="0"/>
            <a:pathLst>
              <a:path w="62" h="97">
                <a:moveTo>
                  <a:pt x="0" y="4"/>
                </a:moveTo>
                <a:lnTo>
                  <a:pt x="1" y="4"/>
                </a:lnTo>
                <a:lnTo>
                  <a:pt x="7" y="5"/>
                </a:lnTo>
                <a:lnTo>
                  <a:pt x="13" y="10"/>
                </a:lnTo>
                <a:lnTo>
                  <a:pt x="19" y="23"/>
                </a:lnTo>
                <a:lnTo>
                  <a:pt x="21" y="33"/>
                </a:lnTo>
                <a:lnTo>
                  <a:pt x="28" y="45"/>
                </a:lnTo>
                <a:lnTo>
                  <a:pt x="34" y="57"/>
                </a:lnTo>
                <a:lnTo>
                  <a:pt x="42" y="68"/>
                </a:lnTo>
                <a:lnTo>
                  <a:pt x="50" y="80"/>
                </a:lnTo>
                <a:lnTo>
                  <a:pt x="56" y="88"/>
                </a:lnTo>
                <a:lnTo>
                  <a:pt x="61" y="94"/>
                </a:lnTo>
                <a:lnTo>
                  <a:pt x="62" y="97"/>
                </a:lnTo>
                <a:lnTo>
                  <a:pt x="58" y="87"/>
                </a:lnTo>
                <a:lnTo>
                  <a:pt x="50" y="68"/>
                </a:lnTo>
                <a:lnTo>
                  <a:pt x="39" y="45"/>
                </a:lnTo>
                <a:lnTo>
                  <a:pt x="31" y="30"/>
                </a:lnTo>
                <a:lnTo>
                  <a:pt x="30" y="25"/>
                </a:lnTo>
                <a:lnTo>
                  <a:pt x="22" y="13"/>
                </a:lnTo>
                <a:lnTo>
                  <a:pt x="20" y="7"/>
                </a:lnTo>
                <a:lnTo>
                  <a:pt x="15" y="2"/>
                </a:lnTo>
                <a:lnTo>
                  <a:pt x="10" y="0"/>
                </a:lnTo>
                <a:lnTo>
                  <a:pt x="4" y="1"/>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42" name="path"/>
          <p:cNvSpPr/>
          <p:nvPr/>
        </p:nvSpPr>
        <p:spPr>
          <a:xfrm>
            <a:off x="3146910" y="5558297"/>
            <a:ext cx="53232" cy="11752"/>
          </a:xfrm>
          <a:custGeom>
            <a:avLst/>
            <a:gdLst/>
            <a:ahLst/>
            <a:cxnLst/>
            <a:rect l="0" t="0" r="0" b="0"/>
            <a:pathLst>
              <a:path w="92" h="20">
                <a:moveTo>
                  <a:pt x="90" y="20"/>
                </a:moveTo>
                <a:lnTo>
                  <a:pt x="92" y="17"/>
                </a:lnTo>
                <a:lnTo>
                  <a:pt x="91" y="16"/>
                </a:lnTo>
                <a:cubicBezTo>
                  <a:pt x="61" y="14"/>
                  <a:pt x="32" y="6"/>
                  <a:pt x="3" y="1"/>
                </a:cubicBezTo>
                <a:lnTo>
                  <a:pt x="0" y="0"/>
                </a:lnTo>
                <a:lnTo>
                  <a:pt x="0" y="1"/>
                </a:lnTo>
                <a:lnTo>
                  <a:pt x="2" y="3"/>
                </a:lnTo>
                <a:lnTo>
                  <a:pt x="4" y="7"/>
                </a:lnTo>
                <a:lnTo>
                  <a:pt x="13" y="10"/>
                </a:lnTo>
                <a:lnTo>
                  <a:pt x="23" y="15"/>
                </a:lnTo>
                <a:lnTo>
                  <a:pt x="39" y="17"/>
                </a:lnTo>
                <a:lnTo>
                  <a:pt x="61" y="20"/>
                </a:lnTo>
              </a:path>
            </a:pathLst>
          </a:custGeom>
          <a:solidFill>
            <a:srgbClr val="140000">
              <a:alpha val="100000"/>
            </a:srgbClr>
          </a:solidFill>
          <a:ln cap="flat">
            <a:noFill/>
            <a:prstDash val="solid"/>
            <a:miter lim="0"/>
          </a:ln>
        </p:spPr>
        <p:txBody>
          <a:bodyPr rtlCol="0"/>
          <a:lstStyle/>
          <a:p>
            <a:pPr algn="ctr"/>
            <a:endParaRPr lang="zh-CN" altLang="en-US" sz="1635"/>
          </a:p>
        </p:txBody>
      </p:sp>
      <p:sp>
        <p:nvSpPr>
          <p:cNvPr id="1644" name="path"/>
          <p:cNvSpPr/>
          <p:nvPr/>
        </p:nvSpPr>
        <p:spPr>
          <a:xfrm>
            <a:off x="3346013" y="5581804"/>
            <a:ext cx="10369" cy="36641"/>
          </a:xfrm>
          <a:custGeom>
            <a:avLst/>
            <a:gdLst/>
            <a:ahLst/>
            <a:cxnLst/>
            <a:rect l="0" t="0" r="0" b="0"/>
            <a:pathLst>
              <a:path w="17" h="63">
                <a:moveTo>
                  <a:pt x="2" y="0"/>
                </a:moveTo>
                <a:lnTo>
                  <a:pt x="3" y="3"/>
                </a:lnTo>
                <a:lnTo>
                  <a:pt x="5" y="14"/>
                </a:lnTo>
                <a:lnTo>
                  <a:pt x="7" y="30"/>
                </a:lnTo>
                <a:lnTo>
                  <a:pt x="4" y="46"/>
                </a:lnTo>
                <a:lnTo>
                  <a:pt x="0" y="60"/>
                </a:lnTo>
                <a:lnTo>
                  <a:pt x="1" y="63"/>
                </a:lnTo>
                <a:lnTo>
                  <a:pt x="5" y="62"/>
                </a:lnTo>
                <a:lnTo>
                  <a:pt x="10" y="56"/>
                </a:lnTo>
                <a:lnTo>
                  <a:pt x="16" y="44"/>
                </a:lnTo>
                <a:lnTo>
                  <a:pt x="17" y="28"/>
                </a:lnTo>
                <a:lnTo>
                  <a:pt x="14" y="11"/>
                </a:lnTo>
              </a:path>
            </a:pathLst>
          </a:custGeom>
          <a:solidFill>
            <a:srgbClr val="140000">
              <a:alpha val="100000"/>
            </a:srgbClr>
          </a:solidFill>
          <a:ln cap="flat">
            <a:noFill/>
            <a:prstDash val="solid"/>
            <a:miter lim="0"/>
          </a:ln>
        </p:spPr>
        <p:txBody>
          <a:bodyPr rtlCol="0"/>
          <a:lstStyle/>
          <a:p>
            <a:pPr algn="ctr"/>
            <a:endParaRPr lang="zh-CN" altLang="en-US" sz="1635"/>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6" name="picture 1646"/>
          <p:cNvPicPr>
            <a:picLocks noChangeAspect="1"/>
          </p:cNvPicPr>
          <p:nvPr/>
        </p:nvPicPr>
        <p:blipFill>
          <a:blip r:embed="rId1"/>
          <a:stretch>
            <a:fillRect/>
          </a:stretch>
        </p:blipFill>
        <p:spPr>
          <a:xfrm rot="21600000">
            <a:off x="10209533" y="700317"/>
            <a:ext cx="736958" cy="727971"/>
          </a:xfrm>
          <a:prstGeom prst="rect">
            <a:avLst/>
          </a:prstGeom>
        </p:spPr>
      </p:pic>
      <p:sp>
        <p:nvSpPr>
          <p:cNvPr id="1648" name="textbox 1648"/>
          <p:cNvSpPr/>
          <p:nvPr/>
        </p:nvSpPr>
        <p:spPr>
          <a:xfrm>
            <a:off x="4851798" y="5833448"/>
            <a:ext cx="2487637" cy="161887"/>
          </a:xfrm>
          <a:prstGeom prst="rect">
            <a:avLst/>
          </a:prstGeom>
        </p:spPr>
        <p:txBody>
          <a:bodyPr vert="horz" wrap="square" lIns="0" tIns="0" rIns="0" bIns="0"/>
          <a:lstStyle/>
          <a:p>
            <a:pPr algn="l" rtl="0" eaLnBrk="0">
              <a:lnSpc>
                <a:spcPct val="84000"/>
              </a:lnSpc>
            </a:pPr>
            <a:endParaRPr lang="en-US" altLang="en-US" sz="100" dirty="0"/>
          </a:p>
          <a:p>
            <a:pPr marL="12700" algn="l" rtl="0" eaLnBrk="0">
              <a:lnSpc>
                <a:spcPct val="100000"/>
              </a:lnSpc>
            </a:pP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电子科技大学</a:t>
            </a:r>
            <a:r>
              <a:rPr sz="905" kern="0" spc="-19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信软学院</a:t>
            </a:r>
            <a:r>
              <a:rPr sz="905" kern="0" spc="4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40" dirty="0">
                <a:solidFill>
                  <a:srgbClr val="898989">
                    <a:alpha val="100000"/>
                  </a:srgbClr>
                </a:solidFill>
                <a:latin typeface="仿宋" panose="02010609060101010101" charset="-122"/>
                <a:ea typeface="仿宋" panose="02010609060101010101" charset="-122"/>
                <a:cs typeface="仿宋" panose="02010609060101010101" charset="-122"/>
              </a:rPr>
              <a:t>现代</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密码学</a:t>
            </a:r>
            <a:r>
              <a:rPr sz="905" kern="0" spc="-18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30" dirty="0">
                <a:solidFill>
                  <a:srgbClr val="898989">
                    <a:alpha val="100000"/>
                  </a:srgbClr>
                </a:solidFill>
                <a:latin typeface="仿宋" panose="02010609060101010101" charset="-122"/>
                <a:ea typeface="仿宋" panose="02010609060101010101" charset="-122"/>
                <a:cs typeface="仿宋" panose="02010609060101010101" charset="-122"/>
              </a:rPr>
              <a:t>廖永建</a:t>
            </a:r>
            <a:endParaRPr lang="en-US" altLang="en-US" sz="905" dirty="0"/>
          </a:p>
        </p:txBody>
      </p:sp>
      <p:pic>
        <p:nvPicPr>
          <p:cNvPr id="1650" name="picture 1650"/>
          <p:cNvPicPr>
            <a:picLocks noChangeAspect="1"/>
          </p:cNvPicPr>
          <p:nvPr/>
        </p:nvPicPr>
        <p:blipFill>
          <a:blip r:embed="rId2"/>
          <a:stretch>
            <a:fillRect/>
          </a:stretch>
        </p:blipFill>
        <p:spPr>
          <a:xfrm rot="21600000">
            <a:off x="1798815" y="5661997"/>
            <a:ext cx="8575956" cy="22814"/>
          </a:xfrm>
          <a:prstGeom prst="rect">
            <a:avLst/>
          </a:prstGeom>
        </p:spPr>
      </p:pic>
      <p:pic>
        <p:nvPicPr>
          <p:cNvPr id="1652" name="picture 1652"/>
          <p:cNvPicPr>
            <a:picLocks noChangeAspect="1"/>
          </p:cNvPicPr>
          <p:nvPr/>
        </p:nvPicPr>
        <p:blipFill>
          <a:blip r:embed="rId3"/>
          <a:stretch>
            <a:fillRect/>
          </a:stretch>
        </p:blipFill>
        <p:spPr>
          <a:xfrm rot="21600000">
            <a:off x="1902514" y="1025243"/>
            <a:ext cx="333221" cy="521954"/>
          </a:xfrm>
          <a:prstGeom prst="rect">
            <a:avLst/>
          </a:prstGeom>
        </p:spPr>
      </p:pic>
      <p:pic>
        <p:nvPicPr>
          <p:cNvPr id="1654" name="picture 1654"/>
          <p:cNvPicPr>
            <a:picLocks noChangeAspect="1"/>
          </p:cNvPicPr>
          <p:nvPr/>
        </p:nvPicPr>
        <p:blipFill>
          <a:blip r:embed="rId4"/>
          <a:stretch>
            <a:fillRect/>
          </a:stretch>
        </p:blipFill>
        <p:spPr>
          <a:xfrm rot="21600000">
            <a:off x="2412716" y="1511249"/>
            <a:ext cx="7190529" cy="22814"/>
          </a:xfrm>
          <a:prstGeom prst="rect">
            <a:avLst/>
          </a:prstGeom>
        </p:spPr>
      </p:pic>
      <p:sp>
        <p:nvSpPr>
          <p:cNvPr id="1656" name="textbox 1656"/>
          <p:cNvSpPr/>
          <p:nvPr/>
        </p:nvSpPr>
        <p:spPr>
          <a:xfrm>
            <a:off x="9331394" y="5815543"/>
            <a:ext cx="804823" cy="18205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380"/>
              </a:lnSpc>
            </a:pP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共</a:t>
            </a:r>
            <a:r>
              <a:rPr sz="905" kern="0" spc="-110" dirty="0">
                <a:solidFill>
                  <a:srgbClr val="898989">
                    <a:alpha val="100000"/>
                  </a:srgbClr>
                </a:solidFill>
                <a:latin typeface="仿宋" panose="02010609060101010101" charset="-122"/>
                <a:ea typeface="仿宋" panose="02010609060101010101" charset="-122"/>
                <a:cs typeface="仿宋" panose="02010609060101010101" charset="-122"/>
              </a:rPr>
              <a:t> </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第</a:t>
            </a:r>
            <a:r>
              <a:rPr sz="905" kern="0" spc="10" dirty="0">
                <a:solidFill>
                  <a:srgbClr val="898989">
                    <a:alpha val="100000"/>
                  </a:srgbClr>
                </a:solidFill>
                <a:latin typeface="Times New Roman" panose="02020603050405020304"/>
                <a:ea typeface="Times New Roman" panose="02020603050405020304"/>
                <a:cs typeface="Times New Roman" panose="02020603050405020304"/>
              </a:rPr>
              <a:t>18</a:t>
            </a:r>
            <a:r>
              <a:rPr sz="905" kern="0" spc="10" dirty="0">
                <a:solidFill>
                  <a:srgbClr val="898989">
                    <a:alpha val="100000"/>
                  </a:srgbClr>
                </a:solidFill>
                <a:latin typeface="仿宋" panose="02010609060101010101" charset="-122"/>
                <a:ea typeface="仿宋" panose="02010609060101010101" charset="-122"/>
                <a:cs typeface="仿宋" panose="02010609060101010101" charset="-122"/>
              </a:rPr>
              <a:t>页</a:t>
            </a:r>
            <a:endParaRPr lang="en-US" altLang="en-US" sz="905" dirty="0"/>
          </a:p>
        </p:txBody>
      </p:sp>
      <p:sp>
        <p:nvSpPr>
          <p:cNvPr id="1658" name="textbox 1658"/>
          <p:cNvSpPr/>
          <p:nvPr/>
        </p:nvSpPr>
        <p:spPr>
          <a:xfrm>
            <a:off x="3027612" y="1904494"/>
            <a:ext cx="493148" cy="304185"/>
          </a:xfrm>
          <a:prstGeom prst="rect">
            <a:avLst/>
          </a:prstGeom>
        </p:spPr>
        <p:txBody>
          <a:bodyPr vert="horz" wrap="square" lIns="0" tIns="0" rIns="0" bIns="0"/>
          <a:lstStyle/>
          <a:p>
            <a:pPr algn="l" rtl="0" eaLnBrk="0">
              <a:lnSpc>
                <a:spcPct val="77000"/>
              </a:lnSpc>
            </a:pPr>
            <a:endParaRPr lang="en-US" altLang="en-US" sz="100" dirty="0"/>
          </a:p>
          <a:p>
            <a:pPr marL="12700" algn="l" rtl="0" eaLnBrk="0">
              <a:lnSpc>
                <a:spcPct val="97000"/>
              </a:lnSpc>
            </a:pPr>
            <a:r>
              <a:rPr sz="1905" kern="0" spc="-40" dirty="0">
                <a:solidFill>
                  <a:srgbClr val="000000">
                    <a:alpha val="100000"/>
                  </a:srgbClr>
                </a:solidFill>
                <a:latin typeface="仿宋" panose="02010609060101010101" charset="-122"/>
                <a:ea typeface="仿宋" panose="02010609060101010101" charset="-122"/>
                <a:cs typeface="仿宋" panose="02010609060101010101" charset="-122"/>
              </a:rPr>
              <a:t>谢谢</a:t>
            </a:r>
            <a:endParaRPr lang="en-US" altLang="en-US" sz="1905" dirty="0"/>
          </a:p>
        </p:txBody>
      </p:sp>
      <p:sp>
        <p:nvSpPr>
          <p:cNvPr id="1660" name="textbox 1660"/>
          <p:cNvSpPr/>
          <p:nvPr/>
        </p:nvSpPr>
        <p:spPr>
          <a:xfrm>
            <a:off x="1896985" y="5852031"/>
            <a:ext cx="513888" cy="134809"/>
          </a:xfrm>
          <a:prstGeom prst="rect">
            <a:avLst/>
          </a:prstGeom>
        </p:spPr>
        <p:txBody>
          <a:bodyPr vert="horz" wrap="square" lIns="0" tIns="0" rIns="0" bIns="0"/>
          <a:lstStyle/>
          <a:p>
            <a:pPr algn="l" rtl="0" eaLnBrk="0">
              <a:lnSpc>
                <a:spcPct val="81000"/>
              </a:lnSpc>
            </a:pPr>
            <a:endParaRPr lang="en-US" altLang="en-US" sz="100" dirty="0"/>
          </a:p>
          <a:p>
            <a:pPr marL="12700" algn="l" rtl="0" eaLnBrk="0">
              <a:lnSpc>
                <a:spcPct val="81000"/>
              </a:lnSpc>
            </a:pPr>
            <a:r>
              <a:rPr sz="905" kern="0" spc="20" dirty="0">
                <a:solidFill>
                  <a:srgbClr val="898989">
                    <a:alpha val="100000"/>
                  </a:srgbClr>
                </a:solidFill>
                <a:latin typeface="Times New Roman" panose="02020603050405020304"/>
                <a:ea typeface="Times New Roman" panose="02020603050405020304"/>
                <a:cs typeface="Times New Roman" panose="02020603050405020304"/>
              </a:rPr>
              <a:t>2018/12/8</a:t>
            </a:r>
            <a:endParaRPr lang="en-US" altLang="en-US" sz="905" dirty="0"/>
          </a:p>
        </p:txBody>
      </p:sp>
    </p:spTree>
  </p:cSld>
  <p:clrMapOvr>
    <a:masterClrMapping/>
  </p:clrMapOvr>
</p:sld>
</file>

<file path=ppt/tags/tag1.xml><?xml version="1.0" encoding="utf-8"?>
<p:tagLst xmlns:p="http://schemas.openxmlformats.org/presentationml/2006/main">
  <p:tag name="commondata" val="eyJoZGlkIjoiZTcwZjg3OGM5MWVhNmI0ZmM4OGQ1YjQxNGU4NWYzMjgifQ=="/>
  <p:tag name="KSO_WPP_MARK_KEY" val="3aa51796-8918-4e52-92e4-4279684957e7"/>
  <p:tag name="COMMONDATA" val="eyJoZGlkIjoiMzEwNTM5NzYwMDRjMzkwZTVkZjY2ODkwMGIxNGU0OTU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7747</Words>
  <Application>WPS 演示</Application>
  <PresentationFormat>宽屏</PresentationFormat>
  <Paragraphs>769</Paragraphs>
  <Slides>70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70</vt:i4>
      </vt:variant>
    </vt:vector>
  </HeadingPairs>
  <TitlesOfParts>
    <vt:vector size="85" baseType="lpstr">
      <vt:lpstr>Arial</vt:lpstr>
      <vt:lpstr>宋体</vt:lpstr>
      <vt:lpstr>Wingdings</vt:lpstr>
      <vt:lpstr>仿宋</vt:lpstr>
      <vt:lpstr>Calibri</vt:lpstr>
      <vt:lpstr>微软雅黑</vt:lpstr>
      <vt:lpstr>Arial Unicode MS</vt:lpstr>
      <vt:lpstr>Wingdings</vt:lpstr>
      <vt:lpstr>Times New Roman</vt:lpstr>
      <vt:lpstr>Wingdings</vt:lpstr>
      <vt:lpstr>Calibri</vt:lpstr>
      <vt:lpstr>Arial</vt:lpstr>
      <vt:lpstr>BatangChe</vt:lpstr>
      <vt:lpstr>Segoe Print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24</cp:revision>
  <dcterms:created xsi:type="dcterms:W3CDTF">1900-01-01T00:00:00Z</dcterms:created>
  <dcterms:modified xsi:type="dcterms:W3CDTF">2025-04-07T13:53:52Z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2052-11.1.0.12375</vt:lpwstr>
  </property>
</Properties>
</file>