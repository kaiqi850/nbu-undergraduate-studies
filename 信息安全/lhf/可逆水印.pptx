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60" r:id="rId3"/>
    <p:sldId id="692" r:id="rId4"/>
    <p:sldId id="2276" r:id="rId5"/>
    <p:sldId id="2309" r:id="rId6"/>
    <p:sldId id="2308" r:id="rId7"/>
    <p:sldId id="2310" r:id="rId8"/>
    <p:sldId id="2313" r:id="rId9"/>
    <p:sldId id="2321" r:id="rId10"/>
    <p:sldId id="2317" r:id="rId11"/>
    <p:sldId id="2318" r:id="rId12"/>
    <p:sldId id="2319" r:id="rId13"/>
    <p:sldId id="2320" r:id="rId14"/>
    <p:sldId id="2282" r:id="rId15"/>
    <p:sldId id="2290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D6FF"/>
    <a:srgbClr val="6274B8"/>
    <a:srgbClr val="688EB2"/>
    <a:srgbClr val="8AB2E9"/>
    <a:srgbClr val="C0D5F3"/>
    <a:srgbClr val="013F88"/>
    <a:srgbClr val="0F3D8B"/>
    <a:srgbClr val="EDEDED"/>
    <a:srgbClr val="E5E6EB"/>
    <a:srgbClr val="003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42" autoAdjust="0"/>
    <p:restoredTop sz="94043" autoAdjust="0"/>
  </p:normalViewPr>
  <p:slideViewPr>
    <p:cSldViewPr snapToGrid="0">
      <p:cViewPr varScale="1">
        <p:scale>
          <a:sx n="106" d="100"/>
          <a:sy n="106" d="100"/>
        </p:scale>
        <p:origin x="61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32FB4-3D15-4F60-954A-638E2521E19F}" type="datetimeFigureOut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ED325-CF4E-4626-86D9-17A403278C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526F4-C1F3-43E5-A883-42958F704DDA}" type="datetimeFigureOut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FC23-F837-492F-89BE-60157E364BD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FC23-F837-492F-89BE-60157E364BD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FC23-F837-492F-89BE-60157E364BD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首先，研究背景与现状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0" i="0" dirty="0">
              <a:solidFill>
                <a:srgbClr val="333333"/>
              </a:solidFill>
              <a:effectLst/>
              <a:latin typeface="PingFang S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老年人口高速增长令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。其中，衰老导致的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影响了老年日常生活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b="1" i="0" dirty="0">
              <a:solidFill>
                <a:srgbClr val="333333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PingFang SC"/>
              </a:rPr>
              <a:t>研究表明，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人群的发生率中占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人群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60%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en-US" altLang="zh-CN" sz="1800" kern="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最主要的两个特点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随着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领域发展，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可通过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方式施加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，以改善</a:t>
            </a:r>
            <a:r>
              <a:rPr lang="en-US" altLang="zh-CN" sz="2800" b="1" i="0" u="none" strike="noStrike" baseline="0" dirty="0">
                <a:latin typeface="微软雅黑" panose="020B0503020204020204" charset="-122"/>
                <a:ea typeface="微软雅黑" panose="020B0503020204020204" charset="-122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，有望在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发挥积极作用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（动画）但是目前缺乏全面的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理论以指导相关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****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en-US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迫切需要探究</a:t>
            </a:r>
            <a:r>
              <a:rPr lang="en-US" altLang="zh-CN" sz="1800" b="1" kern="1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****</a:t>
            </a:r>
            <a:r>
              <a:rPr lang="zh-CN" altLang="en-US" sz="1800" b="1" kern="10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 pitchFamily="34" charset="0"/>
              </a:rPr>
              <a:t>机理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，并以此提出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***</a:t>
            </a:r>
            <a:r>
              <a:rPr lang="zh-CN" altLang="zh-CN" sz="1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策略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80470A-4597-4319-87FD-3AB9665446A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FC23-F837-492F-89BE-60157E364BD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E9DE-A0FF-4F95-AA68-7410E7A67A17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E9DE-A0FF-4F95-AA68-7410E7A67A17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3E25-CDDC-4F0C-92FE-659623164AA2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1EAC-8FEE-4D32-ACF8-FF8F8C904F25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4EF68-3766-48A1-967A-D8492CB7A5F0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D2F5E-6242-48E2-9051-3C3FFE25BBEE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333F-7C7C-44A9-9504-B3043D18A9E3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29A1-9FE7-4A2D-ABF3-966BBDF7D98A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4090-0ED1-44A8-86FF-922BB5D25AAC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7CE5-2F14-45CC-A590-3684C388E845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板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41160" y="190525"/>
            <a:ext cx="720000" cy="720000"/>
          </a:xfrm>
          <a:prstGeom prst="rect">
            <a:avLst/>
          </a:prstGeom>
          <a:solidFill>
            <a:schemeClr val="bg2"/>
          </a:solidFill>
          <a:ln>
            <a:solidFill>
              <a:srgbClr val="0F3D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>
              <a:latin typeface="+mj-ea"/>
              <a:ea typeface="+mj-ea"/>
            </a:endParaRPr>
          </a:p>
        </p:txBody>
      </p:sp>
      <p:pic>
        <p:nvPicPr>
          <p:cNvPr id="23" name="图片 22" descr="宁波大学黑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F7BA5-46B5-4FA9-BA8E-F9BA5EAF99AB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F7BA5-46B5-4FA9-BA8E-F9BA5EAF99AB}" type="datetime1">
              <a:rPr lang="zh-CN" altLang="en-US" smtClean="0"/>
              <a:t>2024-07-06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50A3C-6C78-4088-8B5E-BD3E674E18E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6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5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8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6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6" Type="http://schemas.openxmlformats.org/officeDocument/2006/relationships/image" Target="../media/image23.png"/><Relationship Id="rId5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矩形 53"/>
          <p:cNvSpPr/>
          <p:nvPr/>
        </p:nvSpPr>
        <p:spPr>
          <a:xfrm flipH="1">
            <a:off x="4754880" y="4746625"/>
            <a:ext cx="76835" cy="807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046" name="矩形 1045"/>
          <p:cNvSpPr/>
          <p:nvPr/>
        </p:nvSpPr>
        <p:spPr>
          <a:xfrm>
            <a:off x="0" y="1442166"/>
            <a:ext cx="12192000" cy="269799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j-ea"/>
              <a:ea typeface="+mj-ea"/>
            </a:endParaRPr>
          </a:p>
        </p:txBody>
      </p:sp>
      <p:grpSp>
        <p:nvGrpSpPr>
          <p:cNvPr id="1047" name="组合 1046"/>
          <p:cNvGrpSpPr/>
          <p:nvPr/>
        </p:nvGrpSpPr>
        <p:grpSpPr>
          <a:xfrm>
            <a:off x="5580261" y="824422"/>
            <a:ext cx="1086560" cy="1086560"/>
            <a:chOff x="4578434" y="540828"/>
            <a:chExt cx="1086560" cy="1086560"/>
          </a:xfrm>
        </p:grpSpPr>
        <p:sp>
          <p:nvSpPr>
            <p:cNvPr id="1048" name="椭圆 1047"/>
            <p:cNvSpPr/>
            <p:nvPr/>
          </p:nvSpPr>
          <p:spPr>
            <a:xfrm>
              <a:off x="4578434" y="552273"/>
              <a:ext cx="1083460" cy="106367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3F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j-ea"/>
                <a:ea typeface="+mj-ea"/>
              </a:endParaRPr>
            </a:p>
          </p:txBody>
        </p:sp>
        <p:grpSp>
          <p:nvGrpSpPr>
            <p:cNvPr id="1049" name="图形 3"/>
            <p:cNvGrpSpPr/>
            <p:nvPr/>
          </p:nvGrpSpPr>
          <p:grpSpPr>
            <a:xfrm>
              <a:off x="4578434" y="540828"/>
              <a:ext cx="1086560" cy="1086560"/>
              <a:chOff x="3975278" y="1072876"/>
              <a:chExt cx="1171367" cy="1171367"/>
            </a:xfrm>
            <a:solidFill>
              <a:schemeClr val="accent1"/>
            </a:solidFill>
          </p:grpSpPr>
          <p:sp>
            <p:nvSpPr>
              <p:cNvPr id="1050" name="任意多边形: 形状 1049"/>
              <p:cNvSpPr/>
              <p:nvPr/>
            </p:nvSpPr>
            <p:spPr>
              <a:xfrm>
                <a:off x="3975278" y="1072876"/>
                <a:ext cx="1171367" cy="1171367"/>
              </a:xfrm>
              <a:custGeom>
                <a:avLst/>
                <a:gdLst>
                  <a:gd name="connsiteX0" fmla="*/ 585684 w 1171367"/>
                  <a:gd name="connsiteY0" fmla="*/ 0 h 1171367"/>
                  <a:gd name="connsiteX1" fmla="*/ 1171368 w 1171367"/>
                  <a:gd name="connsiteY1" fmla="*/ 585684 h 1171367"/>
                  <a:gd name="connsiteX2" fmla="*/ 585684 w 1171367"/>
                  <a:gd name="connsiteY2" fmla="*/ 1171368 h 1171367"/>
                  <a:gd name="connsiteX3" fmla="*/ 0 w 1171367"/>
                  <a:gd name="connsiteY3" fmla="*/ 585684 h 1171367"/>
                  <a:gd name="connsiteX4" fmla="*/ 585684 w 1171367"/>
                  <a:gd name="connsiteY4" fmla="*/ 0 h 1171367"/>
                  <a:gd name="connsiteX5" fmla="*/ 585684 w 1171367"/>
                  <a:gd name="connsiteY5" fmla="*/ 23361 h 1171367"/>
                  <a:gd name="connsiteX6" fmla="*/ 23361 w 1171367"/>
                  <a:gd name="connsiteY6" fmla="*/ 585684 h 1171367"/>
                  <a:gd name="connsiteX7" fmla="*/ 585684 w 1171367"/>
                  <a:gd name="connsiteY7" fmla="*/ 1148007 h 1171367"/>
                  <a:gd name="connsiteX8" fmla="*/ 1148007 w 1171367"/>
                  <a:gd name="connsiteY8" fmla="*/ 585684 h 1171367"/>
                  <a:gd name="connsiteX9" fmla="*/ 585684 w 1171367"/>
                  <a:gd name="connsiteY9" fmla="*/ 23361 h 1171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71367" h="1171367">
                    <a:moveTo>
                      <a:pt x="585684" y="0"/>
                    </a:moveTo>
                    <a:cubicBezTo>
                      <a:pt x="908265" y="0"/>
                      <a:pt x="1171368" y="263102"/>
                      <a:pt x="1171368" y="585684"/>
                    </a:cubicBezTo>
                    <a:cubicBezTo>
                      <a:pt x="1171368" y="908266"/>
                      <a:pt x="908265" y="1171368"/>
                      <a:pt x="585684" y="1171368"/>
                    </a:cubicBezTo>
                    <a:cubicBezTo>
                      <a:pt x="263102" y="1171368"/>
                      <a:pt x="0" y="908266"/>
                      <a:pt x="0" y="585684"/>
                    </a:cubicBezTo>
                    <a:cubicBezTo>
                      <a:pt x="0" y="263102"/>
                      <a:pt x="263102" y="0"/>
                      <a:pt x="585684" y="0"/>
                    </a:cubicBezTo>
                    <a:moveTo>
                      <a:pt x="585684" y="23361"/>
                    </a:moveTo>
                    <a:cubicBezTo>
                      <a:pt x="276025" y="23361"/>
                      <a:pt x="23361" y="276025"/>
                      <a:pt x="23361" y="585684"/>
                    </a:cubicBezTo>
                    <a:cubicBezTo>
                      <a:pt x="23361" y="895342"/>
                      <a:pt x="276025" y="1148007"/>
                      <a:pt x="585684" y="1148007"/>
                    </a:cubicBezTo>
                    <a:cubicBezTo>
                      <a:pt x="895342" y="1148007"/>
                      <a:pt x="1148007" y="895342"/>
                      <a:pt x="1148007" y="585684"/>
                    </a:cubicBezTo>
                    <a:cubicBezTo>
                      <a:pt x="1148007" y="276025"/>
                      <a:pt x="895342" y="23361"/>
                      <a:pt x="585684" y="23361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1" name="任意多边形: 形状 1050"/>
              <p:cNvSpPr/>
              <p:nvPr/>
            </p:nvSpPr>
            <p:spPr>
              <a:xfrm>
                <a:off x="4237220" y="1334818"/>
                <a:ext cx="647482" cy="573423"/>
              </a:xfrm>
              <a:custGeom>
                <a:avLst/>
                <a:gdLst>
                  <a:gd name="connsiteX0" fmla="*/ 117965 w 647482"/>
                  <a:gd name="connsiteY0" fmla="*/ 573423 h 573423"/>
                  <a:gd name="connsiteX1" fmla="*/ 30817 w 647482"/>
                  <a:gd name="connsiteY1" fmla="*/ 461423 h 573423"/>
                  <a:gd name="connsiteX2" fmla="*/ 0 w 647482"/>
                  <a:gd name="connsiteY2" fmla="*/ 323741 h 573423"/>
                  <a:gd name="connsiteX3" fmla="*/ 323741 w 647482"/>
                  <a:gd name="connsiteY3" fmla="*/ 0 h 573423"/>
                  <a:gd name="connsiteX4" fmla="*/ 647483 w 647482"/>
                  <a:gd name="connsiteY4" fmla="*/ 323741 h 573423"/>
                  <a:gd name="connsiteX5" fmla="*/ 616666 w 647482"/>
                  <a:gd name="connsiteY5" fmla="*/ 461423 h 573423"/>
                  <a:gd name="connsiteX6" fmla="*/ 529518 w 647482"/>
                  <a:gd name="connsiteY6" fmla="*/ 573423 h 573423"/>
                  <a:gd name="connsiteX7" fmla="*/ 522062 w 647482"/>
                  <a:gd name="connsiteY7" fmla="*/ 564477 h 573423"/>
                  <a:gd name="connsiteX8" fmla="*/ 606063 w 647482"/>
                  <a:gd name="connsiteY8" fmla="*/ 456618 h 573423"/>
                  <a:gd name="connsiteX9" fmla="*/ 635720 w 647482"/>
                  <a:gd name="connsiteY9" fmla="*/ 323907 h 573423"/>
                  <a:gd name="connsiteX10" fmla="*/ 323741 w 647482"/>
                  <a:gd name="connsiteY10" fmla="*/ 11929 h 573423"/>
                  <a:gd name="connsiteX11" fmla="*/ 11763 w 647482"/>
                  <a:gd name="connsiteY11" fmla="*/ 323907 h 573423"/>
                  <a:gd name="connsiteX12" fmla="*/ 41420 w 647482"/>
                  <a:gd name="connsiteY12" fmla="*/ 456618 h 573423"/>
                  <a:gd name="connsiteX13" fmla="*/ 125421 w 647482"/>
                  <a:gd name="connsiteY13" fmla="*/ 564477 h 573423"/>
                  <a:gd name="connsiteX14" fmla="*/ 117965 w 647482"/>
                  <a:gd name="connsiteY14" fmla="*/ 573423 h 573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82" h="573423">
                    <a:moveTo>
                      <a:pt x="117965" y="573423"/>
                    </a:moveTo>
                    <a:cubicBezTo>
                      <a:pt x="81350" y="543104"/>
                      <a:pt x="51361" y="504997"/>
                      <a:pt x="30817" y="461423"/>
                    </a:cubicBezTo>
                    <a:cubicBezTo>
                      <a:pt x="11101" y="419505"/>
                      <a:pt x="0" y="372949"/>
                      <a:pt x="0" y="323741"/>
                    </a:cubicBezTo>
                    <a:cubicBezTo>
                      <a:pt x="0" y="145468"/>
                      <a:pt x="145468" y="0"/>
                      <a:pt x="323741" y="0"/>
                    </a:cubicBezTo>
                    <a:cubicBezTo>
                      <a:pt x="502015" y="0"/>
                      <a:pt x="647483" y="145468"/>
                      <a:pt x="647483" y="323741"/>
                    </a:cubicBezTo>
                    <a:cubicBezTo>
                      <a:pt x="647483" y="372949"/>
                      <a:pt x="636382" y="419671"/>
                      <a:pt x="616666" y="461423"/>
                    </a:cubicBezTo>
                    <a:cubicBezTo>
                      <a:pt x="596122" y="504831"/>
                      <a:pt x="566133" y="543104"/>
                      <a:pt x="529518" y="573423"/>
                    </a:cubicBezTo>
                    <a:lnTo>
                      <a:pt x="522062" y="564477"/>
                    </a:lnTo>
                    <a:cubicBezTo>
                      <a:pt x="557352" y="535317"/>
                      <a:pt x="586347" y="498370"/>
                      <a:pt x="606063" y="456618"/>
                    </a:cubicBezTo>
                    <a:cubicBezTo>
                      <a:pt x="625116" y="416357"/>
                      <a:pt x="635720" y="371292"/>
                      <a:pt x="635720" y="323907"/>
                    </a:cubicBezTo>
                    <a:cubicBezTo>
                      <a:pt x="635720" y="152096"/>
                      <a:pt x="495553" y="11929"/>
                      <a:pt x="323741" y="11929"/>
                    </a:cubicBezTo>
                    <a:cubicBezTo>
                      <a:pt x="151930" y="11929"/>
                      <a:pt x="11763" y="152096"/>
                      <a:pt x="11763" y="323907"/>
                    </a:cubicBezTo>
                    <a:cubicBezTo>
                      <a:pt x="11763" y="371292"/>
                      <a:pt x="22367" y="416357"/>
                      <a:pt x="41420" y="456618"/>
                    </a:cubicBezTo>
                    <a:cubicBezTo>
                      <a:pt x="61302" y="498535"/>
                      <a:pt x="90131" y="535317"/>
                      <a:pt x="125421" y="564477"/>
                    </a:cubicBezTo>
                    <a:lnTo>
                      <a:pt x="117965" y="573423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2" name="任意多边形: 形状 1051"/>
              <p:cNvSpPr/>
              <p:nvPr/>
            </p:nvSpPr>
            <p:spPr>
              <a:xfrm>
                <a:off x="4037408" y="1760288"/>
                <a:ext cx="130059" cy="93775"/>
              </a:xfrm>
              <a:custGeom>
                <a:avLst/>
                <a:gdLst>
                  <a:gd name="connsiteX0" fmla="*/ 22036 w 130059"/>
                  <a:gd name="connsiteY0" fmla="*/ 93776 h 93775"/>
                  <a:gd name="connsiteX1" fmla="*/ 0 w 130059"/>
                  <a:gd name="connsiteY1" fmla="*/ 34627 h 93775"/>
                  <a:gd name="connsiteX2" fmla="*/ 11929 w 130059"/>
                  <a:gd name="connsiteY2" fmla="*/ 30320 h 93775"/>
                  <a:gd name="connsiteX3" fmla="*/ 113326 w 130059"/>
                  <a:gd name="connsiteY3" fmla="*/ 45728 h 93775"/>
                  <a:gd name="connsiteX4" fmla="*/ 97752 w 130059"/>
                  <a:gd name="connsiteY4" fmla="*/ 4142 h 93775"/>
                  <a:gd name="connsiteX5" fmla="*/ 109847 w 130059"/>
                  <a:gd name="connsiteY5" fmla="*/ 0 h 93775"/>
                  <a:gd name="connsiteX6" fmla="*/ 130060 w 130059"/>
                  <a:gd name="connsiteY6" fmla="*/ 54343 h 93775"/>
                  <a:gd name="connsiteX7" fmla="*/ 117965 w 130059"/>
                  <a:gd name="connsiteY7" fmla="*/ 58486 h 93775"/>
                  <a:gd name="connsiteX8" fmla="*/ 16734 w 130059"/>
                  <a:gd name="connsiteY8" fmla="*/ 43077 h 93775"/>
                  <a:gd name="connsiteX9" fmla="*/ 34130 w 130059"/>
                  <a:gd name="connsiteY9" fmla="*/ 89634 h 9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059" h="93775">
                    <a:moveTo>
                      <a:pt x="22036" y="93776"/>
                    </a:moveTo>
                    <a:lnTo>
                      <a:pt x="0" y="34627"/>
                    </a:lnTo>
                    <a:lnTo>
                      <a:pt x="11929" y="30320"/>
                    </a:lnTo>
                    <a:lnTo>
                      <a:pt x="113326" y="45728"/>
                    </a:lnTo>
                    <a:lnTo>
                      <a:pt x="97752" y="4142"/>
                    </a:lnTo>
                    <a:lnTo>
                      <a:pt x="109847" y="0"/>
                    </a:lnTo>
                    <a:lnTo>
                      <a:pt x="130060" y="54343"/>
                    </a:lnTo>
                    <a:lnTo>
                      <a:pt x="117965" y="58486"/>
                    </a:lnTo>
                    <a:lnTo>
                      <a:pt x="16734" y="43077"/>
                    </a:lnTo>
                    <a:lnTo>
                      <a:pt x="34130" y="89634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3" name="任意多边形: 形状 1052"/>
              <p:cNvSpPr/>
              <p:nvPr/>
            </p:nvSpPr>
            <p:spPr>
              <a:xfrm>
                <a:off x="4070710" y="1829542"/>
                <a:ext cx="129065" cy="105373"/>
              </a:xfrm>
              <a:custGeom>
                <a:avLst/>
                <a:gdLst>
                  <a:gd name="connsiteX0" fmla="*/ 27172 w 129065"/>
                  <a:gd name="connsiteY0" fmla="*/ 105373 h 105373"/>
                  <a:gd name="connsiteX1" fmla="*/ 21207 w 129065"/>
                  <a:gd name="connsiteY1" fmla="*/ 93610 h 105373"/>
                  <a:gd name="connsiteX2" fmla="*/ 68758 w 129065"/>
                  <a:gd name="connsiteY2" fmla="*/ 69089 h 105373"/>
                  <a:gd name="connsiteX3" fmla="*/ 53681 w 129065"/>
                  <a:gd name="connsiteY3" fmla="*/ 39764 h 105373"/>
                  <a:gd name="connsiteX4" fmla="*/ 6130 w 129065"/>
                  <a:gd name="connsiteY4" fmla="*/ 64119 h 105373"/>
                  <a:gd name="connsiteX5" fmla="*/ 0 w 129065"/>
                  <a:gd name="connsiteY5" fmla="*/ 52355 h 105373"/>
                  <a:gd name="connsiteX6" fmla="*/ 101728 w 129065"/>
                  <a:gd name="connsiteY6" fmla="*/ 0 h 105373"/>
                  <a:gd name="connsiteX7" fmla="*/ 107859 w 129065"/>
                  <a:gd name="connsiteY7" fmla="*/ 11763 h 105373"/>
                  <a:gd name="connsiteX8" fmla="*/ 64947 w 129065"/>
                  <a:gd name="connsiteY8" fmla="*/ 33799 h 105373"/>
                  <a:gd name="connsiteX9" fmla="*/ 80024 w 129065"/>
                  <a:gd name="connsiteY9" fmla="*/ 63125 h 105373"/>
                  <a:gd name="connsiteX10" fmla="*/ 122936 w 129065"/>
                  <a:gd name="connsiteY10" fmla="*/ 41255 h 105373"/>
                  <a:gd name="connsiteX11" fmla="*/ 129066 w 129065"/>
                  <a:gd name="connsiteY11" fmla="*/ 53018 h 1053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9065" h="105373">
                    <a:moveTo>
                      <a:pt x="27172" y="105373"/>
                    </a:moveTo>
                    <a:lnTo>
                      <a:pt x="21207" y="93610"/>
                    </a:lnTo>
                    <a:lnTo>
                      <a:pt x="68758" y="69089"/>
                    </a:lnTo>
                    <a:lnTo>
                      <a:pt x="53681" y="39764"/>
                    </a:lnTo>
                    <a:lnTo>
                      <a:pt x="6130" y="64119"/>
                    </a:lnTo>
                    <a:lnTo>
                      <a:pt x="0" y="52355"/>
                    </a:lnTo>
                    <a:lnTo>
                      <a:pt x="101728" y="0"/>
                    </a:lnTo>
                    <a:lnTo>
                      <a:pt x="107859" y="11763"/>
                    </a:lnTo>
                    <a:lnTo>
                      <a:pt x="64947" y="33799"/>
                    </a:lnTo>
                    <a:lnTo>
                      <a:pt x="80024" y="63125"/>
                    </a:lnTo>
                    <a:lnTo>
                      <a:pt x="122936" y="41255"/>
                    </a:lnTo>
                    <a:lnTo>
                      <a:pt x="129066" y="53018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4" name="任意多边形: 形状 1053"/>
              <p:cNvSpPr/>
              <p:nvPr/>
            </p:nvSpPr>
            <p:spPr>
              <a:xfrm>
                <a:off x="4110142" y="1889519"/>
                <a:ext cx="129894" cy="109846"/>
              </a:xfrm>
              <a:custGeom>
                <a:avLst/>
                <a:gdLst>
                  <a:gd name="connsiteX0" fmla="*/ 36119 w 129894"/>
                  <a:gd name="connsiteY0" fmla="*/ 109847 h 109846"/>
                  <a:gd name="connsiteX1" fmla="*/ 0 w 129894"/>
                  <a:gd name="connsiteY1" fmla="*/ 59314 h 109846"/>
                  <a:gd name="connsiteX2" fmla="*/ 95432 w 129894"/>
                  <a:gd name="connsiteY2" fmla="*/ 0 h 109846"/>
                  <a:gd name="connsiteX3" fmla="*/ 129894 w 129894"/>
                  <a:gd name="connsiteY3" fmla="*/ 48048 h 109846"/>
                  <a:gd name="connsiteX4" fmla="*/ 119125 w 129894"/>
                  <a:gd name="connsiteY4" fmla="*/ 54675 h 109846"/>
                  <a:gd name="connsiteX5" fmla="*/ 92947 w 129894"/>
                  <a:gd name="connsiteY5" fmla="*/ 18059 h 109846"/>
                  <a:gd name="connsiteX6" fmla="*/ 63290 w 129894"/>
                  <a:gd name="connsiteY6" fmla="*/ 36450 h 109846"/>
                  <a:gd name="connsiteX7" fmla="*/ 87480 w 129894"/>
                  <a:gd name="connsiteY7" fmla="*/ 70083 h 109846"/>
                  <a:gd name="connsiteX8" fmla="*/ 76876 w 129894"/>
                  <a:gd name="connsiteY8" fmla="*/ 76710 h 109846"/>
                  <a:gd name="connsiteX9" fmla="*/ 52687 w 129894"/>
                  <a:gd name="connsiteY9" fmla="*/ 43077 h 109846"/>
                  <a:gd name="connsiteX10" fmla="*/ 18722 w 129894"/>
                  <a:gd name="connsiteY10" fmla="*/ 64119 h 109846"/>
                  <a:gd name="connsiteX11" fmla="*/ 46722 w 129894"/>
                  <a:gd name="connsiteY11" fmla="*/ 103220 h 109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9894" h="109846">
                    <a:moveTo>
                      <a:pt x="36119" y="109847"/>
                    </a:moveTo>
                    <a:lnTo>
                      <a:pt x="0" y="59314"/>
                    </a:lnTo>
                    <a:lnTo>
                      <a:pt x="95432" y="0"/>
                    </a:lnTo>
                    <a:lnTo>
                      <a:pt x="129894" y="48048"/>
                    </a:lnTo>
                    <a:lnTo>
                      <a:pt x="119125" y="54675"/>
                    </a:lnTo>
                    <a:lnTo>
                      <a:pt x="92947" y="18059"/>
                    </a:lnTo>
                    <a:lnTo>
                      <a:pt x="63290" y="36450"/>
                    </a:lnTo>
                    <a:lnTo>
                      <a:pt x="87480" y="70083"/>
                    </a:lnTo>
                    <a:lnTo>
                      <a:pt x="76876" y="76710"/>
                    </a:lnTo>
                    <a:lnTo>
                      <a:pt x="52687" y="43077"/>
                    </a:lnTo>
                    <a:lnTo>
                      <a:pt x="18722" y="64119"/>
                    </a:lnTo>
                    <a:lnTo>
                      <a:pt x="46722" y="10322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5" name="任意多边形: 形状 1054"/>
              <p:cNvSpPr/>
              <p:nvPr/>
            </p:nvSpPr>
            <p:spPr>
              <a:xfrm>
                <a:off x="4215350" y="1982135"/>
                <a:ext cx="82343" cy="96592"/>
              </a:xfrm>
              <a:custGeom>
                <a:avLst/>
                <a:gdLst>
                  <a:gd name="connsiteX0" fmla="*/ 12095 w 82343"/>
                  <a:gd name="connsiteY0" fmla="*/ 96592 h 96592"/>
                  <a:gd name="connsiteX1" fmla="*/ 0 w 82343"/>
                  <a:gd name="connsiteY1" fmla="*/ 86320 h 96592"/>
                  <a:gd name="connsiteX2" fmla="*/ 70083 w 82343"/>
                  <a:gd name="connsiteY2" fmla="*/ 0 h 96592"/>
                  <a:gd name="connsiteX3" fmla="*/ 82344 w 82343"/>
                  <a:gd name="connsiteY3" fmla="*/ 10272 h 96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2343" h="96592">
                    <a:moveTo>
                      <a:pt x="12095" y="96592"/>
                    </a:moveTo>
                    <a:lnTo>
                      <a:pt x="0" y="86320"/>
                    </a:lnTo>
                    <a:lnTo>
                      <a:pt x="70083" y="0"/>
                    </a:lnTo>
                    <a:lnTo>
                      <a:pt x="82344" y="10272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6" name="任意多边形: 形状 1055"/>
              <p:cNvSpPr/>
              <p:nvPr/>
            </p:nvSpPr>
            <p:spPr>
              <a:xfrm>
                <a:off x="4240865" y="2008313"/>
                <a:ext cx="98911" cy="116474"/>
              </a:xfrm>
              <a:custGeom>
                <a:avLst/>
                <a:gdLst>
                  <a:gd name="connsiteX0" fmla="*/ 40923 w 98911"/>
                  <a:gd name="connsiteY0" fmla="*/ 108521 h 116474"/>
                  <a:gd name="connsiteX1" fmla="*/ 55338 w 98911"/>
                  <a:gd name="connsiteY1" fmla="*/ 77870 h 116474"/>
                  <a:gd name="connsiteX2" fmla="*/ 37941 w 98911"/>
                  <a:gd name="connsiteY2" fmla="*/ 65279 h 116474"/>
                  <a:gd name="connsiteX3" fmla="*/ 11929 w 98911"/>
                  <a:gd name="connsiteY3" fmla="*/ 90628 h 116474"/>
                  <a:gd name="connsiteX4" fmla="*/ 0 w 98911"/>
                  <a:gd name="connsiteY4" fmla="*/ 81515 h 116474"/>
                  <a:gd name="connsiteX5" fmla="*/ 82344 w 98911"/>
                  <a:gd name="connsiteY5" fmla="*/ 0 h 116474"/>
                  <a:gd name="connsiteX6" fmla="*/ 98912 w 98911"/>
                  <a:gd name="connsiteY6" fmla="*/ 10107 h 116474"/>
                  <a:gd name="connsiteX7" fmla="*/ 55006 w 98911"/>
                  <a:gd name="connsiteY7" fmla="*/ 116474 h 116474"/>
                  <a:gd name="connsiteX8" fmla="*/ 40923 w 98911"/>
                  <a:gd name="connsiteY8" fmla="*/ 108521 h 116474"/>
                  <a:gd name="connsiteX9" fmla="*/ 61965 w 98911"/>
                  <a:gd name="connsiteY9" fmla="*/ 62959 h 116474"/>
                  <a:gd name="connsiteX10" fmla="*/ 79196 w 98911"/>
                  <a:gd name="connsiteY10" fmla="*/ 23527 h 116474"/>
                  <a:gd name="connsiteX11" fmla="*/ 77539 w 98911"/>
                  <a:gd name="connsiteY11" fmla="*/ 22201 h 116474"/>
                  <a:gd name="connsiteX12" fmla="*/ 47882 w 98911"/>
                  <a:gd name="connsiteY12" fmla="*/ 52521 h 116474"/>
                  <a:gd name="connsiteX13" fmla="*/ 61965 w 98911"/>
                  <a:gd name="connsiteY13" fmla="*/ 62959 h 116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911" h="116474">
                    <a:moveTo>
                      <a:pt x="40923" y="108521"/>
                    </a:moveTo>
                    <a:lnTo>
                      <a:pt x="55338" y="77870"/>
                    </a:lnTo>
                    <a:lnTo>
                      <a:pt x="37941" y="65279"/>
                    </a:lnTo>
                    <a:lnTo>
                      <a:pt x="11929" y="90628"/>
                    </a:lnTo>
                    <a:lnTo>
                      <a:pt x="0" y="81515"/>
                    </a:lnTo>
                    <a:lnTo>
                      <a:pt x="82344" y="0"/>
                    </a:lnTo>
                    <a:lnTo>
                      <a:pt x="98912" y="10107"/>
                    </a:lnTo>
                    <a:lnTo>
                      <a:pt x="55006" y="116474"/>
                    </a:lnTo>
                    <a:lnTo>
                      <a:pt x="40923" y="108521"/>
                    </a:lnTo>
                    <a:close/>
                    <a:moveTo>
                      <a:pt x="61965" y="62959"/>
                    </a:moveTo>
                    <a:lnTo>
                      <a:pt x="79196" y="23527"/>
                    </a:lnTo>
                    <a:lnTo>
                      <a:pt x="77539" y="22201"/>
                    </a:lnTo>
                    <a:lnTo>
                      <a:pt x="47882" y="52521"/>
                    </a:lnTo>
                    <a:lnTo>
                      <a:pt x="61965" y="6295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7" name="任意多边形: 形状 1056"/>
              <p:cNvSpPr/>
              <p:nvPr/>
            </p:nvSpPr>
            <p:spPr>
              <a:xfrm>
                <a:off x="4310782" y="2028029"/>
                <a:ext cx="104876" cy="128568"/>
              </a:xfrm>
              <a:custGeom>
                <a:avLst/>
                <a:gdLst>
                  <a:gd name="connsiteX0" fmla="*/ 53515 w 104876"/>
                  <a:gd name="connsiteY0" fmla="*/ 128569 h 128568"/>
                  <a:gd name="connsiteX1" fmla="*/ 38769 w 104876"/>
                  <a:gd name="connsiteY1" fmla="*/ 121776 h 128568"/>
                  <a:gd name="connsiteX2" fmla="*/ 47385 w 104876"/>
                  <a:gd name="connsiteY2" fmla="*/ 42414 h 128568"/>
                  <a:gd name="connsiteX3" fmla="*/ 14746 w 104876"/>
                  <a:gd name="connsiteY3" fmla="*/ 109018 h 128568"/>
                  <a:gd name="connsiteX4" fmla="*/ 0 w 104876"/>
                  <a:gd name="connsiteY4" fmla="*/ 102225 h 128568"/>
                  <a:gd name="connsiteX5" fmla="*/ 51527 w 104876"/>
                  <a:gd name="connsiteY5" fmla="*/ 0 h 128568"/>
                  <a:gd name="connsiteX6" fmla="*/ 65113 w 104876"/>
                  <a:gd name="connsiteY6" fmla="*/ 6296 h 128568"/>
                  <a:gd name="connsiteX7" fmla="*/ 58817 w 104876"/>
                  <a:gd name="connsiteY7" fmla="*/ 81681 h 128568"/>
                  <a:gd name="connsiteX8" fmla="*/ 92285 w 104876"/>
                  <a:gd name="connsiteY8" fmla="*/ 19385 h 128568"/>
                  <a:gd name="connsiteX9" fmla="*/ 104876 w 104876"/>
                  <a:gd name="connsiteY9" fmla="*/ 24521 h 128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4876" h="128568">
                    <a:moveTo>
                      <a:pt x="53515" y="128569"/>
                    </a:moveTo>
                    <a:lnTo>
                      <a:pt x="38769" y="121776"/>
                    </a:lnTo>
                    <a:lnTo>
                      <a:pt x="47385" y="42414"/>
                    </a:lnTo>
                    <a:lnTo>
                      <a:pt x="14746" y="109018"/>
                    </a:lnTo>
                    <a:lnTo>
                      <a:pt x="0" y="102225"/>
                    </a:lnTo>
                    <a:lnTo>
                      <a:pt x="51527" y="0"/>
                    </a:lnTo>
                    <a:lnTo>
                      <a:pt x="65113" y="6296"/>
                    </a:lnTo>
                    <a:lnTo>
                      <a:pt x="58817" y="81681"/>
                    </a:lnTo>
                    <a:lnTo>
                      <a:pt x="92285" y="19385"/>
                    </a:lnTo>
                    <a:lnTo>
                      <a:pt x="104876" y="24521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8" name="任意多边形: 形状 1057"/>
              <p:cNvSpPr/>
              <p:nvPr/>
            </p:nvSpPr>
            <p:spPr>
              <a:xfrm>
                <a:off x="4392258" y="2062138"/>
                <a:ext cx="76577" cy="117489"/>
              </a:xfrm>
              <a:custGeom>
                <a:avLst/>
                <a:gdLst>
                  <a:gd name="connsiteX0" fmla="*/ 48916 w 76577"/>
                  <a:gd name="connsiteY0" fmla="*/ 117489 h 117489"/>
                  <a:gd name="connsiteX1" fmla="*/ 39306 w 76577"/>
                  <a:gd name="connsiteY1" fmla="*/ 114341 h 117489"/>
                  <a:gd name="connsiteX2" fmla="*/ 40135 w 76577"/>
                  <a:gd name="connsiteY2" fmla="*/ 105394 h 117489"/>
                  <a:gd name="connsiteX3" fmla="*/ 31188 w 76577"/>
                  <a:gd name="connsiteY3" fmla="*/ 109039 h 117489"/>
                  <a:gd name="connsiteX4" fmla="*/ 19922 w 76577"/>
                  <a:gd name="connsiteY4" fmla="*/ 108045 h 117489"/>
                  <a:gd name="connsiteX5" fmla="*/ 2359 w 76577"/>
                  <a:gd name="connsiteY5" fmla="*/ 89323 h 117489"/>
                  <a:gd name="connsiteX6" fmla="*/ 4679 w 76577"/>
                  <a:gd name="connsiteY6" fmla="*/ 48566 h 117489"/>
                  <a:gd name="connsiteX7" fmla="*/ 26217 w 76577"/>
                  <a:gd name="connsiteY7" fmla="*/ 9133 h 117489"/>
                  <a:gd name="connsiteX8" fmla="*/ 59022 w 76577"/>
                  <a:gd name="connsiteY8" fmla="*/ 1346 h 117489"/>
                  <a:gd name="connsiteX9" fmla="*/ 75756 w 76577"/>
                  <a:gd name="connsiteY9" fmla="*/ 41441 h 117489"/>
                  <a:gd name="connsiteX10" fmla="*/ 61010 w 76577"/>
                  <a:gd name="connsiteY10" fmla="*/ 40281 h 117489"/>
                  <a:gd name="connsiteX11" fmla="*/ 53389 w 76577"/>
                  <a:gd name="connsiteY11" fmla="*/ 14435 h 117489"/>
                  <a:gd name="connsiteX12" fmla="*/ 33342 w 76577"/>
                  <a:gd name="connsiteY12" fmla="*/ 19903 h 117489"/>
                  <a:gd name="connsiteX13" fmla="*/ 18596 w 76577"/>
                  <a:gd name="connsiteY13" fmla="*/ 51879 h 117489"/>
                  <a:gd name="connsiteX14" fmla="*/ 14785 w 76577"/>
                  <a:gd name="connsiteY14" fmla="*/ 84518 h 117489"/>
                  <a:gd name="connsiteX15" fmla="*/ 25223 w 76577"/>
                  <a:gd name="connsiteY15" fmla="*/ 97276 h 117489"/>
                  <a:gd name="connsiteX16" fmla="*/ 38643 w 76577"/>
                  <a:gd name="connsiteY16" fmla="*/ 95288 h 117489"/>
                  <a:gd name="connsiteX17" fmla="*/ 48419 w 76577"/>
                  <a:gd name="connsiteY17" fmla="*/ 78885 h 117489"/>
                  <a:gd name="connsiteX18" fmla="*/ 50407 w 76577"/>
                  <a:gd name="connsiteY18" fmla="*/ 72258 h 117489"/>
                  <a:gd name="connsiteX19" fmla="*/ 32845 w 76577"/>
                  <a:gd name="connsiteY19" fmla="*/ 66625 h 117489"/>
                  <a:gd name="connsiteX20" fmla="*/ 36490 w 76577"/>
                  <a:gd name="connsiteY20" fmla="*/ 55193 h 117489"/>
                  <a:gd name="connsiteX21" fmla="*/ 65318 w 76577"/>
                  <a:gd name="connsiteY21" fmla="*/ 64471 h 117489"/>
                  <a:gd name="connsiteX22" fmla="*/ 48916 w 76577"/>
                  <a:gd name="connsiteY22" fmla="*/ 117489 h 11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6577" h="117489">
                    <a:moveTo>
                      <a:pt x="48916" y="117489"/>
                    </a:moveTo>
                    <a:lnTo>
                      <a:pt x="39306" y="114341"/>
                    </a:lnTo>
                    <a:lnTo>
                      <a:pt x="40135" y="105394"/>
                    </a:lnTo>
                    <a:cubicBezTo>
                      <a:pt x="37981" y="107382"/>
                      <a:pt x="34999" y="108542"/>
                      <a:pt x="31188" y="109039"/>
                    </a:cubicBezTo>
                    <a:cubicBezTo>
                      <a:pt x="27543" y="109702"/>
                      <a:pt x="23732" y="109371"/>
                      <a:pt x="19922" y="108045"/>
                    </a:cubicBezTo>
                    <a:cubicBezTo>
                      <a:pt x="11969" y="105394"/>
                      <a:pt x="6170" y="99264"/>
                      <a:pt x="2359" y="89323"/>
                    </a:cubicBezTo>
                    <a:cubicBezTo>
                      <a:pt x="-1451" y="79548"/>
                      <a:pt x="-623" y="65796"/>
                      <a:pt x="4679" y="48566"/>
                    </a:cubicBezTo>
                    <a:cubicBezTo>
                      <a:pt x="10478" y="29678"/>
                      <a:pt x="17768" y="16589"/>
                      <a:pt x="26217" y="9133"/>
                    </a:cubicBezTo>
                    <a:cubicBezTo>
                      <a:pt x="34667" y="1843"/>
                      <a:pt x="47590" y="-2299"/>
                      <a:pt x="59022" y="1346"/>
                    </a:cubicBezTo>
                    <a:cubicBezTo>
                      <a:pt x="71283" y="5323"/>
                      <a:pt x="79235" y="20400"/>
                      <a:pt x="75756" y="41441"/>
                    </a:cubicBezTo>
                    <a:lnTo>
                      <a:pt x="61010" y="40281"/>
                    </a:lnTo>
                    <a:cubicBezTo>
                      <a:pt x="63496" y="31335"/>
                      <a:pt x="62170" y="17417"/>
                      <a:pt x="53389" y="14435"/>
                    </a:cubicBezTo>
                    <a:cubicBezTo>
                      <a:pt x="46265" y="12116"/>
                      <a:pt x="38312" y="14269"/>
                      <a:pt x="33342" y="19903"/>
                    </a:cubicBezTo>
                    <a:cubicBezTo>
                      <a:pt x="28371" y="25536"/>
                      <a:pt x="23401" y="36139"/>
                      <a:pt x="18596" y="51879"/>
                    </a:cubicBezTo>
                    <a:cubicBezTo>
                      <a:pt x="13957" y="66791"/>
                      <a:pt x="12797" y="77560"/>
                      <a:pt x="14785" y="84518"/>
                    </a:cubicBezTo>
                    <a:cubicBezTo>
                      <a:pt x="16774" y="91477"/>
                      <a:pt x="20253" y="95619"/>
                      <a:pt x="25223" y="97276"/>
                    </a:cubicBezTo>
                    <a:cubicBezTo>
                      <a:pt x="30194" y="98933"/>
                      <a:pt x="34501" y="98270"/>
                      <a:pt x="38643" y="95288"/>
                    </a:cubicBezTo>
                    <a:cubicBezTo>
                      <a:pt x="42620" y="92471"/>
                      <a:pt x="45933" y="86838"/>
                      <a:pt x="48419" y="78885"/>
                    </a:cubicBezTo>
                    <a:lnTo>
                      <a:pt x="50407" y="72258"/>
                    </a:lnTo>
                    <a:lnTo>
                      <a:pt x="32845" y="66625"/>
                    </a:lnTo>
                    <a:lnTo>
                      <a:pt x="36490" y="55193"/>
                    </a:lnTo>
                    <a:lnTo>
                      <a:pt x="65318" y="64471"/>
                    </a:lnTo>
                    <a:lnTo>
                      <a:pt x="48916" y="11748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59" name="任意多边形: 形状 1058"/>
              <p:cNvSpPr/>
              <p:nvPr/>
            </p:nvSpPr>
            <p:spPr>
              <a:xfrm>
                <a:off x="4531271" y="2074088"/>
                <a:ext cx="64814" cy="112690"/>
              </a:xfrm>
              <a:custGeom>
                <a:avLst/>
                <a:gdLst>
                  <a:gd name="connsiteX0" fmla="*/ 62164 w 64814"/>
                  <a:gd name="connsiteY0" fmla="*/ 80355 h 112690"/>
                  <a:gd name="connsiteX1" fmla="*/ 53880 w 64814"/>
                  <a:gd name="connsiteY1" fmla="*/ 104545 h 112690"/>
                  <a:gd name="connsiteX2" fmla="*/ 30021 w 64814"/>
                  <a:gd name="connsiteY2" fmla="*/ 112663 h 112690"/>
                  <a:gd name="connsiteX3" fmla="*/ 6660 w 64814"/>
                  <a:gd name="connsiteY3" fmla="*/ 102722 h 112690"/>
                  <a:gd name="connsiteX4" fmla="*/ 33 w 64814"/>
                  <a:gd name="connsiteY4" fmla="*/ 78036 h 112690"/>
                  <a:gd name="connsiteX5" fmla="*/ 2518 w 64814"/>
                  <a:gd name="connsiteY5" fmla="*/ 0 h 112690"/>
                  <a:gd name="connsiteX6" fmla="*/ 16270 w 64814"/>
                  <a:gd name="connsiteY6" fmla="*/ 497 h 112690"/>
                  <a:gd name="connsiteX7" fmla="*/ 13785 w 64814"/>
                  <a:gd name="connsiteY7" fmla="*/ 78367 h 112690"/>
                  <a:gd name="connsiteX8" fmla="*/ 18092 w 64814"/>
                  <a:gd name="connsiteY8" fmla="*/ 94604 h 112690"/>
                  <a:gd name="connsiteX9" fmla="*/ 30518 w 64814"/>
                  <a:gd name="connsiteY9" fmla="*/ 100237 h 112690"/>
                  <a:gd name="connsiteX10" fmla="*/ 43276 w 64814"/>
                  <a:gd name="connsiteY10" fmla="*/ 95433 h 112690"/>
                  <a:gd name="connsiteX11" fmla="*/ 48578 w 64814"/>
                  <a:gd name="connsiteY11" fmla="*/ 79527 h 112690"/>
                  <a:gd name="connsiteX12" fmla="*/ 51063 w 64814"/>
                  <a:gd name="connsiteY12" fmla="*/ 1657 h 112690"/>
                  <a:gd name="connsiteX13" fmla="*/ 64815 w 64814"/>
                  <a:gd name="connsiteY13" fmla="*/ 2154 h 112690"/>
                  <a:gd name="connsiteX14" fmla="*/ 62164 w 64814"/>
                  <a:gd name="connsiteY14" fmla="*/ 80355 h 1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814" h="112690">
                    <a:moveTo>
                      <a:pt x="62164" y="80355"/>
                    </a:moveTo>
                    <a:cubicBezTo>
                      <a:pt x="61832" y="90628"/>
                      <a:pt x="59016" y="98746"/>
                      <a:pt x="53880" y="104545"/>
                    </a:cubicBezTo>
                    <a:cubicBezTo>
                      <a:pt x="48743" y="110344"/>
                      <a:pt x="40791" y="112995"/>
                      <a:pt x="30021" y="112663"/>
                    </a:cubicBezTo>
                    <a:cubicBezTo>
                      <a:pt x="19252" y="112332"/>
                      <a:pt x="11465" y="109018"/>
                      <a:pt x="6660" y="102722"/>
                    </a:cubicBezTo>
                    <a:cubicBezTo>
                      <a:pt x="1856" y="96592"/>
                      <a:pt x="-298" y="88308"/>
                      <a:pt x="33" y="78036"/>
                    </a:cubicBezTo>
                    <a:lnTo>
                      <a:pt x="2518" y="0"/>
                    </a:lnTo>
                    <a:lnTo>
                      <a:pt x="16270" y="497"/>
                    </a:lnTo>
                    <a:lnTo>
                      <a:pt x="13785" y="78367"/>
                    </a:lnTo>
                    <a:cubicBezTo>
                      <a:pt x="13453" y="85657"/>
                      <a:pt x="14944" y="91125"/>
                      <a:pt x="18092" y="94604"/>
                    </a:cubicBezTo>
                    <a:cubicBezTo>
                      <a:pt x="21240" y="98249"/>
                      <a:pt x="25217" y="100072"/>
                      <a:pt x="30518" y="100237"/>
                    </a:cubicBezTo>
                    <a:cubicBezTo>
                      <a:pt x="35655" y="100403"/>
                      <a:pt x="39962" y="98746"/>
                      <a:pt x="43276" y="95433"/>
                    </a:cubicBezTo>
                    <a:cubicBezTo>
                      <a:pt x="46590" y="92119"/>
                      <a:pt x="48412" y="86817"/>
                      <a:pt x="48578" y="79527"/>
                    </a:cubicBezTo>
                    <a:lnTo>
                      <a:pt x="51063" y="1657"/>
                    </a:lnTo>
                    <a:lnTo>
                      <a:pt x="64815" y="2154"/>
                    </a:lnTo>
                    <a:lnTo>
                      <a:pt x="62164" y="80355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0" name="任意多边形: 形状 1059"/>
              <p:cNvSpPr/>
              <p:nvPr/>
            </p:nvSpPr>
            <p:spPr>
              <a:xfrm>
                <a:off x="4603541" y="2064976"/>
                <a:ext cx="68095" cy="119621"/>
              </a:xfrm>
              <a:custGeom>
                <a:avLst/>
                <a:gdLst>
                  <a:gd name="connsiteX0" fmla="*/ 68095 w 68095"/>
                  <a:gd name="connsiteY0" fmla="*/ 110178 h 119621"/>
                  <a:gd name="connsiteX1" fmla="*/ 55835 w 68095"/>
                  <a:gd name="connsiteY1" fmla="*/ 112166 h 119621"/>
                  <a:gd name="connsiteX2" fmla="*/ 17231 w 68095"/>
                  <a:gd name="connsiteY2" fmla="*/ 37610 h 119621"/>
                  <a:gd name="connsiteX3" fmla="*/ 23030 w 68095"/>
                  <a:gd name="connsiteY3" fmla="*/ 117634 h 119621"/>
                  <a:gd name="connsiteX4" fmla="*/ 8450 w 68095"/>
                  <a:gd name="connsiteY4" fmla="*/ 119622 h 119621"/>
                  <a:gd name="connsiteX5" fmla="*/ 0 w 68095"/>
                  <a:gd name="connsiteY5" fmla="*/ 7621 h 119621"/>
                  <a:gd name="connsiteX6" fmla="*/ 16734 w 68095"/>
                  <a:gd name="connsiteY6" fmla="*/ 6130 h 119621"/>
                  <a:gd name="connsiteX7" fmla="*/ 48545 w 68095"/>
                  <a:gd name="connsiteY7" fmla="*/ 58320 h 119621"/>
                  <a:gd name="connsiteX8" fmla="*/ 42580 w 68095"/>
                  <a:gd name="connsiteY8" fmla="*/ 1988 h 119621"/>
                  <a:gd name="connsiteX9" fmla="*/ 54841 w 68095"/>
                  <a:gd name="connsiteY9" fmla="*/ 0 h 119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095" h="119621">
                    <a:moveTo>
                      <a:pt x="68095" y="110178"/>
                    </a:moveTo>
                    <a:lnTo>
                      <a:pt x="55835" y="112166"/>
                    </a:lnTo>
                    <a:lnTo>
                      <a:pt x="17231" y="37610"/>
                    </a:lnTo>
                    <a:lnTo>
                      <a:pt x="23030" y="117634"/>
                    </a:lnTo>
                    <a:lnTo>
                      <a:pt x="8450" y="119622"/>
                    </a:lnTo>
                    <a:lnTo>
                      <a:pt x="0" y="7621"/>
                    </a:lnTo>
                    <a:lnTo>
                      <a:pt x="16734" y="6130"/>
                    </a:lnTo>
                    <a:lnTo>
                      <a:pt x="48545" y="58320"/>
                    </a:lnTo>
                    <a:lnTo>
                      <a:pt x="42580" y="1988"/>
                    </a:lnTo>
                    <a:lnTo>
                      <a:pt x="54841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1" name="任意多边形: 形状 1060"/>
              <p:cNvSpPr/>
              <p:nvPr/>
            </p:nvSpPr>
            <p:spPr>
              <a:xfrm>
                <a:off x="4669151" y="2057354"/>
                <a:ext cx="44236" cy="110509"/>
              </a:xfrm>
              <a:custGeom>
                <a:avLst/>
                <a:gdLst>
                  <a:gd name="connsiteX0" fmla="*/ 44237 w 44236"/>
                  <a:gd name="connsiteY0" fmla="*/ 106202 h 110509"/>
                  <a:gd name="connsiteX1" fmla="*/ 29988 w 44236"/>
                  <a:gd name="connsiteY1" fmla="*/ 110509 h 110509"/>
                  <a:gd name="connsiteX2" fmla="*/ 0 w 44236"/>
                  <a:gd name="connsiteY2" fmla="*/ 4473 h 110509"/>
                  <a:gd name="connsiteX3" fmla="*/ 14414 w 44236"/>
                  <a:gd name="connsiteY3" fmla="*/ 0 h 11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236" h="110509">
                    <a:moveTo>
                      <a:pt x="44237" y="106202"/>
                    </a:moveTo>
                    <a:lnTo>
                      <a:pt x="29988" y="110509"/>
                    </a:lnTo>
                    <a:lnTo>
                      <a:pt x="0" y="4473"/>
                    </a:lnTo>
                    <a:lnTo>
                      <a:pt x="14414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2" name="任意多边形: 形状 1061"/>
              <p:cNvSpPr/>
              <p:nvPr/>
            </p:nvSpPr>
            <p:spPr>
              <a:xfrm>
                <a:off x="4694169" y="2029023"/>
                <a:ext cx="76213" cy="124095"/>
              </a:xfrm>
              <a:custGeom>
                <a:avLst/>
                <a:gdLst>
                  <a:gd name="connsiteX0" fmla="*/ 57988 w 76213"/>
                  <a:gd name="connsiteY0" fmla="*/ 0 h 124095"/>
                  <a:gd name="connsiteX1" fmla="*/ 76213 w 76213"/>
                  <a:gd name="connsiteY1" fmla="*/ 117137 h 124095"/>
                  <a:gd name="connsiteX2" fmla="*/ 61965 w 76213"/>
                  <a:gd name="connsiteY2" fmla="*/ 124095 h 124095"/>
                  <a:gd name="connsiteX3" fmla="*/ 0 w 76213"/>
                  <a:gd name="connsiteY3" fmla="*/ 24687 h 124095"/>
                  <a:gd name="connsiteX4" fmla="*/ 13586 w 76213"/>
                  <a:gd name="connsiteY4" fmla="*/ 19053 h 124095"/>
                  <a:gd name="connsiteX5" fmla="*/ 56663 w 76213"/>
                  <a:gd name="connsiteY5" fmla="*/ 86817 h 124095"/>
                  <a:gd name="connsiteX6" fmla="*/ 44734 w 76213"/>
                  <a:gd name="connsiteY6" fmla="*/ 5799 h 124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213" h="124095">
                    <a:moveTo>
                      <a:pt x="57988" y="0"/>
                    </a:moveTo>
                    <a:lnTo>
                      <a:pt x="76213" y="117137"/>
                    </a:lnTo>
                    <a:lnTo>
                      <a:pt x="61965" y="124095"/>
                    </a:lnTo>
                    <a:lnTo>
                      <a:pt x="0" y="24687"/>
                    </a:lnTo>
                    <a:lnTo>
                      <a:pt x="13586" y="19053"/>
                    </a:lnTo>
                    <a:lnTo>
                      <a:pt x="56663" y="86817"/>
                    </a:lnTo>
                    <a:lnTo>
                      <a:pt x="44734" y="579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3" name="任意多边形: 形状 1062"/>
              <p:cNvSpPr/>
              <p:nvPr/>
            </p:nvSpPr>
            <p:spPr>
              <a:xfrm>
                <a:off x="4758122" y="1999035"/>
                <a:ext cx="109184" cy="124758"/>
              </a:xfrm>
              <a:custGeom>
                <a:avLst/>
                <a:gdLst>
                  <a:gd name="connsiteX0" fmla="*/ 109184 w 109184"/>
                  <a:gd name="connsiteY0" fmla="*/ 96427 h 124758"/>
                  <a:gd name="connsiteX1" fmla="*/ 56829 w 109184"/>
                  <a:gd name="connsiteY1" fmla="*/ 124758 h 124758"/>
                  <a:gd name="connsiteX2" fmla="*/ 0 w 109184"/>
                  <a:gd name="connsiteY2" fmla="*/ 26840 h 124758"/>
                  <a:gd name="connsiteX3" fmla="*/ 49704 w 109184"/>
                  <a:gd name="connsiteY3" fmla="*/ 0 h 124758"/>
                  <a:gd name="connsiteX4" fmla="*/ 56000 w 109184"/>
                  <a:gd name="connsiteY4" fmla="*/ 10769 h 124758"/>
                  <a:gd name="connsiteX5" fmla="*/ 18059 w 109184"/>
                  <a:gd name="connsiteY5" fmla="*/ 31314 h 124758"/>
                  <a:gd name="connsiteX6" fmla="*/ 35622 w 109184"/>
                  <a:gd name="connsiteY6" fmla="*/ 61633 h 124758"/>
                  <a:gd name="connsiteX7" fmla="*/ 70580 w 109184"/>
                  <a:gd name="connsiteY7" fmla="*/ 42911 h 124758"/>
                  <a:gd name="connsiteX8" fmla="*/ 76876 w 109184"/>
                  <a:gd name="connsiteY8" fmla="*/ 53681 h 124758"/>
                  <a:gd name="connsiteX9" fmla="*/ 42083 w 109184"/>
                  <a:gd name="connsiteY9" fmla="*/ 72568 h 124758"/>
                  <a:gd name="connsiteX10" fmla="*/ 62462 w 109184"/>
                  <a:gd name="connsiteY10" fmla="*/ 107527 h 124758"/>
                  <a:gd name="connsiteX11" fmla="*/ 102888 w 109184"/>
                  <a:gd name="connsiteY11" fmla="*/ 85492 h 124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9184" h="124758">
                    <a:moveTo>
                      <a:pt x="109184" y="96427"/>
                    </a:moveTo>
                    <a:lnTo>
                      <a:pt x="56829" y="124758"/>
                    </a:lnTo>
                    <a:lnTo>
                      <a:pt x="0" y="26840"/>
                    </a:lnTo>
                    <a:lnTo>
                      <a:pt x="49704" y="0"/>
                    </a:lnTo>
                    <a:lnTo>
                      <a:pt x="56000" y="10769"/>
                    </a:lnTo>
                    <a:lnTo>
                      <a:pt x="18059" y="31314"/>
                    </a:lnTo>
                    <a:lnTo>
                      <a:pt x="35622" y="61633"/>
                    </a:lnTo>
                    <a:lnTo>
                      <a:pt x="70580" y="42911"/>
                    </a:lnTo>
                    <a:lnTo>
                      <a:pt x="76876" y="53681"/>
                    </a:lnTo>
                    <a:lnTo>
                      <a:pt x="42083" y="72568"/>
                    </a:lnTo>
                    <a:lnTo>
                      <a:pt x="62462" y="107527"/>
                    </a:lnTo>
                    <a:lnTo>
                      <a:pt x="102888" y="85492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4" name="任意多边形: 形状 1063"/>
              <p:cNvSpPr/>
              <p:nvPr/>
            </p:nvSpPr>
            <p:spPr>
              <a:xfrm>
                <a:off x="4813128" y="1971361"/>
                <a:ext cx="113823" cy="117306"/>
              </a:xfrm>
              <a:custGeom>
                <a:avLst/>
                <a:gdLst>
                  <a:gd name="connsiteX0" fmla="*/ 113823 w 113823"/>
                  <a:gd name="connsiteY0" fmla="*/ 82348 h 117306"/>
                  <a:gd name="connsiteX1" fmla="*/ 102391 w 113823"/>
                  <a:gd name="connsiteY1" fmla="*/ 92123 h 117306"/>
                  <a:gd name="connsiteX2" fmla="*/ 61799 w 113823"/>
                  <a:gd name="connsiteY2" fmla="*/ 58490 h 117306"/>
                  <a:gd name="connsiteX3" fmla="*/ 51361 w 113823"/>
                  <a:gd name="connsiteY3" fmla="*/ 67934 h 117306"/>
                  <a:gd name="connsiteX4" fmla="*/ 78699 w 113823"/>
                  <a:gd name="connsiteY4" fmla="*/ 105212 h 117306"/>
                  <a:gd name="connsiteX5" fmla="*/ 67101 w 113823"/>
                  <a:gd name="connsiteY5" fmla="*/ 117307 h 117306"/>
                  <a:gd name="connsiteX6" fmla="*/ 0 w 113823"/>
                  <a:gd name="connsiteY6" fmla="*/ 23034 h 117306"/>
                  <a:gd name="connsiteX7" fmla="*/ 21373 w 113823"/>
                  <a:gd name="connsiteY7" fmla="*/ 7626 h 117306"/>
                  <a:gd name="connsiteX8" fmla="*/ 45397 w 113823"/>
                  <a:gd name="connsiteY8" fmla="*/ 170 h 117306"/>
                  <a:gd name="connsiteX9" fmla="*/ 74225 w 113823"/>
                  <a:gd name="connsiteY9" fmla="*/ 33141 h 117306"/>
                  <a:gd name="connsiteX10" fmla="*/ 71574 w 113823"/>
                  <a:gd name="connsiteY10" fmla="*/ 48549 h 117306"/>
                  <a:gd name="connsiteX11" fmla="*/ 113823 w 113823"/>
                  <a:gd name="connsiteY11" fmla="*/ 82348 h 117306"/>
                  <a:gd name="connsiteX12" fmla="*/ 41586 w 113823"/>
                  <a:gd name="connsiteY12" fmla="*/ 15910 h 117306"/>
                  <a:gd name="connsiteX13" fmla="*/ 20213 w 113823"/>
                  <a:gd name="connsiteY13" fmla="*/ 24857 h 117306"/>
                  <a:gd name="connsiteX14" fmla="*/ 42580 w 113823"/>
                  <a:gd name="connsiteY14" fmla="*/ 54348 h 117306"/>
                  <a:gd name="connsiteX15" fmla="*/ 57657 w 113823"/>
                  <a:gd name="connsiteY15" fmla="*/ 39437 h 117306"/>
                  <a:gd name="connsiteX16" fmla="*/ 41586 w 113823"/>
                  <a:gd name="connsiteY16" fmla="*/ 15910 h 117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3823" h="117306">
                    <a:moveTo>
                      <a:pt x="113823" y="82348"/>
                    </a:moveTo>
                    <a:lnTo>
                      <a:pt x="102391" y="92123"/>
                    </a:lnTo>
                    <a:lnTo>
                      <a:pt x="61799" y="58490"/>
                    </a:lnTo>
                    <a:lnTo>
                      <a:pt x="51361" y="67934"/>
                    </a:lnTo>
                    <a:lnTo>
                      <a:pt x="78699" y="105212"/>
                    </a:lnTo>
                    <a:lnTo>
                      <a:pt x="67101" y="117307"/>
                    </a:lnTo>
                    <a:lnTo>
                      <a:pt x="0" y="23034"/>
                    </a:lnTo>
                    <a:lnTo>
                      <a:pt x="21373" y="7626"/>
                    </a:lnTo>
                    <a:cubicBezTo>
                      <a:pt x="28166" y="2655"/>
                      <a:pt x="37278" y="-824"/>
                      <a:pt x="45397" y="170"/>
                    </a:cubicBezTo>
                    <a:cubicBezTo>
                      <a:pt x="66273" y="2655"/>
                      <a:pt x="75219" y="16738"/>
                      <a:pt x="74225" y="33141"/>
                    </a:cubicBezTo>
                    <a:cubicBezTo>
                      <a:pt x="73894" y="38277"/>
                      <a:pt x="73563" y="43413"/>
                      <a:pt x="71574" y="48549"/>
                    </a:cubicBezTo>
                    <a:lnTo>
                      <a:pt x="113823" y="82348"/>
                    </a:lnTo>
                    <a:close/>
                    <a:moveTo>
                      <a:pt x="41586" y="15910"/>
                    </a:moveTo>
                    <a:cubicBezTo>
                      <a:pt x="33136" y="13590"/>
                      <a:pt x="26343" y="20217"/>
                      <a:pt x="20213" y="24857"/>
                    </a:cubicBezTo>
                    <a:lnTo>
                      <a:pt x="42580" y="54348"/>
                    </a:lnTo>
                    <a:cubicBezTo>
                      <a:pt x="49373" y="49377"/>
                      <a:pt x="52521" y="48383"/>
                      <a:pt x="57657" y="39437"/>
                    </a:cubicBezTo>
                    <a:cubicBezTo>
                      <a:pt x="59811" y="28833"/>
                      <a:pt x="55006" y="19555"/>
                      <a:pt x="41586" y="15910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5" name="任意多边形: 形状 1064"/>
              <p:cNvSpPr/>
              <p:nvPr/>
            </p:nvSpPr>
            <p:spPr>
              <a:xfrm>
                <a:off x="4873692" y="1923728"/>
                <a:ext cx="103994" cy="97861"/>
              </a:xfrm>
              <a:custGeom>
                <a:avLst/>
                <a:gdLst>
                  <a:gd name="connsiteX0" fmla="*/ 89544 w 103994"/>
                  <a:gd name="connsiteY0" fmla="*/ 38857 h 97861"/>
                  <a:gd name="connsiteX1" fmla="*/ 76787 w 103994"/>
                  <a:gd name="connsiteY1" fmla="*/ 97508 h 97861"/>
                  <a:gd name="connsiteX2" fmla="*/ 54585 w 103994"/>
                  <a:gd name="connsiteY2" fmla="*/ 93697 h 97861"/>
                  <a:gd name="connsiteX3" fmla="*/ 59887 w 103994"/>
                  <a:gd name="connsiteY3" fmla="*/ 81768 h 97861"/>
                  <a:gd name="connsiteX4" fmla="*/ 74964 w 103994"/>
                  <a:gd name="connsiteY4" fmla="*/ 83756 h 97861"/>
                  <a:gd name="connsiteX5" fmla="*/ 82420 w 103994"/>
                  <a:gd name="connsiteY5" fmla="*/ 50620 h 97861"/>
                  <a:gd name="connsiteX6" fmla="*/ 67840 w 103994"/>
                  <a:gd name="connsiteY6" fmla="*/ 47804 h 97861"/>
                  <a:gd name="connsiteX7" fmla="*/ 30893 w 103994"/>
                  <a:gd name="connsiteY7" fmla="*/ 60230 h 97861"/>
                  <a:gd name="connsiteX8" fmla="*/ 407 w 103994"/>
                  <a:gd name="connsiteY8" fmla="*/ 35377 h 97861"/>
                  <a:gd name="connsiteX9" fmla="*/ 5212 w 103994"/>
                  <a:gd name="connsiteY9" fmla="*/ 12182 h 97861"/>
                  <a:gd name="connsiteX10" fmla="*/ 45638 w 103994"/>
                  <a:gd name="connsiteY10" fmla="*/ 4726 h 97861"/>
                  <a:gd name="connsiteX11" fmla="*/ 40502 w 103994"/>
                  <a:gd name="connsiteY11" fmla="*/ 16987 h 97861"/>
                  <a:gd name="connsiteX12" fmla="*/ 15650 w 103994"/>
                  <a:gd name="connsiteY12" fmla="*/ 20797 h 97861"/>
                  <a:gd name="connsiteX13" fmla="*/ 12999 w 103994"/>
                  <a:gd name="connsiteY13" fmla="*/ 32892 h 97861"/>
                  <a:gd name="connsiteX14" fmla="*/ 29402 w 103994"/>
                  <a:gd name="connsiteY14" fmla="*/ 45981 h 97861"/>
                  <a:gd name="connsiteX15" fmla="*/ 68005 w 103994"/>
                  <a:gd name="connsiteY15" fmla="*/ 32727 h 97861"/>
                  <a:gd name="connsiteX16" fmla="*/ 89544 w 103994"/>
                  <a:gd name="connsiteY16" fmla="*/ 38857 h 97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3994" h="97861">
                    <a:moveTo>
                      <a:pt x="89544" y="38857"/>
                    </a:moveTo>
                    <a:cubicBezTo>
                      <a:pt x="112905" y="52940"/>
                      <a:pt x="107438" y="92869"/>
                      <a:pt x="76787" y="97508"/>
                    </a:cubicBezTo>
                    <a:cubicBezTo>
                      <a:pt x="68503" y="98833"/>
                      <a:pt x="58727" y="96182"/>
                      <a:pt x="54585" y="93697"/>
                    </a:cubicBezTo>
                    <a:lnTo>
                      <a:pt x="59887" y="81768"/>
                    </a:lnTo>
                    <a:cubicBezTo>
                      <a:pt x="65023" y="82928"/>
                      <a:pt x="69994" y="84750"/>
                      <a:pt x="74964" y="83756"/>
                    </a:cubicBezTo>
                    <a:cubicBezTo>
                      <a:pt x="94846" y="79946"/>
                      <a:pt x="94017" y="59236"/>
                      <a:pt x="82420" y="50620"/>
                    </a:cubicBezTo>
                    <a:cubicBezTo>
                      <a:pt x="78443" y="47638"/>
                      <a:pt x="72645" y="47306"/>
                      <a:pt x="67840" y="47804"/>
                    </a:cubicBezTo>
                    <a:cubicBezTo>
                      <a:pt x="54420" y="49295"/>
                      <a:pt x="45804" y="59236"/>
                      <a:pt x="30893" y="60230"/>
                    </a:cubicBezTo>
                    <a:cubicBezTo>
                      <a:pt x="14490" y="61224"/>
                      <a:pt x="3224" y="51283"/>
                      <a:pt x="407" y="35377"/>
                    </a:cubicBezTo>
                    <a:cubicBezTo>
                      <a:pt x="-918" y="26928"/>
                      <a:pt x="1070" y="18809"/>
                      <a:pt x="5212" y="12182"/>
                    </a:cubicBezTo>
                    <a:cubicBezTo>
                      <a:pt x="13828" y="-1404"/>
                      <a:pt x="32218" y="-3226"/>
                      <a:pt x="45638" y="4726"/>
                    </a:cubicBezTo>
                    <a:lnTo>
                      <a:pt x="40502" y="16987"/>
                    </a:lnTo>
                    <a:cubicBezTo>
                      <a:pt x="33212" y="13176"/>
                      <a:pt x="20455" y="13176"/>
                      <a:pt x="15650" y="20797"/>
                    </a:cubicBezTo>
                    <a:cubicBezTo>
                      <a:pt x="13165" y="24774"/>
                      <a:pt x="12171" y="28750"/>
                      <a:pt x="12999" y="32892"/>
                    </a:cubicBezTo>
                    <a:cubicBezTo>
                      <a:pt x="14656" y="41839"/>
                      <a:pt x="20786" y="47141"/>
                      <a:pt x="29402" y="45981"/>
                    </a:cubicBezTo>
                    <a:cubicBezTo>
                      <a:pt x="43982" y="44159"/>
                      <a:pt x="53757" y="32229"/>
                      <a:pt x="68005" y="32727"/>
                    </a:cubicBezTo>
                    <a:cubicBezTo>
                      <a:pt x="74467" y="33058"/>
                      <a:pt x="82585" y="34715"/>
                      <a:pt x="89544" y="38857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6" name="任意多边形: 形状 1065"/>
              <p:cNvSpPr/>
              <p:nvPr/>
            </p:nvSpPr>
            <p:spPr>
              <a:xfrm>
                <a:off x="4907567" y="1887697"/>
                <a:ext cx="104876" cy="70745"/>
              </a:xfrm>
              <a:custGeom>
                <a:avLst/>
                <a:gdLst>
                  <a:gd name="connsiteX0" fmla="*/ 104876 w 104876"/>
                  <a:gd name="connsiteY0" fmla="*/ 60474 h 70745"/>
                  <a:gd name="connsiteX1" fmla="*/ 96592 w 104876"/>
                  <a:gd name="connsiteY1" fmla="*/ 70746 h 70745"/>
                  <a:gd name="connsiteX2" fmla="*/ 0 w 104876"/>
                  <a:gd name="connsiteY2" fmla="*/ 10272 h 70745"/>
                  <a:gd name="connsiteX3" fmla="*/ 8450 w 104876"/>
                  <a:gd name="connsiteY3" fmla="*/ 0 h 70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876" h="70745">
                    <a:moveTo>
                      <a:pt x="104876" y="60474"/>
                    </a:moveTo>
                    <a:lnTo>
                      <a:pt x="96592" y="70746"/>
                    </a:lnTo>
                    <a:lnTo>
                      <a:pt x="0" y="10272"/>
                    </a:lnTo>
                    <a:lnTo>
                      <a:pt x="8450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7" name="任意多边形: 形状 1066"/>
              <p:cNvSpPr/>
              <p:nvPr/>
            </p:nvSpPr>
            <p:spPr>
              <a:xfrm>
                <a:off x="4924963" y="1819436"/>
                <a:ext cx="119290" cy="91456"/>
              </a:xfrm>
              <a:custGeom>
                <a:avLst/>
                <a:gdLst>
                  <a:gd name="connsiteX0" fmla="*/ 38935 w 119290"/>
                  <a:gd name="connsiteY0" fmla="*/ 6627 h 91456"/>
                  <a:gd name="connsiteX1" fmla="*/ 28166 w 119290"/>
                  <a:gd name="connsiteY1" fmla="*/ 26509 h 91456"/>
                  <a:gd name="connsiteX2" fmla="*/ 119291 w 119290"/>
                  <a:gd name="connsiteY2" fmla="*/ 80024 h 91456"/>
                  <a:gd name="connsiteX3" fmla="*/ 113160 w 119290"/>
                  <a:gd name="connsiteY3" fmla="*/ 91456 h 91456"/>
                  <a:gd name="connsiteX4" fmla="*/ 22036 w 119290"/>
                  <a:gd name="connsiteY4" fmla="*/ 37775 h 91456"/>
                  <a:gd name="connsiteX5" fmla="*/ 11432 w 119290"/>
                  <a:gd name="connsiteY5" fmla="*/ 57657 h 91456"/>
                  <a:gd name="connsiteX6" fmla="*/ 0 w 119290"/>
                  <a:gd name="connsiteY6" fmla="*/ 50864 h 91456"/>
                  <a:gd name="connsiteX7" fmla="*/ 27503 w 119290"/>
                  <a:gd name="connsiteY7" fmla="*/ 0 h 91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290" h="91456">
                    <a:moveTo>
                      <a:pt x="38935" y="6627"/>
                    </a:moveTo>
                    <a:lnTo>
                      <a:pt x="28166" y="26509"/>
                    </a:lnTo>
                    <a:lnTo>
                      <a:pt x="119291" y="80024"/>
                    </a:lnTo>
                    <a:lnTo>
                      <a:pt x="113160" y="91456"/>
                    </a:lnTo>
                    <a:lnTo>
                      <a:pt x="22036" y="37775"/>
                    </a:lnTo>
                    <a:lnTo>
                      <a:pt x="11432" y="57657"/>
                    </a:lnTo>
                    <a:lnTo>
                      <a:pt x="0" y="50864"/>
                    </a:lnTo>
                    <a:lnTo>
                      <a:pt x="27503" y="0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8" name="任意多边形: 形状 1067"/>
              <p:cNvSpPr/>
              <p:nvPr/>
            </p:nvSpPr>
            <p:spPr>
              <a:xfrm>
                <a:off x="4955117" y="1750844"/>
                <a:ext cx="118130" cy="78035"/>
              </a:xfrm>
              <a:custGeom>
                <a:avLst/>
                <a:gdLst>
                  <a:gd name="connsiteX0" fmla="*/ 25349 w 118130"/>
                  <a:gd name="connsiteY0" fmla="*/ 0 h 78035"/>
                  <a:gd name="connsiteX1" fmla="*/ 81018 w 118130"/>
                  <a:gd name="connsiteY1" fmla="*/ 49704 h 78035"/>
                  <a:gd name="connsiteX2" fmla="*/ 118131 w 118130"/>
                  <a:gd name="connsiteY2" fmla="*/ 65610 h 78035"/>
                  <a:gd name="connsiteX3" fmla="*/ 113657 w 118130"/>
                  <a:gd name="connsiteY3" fmla="*/ 78036 h 78035"/>
                  <a:gd name="connsiteX4" fmla="*/ 79196 w 118130"/>
                  <a:gd name="connsiteY4" fmla="*/ 64781 h 78035"/>
                  <a:gd name="connsiteX5" fmla="*/ 0 w 118130"/>
                  <a:gd name="connsiteY5" fmla="*/ 62959 h 78035"/>
                  <a:gd name="connsiteX6" fmla="*/ 3811 w 118130"/>
                  <a:gd name="connsiteY6" fmla="*/ 50202 h 78035"/>
                  <a:gd name="connsiteX7" fmla="*/ 59148 w 118130"/>
                  <a:gd name="connsiteY7" fmla="*/ 51030 h 78035"/>
                  <a:gd name="connsiteX8" fmla="*/ 20047 w 118130"/>
                  <a:gd name="connsiteY8" fmla="*/ 15077 h 78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8130" h="78035">
                    <a:moveTo>
                      <a:pt x="25349" y="0"/>
                    </a:moveTo>
                    <a:lnTo>
                      <a:pt x="81018" y="49704"/>
                    </a:lnTo>
                    <a:lnTo>
                      <a:pt x="118131" y="65610"/>
                    </a:lnTo>
                    <a:lnTo>
                      <a:pt x="113657" y="78036"/>
                    </a:lnTo>
                    <a:lnTo>
                      <a:pt x="79196" y="64781"/>
                    </a:lnTo>
                    <a:lnTo>
                      <a:pt x="0" y="62959"/>
                    </a:lnTo>
                    <a:lnTo>
                      <a:pt x="3811" y="50202"/>
                    </a:lnTo>
                    <a:lnTo>
                      <a:pt x="59148" y="51030"/>
                    </a:lnTo>
                    <a:lnTo>
                      <a:pt x="20047" y="15077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69" name="任意多边形: 形状 1068"/>
              <p:cNvSpPr/>
              <p:nvPr/>
            </p:nvSpPr>
            <p:spPr>
              <a:xfrm>
                <a:off x="4158846" y="1963579"/>
                <a:ext cx="115320" cy="80542"/>
              </a:xfrm>
              <a:custGeom>
                <a:avLst/>
                <a:gdLst>
                  <a:gd name="connsiteX0" fmla="*/ 59983 w 115320"/>
                  <a:gd name="connsiteY0" fmla="*/ 65279 h 80542"/>
                  <a:gd name="connsiteX1" fmla="*/ 32480 w 115320"/>
                  <a:gd name="connsiteY1" fmla="*/ 80521 h 80542"/>
                  <a:gd name="connsiteX2" fmla="*/ 9284 w 115320"/>
                  <a:gd name="connsiteY2" fmla="*/ 70415 h 80542"/>
                  <a:gd name="connsiteX3" fmla="*/ 6 w 115320"/>
                  <a:gd name="connsiteY3" fmla="*/ 47882 h 80542"/>
                  <a:gd name="connsiteX4" fmla="*/ 3817 w 115320"/>
                  <a:gd name="connsiteY4" fmla="*/ 34462 h 80542"/>
                  <a:gd name="connsiteX5" fmla="*/ 16409 w 115320"/>
                  <a:gd name="connsiteY5" fmla="*/ 42083 h 80542"/>
                  <a:gd name="connsiteX6" fmla="*/ 14752 w 115320"/>
                  <a:gd name="connsiteY6" fmla="*/ 48213 h 80542"/>
                  <a:gd name="connsiteX7" fmla="*/ 19060 w 115320"/>
                  <a:gd name="connsiteY7" fmla="*/ 59811 h 80542"/>
                  <a:gd name="connsiteX8" fmla="*/ 32314 w 115320"/>
                  <a:gd name="connsiteY8" fmla="*/ 65610 h 80542"/>
                  <a:gd name="connsiteX9" fmla="*/ 49214 w 115320"/>
                  <a:gd name="connsiteY9" fmla="*/ 55006 h 80542"/>
                  <a:gd name="connsiteX10" fmla="*/ 104883 w 115320"/>
                  <a:gd name="connsiteY10" fmla="*/ 0 h 80542"/>
                  <a:gd name="connsiteX11" fmla="*/ 115320 w 115320"/>
                  <a:gd name="connsiteY11" fmla="*/ 10604 h 80542"/>
                  <a:gd name="connsiteX12" fmla="*/ 59983 w 115320"/>
                  <a:gd name="connsiteY12" fmla="*/ 65279 h 8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5320" h="80542">
                    <a:moveTo>
                      <a:pt x="59983" y="65279"/>
                    </a:moveTo>
                    <a:cubicBezTo>
                      <a:pt x="50208" y="75054"/>
                      <a:pt x="41095" y="80190"/>
                      <a:pt x="32480" y="80521"/>
                    </a:cubicBezTo>
                    <a:cubicBezTo>
                      <a:pt x="24030" y="80853"/>
                      <a:pt x="16243" y="77373"/>
                      <a:pt x="9284" y="70415"/>
                    </a:cubicBezTo>
                    <a:cubicBezTo>
                      <a:pt x="2988" y="63953"/>
                      <a:pt x="-159" y="56497"/>
                      <a:pt x="6" y="47882"/>
                    </a:cubicBezTo>
                    <a:cubicBezTo>
                      <a:pt x="6" y="43574"/>
                      <a:pt x="1332" y="39101"/>
                      <a:pt x="3817" y="34462"/>
                    </a:cubicBezTo>
                    <a:lnTo>
                      <a:pt x="16409" y="42083"/>
                    </a:lnTo>
                    <a:cubicBezTo>
                      <a:pt x="15249" y="44237"/>
                      <a:pt x="14752" y="46225"/>
                      <a:pt x="14752" y="48213"/>
                    </a:cubicBezTo>
                    <a:cubicBezTo>
                      <a:pt x="14586" y="52852"/>
                      <a:pt x="16077" y="56829"/>
                      <a:pt x="19060" y="59811"/>
                    </a:cubicBezTo>
                    <a:cubicBezTo>
                      <a:pt x="23367" y="64119"/>
                      <a:pt x="27675" y="66107"/>
                      <a:pt x="32314" y="65610"/>
                    </a:cubicBezTo>
                    <a:cubicBezTo>
                      <a:pt x="36953" y="65113"/>
                      <a:pt x="42586" y="61799"/>
                      <a:pt x="49214" y="55006"/>
                    </a:cubicBezTo>
                    <a:lnTo>
                      <a:pt x="104883" y="0"/>
                    </a:lnTo>
                    <a:lnTo>
                      <a:pt x="115320" y="10604"/>
                    </a:lnTo>
                    <a:lnTo>
                      <a:pt x="59983" y="6527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0" name="任意多边形: 形状 1069"/>
              <p:cNvSpPr/>
              <p:nvPr/>
            </p:nvSpPr>
            <p:spPr>
              <a:xfrm>
                <a:off x="4369102" y="1924147"/>
                <a:ext cx="359860" cy="113559"/>
              </a:xfrm>
              <a:custGeom>
                <a:avLst/>
                <a:gdLst>
                  <a:gd name="connsiteX0" fmla="*/ 38935 w 359860"/>
                  <a:gd name="connsiteY0" fmla="*/ 85492 h 113559"/>
                  <a:gd name="connsiteX1" fmla="*/ 0 w 359860"/>
                  <a:gd name="connsiteY1" fmla="*/ 61302 h 113559"/>
                  <a:gd name="connsiteX2" fmla="*/ 3479 w 359860"/>
                  <a:gd name="connsiteY2" fmla="*/ 55172 h 113559"/>
                  <a:gd name="connsiteX3" fmla="*/ 18059 w 359860"/>
                  <a:gd name="connsiteY3" fmla="*/ 64119 h 113559"/>
                  <a:gd name="connsiteX4" fmla="*/ 41255 w 359860"/>
                  <a:gd name="connsiteY4" fmla="*/ 23692 h 113559"/>
                  <a:gd name="connsiteX5" fmla="*/ 26675 w 359860"/>
                  <a:gd name="connsiteY5" fmla="*/ 14746 h 113559"/>
                  <a:gd name="connsiteX6" fmla="*/ 29823 w 359860"/>
                  <a:gd name="connsiteY6" fmla="*/ 9278 h 113559"/>
                  <a:gd name="connsiteX7" fmla="*/ 42911 w 359860"/>
                  <a:gd name="connsiteY7" fmla="*/ 14911 h 113559"/>
                  <a:gd name="connsiteX8" fmla="*/ 51196 w 359860"/>
                  <a:gd name="connsiteY8" fmla="*/ 11101 h 113559"/>
                  <a:gd name="connsiteX9" fmla="*/ 59480 w 359860"/>
                  <a:gd name="connsiteY9" fmla="*/ 16237 h 113559"/>
                  <a:gd name="connsiteX10" fmla="*/ 28332 w 359860"/>
                  <a:gd name="connsiteY10" fmla="*/ 70580 h 113559"/>
                  <a:gd name="connsiteX11" fmla="*/ 42414 w 359860"/>
                  <a:gd name="connsiteY11" fmla="*/ 79361 h 113559"/>
                  <a:gd name="connsiteX12" fmla="*/ 38935 w 359860"/>
                  <a:gd name="connsiteY12" fmla="*/ 85492 h 113559"/>
                  <a:gd name="connsiteX13" fmla="*/ 155409 w 359860"/>
                  <a:gd name="connsiteY13" fmla="*/ 60805 h 113559"/>
                  <a:gd name="connsiteX14" fmla="*/ 152261 w 359860"/>
                  <a:gd name="connsiteY14" fmla="*/ 52355 h 113559"/>
                  <a:gd name="connsiteX15" fmla="*/ 139504 w 359860"/>
                  <a:gd name="connsiteY15" fmla="*/ 47385 h 113559"/>
                  <a:gd name="connsiteX16" fmla="*/ 126084 w 359860"/>
                  <a:gd name="connsiteY16" fmla="*/ 48379 h 113559"/>
                  <a:gd name="connsiteX17" fmla="*/ 119622 w 359860"/>
                  <a:gd name="connsiteY17" fmla="*/ 55172 h 113559"/>
                  <a:gd name="connsiteX18" fmla="*/ 120947 w 359860"/>
                  <a:gd name="connsiteY18" fmla="*/ 61302 h 113559"/>
                  <a:gd name="connsiteX19" fmla="*/ 127740 w 359860"/>
                  <a:gd name="connsiteY19" fmla="*/ 66604 h 113559"/>
                  <a:gd name="connsiteX20" fmla="*/ 134036 w 359860"/>
                  <a:gd name="connsiteY20" fmla="*/ 69752 h 113559"/>
                  <a:gd name="connsiteX21" fmla="*/ 141989 w 359860"/>
                  <a:gd name="connsiteY21" fmla="*/ 73066 h 113559"/>
                  <a:gd name="connsiteX22" fmla="*/ 151764 w 359860"/>
                  <a:gd name="connsiteY22" fmla="*/ 67764 h 113559"/>
                  <a:gd name="connsiteX23" fmla="*/ 155409 w 359860"/>
                  <a:gd name="connsiteY23" fmla="*/ 60805 h 113559"/>
                  <a:gd name="connsiteX24" fmla="*/ 150273 w 359860"/>
                  <a:gd name="connsiteY24" fmla="*/ 95764 h 113559"/>
                  <a:gd name="connsiteX25" fmla="*/ 149113 w 359860"/>
                  <a:gd name="connsiteY25" fmla="*/ 88640 h 113559"/>
                  <a:gd name="connsiteX26" fmla="*/ 140166 w 359860"/>
                  <a:gd name="connsiteY26" fmla="*/ 82178 h 113559"/>
                  <a:gd name="connsiteX27" fmla="*/ 134036 w 359860"/>
                  <a:gd name="connsiteY27" fmla="*/ 79361 h 113559"/>
                  <a:gd name="connsiteX28" fmla="*/ 125421 w 359860"/>
                  <a:gd name="connsiteY28" fmla="*/ 75716 h 113559"/>
                  <a:gd name="connsiteX29" fmla="*/ 114983 w 359860"/>
                  <a:gd name="connsiteY29" fmla="*/ 80852 h 113559"/>
                  <a:gd name="connsiteX30" fmla="*/ 110012 w 359860"/>
                  <a:gd name="connsiteY30" fmla="*/ 88805 h 113559"/>
                  <a:gd name="connsiteX31" fmla="*/ 113823 w 359860"/>
                  <a:gd name="connsiteY31" fmla="*/ 99906 h 113559"/>
                  <a:gd name="connsiteX32" fmla="*/ 127740 w 359860"/>
                  <a:gd name="connsiteY32" fmla="*/ 106036 h 113559"/>
                  <a:gd name="connsiteX33" fmla="*/ 142983 w 359860"/>
                  <a:gd name="connsiteY33" fmla="*/ 104545 h 113559"/>
                  <a:gd name="connsiteX34" fmla="*/ 150273 w 359860"/>
                  <a:gd name="connsiteY34" fmla="*/ 95764 h 113559"/>
                  <a:gd name="connsiteX35" fmla="*/ 126084 w 359860"/>
                  <a:gd name="connsiteY35" fmla="*/ 112829 h 113559"/>
                  <a:gd name="connsiteX36" fmla="*/ 111835 w 359860"/>
                  <a:gd name="connsiteY36" fmla="*/ 109350 h 113559"/>
                  <a:gd name="connsiteX37" fmla="*/ 101563 w 359860"/>
                  <a:gd name="connsiteY37" fmla="*/ 103385 h 113559"/>
                  <a:gd name="connsiteX38" fmla="*/ 96095 w 359860"/>
                  <a:gd name="connsiteY38" fmla="*/ 95764 h 113559"/>
                  <a:gd name="connsiteX39" fmla="*/ 95432 w 359860"/>
                  <a:gd name="connsiteY39" fmla="*/ 87314 h 113559"/>
                  <a:gd name="connsiteX40" fmla="*/ 102225 w 359860"/>
                  <a:gd name="connsiteY40" fmla="*/ 77705 h 113559"/>
                  <a:gd name="connsiteX41" fmla="*/ 117137 w 359860"/>
                  <a:gd name="connsiteY41" fmla="*/ 72071 h 113559"/>
                  <a:gd name="connsiteX42" fmla="*/ 117137 w 359860"/>
                  <a:gd name="connsiteY42" fmla="*/ 71740 h 113559"/>
                  <a:gd name="connsiteX43" fmla="*/ 106699 w 359860"/>
                  <a:gd name="connsiteY43" fmla="*/ 63622 h 113559"/>
                  <a:gd name="connsiteX44" fmla="*/ 104711 w 359860"/>
                  <a:gd name="connsiteY44" fmla="*/ 54343 h 113559"/>
                  <a:gd name="connsiteX45" fmla="*/ 116474 w 359860"/>
                  <a:gd name="connsiteY45" fmla="*/ 42580 h 113559"/>
                  <a:gd name="connsiteX46" fmla="*/ 140663 w 359860"/>
                  <a:gd name="connsiteY46" fmla="*/ 40592 h 113559"/>
                  <a:gd name="connsiteX47" fmla="*/ 163031 w 359860"/>
                  <a:gd name="connsiteY47" fmla="*/ 48876 h 113559"/>
                  <a:gd name="connsiteX48" fmla="*/ 169326 w 359860"/>
                  <a:gd name="connsiteY48" fmla="*/ 62793 h 113559"/>
                  <a:gd name="connsiteX49" fmla="*/ 163196 w 359860"/>
                  <a:gd name="connsiteY49" fmla="*/ 71409 h 113559"/>
                  <a:gd name="connsiteX50" fmla="*/ 149610 w 359860"/>
                  <a:gd name="connsiteY50" fmla="*/ 76876 h 113559"/>
                  <a:gd name="connsiteX51" fmla="*/ 149610 w 359860"/>
                  <a:gd name="connsiteY51" fmla="*/ 77208 h 113559"/>
                  <a:gd name="connsiteX52" fmla="*/ 162368 w 359860"/>
                  <a:gd name="connsiteY52" fmla="*/ 86154 h 113559"/>
                  <a:gd name="connsiteX53" fmla="*/ 165184 w 359860"/>
                  <a:gd name="connsiteY53" fmla="*/ 97255 h 113559"/>
                  <a:gd name="connsiteX54" fmla="*/ 152261 w 359860"/>
                  <a:gd name="connsiteY54" fmla="*/ 110675 h 113559"/>
                  <a:gd name="connsiteX55" fmla="*/ 126084 w 359860"/>
                  <a:gd name="connsiteY55" fmla="*/ 112829 h 113559"/>
                  <a:gd name="connsiteX56" fmla="*/ 260948 w 359860"/>
                  <a:gd name="connsiteY56" fmla="*/ 70083 h 113559"/>
                  <a:gd name="connsiteX57" fmla="*/ 258960 w 359860"/>
                  <a:gd name="connsiteY57" fmla="*/ 58486 h 113559"/>
                  <a:gd name="connsiteX58" fmla="*/ 253493 w 359860"/>
                  <a:gd name="connsiteY58" fmla="*/ 51527 h 113559"/>
                  <a:gd name="connsiteX59" fmla="*/ 247197 w 359860"/>
                  <a:gd name="connsiteY59" fmla="*/ 48379 h 113559"/>
                  <a:gd name="connsiteX60" fmla="*/ 240238 w 359860"/>
                  <a:gd name="connsiteY60" fmla="*/ 47551 h 113559"/>
                  <a:gd name="connsiteX61" fmla="*/ 226486 w 359860"/>
                  <a:gd name="connsiteY61" fmla="*/ 51693 h 113559"/>
                  <a:gd name="connsiteX62" fmla="*/ 221350 w 359860"/>
                  <a:gd name="connsiteY62" fmla="*/ 63622 h 113559"/>
                  <a:gd name="connsiteX63" fmla="*/ 223007 w 359860"/>
                  <a:gd name="connsiteY63" fmla="*/ 70912 h 113559"/>
                  <a:gd name="connsiteX64" fmla="*/ 228475 w 359860"/>
                  <a:gd name="connsiteY64" fmla="*/ 75882 h 113559"/>
                  <a:gd name="connsiteX65" fmla="*/ 234605 w 359860"/>
                  <a:gd name="connsiteY65" fmla="*/ 77870 h 113559"/>
                  <a:gd name="connsiteX66" fmla="*/ 241895 w 359860"/>
                  <a:gd name="connsiteY66" fmla="*/ 78367 h 113559"/>
                  <a:gd name="connsiteX67" fmla="*/ 251670 w 359860"/>
                  <a:gd name="connsiteY67" fmla="*/ 77373 h 113559"/>
                  <a:gd name="connsiteX68" fmla="*/ 260783 w 359860"/>
                  <a:gd name="connsiteY68" fmla="*/ 74557 h 113559"/>
                  <a:gd name="connsiteX69" fmla="*/ 260948 w 359860"/>
                  <a:gd name="connsiteY69" fmla="*/ 72734 h 113559"/>
                  <a:gd name="connsiteX70" fmla="*/ 260948 w 359860"/>
                  <a:gd name="connsiteY70" fmla="*/ 70083 h 113559"/>
                  <a:gd name="connsiteX71" fmla="*/ 206936 w 359860"/>
                  <a:gd name="connsiteY71" fmla="*/ 64119 h 113559"/>
                  <a:gd name="connsiteX72" fmla="*/ 209587 w 359860"/>
                  <a:gd name="connsiteY72" fmla="*/ 54343 h 113559"/>
                  <a:gd name="connsiteX73" fmla="*/ 216877 w 359860"/>
                  <a:gd name="connsiteY73" fmla="*/ 46556 h 113559"/>
                  <a:gd name="connsiteX74" fmla="*/ 227646 w 359860"/>
                  <a:gd name="connsiteY74" fmla="*/ 41752 h 113559"/>
                  <a:gd name="connsiteX75" fmla="*/ 240404 w 359860"/>
                  <a:gd name="connsiteY75" fmla="*/ 39929 h 113559"/>
                  <a:gd name="connsiteX76" fmla="*/ 253493 w 359860"/>
                  <a:gd name="connsiteY76" fmla="*/ 41586 h 113559"/>
                  <a:gd name="connsiteX77" fmla="*/ 263765 w 359860"/>
                  <a:gd name="connsiteY77" fmla="*/ 46225 h 113559"/>
                  <a:gd name="connsiteX78" fmla="*/ 272215 w 359860"/>
                  <a:gd name="connsiteY78" fmla="*/ 56332 h 113559"/>
                  <a:gd name="connsiteX79" fmla="*/ 275197 w 359860"/>
                  <a:gd name="connsiteY79" fmla="*/ 72237 h 113559"/>
                  <a:gd name="connsiteX80" fmla="*/ 272215 w 359860"/>
                  <a:gd name="connsiteY80" fmla="*/ 88640 h 113559"/>
                  <a:gd name="connsiteX81" fmla="*/ 263599 w 359860"/>
                  <a:gd name="connsiteY81" fmla="*/ 101563 h 113559"/>
                  <a:gd name="connsiteX82" fmla="*/ 249019 w 359860"/>
                  <a:gd name="connsiteY82" fmla="*/ 109847 h 113559"/>
                  <a:gd name="connsiteX83" fmla="*/ 227978 w 359860"/>
                  <a:gd name="connsiteY83" fmla="*/ 112663 h 113559"/>
                  <a:gd name="connsiteX84" fmla="*/ 222013 w 359860"/>
                  <a:gd name="connsiteY84" fmla="*/ 112498 h 113559"/>
                  <a:gd name="connsiteX85" fmla="*/ 216049 w 359860"/>
                  <a:gd name="connsiteY85" fmla="*/ 111669 h 113559"/>
                  <a:gd name="connsiteX86" fmla="*/ 216049 w 359860"/>
                  <a:gd name="connsiteY86" fmla="*/ 102557 h 113559"/>
                  <a:gd name="connsiteX87" fmla="*/ 216711 w 359860"/>
                  <a:gd name="connsiteY87" fmla="*/ 102557 h 113559"/>
                  <a:gd name="connsiteX88" fmla="*/ 222179 w 359860"/>
                  <a:gd name="connsiteY88" fmla="*/ 103882 h 113559"/>
                  <a:gd name="connsiteX89" fmla="*/ 229800 w 359860"/>
                  <a:gd name="connsiteY89" fmla="*/ 104545 h 113559"/>
                  <a:gd name="connsiteX90" fmla="*/ 251504 w 359860"/>
                  <a:gd name="connsiteY90" fmla="*/ 98415 h 113559"/>
                  <a:gd name="connsiteX91" fmla="*/ 260451 w 359860"/>
                  <a:gd name="connsiteY91" fmla="*/ 81018 h 113559"/>
                  <a:gd name="connsiteX92" fmla="*/ 249682 w 359860"/>
                  <a:gd name="connsiteY92" fmla="*/ 84829 h 113559"/>
                  <a:gd name="connsiteX93" fmla="*/ 238581 w 359860"/>
                  <a:gd name="connsiteY93" fmla="*/ 85989 h 113559"/>
                  <a:gd name="connsiteX94" fmla="*/ 227978 w 359860"/>
                  <a:gd name="connsiteY94" fmla="*/ 85160 h 113559"/>
                  <a:gd name="connsiteX95" fmla="*/ 218368 w 359860"/>
                  <a:gd name="connsiteY95" fmla="*/ 81847 h 113559"/>
                  <a:gd name="connsiteX96" fmla="*/ 209753 w 359860"/>
                  <a:gd name="connsiteY96" fmla="*/ 74557 h 113559"/>
                  <a:gd name="connsiteX97" fmla="*/ 206936 w 359860"/>
                  <a:gd name="connsiteY97" fmla="*/ 64119 h 113559"/>
                  <a:gd name="connsiteX98" fmla="*/ 359860 w 359860"/>
                  <a:gd name="connsiteY98" fmla="*/ 4142 h 113559"/>
                  <a:gd name="connsiteX99" fmla="*/ 357375 w 359860"/>
                  <a:gd name="connsiteY99" fmla="*/ 76545 h 113559"/>
                  <a:gd name="connsiteX100" fmla="*/ 346274 w 359860"/>
                  <a:gd name="connsiteY100" fmla="*/ 83503 h 113559"/>
                  <a:gd name="connsiteX101" fmla="*/ 347268 w 359860"/>
                  <a:gd name="connsiteY101" fmla="*/ 15243 h 113559"/>
                  <a:gd name="connsiteX102" fmla="*/ 305019 w 359860"/>
                  <a:gd name="connsiteY102" fmla="*/ 35787 h 113559"/>
                  <a:gd name="connsiteX103" fmla="*/ 301374 w 359860"/>
                  <a:gd name="connsiteY103" fmla="*/ 27669 h 113559"/>
                  <a:gd name="connsiteX104" fmla="*/ 354393 w 359860"/>
                  <a:gd name="connsiteY104" fmla="*/ 0 h 113559"/>
                  <a:gd name="connsiteX105" fmla="*/ 359860 w 359860"/>
                  <a:gd name="connsiteY105" fmla="*/ 4142 h 113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359860" h="113559">
                    <a:moveTo>
                      <a:pt x="38935" y="85492"/>
                    </a:moveTo>
                    <a:lnTo>
                      <a:pt x="0" y="61302"/>
                    </a:lnTo>
                    <a:lnTo>
                      <a:pt x="3479" y="55172"/>
                    </a:lnTo>
                    <a:lnTo>
                      <a:pt x="18059" y="64119"/>
                    </a:lnTo>
                    <a:lnTo>
                      <a:pt x="41255" y="23692"/>
                    </a:lnTo>
                    <a:lnTo>
                      <a:pt x="26675" y="14746"/>
                    </a:lnTo>
                    <a:lnTo>
                      <a:pt x="29823" y="9278"/>
                    </a:lnTo>
                    <a:cubicBezTo>
                      <a:pt x="35290" y="12592"/>
                      <a:pt x="39598" y="14580"/>
                      <a:pt x="42911" y="14911"/>
                    </a:cubicBezTo>
                    <a:cubicBezTo>
                      <a:pt x="46225" y="15408"/>
                      <a:pt x="48876" y="14083"/>
                      <a:pt x="51196" y="11101"/>
                    </a:cubicBezTo>
                    <a:lnTo>
                      <a:pt x="59480" y="16237"/>
                    </a:lnTo>
                    <a:lnTo>
                      <a:pt x="28332" y="70580"/>
                    </a:lnTo>
                    <a:lnTo>
                      <a:pt x="42414" y="79361"/>
                    </a:lnTo>
                    <a:lnTo>
                      <a:pt x="38935" y="85492"/>
                    </a:lnTo>
                    <a:close/>
                    <a:moveTo>
                      <a:pt x="155409" y="60805"/>
                    </a:moveTo>
                    <a:cubicBezTo>
                      <a:pt x="156072" y="57657"/>
                      <a:pt x="154912" y="54841"/>
                      <a:pt x="152261" y="52355"/>
                    </a:cubicBezTo>
                    <a:cubicBezTo>
                      <a:pt x="149445" y="49870"/>
                      <a:pt x="145137" y="48213"/>
                      <a:pt x="139504" y="47385"/>
                    </a:cubicBezTo>
                    <a:cubicBezTo>
                      <a:pt x="134368" y="46722"/>
                      <a:pt x="129894" y="47054"/>
                      <a:pt x="126084" y="48379"/>
                    </a:cubicBezTo>
                    <a:cubicBezTo>
                      <a:pt x="122439" y="49704"/>
                      <a:pt x="120285" y="52024"/>
                      <a:pt x="119622" y="55172"/>
                    </a:cubicBezTo>
                    <a:cubicBezTo>
                      <a:pt x="119125" y="57491"/>
                      <a:pt x="119622" y="59480"/>
                      <a:pt x="120947" y="61302"/>
                    </a:cubicBezTo>
                    <a:cubicBezTo>
                      <a:pt x="122273" y="63125"/>
                      <a:pt x="124592" y="64947"/>
                      <a:pt x="127740" y="66604"/>
                    </a:cubicBezTo>
                    <a:cubicBezTo>
                      <a:pt x="129066" y="67267"/>
                      <a:pt x="131220" y="68426"/>
                      <a:pt x="134036" y="69752"/>
                    </a:cubicBezTo>
                    <a:cubicBezTo>
                      <a:pt x="136853" y="71077"/>
                      <a:pt x="139504" y="72237"/>
                      <a:pt x="141989" y="73066"/>
                    </a:cubicBezTo>
                    <a:cubicBezTo>
                      <a:pt x="146628" y="71574"/>
                      <a:pt x="149776" y="69752"/>
                      <a:pt x="151764" y="67764"/>
                    </a:cubicBezTo>
                    <a:cubicBezTo>
                      <a:pt x="153587" y="65941"/>
                      <a:pt x="154746" y="63622"/>
                      <a:pt x="155409" y="60805"/>
                    </a:cubicBezTo>
                    <a:moveTo>
                      <a:pt x="150273" y="95764"/>
                    </a:moveTo>
                    <a:cubicBezTo>
                      <a:pt x="150770" y="92947"/>
                      <a:pt x="150439" y="90462"/>
                      <a:pt x="149113" y="88640"/>
                    </a:cubicBezTo>
                    <a:cubicBezTo>
                      <a:pt x="147788" y="86651"/>
                      <a:pt x="144640" y="84497"/>
                      <a:pt x="140166" y="82178"/>
                    </a:cubicBezTo>
                    <a:cubicBezTo>
                      <a:pt x="138675" y="81350"/>
                      <a:pt x="136687" y="80521"/>
                      <a:pt x="134036" y="79361"/>
                    </a:cubicBezTo>
                    <a:cubicBezTo>
                      <a:pt x="131551" y="78367"/>
                      <a:pt x="128569" y="77042"/>
                      <a:pt x="125421" y="75716"/>
                    </a:cubicBezTo>
                    <a:cubicBezTo>
                      <a:pt x="121113" y="76876"/>
                      <a:pt x="117634" y="78533"/>
                      <a:pt x="114983" y="80852"/>
                    </a:cubicBezTo>
                    <a:cubicBezTo>
                      <a:pt x="112332" y="83006"/>
                      <a:pt x="110675" y="85657"/>
                      <a:pt x="110012" y="88805"/>
                    </a:cubicBezTo>
                    <a:cubicBezTo>
                      <a:pt x="109184" y="92947"/>
                      <a:pt x="110344" y="96758"/>
                      <a:pt x="113823" y="99906"/>
                    </a:cubicBezTo>
                    <a:cubicBezTo>
                      <a:pt x="117137" y="103220"/>
                      <a:pt x="121776" y="105208"/>
                      <a:pt x="127740" y="106036"/>
                    </a:cubicBezTo>
                    <a:cubicBezTo>
                      <a:pt x="133705" y="106865"/>
                      <a:pt x="138841" y="106367"/>
                      <a:pt x="142983" y="104545"/>
                    </a:cubicBezTo>
                    <a:cubicBezTo>
                      <a:pt x="146959" y="102722"/>
                      <a:pt x="149445" y="99740"/>
                      <a:pt x="150273" y="95764"/>
                    </a:cubicBezTo>
                    <a:moveTo>
                      <a:pt x="126084" y="112829"/>
                    </a:moveTo>
                    <a:cubicBezTo>
                      <a:pt x="120782" y="112166"/>
                      <a:pt x="115977" y="111007"/>
                      <a:pt x="111835" y="109350"/>
                    </a:cubicBezTo>
                    <a:cubicBezTo>
                      <a:pt x="107693" y="107693"/>
                      <a:pt x="104214" y="105705"/>
                      <a:pt x="101563" y="103385"/>
                    </a:cubicBezTo>
                    <a:cubicBezTo>
                      <a:pt x="98912" y="101066"/>
                      <a:pt x="97089" y="98580"/>
                      <a:pt x="96095" y="95764"/>
                    </a:cubicBezTo>
                    <a:cubicBezTo>
                      <a:pt x="95101" y="92947"/>
                      <a:pt x="94935" y="90131"/>
                      <a:pt x="95432" y="87314"/>
                    </a:cubicBezTo>
                    <a:cubicBezTo>
                      <a:pt x="96261" y="83669"/>
                      <a:pt x="98415" y="80355"/>
                      <a:pt x="102225" y="77705"/>
                    </a:cubicBezTo>
                    <a:cubicBezTo>
                      <a:pt x="105870" y="75054"/>
                      <a:pt x="110841" y="73066"/>
                      <a:pt x="117137" y="72071"/>
                    </a:cubicBezTo>
                    <a:lnTo>
                      <a:pt x="117137" y="71740"/>
                    </a:lnTo>
                    <a:cubicBezTo>
                      <a:pt x="112332" y="69089"/>
                      <a:pt x="108853" y="66273"/>
                      <a:pt x="106699" y="63622"/>
                    </a:cubicBezTo>
                    <a:cubicBezTo>
                      <a:pt x="104711" y="60971"/>
                      <a:pt x="104048" y="57823"/>
                      <a:pt x="104711" y="54343"/>
                    </a:cubicBezTo>
                    <a:cubicBezTo>
                      <a:pt x="105705" y="49042"/>
                      <a:pt x="109681" y="45231"/>
                      <a:pt x="116474" y="42580"/>
                    </a:cubicBezTo>
                    <a:cubicBezTo>
                      <a:pt x="123267" y="39929"/>
                      <a:pt x="131385" y="39266"/>
                      <a:pt x="140663" y="40592"/>
                    </a:cubicBezTo>
                    <a:cubicBezTo>
                      <a:pt x="150439" y="41917"/>
                      <a:pt x="157894" y="44734"/>
                      <a:pt x="163031" y="48876"/>
                    </a:cubicBezTo>
                    <a:cubicBezTo>
                      <a:pt x="168167" y="53018"/>
                      <a:pt x="170320" y="57657"/>
                      <a:pt x="169326" y="62793"/>
                    </a:cubicBezTo>
                    <a:cubicBezTo>
                      <a:pt x="168664" y="65941"/>
                      <a:pt x="166676" y="68758"/>
                      <a:pt x="163196" y="71409"/>
                    </a:cubicBezTo>
                    <a:cubicBezTo>
                      <a:pt x="159717" y="74060"/>
                      <a:pt x="155243" y="75882"/>
                      <a:pt x="149610" y="76876"/>
                    </a:cubicBezTo>
                    <a:lnTo>
                      <a:pt x="149610" y="77208"/>
                    </a:lnTo>
                    <a:cubicBezTo>
                      <a:pt x="155409" y="80024"/>
                      <a:pt x="159717" y="83006"/>
                      <a:pt x="162368" y="86154"/>
                    </a:cubicBezTo>
                    <a:cubicBezTo>
                      <a:pt x="165019" y="89302"/>
                      <a:pt x="166013" y="92947"/>
                      <a:pt x="165184" y="97255"/>
                    </a:cubicBezTo>
                    <a:cubicBezTo>
                      <a:pt x="164025" y="103220"/>
                      <a:pt x="159717" y="107693"/>
                      <a:pt x="152261" y="110675"/>
                    </a:cubicBezTo>
                    <a:cubicBezTo>
                      <a:pt x="144806" y="113492"/>
                      <a:pt x="136024" y="114320"/>
                      <a:pt x="126084" y="112829"/>
                    </a:cubicBezTo>
                    <a:moveTo>
                      <a:pt x="260948" y="70083"/>
                    </a:moveTo>
                    <a:cubicBezTo>
                      <a:pt x="260948" y="65278"/>
                      <a:pt x="260285" y="61468"/>
                      <a:pt x="258960" y="58486"/>
                    </a:cubicBezTo>
                    <a:cubicBezTo>
                      <a:pt x="257635" y="55503"/>
                      <a:pt x="255812" y="53184"/>
                      <a:pt x="253493" y="51527"/>
                    </a:cubicBezTo>
                    <a:cubicBezTo>
                      <a:pt x="251504" y="50036"/>
                      <a:pt x="249351" y="49042"/>
                      <a:pt x="247197" y="48379"/>
                    </a:cubicBezTo>
                    <a:cubicBezTo>
                      <a:pt x="245043" y="47882"/>
                      <a:pt x="242723" y="47551"/>
                      <a:pt x="240238" y="47551"/>
                    </a:cubicBezTo>
                    <a:cubicBezTo>
                      <a:pt x="234439" y="47551"/>
                      <a:pt x="229800" y="48876"/>
                      <a:pt x="226486" y="51693"/>
                    </a:cubicBezTo>
                    <a:cubicBezTo>
                      <a:pt x="223007" y="54509"/>
                      <a:pt x="221350" y="58486"/>
                      <a:pt x="221350" y="63622"/>
                    </a:cubicBezTo>
                    <a:cubicBezTo>
                      <a:pt x="221350" y="66604"/>
                      <a:pt x="221847" y="69089"/>
                      <a:pt x="223007" y="70912"/>
                    </a:cubicBezTo>
                    <a:cubicBezTo>
                      <a:pt x="224167" y="72734"/>
                      <a:pt x="225989" y="74391"/>
                      <a:pt x="228475" y="75882"/>
                    </a:cubicBezTo>
                    <a:cubicBezTo>
                      <a:pt x="230297" y="76876"/>
                      <a:pt x="232285" y="77539"/>
                      <a:pt x="234605" y="77870"/>
                    </a:cubicBezTo>
                    <a:cubicBezTo>
                      <a:pt x="236924" y="78202"/>
                      <a:pt x="239244" y="78367"/>
                      <a:pt x="241895" y="78367"/>
                    </a:cubicBezTo>
                    <a:cubicBezTo>
                      <a:pt x="244877" y="78367"/>
                      <a:pt x="248191" y="78036"/>
                      <a:pt x="251670" y="77373"/>
                    </a:cubicBezTo>
                    <a:cubicBezTo>
                      <a:pt x="255149" y="76710"/>
                      <a:pt x="258132" y="75716"/>
                      <a:pt x="260783" y="74557"/>
                    </a:cubicBezTo>
                    <a:cubicBezTo>
                      <a:pt x="260783" y="74060"/>
                      <a:pt x="260948" y="73397"/>
                      <a:pt x="260948" y="72734"/>
                    </a:cubicBezTo>
                    <a:cubicBezTo>
                      <a:pt x="260948" y="71906"/>
                      <a:pt x="260948" y="71077"/>
                      <a:pt x="260948" y="70083"/>
                    </a:cubicBezTo>
                    <a:moveTo>
                      <a:pt x="206936" y="64119"/>
                    </a:moveTo>
                    <a:cubicBezTo>
                      <a:pt x="206936" y="60474"/>
                      <a:pt x="207765" y="57160"/>
                      <a:pt x="209587" y="54343"/>
                    </a:cubicBezTo>
                    <a:cubicBezTo>
                      <a:pt x="211409" y="51361"/>
                      <a:pt x="213729" y="48710"/>
                      <a:pt x="216877" y="46556"/>
                    </a:cubicBezTo>
                    <a:cubicBezTo>
                      <a:pt x="219859" y="44568"/>
                      <a:pt x="223339" y="42911"/>
                      <a:pt x="227646" y="41752"/>
                    </a:cubicBezTo>
                    <a:cubicBezTo>
                      <a:pt x="231788" y="40592"/>
                      <a:pt x="236096" y="39929"/>
                      <a:pt x="240404" y="39929"/>
                    </a:cubicBezTo>
                    <a:cubicBezTo>
                      <a:pt x="245208" y="39929"/>
                      <a:pt x="249682" y="40592"/>
                      <a:pt x="253493" y="41586"/>
                    </a:cubicBezTo>
                    <a:cubicBezTo>
                      <a:pt x="257469" y="42746"/>
                      <a:pt x="260783" y="44237"/>
                      <a:pt x="263765" y="46225"/>
                    </a:cubicBezTo>
                    <a:cubicBezTo>
                      <a:pt x="267410" y="48710"/>
                      <a:pt x="270226" y="52190"/>
                      <a:pt x="272215" y="56332"/>
                    </a:cubicBezTo>
                    <a:cubicBezTo>
                      <a:pt x="274203" y="60474"/>
                      <a:pt x="275197" y="65775"/>
                      <a:pt x="275197" y="72237"/>
                    </a:cubicBezTo>
                    <a:cubicBezTo>
                      <a:pt x="275197" y="78036"/>
                      <a:pt x="274203" y="83503"/>
                      <a:pt x="272215" y="88640"/>
                    </a:cubicBezTo>
                    <a:cubicBezTo>
                      <a:pt x="270226" y="93941"/>
                      <a:pt x="267410" y="98083"/>
                      <a:pt x="263599" y="101563"/>
                    </a:cubicBezTo>
                    <a:cubicBezTo>
                      <a:pt x="259457" y="105208"/>
                      <a:pt x="254652" y="108024"/>
                      <a:pt x="249019" y="109847"/>
                    </a:cubicBezTo>
                    <a:cubicBezTo>
                      <a:pt x="243386" y="111669"/>
                      <a:pt x="236262" y="112663"/>
                      <a:pt x="227978" y="112663"/>
                    </a:cubicBezTo>
                    <a:cubicBezTo>
                      <a:pt x="226155" y="112663"/>
                      <a:pt x="224167" y="112498"/>
                      <a:pt x="222013" y="112498"/>
                    </a:cubicBezTo>
                    <a:cubicBezTo>
                      <a:pt x="219859" y="112332"/>
                      <a:pt x="217871" y="112001"/>
                      <a:pt x="216049" y="111669"/>
                    </a:cubicBezTo>
                    <a:lnTo>
                      <a:pt x="216049" y="102557"/>
                    </a:lnTo>
                    <a:lnTo>
                      <a:pt x="216711" y="102557"/>
                    </a:lnTo>
                    <a:cubicBezTo>
                      <a:pt x="217871" y="103054"/>
                      <a:pt x="219694" y="103551"/>
                      <a:pt x="222179" y="103882"/>
                    </a:cubicBezTo>
                    <a:cubicBezTo>
                      <a:pt x="224664" y="104214"/>
                      <a:pt x="227149" y="104545"/>
                      <a:pt x="229800" y="104545"/>
                    </a:cubicBezTo>
                    <a:cubicBezTo>
                      <a:pt x="239078" y="104545"/>
                      <a:pt x="246368" y="102557"/>
                      <a:pt x="251504" y="98415"/>
                    </a:cubicBezTo>
                    <a:cubicBezTo>
                      <a:pt x="256806" y="94438"/>
                      <a:pt x="259788" y="88640"/>
                      <a:pt x="260451" y="81018"/>
                    </a:cubicBezTo>
                    <a:cubicBezTo>
                      <a:pt x="256640" y="82675"/>
                      <a:pt x="253161" y="84000"/>
                      <a:pt x="249682" y="84829"/>
                    </a:cubicBezTo>
                    <a:cubicBezTo>
                      <a:pt x="246203" y="85657"/>
                      <a:pt x="242558" y="85989"/>
                      <a:pt x="238581" y="85989"/>
                    </a:cubicBezTo>
                    <a:cubicBezTo>
                      <a:pt x="234605" y="85989"/>
                      <a:pt x="231126" y="85657"/>
                      <a:pt x="227978" y="85160"/>
                    </a:cubicBezTo>
                    <a:cubicBezTo>
                      <a:pt x="224830" y="84663"/>
                      <a:pt x="221516" y="83503"/>
                      <a:pt x="218368" y="81847"/>
                    </a:cubicBezTo>
                    <a:cubicBezTo>
                      <a:pt x="214557" y="80024"/>
                      <a:pt x="211741" y="77539"/>
                      <a:pt x="209753" y="74557"/>
                    </a:cubicBezTo>
                    <a:cubicBezTo>
                      <a:pt x="207930" y="71740"/>
                      <a:pt x="206936" y="68261"/>
                      <a:pt x="206936" y="64119"/>
                    </a:cubicBezTo>
                    <a:moveTo>
                      <a:pt x="359860" y="4142"/>
                    </a:moveTo>
                    <a:lnTo>
                      <a:pt x="357375" y="76545"/>
                    </a:lnTo>
                    <a:lnTo>
                      <a:pt x="346274" y="83503"/>
                    </a:lnTo>
                    <a:lnTo>
                      <a:pt x="347268" y="15243"/>
                    </a:lnTo>
                    <a:lnTo>
                      <a:pt x="305019" y="35787"/>
                    </a:lnTo>
                    <a:lnTo>
                      <a:pt x="301374" y="27669"/>
                    </a:lnTo>
                    <a:lnTo>
                      <a:pt x="354393" y="0"/>
                    </a:lnTo>
                    <a:lnTo>
                      <a:pt x="359860" y="4142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grpSp>
            <p:nvGrpSpPr>
              <p:cNvPr id="1071" name="图形 3"/>
              <p:cNvGrpSpPr/>
              <p:nvPr/>
            </p:nvGrpSpPr>
            <p:grpSpPr>
              <a:xfrm>
                <a:off x="4626033" y="1166121"/>
                <a:ext cx="165050" cy="179513"/>
                <a:chOff x="4626033" y="1166121"/>
                <a:chExt cx="165050" cy="179513"/>
              </a:xfrm>
              <a:grpFill/>
            </p:grpSpPr>
            <p:sp>
              <p:nvSpPr>
                <p:cNvPr id="1087" name="任意多边形: 形状 1086"/>
                <p:cNvSpPr/>
                <p:nvPr/>
              </p:nvSpPr>
              <p:spPr>
                <a:xfrm>
                  <a:off x="4747099" y="1302117"/>
                  <a:ext cx="37263" cy="43516"/>
                </a:xfrm>
                <a:custGeom>
                  <a:avLst/>
                  <a:gdLst>
                    <a:gd name="connsiteX0" fmla="*/ 4893 w 37263"/>
                    <a:gd name="connsiteY0" fmla="*/ 41316 h 43516"/>
                    <a:gd name="connsiteX1" fmla="*/ 2905 w 37263"/>
                    <a:gd name="connsiteY1" fmla="*/ 27730 h 43516"/>
                    <a:gd name="connsiteX2" fmla="*/ 254 w 37263"/>
                    <a:gd name="connsiteY2" fmla="*/ 8180 h 43516"/>
                    <a:gd name="connsiteX3" fmla="*/ 29911 w 37263"/>
                    <a:gd name="connsiteY3" fmla="*/ 6854 h 43516"/>
                    <a:gd name="connsiteX4" fmla="*/ 34219 w 37263"/>
                    <a:gd name="connsiteY4" fmla="*/ 14475 h 43516"/>
                    <a:gd name="connsiteX5" fmla="*/ 31237 w 37263"/>
                    <a:gd name="connsiteY5" fmla="*/ 39162 h 43516"/>
                    <a:gd name="connsiteX6" fmla="*/ 4893 w 37263"/>
                    <a:gd name="connsiteY6" fmla="*/ 41316 h 435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7263" h="43516">
                      <a:moveTo>
                        <a:pt x="4893" y="41316"/>
                      </a:moveTo>
                      <a:cubicBezTo>
                        <a:pt x="-3557" y="37174"/>
                        <a:pt x="2408" y="35683"/>
                        <a:pt x="2905" y="27730"/>
                      </a:cubicBezTo>
                      <a:cubicBezTo>
                        <a:pt x="3236" y="20937"/>
                        <a:pt x="-1071" y="12984"/>
                        <a:pt x="254" y="8180"/>
                      </a:cubicBezTo>
                      <a:cubicBezTo>
                        <a:pt x="3899" y="-4909"/>
                        <a:pt x="20633" y="61"/>
                        <a:pt x="29911" y="6854"/>
                      </a:cubicBezTo>
                      <a:cubicBezTo>
                        <a:pt x="31568" y="8014"/>
                        <a:pt x="33059" y="11328"/>
                        <a:pt x="34219" y="14475"/>
                      </a:cubicBezTo>
                      <a:cubicBezTo>
                        <a:pt x="37201" y="22428"/>
                        <a:pt x="40349" y="33529"/>
                        <a:pt x="31237" y="39162"/>
                      </a:cubicBezTo>
                      <a:cubicBezTo>
                        <a:pt x="23450" y="43967"/>
                        <a:pt x="12349" y="44961"/>
                        <a:pt x="4893" y="41316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8" name="任意多边形: 形状 1087"/>
                <p:cNvSpPr/>
                <p:nvPr/>
              </p:nvSpPr>
              <p:spPr>
                <a:xfrm>
                  <a:off x="4626033" y="1166121"/>
                  <a:ext cx="165050" cy="139903"/>
                </a:xfrm>
                <a:custGeom>
                  <a:avLst/>
                  <a:gdLst>
                    <a:gd name="connsiteX0" fmla="*/ 27710 w 165050"/>
                    <a:gd name="connsiteY0" fmla="*/ 138874 h 139903"/>
                    <a:gd name="connsiteX1" fmla="*/ 26882 w 165050"/>
                    <a:gd name="connsiteY1" fmla="*/ 138377 h 139903"/>
                    <a:gd name="connsiteX2" fmla="*/ 27710 w 165050"/>
                    <a:gd name="connsiteY2" fmla="*/ 135561 h 139903"/>
                    <a:gd name="connsiteX3" fmla="*/ 59024 w 165050"/>
                    <a:gd name="connsiteY3" fmla="*/ 124626 h 139903"/>
                    <a:gd name="connsiteX4" fmla="*/ 79569 w 165050"/>
                    <a:gd name="connsiteY4" fmla="*/ 107395 h 139903"/>
                    <a:gd name="connsiteX5" fmla="*/ 22740 w 165050"/>
                    <a:gd name="connsiteY5" fmla="*/ 114519 h 139903"/>
                    <a:gd name="connsiteX6" fmla="*/ 5012 w 165050"/>
                    <a:gd name="connsiteY6" fmla="*/ 100436 h 139903"/>
                    <a:gd name="connsiteX7" fmla="*/ 5178 w 165050"/>
                    <a:gd name="connsiteY7" fmla="*/ 99442 h 139903"/>
                    <a:gd name="connsiteX8" fmla="*/ 9651 w 165050"/>
                    <a:gd name="connsiteY8" fmla="*/ 81714 h 139903"/>
                    <a:gd name="connsiteX9" fmla="*/ 76421 w 165050"/>
                    <a:gd name="connsiteY9" fmla="*/ 81714 h 139903"/>
                    <a:gd name="connsiteX10" fmla="*/ 96634 w 165050"/>
                    <a:gd name="connsiteY10" fmla="*/ 76910 h 139903"/>
                    <a:gd name="connsiteX11" fmla="*/ 116681 w 165050"/>
                    <a:gd name="connsiteY11" fmla="*/ 6661 h 139903"/>
                    <a:gd name="connsiteX12" fmla="*/ 142362 w 165050"/>
                    <a:gd name="connsiteY12" fmla="*/ 16105 h 139903"/>
                    <a:gd name="connsiteX13" fmla="*/ 146007 w 165050"/>
                    <a:gd name="connsiteY13" fmla="*/ 23395 h 139903"/>
                    <a:gd name="connsiteX14" fmla="*/ 147001 w 165050"/>
                    <a:gd name="connsiteY14" fmla="*/ 23560 h 139903"/>
                    <a:gd name="connsiteX15" fmla="*/ 141865 w 165050"/>
                    <a:gd name="connsiteY15" fmla="*/ 39797 h 139903"/>
                    <a:gd name="connsiteX16" fmla="*/ 126788 w 165050"/>
                    <a:gd name="connsiteY16" fmla="*/ 74921 h 139903"/>
                    <a:gd name="connsiteX17" fmla="*/ 164398 w 165050"/>
                    <a:gd name="connsiteY17" fmla="*/ 70448 h 139903"/>
                    <a:gd name="connsiteX18" fmla="*/ 156776 w 165050"/>
                    <a:gd name="connsiteY18" fmla="*/ 87679 h 139903"/>
                    <a:gd name="connsiteX19" fmla="*/ 119167 w 165050"/>
                    <a:gd name="connsiteY19" fmla="*/ 94472 h 139903"/>
                    <a:gd name="connsiteX20" fmla="*/ 94149 w 165050"/>
                    <a:gd name="connsiteY20" fmla="*/ 127277 h 139903"/>
                    <a:gd name="connsiteX21" fmla="*/ 83214 w 165050"/>
                    <a:gd name="connsiteY21" fmla="*/ 133076 h 139903"/>
                    <a:gd name="connsiteX22" fmla="*/ 57036 w 165050"/>
                    <a:gd name="connsiteY22" fmla="*/ 139703 h 139903"/>
                    <a:gd name="connsiteX23" fmla="*/ 27710 w 165050"/>
                    <a:gd name="connsiteY23" fmla="*/ 138874 h 139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65050" h="139903">
                      <a:moveTo>
                        <a:pt x="27710" y="138874"/>
                      </a:moveTo>
                      <a:cubicBezTo>
                        <a:pt x="27379" y="138709"/>
                        <a:pt x="27213" y="138543"/>
                        <a:pt x="26882" y="138377"/>
                      </a:cubicBezTo>
                      <a:cubicBezTo>
                        <a:pt x="27213" y="137383"/>
                        <a:pt x="27545" y="136389"/>
                        <a:pt x="27710" y="135561"/>
                      </a:cubicBezTo>
                      <a:cubicBezTo>
                        <a:pt x="30693" y="135229"/>
                        <a:pt x="58858" y="125289"/>
                        <a:pt x="59024" y="124626"/>
                      </a:cubicBezTo>
                      <a:cubicBezTo>
                        <a:pt x="67640" y="120650"/>
                        <a:pt x="75427" y="116010"/>
                        <a:pt x="79569" y="107395"/>
                      </a:cubicBezTo>
                      <a:cubicBezTo>
                        <a:pt x="60681" y="108720"/>
                        <a:pt x="41131" y="117502"/>
                        <a:pt x="22740" y="114519"/>
                      </a:cubicBezTo>
                      <a:cubicBezTo>
                        <a:pt x="14787" y="110377"/>
                        <a:pt x="10314" y="104413"/>
                        <a:pt x="5012" y="100436"/>
                      </a:cubicBezTo>
                      <a:cubicBezTo>
                        <a:pt x="5012" y="100105"/>
                        <a:pt x="5178" y="99774"/>
                        <a:pt x="5178" y="99442"/>
                      </a:cubicBezTo>
                      <a:cubicBezTo>
                        <a:pt x="-2775" y="90827"/>
                        <a:pt x="-1781" y="82708"/>
                        <a:pt x="9651" y="81714"/>
                      </a:cubicBezTo>
                      <a:cubicBezTo>
                        <a:pt x="26716" y="90164"/>
                        <a:pt x="57699" y="84034"/>
                        <a:pt x="76421" y="81714"/>
                      </a:cubicBezTo>
                      <a:cubicBezTo>
                        <a:pt x="80728" y="80886"/>
                        <a:pt x="92657" y="79726"/>
                        <a:pt x="96634" y="76910"/>
                      </a:cubicBezTo>
                      <a:cubicBezTo>
                        <a:pt x="106409" y="53880"/>
                        <a:pt x="109723" y="29193"/>
                        <a:pt x="116681" y="6661"/>
                      </a:cubicBezTo>
                      <a:cubicBezTo>
                        <a:pt x="126622" y="-8416"/>
                        <a:pt x="134078" y="5335"/>
                        <a:pt x="142362" y="16105"/>
                      </a:cubicBezTo>
                      <a:cubicBezTo>
                        <a:pt x="142693" y="17596"/>
                        <a:pt x="144681" y="19750"/>
                        <a:pt x="146007" y="23395"/>
                      </a:cubicBezTo>
                      <a:cubicBezTo>
                        <a:pt x="146338" y="23395"/>
                        <a:pt x="146504" y="23560"/>
                        <a:pt x="147001" y="23560"/>
                      </a:cubicBezTo>
                      <a:cubicBezTo>
                        <a:pt x="149652" y="31513"/>
                        <a:pt x="150149" y="34992"/>
                        <a:pt x="141865" y="39797"/>
                      </a:cubicBezTo>
                      <a:cubicBezTo>
                        <a:pt x="134575" y="49904"/>
                        <a:pt x="129439" y="61833"/>
                        <a:pt x="126788" y="74921"/>
                      </a:cubicBezTo>
                      <a:cubicBezTo>
                        <a:pt x="139711" y="76247"/>
                        <a:pt x="149983" y="67134"/>
                        <a:pt x="164398" y="70448"/>
                      </a:cubicBezTo>
                      <a:cubicBezTo>
                        <a:pt x="166220" y="78069"/>
                        <a:pt x="164398" y="83537"/>
                        <a:pt x="156776" y="87679"/>
                      </a:cubicBezTo>
                      <a:cubicBezTo>
                        <a:pt x="145013" y="90164"/>
                        <a:pt x="132421" y="91987"/>
                        <a:pt x="119167" y="94472"/>
                      </a:cubicBezTo>
                      <a:cubicBezTo>
                        <a:pt x="113368" y="105904"/>
                        <a:pt x="105084" y="119490"/>
                        <a:pt x="94149" y="127277"/>
                      </a:cubicBezTo>
                      <a:cubicBezTo>
                        <a:pt x="92492" y="128437"/>
                        <a:pt x="85036" y="132579"/>
                        <a:pt x="83214" y="133076"/>
                      </a:cubicBezTo>
                      <a:cubicBezTo>
                        <a:pt x="74433" y="135727"/>
                        <a:pt x="66148" y="139372"/>
                        <a:pt x="57036" y="139703"/>
                      </a:cubicBezTo>
                      <a:cubicBezTo>
                        <a:pt x="32018" y="140366"/>
                        <a:pt x="32018" y="139206"/>
                        <a:pt x="27710" y="138874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1072" name="图形 3"/>
              <p:cNvGrpSpPr/>
              <p:nvPr/>
            </p:nvGrpSpPr>
            <p:grpSpPr>
              <a:xfrm>
                <a:off x="4334433" y="1165851"/>
                <a:ext cx="145474" cy="222482"/>
                <a:chOff x="4334433" y="1165851"/>
                <a:chExt cx="145474" cy="222482"/>
              </a:xfrm>
              <a:grpFill/>
            </p:grpSpPr>
            <p:sp>
              <p:nvSpPr>
                <p:cNvPr id="1082" name="任意多边形: 形状 1081"/>
                <p:cNvSpPr/>
                <p:nvPr/>
              </p:nvSpPr>
              <p:spPr>
                <a:xfrm>
                  <a:off x="4338383" y="1253643"/>
                  <a:ext cx="63400" cy="134689"/>
                </a:xfrm>
                <a:custGeom>
                  <a:avLst/>
                  <a:gdLst>
                    <a:gd name="connsiteX0" fmla="*/ 30057 w 63400"/>
                    <a:gd name="connsiteY0" fmla="*/ 134690 h 134689"/>
                    <a:gd name="connsiteX1" fmla="*/ 234 w 63400"/>
                    <a:gd name="connsiteY1" fmla="*/ 121767 h 134689"/>
                    <a:gd name="connsiteX2" fmla="*/ 69 w 63400"/>
                    <a:gd name="connsiteY2" fmla="*/ 113814 h 134689"/>
                    <a:gd name="connsiteX3" fmla="*/ 40992 w 63400"/>
                    <a:gd name="connsiteY3" fmla="*/ 41743 h 134689"/>
                    <a:gd name="connsiteX4" fmla="*/ 49773 w 63400"/>
                    <a:gd name="connsiteY4" fmla="*/ 7612 h 134689"/>
                    <a:gd name="connsiteX5" fmla="*/ 50601 w 63400"/>
                    <a:gd name="connsiteY5" fmla="*/ 6784 h 134689"/>
                    <a:gd name="connsiteX6" fmla="*/ 50270 w 63400"/>
                    <a:gd name="connsiteY6" fmla="*/ 5955 h 134689"/>
                    <a:gd name="connsiteX7" fmla="*/ 62862 w 63400"/>
                    <a:gd name="connsiteY7" fmla="*/ 2807 h 134689"/>
                    <a:gd name="connsiteX8" fmla="*/ 56566 w 63400"/>
                    <a:gd name="connsiteY8" fmla="*/ 25009 h 134689"/>
                    <a:gd name="connsiteX9" fmla="*/ 55075 w 63400"/>
                    <a:gd name="connsiteY9" fmla="*/ 61293 h 134689"/>
                    <a:gd name="connsiteX10" fmla="*/ 51761 w 63400"/>
                    <a:gd name="connsiteY10" fmla="*/ 77198 h 134689"/>
                    <a:gd name="connsiteX11" fmla="*/ 44471 w 63400"/>
                    <a:gd name="connsiteY11" fmla="*/ 106027 h 134689"/>
                    <a:gd name="connsiteX12" fmla="*/ 34862 w 63400"/>
                    <a:gd name="connsiteY12" fmla="*/ 132205 h 134689"/>
                    <a:gd name="connsiteX13" fmla="*/ 30057 w 63400"/>
                    <a:gd name="connsiteY13" fmla="*/ 134690 h 1346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63400" h="134689">
                      <a:moveTo>
                        <a:pt x="30057" y="134690"/>
                      </a:moveTo>
                      <a:cubicBezTo>
                        <a:pt x="19619" y="134027"/>
                        <a:pt x="7524" y="126571"/>
                        <a:pt x="234" y="121767"/>
                      </a:cubicBezTo>
                      <a:cubicBezTo>
                        <a:pt x="69" y="119116"/>
                        <a:pt x="-97" y="116465"/>
                        <a:pt x="69" y="113814"/>
                      </a:cubicBezTo>
                      <a:cubicBezTo>
                        <a:pt x="14649" y="90121"/>
                        <a:pt x="29560" y="67589"/>
                        <a:pt x="40992" y="41743"/>
                      </a:cubicBezTo>
                      <a:cubicBezTo>
                        <a:pt x="43146" y="30808"/>
                        <a:pt x="46956" y="18713"/>
                        <a:pt x="49773" y="7612"/>
                      </a:cubicBezTo>
                      <a:cubicBezTo>
                        <a:pt x="49939" y="7281"/>
                        <a:pt x="50270" y="6949"/>
                        <a:pt x="50601" y="6784"/>
                      </a:cubicBezTo>
                      <a:cubicBezTo>
                        <a:pt x="50436" y="6452"/>
                        <a:pt x="50270" y="6121"/>
                        <a:pt x="50270" y="5955"/>
                      </a:cubicBezTo>
                      <a:cubicBezTo>
                        <a:pt x="53915" y="-175"/>
                        <a:pt x="55738" y="-2163"/>
                        <a:pt x="62862" y="2807"/>
                      </a:cubicBezTo>
                      <a:cubicBezTo>
                        <a:pt x="65513" y="8441"/>
                        <a:pt x="57560" y="18381"/>
                        <a:pt x="56566" y="25009"/>
                      </a:cubicBezTo>
                      <a:cubicBezTo>
                        <a:pt x="56566" y="36772"/>
                        <a:pt x="56069" y="48867"/>
                        <a:pt x="55075" y="61293"/>
                      </a:cubicBezTo>
                      <a:cubicBezTo>
                        <a:pt x="54246" y="63778"/>
                        <a:pt x="54246" y="63778"/>
                        <a:pt x="51761" y="77198"/>
                      </a:cubicBezTo>
                      <a:cubicBezTo>
                        <a:pt x="47785" y="83660"/>
                        <a:pt x="44968" y="97909"/>
                        <a:pt x="44471" y="106027"/>
                      </a:cubicBezTo>
                      <a:cubicBezTo>
                        <a:pt x="39501" y="112323"/>
                        <a:pt x="41158" y="125080"/>
                        <a:pt x="34862" y="132205"/>
                      </a:cubicBezTo>
                      <a:cubicBezTo>
                        <a:pt x="33039" y="132867"/>
                        <a:pt x="31548" y="133861"/>
                        <a:pt x="30057" y="134690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3" name="任意多边形: 形状 1082"/>
                <p:cNvSpPr/>
                <p:nvPr/>
              </p:nvSpPr>
              <p:spPr>
                <a:xfrm>
                  <a:off x="4431564" y="1219672"/>
                  <a:ext cx="48343" cy="49175"/>
                </a:xfrm>
                <a:custGeom>
                  <a:avLst/>
                  <a:gdLst>
                    <a:gd name="connsiteX0" fmla="*/ 30651 w 48343"/>
                    <a:gd name="connsiteY0" fmla="*/ 47714 h 49175"/>
                    <a:gd name="connsiteX1" fmla="*/ 994 w 48343"/>
                    <a:gd name="connsiteY1" fmla="*/ 40755 h 49175"/>
                    <a:gd name="connsiteX2" fmla="*/ 0 w 48343"/>
                    <a:gd name="connsiteY2" fmla="*/ 32140 h 49175"/>
                    <a:gd name="connsiteX3" fmla="*/ 4308 w 48343"/>
                    <a:gd name="connsiteY3" fmla="*/ 28163 h 49175"/>
                    <a:gd name="connsiteX4" fmla="*/ 17065 w 48343"/>
                    <a:gd name="connsiteY4" fmla="*/ 22199 h 49175"/>
                    <a:gd name="connsiteX5" fmla="*/ 46059 w 48343"/>
                    <a:gd name="connsiteY5" fmla="*/ 329 h 49175"/>
                    <a:gd name="connsiteX6" fmla="*/ 30651 w 48343"/>
                    <a:gd name="connsiteY6" fmla="*/ 47714 h 491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8343" h="49175">
                      <a:moveTo>
                        <a:pt x="30651" y="47714"/>
                      </a:moveTo>
                      <a:cubicBezTo>
                        <a:pt x="17728" y="52187"/>
                        <a:pt x="10769" y="45394"/>
                        <a:pt x="994" y="40755"/>
                      </a:cubicBezTo>
                      <a:cubicBezTo>
                        <a:pt x="-497" y="37441"/>
                        <a:pt x="663" y="34625"/>
                        <a:pt x="0" y="32140"/>
                      </a:cubicBezTo>
                      <a:cubicBezTo>
                        <a:pt x="2982" y="30151"/>
                        <a:pt x="2982" y="30151"/>
                        <a:pt x="4308" y="28163"/>
                      </a:cubicBezTo>
                      <a:cubicBezTo>
                        <a:pt x="9444" y="25347"/>
                        <a:pt x="11432" y="24850"/>
                        <a:pt x="17065" y="22199"/>
                      </a:cubicBezTo>
                      <a:cubicBezTo>
                        <a:pt x="23692" y="17560"/>
                        <a:pt x="37610" y="-2819"/>
                        <a:pt x="46059" y="329"/>
                      </a:cubicBezTo>
                      <a:cubicBezTo>
                        <a:pt x="53184" y="15571"/>
                        <a:pt x="42414" y="37938"/>
                        <a:pt x="30651" y="47714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4" name="任意多边形: 形状 1083"/>
                <p:cNvSpPr/>
                <p:nvPr/>
              </p:nvSpPr>
              <p:spPr>
                <a:xfrm>
                  <a:off x="4336269" y="1238780"/>
                  <a:ext cx="37759" cy="42688"/>
                </a:xfrm>
                <a:custGeom>
                  <a:avLst/>
                  <a:gdLst>
                    <a:gd name="connsiteX0" fmla="*/ 18088 w 37759"/>
                    <a:gd name="connsiteY0" fmla="*/ 42688 h 42688"/>
                    <a:gd name="connsiteX1" fmla="*/ 29 w 37759"/>
                    <a:gd name="connsiteY1" fmla="*/ 14854 h 42688"/>
                    <a:gd name="connsiteX2" fmla="*/ 22396 w 37759"/>
                    <a:gd name="connsiteY2" fmla="*/ 1102 h 42688"/>
                    <a:gd name="connsiteX3" fmla="*/ 36976 w 37759"/>
                    <a:gd name="connsiteY3" fmla="*/ 24298 h 42688"/>
                    <a:gd name="connsiteX4" fmla="*/ 18088 w 37759"/>
                    <a:gd name="connsiteY4" fmla="*/ 42688 h 42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759" h="42688">
                      <a:moveTo>
                        <a:pt x="18088" y="42688"/>
                      </a:moveTo>
                      <a:cubicBezTo>
                        <a:pt x="11461" y="40369"/>
                        <a:pt x="2845" y="20984"/>
                        <a:pt x="29" y="14854"/>
                      </a:cubicBezTo>
                      <a:cubicBezTo>
                        <a:pt x="-634" y="2428"/>
                        <a:pt x="10301" y="-2377"/>
                        <a:pt x="22396" y="1102"/>
                      </a:cubicBezTo>
                      <a:cubicBezTo>
                        <a:pt x="33496" y="7895"/>
                        <a:pt x="40124" y="9883"/>
                        <a:pt x="36976" y="24298"/>
                      </a:cubicBezTo>
                      <a:cubicBezTo>
                        <a:pt x="31011" y="35398"/>
                        <a:pt x="27366" y="37552"/>
                        <a:pt x="18088" y="42688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5" name="任意多边形: 形状 1084"/>
                <p:cNvSpPr/>
                <p:nvPr/>
              </p:nvSpPr>
              <p:spPr>
                <a:xfrm>
                  <a:off x="4411510" y="1165851"/>
                  <a:ext cx="60998" cy="68895"/>
                </a:xfrm>
                <a:custGeom>
                  <a:avLst/>
                  <a:gdLst>
                    <a:gd name="connsiteX0" fmla="*/ 33806 w 60998"/>
                    <a:gd name="connsiteY0" fmla="*/ 68895 h 68895"/>
                    <a:gd name="connsiteX1" fmla="*/ 29829 w 60998"/>
                    <a:gd name="connsiteY1" fmla="*/ 45037 h 68895"/>
                    <a:gd name="connsiteX2" fmla="*/ 21048 w 60998"/>
                    <a:gd name="connsiteY2" fmla="*/ 50670 h 68895"/>
                    <a:gd name="connsiteX3" fmla="*/ 7 w 60998"/>
                    <a:gd name="connsiteY3" fmla="*/ 35428 h 68895"/>
                    <a:gd name="connsiteX4" fmla="*/ 10279 w 60998"/>
                    <a:gd name="connsiteY4" fmla="*/ 25155 h 68895"/>
                    <a:gd name="connsiteX5" fmla="*/ 31486 w 60998"/>
                    <a:gd name="connsiteY5" fmla="*/ 3948 h 68895"/>
                    <a:gd name="connsiteX6" fmla="*/ 60812 w 60998"/>
                    <a:gd name="connsiteY6" fmla="*/ 14718 h 68895"/>
                    <a:gd name="connsiteX7" fmla="*/ 55510 w 60998"/>
                    <a:gd name="connsiteY7" fmla="*/ 43877 h 68895"/>
                    <a:gd name="connsiteX8" fmla="*/ 39107 w 60998"/>
                    <a:gd name="connsiteY8" fmla="*/ 65582 h 68895"/>
                    <a:gd name="connsiteX9" fmla="*/ 33806 w 60998"/>
                    <a:gd name="connsiteY9" fmla="*/ 68895 h 688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0998" h="68895">
                      <a:moveTo>
                        <a:pt x="33806" y="68895"/>
                      </a:moveTo>
                      <a:cubicBezTo>
                        <a:pt x="30161" y="63428"/>
                        <a:pt x="33309" y="47357"/>
                        <a:pt x="29829" y="45037"/>
                      </a:cubicBezTo>
                      <a:cubicBezTo>
                        <a:pt x="26847" y="46694"/>
                        <a:pt x="24196" y="49179"/>
                        <a:pt x="21048" y="50670"/>
                      </a:cubicBezTo>
                      <a:cubicBezTo>
                        <a:pt x="11936" y="50008"/>
                        <a:pt x="-325" y="43877"/>
                        <a:pt x="7" y="35428"/>
                      </a:cubicBezTo>
                      <a:cubicBezTo>
                        <a:pt x="3155" y="26812"/>
                        <a:pt x="1663" y="29298"/>
                        <a:pt x="10279" y="25155"/>
                      </a:cubicBezTo>
                      <a:cubicBezTo>
                        <a:pt x="17237" y="18031"/>
                        <a:pt x="24196" y="11073"/>
                        <a:pt x="31486" y="3948"/>
                      </a:cubicBezTo>
                      <a:cubicBezTo>
                        <a:pt x="44741" y="-4336"/>
                        <a:pt x="54516" y="966"/>
                        <a:pt x="60812" y="14718"/>
                      </a:cubicBezTo>
                      <a:cubicBezTo>
                        <a:pt x="61806" y="24824"/>
                        <a:pt x="58658" y="34434"/>
                        <a:pt x="55510" y="43877"/>
                      </a:cubicBezTo>
                      <a:cubicBezTo>
                        <a:pt x="49380" y="51002"/>
                        <a:pt x="44244" y="58292"/>
                        <a:pt x="39107" y="65582"/>
                      </a:cubicBezTo>
                      <a:cubicBezTo>
                        <a:pt x="37285" y="66576"/>
                        <a:pt x="35462" y="67736"/>
                        <a:pt x="33806" y="68895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1086" name="任意多边形: 形状 1085"/>
                <p:cNvSpPr/>
                <p:nvPr/>
              </p:nvSpPr>
              <p:spPr>
                <a:xfrm>
                  <a:off x="4334433" y="1180900"/>
                  <a:ext cx="39476" cy="43905"/>
                </a:xfrm>
                <a:custGeom>
                  <a:avLst/>
                  <a:gdLst>
                    <a:gd name="connsiteX0" fmla="*/ 16444 w 39476"/>
                    <a:gd name="connsiteY0" fmla="*/ 43906 h 43905"/>
                    <a:gd name="connsiteX1" fmla="*/ 13628 w 39476"/>
                    <a:gd name="connsiteY1" fmla="*/ 37278 h 43905"/>
                    <a:gd name="connsiteX2" fmla="*/ 2858 w 39476"/>
                    <a:gd name="connsiteY2" fmla="*/ 22533 h 43905"/>
                    <a:gd name="connsiteX3" fmla="*/ 3852 w 39476"/>
                    <a:gd name="connsiteY3" fmla="*/ 0 h 43905"/>
                    <a:gd name="connsiteX4" fmla="*/ 39474 w 39476"/>
                    <a:gd name="connsiteY4" fmla="*/ 18391 h 43905"/>
                    <a:gd name="connsiteX5" fmla="*/ 16444 w 39476"/>
                    <a:gd name="connsiteY5" fmla="*/ 43906 h 43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9476" h="43905">
                      <a:moveTo>
                        <a:pt x="16444" y="43906"/>
                      </a:moveTo>
                      <a:cubicBezTo>
                        <a:pt x="12468" y="42414"/>
                        <a:pt x="13130" y="40426"/>
                        <a:pt x="13628" y="37278"/>
                      </a:cubicBezTo>
                      <a:cubicBezTo>
                        <a:pt x="10977" y="31479"/>
                        <a:pt x="5509" y="28166"/>
                        <a:pt x="2858" y="22533"/>
                      </a:cubicBezTo>
                      <a:cubicBezTo>
                        <a:pt x="704" y="11266"/>
                        <a:pt x="-2775" y="8284"/>
                        <a:pt x="3852" y="0"/>
                      </a:cubicBezTo>
                      <a:cubicBezTo>
                        <a:pt x="11805" y="331"/>
                        <a:pt x="39805" y="3148"/>
                        <a:pt x="39474" y="18391"/>
                      </a:cubicBezTo>
                      <a:cubicBezTo>
                        <a:pt x="36160" y="28994"/>
                        <a:pt x="25225" y="39267"/>
                        <a:pt x="16444" y="43906"/>
                      </a:cubicBezTo>
                    </a:path>
                  </a:pathLst>
                </a:custGeom>
                <a:grpFill/>
                <a:ln w="1655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073" name="任意多边形: 形状 1072"/>
              <p:cNvSpPr/>
              <p:nvPr/>
            </p:nvSpPr>
            <p:spPr>
              <a:xfrm>
                <a:off x="4113456" y="1345090"/>
                <a:ext cx="157602" cy="269786"/>
              </a:xfrm>
              <a:custGeom>
                <a:avLst/>
                <a:gdLst>
                  <a:gd name="connsiteX0" fmla="*/ 93444 w 157602"/>
                  <a:gd name="connsiteY0" fmla="*/ 265919 h 269786"/>
                  <a:gd name="connsiteX1" fmla="*/ 56000 w 157602"/>
                  <a:gd name="connsiteY1" fmla="*/ 251339 h 269786"/>
                  <a:gd name="connsiteX2" fmla="*/ 54012 w 157602"/>
                  <a:gd name="connsiteY2" fmla="*/ 244546 h 269786"/>
                  <a:gd name="connsiteX3" fmla="*/ 53184 w 157602"/>
                  <a:gd name="connsiteY3" fmla="*/ 244049 h 269786"/>
                  <a:gd name="connsiteX4" fmla="*/ 34793 w 157602"/>
                  <a:gd name="connsiteY4" fmla="*/ 191031 h 269786"/>
                  <a:gd name="connsiteX5" fmla="*/ 30651 w 157602"/>
                  <a:gd name="connsiteY5" fmla="*/ 175457 h 269786"/>
                  <a:gd name="connsiteX6" fmla="*/ 42580 w 157602"/>
                  <a:gd name="connsiteY6" fmla="*/ 182250 h 269786"/>
                  <a:gd name="connsiteX7" fmla="*/ 47219 w 157602"/>
                  <a:gd name="connsiteY7" fmla="*/ 174463 h 269786"/>
                  <a:gd name="connsiteX8" fmla="*/ 45231 w 157602"/>
                  <a:gd name="connsiteY8" fmla="*/ 136024 h 269786"/>
                  <a:gd name="connsiteX9" fmla="*/ 36119 w 157602"/>
                  <a:gd name="connsiteY9" fmla="*/ 127740 h 269786"/>
                  <a:gd name="connsiteX10" fmla="*/ 18888 w 157602"/>
                  <a:gd name="connsiteY10" fmla="*/ 143314 h 269786"/>
                  <a:gd name="connsiteX11" fmla="*/ 17231 w 157602"/>
                  <a:gd name="connsiteY11" fmla="*/ 112663 h 269786"/>
                  <a:gd name="connsiteX12" fmla="*/ 0 w 157602"/>
                  <a:gd name="connsiteY12" fmla="*/ 94438 h 269786"/>
                  <a:gd name="connsiteX13" fmla="*/ 25515 w 157602"/>
                  <a:gd name="connsiteY13" fmla="*/ 86154 h 269786"/>
                  <a:gd name="connsiteX14" fmla="*/ 40923 w 157602"/>
                  <a:gd name="connsiteY14" fmla="*/ 95764 h 269786"/>
                  <a:gd name="connsiteX15" fmla="*/ 48710 w 157602"/>
                  <a:gd name="connsiteY15" fmla="*/ 103882 h 269786"/>
                  <a:gd name="connsiteX16" fmla="*/ 50699 w 157602"/>
                  <a:gd name="connsiteY16" fmla="*/ 101397 h 269786"/>
                  <a:gd name="connsiteX17" fmla="*/ 51196 w 157602"/>
                  <a:gd name="connsiteY17" fmla="*/ 71077 h 269786"/>
                  <a:gd name="connsiteX18" fmla="*/ 29326 w 157602"/>
                  <a:gd name="connsiteY18" fmla="*/ 43409 h 269786"/>
                  <a:gd name="connsiteX19" fmla="*/ 51693 w 157602"/>
                  <a:gd name="connsiteY19" fmla="*/ 23692 h 269786"/>
                  <a:gd name="connsiteX20" fmla="*/ 54841 w 157602"/>
                  <a:gd name="connsiteY20" fmla="*/ 5965 h 269786"/>
                  <a:gd name="connsiteX21" fmla="*/ 57988 w 157602"/>
                  <a:gd name="connsiteY21" fmla="*/ 0 h 269786"/>
                  <a:gd name="connsiteX22" fmla="*/ 68592 w 157602"/>
                  <a:gd name="connsiteY22" fmla="*/ 3976 h 269786"/>
                  <a:gd name="connsiteX23" fmla="*/ 75716 w 157602"/>
                  <a:gd name="connsiteY23" fmla="*/ 49870 h 269786"/>
                  <a:gd name="connsiteX24" fmla="*/ 71906 w 157602"/>
                  <a:gd name="connsiteY24" fmla="*/ 34130 h 269786"/>
                  <a:gd name="connsiteX25" fmla="*/ 94107 w 157602"/>
                  <a:gd name="connsiteY25" fmla="*/ 12757 h 269786"/>
                  <a:gd name="connsiteX26" fmla="*/ 106367 w 157602"/>
                  <a:gd name="connsiteY26" fmla="*/ 30154 h 269786"/>
                  <a:gd name="connsiteX27" fmla="*/ 108190 w 157602"/>
                  <a:gd name="connsiteY27" fmla="*/ 34627 h 269786"/>
                  <a:gd name="connsiteX28" fmla="*/ 147622 w 157602"/>
                  <a:gd name="connsiteY28" fmla="*/ 62131 h 269786"/>
                  <a:gd name="connsiteX29" fmla="*/ 155409 w 157602"/>
                  <a:gd name="connsiteY29" fmla="*/ 81184 h 269786"/>
                  <a:gd name="connsiteX30" fmla="*/ 156072 w 157602"/>
                  <a:gd name="connsiteY30" fmla="*/ 81681 h 269786"/>
                  <a:gd name="connsiteX31" fmla="*/ 155575 w 157602"/>
                  <a:gd name="connsiteY31" fmla="*/ 82509 h 269786"/>
                  <a:gd name="connsiteX32" fmla="*/ 151101 w 157602"/>
                  <a:gd name="connsiteY32" fmla="*/ 100569 h 269786"/>
                  <a:gd name="connsiteX33" fmla="*/ 95267 w 157602"/>
                  <a:gd name="connsiteY33" fmla="*/ 61799 h 269786"/>
                  <a:gd name="connsiteX34" fmla="*/ 94935 w 157602"/>
                  <a:gd name="connsiteY34" fmla="*/ 62959 h 269786"/>
                  <a:gd name="connsiteX35" fmla="*/ 114320 w 157602"/>
                  <a:gd name="connsiteY35" fmla="*/ 103220 h 269786"/>
                  <a:gd name="connsiteX36" fmla="*/ 93941 w 157602"/>
                  <a:gd name="connsiteY36" fmla="*/ 111669 h 269786"/>
                  <a:gd name="connsiteX37" fmla="*/ 92782 w 157602"/>
                  <a:gd name="connsiteY37" fmla="*/ 105539 h 269786"/>
                  <a:gd name="connsiteX38" fmla="*/ 62959 w 157602"/>
                  <a:gd name="connsiteY38" fmla="*/ 80853 h 269786"/>
                  <a:gd name="connsiteX39" fmla="*/ 68261 w 157602"/>
                  <a:gd name="connsiteY39" fmla="*/ 113989 h 269786"/>
                  <a:gd name="connsiteX40" fmla="*/ 69255 w 157602"/>
                  <a:gd name="connsiteY40" fmla="*/ 127575 h 269786"/>
                  <a:gd name="connsiteX41" fmla="*/ 86817 w 157602"/>
                  <a:gd name="connsiteY41" fmla="*/ 147622 h 269786"/>
                  <a:gd name="connsiteX42" fmla="*/ 93776 w 157602"/>
                  <a:gd name="connsiteY42" fmla="*/ 159386 h 269786"/>
                  <a:gd name="connsiteX43" fmla="*/ 93279 w 157602"/>
                  <a:gd name="connsiteY43" fmla="*/ 160214 h 269786"/>
                  <a:gd name="connsiteX44" fmla="*/ 90793 w 157602"/>
                  <a:gd name="connsiteY44" fmla="*/ 183409 h 269786"/>
                  <a:gd name="connsiteX45" fmla="*/ 87811 w 157602"/>
                  <a:gd name="connsiteY45" fmla="*/ 181421 h 269786"/>
                  <a:gd name="connsiteX46" fmla="*/ 70083 w 157602"/>
                  <a:gd name="connsiteY46" fmla="*/ 157729 h 269786"/>
                  <a:gd name="connsiteX47" fmla="*/ 66273 w 157602"/>
                  <a:gd name="connsiteY47" fmla="*/ 183244 h 269786"/>
                  <a:gd name="connsiteX48" fmla="*/ 55172 w 157602"/>
                  <a:gd name="connsiteY48" fmla="*/ 191859 h 269786"/>
                  <a:gd name="connsiteX49" fmla="*/ 54343 w 157602"/>
                  <a:gd name="connsiteY49" fmla="*/ 191362 h 269786"/>
                  <a:gd name="connsiteX50" fmla="*/ 49042 w 157602"/>
                  <a:gd name="connsiteY50" fmla="*/ 194344 h 269786"/>
                  <a:gd name="connsiteX51" fmla="*/ 58817 w 157602"/>
                  <a:gd name="connsiteY51" fmla="*/ 206605 h 269786"/>
                  <a:gd name="connsiteX52" fmla="*/ 94438 w 157602"/>
                  <a:gd name="connsiteY52" fmla="*/ 256972 h 269786"/>
                  <a:gd name="connsiteX53" fmla="*/ 93444 w 157602"/>
                  <a:gd name="connsiteY53" fmla="*/ 265919 h 2697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157602" h="269786">
                    <a:moveTo>
                      <a:pt x="93444" y="265919"/>
                    </a:moveTo>
                    <a:cubicBezTo>
                      <a:pt x="81350" y="274368"/>
                      <a:pt x="52024" y="268735"/>
                      <a:pt x="56000" y="251339"/>
                    </a:cubicBezTo>
                    <a:cubicBezTo>
                      <a:pt x="54343" y="249682"/>
                      <a:pt x="53349" y="246534"/>
                      <a:pt x="54012" y="244546"/>
                    </a:cubicBezTo>
                    <a:cubicBezTo>
                      <a:pt x="53681" y="244214"/>
                      <a:pt x="53349" y="244214"/>
                      <a:pt x="53184" y="244049"/>
                    </a:cubicBezTo>
                    <a:cubicBezTo>
                      <a:pt x="50036" y="225658"/>
                      <a:pt x="40095" y="208262"/>
                      <a:pt x="34793" y="191031"/>
                    </a:cubicBezTo>
                    <a:cubicBezTo>
                      <a:pt x="31977" y="185563"/>
                      <a:pt x="28497" y="181421"/>
                      <a:pt x="30651" y="175457"/>
                    </a:cubicBezTo>
                    <a:cubicBezTo>
                      <a:pt x="34627" y="174463"/>
                      <a:pt x="39101" y="178770"/>
                      <a:pt x="42580" y="182250"/>
                    </a:cubicBezTo>
                    <a:cubicBezTo>
                      <a:pt x="44403" y="181918"/>
                      <a:pt x="46391" y="177445"/>
                      <a:pt x="47219" y="174463"/>
                    </a:cubicBezTo>
                    <a:cubicBezTo>
                      <a:pt x="45894" y="162368"/>
                      <a:pt x="46888" y="148285"/>
                      <a:pt x="45231" y="136024"/>
                    </a:cubicBezTo>
                    <a:cubicBezTo>
                      <a:pt x="42083" y="133374"/>
                      <a:pt x="38935" y="130557"/>
                      <a:pt x="36119" y="127740"/>
                    </a:cubicBezTo>
                    <a:cubicBezTo>
                      <a:pt x="33799" y="134036"/>
                      <a:pt x="25846" y="154249"/>
                      <a:pt x="18888" y="143314"/>
                    </a:cubicBezTo>
                    <a:cubicBezTo>
                      <a:pt x="20710" y="135030"/>
                      <a:pt x="22036" y="121113"/>
                      <a:pt x="17231" y="112663"/>
                    </a:cubicBezTo>
                    <a:cubicBezTo>
                      <a:pt x="11266" y="106036"/>
                      <a:pt x="2651" y="101563"/>
                      <a:pt x="0" y="94438"/>
                    </a:cubicBezTo>
                    <a:cubicBezTo>
                      <a:pt x="1160" y="84498"/>
                      <a:pt x="16568" y="82178"/>
                      <a:pt x="25515" y="86154"/>
                    </a:cubicBezTo>
                    <a:cubicBezTo>
                      <a:pt x="32805" y="86817"/>
                      <a:pt x="32639" y="73231"/>
                      <a:pt x="40923" y="95764"/>
                    </a:cubicBezTo>
                    <a:cubicBezTo>
                      <a:pt x="41089" y="99409"/>
                      <a:pt x="44568" y="101728"/>
                      <a:pt x="48710" y="103882"/>
                    </a:cubicBezTo>
                    <a:cubicBezTo>
                      <a:pt x="49373" y="103054"/>
                      <a:pt x="50036" y="102225"/>
                      <a:pt x="50699" y="101397"/>
                    </a:cubicBezTo>
                    <a:cubicBezTo>
                      <a:pt x="50533" y="91787"/>
                      <a:pt x="50367" y="81350"/>
                      <a:pt x="51196" y="71077"/>
                    </a:cubicBezTo>
                    <a:cubicBezTo>
                      <a:pt x="42249" y="61965"/>
                      <a:pt x="34627" y="54509"/>
                      <a:pt x="29326" y="43409"/>
                    </a:cubicBezTo>
                    <a:cubicBezTo>
                      <a:pt x="29326" y="32971"/>
                      <a:pt x="41255" y="26840"/>
                      <a:pt x="51693" y="23692"/>
                    </a:cubicBezTo>
                    <a:cubicBezTo>
                      <a:pt x="55006" y="18059"/>
                      <a:pt x="55172" y="13255"/>
                      <a:pt x="54841" y="5965"/>
                    </a:cubicBezTo>
                    <a:cubicBezTo>
                      <a:pt x="55503" y="3645"/>
                      <a:pt x="55503" y="3645"/>
                      <a:pt x="57988" y="0"/>
                    </a:cubicBezTo>
                    <a:cubicBezTo>
                      <a:pt x="61633" y="331"/>
                      <a:pt x="64450" y="1491"/>
                      <a:pt x="68592" y="3976"/>
                    </a:cubicBezTo>
                    <a:cubicBezTo>
                      <a:pt x="76876" y="14746"/>
                      <a:pt x="59480" y="47219"/>
                      <a:pt x="75716" y="49870"/>
                    </a:cubicBezTo>
                    <a:cubicBezTo>
                      <a:pt x="79030" y="44403"/>
                      <a:pt x="74391" y="38604"/>
                      <a:pt x="71906" y="34130"/>
                    </a:cubicBezTo>
                    <a:cubicBezTo>
                      <a:pt x="72900" y="26012"/>
                      <a:pt x="85326" y="15905"/>
                      <a:pt x="94107" y="12757"/>
                    </a:cubicBezTo>
                    <a:cubicBezTo>
                      <a:pt x="107196" y="11598"/>
                      <a:pt x="106367" y="18888"/>
                      <a:pt x="106367" y="30154"/>
                    </a:cubicBezTo>
                    <a:cubicBezTo>
                      <a:pt x="107030" y="31645"/>
                      <a:pt x="107527" y="33302"/>
                      <a:pt x="108190" y="34627"/>
                    </a:cubicBezTo>
                    <a:cubicBezTo>
                      <a:pt x="124758" y="46722"/>
                      <a:pt x="124758" y="46722"/>
                      <a:pt x="147622" y="62131"/>
                    </a:cubicBezTo>
                    <a:cubicBezTo>
                      <a:pt x="151930" y="68923"/>
                      <a:pt x="153752" y="72900"/>
                      <a:pt x="155409" y="81184"/>
                    </a:cubicBezTo>
                    <a:cubicBezTo>
                      <a:pt x="155741" y="81350"/>
                      <a:pt x="155906" y="81515"/>
                      <a:pt x="156072" y="81681"/>
                    </a:cubicBezTo>
                    <a:cubicBezTo>
                      <a:pt x="155906" y="82012"/>
                      <a:pt x="155741" y="82344"/>
                      <a:pt x="155575" y="82509"/>
                    </a:cubicBezTo>
                    <a:cubicBezTo>
                      <a:pt x="158723" y="88971"/>
                      <a:pt x="158888" y="99575"/>
                      <a:pt x="151101" y="100569"/>
                    </a:cubicBezTo>
                    <a:cubicBezTo>
                      <a:pt x="132379" y="87811"/>
                      <a:pt x="113657" y="73397"/>
                      <a:pt x="95267" y="61799"/>
                    </a:cubicBezTo>
                    <a:cubicBezTo>
                      <a:pt x="95101" y="62131"/>
                      <a:pt x="94935" y="62628"/>
                      <a:pt x="94935" y="62959"/>
                    </a:cubicBezTo>
                    <a:cubicBezTo>
                      <a:pt x="103054" y="70580"/>
                      <a:pt x="113989" y="91456"/>
                      <a:pt x="114320" y="103220"/>
                    </a:cubicBezTo>
                    <a:cubicBezTo>
                      <a:pt x="109847" y="110675"/>
                      <a:pt x="101563" y="113823"/>
                      <a:pt x="93941" y="111669"/>
                    </a:cubicBezTo>
                    <a:cubicBezTo>
                      <a:pt x="92616" y="109681"/>
                      <a:pt x="93113" y="108024"/>
                      <a:pt x="92782" y="105539"/>
                    </a:cubicBezTo>
                    <a:cubicBezTo>
                      <a:pt x="87314" y="95764"/>
                      <a:pt x="71077" y="86486"/>
                      <a:pt x="62959" y="80853"/>
                    </a:cubicBezTo>
                    <a:cubicBezTo>
                      <a:pt x="59811" y="87314"/>
                      <a:pt x="66273" y="106202"/>
                      <a:pt x="68261" y="113989"/>
                    </a:cubicBezTo>
                    <a:cubicBezTo>
                      <a:pt x="68592" y="118628"/>
                      <a:pt x="68923" y="123267"/>
                      <a:pt x="69255" y="127575"/>
                    </a:cubicBezTo>
                    <a:cubicBezTo>
                      <a:pt x="74722" y="134368"/>
                      <a:pt x="80521" y="140664"/>
                      <a:pt x="86817" y="147622"/>
                    </a:cubicBezTo>
                    <a:cubicBezTo>
                      <a:pt x="89137" y="151433"/>
                      <a:pt x="91456" y="155409"/>
                      <a:pt x="93776" y="159386"/>
                    </a:cubicBezTo>
                    <a:cubicBezTo>
                      <a:pt x="93610" y="159717"/>
                      <a:pt x="93444" y="160048"/>
                      <a:pt x="93279" y="160214"/>
                    </a:cubicBezTo>
                    <a:cubicBezTo>
                      <a:pt x="95930" y="166013"/>
                      <a:pt x="101894" y="183244"/>
                      <a:pt x="90793" y="183409"/>
                    </a:cubicBezTo>
                    <a:cubicBezTo>
                      <a:pt x="89634" y="182747"/>
                      <a:pt x="88640" y="182084"/>
                      <a:pt x="87811" y="181421"/>
                    </a:cubicBezTo>
                    <a:cubicBezTo>
                      <a:pt x="84332" y="172474"/>
                      <a:pt x="77539" y="162865"/>
                      <a:pt x="70083" y="157729"/>
                    </a:cubicBezTo>
                    <a:cubicBezTo>
                      <a:pt x="67432" y="166510"/>
                      <a:pt x="70746" y="175788"/>
                      <a:pt x="66273" y="183244"/>
                    </a:cubicBezTo>
                    <a:cubicBezTo>
                      <a:pt x="62628" y="186889"/>
                      <a:pt x="58486" y="190037"/>
                      <a:pt x="55172" y="191859"/>
                    </a:cubicBezTo>
                    <a:cubicBezTo>
                      <a:pt x="54841" y="191693"/>
                      <a:pt x="54509" y="191528"/>
                      <a:pt x="54343" y="191362"/>
                    </a:cubicBezTo>
                    <a:cubicBezTo>
                      <a:pt x="52024" y="192356"/>
                      <a:pt x="49207" y="193019"/>
                      <a:pt x="49042" y="194344"/>
                    </a:cubicBezTo>
                    <a:cubicBezTo>
                      <a:pt x="52190" y="198486"/>
                      <a:pt x="55503" y="202628"/>
                      <a:pt x="58817" y="206605"/>
                    </a:cubicBezTo>
                    <a:cubicBezTo>
                      <a:pt x="69255" y="224664"/>
                      <a:pt x="80687" y="240569"/>
                      <a:pt x="94438" y="256972"/>
                    </a:cubicBezTo>
                    <a:cubicBezTo>
                      <a:pt x="94935" y="261445"/>
                      <a:pt x="94604" y="262605"/>
                      <a:pt x="93444" y="265919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4" name="任意多边形: 形状 1073"/>
              <p:cNvSpPr/>
              <p:nvPr/>
            </p:nvSpPr>
            <p:spPr>
              <a:xfrm>
                <a:off x="4089432" y="1500168"/>
                <a:ext cx="40934" cy="35455"/>
              </a:xfrm>
              <a:custGeom>
                <a:avLst/>
                <a:gdLst>
                  <a:gd name="connsiteX0" fmla="*/ 37941 w 40934"/>
                  <a:gd name="connsiteY0" fmla="*/ 35456 h 35455"/>
                  <a:gd name="connsiteX1" fmla="*/ 27172 w 40934"/>
                  <a:gd name="connsiteY1" fmla="*/ 27172 h 35455"/>
                  <a:gd name="connsiteX2" fmla="*/ 0 w 40934"/>
                  <a:gd name="connsiteY2" fmla="*/ 7953 h 35455"/>
                  <a:gd name="connsiteX3" fmla="*/ 1822 w 40934"/>
                  <a:gd name="connsiteY3" fmla="*/ 4473 h 35455"/>
                  <a:gd name="connsiteX4" fmla="*/ 29823 w 40934"/>
                  <a:gd name="connsiteY4" fmla="*/ 0 h 35455"/>
                  <a:gd name="connsiteX5" fmla="*/ 37941 w 40934"/>
                  <a:gd name="connsiteY5" fmla="*/ 35456 h 35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934" h="35455">
                    <a:moveTo>
                      <a:pt x="37941" y="35456"/>
                    </a:moveTo>
                    <a:cubicBezTo>
                      <a:pt x="33136" y="35456"/>
                      <a:pt x="30817" y="29823"/>
                      <a:pt x="27172" y="27172"/>
                    </a:cubicBezTo>
                    <a:cubicBezTo>
                      <a:pt x="14083" y="23527"/>
                      <a:pt x="4308" y="20876"/>
                      <a:pt x="0" y="7953"/>
                    </a:cubicBezTo>
                    <a:cubicBezTo>
                      <a:pt x="497" y="6793"/>
                      <a:pt x="1160" y="5633"/>
                      <a:pt x="1822" y="4473"/>
                    </a:cubicBezTo>
                    <a:cubicBezTo>
                      <a:pt x="8615" y="1988"/>
                      <a:pt x="21207" y="331"/>
                      <a:pt x="29823" y="0"/>
                    </a:cubicBezTo>
                    <a:cubicBezTo>
                      <a:pt x="46059" y="3479"/>
                      <a:pt x="40426" y="23692"/>
                      <a:pt x="37941" y="35456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5" name="任意多边形: 形状 1074"/>
              <p:cNvSpPr/>
              <p:nvPr/>
            </p:nvSpPr>
            <p:spPr>
              <a:xfrm>
                <a:off x="4056153" y="1463369"/>
                <a:ext cx="42225" cy="35602"/>
              </a:xfrm>
              <a:custGeom>
                <a:avLst/>
                <a:gdLst>
                  <a:gd name="connsiteX0" fmla="*/ 37090 w 42225"/>
                  <a:gd name="connsiteY0" fmla="*/ 33982 h 35602"/>
                  <a:gd name="connsiteX1" fmla="*/ 32451 w 42225"/>
                  <a:gd name="connsiteY1" fmla="*/ 35473 h 35602"/>
                  <a:gd name="connsiteX2" fmla="*/ 26983 w 42225"/>
                  <a:gd name="connsiteY2" fmla="*/ 28846 h 35602"/>
                  <a:gd name="connsiteX3" fmla="*/ 308 w 42225"/>
                  <a:gd name="connsiteY3" fmla="*/ 3000 h 35602"/>
                  <a:gd name="connsiteX4" fmla="*/ 11243 w 42225"/>
                  <a:gd name="connsiteY4" fmla="*/ 3497 h 35602"/>
                  <a:gd name="connsiteX5" fmla="*/ 42226 w 42225"/>
                  <a:gd name="connsiteY5" fmla="*/ 12940 h 35602"/>
                  <a:gd name="connsiteX6" fmla="*/ 37090 w 42225"/>
                  <a:gd name="connsiteY6" fmla="*/ 33982 h 35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225" h="35602">
                    <a:moveTo>
                      <a:pt x="37090" y="33982"/>
                    </a:moveTo>
                    <a:cubicBezTo>
                      <a:pt x="34273" y="35970"/>
                      <a:pt x="33776" y="35639"/>
                      <a:pt x="32451" y="35473"/>
                    </a:cubicBezTo>
                    <a:cubicBezTo>
                      <a:pt x="30628" y="32491"/>
                      <a:pt x="30131" y="30171"/>
                      <a:pt x="26983" y="28846"/>
                    </a:cubicBezTo>
                    <a:cubicBezTo>
                      <a:pt x="12569" y="28515"/>
                      <a:pt x="-2343" y="17745"/>
                      <a:pt x="308" y="3000"/>
                    </a:cubicBezTo>
                    <a:cubicBezTo>
                      <a:pt x="2959" y="17"/>
                      <a:pt x="5776" y="1840"/>
                      <a:pt x="11243" y="3497"/>
                    </a:cubicBezTo>
                    <a:cubicBezTo>
                      <a:pt x="23338" y="1011"/>
                      <a:pt x="41397" y="-6444"/>
                      <a:pt x="42226" y="12940"/>
                    </a:cubicBezTo>
                    <a:cubicBezTo>
                      <a:pt x="41232" y="19899"/>
                      <a:pt x="38912" y="27189"/>
                      <a:pt x="37090" y="33982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6" name="任意多边形: 形状 1075"/>
              <p:cNvSpPr/>
              <p:nvPr/>
            </p:nvSpPr>
            <p:spPr>
              <a:xfrm>
                <a:off x="4286096" y="1502504"/>
                <a:ext cx="549896" cy="454944"/>
              </a:xfrm>
              <a:custGeom>
                <a:avLst/>
                <a:gdLst>
                  <a:gd name="connsiteX0" fmla="*/ 549897 w 549896"/>
                  <a:gd name="connsiteY0" fmla="*/ 13238 h 454944"/>
                  <a:gd name="connsiteX1" fmla="*/ 407411 w 549896"/>
                  <a:gd name="connsiteY1" fmla="*/ 13072 h 454944"/>
                  <a:gd name="connsiteX2" fmla="*/ 328878 w 549896"/>
                  <a:gd name="connsiteY2" fmla="*/ 90611 h 454944"/>
                  <a:gd name="connsiteX3" fmla="*/ 304854 w 549896"/>
                  <a:gd name="connsiteY3" fmla="*/ 36599 h 454944"/>
                  <a:gd name="connsiteX4" fmla="*/ 345114 w 549896"/>
                  <a:gd name="connsiteY4" fmla="*/ 21687 h 454944"/>
                  <a:gd name="connsiteX5" fmla="*/ 238250 w 549896"/>
                  <a:gd name="connsiteY5" fmla="*/ 20859 h 454944"/>
                  <a:gd name="connsiteX6" fmla="*/ 221019 w 549896"/>
                  <a:gd name="connsiteY6" fmla="*/ 90611 h 454944"/>
                  <a:gd name="connsiteX7" fmla="*/ 144474 w 549896"/>
                  <a:gd name="connsiteY7" fmla="*/ 13238 h 454944"/>
                  <a:gd name="connsiteX8" fmla="*/ 0 w 549896"/>
                  <a:gd name="connsiteY8" fmla="*/ 13238 h 454944"/>
                  <a:gd name="connsiteX9" fmla="*/ 103220 w 549896"/>
                  <a:gd name="connsiteY9" fmla="*/ 55652 h 454944"/>
                  <a:gd name="connsiteX10" fmla="*/ 111835 w 549896"/>
                  <a:gd name="connsiteY10" fmla="*/ 78516 h 454944"/>
                  <a:gd name="connsiteX11" fmla="*/ 38935 w 549896"/>
                  <a:gd name="connsiteY11" fmla="*/ 78848 h 454944"/>
                  <a:gd name="connsiteX12" fmla="*/ 131551 w 549896"/>
                  <a:gd name="connsiteY12" fmla="*/ 118445 h 454944"/>
                  <a:gd name="connsiteX13" fmla="*/ 143977 w 549896"/>
                  <a:gd name="connsiteY13" fmla="*/ 145783 h 454944"/>
                  <a:gd name="connsiteX14" fmla="*/ 86651 w 549896"/>
                  <a:gd name="connsiteY14" fmla="*/ 147771 h 454944"/>
                  <a:gd name="connsiteX15" fmla="*/ 161042 w 549896"/>
                  <a:gd name="connsiteY15" fmla="*/ 185546 h 454944"/>
                  <a:gd name="connsiteX16" fmla="*/ 170652 w 549896"/>
                  <a:gd name="connsiteY16" fmla="*/ 209902 h 454944"/>
                  <a:gd name="connsiteX17" fmla="*/ 125089 w 549896"/>
                  <a:gd name="connsiteY17" fmla="*/ 210067 h 454944"/>
                  <a:gd name="connsiteX18" fmla="*/ 186889 w 549896"/>
                  <a:gd name="connsiteY18" fmla="*/ 248174 h 454944"/>
                  <a:gd name="connsiteX19" fmla="*/ 196664 w 549896"/>
                  <a:gd name="connsiteY19" fmla="*/ 274683 h 454944"/>
                  <a:gd name="connsiteX20" fmla="*/ 165019 w 549896"/>
                  <a:gd name="connsiteY20" fmla="*/ 274683 h 454944"/>
                  <a:gd name="connsiteX21" fmla="*/ 213895 w 549896"/>
                  <a:gd name="connsiteY21" fmla="*/ 309476 h 454944"/>
                  <a:gd name="connsiteX22" fmla="*/ 213563 w 549896"/>
                  <a:gd name="connsiteY22" fmla="*/ 355370 h 454944"/>
                  <a:gd name="connsiteX23" fmla="*/ 274865 w 549896"/>
                  <a:gd name="connsiteY23" fmla="*/ 454944 h 454944"/>
                  <a:gd name="connsiteX24" fmla="*/ 336168 w 549896"/>
                  <a:gd name="connsiteY24" fmla="*/ 355370 h 454944"/>
                  <a:gd name="connsiteX25" fmla="*/ 335836 w 549896"/>
                  <a:gd name="connsiteY25" fmla="*/ 309476 h 454944"/>
                  <a:gd name="connsiteX26" fmla="*/ 384712 w 549896"/>
                  <a:gd name="connsiteY26" fmla="*/ 274683 h 454944"/>
                  <a:gd name="connsiteX27" fmla="*/ 353233 w 549896"/>
                  <a:gd name="connsiteY27" fmla="*/ 274683 h 454944"/>
                  <a:gd name="connsiteX28" fmla="*/ 362842 w 549896"/>
                  <a:gd name="connsiteY28" fmla="*/ 248174 h 454944"/>
                  <a:gd name="connsiteX29" fmla="*/ 424476 w 549896"/>
                  <a:gd name="connsiteY29" fmla="*/ 210233 h 454944"/>
                  <a:gd name="connsiteX30" fmla="*/ 378913 w 549896"/>
                  <a:gd name="connsiteY30" fmla="*/ 209902 h 454944"/>
                  <a:gd name="connsiteX31" fmla="*/ 388523 w 549896"/>
                  <a:gd name="connsiteY31" fmla="*/ 185546 h 454944"/>
                  <a:gd name="connsiteX32" fmla="*/ 462914 w 549896"/>
                  <a:gd name="connsiteY32" fmla="*/ 147771 h 454944"/>
                  <a:gd name="connsiteX33" fmla="*/ 405588 w 549896"/>
                  <a:gd name="connsiteY33" fmla="*/ 145783 h 454944"/>
                  <a:gd name="connsiteX34" fmla="*/ 418180 w 549896"/>
                  <a:gd name="connsiteY34" fmla="*/ 118445 h 454944"/>
                  <a:gd name="connsiteX35" fmla="*/ 510796 w 549896"/>
                  <a:gd name="connsiteY35" fmla="*/ 78682 h 454944"/>
                  <a:gd name="connsiteX36" fmla="*/ 437896 w 549896"/>
                  <a:gd name="connsiteY36" fmla="*/ 78350 h 454944"/>
                  <a:gd name="connsiteX37" fmla="*/ 446677 w 549896"/>
                  <a:gd name="connsiteY37" fmla="*/ 55486 h 454944"/>
                  <a:gd name="connsiteX38" fmla="*/ 549897 w 549896"/>
                  <a:gd name="connsiteY38" fmla="*/ 13238 h 454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549896" h="454944">
                    <a:moveTo>
                      <a:pt x="549897" y="13238"/>
                    </a:moveTo>
                    <a:lnTo>
                      <a:pt x="407411" y="13072"/>
                    </a:lnTo>
                    <a:cubicBezTo>
                      <a:pt x="365825" y="13072"/>
                      <a:pt x="344617" y="53830"/>
                      <a:pt x="328878" y="90611"/>
                    </a:cubicBezTo>
                    <a:lnTo>
                      <a:pt x="304854" y="36599"/>
                    </a:lnTo>
                    <a:lnTo>
                      <a:pt x="345114" y="21687"/>
                    </a:lnTo>
                    <a:cubicBezTo>
                      <a:pt x="321588" y="-680"/>
                      <a:pt x="248025" y="-12774"/>
                      <a:pt x="238250" y="20859"/>
                    </a:cubicBezTo>
                    <a:lnTo>
                      <a:pt x="221019" y="90611"/>
                    </a:lnTo>
                    <a:cubicBezTo>
                      <a:pt x="207267" y="59131"/>
                      <a:pt x="188048" y="13238"/>
                      <a:pt x="144474" y="13238"/>
                    </a:cubicBezTo>
                    <a:lnTo>
                      <a:pt x="0" y="13238"/>
                    </a:lnTo>
                    <a:cubicBezTo>
                      <a:pt x="18722" y="46540"/>
                      <a:pt x="36781" y="58469"/>
                      <a:pt x="103220" y="55652"/>
                    </a:cubicBezTo>
                    <a:lnTo>
                      <a:pt x="111835" y="78516"/>
                    </a:lnTo>
                    <a:lnTo>
                      <a:pt x="38935" y="78848"/>
                    </a:lnTo>
                    <a:cubicBezTo>
                      <a:pt x="60474" y="118445"/>
                      <a:pt x="72900" y="120102"/>
                      <a:pt x="131551" y="118445"/>
                    </a:cubicBezTo>
                    <a:lnTo>
                      <a:pt x="143977" y="145783"/>
                    </a:lnTo>
                    <a:lnTo>
                      <a:pt x="86651" y="147771"/>
                    </a:lnTo>
                    <a:cubicBezTo>
                      <a:pt x="98912" y="175771"/>
                      <a:pt x="111835" y="187866"/>
                      <a:pt x="161042" y="185546"/>
                    </a:cubicBezTo>
                    <a:lnTo>
                      <a:pt x="170652" y="209902"/>
                    </a:lnTo>
                    <a:lnTo>
                      <a:pt x="125089" y="210067"/>
                    </a:lnTo>
                    <a:cubicBezTo>
                      <a:pt x="142155" y="238399"/>
                      <a:pt x="150604" y="251322"/>
                      <a:pt x="186889" y="248174"/>
                    </a:cubicBezTo>
                    <a:lnTo>
                      <a:pt x="196664" y="274683"/>
                    </a:lnTo>
                    <a:lnTo>
                      <a:pt x="165019" y="274683"/>
                    </a:lnTo>
                    <a:cubicBezTo>
                      <a:pt x="178605" y="305168"/>
                      <a:pt x="194510" y="306494"/>
                      <a:pt x="213895" y="309476"/>
                    </a:cubicBezTo>
                    <a:cubicBezTo>
                      <a:pt x="231291" y="312127"/>
                      <a:pt x="233776" y="344932"/>
                      <a:pt x="213563" y="355370"/>
                    </a:cubicBezTo>
                    <a:lnTo>
                      <a:pt x="274865" y="454944"/>
                    </a:lnTo>
                    <a:lnTo>
                      <a:pt x="336168" y="355370"/>
                    </a:lnTo>
                    <a:cubicBezTo>
                      <a:pt x="315789" y="344932"/>
                      <a:pt x="318274" y="312127"/>
                      <a:pt x="335836" y="309476"/>
                    </a:cubicBezTo>
                    <a:cubicBezTo>
                      <a:pt x="355221" y="306494"/>
                      <a:pt x="371126" y="305168"/>
                      <a:pt x="384712" y="274683"/>
                    </a:cubicBezTo>
                    <a:lnTo>
                      <a:pt x="353233" y="274683"/>
                    </a:lnTo>
                    <a:lnTo>
                      <a:pt x="362842" y="248174"/>
                    </a:lnTo>
                    <a:cubicBezTo>
                      <a:pt x="398961" y="251322"/>
                      <a:pt x="407411" y="238399"/>
                      <a:pt x="424476" y="210233"/>
                    </a:cubicBezTo>
                    <a:lnTo>
                      <a:pt x="378913" y="209902"/>
                    </a:lnTo>
                    <a:lnTo>
                      <a:pt x="388523" y="185546"/>
                    </a:lnTo>
                    <a:cubicBezTo>
                      <a:pt x="437730" y="187866"/>
                      <a:pt x="450653" y="175771"/>
                      <a:pt x="462914" y="147771"/>
                    </a:cubicBezTo>
                    <a:lnTo>
                      <a:pt x="405588" y="145783"/>
                    </a:lnTo>
                    <a:lnTo>
                      <a:pt x="418180" y="118445"/>
                    </a:lnTo>
                    <a:cubicBezTo>
                      <a:pt x="476831" y="120102"/>
                      <a:pt x="489257" y="118445"/>
                      <a:pt x="510796" y="78682"/>
                    </a:cubicBezTo>
                    <a:lnTo>
                      <a:pt x="437896" y="78350"/>
                    </a:lnTo>
                    <a:lnTo>
                      <a:pt x="446677" y="55486"/>
                    </a:lnTo>
                    <a:cubicBezTo>
                      <a:pt x="512950" y="58469"/>
                      <a:pt x="531009" y="46374"/>
                      <a:pt x="549897" y="13238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7" name="任意多边形: 形状 1076"/>
              <p:cNvSpPr/>
              <p:nvPr/>
            </p:nvSpPr>
            <p:spPr>
              <a:xfrm>
                <a:off x="4844589" y="1393469"/>
                <a:ext cx="214576" cy="142320"/>
              </a:xfrm>
              <a:custGeom>
                <a:avLst/>
                <a:gdLst>
                  <a:gd name="connsiteX0" fmla="*/ 208281 w 214576"/>
                  <a:gd name="connsiteY0" fmla="*/ 54012 h 142320"/>
                  <a:gd name="connsiteX1" fmla="*/ 208778 w 214576"/>
                  <a:gd name="connsiteY1" fmla="*/ 52687 h 142320"/>
                  <a:gd name="connsiteX2" fmla="*/ 210269 w 214576"/>
                  <a:gd name="connsiteY2" fmla="*/ 44568 h 142320"/>
                  <a:gd name="connsiteX3" fmla="*/ 203807 w 214576"/>
                  <a:gd name="connsiteY3" fmla="*/ 41752 h 142320"/>
                  <a:gd name="connsiteX4" fmla="*/ 200494 w 214576"/>
                  <a:gd name="connsiteY4" fmla="*/ 41255 h 142320"/>
                  <a:gd name="connsiteX5" fmla="*/ 198506 w 214576"/>
                  <a:gd name="connsiteY5" fmla="*/ 40923 h 142320"/>
                  <a:gd name="connsiteX6" fmla="*/ 197843 w 214576"/>
                  <a:gd name="connsiteY6" fmla="*/ 39432 h 142320"/>
                  <a:gd name="connsiteX7" fmla="*/ 195523 w 214576"/>
                  <a:gd name="connsiteY7" fmla="*/ 37278 h 142320"/>
                  <a:gd name="connsiteX8" fmla="*/ 192707 w 214576"/>
                  <a:gd name="connsiteY8" fmla="*/ 36284 h 142320"/>
                  <a:gd name="connsiteX9" fmla="*/ 192044 w 214576"/>
                  <a:gd name="connsiteY9" fmla="*/ 35953 h 142320"/>
                  <a:gd name="connsiteX10" fmla="*/ 195523 w 214576"/>
                  <a:gd name="connsiteY10" fmla="*/ 33302 h 142320"/>
                  <a:gd name="connsiteX11" fmla="*/ 204139 w 214576"/>
                  <a:gd name="connsiteY11" fmla="*/ 29491 h 142320"/>
                  <a:gd name="connsiteX12" fmla="*/ 204470 w 214576"/>
                  <a:gd name="connsiteY12" fmla="*/ 28663 h 142320"/>
                  <a:gd name="connsiteX13" fmla="*/ 205796 w 214576"/>
                  <a:gd name="connsiteY13" fmla="*/ 29160 h 142320"/>
                  <a:gd name="connsiteX14" fmla="*/ 214577 w 214576"/>
                  <a:gd name="connsiteY14" fmla="*/ 11763 h 142320"/>
                  <a:gd name="connsiteX15" fmla="*/ 206624 w 214576"/>
                  <a:gd name="connsiteY15" fmla="*/ 8615 h 142320"/>
                  <a:gd name="connsiteX16" fmla="*/ 190056 w 214576"/>
                  <a:gd name="connsiteY16" fmla="*/ 12260 h 142320"/>
                  <a:gd name="connsiteX17" fmla="*/ 178955 w 214576"/>
                  <a:gd name="connsiteY17" fmla="*/ 15243 h 142320"/>
                  <a:gd name="connsiteX18" fmla="*/ 177630 w 214576"/>
                  <a:gd name="connsiteY18" fmla="*/ 14580 h 142320"/>
                  <a:gd name="connsiteX19" fmla="*/ 149133 w 214576"/>
                  <a:gd name="connsiteY19" fmla="*/ 0 h 142320"/>
                  <a:gd name="connsiteX20" fmla="*/ 146150 w 214576"/>
                  <a:gd name="connsiteY20" fmla="*/ 3811 h 142320"/>
                  <a:gd name="connsiteX21" fmla="*/ 146647 w 214576"/>
                  <a:gd name="connsiteY21" fmla="*/ 12592 h 142320"/>
                  <a:gd name="connsiteX22" fmla="*/ 148470 w 214576"/>
                  <a:gd name="connsiteY22" fmla="*/ 13917 h 142320"/>
                  <a:gd name="connsiteX23" fmla="*/ 148636 w 214576"/>
                  <a:gd name="connsiteY23" fmla="*/ 14083 h 142320"/>
                  <a:gd name="connsiteX24" fmla="*/ 148636 w 214576"/>
                  <a:gd name="connsiteY24" fmla="*/ 14083 h 142320"/>
                  <a:gd name="connsiteX25" fmla="*/ 144162 w 214576"/>
                  <a:gd name="connsiteY25" fmla="*/ 16402 h 142320"/>
                  <a:gd name="connsiteX26" fmla="*/ 143002 w 214576"/>
                  <a:gd name="connsiteY26" fmla="*/ 17065 h 142320"/>
                  <a:gd name="connsiteX27" fmla="*/ 143002 w 214576"/>
                  <a:gd name="connsiteY27" fmla="*/ 17065 h 142320"/>
                  <a:gd name="connsiteX28" fmla="*/ 141677 w 214576"/>
                  <a:gd name="connsiteY28" fmla="*/ 18225 h 142320"/>
                  <a:gd name="connsiteX29" fmla="*/ 142837 w 214576"/>
                  <a:gd name="connsiteY29" fmla="*/ 20710 h 142320"/>
                  <a:gd name="connsiteX30" fmla="*/ 143168 w 214576"/>
                  <a:gd name="connsiteY30" fmla="*/ 22698 h 142320"/>
                  <a:gd name="connsiteX31" fmla="*/ 141346 w 214576"/>
                  <a:gd name="connsiteY31" fmla="*/ 26840 h 142320"/>
                  <a:gd name="connsiteX32" fmla="*/ 140849 w 214576"/>
                  <a:gd name="connsiteY32" fmla="*/ 28994 h 142320"/>
                  <a:gd name="connsiteX33" fmla="*/ 140683 w 214576"/>
                  <a:gd name="connsiteY33" fmla="*/ 29326 h 142320"/>
                  <a:gd name="connsiteX34" fmla="*/ 140683 w 214576"/>
                  <a:gd name="connsiteY34" fmla="*/ 29326 h 142320"/>
                  <a:gd name="connsiteX35" fmla="*/ 137866 w 214576"/>
                  <a:gd name="connsiteY35" fmla="*/ 27172 h 142320"/>
                  <a:gd name="connsiteX36" fmla="*/ 131239 w 214576"/>
                  <a:gd name="connsiteY36" fmla="*/ 21539 h 142320"/>
                  <a:gd name="connsiteX37" fmla="*/ 128919 w 214576"/>
                  <a:gd name="connsiteY37" fmla="*/ 21373 h 142320"/>
                  <a:gd name="connsiteX38" fmla="*/ 124446 w 214576"/>
                  <a:gd name="connsiteY38" fmla="*/ 23195 h 142320"/>
                  <a:gd name="connsiteX39" fmla="*/ 124612 w 214576"/>
                  <a:gd name="connsiteY39" fmla="*/ 27834 h 142320"/>
                  <a:gd name="connsiteX40" fmla="*/ 124280 w 214576"/>
                  <a:gd name="connsiteY40" fmla="*/ 28829 h 142320"/>
                  <a:gd name="connsiteX41" fmla="*/ 112848 w 214576"/>
                  <a:gd name="connsiteY41" fmla="*/ 36284 h 142320"/>
                  <a:gd name="connsiteX42" fmla="*/ 108541 w 214576"/>
                  <a:gd name="connsiteY42" fmla="*/ 36284 h 142320"/>
                  <a:gd name="connsiteX43" fmla="*/ 105558 w 214576"/>
                  <a:gd name="connsiteY43" fmla="*/ 36947 h 142320"/>
                  <a:gd name="connsiteX44" fmla="*/ 114174 w 214576"/>
                  <a:gd name="connsiteY44" fmla="*/ 44071 h 142320"/>
                  <a:gd name="connsiteX45" fmla="*/ 122127 w 214576"/>
                  <a:gd name="connsiteY45" fmla="*/ 45562 h 142320"/>
                  <a:gd name="connsiteX46" fmla="*/ 123783 w 214576"/>
                  <a:gd name="connsiteY46" fmla="*/ 45231 h 142320"/>
                  <a:gd name="connsiteX47" fmla="*/ 127263 w 214576"/>
                  <a:gd name="connsiteY47" fmla="*/ 46391 h 142320"/>
                  <a:gd name="connsiteX48" fmla="*/ 131736 w 214576"/>
                  <a:gd name="connsiteY48" fmla="*/ 48213 h 142320"/>
                  <a:gd name="connsiteX49" fmla="*/ 133393 w 214576"/>
                  <a:gd name="connsiteY49" fmla="*/ 48710 h 142320"/>
                  <a:gd name="connsiteX50" fmla="*/ 134221 w 214576"/>
                  <a:gd name="connsiteY50" fmla="*/ 49042 h 142320"/>
                  <a:gd name="connsiteX51" fmla="*/ 128754 w 214576"/>
                  <a:gd name="connsiteY51" fmla="*/ 51693 h 142320"/>
                  <a:gd name="connsiteX52" fmla="*/ 123286 w 214576"/>
                  <a:gd name="connsiteY52" fmla="*/ 55669 h 142320"/>
                  <a:gd name="connsiteX53" fmla="*/ 120801 w 214576"/>
                  <a:gd name="connsiteY53" fmla="*/ 60308 h 142320"/>
                  <a:gd name="connsiteX54" fmla="*/ 120635 w 214576"/>
                  <a:gd name="connsiteY54" fmla="*/ 61633 h 142320"/>
                  <a:gd name="connsiteX55" fmla="*/ 118316 w 214576"/>
                  <a:gd name="connsiteY55" fmla="*/ 61136 h 142320"/>
                  <a:gd name="connsiteX56" fmla="*/ 106055 w 214576"/>
                  <a:gd name="connsiteY56" fmla="*/ 57988 h 142320"/>
                  <a:gd name="connsiteX57" fmla="*/ 99760 w 214576"/>
                  <a:gd name="connsiteY57" fmla="*/ 56332 h 142320"/>
                  <a:gd name="connsiteX58" fmla="*/ 61653 w 214576"/>
                  <a:gd name="connsiteY58" fmla="*/ 47551 h 142320"/>
                  <a:gd name="connsiteX59" fmla="*/ 52540 w 214576"/>
                  <a:gd name="connsiteY59" fmla="*/ 45397 h 142320"/>
                  <a:gd name="connsiteX60" fmla="*/ 46410 w 214576"/>
                  <a:gd name="connsiteY60" fmla="*/ 44734 h 142320"/>
                  <a:gd name="connsiteX61" fmla="*/ 46079 w 214576"/>
                  <a:gd name="connsiteY61" fmla="*/ 46556 h 142320"/>
                  <a:gd name="connsiteX62" fmla="*/ 52706 w 214576"/>
                  <a:gd name="connsiteY62" fmla="*/ 51196 h 142320"/>
                  <a:gd name="connsiteX63" fmla="*/ 53037 w 214576"/>
                  <a:gd name="connsiteY63" fmla="*/ 52190 h 142320"/>
                  <a:gd name="connsiteX64" fmla="*/ 64469 w 214576"/>
                  <a:gd name="connsiteY64" fmla="*/ 65610 h 142320"/>
                  <a:gd name="connsiteX65" fmla="*/ 79215 w 214576"/>
                  <a:gd name="connsiteY65" fmla="*/ 67598 h 142320"/>
                  <a:gd name="connsiteX66" fmla="*/ 125606 w 214576"/>
                  <a:gd name="connsiteY66" fmla="*/ 81350 h 142320"/>
                  <a:gd name="connsiteX67" fmla="*/ 129085 w 214576"/>
                  <a:gd name="connsiteY67" fmla="*/ 83172 h 142320"/>
                  <a:gd name="connsiteX68" fmla="*/ 129914 w 214576"/>
                  <a:gd name="connsiteY68" fmla="*/ 83172 h 142320"/>
                  <a:gd name="connsiteX69" fmla="*/ 130079 w 214576"/>
                  <a:gd name="connsiteY69" fmla="*/ 83172 h 142320"/>
                  <a:gd name="connsiteX70" fmla="*/ 130079 w 214576"/>
                  <a:gd name="connsiteY70" fmla="*/ 83172 h 142320"/>
                  <a:gd name="connsiteX71" fmla="*/ 125109 w 214576"/>
                  <a:gd name="connsiteY71" fmla="*/ 85657 h 142320"/>
                  <a:gd name="connsiteX72" fmla="*/ 121298 w 214576"/>
                  <a:gd name="connsiteY72" fmla="*/ 88308 h 142320"/>
                  <a:gd name="connsiteX73" fmla="*/ 119807 w 214576"/>
                  <a:gd name="connsiteY73" fmla="*/ 87977 h 142320"/>
                  <a:gd name="connsiteX74" fmla="*/ 98434 w 214576"/>
                  <a:gd name="connsiteY74" fmla="*/ 82675 h 142320"/>
                  <a:gd name="connsiteX75" fmla="*/ 87002 w 214576"/>
                  <a:gd name="connsiteY75" fmla="*/ 77870 h 142320"/>
                  <a:gd name="connsiteX76" fmla="*/ 77558 w 214576"/>
                  <a:gd name="connsiteY76" fmla="*/ 81515 h 142320"/>
                  <a:gd name="connsiteX77" fmla="*/ 76896 w 214576"/>
                  <a:gd name="connsiteY77" fmla="*/ 81847 h 142320"/>
                  <a:gd name="connsiteX78" fmla="*/ 76730 w 214576"/>
                  <a:gd name="connsiteY78" fmla="*/ 82012 h 142320"/>
                  <a:gd name="connsiteX79" fmla="*/ 76398 w 214576"/>
                  <a:gd name="connsiteY79" fmla="*/ 82344 h 142320"/>
                  <a:gd name="connsiteX80" fmla="*/ 74742 w 214576"/>
                  <a:gd name="connsiteY80" fmla="*/ 81681 h 142320"/>
                  <a:gd name="connsiteX81" fmla="*/ 68280 w 214576"/>
                  <a:gd name="connsiteY81" fmla="*/ 80355 h 142320"/>
                  <a:gd name="connsiteX82" fmla="*/ 54694 w 214576"/>
                  <a:gd name="connsiteY82" fmla="*/ 75716 h 142320"/>
                  <a:gd name="connsiteX83" fmla="*/ 15428 w 214576"/>
                  <a:gd name="connsiteY83" fmla="*/ 58983 h 142320"/>
                  <a:gd name="connsiteX84" fmla="*/ 7806 w 214576"/>
                  <a:gd name="connsiteY84" fmla="*/ 51196 h 142320"/>
                  <a:gd name="connsiteX85" fmla="*/ 6481 w 214576"/>
                  <a:gd name="connsiteY85" fmla="*/ 50036 h 142320"/>
                  <a:gd name="connsiteX86" fmla="*/ 6315 w 214576"/>
                  <a:gd name="connsiteY86" fmla="*/ 50036 h 142320"/>
                  <a:gd name="connsiteX87" fmla="*/ 5155 w 214576"/>
                  <a:gd name="connsiteY87" fmla="*/ 48545 h 142320"/>
                  <a:gd name="connsiteX88" fmla="*/ 516 w 214576"/>
                  <a:gd name="connsiteY88" fmla="*/ 52687 h 142320"/>
                  <a:gd name="connsiteX89" fmla="*/ 11286 w 214576"/>
                  <a:gd name="connsiteY89" fmla="*/ 84166 h 142320"/>
                  <a:gd name="connsiteX90" fmla="*/ 25369 w 214576"/>
                  <a:gd name="connsiteY90" fmla="*/ 87977 h 142320"/>
                  <a:gd name="connsiteX91" fmla="*/ 50221 w 214576"/>
                  <a:gd name="connsiteY91" fmla="*/ 97918 h 142320"/>
                  <a:gd name="connsiteX92" fmla="*/ 52375 w 214576"/>
                  <a:gd name="connsiteY92" fmla="*/ 98415 h 142320"/>
                  <a:gd name="connsiteX93" fmla="*/ 52540 w 214576"/>
                  <a:gd name="connsiteY93" fmla="*/ 98415 h 142320"/>
                  <a:gd name="connsiteX94" fmla="*/ 52540 w 214576"/>
                  <a:gd name="connsiteY94" fmla="*/ 98415 h 142320"/>
                  <a:gd name="connsiteX95" fmla="*/ 50386 w 214576"/>
                  <a:gd name="connsiteY95" fmla="*/ 101231 h 142320"/>
                  <a:gd name="connsiteX96" fmla="*/ 41108 w 214576"/>
                  <a:gd name="connsiteY96" fmla="*/ 110841 h 142320"/>
                  <a:gd name="connsiteX97" fmla="*/ 39451 w 214576"/>
                  <a:gd name="connsiteY97" fmla="*/ 112166 h 142320"/>
                  <a:gd name="connsiteX98" fmla="*/ 36635 w 214576"/>
                  <a:gd name="connsiteY98" fmla="*/ 114817 h 142320"/>
                  <a:gd name="connsiteX99" fmla="*/ 34978 w 214576"/>
                  <a:gd name="connsiteY99" fmla="*/ 114983 h 142320"/>
                  <a:gd name="connsiteX100" fmla="*/ 31333 w 214576"/>
                  <a:gd name="connsiteY100" fmla="*/ 115314 h 142320"/>
                  <a:gd name="connsiteX101" fmla="*/ 15428 w 214576"/>
                  <a:gd name="connsiteY101" fmla="*/ 109847 h 142320"/>
                  <a:gd name="connsiteX102" fmla="*/ 10292 w 214576"/>
                  <a:gd name="connsiteY102" fmla="*/ 107693 h 142320"/>
                  <a:gd name="connsiteX103" fmla="*/ 9463 w 214576"/>
                  <a:gd name="connsiteY103" fmla="*/ 109184 h 142320"/>
                  <a:gd name="connsiteX104" fmla="*/ 35972 w 214576"/>
                  <a:gd name="connsiteY104" fmla="*/ 139504 h 142320"/>
                  <a:gd name="connsiteX105" fmla="*/ 36966 w 214576"/>
                  <a:gd name="connsiteY105" fmla="*/ 141161 h 142320"/>
                  <a:gd name="connsiteX106" fmla="*/ 41274 w 214576"/>
                  <a:gd name="connsiteY106" fmla="*/ 142320 h 142320"/>
                  <a:gd name="connsiteX107" fmla="*/ 41440 w 214576"/>
                  <a:gd name="connsiteY107" fmla="*/ 142320 h 142320"/>
                  <a:gd name="connsiteX108" fmla="*/ 65132 w 214576"/>
                  <a:gd name="connsiteY108" fmla="*/ 122604 h 142320"/>
                  <a:gd name="connsiteX109" fmla="*/ 69274 w 214576"/>
                  <a:gd name="connsiteY109" fmla="*/ 117634 h 142320"/>
                  <a:gd name="connsiteX110" fmla="*/ 70931 w 214576"/>
                  <a:gd name="connsiteY110" fmla="*/ 116474 h 142320"/>
                  <a:gd name="connsiteX111" fmla="*/ 77393 w 214576"/>
                  <a:gd name="connsiteY111" fmla="*/ 111504 h 142320"/>
                  <a:gd name="connsiteX112" fmla="*/ 78884 w 214576"/>
                  <a:gd name="connsiteY112" fmla="*/ 112001 h 142320"/>
                  <a:gd name="connsiteX113" fmla="*/ 92470 w 214576"/>
                  <a:gd name="connsiteY113" fmla="*/ 118297 h 142320"/>
                  <a:gd name="connsiteX114" fmla="*/ 101913 w 214576"/>
                  <a:gd name="connsiteY114" fmla="*/ 105870 h 142320"/>
                  <a:gd name="connsiteX115" fmla="*/ 99925 w 214576"/>
                  <a:gd name="connsiteY115" fmla="*/ 104048 h 142320"/>
                  <a:gd name="connsiteX116" fmla="*/ 90978 w 214576"/>
                  <a:gd name="connsiteY116" fmla="*/ 95930 h 142320"/>
                  <a:gd name="connsiteX117" fmla="*/ 89487 w 214576"/>
                  <a:gd name="connsiteY117" fmla="*/ 95598 h 142320"/>
                  <a:gd name="connsiteX118" fmla="*/ 90481 w 214576"/>
                  <a:gd name="connsiteY118" fmla="*/ 93113 h 142320"/>
                  <a:gd name="connsiteX119" fmla="*/ 95286 w 214576"/>
                  <a:gd name="connsiteY119" fmla="*/ 86817 h 142320"/>
                  <a:gd name="connsiteX120" fmla="*/ 95452 w 214576"/>
                  <a:gd name="connsiteY120" fmla="*/ 85823 h 142320"/>
                  <a:gd name="connsiteX121" fmla="*/ 97606 w 214576"/>
                  <a:gd name="connsiteY121" fmla="*/ 86320 h 142320"/>
                  <a:gd name="connsiteX122" fmla="*/ 123949 w 214576"/>
                  <a:gd name="connsiteY122" fmla="*/ 93776 h 142320"/>
                  <a:gd name="connsiteX123" fmla="*/ 132399 w 214576"/>
                  <a:gd name="connsiteY123" fmla="*/ 96592 h 142320"/>
                  <a:gd name="connsiteX124" fmla="*/ 134553 w 214576"/>
                  <a:gd name="connsiteY124" fmla="*/ 98083 h 142320"/>
                  <a:gd name="connsiteX125" fmla="*/ 148470 w 214576"/>
                  <a:gd name="connsiteY125" fmla="*/ 104379 h 142320"/>
                  <a:gd name="connsiteX126" fmla="*/ 151618 w 214576"/>
                  <a:gd name="connsiteY126" fmla="*/ 103882 h 142320"/>
                  <a:gd name="connsiteX127" fmla="*/ 161890 w 214576"/>
                  <a:gd name="connsiteY127" fmla="*/ 90793 h 142320"/>
                  <a:gd name="connsiteX128" fmla="*/ 161890 w 214576"/>
                  <a:gd name="connsiteY128" fmla="*/ 90793 h 142320"/>
                  <a:gd name="connsiteX129" fmla="*/ 162056 w 214576"/>
                  <a:gd name="connsiteY129" fmla="*/ 90462 h 142320"/>
                  <a:gd name="connsiteX130" fmla="*/ 159405 w 214576"/>
                  <a:gd name="connsiteY130" fmla="*/ 87314 h 142320"/>
                  <a:gd name="connsiteX131" fmla="*/ 160896 w 214576"/>
                  <a:gd name="connsiteY131" fmla="*/ 85492 h 142320"/>
                  <a:gd name="connsiteX132" fmla="*/ 163381 w 214576"/>
                  <a:gd name="connsiteY132" fmla="*/ 83503 h 142320"/>
                  <a:gd name="connsiteX133" fmla="*/ 204636 w 214576"/>
                  <a:gd name="connsiteY133" fmla="*/ 69255 h 142320"/>
                  <a:gd name="connsiteX134" fmla="*/ 209772 w 214576"/>
                  <a:gd name="connsiteY134" fmla="*/ 58154 h 142320"/>
                  <a:gd name="connsiteX135" fmla="*/ 208281 w 214576"/>
                  <a:gd name="connsiteY135" fmla="*/ 54012 h 142320"/>
                  <a:gd name="connsiteX136" fmla="*/ 152612 w 214576"/>
                  <a:gd name="connsiteY136" fmla="*/ 62628 h 142320"/>
                  <a:gd name="connsiteX137" fmla="*/ 154931 w 214576"/>
                  <a:gd name="connsiteY137" fmla="*/ 60474 h 142320"/>
                  <a:gd name="connsiteX138" fmla="*/ 159902 w 214576"/>
                  <a:gd name="connsiteY138" fmla="*/ 54675 h 142320"/>
                  <a:gd name="connsiteX139" fmla="*/ 157582 w 214576"/>
                  <a:gd name="connsiteY139" fmla="*/ 52355 h 142320"/>
                  <a:gd name="connsiteX140" fmla="*/ 156920 w 214576"/>
                  <a:gd name="connsiteY140" fmla="*/ 52190 h 142320"/>
                  <a:gd name="connsiteX141" fmla="*/ 155428 w 214576"/>
                  <a:gd name="connsiteY141" fmla="*/ 52355 h 142320"/>
                  <a:gd name="connsiteX142" fmla="*/ 150458 w 214576"/>
                  <a:gd name="connsiteY142" fmla="*/ 50036 h 142320"/>
                  <a:gd name="connsiteX143" fmla="*/ 149464 w 214576"/>
                  <a:gd name="connsiteY143" fmla="*/ 49207 h 142320"/>
                  <a:gd name="connsiteX144" fmla="*/ 149464 w 214576"/>
                  <a:gd name="connsiteY144" fmla="*/ 48048 h 142320"/>
                  <a:gd name="connsiteX145" fmla="*/ 150292 w 214576"/>
                  <a:gd name="connsiteY145" fmla="*/ 45065 h 142320"/>
                  <a:gd name="connsiteX146" fmla="*/ 149795 w 214576"/>
                  <a:gd name="connsiteY146" fmla="*/ 44900 h 142320"/>
                  <a:gd name="connsiteX147" fmla="*/ 152778 w 214576"/>
                  <a:gd name="connsiteY147" fmla="*/ 43906 h 142320"/>
                  <a:gd name="connsiteX148" fmla="*/ 165038 w 214576"/>
                  <a:gd name="connsiteY148" fmla="*/ 39432 h 142320"/>
                  <a:gd name="connsiteX149" fmla="*/ 165866 w 214576"/>
                  <a:gd name="connsiteY149" fmla="*/ 38107 h 142320"/>
                  <a:gd name="connsiteX150" fmla="*/ 167855 w 214576"/>
                  <a:gd name="connsiteY150" fmla="*/ 39764 h 142320"/>
                  <a:gd name="connsiteX151" fmla="*/ 178458 w 214576"/>
                  <a:gd name="connsiteY151" fmla="*/ 56829 h 142320"/>
                  <a:gd name="connsiteX152" fmla="*/ 177464 w 214576"/>
                  <a:gd name="connsiteY152" fmla="*/ 57988 h 142320"/>
                  <a:gd name="connsiteX153" fmla="*/ 156920 w 214576"/>
                  <a:gd name="connsiteY153" fmla="*/ 66107 h 142320"/>
                  <a:gd name="connsiteX154" fmla="*/ 154931 w 214576"/>
                  <a:gd name="connsiteY154" fmla="*/ 66604 h 142320"/>
                  <a:gd name="connsiteX155" fmla="*/ 153937 w 214576"/>
                  <a:gd name="connsiteY155" fmla="*/ 63456 h 142320"/>
                  <a:gd name="connsiteX156" fmla="*/ 152612 w 214576"/>
                  <a:gd name="connsiteY156" fmla="*/ 62628 h 142320"/>
                  <a:gd name="connsiteX157" fmla="*/ 152612 w 214576"/>
                  <a:gd name="connsiteY157" fmla="*/ 62628 h 142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</a:cxnLst>
                <a:rect l="l" t="t" r="r" b="b"/>
                <a:pathLst>
                  <a:path w="214576" h="142320">
                    <a:moveTo>
                      <a:pt x="208281" y="54012"/>
                    </a:moveTo>
                    <a:lnTo>
                      <a:pt x="208778" y="52687"/>
                    </a:lnTo>
                    <a:cubicBezTo>
                      <a:pt x="210766" y="47551"/>
                      <a:pt x="210766" y="45397"/>
                      <a:pt x="210269" y="44568"/>
                    </a:cubicBezTo>
                    <a:cubicBezTo>
                      <a:pt x="209606" y="43409"/>
                      <a:pt x="207452" y="42746"/>
                      <a:pt x="203807" y="41752"/>
                    </a:cubicBezTo>
                    <a:cubicBezTo>
                      <a:pt x="202813" y="41586"/>
                      <a:pt x="201819" y="41420"/>
                      <a:pt x="200494" y="41255"/>
                    </a:cubicBezTo>
                    <a:lnTo>
                      <a:pt x="198506" y="40923"/>
                    </a:lnTo>
                    <a:lnTo>
                      <a:pt x="197843" y="39432"/>
                    </a:lnTo>
                    <a:cubicBezTo>
                      <a:pt x="197180" y="38769"/>
                      <a:pt x="196518" y="37941"/>
                      <a:pt x="195523" y="37278"/>
                    </a:cubicBezTo>
                    <a:lnTo>
                      <a:pt x="192707" y="36284"/>
                    </a:lnTo>
                    <a:lnTo>
                      <a:pt x="192044" y="35953"/>
                    </a:lnTo>
                    <a:lnTo>
                      <a:pt x="195523" y="33302"/>
                    </a:lnTo>
                    <a:cubicBezTo>
                      <a:pt x="198009" y="31314"/>
                      <a:pt x="200991" y="30485"/>
                      <a:pt x="204139" y="29491"/>
                    </a:cubicBezTo>
                    <a:lnTo>
                      <a:pt x="204470" y="28663"/>
                    </a:lnTo>
                    <a:lnTo>
                      <a:pt x="205796" y="29160"/>
                    </a:lnTo>
                    <a:cubicBezTo>
                      <a:pt x="210766" y="24852"/>
                      <a:pt x="214245" y="18391"/>
                      <a:pt x="214577" y="11763"/>
                    </a:cubicBezTo>
                    <a:cubicBezTo>
                      <a:pt x="213086" y="9610"/>
                      <a:pt x="210435" y="8615"/>
                      <a:pt x="206624" y="8615"/>
                    </a:cubicBezTo>
                    <a:cubicBezTo>
                      <a:pt x="201654" y="8615"/>
                      <a:pt x="195523" y="10604"/>
                      <a:pt x="190056" y="12260"/>
                    </a:cubicBezTo>
                    <a:cubicBezTo>
                      <a:pt x="186742" y="13255"/>
                      <a:pt x="182600" y="14580"/>
                      <a:pt x="178955" y="15243"/>
                    </a:cubicBezTo>
                    <a:lnTo>
                      <a:pt x="177630" y="14580"/>
                    </a:lnTo>
                    <a:cubicBezTo>
                      <a:pt x="168517" y="10272"/>
                      <a:pt x="168186" y="10107"/>
                      <a:pt x="149133" y="0"/>
                    </a:cubicBezTo>
                    <a:cubicBezTo>
                      <a:pt x="147807" y="828"/>
                      <a:pt x="146647" y="2320"/>
                      <a:pt x="146150" y="3811"/>
                    </a:cubicBezTo>
                    <a:cubicBezTo>
                      <a:pt x="144991" y="6627"/>
                      <a:pt x="145156" y="9610"/>
                      <a:pt x="146647" y="12592"/>
                    </a:cubicBezTo>
                    <a:lnTo>
                      <a:pt x="148470" y="13917"/>
                    </a:lnTo>
                    <a:lnTo>
                      <a:pt x="148636" y="14083"/>
                    </a:lnTo>
                    <a:lnTo>
                      <a:pt x="148636" y="14083"/>
                    </a:lnTo>
                    <a:lnTo>
                      <a:pt x="144162" y="16402"/>
                    </a:lnTo>
                    <a:cubicBezTo>
                      <a:pt x="143168" y="16900"/>
                      <a:pt x="142837" y="17065"/>
                      <a:pt x="143002" y="17065"/>
                    </a:cubicBezTo>
                    <a:lnTo>
                      <a:pt x="143002" y="17065"/>
                    </a:lnTo>
                    <a:lnTo>
                      <a:pt x="141677" y="18225"/>
                    </a:lnTo>
                    <a:cubicBezTo>
                      <a:pt x="141843" y="18722"/>
                      <a:pt x="142174" y="19550"/>
                      <a:pt x="142837" y="20710"/>
                    </a:cubicBezTo>
                    <a:lnTo>
                      <a:pt x="143168" y="22698"/>
                    </a:lnTo>
                    <a:cubicBezTo>
                      <a:pt x="143168" y="24521"/>
                      <a:pt x="142837" y="25184"/>
                      <a:pt x="141346" y="26840"/>
                    </a:cubicBezTo>
                    <a:lnTo>
                      <a:pt x="140849" y="28994"/>
                    </a:lnTo>
                    <a:lnTo>
                      <a:pt x="140683" y="29326"/>
                    </a:lnTo>
                    <a:lnTo>
                      <a:pt x="140683" y="29326"/>
                    </a:lnTo>
                    <a:lnTo>
                      <a:pt x="137866" y="27172"/>
                    </a:lnTo>
                    <a:cubicBezTo>
                      <a:pt x="134221" y="24355"/>
                      <a:pt x="133890" y="24024"/>
                      <a:pt x="131239" y="21539"/>
                    </a:cubicBezTo>
                    <a:cubicBezTo>
                      <a:pt x="130576" y="21373"/>
                      <a:pt x="129748" y="21373"/>
                      <a:pt x="128919" y="21373"/>
                    </a:cubicBezTo>
                    <a:cubicBezTo>
                      <a:pt x="126931" y="21373"/>
                      <a:pt x="125109" y="22036"/>
                      <a:pt x="124446" y="23195"/>
                    </a:cubicBezTo>
                    <a:cubicBezTo>
                      <a:pt x="123618" y="24355"/>
                      <a:pt x="123783" y="25681"/>
                      <a:pt x="124612" y="27834"/>
                    </a:cubicBezTo>
                    <a:lnTo>
                      <a:pt x="124280" y="28829"/>
                    </a:lnTo>
                    <a:cubicBezTo>
                      <a:pt x="123618" y="31479"/>
                      <a:pt x="121298" y="36119"/>
                      <a:pt x="112848" y="36284"/>
                    </a:cubicBezTo>
                    <a:lnTo>
                      <a:pt x="108541" y="36284"/>
                    </a:lnTo>
                    <a:cubicBezTo>
                      <a:pt x="107712" y="36284"/>
                      <a:pt x="106884" y="36284"/>
                      <a:pt x="105558" y="36947"/>
                    </a:cubicBezTo>
                    <a:cubicBezTo>
                      <a:pt x="105558" y="42746"/>
                      <a:pt x="108044" y="43077"/>
                      <a:pt x="114174" y="44071"/>
                    </a:cubicBezTo>
                    <a:cubicBezTo>
                      <a:pt x="116493" y="44403"/>
                      <a:pt x="118979" y="44734"/>
                      <a:pt x="122127" y="45562"/>
                    </a:cubicBezTo>
                    <a:cubicBezTo>
                      <a:pt x="122624" y="45397"/>
                      <a:pt x="123286" y="45231"/>
                      <a:pt x="123783" y="45231"/>
                    </a:cubicBezTo>
                    <a:cubicBezTo>
                      <a:pt x="125109" y="45231"/>
                      <a:pt x="126103" y="45728"/>
                      <a:pt x="127263" y="46391"/>
                    </a:cubicBezTo>
                    <a:lnTo>
                      <a:pt x="131736" y="48213"/>
                    </a:lnTo>
                    <a:lnTo>
                      <a:pt x="133393" y="48710"/>
                    </a:lnTo>
                    <a:lnTo>
                      <a:pt x="134221" y="49042"/>
                    </a:lnTo>
                    <a:lnTo>
                      <a:pt x="128754" y="51693"/>
                    </a:lnTo>
                    <a:cubicBezTo>
                      <a:pt x="126600" y="52687"/>
                      <a:pt x="125274" y="53515"/>
                      <a:pt x="123286" y="55669"/>
                    </a:cubicBezTo>
                    <a:cubicBezTo>
                      <a:pt x="122955" y="57160"/>
                      <a:pt x="122127" y="58817"/>
                      <a:pt x="120801" y="60308"/>
                    </a:cubicBezTo>
                    <a:lnTo>
                      <a:pt x="120635" y="61633"/>
                    </a:lnTo>
                    <a:lnTo>
                      <a:pt x="118316" y="61136"/>
                    </a:lnTo>
                    <a:cubicBezTo>
                      <a:pt x="114174" y="60142"/>
                      <a:pt x="110197" y="59148"/>
                      <a:pt x="106055" y="57988"/>
                    </a:cubicBezTo>
                    <a:lnTo>
                      <a:pt x="99760" y="56332"/>
                    </a:lnTo>
                    <a:cubicBezTo>
                      <a:pt x="88659" y="53349"/>
                      <a:pt x="74742" y="49704"/>
                      <a:pt x="61653" y="47551"/>
                    </a:cubicBezTo>
                    <a:cubicBezTo>
                      <a:pt x="58505" y="46391"/>
                      <a:pt x="55523" y="45894"/>
                      <a:pt x="52540" y="45397"/>
                    </a:cubicBezTo>
                    <a:lnTo>
                      <a:pt x="46410" y="44734"/>
                    </a:lnTo>
                    <a:lnTo>
                      <a:pt x="46079" y="46556"/>
                    </a:lnTo>
                    <a:cubicBezTo>
                      <a:pt x="47570" y="47716"/>
                      <a:pt x="49558" y="49207"/>
                      <a:pt x="52706" y="51196"/>
                    </a:cubicBezTo>
                    <a:lnTo>
                      <a:pt x="53037" y="52190"/>
                    </a:lnTo>
                    <a:cubicBezTo>
                      <a:pt x="54860" y="56497"/>
                      <a:pt x="57676" y="61799"/>
                      <a:pt x="64469" y="65610"/>
                    </a:cubicBezTo>
                    <a:cubicBezTo>
                      <a:pt x="68943" y="66438"/>
                      <a:pt x="73582" y="66935"/>
                      <a:pt x="79215" y="67598"/>
                    </a:cubicBezTo>
                    <a:cubicBezTo>
                      <a:pt x="95452" y="69421"/>
                      <a:pt x="112351" y="71409"/>
                      <a:pt x="125606" y="81350"/>
                    </a:cubicBezTo>
                    <a:lnTo>
                      <a:pt x="129085" y="83172"/>
                    </a:lnTo>
                    <a:lnTo>
                      <a:pt x="129914" y="83172"/>
                    </a:lnTo>
                    <a:lnTo>
                      <a:pt x="130079" y="83172"/>
                    </a:lnTo>
                    <a:lnTo>
                      <a:pt x="130079" y="83172"/>
                    </a:lnTo>
                    <a:lnTo>
                      <a:pt x="125109" y="85657"/>
                    </a:lnTo>
                    <a:cubicBezTo>
                      <a:pt x="123949" y="86320"/>
                      <a:pt x="122789" y="86983"/>
                      <a:pt x="121298" y="88308"/>
                    </a:cubicBezTo>
                    <a:lnTo>
                      <a:pt x="119807" y="87977"/>
                    </a:lnTo>
                    <a:cubicBezTo>
                      <a:pt x="104067" y="84498"/>
                      <a:pt x="104067" y="84498"/>
                      <a:pt x="98434" y="82675"/>
                    </a:cubicBezTo>
                    <a:cubicBezTo>
                      <a:pt x="92801" y="79030"/>
                      <a:pt x="89984" y="77870"/>
                      <a:pt x="87002" y="77870"/>
                    </a:cubicBezTo>
                    <a:cubicBezTo>
                      <a:pt x="84683" y="77870"/>
                      <a:pt x="82032" y="78864"/>
                      <a:pt x="77558" y="81515"/>
                    </a:cubicBezTo>
                    <a:cubicBezTo>
                      <a:pt x="77227" y="81681"/>
                      <a:pt x="77061" y="81681"/>
                      <a:pt x="76896" y="81847"/>
                    </a:cubicBezTo>
                    <a:lnTo>
                      <a:pt x="76730" y="82012"/>
                    </a:lnTo>
                    <a:cubicBezTo>
                      <a:pt x="76564" y="82012"/>
                      <a:pt x="76564" y="82178"/>
                      <a:pt x="76398" y="82344"/>
                    </a:cubicBezTo>
                    <a:lnTo>
                      <a:pt x="74742" y="81681"/>
                    </a:lnTo>
                    <a:cubicBezTo>
                      <a:pt x="73085" y="81018"/>
                      <a:pt x="72919" y="81018"/>
                      <a:pt x="68280" y="80355"/>
                    </a:cubicBezTo>
                    <a:cubicBezTo>
                      <a:pt x="63972" y="78864"/>
                      <a:pt x="59499" y="77373"/>
                      <a:pt x="54694" y="75716"/>
                    </a:cubicBezTo>
                    <a:cubicBezTo>
                      <a:pt x="41108" y="71243"/>
                      <a:pt x="27025" y="66770"/>
                      <a:pt x="15428" y="58983"/>
                    </a:cubicBezTo>
                    <a:cubicBezTo>
                      <a:pt x="11948" y="56166"/>
                      <a:pt x="9629" y="53515"/>
                      <a:pt x="7806" y="51196"/>
                    </a:cubicBezTo>
                    <a:cubicBezTo>
                      <a:pt x="7144" y="50533"/>
                      <a:pt x="6812" y="50036"/>
                      <a:pt x="6481" y="50036"/>
                    </a:cubicBezTo>
                    <a:cubicBezTo>
                      <a:pt x="6481" y="50036"/>
                      <a:pt x="6315" y="50036"/>
                      <a:pt x="6315" y="50036"/>
                    </a:cubicBezTo>
                    <a:lnTo>
                      <a:pt x="5155" y="48545"/>
                    </a:lnTo>
                    <a:cubicBezTo>
                      <a:pt x="4327" y="48876"/>
                      <a:pt x="2836" y="50036"/>
                      <a:pt x="516" y="52687"/>
                    </a:cubicBezTo>
                    <a:cubicBezTo>
                      <a:pt x="-1969" y="60474"/>
                      <a:pt x="4990" y="78864"/>
                      <a:pt x="11286" y="84166"/>
                    </a:cubicBezTo>
                    <a:cubicBezTo>
                      <a:pt x="15759" y="86154"/>
                      <a:pt x="20398" y="86983"/>
                      <a:pt x="25369" y="87977"/>
                    </a:cubicBezTo>
                    <a:cubicBezTo>
                      <a:pt x="33653" y="89634"/>
                      <a:pt x="42102" y="91125"/>
                      <a:pt x="50221" y="97918"/>
                    </a:cubicBezTo>
                    <a:lnTo>
                      <a:pt x="52375" y="98415"/>
                    </a:lnTo>
                    <a:lnTo>
                      <a:pt x="52540" y="98415"/>
                    </a:lnTo>
                    <a:lnTo>
                      <a:pt x="52540" y="98415"/>
                    </a:lnTo>
                    <a:lnTo>
                      <a:pt x="50386" y="101231"/>
                    </a:lnTo>
                    <a:cubicBezTo>
                      <a:pt x="47736" y="104711"/>
                      <a:pt x="44588" y="107693"/>
                      <a:pt x="41108" y="110841"/>
                    </a:cubicBezTo>
                    <a:lnTo>
                      <a:pt x="39451" y="112166"/>
                    </a:lnTo>
                    <a:cubicBezTo>
                      <a:pt x="38457" y="112995"/>
                      <a:pt x="37298" y="113823"/>
                      <a:pt x="36635" y="114817"/>
                    </a:cubicBezTo>
                    <a:lnTo>
                      <a:pt x="34978" y="114983"/>
                    </a:lnTo>
                    <a:cubicBezTo>
                      <a:pt x="33818" y="115149"/>
                      <a:pt x="32824" y="115314"/>
                      <a:pt x="31333" y="115314"/>
                    </a:cubicBezTo>
                    <a:cubicBezTo>
                      <a:pt x="25203" y="115314"/>
                      <a:pt x="20067" y="112332"/>
                      <a:pt x="15428" y="109847"/>
                    </a:cubicBezTo>
                    <a:cubicBezTo>
                      <a:pt x="13937" y="109018"/>
                      <a:pt x="12445" y="108190"/>
                      <a:pt x="10292" y="107693"/>
                    </a:cubicBezTo>
                    <a:lnTo>
                      <a:pt x="9463" y="109184"/>
                    </a:lnTo>
                    <a:cubicBezTo>
                      <a:pt x="15759" y="119953"/>
                      <a:pt x="24374" y="130060"/>
                      <a:pt x="35972" y="139504"/>
                    </a:cubicBezTo>
                    <a:lnTo>
                      <a:pt x="36966" y="141161"/>
                    </a:lnTo>
                    <a:cubicBezTo>
                      <a:pt x="38292" y="141989"/>
                      <a:pt x="39783" y="142320"/>
                      <a:pt x="41274" y="142320"/>
                    </a:cubicBezTo>
                    <a:lnTo>
                      <a:pt x="41440" y="142320"/>
                    </a:lnTo>
                    <a:cubicBezTo>
                      <a:pt x="49724" y="142155"/>
                      <a:pt x="58671" y="130888"/>
                      <a:pt x="65132" y="122604"/>
                    </a:cubicBezTo>
                    <a:cubicBezTo>
                      <a:pt x="66623" y="120782"/>
                      <a:pt x="67949" y="119125"/>
                      <a:pt x="69274" y="117634"/>
                    </a:cubicBezTo>
                    <a:lnTo>
                      <a:pt x="70931" y="116474"/>
                    </a:lnTo>
                    <a:cubicBezTo>
                      <a:pt x="77227" y="111835"/>
                      <a:pt x="77558" y="111504"/>
                      <a:pt x="77393" y="111504"/>
                    </a:cubicBezTo>
                    <a:lnTo>
                      <a:pt x="78884" y="112001"/>
                    </a:lnTo>
                    <a:cubicBezTo>
                      <a:pt x="84185" y="113492"/>
                      <a:pt x="87499" y="115480"/>
                      <a:pt x="92470" y="118297"/>
                    </a:cubicBezTo>
                    <a:cubicBezTo>
                      <a:pt x="97274" y="116143"/>
                      <a:pt x="102410" y="111172"/>
                      <a:pt x="101913" y="105870"/>
                    </a:cubicBezTo>
                    <a:lnTo>
                      <a:pt x="99925" y="104048"/>
                    </a:lnTo>
                    <a:cubicBezTo>
                      <a:pt x="96943" y="101397"/>
                      <a:pt x="94126" y="98580"/>
                      <a:pt x="90978" y="95930"/>
                    </a:cubicBezTo>
                    <a:lnTo>
                      <a:pt x="89487" y="95598"/>
                    </a:lnTo>
                    <a:lnTo>
                      <a:pt x="90481" y="93113"/>
                    </a:lnTo>
                    <a:cubicBezTo>
                      <a:pt x="91641" y="90462"/>
                      <a:pt x="93132" y="88971"/>
                      <a:pt x="95286" y="86817"/>
                    </a:cubicBezTo>
                    <a:lnTo>
                      <a:pt x="95452" y="85823"/>
                    </a:lnTo>
                    <a:lnTo>
                      <a:pt x="97606" y="86320"/>
                    </a:lnTo>
                    <a:cubicBezTo>
                      <a:pt x="106387" y="88308"/>
                      <a:pt x="114339" y="90793"/>
                      <a:pt x="123949" y="93776"/>
                    </a:cubicBezTo>
                    <a:lnTo>
                      <a:pt x="132399" y="96592"/>
                    </a:lnTo>
                    <a:lnTo>
                      <a:pt x="134553" y="98083"/>
                    </a:lnTo>
                    <a:cubicBezTo>
                      <a:pt x="139357" y="101728"/>
                      <a:pt x="142837" y="104379"/>
                      <a:pt x="148470" y="104379"/>
                    </a:cubicBezTo>
                    <a:cubicBezTo>
                      <a:pt x="149298" y="104379"/>
                      <a:pt x="150127" y="104214"/>
                      <a:pt x="151618" y="103882"/>
                    </a:cubicBezTo>
                    <a:cubicBezTo>
                      <a:pt x="156754" y="98580"/>
                      <a:pt x="159736" y="94935"/>
                      <a:pt x="161890" y="90793"/>
                    </a:cubicBezTo>
                    <a:lnTo>
                      <a:pt x="161890" y="90793"/>
                    </a:lnTo>
                    <a:cubicBezTo>
                      <a:pt x="161890" y="90628"/>
                      <a:pt x="162056" y="90628"/>
                      <a:pt x="162056" y="90462"/>
                    </a:cubicBezTo>
                    <a:cubicBezTo>
                      <a:pt x="160399" y="88143"/>
                      <a:pt x="159736" y="87314"/>
                      <a:pt x="159405" y="87314"/>
                    </a:cubicBezTo>
                    <a:lnTo>
                      <a:pt x="160896" y="85492"/>
                    </a:lnTo>
                    <a:cubicBezTo>
                      <a:pt x="161393" y="84829"/>
                      <a:pt x="161890" y="84498"/>
                      <a:pt x="163381" y="83503"/>
                    </a:cubicBezTo>
                    <a:cubicBezTo>
                      <a:pt x="177796" y="79030"/>
                      <a:pt x="193204" y="73397"/>
                      <a:pt x="204636" y="69255"/>
                    </a:cubicBezTo>
                    <a:cubicBezTo>
                      <a:pt x="211429" y="64947"/>
                      <a:pt x="212257" y="64450"/>
                      <a:pt x="209772" y="58154"/>
                    </a:cubicBezTo>
                    <a:cubicBezTo>
                      <a:pt x="209606" y="57160"/>
                      <a:pt x="209109" y="55835"/>
                      <a:pt x="208281" y="54012"/>
                    </a:cubicBezTo>
                    <a:moveTo>
                      <a:pt x="152612" y="62628"/>
                    </a:moveTo>
                    <a:lnTo>
                      <a:pt x="154931" y="60474"/>
                    </a:lnTo>
                    <a:cubicBezTo>
                      <a:pt x="158079" y="57491"/>
                      <a:pt x="159571" y="56166"/>
                      <a:pt x="159902" y="54675"/>
                    </a:cubicBezTo>
                    <a:cubicBezTo>
                      <a:pt x="159736" y="54178"/>
                      <a:pt x="159073" y="53349"/>
                      <a:pt x="157582" y="52355"/>
                    </a:cubicBezTo>
                    <a:lnTo>
                      <a:pt x="156920" y="52190"/>
                    </a:lnTo>
                    <a:cubicBezTo>
                      <a:pt x="156423" y="52190"/>
                      <a:pt x="156091" y="52355"/>
                      <a:pt x="155428" y="52355"/>
                    </a:cubicBezTo>
                    <a:cubicBezTo>
                      <a:pt x="152943" y="52355"/>
                      <a:pt x="151286" y="51196"/>
                      <a:pt x="150458" y="50036"/>
                    </a:cubicBezTo>
                    <a:lnTo>
                      <a:pt x="149464" y="49207"/>
                    </a:lnTo>
                    <a:lnTo>
                      <a:pt x="149464" y="48048"/>
                    </a:lnTo>
                    <a:lnTo>
                      <a:pt x="150292" y="45065"/>
                    </a:lnTo>
                    <a:lnTo>
                      <a:pt x="149795" y="44900"/>
                    </a:lnTo>
                    <a:lnTo>
                      <a:pt x="152778" y="43906"/>
                    </a:lnTo>
                    <a:cubicBezTo>
                      <a:pt x="163216" y="40426"/>
                      <a:pt x="163216" y="40426"/>
                      <a:pt x="165038" y="39432"/>
                    </a:cubicBezTo>
                    <a:lnTo>
                      <a:pt x="165866" y="38107"/>
                    </a:lnTo>
                    <a:lnTo>
                      <a:pt x="167855" y="39764"/>
                    </a:lnTo>
                    <a:cubicBezTo>
                      <a:pt x="170008" y="41586"/>
                      <a:pt x="177464" y="48379"/>
                      <a:pt x="178458" y="56829"/>
                    </a:cubicBezTo>
                    <a:lnTo>
                      <a:pt x="177464" y="57988"/>
                    </a:lnTo>
                    <a:cubicBezTo>
                      <a:pt x="171831" y="64616"/>
                      <a:pt x="164375" y="65776"/>
                      <a:pt x="156920" y="66107"/>
                    </a:cubicBezTo>
                    <a:lnTo>
                      <a:pt x="154931" y="66604"/>
                    </a:lnTo>
                    <a:lnTo>
                      <a:pt x="153937" y="63456"/>
                    </a:lnTo>
                    <a:lnTo>
                      <a:pt x="152612" y="62628"/>
                    </a:lnTo>
                    <a:lnTo>
                      <a:pt x="152612" y="62628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8" name="任意多边形: 形状 1077"/>
              <p:cNvSpPr/>
              <p:nvPr/>
            </p:nvSpPr>
            <p:spPr>
              <a:xfrm>
                <a:off x="4927120" y="1370439"/>
                <a:ext cx="33312" cy="60473"/>
              </a:xfrm>
              <a:custGeom>
                <a:avLst/>
                <a:gdLst>
                  <a:gd name="connsiteX0" fmla="*/ 9109 w 33312"/>
                  <a:gd name="connsiteY0" fmla="*/ 60474 h 60473"/>
                  <a:gd name="connsiteX1" fmla="*/ 328 w 33312"/>
                  <a:gd name="connsiteY1" fmla="*/ 57491 h 60473"/>
                  <a:gd name="connsiteX2" fmla="*/ 7287 w 33312"/>
                  <a:gd name="connsiteY2" fmla="*/ 38107 h 60473"/>
                  <a:gd name="connsiteX3" fmla="*/ 10269 w 33312"/>
                  <a:gd name="connsiteY3" fmla="*/ 33633 h 60473"/>
                  <a:gd name="connsiteX4" fmla="*/ 10932 w 33312"/>
                  <a:gd name="connsiteY4" fmla="*/ 32142 h 60473"/>
                  <a:gd name="connsiteX5" fmla="*/ 12257 w 33312"/>
                  <a:gd name="connsiteY5" fmla="*/ 29823 h 60473"/>
                  <a:gd name="connsiteX6" fmla="*/ 16565 w 33312"/>
                  <a:gd name="connsiteY6" fmla="*/ 20876 h 60473"/>
                  <a:gd name="connsiteX7" fmla="*/ 17890 w 33312"/>
                  <a:gd name="connsiteY7" fmla="*/ 16071 h 60473"/>
                  <a:gd name="connsiteX8" fmla="*/ 26340 w 33312"/>
                  <a:gd name="connsiteY8" fmla="*/ 0 h 60473"/>
                  <a:gd name="connsiteX9" fmla="*/ 32305 w 33312"/>
                  <a:gd name="connsiteY9" fmla="*/ 2320 h 60473"/>
                  <a:gd name="connsiteX10" fmla="*/ 32139 w 33312"/>
                  <a:gd name="connsiteY10" fmla="*/ 8781 h 60473"/>
                  <a:gd name="connsiteX11" fmla="*/ 31476 w 33312"/>
                  <a:gd name="connsiteY11" fmla="*/ 9941 h 60473"/>
                  <a:gd name="connsiteX12" fmla="*/ 32305 w 33312"/>
                  <a:gd name="connsiteY12" fmla="*/ 14083 h 60473"/>
                  <a:gd name="connsiteX13" fmla="*/ 32967 w 33312"/>
                  <a:gd name="connsiteY13" fmla="*/ 29657 h 60473"/>
                  <a:gd name="connsiteX14" fmla="*/ 32636 w 33312"/>
                  <a:gd name="connsiteY14" fmla="*/ 31645 h 60473"/>
                  <a:gd name="connsiteX15" fmla="*/ 31311 w 33312"/>
                  <a:gd name="connsiteY15" fmla="*/ 36947 h 60473"/>
                  <a:gd name="connsiteX16" fmla="*/ 22364 w 33312"/>
                  <a:gd name="connsiteY16" fmla="*/ 54675 h 60473"/>
                  <a:gd name="connsiteX17" fmla="*/ 20541 w 33312"/>
                  <a:gd name="connsiteY17" fmla="*/ 56332 h 60473"/>
                  <a:gd name="connsiteX18" fmla="*/ 19216 w 33312"/>
                  <a:gd name="connsiteY18" fmla="*/ 57160 h 60473"/>
                  <a:gd name="connsiteX19" fmla="*/ 9275 w 33312"/>
                  <a:gd name="connsiteY19" fmla="*/ 60308 h 60473"/>
                  <a:gd name="connsiteX20" fmla="*/ 9109 w 33312"/>
                  <a:gd name="connsiteY20" fmla="*/ 60308 h 60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312" h="60473">
                    <a:moveTo>
                      <a:pt x="9109" y="60474"/>
                    </a:moveTo>
                    <a:cubicBezTo>
                      <a:pt x="5961" y="60474"/>
                      <a:pt x="2979" y="59480"/>
                      <a:pt x="328" y="57491"/>
                    </a:cubicBezTo>
                    <a:cubicBezTo>
                      <a:pt x="-1329" y="50699"/>
                      <a:pt x="3642" y="43409"/>
                      <a:pt x="7287" y="38107"/>
                    </a:cubicBezTo>
                    <a:cubicBezTo>
                      <a:pt x="8612" y="36284"/>
                      <a:pt x="9606" y="34959"/>
                      <a:pt x="10269" y="33633"/>
                    </a:cubicBezTo>
                    <a:lnTo>
                      <a:pt x="10932" y="32142"/>
                    </a:lnTo>
                    <a:lnTo>
                      <a:pt x="12257" y="29823"/>
                    </a:lnTo>
                    <a:cubicBezTo>
                      <a:pt x="13748" y="27006"/>
                      <a:pt x="15240" y="24024"/>
                      <a:pt x="16565" y="20876"/>
                    </a:cubicBezTo>
                    <a:cubicBezTo>
                      <a:pt x="17062" y="19219"/>
                      <a:pt x="17559" y="17728"/>
                      <a:pt x="17890" y="16071"/>
                    </a:cubicBezTo>
                    <a:cubicBezTo>
                      <a:pt x="20210" y="7290"/>
                      <a:pt x="21867" y="1657"/>
                      <a:pt x="26340" y="0"/>
                    </a:cubicBezTo>
                    <a:cubicBezTo>
                      <a:pt x="29820" y="497"/>
                      <a:pt x="31476" y="994"/>
                      <a:pt x="32305" y="2320"/>
                    </a:cubicBezTo>
                    <a:cubicBezTo>
                      <a:pt x="33133" y="3645"/>
                      <a:pt x="32802" y="5468"/>
                      <a:pt x="32139" y="8781"/>
                    </a:cubicBezTo>
                    <a:lnTo>
                      <a:pt x="31476" y="9941"/>
                    </a:lnTo>
                    <a:cubicBezTo>
                      <a:pt x="31973" y="11101"/>
                      <a:pt x="32139" y="12592"/>
                      <a:pt x="32305" y="14083"/>
                    </a:cubicBezTo>
                    <a:cubicBezTo>
                      <a:pt x="33299" y="19385"/>
                      <a:pt x="33630" y="24687"/>
                      <a:pt x="32967" y="29657"/>
                    </a:cubicBezTo>
                    <a:lnTo>
                      <a:pt x="32636" y="31645"/>
                    </a:lnTo>
                    <a:cubicBezTo>
                      <a:pt x="32305" y="33633"/>
                      <a:pt x="31808" y="35124"/>
                      <a:pt x="31311" y="36947"/>
                    </a:cubicBezTo>
                    <a:cubicBezTo>
                      <a:pt x="29323" y="43243"/>
                      <a:pt x="27003" y="50367"/>
                      <a:pt x="22364" y="54675"/>
                    </a:cubicBezTo>
                    <a:lnTo>
                      <a:pt x="20541" y="56332"/>
                    </a:lnTo>
                    <a:lnTo>
                      <a:pt x="19216" y="57160"/>
                    </a:lnTo>
                    <a:cubicBezTo>
                      <a:pt x="16068" y="59148"/>
                      <a:pt x="12589" y="60308"/>
                      <a:pt x="9275" y="60308"/>
                    </a:cubicBezTo>
                    <a:lnTo>
                      <a:pt x="9109" y="60308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79" name="任意多边形: 形状 1078"/>
              <p:cNvSpPr/>
              <p:nvPr/>
            </p:nvSpPr>
            <p:spPr>
              <a:xfrm>
                <a:off x="4927294" y="1370605"/>
                <a:ext cx="32935" cy="59976"/>
              </a:xfrm>
              <a:custGeom>
                <a:avLst/>
                <a:gdLst>
                  <a:gd name="connsiteX0" fmla="*/ 8936 w 32935"/>
                  <a:gd name="connsiteY0" fmla="*/ 59977 h 59976"/>
                  <a:gd name="connsiteX1" fmla="*/ 9267 w 32935"/>
                  <a:gd name="connsiteY1" fmla="*/ 59977 h 59976"/>
                  <a:gd name="connsiteX2" fmla="*/ 19042 w 32935"/>
                  <a:gd name="connsiteY2" fmla="*/ 56829 h 59976"/>
                  <a:gd name="connsiteX3" fmla="*/ 20202 w 32935"/>
                  <a:gd name="connsiteY3" fmla="*/ 56166 h 59976"/>
                  <a:gd name="connsiteX4" fmla="*/ 22024 w 32935"/>
                  <a:gd name="connsiteY4" fmla="*/ 54509 h 59976"/>
                  <a:gd name="connsiteX5" fmla="*/ 30971 w 32935"/>
                  <a:gd name="connsiteY5" fmla="*/ 36947 h 59976"/>
                  <a:gd name="connsiteX6" fmla="*/ 32297 w 32935"/>
                  <a:gd name="connsiteY6" fmla="*/ 31811 h 59976"/>
                  <a:gd name="connsiteX7" fmla="*/ 32628 w 32935"/>
                  <a:gd name="connsiteY7" fmla="*/ 29823 h 59976"/>
                  <a:gd name="connsiteX8" fmla="*/ 31965 w 32935"/>
                  <a:gd name="connsiteY8" fmla="*/ 14249 h 59976"/>
                  <a:gd name="connsiteX9" fmla="*/ 31302 w 32935"/>
                  <a:gd name="connsiteY9" fmla="*/ 9775 h 59976"/>
                  <a:gd name="connsiteX10" fmla="*/ 31137 w 32935"/>
                  <a:gd name="connsiteY10" fmla="*/ 9775 h 59976"/>
                  <a:gd name="connsiteX11" fmla="*/ 31800 w 32935"/>
                  <a:gd name="connsiteY11" fmla="*/ 8615 h 59976"/>
                  <a:gd name="connsiteX12" fmla="*/ 31965 w 32935"/>
                  <a:gd name="connsiteY12" fmla="*/ 2320 h 59976"/>
                  <a:gd name="connsiteX13" fmla="*/ 26332 w 32935"/>
                  <a:gd name="connsiteY13" fmla="*/ 0 h 59976"/>
                  <a:gd name="connsiteX14" fmla="*/ 18379 w 32935"/>
                  <a:gd name="connsiteY14" fmla="*/ 15243 h 59976"/>
                  <a:gd name="connsiteX15" fmla="*/ 16888 w 32935"/>
                  <a:gd name="connsiteY15" fmla="*/ 20544 h 59976"/>
                  <a:gd name="connsiteX16" fmla="*/ 12581 w 32935"/>
                  <a:gd name="connsiteY16" fmla="*/ 29491 h 59976"/>
                  <a:gd name="connsiteX17" fmla="*/ 11255 w 32935"/>
                  <a:gd name="connsiteY17" fmla="*/ 31811 h 59976"/>
                  <a:gd name="connsiteX18" fmla="*/ 10427 w 32935"/>
                  <a:gd name="connsiteY18" fmla="*/ 33633 h 59976"/>
                  <a:gd name="connsiteX19" fmla="*/ 7444 w 32935"/>
                  <a:gd name="connsiteY19" fmla="*/ 38107 h 59976"/>
                  <a:gd name="connsiteX20" fmla="*/ 320 w 32935"/>
                  <a:gd name="connsiteY20" fmla="*/ 57160 h 59976"/>
                  <a:gd name="connsiteX21" fmla="*/ 8936 w 32935"/>
                  <a:gd name="connsiteY21" fmla="*/ 59977 h 59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2935" h="59976">
                    <a:moveTo>
                      <a:pt x="8936" y="59977"/>
                    </a:moveTo>
                    <a:lnTo>
                      <a:pt x="9267" y="59977"/>
                    </a:lnTo>
                    <a:cubicBezTo>
                      <a:pt x="12581" y="59977"/>
                      <a:pt x="15894" y="58817"/>
                      <a:pt x="19042" y="56829"/>
                    </a:cubicBezTo>
                    <a:lnTo>
                      <a:pt x="20202" y="56166"/>
                    </a:lnTo>
                    <a:lnTo>
                      <a:pt x="22024" y="54509"/>
                    </a:lnTo>
                    <a:cubicBezTo>
                      <a:pt x="26663" y="50367"/>
                      <a:pt x="28817" y="43243"/>
                      <a:pt x="30971" y="36947"/>
                    </a:cubicBezTo>
                    <a:cubicBezTo>
                      <a:pt x="31468" y="35290"/>
                      <a:pt x="32131" y="33633"/>
                      <a:pt x="32297" y="31811"/>
                    </a:cubicBezTo>
                    <a:lnTo>
                      <a:pt x="32628" y="29823"/>
                    </a:lnTo>
                    <a:cubicBezTo>
                      <a:pt x="33291" y="24355"/>
                      <a:pt x="32794" y="19053"/>
                      <a:pt x="31965" y="14249"/>
                    </a:cubicBezTo>
                    <a:cubicBezTo>
                      <a:pt x="31800" y="12757"/>
                      <a:pt x="31634" y="11266"/>
                      <a:pt x="31302" y="9775"/>
                    </a:cubicBezTo>
                    <a:lnTo>
                      <a:pt x="31137" y="9775"/>
                    </a:lnTo>
                    <a:lnTo>
                      <a:pt x="31800" y="8615"/>
                    </a:lnTo>
                    <a:cubicBezTo>
                      <a:pt x="32462" y="5467"/>
                      <a:pt x="32794" y="3479"/>
                      <a:pt x="31965" y="2320"/>
                    </a:cubicBezTo>
                    <a:cubicBezTo>
                      <a:pt x="31137" y="1160"/>
                      <a:pt x="29646" y="663"/>
                      <a:pt x="26332" y="0"/>
                    </a:cubicBezTo>
                    <a:cubicBezTo>
                      <a:pt x="22024" y="1657"/>
                      <a:pt x="20368" y="6959"/>
                      <a:pt x="18379" y="15243"/>
                    </a:cubicBezTo>
                    <a:cubicBezTo>
                      <a:pt x="17882" y="16900"/>
                      <a:pt x="17385" y="18722"/>
                      <a:pt x="16888" y="20544"/>
                    </a:cubicBezTo>
                    <a:cubicBezTo>
                      <a:pt x="15563" y="23858"/>
                      <a:pt x="14072" y="26675"/>
                      <a:pt x="12581" y="29491"/>
                    </a:cubicBezTo>
                    <a:lnTo>
                      <a:pt x="11255" y="31811"/>
                    </a:lnTo>
                    <a:lnTo>
                      <a:pt x="10427" y="33633"/>
                    </a:lnTo>
                    <a:cubicBezTo>
                      <a:pt x="9764" y="34959"/>
                      <a:pt x="8770" y="36284"/>
                      <a:pt x="7444" y="38107"/>
                    </a:cubicBezTo>
                    <a:cubicBezTo>
                      <a:pt x="3799" y="43409"/>
                      <a:pt x="-1337" y="50699"/>
                      <a:pt x="320" y="57160"/>
                    </a:cubicBezTo>
                    <a:cubicBezTo>
                      <a:pt x="2971" y="59148"/>
                      <a:pt x="5788" y="59977"/>
                      <a:pt x="8936" y="59977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80" name="任意多边形: 形状 1079"/>
              <p:cNvSpPr/>
              <p:nvPr/>
            </p:nvSpPr>
            <p:spPr>
              <a:xfrm>
                <a:off x="4896949" y="1395126"/>
                <a:ext cx="21444" cy="27668"/>
              </a:xfrm>
              <a:custGeom>
                <a:avLst/>
                <a:gdLst>
                  <a:gd name="connsiteX0" fmla="*/ 7967 w 21444"/>
                  <a:gd name="connsiteY0" fmla="*/ 27669 h 27668"/>
                  <a:gd name="connsiteX1" fmla="*/ 842 w 21444"/>
                  <a:gd name="connsiteY1" fmla="*/ 24521 h 27668"/>
                  <a:gd name="connsiteX2" fmla="*/ 15257 w 21444"/>
                  <a:gd name="connsiteY2" fmla="*/ 0 h 27668"/>
                  <a:gd name="connsiteX3" fmla="*/ 20558 w 21444"/>
                  <a:gd name="connsiteY3" fmla="*/ 4805 h 27668"/>
                  <a:gd name="connsiteX4" fmla="*/ 17410 w 21444"/>
                  <a:gd name="connsiteY4" fmla="*/ 22533 h 27668"/>
                  <a:gd name="connsiteX5" fmla="*/ 7967 w 21444"/>
                  <a:gd name="connsiteY5" fmla="*/ 27669 h 27668"/>
                  <a:gd name="connsiteX6" fmla="*/ 7967 w 21444"/>
                  <a:gd name="connsiteY6" fmla="*/ 27669 h 2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444" h="27668">
                    <a:moveTo>
                      <a:pt x="7967" y="27669"/>
                    </a:moveTo>
                    <a:cubicBezTo>
                      <a:pt x="6475" y="27669"/>
                      <a:pt x="4487" y="26840"/>
                      <a:pt x="842" y="24521"/>
                    </a:cubicBezTo>
                    <a:cubicBezTo>
                      <a:pt x="-3962" y="13586"/>
                      <a:pt x="13268" y="1325"/>
                      <a:pt x="15257" y="0"/>
                    </a:cubicBezTo>
                    <a:cubicBezTo>
                      <a:pt x="18073" y="663"/>
                      <a:pt x="19730" y="2154"/>
                      <a:pt x="20558" y="4805"/>
                    </a:cubicBezTo>
                    <a:cubicBezTo>
                      <a:pt x="22547" y="10272"/>
                      <a:pt x="21055" y="18059"/>
                      <a:pt x="17410" y="22533"/>
                    </a:cubicBezTo>
                    <a:cubicBezTo>
                      <a:pt x="12109" y="26178"/>
                      <a:pt x="9955" y="27669"/>
                      <a:pt x="7967" y="27669"/>
                    </a:cubicBezTo>
                    <a:lnTo>
                      <a:pt x="7967" y="27669"/>
                    </a:lnTo>
                    <a:close/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  <p:sp>
            <p:nvSpPr>
              <p:cNvPr id="1081" name="任意多边形: 形状 1080"/>
              <p:cNvSpPr/>
              <p:nvPr/>
            </p:nvSpPr>
            <p:spPr>
              <a:xfrm>
                <a:off x="4897161" y="1395457"/>
                <a:ext cx="20827" cy="27171"/>
              </a:xfrm>
              <a:custGeom>
                <a:avLst/>
                <a:gdLst>
                  <a:gd name="connsiteX0" fmla="*/ 7755 w 20827"/>
                  <a:gd name="connsiteY0" fmla="*/ 27172 h 27171"/>
                  <a:gd name="connsiteX1" fmla="*/ 7755 w 20827"/>
                  <a:gd name="connsiteY1" fmla="*/ 27172 h 27171"/>
                  <a:gd name="connsiteX2" fmla="*/ 16867 w 20827"/>
                  <a:gd name="connsiteY2" fmla="*/ 22201 h 27171"/>
                  <a:gd name="connsiteX3" fmla="*/ 20015 w 20827"/>
                  <a:gd name="connsiteY3" fmla="*/ 4805 h 27171"/>
                  <a:gd name="connsiteX4" fmla="*/ 15210 w 20827"/>
                  <a:gd name="connsiteY4" fmla="*/ 0 h 27171"/>
                  <a:gd name="connsiteX5" fmla="*/ 796 w 20827"/>
                  <a:gd name="connsiteY5" fmla="*/ 24024 h 27171"/>
                  <a:gd name="connsiteX6" fmla="*/ 7755 w 20827"/>
                  <a:gd name="connsiteY6" fmla="*/ 27172 h 271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827" h="27171">
                    <a:moveTo>
                      <a:pt x="7755" y="27172"/>
                    </a:moveTo>
                    <a:lnTo>
                      <a:pt x="7755" y="27172"/>
                    </a:lnTo>
                    <a:cubicBezTo>
                      <a:pt x="9743" y="27172"/>
                      <a:pt x="11897" y="25681"/>
                      <a:pt x="16867" y="22201"/>
                    </a:cubicBezTo>
                    <a:cubicBezTo>
                      <a:pt x="20512" y="17894"/>
                      <a:pt x="21838" y="10107"/>
                      <a:pt x="20015" y="4805"/>
                    </a:cubicBezTo>
                    <a:cubicBezTo>
                      <a:pt x="19187" y="2320"/>
                      <a:pt x="17696" y="663"/>
                      <a:pt x="15210" y="0"/>
                    </a:cubicBezTo>
                    <a:cubicBezTo>
                      <a:pt x="13222" y="1325"/>
                      <a:pt x="-3843" y="13586"/>
                      <a:pt x="796" y="24024"/>
                    </a:cubicBezTo>
                    <a:cubicBezTo>
                      <a:pt x="4275" y="26178"/>
                      <a:pt x="6264" y="27172"/>
                      <a:pt x="7755" y="27172"/>
                    </a:cubicBezTo>
                  </a:path>
                </a:pathLst>
              </a:custGeom>
              <a:grpFill/>
              <a:ln w="1655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latin typeface="+mj-ea"/>
                  <a:ea typeface="+mj-ea"/>
                </a:endParaRPr>
              </a:p>
            </p:txBody>
          </p:sp>
        </p:grpSp>
      </p:grpSp>
      <p:sp>
        <p:nvSpPr>
          <p:cNvPr id="1089" name="文本框 1088"/>
          <p:cNvSpPr txBox="1"/>
          <p:nvPr/>
        </p:nvSpPr>
        <p:spPr>
          <a:xfrm>
            <a:off x="712435" y="1553175"/>
            <a:ext cx="10800080" cy="1845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基于可逆信息嵌入的图像认证与自修复系统</a:t>
            </a:r>
            <a:br>
              <a:rPr lang="en-US" altLang="zh-CN" sz="4400" b="1" spc="300" dirty="0">
                <a:solidFill>
                  <a:schemeClr val="bg1"/>
                </a:solidFill>
                <a:latin typeface="+mj-ea"/>
                <a:ea typeface="+mj-ea"/>
              </a:rPr>
            </a:br>
            <a:r>
              <a:rPr lang="en-US" altLang="zh-CN" sz="1300" spc="300" dirty="0">
                <a:solidFill>
                  <a:schemeClr val="bg1"/>
                </a:solidFill>
                <a:latin typeface="+mj-ea"/>
                <a:ea typeface="+mj-ea"/>
              </a:rPr>
              <a:t>Image authentication and self-healing system based on reversible information embedding</a:t>
            </a:r>
          </a:p>
        </p:txBody>
      </p:sp>
      <p:graphicFrame>
        <p:nvGraphicFramePr>
          <p:cNvPr id="1094" name="表格 1093"/>
          <p:cNvGraphicFramePr>
            <a:graphicFrameLocks noGrp="1"/>
          </p:cNvGraphicFramePr>
          <p:nvPr/>
        </p:nvGraphicFramePr>
        <p:xfrm>
          <a:off x="4919749" y="4760664"/>
          <a:ext cx="4907432" cy="1358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9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838">
                <a:tc>
                  <a:txBody>
                    <a:bodyPr/>
                    <a:lstStyle/>
                    <a:p>
                      <a:pPr algn="dist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汇报人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赵罗曼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838">
                <a:tc>
                  <a:txBody>
                    <a:bodyPr/>
                    <a:lstStyle/>
                    <a:p>
                      <a:pPr algn="dist"/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课程老师</a:t>
                      </a:r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严迪群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55">
                <a:tc>
                  <a:txBody>
                    <a:bodyPr/>
                    <a:lstStyle/>
                    <a:p>
                      <a:pPr algn="dist"/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667125" y="3409315"/>
            <a:ext cx="4918075" cy="582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spc="300" dirty="0">
                <a:solidFill>
                  <a:schemeClr val="bg1"/>
                </a:solidFill>
                <a:latin typeface="+mj-ea"/>
                <a:ea typeface="+mj-ea"/>
              </a:rPr>
              <a:t>信息安全技术课程设计</a:t>
            </a:r>
          </a:p>
        </p:txBody>
      </p:sp>
      <p:pic>
        <p:nvPicPr>
          <p:cNvPr id="50" name="Picture 49" descr="240-宁波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8790" y="802640"/>
            <a:ext cx="1130935" cy="11309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0" y="534513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3" name="任意多边形: 形状 12"/>
          <p:cNvSpPr/>
          <p:nvPr/>
        </p:nvSpPr>
        <p:spPr>
          <a:xfrm>
            <a:off x="0" y="550545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5413762" y="491266"/>
            <a:ext cx="1364476" cy="70788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0F3D8B"/>
                </a:solidFill>
                <a:latin typeface="+mj-ea"/>
                <a:ea typeface="+mj-ea"/>
              </a:rPr>
              <a:t>目录</a:t>
            </a:r>
          </a:p>
        </p:txBody>
      </p:sp>
      <p:grpSp>
        <p:nvGrpSpPr>
          <p:cNvPr id="200" name="组合 199"/>
          <p:cNvGrpSpPr/>
          <p:nvPr/>
        </p:nvGrpSpPr>
        <p:grpSpPr>
          <a:xfrm>
            <a:off x="4825700" y="665209"/>
            <a:ext cx="398834" cy="360000"/>
            <a:chOff x="4753407" y="628651"/>
            <a:chExt cx="398834" cy="360000"/>
          </a:xfrm>
          <a:solidFill>
            <a:schemeClr val="bg2"/>
          </a:solidFill>
        </p:grpSpPr>
        <p:sp>
          <p:nvSpPr>
            <p:cNvPr id="197" name="矩形 196"/>
            <p:cNvSpPr/>
            <p:nvPr/>
          </p:nvSpPr>
          <p:spPr>
            <a:xfrm>
              <a:off x="5055437" y="628651"/>
              <a:ext cx="96804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/>
            <p:cNvSpPr/>
            <p:nvPr/>
          </p:nvSpPr>
          <p:spPr>
            <a:xfrm>
              <a:off x="4904422" y="718651"/>
              <a:ext cx="96804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 198"/>
            <p:cNvSpPr/>
            <p:nvPr/>
          </p:nvSpPr>
          <p:spPr>
            <a:xfrm>
              <a:off x="4753407" y="763651"/>
              <a:ext cx="96804" cy="9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1" name="组合 200"/>
          <p:cNvGrpSpPr/>
          <p:nvPr/>
        </p:nvGrpSpPr>
        <p:grpSpPr>
          <a:xfrm flipH="1">
            <a:off x="6967467" y="665209"/>
            <a:ext cx="398834" cy="360000"/>
            <a:chOff x="4753407" y="628651"/>
            <a:chExt cx="398834" cy="360000"/>
          </a:xfrm>
          <a:solidFill>
            <a:schemeClr val="bg2"/>
          </a:solidFill>
        </p:grpSpPr>
        <p:sp>
          <p:nvSpPr>
            <p:cNvPr id="202" name="矩形 201"/>
            <p:cNvSpPr/>
            <p:nvPr/>
          </p:nvSpPr>
          <p:spPr>
            <a:xfrm>
              <a:off x="5055437" y="628651"/>
              <a:ext cx="96804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4904422" y="718651"/>
              <a:ext cx="96804" cy="1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 203"/>
            <p:cNvSpPr/>
            <p:nvPr/>
          </p:nvSpPr>
          <p:spPr>
            <a:xfrm>
              <a:off x="4753407" y="763651"/>
              <a:ext cx="96804" cy="9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4267139" y="1597229"/>
            <a:ext cx="3186878" cy="720000"/>
            <a:chOff x="1066602" y="1989438"/>
            <a:chExt cx="3186878" cy="720000"/>
          </a:xfrm>
        </p:grpSpPr>
        <p:sp>
          <p:nvSpPr>
            <p:cNvPr id="7" name="文本框 6"/>
            <p:cNvSpPr txBox="1"/>
            <p:nvPr>
              <p:custDataLst>
                <p:tags r:id="rId12"/>
              </p:custDataLst>
            </p:nvPr>
          </p:nvSpPr>
          <p:spPr>
            <a:xfrm>
              <a:off x="2013200" y="211860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设计方案介绍</a:t>
              </a:r>
            </a:p>
          </p:txBody>
        </p:sp>
        <p:sp>
          <p:nvSpPr>
            <p:cNvPr id="8" name="矩形 7"/>
            <p:cNvSpPr/>
            <p:nvPr>
              <p:custDataLst>
                <p:tags r:id="rId13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01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3"/>
            </p:custDataLst>
          </p:nvPr>
        </p:nvGrpSpPr>
        <p:grpSpPr>
          <a:xfrm>
            <a:off x="4267139" y="4190384"/>
            <a:ext cx="4901378" cy="720000"/>
            <a:chOff x="1066602" y="1989438"/>
            <a:chExt cx="4901378" cy="720000"/>
          </a:xfrm>
        </p:grpSpPr>
        <p:sp>
          <p:nvSpPr>
            <p:cNvPr id="17" name="文本框 16"/>
            <p:cNvSpPr txBox="1"/>
            <p:nvPr>
              <p:custDataLst>
                <p:tags r:id="rId10"/>
              </p:custDataLst>
            </p:nvPr>
          </p:nvSpPr>
          <p:spPr>
            <a:xfrm>
              <a:off x="2013200" y="2118606"/>
              <a:ext cx="39547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软件业务逻辑与界面设计</a:t>
              </a:r>
            </a:p>
          </p:txBody>
        </p:sp>
        <p:sp>
          <p:nvSpPr>
            <p:cNvPr id="18" name="矩形 17"/>
            <p:cNvSpPr/>
            <p:nvPr>
              <p:custDataLst>
                <p:tags r:id="rId11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04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4"/>
            </p:custDataLst>
          </p:nvPr>
        </p:nvGrpSpPr>
        <p:grpSpPr>
          <a:xfrm>
            <a:off x="4267139" y="2466942"/>
            <a:ext cx="5587178" cy="720000"/>
            <a:chOff x="1066602" y="1989438"/>
            <a:chExt cx="5587178" cy="720000"/>
          </a:xfrm>
        </p:grpSpPr>
        <p:sp>
          <p:nvSpPr>
            <p:cNvPr id="21" name="文本框 20"/>
            <p:cNvSpPr txBox="1"/>
            <p:nvPr>
              <p:custDataLst>
                <p:tags r:id="rId8"/>
              </p:custDataLst>
            </p:nvPr>
          </p:nvSpPr>
          <p:spPr>
            <a:xfrm>
              <a:off x="2013200" y="2118606"/>
              <a:ext cx="46405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</a:rPr>
                <a:t>降低修复故障发生概率的方案</a:t>
              </a:r>
            </a:p>
          </p:txBody>
        </p:sp>
        <p:sp>
          <p:nvSpPr>
            <p:cNvPr id="22" name="矩形 21"/>
            <p:cNvSpPr/>
            <p:nvPr>
              <p:custDataLst>
                <p:tags r:id="rId9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3" name="组合 22"/>
          <p:cNvGrpSpPr/>
          <p:nvPr>
            <p:custDataLst>
              <p:tags r:id="rId5"/>
            </p:custDataLst>
          </p:nvPr>
        </p:nvGrpSpPr>
        <p:grpSpPr>
          <a:xfrm>
            <a:off x="4267139" y="3344580"/>
            <a:ext cx="3186878" cy="720000"/>
            <a:chOff x="1066602" y="1989438"/>
            <a:chExt cx="3186878" cy="720000"/>
          </a:xfrm>
        </p:grpSpPr>
        <p:sp>
          <p:nvSpPr>
            <p:cNvPr id="24" name="文本框 23"/>
            <p:cNvSpPr txBox="1"/>
            <p:nvPr>
              <p:custDataLst>
                <p:tags r:id="rId6"/>
              </p:custDataLst>
            </p:nvPr>
          </p:nvSpPr>
          <p:spPr>
            <a:xfrm>
              <a:off x="2013200" y="2118606"/>
              <a:ext cx="22402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 defTabSz="914400"/>
              <a:r>
                <a:rPr lang="zh-CN" altLang="en-US" sz="2400" b="1" spc="300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映射块的确定</a:t>
              </a:r>
              <a:endParaRPr lang="zh-CN" altLang="en-US" sz="2400" b="1" spc="3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7"/>
              </p:custDataLst>
            </p:nvPr>
          </p:nvSpPr>
          <p:spPr>
            <a:xfrm>
              <a:off x="1066602" y="1989438"/>
              <a:ext cx="720000" cy="72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dirty="0"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lang="zh-CN" altLang="en-US" sz="2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设计方案介绍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4" name="直接连接符 3"/>
          <p:cNvCxnSpPr>
            <a:stCxn id="3" idx="3"/>
          </p:cNvCxnSpPr>
          <p:nvPr/>
        </p:nvCxnSpPr>
        <p:spPr>
          <a:xfrm>
            <a:off x="3681813" y="558417"/>
            <a:ext cx="6653989" cy="900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535160" y="60960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1136650" y="1779270"/>
            <a:ext cx="849630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怎么进行可逆隐写？</a:t>
            </a:r>
            <a:endParaRPr lang="en-US" altLang="zh-CN" sz="2800" dirty="0">
              <a:ln w="0"/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怎么用尽可能短的</a:t>
            </a:r>
            <a:r>
              <a:rPr lang="en-US" altLang="zh-CN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Code</a:t>
            </a: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概括一个图片块？</a:t>
            </a:r>
            <a:endParaRPr lang="en-US" altLang="zh-CN" sz="2800" dirty="0">
              <a:ln w="0"/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怎么有更高的恢复质量？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怎么降低“无法修复”的发生概率？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每个图像块的信息该嵌入到哪里？</a:t>
            </a:r>
            <a:endParaRPr lang="en-US" altLang="zh-CN" sz="2800" dirty="0">
              <a:ln w="0"/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2800" dirty="0">
                <a:ln w="0"/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软件业务逻辑与界面如何设计？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43"/>
    </mc:Choice>
    <mc:Fallback xmlns=""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1000" fill="hold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fill="hold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96" name="组合 95"/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97" name="矩形 96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106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08" name="直接连接符 10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6" name="组合 115"/>
          <p:cNvGrpSpPr/>
          <p:nvPr/>
        </p:nvGrpSpPr>
        <p:grpSpPr>
          <a:xfrm>
            <a:off x="4595108" y="2239295"/>
            <a:ext cx="370083" cy="360885"/>
            <a:chOff x="2345935" y="2594237"/>
            <a:chExt cx="559334" cy="551456"/>
          </a:xfrm>
        </p:grpSpPr>
        <p:pic>
          <p:nvPicPr>
            <p:cNvPr id="117" name="图片 1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45935" y="2594237"/>
              <a:ext cx="559334" cy="551456"/>
            </a:xfrm>
            <a:prstGeom prst="rect">
              <a:avLst/>
            </a:prstGeom>
          </p:spPr>
        </p:pic>
        <p:sp>
          <p:nvSpPr>
            <p:cNvPr id="118" name="矩形 117"/>
            <p:cNvSpPr/>
            <p:nvPr/>
          </p:nvSpPr>
          <p:spPr>
            <a:xfrm>
              <a:off x="2345935" y="2594237"/>
              <a:ext cx="559334" cy="5292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2580568" y="2338779"/>
            <a:ext cx="1343025" cy="401320"/>
            <a:chOff x="2580574" y="3249720"/>
            <a:chExt cx="1343025" cy="401320"/>
          </a:xfrm>
        </p:grpSpPr>
        <p:sp>
          <p:nvSpPr>
            <p:cNvPr id="120" name="立方体 119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2889819" y="3282740"/>
              <a:ext cx="877570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43"/>
    </mc:Choice>
    <mc:Fallback xmlns=""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2.22222E-6 L -0.12097 -0.00695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055" y="-34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11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3.7037E-7 L 0.23867 0.2439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27" y="1219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2000" fill="hold"/>
                                        <p:tgtEl>
                                          <p:spTgt spid="119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10" name="矩形 9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组合 11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3" name="直接连接符 12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5" name="组合 34"/>
          <p:cNvGrpSpPr/>
          <p:nvPr/>
        </p:nvGrpSpPr>
        <p:grpSpPr>
          <a:xfrm>
            <a:off x="2138373" y="2611074"/>
            <a:ext cx="1515944" cy="404601"/>
            <a:chOff x="2580574" y="3249720"/>
            <a:chExt cx="1343025" cy="371550"/>
          </a:xfrm>
        </p:grpSpPr>
        <p:sp>
          <p:nvSpPr>
            <p:cNvPr id="33" name="立方体 32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889984" y="3283056"/>
              <a:ext cx="724204" cy="33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9882" y="2231235"/>
            <a:ext cx="377406" cy="375033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3242" y="2115965"/>
            <a:ext cx="377406" cy="375033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6223888" y="1459554"/>
            <a:ext cx="5462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对于篡改判断：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:= Code + Hash(Code)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43"/>
    </mc:Choice>
    <mc:Fallback xmlns=""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5 0.20648 L -0.01068 -0.0726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284" y="-139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L 0.16224 0.01736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12" y="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15" y="2236697"/>
            <a:ext cx="3257551" cy="3257551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595114" y="2235156"/>
            <a:ext cx="3257551" cy="3257551"/>
            <a:chOff x="2838448" y="1895472"/>
            <a:chExt cx="3257551" cy="3257551"/>
          </a:xfrm>
        </p:grpSpPr>
        <p:sp>
          <p:nvSpPr>
            <p:cNvPr id="13" name="矩形 12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38" name="直接连接符 3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组合 45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47" name="直接连接符 46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8" name="图片 57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89882" y="2231235"/>
            <a:ext cx="377406" cy="375033"/>
          </a:xfrm>
          <a:prstGeom prst="rect">
            <a:avLst/>
          </a:prstGeom>
        </p:spPr>
      </p:pic>
      <p:sp>
        <p:nvSpPr>
          <p:cNvPr id="60" name="文本框 59"/>
          <p:cNvSpPr txBox="1"/>
          <p:nvPr/>
        </p:nvSpPr>
        <p:spPr>
          <a:xfrm>
            <a:off x="6223888" y="1459554"/>
            <a:ext cx="546214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对于篡改判断：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:= Code + Hash(Code)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 detail="2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27522" y="4032730"/>
            <a:ext cx="377406" cy="375033"/>
          </a:xfrm>
          <a:prstGeom prst="rect">
            <a:avLst/>
          </a:prstGeom>
        </p:spPr>
      </p:pic>
      <p:grpSp>
        <p:nvGrpSpPr>
          <p:cNvPr id="69" name="组合 68"/>
          <p:cNvGrpSpPr/>
          <p:nvPr/>
        </p:nvGrpSpPr>
        <p:grpSpPr>
          <a:xfrm>
            <a:off x="1989148" y="3419429"/>
            <a:ext cx="1515944" cy="404601"/>
            <a:chOff x="2580574" y="3249720"/>
            <a:chExt cx="1343025" cy="371550"/>
          </a:xfrm>
        </p:grpSpPr>
        <p:sp>
          <p:nvSpPr>
            <p:cNvPr id="70" name="立方体 69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2889984" y="3283056"/>
              <a:ext cx="724204" cy="3382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</a:t>
              </a:r>
            </a:p>
          </p:txBody>
        </p:sp>
      </p:grpSp>
      <p:pic>
        <p:nvPicPr>
          <p:cNvPr id="63" name="图片 62" descr="爆炸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1840" y="2714625"/>
            <a:ext cx="1482090" cy="1482090"/>
          </a:xfrm>
          <a:prstGeom prst="rect">
            <a:avLst/>
          </a:prstGeom>
        </p:spPr>
      </p:pic>
      <p:sp>
        <p:nvSpPr>
          <p:cNvPr id="78" name="文本框 77"/>
          <p:cNvSpPr txBox="1"/>
          <p:nvPr/>
        </p:nvSpPr>
        <p:spPr>
          <a:xfrm>
            <a:off x="1397000" y="4407535"/>
            <a:ext cx="291782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备份信息无效，无法恢复</a:t>
            </a:r>
          </a:p>
        </p:txBody>
      </p:sp>
      <p:pic>
        <p:nvPicPr>
          <p:cNvPr id="80" name="图片 79" descr="可怜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2270" y="1872615"/>
            <a:ext cx="297180" cy="297180"/>
          </a:xfrm>
          <a:prstGeom prst="rect">
            <a:avLst/>
          </a:prstGeom>
        </p:spPr>
      </p:pic>
      <p:sp>
        <p:nvSpPr>
          <p:cNvPr id="81" name="云形标注 80"/>
          <p:cNvSpPr/>
          <p:nvPr/>
        </p:nvSpPr>
        <p:spPr>
          <a:xfrm rot="20760000" flipH="1">
            <a:off x="3953510" y="1737995"/>
            <a:ext cx="774700" cy="565785"/>
          </a:xfrm>
          <a:prstGeom prst="cloudCallout">
            <a:avLst>
              <a:gd name="adj1" fmla="val -39686"/>
              <a:gd name="adj2" fmla="val 76646"/>
            </a:avLst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43"/>
    </mc:Choice>
    <mc:Fallback xmlns=""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2292 0.0891667 L 0.0128646 -0.0197222 " pathEditMode="relative" rAng="0" ptsTypes="">
                                      <p:cBhvr>
                                        <p:cTn id="9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00" y="-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2566670" y="4776517"/>
            <a:ext cx="2105025" cy="497840"/>
            <a:chOff x="2580574" y="3249720"/>
            <a:chExt cx="1343025" cy="497840"/>
          </a:xfrm>
        </p:grpSpPr>
        <p:sp>
          <p:nvSpPr>
            <p:cNvPr id="26" name="立方体 25"/>
            <p:cNvSpPr/>
            <p:nvPr/>
          </p:nvSpPr>
          <p:spPr>
            <a:xfrm>
              <a:off x="2580574" y="3249720"/>
              <a:ext cx="1343025" cy="66672"/>
            </a:xfrm>
            <a:prstGeom prst="cube">
              <a:avLst>
                <a:gd name="adj" fmla="val 39610"/>
              </a:avLst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749516" y="3379260"/>
              <a:ext cx="1097108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b="1" dirty="0">
                  <a:solidFill>
                    <a:srgbClr val="191B1F"/>
                  </a:solidFill>
                  <a:latin typeface="微软雅黑" panose="020B0503020204020204" charset="-122"/>
                  <a:ea typeface="微软雅黑" panose="020B0503020204020204" charset="-122"/>
                </a:rPr>
                <a:t>Code(70bit)</a:t>
              </a:r>
            </a:p>
          </p:txBody>
        </p:sp>
      </p:grpSp>
      <p:sp>
        <p:nvSpPr>
          <p:cNvPr id="120" name="立方体 119"/>
          <p:cNvSpPr/>
          <p:nvPr/>
        </p:nvSpPr>
        <p:spPr>
          <a:xfrm>
            <a:off x="2550795" y="4779057"/>
            <a:ext cx="2121535" cy="66672"/>
          </a:xfrm>
          <a:prstGeom prst="cube">
            <a:avLst>
              <a:gd name="adj" fmla="val 39610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965" y="2928894"/>
            <a:ext cx="3257551" cy="3257551"/>
          </a:xfrm>
          <a:prstGeom prst="rect">
            <a:avLst/>
          </a:prstGeom>
        </p:spPr>
      </p:pic>
      <p:grpSp>
        <p:nvGrpSpPr>
          <p:cNvPr id="96" name="组合 95"/>
          <p:cNvGrpSpPr/>
          <p:nvPr/>
        </p:nvGrpSpPr>
        <p:grpSpPr>
          <a:xfrm>
            <a:off x="6569964" y="2927353"/>
            <a:ext cx="3257551" cy="3257551"/>
            <a:chOff x="2838448" y="1895472"/>
            <a:chExt cx="3257551" cy="3257551"/>
          </a:xfrm>
        </p:grpSpPr>
        <p:sp>
          <p:nvSpPr>
            <p:cNvPr id="97" name="矩形 96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接连接符 105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7" name="组合 106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108" name="直接连接符 10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rcRect l="437" t="2508"/>
          <a:stretch>
            <a:fillRect/>
          </a:stretch>
        </p:blipFill>
        <p:spPr>
          <a:xfrm>
            <a:off x="6557645" y="2913427"/>
            <a:ext cx="744340" cy="3816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414780" y="3495722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17" name="矩形 16"/>
          <p:cNvSpPr/>
          <p:nvPr/>
        </p:nvSpPr>
        <p:spPr>
          <a:xfrm>
            <a:off x="2726690" y="3495722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18" name="矩形 17"/>
          <p:cNvSpPr/>
          <p:nvPr/>
        </p:nvSpPr>
        <p:spPr>
          <a:xfrm>
            <a:off x="1235710" y="3269027"/>
            <a:ext cx="2675255" cy="760095"/>
          </a:xfrm>
          <a:prstGeom prst="rect">
            <a:avLst/>
          </a:prstGeom>
          <a:noFill/>
          <a:ln>
            <a:solidFill>
              <a:schemeClr val="accent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20" name="直接箭头连接符 19"/>
          <p:cNvCxnSpPr>
            <a:cxnSpLocks/>
          </p:cNvCxnSpPr>
          <p:nvPr/>
        </p:nvCxnSpPr>
        <p:spPr>
          <a:xfrm flipV="1">
            <a:off x="3997325" y="3642724"/>
            <a:ext cx="553722" cy="9843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4671695" y="3495722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</a:t>
            </a:r>
          </a:p>
        </p:txBody>
      </p:sp>
      <p:sp>
        <p:nvSpPr>
          <p:cNvPr id="28" name="矩形 27"/>
          <p:cNvSpPr/>
          <p:nvPr/>
        </p:nvSpPr>
        <p:spPr>
          <a:xfrm>
            <a:off x="8014970" y="4732702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29" name="矩形 28"/>
          <p:cNvSpPr/>
          <p:nvPr/>
        </p:nvSpPr>
        <p:spPr>
          <a:xfrm>
            <a:off x="8379460" y="5814742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078346" y="1178763"/>
            <a:ext cx="77984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对于篡改判断：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 := Code1+Code2 + Hash(Code1+Code2)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414780" y="3489372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38" name="矩形 37"/>
          <p:cNvSpPr/>
          <p:nvPr/>
        </p:nvSpPr>
        <p:spPr>
          <a:xfrm>
            <a:off x="2726690" y="3489372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备份信息</a:t>
            </a:r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39" name="矩形 38"/>
          <p:cNvSpPr/>
          <p:nvPr/>
        </p:nvSpPr>
        <p:spPr>
          <a:xfrm>
            <a:off x="1235710" y="3262677"/>
            <a:ext cx="2675255" cy="760095"/>
          </a:xfrm>
          <a:prstGeom prst="rect">
            <a:avLst/>
          </a:prstGeom>
          <a:noFill/>
          <a:ln>
            <a:solidFill>
              <a:schemeClr val="accent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1" name="矩形 40"/>
          <p:cNvSpPr/>
          <p:nvPr/>
        </p:nvSpPr>
        <p:spPr>
          <a:xfrm>
            <a:off x="4671695" y="3489372"/>
            <a:ext cx="991870" cy="3378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hash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C12315-AF25-F3EB-E3AD-B0E4E7209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6794" y="2503035"/>
            <a:ext cx="451661" cy="45166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7D2C6FE-221D-DBCE-CE37-890920694D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5121" y="2512742"/>
            <a:ext cx="451187" cy="45402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BF3D254-257C-625C-BEFE-C5F9E8C61972}"/>
              </a:ext>
            </a:extLst>
          </p:cNvPr>
          <p:cNvCxnSpPr>
            <a:cxnSpLocks/>
          </p:cNvCxnSpPr>
          <p:nvPr/>
        </p:nvCxnSpPr>
        <p:spPr>
          <a:xfrm>
            <a:off x="1910715" y="2975820"/>
            <a:ext cx="0" cy="239392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B22E078-11D4-8322-549E-D6A5DB252F05}"/>
              </a:ext>
            </a:extLst>
          </p:cNvPr>
          <p:cNvCxnSpPr>
            <a:cxnSpLocks/>
          </p:cNvCxnSpPr>
          <p:nvPr/>
        </p:nvCxnSpPr>
        <p:spPr>
          <a:xfrm>
            <a:off x="3239656" y="2975478"/>
            <a:ext cx="0" cy="239392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E2B76C4-0EAA-2209-1A6E-AC9935F96E95}"/>
              </a:ext>
            </a:extLst>
          </p:cNvPr>
          <p:cNvCxnSpPr>
            <a:cxnSpLocks/>
          </p:cNvCxnSpPr>
          <p:nvPr/>
        </p:nvCxnSpPr>
        <p:spPr>
          <a:xfrm>
            <a:off x="2471596" y="4101220"/>
            <a:ext cx="1139966" cy="569090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078F407-0F44-8EAE-EF30-EDC6D0B02CCD}"/>
              </a:ext>
            </a:extLst>
          </p:cNvPr>
          <p:cNvCxnSpPr>
            <a:cxnSpLocks/>
          </p:cNvCxnSpPr>
          <p:nvPr/>
        </p:nvCxnSpPr>
        <p:spPr>
          <a:xfrm flipH="1">
            <a:off x="3787312" y="3875363"/>
            <a:ext cx="1380318" cy="794947"/>
          </a:xfrm>
          <a:prstGeom prst="straightConnector1">
            <a:avLst/>
          </a:prstGeom>
          <a:ln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3ABE03CB-F294-5B15-C566-94C357562F9C}"/>
              </a:ext>
            </a:extLst>
          </p:cNvPr>
          <p:cNvCxnSpPr>
            <a:cxnSpLocks/>
          </p:cNvCxnSpPr>
          <p:nvPr/>
        </p:nvCxnSpPr>
        <p:spPr>
          <a:xfrm>
            <a:off x="4911662" y="4809853"/>
            <a:ext cx="3051638" cy="102871"/>
          </a:xfrm>
          <a:prstGeom prst="straightConnector1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A2C77A92-AC4C-B033-9418-B0726699366E}"/>
              </a:ext>
            </a:extLst>
          </p:cNvPr>
          <p:cNvCxnSpPr>
            <a:cxnSpLocks/>
          </p:cNvCxnSpPr>
          <p:nvPr/>
        </p:nvCxnSpPr>
        <p:spPr>
          <a:xfrm>
            <a:off x="4904254" y="4816203"/>
            <a:ext cx="3467245" cy="1192346"/>
          </a:xfrm>
          <a:prstGeom prst="straightConnector1">
            <a:avLst/>
          </a:prstGeom>
          <a:ln w="28575">
            <a:solidFill>
              <a:schemeClr val="accent1">
                <a:lumMod val="75000"/>
                <a:lumOff val="2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81C94E8F-482B-E4FB-6368-3D3B8A1F5618}"/>
              </a:ext>
            </a:extLst>
          </p:cNvPr>
          <p:cNvSpPr txBox="1"/>
          <p:nvPr/>
        </p:nvSpPr>
        <p:spPr>
          <a:xfrm>
            <a:off x="1685121" y="2157884"/>
            <a:ext cx="4511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38662FB-8B24-8625-0F60-D7AD84D87C53}"/>
              </a:ext>
            </a:extLst>
          </p:cNvPr>
          <p:cNvSpPr txBox="1"/>
          <p:nvPr/>
        </p:nvSpPr>
        <p:spPr>
          <a:xfrm>
            <a:off x="3041579" y="2157884"/>
            <a:ext cx="4511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711AA15-3F77-8AC3-7E4D-35F33C20FCE3}"/>
              </a:ext>
            </a:extLst>
          </p:cNvPr>
          <p:cNvSpPr txBox="1"/>
          <p:nvPr/>
        </p:nvSpPr>
        <p:spPr>
          <a:xfrm>
            <a:off x="6534822" y="2565936"/>
            <a:ext cx="4511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5949C58-C337-7AED-8539-3F3C77D7442D}"/>
              </a:ext>
            </a:extLst>
          </p:cNvPr>
          <p:cNvSpPr txBox="1"/>
          <p:nvPr/>
        </p:nvSpPr>
        <p:spPr>
          <a:xfrm>
            <a:off x="6911709" y="2566062"/>
            <a:ext cx="451187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443">
        <p159:morph option="byObject"/>
      </p:transition>
    </mc:Choice>
    <mc:Fallback xmlns="">
      <p:transition spd="slow" advTm="5044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375 0.000740741 L -0.360312 -0.085092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00" y="-410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4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0417 -0.117222 L 0.00182292 -0.000277778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00" y="710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46354 -0.118796 L 0.000885417 0 " pathEditMode="relative" rAng="0" ptsTypes="">
                                      <p:cBhvr>
                                        <p:cTn id="3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0" y="620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91146 0.145463 " pathEditMode="relative" rAng="0" ptsTypes="">
                                      <p:cBhvr>
                                        <p:cTn id="4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00" y="750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666667 0.147037 " pathEditMode="relative" rAng="0" ptsTypes="">
                                      <p:cBhvr>
                                        <p:cTn id="5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0" y="730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459375 0.150556 " pathEditMode="relative" ptsTypes="">
                                      <p:cBhvr>
                                        <p:cTn id="5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16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6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2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28125 0.144167 " pathEditMode="relative" ptsTypes="">
                                      <p:cBhvr>
                                        <p:cTn id="7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6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2000" fill="hold"/>
                                        <p:tgtEl>
                                          <p:spTgt spid="21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07292 0 L 0.416667 0.139259 " pathEditMode="relative" rAng="0" ptsTypes="">
                                      <p:cBhvr>
                                        <p:cTn id="8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0" y="-80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1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25000" y="25000"/>
                                    </p:animScale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8" grpId="0" animBg="1"/>
      <p:bldP spid="18" grpId="1" animBg="1"/>
      <p:bldP spid="18" grpId="2" animBg="1"/>
      <p:bldP spid="18" grpId="3" animBg="1"/>
      <p:bldP spid="21" grpId="0" animBg="1"/>
      <p:bldP spid="21" grpId="1" animBg="1"/>
      <p:bldP spid="21" grpId="2" animBg="1"/>
      <p:bldP spid="21" grpId="3" animBg="1"/>
      <p:bldP spid="28" grpId="0" bldLvl="0" animBg="1"/>
      <p:bldP spid="29" grpId="0" bldLvl="0" animBg="1"/>
      <p:bldP spid="46" grpId="0"/>
      <p:bldP spid="37" grpId="0" animBg="1"/>
      <p:bldP spid="38" grpId="0" animBg="1"/>
      <p:bldP spid="39" grpId="0" animBg="1"/>
      <p:bldP spid="41" grpId="0" animBg="1"/>
      <p:bldP spid="52" grpId="0"/>
      <p:bldP spid="53" grpId="0"/>
      <p:bldP spid="54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53009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降低修复故障发生概率的方案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6" name="直接连接符 5"/>
          <p:cNvCxnSpPr>
            <a:stCxn id="3" idx="3"/>
          </p:cNvCxnSpPr>
          <p:nvPr/>
        </p:nvCxnSpPr>
        <p:spPr>
          <a:xfrm>
            <a:off x="6437713" y="558417"/>
            <a:ext cx="3051175" cy="952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sp>
        <p:nvSpPr>
          <p:cNvPr id="46" name="文本框 45"/>
          <p:cNvSpPr txBox="1"/>
          <p:nvPr/>
        </p:nvSpPr>
        <p:spPr>
          <a:xfrm>
            <a:off x="1136650" y="1070610"/>
            <a:ext cx="9446260" cy="5060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单个块映射信息到其它多个块方案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?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较小的空间开销：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Code1+Code2+hash(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Code1+Code2)&lt;					Code1+Code2+hash(Code1)+hash(Code2)+.....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增强鲁棒性：通过将相邻块组成关联块，进行信息映射，即使块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的映射块受损，依然可以依靠块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的映射块恢复信息。这种冗余的设计提高了系统对局部损坏的容忍度。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捷：当一幅图像的某个局部区域遭受损坏时，根据图像的像素间的空间相关性，可以预见到其邻近区域也很可能受到损害。由于这种损坏的局部性和扩散性，进行图像修复时可以同时对相邻块进行修复，提高了修复效率。</a:t>
            </a: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443"/>
    </mc:Choice>
    <mc:Fallback xmlns="">
      <p:transition spd="slow" advTm="504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3859530" y="1300480"/>
            <a:ext cx="1738630" cy="1737995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2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882640" y="1038860"/>
            <a:ext cx="2129155" cy="2129155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</a:p>
        </p:txBody>
      </p:sp>
      <p:sp>
        <p:nvSpPr>
          <p:cNvPr id="3" name="椭圆 2"/>
          <p:cNvSpPr/>
          <p:nvPr/>
        </p:nvSpPr>
        <p:spPr>
          <a:xfrm>
            <a:off x="3447415" y="3229610"/>
            <a:ext cx="2673350" cy="26733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6370955" y="3368040"/>
            <a:ext cx="3002915" cy="2988945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1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>
            <a:stCxn id="7" idx="3"/>
          </p:cNvCxnSpPr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</a:p>
        </p:txBody>
      </p:sp>
      <p:sp>
        <p:nvSpPr>
          <p:cNvPr id="3" name="椭圆 2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</a:p>
        </p:txBody>
      </p:sp>
      <p:sp>
        <p:nvSpPr>
          <p:cNvPr id="5" name="椭圆 4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6529736" y="2378799"/>
            <a:ext cx="6214461" cy="20801965"/>
            <a:chOff x="6786410" y="2378799"/>
            <a:chExt cx="6214461" cy="20801965"/>
          </a:xfrm>
        </p:grpSpPr>
        <p:grpSp>
          <p:nvGrpSpPr>
            <p:cNvPr id="43" name="组合 42"/>
            <p:cNvGrpSpPr/>
            <p:nvPr/>
          </p:nvGrpSpPr>
          <p:grpSpPr>
            <a:xfrm>
              <a:off x="6786410" y="2378799"/>
              <a:ext cx="4989195" cy="1799590"/>
              <a:chOff x="5987344" y="2462137"/>
              <a:chExt cx="4989195" cy="1799590"/>
            </a:xfrm>
          </p:grpSpPr>
          <p:cxnSp>
            <p:nvCxnSpPr>
              <p:cNvPr id="60" name="直线连接符 59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/>
              <p:cNvSpPr txBox="1"/>
              <p:nvPr/>
            </p:nvSpPr>
            <p:spPr>
              <a:xfrm>
                <a:off x="5987344" y="3694037"/>
                <a:ext cx="4989195" cy="5676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不用随机映射，用公式确定映射块</a:t>
                </a: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87344" y="2462137"/>
                <a:ext cx="3436037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GB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确定性</a:t>
                </a:r>
                <a:endParaRPr kumimoji="0" lang="en-US" altLang="zh-CN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796215" y="15158786"/>
              <a:ext cx="6204656" cy="2229438"/>
              <a:chOff x="6473670" y="2462137"/>
              <a:chExt cx="6204656" cy="2229438"/>
            </a:xfrm>
          </p:grpSpPr>
          <p:sp>
            <p:nvSpPr>
              <p:cNvPr id="51" name="文本框 50"/>
              <p:cNvSpPr txBox="1"/>
              <p:nvPr/>
            </p:nvSpPr>
            <p:spPr>
              <a:xfrm>
                <a:off x="6473670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Write it down on your notebook.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473670" y="2462137"/>
                <a:ext cx="6204656" cy="2229438"/>
                <a:chOff x="5987344" y="2462137"/>
                <a:chExt cx="6204656" cy="2229438"/>
              </a:xfrm>
            </p:grpSpPr>
            <p:cxnSp>
              <p:nvCxnSpPr>
                <p:cNvPr id="53" name="直线连接符 52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文本框 53"/>
                <p:cNvSpPr txBox="1"/>
                <p:nvPr/>
              </p:nvSpPr>
              <p:spPr>
                <a:xfrm>
                  <a:off x="5987344" y="4139436"/>
                  <a:ext cx="3398999" cy="5521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把它写在笔记本上。</a:t>
                  </a:r>
                  <a:endPara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  <p:sp>
              <p:nvSpPr>
                <p:cNvPr id="55" name="文本框 54"/>
                <p:cNvSpPr txBox="1"/>
                <p:nvPr/>
              </p:nvSpPr>
              <p:spPr>
                <a:xfrm>
                  <a:off x="5987344" y="2462137"/>
                  <a:ext cx="620465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Notebook</a:t>
                  </a:r>
                  <a:endParaRPr lang="zh-CN" altLang="en-US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6789451" y="20841570"/>
              <a:ext cx="5804332" cy="2339194"/>
              <a:chOff x="6032256" y="2468057"/>
              <a:chExt cx="5804332" cy="2339194"/>
            </a:xfrm>
          </p:grpSpPr>
          <p:cxnSp>
            <p:nvCxnSpPr>
              <p:cNvPr id="47" name="直线连接符 46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6080658" y="3782128"/>
                <a:ext cx="5334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We</a:t>
                </a: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 </a:t>
                </a: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prefer to focus on the positive.</a:t>
                </a: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6032256" y="4255112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我们更愿意关注积极一面。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6032256" y="246805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positive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6845150" y="9550117"/>
              <a:ext cx="5804332" cy="2270936"/>
              <a:chOff x="6038611" y="2211984"/>
              <a:chExt cx="5804332" cy="2270936"/>
            </a:xfrm>
          </p:grpSpPr>
          <p:cxnSp>
            <p:nvCxnSpPr>
              <p:cNvPr id="65" name="直线连接符 64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文本框 65"/>
              <p:cNvSpPr txBox="1"/>
              <p:nvPr/>
            </p:nvSpPr>
            <p:spPr>
              <a:xfrm>
                <a:off x="6038611" y="3551297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The exams are drawing near.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6038611" y="3930781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考试越来越近了。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6038611" y="2211984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Exams</a:t>
                </a:r>
                <a:endParaRPr kumimoji="1" lang="zh-CN" altLang="en-US" sz="40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8" name="直接连接符 7"/>
          <p:cNvCxnSpPr>
            <a:stCxn id="7" idx="3"/>
          </p:cNvCxnSpPr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6465570" y="-4803833"/>
            <a:ext cx="6214461" cy="20801965"/>
            <a:chOff x="6786410" y="2378799"/>
            <a:chExt cx="6214461" cy="20801965"/>
          </a:xfrm>
        </p:grpSpPr>
        <p:grpSp>
          <p:nvGrpSpPr>
            <p:cNvPr id="77" name="组合 76"/>
            <p:cNvGrpSpPr/>
            <p:nvPr/>
          </p:nvGrpSpPr>
          <p:grpSpPr>
            <a:xfrm>
              <a:off x="6786410" y="2378799"/>
              <a:ext cx="4989368" cy="2229438"/>
              <a:chOff x="5987344" y="2462137"/>
              <a:chExt cx="4989368" cy="2229438"/>
            </a:xfrm>
          </p:grpSpPr>
          <p:cxnSp>
            <p:nvCxnSpPr>
              <p:cNvPr id="94" name="直线连接符 93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文本框 94"/>
              <p:cNvSpPr txBox="1"/>
              <p:nvPr/>
            </p:nvSpPr>
            <p:spPr>
              <a:xfrm>
                <a:off x="5987344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It's vital to zap stress fast.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5987344" y="4139436"/>
                <a:ext cx="3479111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快速消除压力很重要。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5987344" y="246213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Stress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6796215" y="15158786"/>
              <a:ext cx="6204656" cy="2229438"/>
              <a:chOff x="6473670" y="2462137"/>
              <a:chExt cx="6204656" cy="2229438"/>
            </a:xfrm>
          </p:grpSpPr>
          <p:sp>
            <p:nvSpPr>
              <p:cNvPr id="89" name="文本框 88"/>
              <p:cNvSpPr txBox="1"/>
              <p:nvPr/>
            </p:nvSpPr>
            <p:spPr>
              <a:xfrm>
                <a:off x="6473670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Write it down on your notebook.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grpSp>
            <p:nvGrpSpPr>
              <p:cNvPr id="90" name="组合 89"/>
              <p:cNvGrpSpPr/>
              <p:nvPr/>
            </p:nvGrpSpPr>
            <p:grpSpPr>
              <a:xfrm>
                <a:off x="6473670" y="2462137"/>
                <a:ext cx="6204656" cy="2229438"/>
                <a:chOff x="5987344" y="2462137"/>
                <a:chExt cx="6204656" cy="2229438"/>
              </a:xfrm>
            </p:grpSpPr>
            <p:cxnSp>
              <p:nvCxnSpPr>
                <p:cNvPr id="91" name="直线连接符 90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文本框 91"/>
                <p:cNvSpPr txBox="1"/>
                <p:nvPr/>
              </p:nvSpPr>
              <p:spPr>
                <a:xfrm>
                  <a:off x="5987344" y="4139436"/>
                  <a:ext cx="3398999" cy="5521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把它写在笔记本上。</a:t>
                  </a:r>
                  <a:endPara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5987344" y="2462137"/>
                  <a:ext cx="620465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Notebook</a:t>
                  </a:r>
                  <a:endParaRPr lang="zh-CN" altLang="en-US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79" name="组合 78"/>
            <p:cNvGrpSpPr/>
            <p:nvPr/>
          </p:nvGrpSpPr>
          <p:grpSpPr>
            <a:xfrm>
              <a:off x="6789451" y="20841570"/>
              <a:ext cx="5804332" cy="2339194"/>
              <a:chOff x="6032256" y="2468057"/>
              <a:chExt cx="5804332" cy="2339194"/>
            </a:xfrm>
          </p:grpSpPr>
          <p:cxnSp>
            <p:nvCxnSpPr>
              <p:cNvPr id="85" name="直线连接符 84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文本框 85"/>
              <p:cNvSpPr txBox="1"/>
              <p:nvPr/>
            </p:nvSpPr>
            <p:spPr>
              <a:xfrm>
                <a:off x="6080658" y="3782128"/>
                <a:ext cx="5334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We</a:t>
                </a: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 </a:t>
                </a: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prefer to focus on the positive.</a:t>
                </a: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6032256" y="4255112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我们更愿意关注积极一面。</a:t>
                </a:r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6032256" y="246805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positive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6845150" y="9550117"/>
              <a:ext cx="4989368" cy="1799688"/>
              <a:chOff x="6038611" y="2211984"/>
              <a:chExt cx="4989368" cy="1799688"/>
            </a:xfrm>
          </p:grpSpPr>
          <p:cxnSp>
            <p:nvCxnSpPr>
              <p:cNvPr id="81" name="直线连接符 80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文本框 81"/>
              <p:cNvSpPr txBox="1"/>
              <p:nvPr/>
            </p:nvSpPr>
            <p:spPr>
              <a:xfrm>
                <a:off x="6038611" y="3551297"/>
                <a:ext cx="498936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尽可能远</a:t>
                </a:r>
                <a:r>
                  <a:rPr kumimoji="0" lang="en-US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(</a:t>
                </a:r>
                <a:r>
                  <a:rPr kumimoji="0" lang="zh-CN" altLang="en-GB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最远距离</a:t>
                </a:r>
                <a:r>
                  <a:rPr kumimoji="0" lang="en-US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-NP-Hard问题</a:t>
                </a: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×</a:t>
                </a:r>
                <a:r>
                  <a:rPr kumimoji="0" lang="en-US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黑体" panose="02010609060101010101" charset="-122"/>
                    <a:ea typeface="黑体" panose="02010609060101010101" charset="-122"/>
                  </a:rPr>
                  <a:t>)</a:t>
                </a: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>
                <a:off x="6038611" y="2211984"/>
                <a:ext cx="435800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54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距离的保持</a:t>
                </a:r>
                <a:endParaRPr lang="en-GB" altLang="zh-CN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</a:p>
        </p:txBody>
      </p:sp>
      <p:sp>
        <p:nvSpPr>
          <p:cNvPr id="19" name="椭圆 18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sz="12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10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rcRect l="5055"/>
          <a:stretch>
            <a:fillRect/>
          </a:stretch>
        </p:blipFill>
        <p:spPr>
          <a:xfrm>
            <a:off x="6524625" y="4215130"/>
            <a:ext cx="3911600" cy="1007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6529738" y="-10408656"/>
            <a:ext cx="6214461" cy="20801965"/>
            <a:chOff x="6786410" y="2378799"/>
            <a:chExt cx="6214461" cy="20801965"/>
          </a:xfrm>
        </p:grpSpPr>
        <p:grpSp>
          <p:nvGrpSpPr>
            <p:cNvPr id="51" name="组合 50"/>
            <p:cNvGrpSpPr/>
            <p:nvPr/>
          </p:nvGrpSpPr>
          <p:grpSpPr>
            <a:xfrm>
              <a:off x="6786410" y="2378799"/>
              <a:ext cx="4989368" cy="2229438"/>
              <a:chOff x="5987344" y="2462137"/>
              <a:chExt cx="4989368" cy="2229438"/>
            </a:xfrm>
          </p:grpSpPr>
          <p:cxnSp>
            <p:nvCxnSpPr>
              <p:cNvPr id="68" name="直线连接符 67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5987344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It's vital to zap stress fast.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5987344" y="4139436"/>
                <a:ext cx="3479111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快速消除压力很重要。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5987344" y="246213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Stress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796215" y="15158786"/>
              <a:ext cx="6204656" cy="1799688"/>
              <a:chOff x="6473670" y="2462137"/>
              <a:chExt cx="6204656" cy="1799688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6473670" y="3801450"/>
                <a:ext cx="4989368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+mn-ea"/>
                  </a:rPr>
                  <a:t>虑引入两个密钥来控制映射的过程</a:t>
                </a: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6473670" y="2462137"/>
                <a:ext cx="6204656" cy="1077165"/>
                <a:chOff x="5987344" y="2462137"/>
                <a:chExt cx="6204656" cy="1077165"/>
              </a:xfrm>
            </p:grpSpPr>
            <p:cxnSp>
              <p:nvCxnSpPr>
                <p:cNvPr id="65" name="直线连接符 64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文本框 66"/>
                <p:cNvSpPr txBox="1"/>
                <p:nvPr/>
              </p:nvSpPr>
              <p:spPr>
                <a:xfrm>
                  <a:off x="5987344" y="2462137"/>
                  <a:ext cx="6204656" cy="9220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buClrTx/>
                    <a:buSzTx/>
                    <a:buFontTx/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  <a:sym typeface="+mn-ea"/>
                    </a:rPr>
                    <a:t>安全性</a:t>
                  </a:r>
                  <a:endParaRPr lang="en-GB" altLang="zh-CN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6789451" y="20841570"/>
              <a:ext cx="5804332" cy="2339194"/>
              <a:chOff x="6032256" y="2468057"/>
              <a:chExt cx="5804332" cy="2339194"/>
            </a:xfrm>
          </p:grpSpPr>
          <p:cxnSp>
            <p:nvCxnSpPr>
              <p:cNvPr id="59" name="直线连接符 58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/>
              <p:cNvSpPr txBox="1"/>
              <p:nvPr/>
            </p:nvSpPr>
            <p:spPr>
              <a:xfrm>
                <a:off x="6080658" y="3782128"/>
                <a:ext cx="53347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We</a:t>
                </a: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 </a:t>
                </a: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prefer to focus on the positive.</a:t>
                </a: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6032256" y="4255112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我们更愿意关注积极一面。</a:t>
                </a: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6032256" y="246805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positive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845150" y="9550117"/>
              <a:ext cx="5804332" cy="2270936"/>
              <a:chOff x="6038611" y="2211984"/>
              <a:chExt cx="5804332" cy="2270936"/>
            </a:xfrm>
          </p:grpSpPr>
          <p:cxnSp>
            <p:nvCxnSpPr>
              <p:cNvPr id="55" name="直线连接符 54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6038611" y="3551297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The exams are drawing near.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6038611" y="3930781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考试越来越近了。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6038611" y="2211984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Exams</a:t>
                </a:r>
                <a:endParaRPr kumimoji="1" lang="zh-CN" altLang="en-US" sz="40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5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  <a:endParaRPr kumimoji="1" lang="zh-CN" altLang="en-US" sz="16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</a:p>
        </p:txBody>
      </p:sp>
      <p:sp>
        <p:nvSpPr>
          <p:cNvPr id="21" name="椭圆 20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140" y="4286885"/>
            <a:ext cx="4989195" cy="629285"/>
          </a:xfrm>
          <a:prstGeom prst="rect">
            <a:avLst/>
          </a:prstGeom>
        </p:spPr>
      </p:pic>
      <p:sp>
        <p:nvSpPr>
          <p:cNvPr id="42" name="矩形 41"/>
          <p:cNvSpPr/>
          <p:nvPr/>
        </p:nvSpPr>
        <p:spPr>
          <a:xfrm>
            <a:off x="6479540" y="1912620"/>
            <a:ext cx="5316220" cy="3569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700" y="1914117"/>
            <a:ext cx="3257551" cy="3257551"/>
          </a:xfrm>
          <a:prstGeom prst="rect">
            <a:avLst/>
          </a:prstGeom>
        </p:spPr>
      </p:pic>
      <p:grpSp>
        <p:nvGrpSpPr>
          <p:cNvPr id="44" name="组合 43"/>
          <p:cNvGrpSpPr/>
          <p:nvPr/>
        </p:nvGrpSpPr>
        <p:grpSpPr>
          <a:xfrm>
            <a:off x="7624699" y="1912576"/>
            <a:ext cx="3257551" cy="3257551"/>
            <a:chOff x="2838448" y="1895472"/>
            <a:chExt cx="3257551" cy="3257551"/>
          </a:xfrm>
        </p:grpSpPr>
        <p:sp>
          <p:nvSpPr>
            <p:cNvPr id="45" name="矩形 44"/>
            <p:cNvSpPr/>
            <p:nvPr/>
          </p:nvSpPr>
          <p:spPr>
            <a:xfrm>
              <a:off x="2838448" y="1895472"/>
              <a:ext cx="3257551" cy="3257551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2838448" y="2256364"/>
              <a:ext cx="3257551" cy="2526244"/>
              <a:chOff x="2838448" y="2256364"/>
              <a:chExt cx="3257551" cy="2526244"/>
            </a:xfrm>
          </p:grpSpPr>
          <p:cxnSp>
            <p:nvCxnSpPr>
              <p:cNvPr id="47" name="直接连接符 46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连接符 71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组合 76"/>
            <p:cNvGrpSpPr/>
            <p:nvPr/>
          </p:nvGrpSpPr>
          <p:grpSpPr>
            <a:xfrm rot="5400000">
              <a:off x="2838446" y="2261126"/>
              <a:ext cx="3257551" cy="2526244"/>
              <a:chOff x="2838448" y="2256364"/>
              <a:chExt cx="3257551" cy="2526244"/>
            </a:xfrm>
          </p:grpSpPr>
          <p:cxnSp>
            <p:nvCxnSpPr>
              <p:cNvPr id="78" name="直接连接符 77"/>
              <p:cNvCxnSpPr/>
              <p:nvPr/>
            </p:nvCxnSpPr>
            <p:spPr>
              <a:xfrm>
                <a:off x="2838448" y="3339040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连接符 78"/>
              <p:cNvCxnSpPr/>
              <p:nvPr/>
            </p:nvCxnSpPr>
            <p:spPr>
              <a:xfrm>
                <a:off x="2838448" y="261725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连接符 79"/>
              <p:cNvCxnSpPr/>
              <p:nvPr/>
            </p:nvCxnSpPr>
            <p:spPr>
              <a:xfrm>
                <a:off x="2838448" y="297814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/>
              <p:cNvCxnSpPr/>
              <p:nvPr/>
            </p:nvCxnSpPr>
            <p:spPr>
              <a:xfrm>
                <a:off x="2838448" y="3699932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/>
              <p:nvPr/>
            </p:nvCxnSpPr>
            <p:spPr>
              <a:xfrm>
                <a:off x="2838448" y="406082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/>
              <p:nvPr/>
            </p:nvCxnSpPr>
            <p:spPr>
              <a:xfrm>
                <a:off x="2838448" y="4421716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/>
              <p:cNvCxnSpPr/>
              <p:nvPr/>
            </p:nvCxnSpPr>
            <p:spPr>
              <a:xfrm>
                <a:off x="2838448" y="4782608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连接符 84"/>
              <p:cNvCxnSpPr/>
              <p:nvPr/>
            </p:nvCxnSpPr>
            <p:spPr>
              <a:xfrm>
                <a:off x="2838448" y="2256364"/>
                <a:ext cx="3257551" cy="0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6" name="图片 85"/>
          <p:cNvPicPr>
            <a:picLocks noChangeAspect="1"/>
          </p:cNvPicPr>
          <p:nvPr/>
        </p:nvPicPr>
        <p:blipFill>
          <a:blip r:embed="rId4"/>
          <a:srcRect l="437" t="2508"/>
          <a:stretch>
            <a:fillRect/>
          </a:stretch>
        </p:blipFill>
        <p:spPr>
          <a:xfrm>
            <a:off x="7612380" y="1898650"/>
            <a:ext cx="744340" cy="381600"/>
          </a:xfrm>
          <a:prstGeom prst="rect">
            <a:avLst/>
          </a:prstGeom>
        </p:spPr>
      </p:pic>
      <p:sp>
        <p:nvSpPr>
          <p:cNvPr id="87" name="矩形 86"/>
          <p:cNvSpPr/>
          <p:nvPr/>
        </p:nvSpPr>
        <p:spPr>
          <a:xfrm>
            <a:off x="9434195" y="263588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</a:p>
        </p:txBody>
      </p:sp>
      <p:sp>
        <p:nvSpPr>
          <p:cNvPr id="88" name="矩形 87"/>
          <p:cNvSpPr/>
          <p:nvPr/>
        </p:nvSpPr>
        <p:spPr>
          <a:xfrm>
            <a:off x="8709025" y="299656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4"/>
          <a:srcRect l="437" t="2508"/>
          <a:stretch>
            <a:fillRect/>
          </a:stretch>
        </p:blipFill>
        <p:spPr>
          <a:xfrm>
            <a:off x="7610475" y="1892300"/>
            <a:ext cx="744340" cy="381600"/>
          </a:xfrm>
          <a:prstGeom prst="rect">
            <a:avLst/>
          </a:prstGeom>
        </p:spPr>
      </p:pic>
      <p:sp>
        <p:nvSpPr>
          <p:cNvPr id="90" name="矩形 89"/>
          <p:cNvSpPr/>
          <p:nvPr/>
        </p:nvSpPr>
        <p:spPr>
          <a:xfrm>
            <a:off x="10516870" y="335280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>
                    <a:lumMod val="20000"/>
                    <a:lumOff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</a:p>
        </p:txBody>
      </p:sp>
      <p:cxnSp>
        <p:nvCxnSpPr>
          <p:cNvPr id="91" name="直接箭头连接符 90"/>
          <p:cNvCxnSpPr/>
          <p:nvPr/>
        </p:nvCxnSpPr>
        <p:spPr>
          <a:xfrm flipH="1">
            <a:off x="8199120" y="2078990"/>
            <a:ext cx="531495" cy="127762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7983220" y="336042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</a:p>
        </p:txBody>
      </p:sp>
      <p:sp>
        <p:nvSpPr>
          <p:cNvPr id="93" name="矩形 92"/>
          <p:cNvSpPr/>
          <p:nvPr/>
        </p:nvSpPr>
        <p:spPr>
          <a:xfrm>
            <a:off x="9794240" y="372173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</a:p>
        </p:txBody>
      </p:sp>
      <p:sp>
        <p:nvSpPr>
          <p:cNvPr id="94" name="矩形 93"/>
          <p:cNvSpPr/>
          <p:nvPr/>
        </p:nvSpPr>
        <p:spPr>
          <a:xfrm>
            <a:off x="8364220" y="4443095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</a:p>
        </p:txBody>
      </p:sp>
      <p:sp>
        <p:nvSpPr>
          <p:cNvPr id="116" name="矩形 115"/>
          <p:cNvSpPr/>
          <p:nvPr/>
        </p:nvSpPr>
        <p:spPr>
          <a:xfrm>
            <a:off x="7630160" y="480568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</a:p>
        </p:txBody>
      </p:sp>
      <p:sp>
        <p:nvSpPr>
          <p:cNvPr id="117" name="矩形 116"/>
          <p:cNvSpPr/>
          <p:nvPr/>
        </p:nvSpPr>
        <p:spPr>
          <a:xfrm>
            <a:off x="9065895" y="407416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6</a:t>
            </a:r>
          </a:p>
        </p:txBody>
      </p:sp>
      <p:cxnSp>
        <p:nvCxnSpPr>
          <p:cNvPr id="118" name="直接箭头连接符 117"/>
          <p:cNvCxnSpPr/>
          <p:nvPr/>
        </p:nvCxnSpPr>
        <p:spPr>
          <a:xfrm>
            <a:off x="8730615" y="2085340"/>
            <a:ext cx="1771650" cy="123825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9448165" y="2117090"/>
            <a:ext cx="330200" cy="156210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>
            <a:endCxn id="117" idx="0"/>
          </p:cNvCxnSpPr>
          <p:nvPr/>
        </p:nvCxnSpPr>
        <p:spPr>
          <a:xfrm flipH="1">
            <a:off x="9250045" y="2117090"/>
            <a:ext cx="185420" cy="195707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>
            <a:endCxn id="94" idx="0"/>
          </p:cNvCxnSpPr>
          <p:nvPr/>
        </p:nvCxnSpPr>
        <p:spPr>
          <a:xfrm flipH="1">
            <a:off x="8548370" y="2123440"/>
            <a:ext cx="1598295" cy="2319655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>
            <a:endCxn id="116" idx="0"/>
          </p:cNvCxnSpPr>
          <p:nvPr/>
        </p:nvCxnSpPr>
        <p:spPr>
          <a:xfrm flipH="1">
            <a:off x="7814310" y="2110740"/>
            <a:ext cx="2357755" cy="269494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3" name="矩形 122"/>
          <p:cNvSpPr/>
          <p:nvPr/>
        </p:nvSpPr>
        <p:spPr>
          <a:xfrm>
            <a:off x="10156190" y="4799330"/>
            <a:ext cx="368300" cy="360045"/>
          </a:xfrm>
          <a:prstGeom prst="rect">
            <a:avLst/>
          </a:prstGeom>
          <a:noFill/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9</a:t>
            </a:r>
          </a:p>
        </p:txBody>
      </p:sp>
      <p:cxnSp>
        <p:nvCxnSpPr>
          <p:cNvPr id="124" name="直接箭头连接符 123"/>
          <p:cNvCxnSpPr/>
          <p:nvPr/>
        </p:nvCxnSpPr>
        <p:spPr>
          <a:xfrm flipH="1">
            <a:off x="10356215" y="2078990"/>
            <a:ext cx="311150" cy="2717800"/>
          </a:xfrm>
          <a:prstGeom prst="straightConnector1">
            <a:avLst/>
          </a:prstGeom>
          <a:ln w="28575" cmpd="sng">
            <a:solidFill>
              <a:schemeClr val="bg2">
                <a:lumMod val="60000"/>
                <a:lumOff val="4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文本框 124"/>
          <p:cNvSpPr txBox="1"/>
          <p:nvPr/>
        </p:nvSpPr>
        <p:spPr>
          <a:xfrm>
            <a:off x="8465185" y="5481955"/>
            <a:ext cx="18910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rPr>
              <a:t>K1=7,K2=17</a:t>
            </a:r>
          </a:p>
        </p:txBody>
      </p:sp>
      <p:sp>
        <p:nvSpPr>
          <p:cNvPr id="127" name="矩形 126"/>
          <p:cNvSpPr/>
          <p:nvPr/>
        </p:nvSpPr>
        <p:spPr>
          <a:xfrm>
            <a:off x="6591300" y="1288415"/>
            <a:ext cx="4975860" cy="4964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8" name="图片 1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110" y="3293110"/>
            <a:ext cx="5085715" cy="237363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6658610" y="1913890"/>
            <a:ext cx="4859655" cy="1379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/>
              <a:t>n=100，k1=5，k2=7，碰撞明显</a:t>
            </a:r>
          </a:p>
          <a:p>
            <a:pPr>
              <a:lnSpc>
                <a:spcPct val="150000"/>
              </a:lnSpc>
            </a:pPr>
            <a:r>
              <a:rPr lang="zh-CN" altLang="en-US" sz="2000"/>
              <a:t>例如：X=1和X=21，对应的Y都是12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0833e-05 0.00462963 L 0.1325 0.107037 " pathEditMode="relative" rAng="0" ptsTypes="">
                                      <p:cBhvr>
                                        <p:cTn id="19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0" y="-2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1000" fill="hold"/>
                                        <p:tgtEl>
                                          <p:spTgt spid="8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33854 0.158704 " pathEditMode="relative" rAng="0" ptsTypes="">
                                      <p:cBhvr>
                                        <p:cTn id="3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00" y="210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9" dur="1000" fill="hold"/>
                                        <p:tgtEl>
                                          <p:spTgt spid="8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87" grpId="0" bldLvl="0" animBg="1"/>
      <p:bldP spid="87" grpId="1" animBg="1"/>
      <p:bldP spid="88" grpId="0" bldLvl="0" animBg="1"/>
      <p:bldP spid="88" grpId="1" animBg="1"/>
      <p:bldP spid="90" grpId="0" bldLvl="0" animBg="1"/>
      <p:bldP spid="90" grpId="1" animBg="1"/>
      <p:bldP spid="92" grpId="0" bldLvl="0" animBg="1"/>
      <p:bldP spid="92" grpId="1" animBg="1"/>
      <p:bldP spid="93" grpId="0" bldLvl="0" animBg="1"/>
      <p:bldP spid="93" grpId="1" animBg="1"/>
      <p:bldP spid="94" grpId="0" bldLvl="0" animBg="1"/>
      <p:bldP spid="94" grpId="1" animBg="1"/>
      <p:bldP spid="116" grpId="0" bldLvl="0" animBg="1"/>
      <p:bldP spid="116" grpId="1" animBg="1"/>
      <p:bldP spid="117" grpId="0" bldLvl="0" animBg="1"/>
      <p:bldP spid="117" grpId="1" animBg="1"/>
      <p:bldP spid="123" grpId="0" bldLvl="0" animBg="1"/>
      <p:bldP spid="123" grpId="1" animBg="1"/>
      <p:bldP spid="125" grpId="0"/>
      <p:bldP spid="125" grpId="1"/>
      <p:bldP spid="127" grpId="0" animBg="1"/>
      <p:bldP spid="1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/>
        </p:nvGrpSpPr>
        <p:grpSpPr>
          <a:xfrm>
            <a:off x="6545646" y="-16097270"/>
            <a:ext cx="6214595" cy="21260581"/>
            <a:chOff x="6786276" y="2378799"/>
            <a:chExt cx="6214595" cy="21260581"/>
          </a:xfrm>
        </p:grpSpPr>
        <p:grpSp>
          <p:nvGrpSpPr>
            <p:cNvPr id="51" name="组合 50"/>
            <p:cNvGrpSpPr/>
            <p:nvPr/>
          </p:nvGrpSpPr>
          <p:grpSpPr>
            <a:xfrm>
              <a:off x="6786410" y="2378799"/>
              <a:ext cx="4989368" cy="2229438"/>
              <a:chOff x="5987344" y="2462137"/>
              <a:chExt cx="4989368" cy="2229438"/>
            </a:xfrm>
          </p:grpSpPr>
          <p:cxnSp>
            <p:nvCxnSpPr>
              <p:cNvPr id="68" name="直线连接符 67"/>
              <p:cNvCxnSpPr/>
              <p:nvPr/>
            </p:nvCxnSpPr>
            <p:spPr>
              <a:xfrm>
                <a:off x="6056803" y="353930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/>
            </p:nvSpPr>
            <p:spPr>
              <a:xfrm>
                <a:off x="5987344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It's vital to zap stress fast.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5987344" y="4139436"/>
                <a:ext cx="3479111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快速消除压力很重要。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5987344" y="2462137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Stress</a:t>
                </a:r>
                <a:endParaRPr kumimoji="1" lang="zh-CN" altLang="en-US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6796215" y="15158786"/>
              <a:ext cx="6204656" cy="2229438"/>
              <a:chOff x="6473670" y="2462137"/>
              <a:chExt cx="6204656" cy="2229438"/>
            </a:xfrm>
          </p:grpSpPr>
          <p:sp>
            <p:nvSpPr>
              <p:cNvPr id="63" name="文本框 62"/>
              <p:cNvSpPr txBox="1"/>
              <p:nvPr/>
            </p:nvSpPr>
            <p:spPr>
              <a:xfrm>
                <a:off x="6473670" y="3801450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2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Write it down on your notebook.</a:t>
                </a:r>
                <a:endParaRPr lang="zh-CN" altLang="en-US" sz="2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6473670" y="2462137"/>
                <a:ext cx="6204656" cy="2229438"/>
                <a:chOff x="5987344" y="2462137"/>
                <a:chExt cx="6204656" cy="2229438"/>
              </a:xfrm>
            </p:grpSpPr>
            <p:cxnSp>
              <p:nvCxnSpPr>
                <p:cNvPr id="65" name="直线连接符 64"/>
                <p:cNvCxnSpPr/>
                <p:nvPr/>
              </p:nvCxnSpPr>
              <p:spPr>
                <a:xfrm>
                  <a:off x="6056803" y="3539302"/>
                  <a:ext cx="1006897" cy="0"/>
                </a:xfrm>
                <a:prstGeom prst="line">
                  <a:avLst/>
                </a:prstGeom>
                <a:ln w="19050">
                  <a:solidFill>
                    <a:srgbClr val="196F37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文本框 65"/>
                <p:cNvSpPr txBox="1"/>
                <p:nvPr/>
              </p:nvSpPr>
              <p:spPr>
                <a:xfrm>
                  <a:off x="5987344" y="4139436"/>
                  <a:ext cx="3398999" cy="5521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5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40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把它写在笔记本上。</a:t>
                  </a:r>
                  <a:endParaRPr kumimoji="1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5987344" y="2462137"/>
                  <a:ext cx="6204656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/>
                  </a:pPr>
                  <a:r>
                    <a:rPr lang="en-GB" altLang="zh-CN" sz="5400" dirty="0"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latin typeface="Source Han Sans CN Regular" panose="020B0500000000000000" pitchFamily="34" charset="-128"/>
                      <a:ea typeface="Source Han Sans CN Regular" panose="020B0500000000000000" pitchFamily="34" charset="-128"/>
                    </a:rPr>
                    <a:t>Notebook</a:t>
                  </a:r>
                  <a:endParaRPr lang="zh-CN" altLang="en-US" sz="54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endParaRPr>
                </a:p>
              </p:txBody>
            </p:sp>
          </p:grpSp>
        </p:grpSp>
        <p:grpSp>
          <p:nvGrpSpPr>
            <p:cNvPr id="53" name="组合 52"/>
            <p:cNvGrpSpPr/>
            <p:nvPr/>
          </p:nvGrpSpPr>
          <p:grpSpPr>
            <a:xfrm>
              <a:off x="6786276" y="20841570"/>
              <a:ext cx="4784725" cy="2797810"/>
              <a:chOff x="6029081" y="2468057"/>
              <a:chExt cx="4784725" cy="2797810"/>
            </a:xfrm>
          </p:grpSpPr>
          <p:cxnSp>
            <p:nvCxnSpPr>
              <p:cNvPr id="59" name="直线连接符 58"/>
              <p:cNvCxnSpPr/>
              <p:nvPr/>
            </p:nvCxnSpPr>
            <p:spPr>
              <a:xfrm>
                <a:off x="6101715" y="3545222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文本框 60"/>
              <p:cNvSpPr txBox="1"/>
              <p:nvPr/>
            </p:nvSpPr>
            <p:spPr>
              <a:xfrm>
                <a:off x="6029081" y="3651062"/>
                <a:ext cx="4784725" cy="1614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</a:rPr>
                  <a:t>开放定址法，冲突后往后找空位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  <a:sym typeface="+mn-ea"/>
                  </a:rPr>
                  <a:t>密钥仓库，</a:t>
                </a:r>
                <a:r>
                  <a:rPr lang="zh-CN" altLang="en-US" sz="2200" dirty="0">
                    <a:solidFill>
                      <a:prstClr val="black">
                        <a:lumMod val="85000"/>
                        <a:lumOff val="15000"/>
                      </a:prstClr>
                    </a:solidFill>
                    <a:ea typeface="+mn-lt"/>
                  </a:rPr>
                  <a:t>在多个可能的密钥对中寻找不冲突的密钥对</a:t>
                </a: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6032256" y="2468057"/>
                <a:ext cx="3436037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CN" sz="540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  <a:sym typeface="+mn-ea"/>
                  </a:rPr>
                  <a:t>避免冲突</a:t>
                </a:r>
                <a:endParaRPr lang="en-GB" altLang="zh-CN" sz="5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6845150" y="9550117"/>
              <a:ext cx="5804332" cy="2270936"/>
              <a:chOff x="6038611" y="2211984"/>
              <a:chExt cx="5804332" cy="2270936"/>
            </a:xfrm>
          </p:grpSpPr>
          <p:cxnSp>
            <p:nvCxnSpPr>
              <p:cNvPr id="55" name="直线连接符 54"/>
              <p:cNvCxnSpPr/>
              <p:nvPr/>
            </p:nvCxnSpPr>
            <p:spPr>
              <a:xfrm>
                <a:off x="6108070" y="3289149"/>
                <a:ext cx="1006897" cy="0"/>
              </a:xfrm>
              <a:prstGeom prst="line">
                <a:avLst/>
              </a:prstGeom>
              <a:ln w="19050">
                <a:solidFill>
                  <a:srgbClr val="196F3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文本框 55"/>
              <p:cNvSpPr txBox="1"/>
              <p:nvPr/>
            </p:nvSpPr>
            <p:spPr>
              <a:xfrm>
                <a:off x="6038611" y="3551297"/>
                <a:ext cx="49893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The exams are drawing near.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6038611" y="3930781"/>
                <a:ext cx="5804332" cy="552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考试越来越近了。</a:t>
                </a:r>
                <a:endParaRPr kumimoji="1" lang="zh-CN" altLang="en-US" sz="24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6038611" y="2211984"/>
                <a:ext cx="343603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CN" sz="540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ource Han Sans CN Regular" panose="020B0500000000000000" pitchFamily="34" charset="-128"/>
                    <a:ea typeface="Source Han Sans CN Regular" panose="020B0500000000000000" pitchFamily="34" charset="-128"/>
                  </a:rPr>
                  <a:t>Exams</a:t>
                </a:r>
                <a:endParaRPr kumimoji="1" lang="zh-CN" altLang="en-US" sz="400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Source Han Sans CN Regular" panose="020B0500000000000000" pitchFamily="34" charset="-128"/>
                  <a:ea typeface="Source Han Sans CN Regular" panose="020B0500000000000000" pitchFamily="34" charset="-128"/>
                </a:endParaRPr>
              </a:p>
            </p:txBody>
          </p:sp>
        </p:grpSp>
      </p:grpSp>
      <p:sp>
        <p:nvSpPr>
          <p:cNvPr id="4" name="文本框 3"/>
          <p:cNvSpPr txBox="1"/>
          <p:nvPr/>
        </p:nvSpPr>
        <p:spPr>
          <a:xfrm>
            <a:off x="358346" y="288442"/>
            <a:ext cx="720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+mj-ea"/>
                <a:ea typeface="+mj-ea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822" y="297442"/>
            <a:ext cx="25450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映射块的确定</a:t>
            </a:r>
            <a:endParaRPr lang="zh-CN" altLang="en-US" sz="2800" b="1" spc="300" dirty="0">
              <a:latin typeface="+mj-ea"/>
              <a:ea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 flipV="1">
            <a:off x="3681813" y="540002"/>
            <a:ext cx="5829300" cy="1841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28065" y="2665730"/>
            <a:ext cx="1428750" cy="142875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2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距离的保持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Keep</a:t>
            </a:r>
            <a:r>
              <a:rPr kumimoji="1" lang="en-US" altLang="zh-CN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distance</a:t>
            </a:r>
          </a:p>
        </p:txBody>
      </p:sp>
      <p:sp>
        <p:nvSpPr>
          <p:cNvPr id="19" name="椭圆 18"/>
          <p:cNvSpPr/>
          <p:nvPr/>
        </p:nvSpPr>
        <p:spPr>
          <a:xfrm>
            <a:off x="1742440" y="1329690"/>
            <a:ext cx="1116330" cy="111633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9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安全性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7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security</a:t>
            </a:r>
            <a:endParaRPr kumimoji="1" lang="zh-CN" altLang="en-US" sz="9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592580" y="4144010"/>
            <a:ext cx="1728470" cy="172847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6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确定性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certainty</a:t>
            </a:r>
          </a:p>
        </p:txBody>
      </p:sp>
      <p:sp>
        <p:nvSpPr>
          <p:cNvPr id="21" name="椭圆 20"/>
          <p:cNvSpPr/>
          <p:nvPr/>
        </p:nvSpPr>
        <p:spPr>
          <a:xfrm>
            <a:off x="2811780" y="1546225"/>
            <a:ext cx="3149600" cy="3149600"/>
          </a:xfrm>
          <a:prstGeom prst="ellipse">
            <a:avLst/>
          </a:prstGeom>
          <a:solidFill>
            <a:srgbClr val="688EB2"/>
          </a:solidFill>
          <a:ln>
            <a:noFill/>
          </a:ln>
          <a:effectLst>
            <a:outerShdw blurRad="50800" dist="38100" dir="2700000" sx="101000" sy="101000" algn="tl" rotWithShape="0">
              <a:srgbClr val="003F8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buClrTx/>
              <a:buSzTx/>
              <a:buFontTx/>
            </a:pPr>
            <a:r>
              <a:rPr kumimoji="1"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避免冲突</a:t>
            </a:r>
          </a:p>
          <a:p>
            <a:pPr lvl="0" algn="ctr">
              <a:buClrTx/>
              <a:buSzTx/>
              <a:buFontTx/>
            </a:pPr>
            <a:r>
              <a:rPr kumimoji="1" lang="zh-CN" altLang="en-US" sz="1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Avoid conflict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8346" y="288442"/>
            <a:ext cx="72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6822" y="297442"/>
            <a:ext cx="45135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defTabSz="914400"/>
            <a:r>
              <a:rPr lang="zh-CN" altLang="en-US" sz="2800" b="1" spc="3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软件业务逻辑与界面设计</a:t>
            </a:r>
            <a:endParaRPr lang="zh-CN" altLang="en-US" sz="2800" spc="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743836" y="559052"/>
            <a:ext cx="385318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521825" y="78105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宁波大学黑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745" y="226060"/>
            <a:ext cx="2233930" cy="681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6065" y="1650390"/>
            <a:ext cx="6580505" cy="4032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395" y="1326515"/>
            <a:ext cx="7153222" cy="46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8395" y="1389405"/>
            <a:ext cx="7250430" cy="45542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0" y="1389087"/>
            <a:ext cx="7221220" cy="4554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0" y="1389087"/>
            <a:ext cx="7100570" cy="455485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0" y="1359560"/>
            <a:ext cx="7221220" cy="461391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43175" y="1389380"/>
            <a:ext cx="7148195" cy="45535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5"/>
    </mc:Choice>
    <mc:Fallback xmlns="">
      <p:transition spd="slow" advTm="2679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任意多边形: 形状 18"/>
          <p:cNvSpPr/>
          <p:nvPr/>
        </p:nvSpPr>
        <p:spPr>
          <a:xfrm>
            <a:off x="0" y="534513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512314" y="2015719"/>
            <a:ext cx="31673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300" dirty="0">
                <a:solidFill>
                  <a:schemeClr val="bg2"/>
                </a:solidFill>
                <a:latin typeface="+mj-ea"/>
                <a:ea typeface="+mj-ea"/>
              </a:rPr>
              <a:t>感谢聆听！</a:t>
            </a:r>
            <a:endParaRPr lang="en-US" altLang="zh-CN" sz="4400" b="1" spc="300" dirty="0">
              <a:solidFill>
                <a:schemeClr val="bg2"/>
              </a:solidFill>
              <a:latin typeface="+mj-ea"/>
              <a:ea typeface="+mj-ea"/>
            </a:endParaRPr>
          </a:p>
        </p:txBody>
      </p:sp>
      <p:cxnSp>
        <p:nvCxnSpPr>
          <p:cNvPr id="52" name="直接连接符 51"/>
          <p:cNvCxnSpPr/>
          <p:nvPr/>
        </p:nvCxnSpPr>
        <p:spPr>
          <a:xfrm>
            <a:off x="1056788" y="3012614"/>
            <a:ext cx="1007842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任意多边形: 形状 12"/>
          <p:cNvSpPr/>
          <p:nvPr/>
        </p:nvSpPr>
        <p:spPr>
          <a:xfrm>
            <a:off x="0" y="5505451"/>
            <a:ext cx="12192000" cy="1352550"/>
          </a:xfrm>
          <a:custGeom>
            <a:avLst/>
            <a:gdLst>
              <a:gd name="connsiteX0" fmla="*/ 0 w 12192000"/>
              <a:gd name="connsiteY0" fmla="*/ 0 h 676591"/>
              <a:gd name="connsiteX1" fmla="*/ 44410 w 12192000"/>
              <a:gd name="connsiteY1" fmla="*/ 11770 h 676591"/>
              <a:gd name="connsiteX2" fmla="*/ 6096000 w 12192000"/>
              <a:gd name="connsiteY2" fmla="*/ 430968 h 676591"/>
              <a:gd name="connsiteX3" fmla="*/ 12147590 w 12192000"/>
              <a:gd name="connsiteY3" fmla="*/ 11770 h 676591"/>
              <a:gd name="connsiteX4" fmla="*/ 12192000 w 12192000"/>
              <a:gd name="connsiteY4" fmla="*/ 0 h 676591"/>
              <a:gd name="connsiteX5" fmla="*/ 12192000 w 12192000"/>
              <a:gd name="connsiteY5" fmla="*/ 676591 h 676591"/>
              <a:gd name="connsiteX6" fmla="*/ 0 w 12192000"/>
              <a:gd name="connsiteY6" fmla="*/ 676591 h 676591"/>
              <a:gd name="connsiteX7" fmla="*/ 0 w 12192000"/>
              <a:gd name="connsiteY7" fmla="*/ 0 h 676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76591">
                <a:moveTo>
                  <a:pt x="0" y="0"/>
                </a:moveTo>
                <a:lnTo>
                  <a:pt x="44410" y="11770"/>
                </a:lnTo>
                <a:cubicBezTo>
                  <a:pt x="1041443" y="258115"/>
                  <a:pt x="3375564" y="430968"/>
                  <a:pt x="6096000" y="430968"/>
                </a:cubicBezTo>
                <a:cubicBezTo>
                  <a:pt x="8816436" y="430968"/>
                  <a:pt x="11150557" y="258115"/>
                  <a:pt x="12147590" y="11770"/>
                </a:cubicBezTo>
                <a:lnTo>
                  <a:pt x="12192000" y="0"/>
                </a:lnTo>
                <a:lnTo>
                  <a:pt x="12192000" y="676591"/>
                </a:lnTo>
                <a:lnTo>
                  <a:pt x="0" y="67659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6862" y="961887"/>
            <a:ext cx="1323062" cy="105262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6"/>
          <a:srcRect l="13275" t="7950" r="12114" b="51019"/>
          <a:stretch>
            <a:fillRect/>
          </a:stretch>
        </p:blipFill>
        <p:spPr>
          <a:xfrm>
            <a:off x="5581923" y="1145701"/>
            <a:ext cx="1678137" cy="636038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656455" y="886460"/>
            <a:ext cx="2603500" cy="1065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I4OTIzYTM4MmFjNDAzZWZiNGEyM2QwNjc2NTFmN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971905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971905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4770866141732,&quot;left&quot;:335.99519685039365,&quot;top&quot;:125.766062992126,&quot;width&quot;:501.835275590551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971905;"/>
</p:tagLst>
</file>

<file path=ppt/theme/theme1.xml><?xml version="1.0" encoding="utf-8"?>
<a:theme xmlns:a="http://schemas.openxmlformats.org/drawingml/2006/main" name="Office 主题​​">
  <a:themeElements>
    <a:clrScheme name="浙大蓝">
      <a:dk1>
        <a:sysClr val="windowText" lastClr="000000"/>
      </a:dk1>
      <a:lt1>
        <a:sysClr val="window" lastClr="FFFFFF"/>
      </a:lt1>
      <a:dk2>
        <a:srgbClr val="E7E6E6"/>
      </a:dk2>
      <a:lt2>
        <a:srgbClr val="003E87"/>
      </a:lt2>
      <a:accent1>
        <a:srgbClr val="023160"/>
      </a:accent1>
      <a:accent2>
        <a:srgbClr val="C00000"/>
      </a:accent2>
      <a:accent3>
        <a:srgbClr val="F2FC70"/>
      </a:accent3>
      <a:accent4>
        <a:srgbClr val="954F72"/>
      </a:accent4>
      <a:accent5>
        <a:srgbClr val="E7E6E6"/>
      </a:accent5>
      <a:accent6>
        <a:srgbClr val="70AD47"/>
      </a:accent6>
      <a:hlink>
        <a:srgbClr val="DEEBF6"/>
      </a:hlink>
      <a:folHlink>
        <a:srgbClr val="7030A0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1464</Words>
  <Application>Microsoft Office PowerPoint</Application>
  <PresentationFormat>宽屏</PresentationFormat>
  <Paragraphs>256</Paragraphs>
  <Slides>15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PingFang SC</vt:lpstr>
      <vt:lpstr>Source Han Sans CN Regular</vt:lpstr>
      <vt:lpstr>等线</vt:lpstr>
      <vt:lpstr>黑体</vt:lpstr>
      <vt:lpstr>微软雅黑</vt:lpstr>
      <vt:lpstr>微软雅黑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博士学长的百宝箱</dc:creator>
  <cp:lastModifiedBy>_Coinisi_ 坩埚花菜</cp:lastModifiedBy>
  <cp:revision>69</cp:revision>
  <dcterms:created xsi:type="dcterms:W3CDTF">2023-06-03T08:58:00Z</dcterms:created>
  <dcterms:modified xsi:type="dcterms:W3CDTF">2024-07-06T13:47:25Z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3297A1EAADB8443EBA860ADE30BA5A9F_12</vt:lpwstr>
  </property>
  <property fmtid="{D5CDD505-2E9C-101B-9397-08002B2CF9AE}" pid="3" name="KSOProductBuildVer">
    <vt:lpwstr>2052-12.1.0.16417</vt:lpwstr>
  </property>
</Properties>
</file>