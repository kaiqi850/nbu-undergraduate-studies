
<file path=[Content_Types].xml><?xml version="1.0" encoding="utf-8"?>
<Types xmlns="http://schemas.openxmlformats.org/package/2006/content-types">
  <Override PartName="/ppt/diagrams/layout2.xml" ContentType="application/vnd.openxmlformats-officedocument.drawingml.diagramLayout+xml"/>
  <Default Extension="rels" ContentType="application/vnd.openxmlformats-package.relationships+xml"/>
  <Override PartName="/ppt/slides/slide14.xml" ContentType="application/vnd.openxmlformats-officedocument.presentationml.slide+xml"/>
  <Override PartName="/ppt/notesSlides/notesSlide16.xml" ContentType="application/vnd.openxmlformats-officedocument.presentationml.notesSlide+xml"/>
  <Override PartName="/ppt/diagrams/quickStyle5.xml" ContentType="application/vnd.openxmlformats-officedocument.drawingml.diagramStyle+xml"/>
  <Override PartName="/ppt/diagrams/colors1.xml" ContentType="application/vnd.openxmlformats-officedocument.drawingml.diagramColors+xml"/>
  <Default Extension="xml" ContentType="application/xml"/>
  <Override PartName="/ppt/tableStyles.xml" ContentType="application/vnd.openxmlformats-officedocument.presentationml.tableStyles+xml"/>
  <Override PartName="/ppt/notesSlides/notesSlide1.xml" ContentType="application/vnd.openxmlformats-officedocument.presentationml.notesSlide+xml"/>
  <Override PartName="/ppt/slides/slide21.xml" ContentType="application/vnd.openxmlformats-officedocument.presentationml.slide+xml"/>
  <Override PartName="/ppt/slides/slide5.xml" ContentType="application/vnd.openxmlformats-officedocument.presentationml.slide+xml"/>
  <Override PartName="/ppt/notesSlides/notesSlide9.xml" ContentType="application/vnd.openxmlformats-officedocument.presentationml.notesSlide+xml"/>
  <Override PartName="/ppt/slideLayouts/slideLayout5.xml" ContentType="application/vnd.openxmlformats-officedocument.presentationml.slideLayout+xml"/>
  <Override PartName="/ppt/diagrams/data4.xml" ContentType="application/vnd.openxmlformats-officedocument.drawingml.diagramData+xml"/>
  <Override PartName="/ppt/diagrams/layout1.xml" ContentType="application/vnd.openxmlformats-officedocument.drawingml.diagramLayout+xml"/>
  <Override PartName="/ppt/slides/slide13.xml" ContentType="application/vnd.openxmlformats-officedocument.presentationml.slide+xml"/>
  <Override PartName="/ppt/slideMasters/slideMaster1.xml" ContentType="application/vnd.openxmlformats-officedocument.presentationml.slideMaster+xml"/>
  <Override PartName="/ppt/notesSlides/notesSlide15.xml" ContentType="application/vnd.openxmlformats-officedocument.presentationml.notesSlide+xml"/>
  <Override PartName="/docProps/core.xml" ContentType="application/vnd.openxmlformats-package.core-properties+xml"/>
  <Override PartName="/ppt/diagrams/quickStyle4.xml" ContentType="application/vnd.openxmlformats-officedocument.drawingml.diagramStyle+xml"/>
  <Override PartName="/ppt/notesSlides/notesSlide7.xml" ContentType="application/vnd.openxmlformats-officedocument.presentationml.notesSlide+xml"/>
  <Override PartName="/ppt/handoutMasters/handoutMaster1.xml" ContentType="application/vnd.openxmlformats-officedocument.presentationml.handoutMaster+xml"/>
  <Default Extension="vml" ContentType="application/vnd.openxmlformats-officedocument.vmlDrawing"/>
  <Override PartName="/ppt/slides/slide20.xml" ContentType="application/vnd.openxmlformats-officedocument.presentationml.slide+xml"/>
  <Override PartName="/ppt/slides/slide4.xml" ContentType="application/vnd.openxmlformats-officedocument.presentationml.slide+xml"/>
  <Override PartName="/ppt/slides/slide19.xml" ContentType="application/vnd.openxmlformats-officedocument.presentationml.slide+xml"/>
  <Override PartName="/ppt/diagrams/data3.xml" ContentType="application/vnd.openxmlformats-officedocument.drawingml.diagramData+xml"/>
  <Default Extension="png" ContentType="image/png"/>
  <Override PartName="/ppt/notesSlides/notesSlide8.xml" ContentType="application/vnd.openxmlformats-officedocument.presentationml.notesSlide+xml"/>
  <Override PartName="/ppt/slideLayouts/slideLayout4.xml" ContentType="application/vnd.openxmlformats-officedocument.presentationml.slideLayout+xml"/>
  <Override PartName="/ppt/slides/slide12.xml" ContentType="application/vnd.openxmlformats-officedocument.presentationml.slide+xml"/>
  <Override PartName="/ppt/notesSlides/notesSlide14.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diagrams/quickStyle3.xml" ContentType="application/vnd.openxmlformats-officedocument.drawingml.diagramStyle+xml"/>
  <Default Extension="pict" ContentType="image/pict"/>
  <Override PartName="/ppt/diagrams/drawing5.xml" ContentType="application/vnd.ms-office.drawingml.diagramDrawing+xml"/>
  <Override PartName="/ppt/notesSlides/notesSlide21.xml" ContentType="application/vnd.openxmlformats-officedocument.presentationml.notesSlide+xml"/>
  <Override PartName="/ppt/slides/slide3.xml" ContentType="application/vnd.openxmlformats-officedocument.presentationml.slide+xml"/>
  <Override PartName="/ppt/slides/slide18.xml" ContentType="application/vnd.openxmlformats-officedocument.presentationml.slide+xml"/>
  <Override PartName="/ppt/diagrams/data2.xml" ContentType="application/vnd.openxmlformats-officedocument.drawingml.diagramData+xml"/>
  <Override PartName="/ppt/slideLayouts/slideLayout3.xml" ContentType="application/vnd.openxmlformats-officedocument.presentationml.slideLayout+xml"/>
  <Override PartName="/ppt/slides/slide11.xml" ContentType="application/vnd.openxmlformats-officedocument.presentationml.slide+xml"/>
  <Override PartName="/ppt/notesSlides/notesSlide13.xml" ContentType="application/vnd.openxmlformats-officedocument.presentationml.notesSlide+xml"/>
  <Override PartName="/ppt/diagrams/colors5.xml" ContentType="application/vnd.openxmlformats-officedocument.drawingml.diagramColors+xml"/>
  <Override PartName="/ppt/notesSlides/notesSlide5.xml" ContentType="application/vnd.openxmlformats-officedocument.presentationml.notesSlide+xml"/>
  <Override PartName="/ppt/diagrams/quickStyle2.xml" ContentType="application/vnd.openxmlformats-officedocument.drawingml.diagramStyle+xml"/>
  <Override PartName="/ppt/slideLayouts/slideLayout13.xml" ContentType="application/vnd.openxmlformats-officedocument.presentationml.slideLayout+xml"/>
  <Override PartName="/ppt/slides/slide9.xml" ContentType="application/vnd.openxmlformats-officedocument.presentationml.slide+xml"/>
  <Override PartName="/ppt/diagrams/drawing4.xml" ContentType="application/vnd.ms-office.drawingml.diagramDrawing+xml"/>
  <Override PartName="/ppt/slideLayouts/slideLayout9.xml" ContentType="application/vnd.openxmlformats-officedocument.presentationml.slideLayout+xml"/>
  <Override PartName="/ppt/notesSlides/notesSlide20.xml" ContentType="application/vnd.openxmlformats-officedocument.presentationml.notesSlide+xml"/>
  <Override PartName="/ppt/slides/slide2.xml" ContentType="application/vnd.openxmlformats-officedocument.presentationml.slide+xml"/>
  <Override PartName="/ppt/diagrams/layout5.xml" ContentType="application/vnd.openxmlformats-officedocument.drawingml.diagramLayout+xml"/>
  <Override PartName="/ppt/slideLayouts/slideLayout2.xml" ContentType="application/vnd.openxmlformats-officedocument.presentationml.slideLayout+xml"/>
  <Override PartName="/ppt/slides/slide17.xml" ContentType="application/vnd.openxmlformats-officedocument.presentationml.slide+xml"/>
  <Override PartName="/ppt/diagrams/data1.xml" ContentType="application/vnd.openxmlformats-officedocument.drawingml.diagramData+xml"/>
  <Override PartName="/ppt/notesSlides/notesSlide19.xml" ContentType="application/vnd.openxmlformats-officedocument.presentationml.notesSlide+xml"/>
  <Override PartName="/ppt/slides/slide10.xml" ContentType="application/vnd.openxmlformats-officedocument.presentationml.slide+xml"/>
  <Override PartName="/ppt/notesSlides/notesSlide12.xml" ContentType="application/vnd.openxmlformats-officedocument.presentationml.notesSlide+xml"/>
  <Override PartName="/ppt/diagrams/colors4.xml" ContentType="application/vnd.openxmlformats-officedocument.drawingml.diagramColors+xml"/>
  <Default Extension="wmf" ContentType="image/x-wmf"/>
  <Override PartName="/docProps/app.xml" ContentType="application/vnd.openxmlformats-officedocument.extended-properties+xml"/>
  <Override PartName="/ppt/notesSlides/notesSlide4.xml" ContentType="application/vnd.openxmlformats-officedocument.presentationml.notesSlide+xml"/>
  <Override PartName="/ppt/diagrams/quickStyle1.xml" ContentType="application/vnd.openxmlformats-officedocument.drawingml.diagramStyle+xml"/>
  <Override PartName="/ppt/theme/theme3.xml" ContentType="application/vnd.openxmlformats-officedocument.theme+xml"/>
  <Override PartName="/ppt/slideLayouts/slideLayout12.xml" ContentType="application/vnd.openxmlformats-officedocument.presentationml.slideLayout+xml"/>
  <Override PartName="/ppt/notesSlides/notesSlide10.xml" ContentType="application/vnd.openxmlformats-officedocument.presentationml.notesSlide+xml"/>
  <Override PartName="/ppt/diagrams/drawing3.xml" ContentType="application/vnd.ms-office.drawingml.diagramDrawing+xml"/>
  <Override PartName="/ppt/slides/slide8.xml" ContentType="application/vnd.openxmlformats-officedocument.presentationml.slide+xml"/>
  <Override PartName="/ppt/slideLayouts/slideLayout8.xml" ContentType="application/vnd.openxmlformats-officedocument.presentationml.slideLayout+xml"/>
  <Override PartName="/ppt/slides/slide1.xml" ContentType="application/vnd.openxmlformats-officedocument.presentationml.slide+xml"/>
  <Override PartName="/ppt/diagrams/layout4.xml" ContentType="application/vnd.openxmlformats-officedocument.drawingml.diagramLayout+xml"/>
  <Override PartName="/ppt/slideLayouts/slideLayout1.xml" ContentType="application/vnd.openxmlformats-officedocument.presentationml.slideLayout+xml"/>
  <Override PartName="/ppt/slides/slide16.xml" ContentType="application/vnd.openxmlformats-officedocument.presentationml.slide+xml"/>
  <Override PartName="/ppt/notesSlides/notesSlide18.xml" ContentType="application/vnd.openxmlformats-officedocument.presentationml.notesSlide+xml"/>
  <Default Extension="jpeg" ContentType="image/jpeg"/>
  <Override PartName="/ppt/viewProps.xml" ContentType="application/vnd.openxmlformats-officedocument.presentationml.viewProps+xml"/>
  <Override PartName="/ppt/notesSlides/notesSlide11.xml" ContentType="application/vnd.openxmlformats-officedocument.presentationml.notesSlide+xml"/>
  <Override PartName="/ppt/diagrams/colors3.xml" ContentType="application/vnd.openxmlformats-officedocument.drawingml.diagramColors+xml"/>
  <Override PartName="/ppt/notesSlides/notesSlide3.xml" ContentType="application/vnd.openxmlformats-officedocument.presentationml.notesSlide+xml"/>
  <Override PartName="/ppt/theme/theme2.xml" ContentType="application/vnd.openxmlformats-officedocument.theme+xml"/>
  <Override PartName="/ppt/slideLayouts/slideLayout11.xml" ContentType="application/vnd.openxmlformats-officedocument.presentationml.slideLayout+xml"/>
  <Override PartName="/ppt/diagrams/drawing2.xml" ContentType="application/vnd.ms-office.drawingml.diagramDrawing+xml"/>
  <Override PartName="/ppt/slides/slide7.xml" ContentType="application/vnd.openxmlformats-officedocument.presentationml.slide+xml"/>
  <Override PartName="/ppt/slideLayouts/slideLayout7.xml" ContentType="application/vnd.openxmlformats-officedocument.presentationml.slideLayout+xml"/>
  <Override PartName="/ppt/diagrams/layout3.xml" ContentType="application/vnd.openxmlformats-officedocument.drawingml.diagramLayout+xml"/>
  <Override PartName="/ppt/notesMasters/notesMaster1.xml" ContentType="application/vnd.openxmlformats-officedocument.presentationml.notesMaster+xml"/>
  <Override PartName="/ppt/slides/slide15.xml" ContentType="application/vnd.openxmlformats-officedocument.presentationml.slide+xml"/>
  <Override PartName="/ppt/notesSlides/notesSlide17.xml" ContentType="application/vnd.openxmlformats-officedocument.presentationml.notesSlide+xml"/>
  <Default Extension="docx" ContentType="application/vnd.openxmlformats-officedocument.wordprocessingml.document"/>
  <Override PartName="/ppt/diagrams/colors2.xml" ContentType="application/vnd.openxmlformats-officedocument.drawingml.diagramColors+xml"/>
  <Override PartName="/ppt/notesSlides/notesSlide2.xml" ContentType="application/vnd.openxmlformats-officedocument.presentationml.notesSlide+xml"/>
  <Override PartName="/ppt/theme/theme1.xml" ContentType="application/vnd.openxmlformats-officedocument.theme+xml"/>
  <Override PartName="/ppt/slideLayouts/slideLayout10.xml" ContentType="application/vnd.openxmlformats-officedocument.presentationml.slideLayout+xml"/>
  <Override PartName="/ppt/presentation.xml" ContentType="application/vnd.openxmlformats-officedocument.presentationml.presentation.main+xml"/>
  <Default Extension="bin" ContentType="application/vnd.openxmlformats-officedocument.presentationml.printerSettings"/>
  <Override PartName="/ppt/slides/slide6.xml" ContentType="application/vnd.openxmlformats-officedocument.presentationml.slide+xml"/>
  <Override PartName="/ppt/diagrams/drawing1.xml" ContentType="application/vnd.ms-office.drawingml.diagramDrawing+xml"/>
  <Override PartName="/ppt/slideLayouts/slideLayout6.xml" ContentType="application/vnd.openxmlformats-officedocument.presentationml.slideLayout+xml"/>
  <Override PartName="/ppt/diagrams/data5.xml" ContentType="application/vnd.openxmlformats-officedocument.drawingml.diagramData+xml"/>
  <Default Extension="pdf" ContentType="application/pdf"/>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aveSubsetFonts="1" autoCompressPictures="0">
  <p:sldMasterIdLst>
    <p:sldMasterId id="2147483709" r:id="rId1"/>
  </p:sldMasterIdLst>
  <p:notesMasterIdLst>
    <p:notesMasterId r:id="rId23"/>
  </p:notesMasterIdLst>
  <p:handoutMasterIdLst>
    <p:handoutMasterId r:id="rId24"/>
  </p:handoutMasterIdLst>
  <p:sldIdLst>
    <p:sldId id="308" r:id="rId2"/>
    <p:sldId id="309" r:id="rId3"/>
    <p:sldId id="296" r:id="rId4"/>
    <p:sldId id="275" r:id="rId5"/>
    <p:sldId id="298" r:id="rId6"/>
    <p:sldId id="320" r:id="rId7"/>
    <p:sldId id="276" r:id="rId8"/>
    <p:sldId id="277" r:id="rId9"/>
    <p:sldId id="300" r:id="rId10"/>
    <p:sldId id="303" r:id="rId11"/>
    <p:sldId id="289" r:id="rId12"/>
    <p:sldId id="306" r:id="rId13"/>
    <p:sldId id="312" r:id="rId14"/>
    <p:sldId id="313" r:id="rId15"/>
    <p:sldId id="314" r:id="rId16"/>
    <p:sldId id="315" r:id="rId17"/>
    <p:sldId id="316" r:id="rId18"/>
    <p:sldId id="317" r:id="rId19"/>
    <p:sldId id="318" r:id="rId20"/>
    <p:sldId id="319" r:id="rId21"/>
    <p:sldId id="310" r:id="rId22"/>
  </p:sldIdLst>
  <p:sldSz cx="9144000" cy="6858000" type="screen4x3"/>
  <p:notesSz cx="6858000" cy="9144000"/>
  <p:defaultTextStyle>
    <a:defPPr>
      <a:defRPr lang="en-AU"/>
    </a:defPPr>
    <a:lvl1pPr algn="l" rtl="0" fontAlgn="base">
      <a:spcBef>
        <a:spcPct val="0"/>
      </a:spcBef>
      <a:spcAft>
        <a:spcPct val="0"/>
      </a:spcAft>
      <a:defRPr kern="1200">
        <a:solidFill>
          <a:schemeClr val="tx1"/>
        </a:solidFill>
        <a:latin typeface="Arial" pitchFamily="-84" charset="0"/>
        <a:ea typeface="+mn-ea"/>
        <a:cs typeface="+mn-cs"/>
      </a:defRPr>
    </a:lvl1pPr>
    <a:lvl2pPr marL="457200" algn="l" rtl="0" fontAlgn="base">
      <a:spcBef>
        <a:spcPct val="0"/>
      </a:spcBef>
      <a:spcAft>
        <a:spcPct val="0"/>
      </a:spcAft>
      <a:defRPr kern="1200">
        <a:solidFill>
          <a:schemeClr val="tx1"/>
        </a:solidFill>
        <a:latin typeface="Arial" pitchFamily="-84" charset="0"/>
        <a:ea typeface="+mn-ea"/>
        <a:cs typeface="+mn-cs"/>
      </a:defRPr>
    </a:lvl2pPr>
    <a:lvl3pPr marL="914400" algn="l" rtl="0" fontAlgn="base">
      <a:spcBef>
        <a:spcPct val="0"/>
      </a:spcBef>
      <a:spcAft>
        <a:spcPct val="0"/>
      </a:spcAft>
      <a:defRPr kern="1200">
        <a:solidFill>
          <a:schemeClr val="tx1"/>
        </a:solidFill>
        <a:latin typeface="Arial" pitchFamily="-84" charset="0"/>
        <a:ea typeface="+mn-ea"/>
        <a:cs typeface="+mn-cs"/>
      </a:defRPr>
    </a:lvl3pPr>
    <a:lvl4pPr marL="1371600" algn="l" rtl="0" fontAlgn="base">
      <a:spcBef>
        <a:spcPct val="0"/>
      </a:spcBef>
      <a:spcAft>
        <a:spcPct val="0"/>
      </a:spcAft>
      <a:defRPr kern="1200">
        <a:solidFill>
          <a:schemeClr val="tx1"/>
        </a:solidFill>
        <a:latin typeface="Arial" pitchFamily="-84" charset="0"/>
        <a:ea typeface="+mn-ea"/>
        <a:cs typeface="+mn-cs"/>
      </a:defRPr>
    </a:lvl4pPr>
    <a:lvl5pPr marL="1828800" algn="l" rtl="0" fontAlgn="base">
      <a:spcBef>
        <a:spcPct val="0"/>
      </a:spcBef>
      <a:spcAft>
        <a:spcPct val="0"/>
      </a:spcAft>
      <a:defRPr kern="1200">
        <a:solidFill>
          <a:schemeClr val="tx1"/>
        </a:solidFill>
        <a:latin typeface="Arial" pitchFamily="-84" charset="0"/>
        <a:ea typeface="+mn-ea"/>
        <a:cs typeface="+mn-cs"/>
      </a:defRPr>
    </a:lvl5pPr>
    <a:lvl6pPr marL="2286000" algn="l" defTabSz="457200" rtl="0" eaLnBrk="1" latinLnBrk="0" hangingPunct="1">
      <a:defRPr kern="1200">
        <a:solidFill>
          <a:schemeClr val="tx1"/>
        </a:solidFill>
        <a:latin typeface="Arial" pitchFamily="-84" charset="0"/>
        <a:ea typeface="+mn-ea"/>
        <a:cs typeface="+mn-cs"/>
      </a:defRPr>
    </a:lvl6pPr>
    <a:lvl7pPr marL="2743200" algn="l" defTabSz="457200" rtl="0" eaLnBrk="1" latinLnBrk="0" hangingPunct="1">
      <a:defRPr kern="1200">
        <a:solidFill>
          <a:schemeClr val="tx1"/>
        </a:solidFill>
        <a:latin typeface="Arial" pitchFamily="-84" charset="0"/>
        <a:ea typeface="+mn-ea"/>
        <a:cs typeface="+mn-cs"/>
      </a:defRPr>
    </a:lvl7pPr>
    <a:lvl8pPr marL="3200400" algn="l" defTabSz="457200" rtl="0" eaLnBrk="1" latinLnBrk="0" hangingPunct="1">
      <a:defRPr kern="1200">
        <a:solidFill>
          <a:schemeClr val="tx1"/>
        </a:solidFill>
        <a:latin typeface="Arial" pitchFamily="-84" charset="0"/>
        <a:ea typeface="+mn-ea"/>
        <a:cs typeface="+mn-cs"/>
      </a:defRPr>
    </a:lvl8pPr>
    <a:lvl9pPr marL="3657600" algn="l" defTabSz="457200" rtl="0" eaLnBrk="1" latinLnBrk="0" hangingPunct="1">
      <a:defRPr kern="1200">
        <a:solidFill>
          <a:schemeClr val="tx1"/>
        </a:solidFill>
        <a:latin typeface="Arial" pitchFamily="-8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normalViewPr>
    <p:restoredLeft sz="14637" autoAdjust="0"/>
    <p:restoredTop sz="78085" autoAdjust="0"/>
  </p:normalViewPr>
  <p:slideViewPr>
    <p:cSldViewPr>
      <p:cViewPr>
        <p:scale>
          <a:sx n="100" d="100"/>
          <a:sy n="100" d="100"/>
        </p:scale>
        <p:origin x="-392" y="-544"/>
      </p:cViewPr>
      <p:guideLst>
        <p:guide orient="horz" pos="2160"/>
        <p:guide pos="2880"/>
      </p:guideLst>
    </p:cSldViewPr>
  </p:slideViewPr>
  <p:outlineViewPr>
    <p:cViewPr>
      <p:scale>
        <a:sx n="33" d="100"/>
        <a:sy n="33" d="100"/>
      </p:scale>
      <p:origin x="0" y="0"/>
    </p:cViewPr>
  </p:outlineViewPr>
  <p:notesTextViewPr>
    <p:cViewPr>
      <p:scale>
        <a:sx n="100" d="100"/>
        <a:sy n="100" d="100"/>
      </p:scale>
      <p:origin x="0" y="24"/>
    </p:cViewPr>
  </p:notesTextViewPr>
  <p:sorterViewPr>
    <p:cViewPr>
      <p:scale>
        <a:sx n="66" d="100"/>
        <a:sy n="66" d="100"/>
      </p:scale>
      <p:origin x="0" y="0"/>
    </p:cViewPr>
  </p:sorterViewPr>
  <p:notesViewPr>
    <p:cSldViewPr>
      <p:cViewPr varScale="1">
        <p:scale>
          <a:sx n="134" d="100"/>
          <a:sy n="134" d="100"/>
        </p:scale>
        <p:origin x="-896" y="-104"/>
      </p:cViewPr>
      <p:guideLst>
        <p:guide orient="horz" pos="2880"/>
        <p:guide pos="2160"/>
      </p:guideLst>
    </p:cSldViewPr>
  </p:notesViewPr>
  <p:gridSpacing cx="73736200" cy="73736200"/>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handoutMaster" Target="handoutMasters/handoutMaster1.xml"/><Relationship Id="rId25" Type="http://schemas.openxmlformats.org/officeDocument/2006/relationships/printerSettings" Target="printerSettings/printerSettings1.bin"/><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diagrams/_rels/drawing3.xml.rels><?xml version="1.0" encoding="UTF-8" standalone="yes"?>
<Relationships xmlns="http://schemas.openxmlformats.org/package/2006/relationships"><Relationship Id="rId1" Type="http://schemas.openxmlformats.org/officeDocument/2006/relationships/image" Target="../media/image2.jpeg"/></Relationships>
</file>

<file path=ppt/diagrams/_rels/drawing4.xml.rels><?xml version="1.0" encoding="UTF-8" standalone="yes"?>
<Relationships xmlns="http://schemas.openxmlformats.org/package/2006/relationships"><Relationship Id="rId1" Type="http://schemas.openxmlformats.org/officeDocument/2006/relationships/image" Target="../media/image2.jpeg"/></Relationships>
</file>

<file path=ppt/diagrams/_rels/drawing5.xml.rels><?xml version="1.0" encoding="UTF-8" standalone="yes"?>
<Relationships xmlns="http://schemas.openxmlformats.org/package/2006/relationships"><Relationship Id="rId1" Type="http://schemas.openxmlformats.org/officeDocument/2006/relationships/image" Target="../media/image2.jpe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94EEB74-FFF8-3440-9707-F9A53B5CFFD4}" type="doc">
      <dgm:prSet loTypeId="urn:microsoft.com/office/officeart/2005/8/layout/hProcess9" loCatId="process" qsTypeId="urn:microsoft.com/office/officeart/2005/8/quickstyle/simple4" qsCatId="simple" csTypeId="urn:microsoft.com/office/officeart/2005/8/colors/accent1_2" csCatId="accent1" phldr="1"/>
      <dgm:spPr/>
      <dgm:t>
        <a:bodyPr/>
        <a:lstStyle/>
        <a:p>
          <a:endParaRPr lang="en-US"/>
        </a:p>
      </dgm:t>
    </dgm:pt>
    <dgm:pt modelId="{ADC4598F-8182-B648-83DE-58C2AE6C172F}">
      <dgm:prSet/>
      <dgm:spPr>
        <a:solidFill>
          <a:schemeClr val="accent4">
            <a:lumMod val="75000"/>
          </a:schemeClr>
        </a:solidFill>
        <a:ln>
          <a:solidFill>
            <a:schemeClr val="accent4">
              <a:lumMod val="75000"/>
            </a:schemeClr>
          </a:solidFill>
        </a:ln>
      </dgm:spPr>
      <dgm:t>
        <a:bodyPr/>
        <a:lstStyle/>
        <a:p>
          <a:pPr rtl="0"/>
          <a:r>
            <a:rPr lang="en-US" dirty="0" smtClean="0"/>
            <a:t>It must verify the author and the date and time of the signature</a:t>
          </a:r>
          <a:endParaRPr lang="en-US" dirty="0"/>
        </a:p>
      </dgm:t>
    </dgm:pt>
    <dgm:pt modelId="{46200DCB-32BF-E541-ACBC-65A746302491}" type="parTrans" cxnId="{80D7C726-10A0-FD46-8602-E230973F4480}">
      <dgm:prSet/>
      <dgm:spPr/>
      <dgm:t>
        <a:bodyPr/>
        <a:lstStyle/>
        <a:p>
          <a:endParaRPr lang="en-US"/>
        </a:p>
      </dgm:t>
    </dgm:pt>
    <dgm:pt modelId="{AE497D64-604E-5945-93DC-89D427EF936B}" type="sibTrans" cxnId="{80D7C726-10A0-FD46-8602-E230973F4480}">
      <dgm:prSet/>
      <dgm:spPr/>
      <dgm:t>
        <a:bodyPr/>
        <a:lstStyle/>
        <a:p>
          <a:endParaRPr lang="en-US"/>
        </a:p>
      </dgm:t>
    </dgm:pt>
    <dgm:pt modelId="{8A68DB36-67A5-4F42-ABAC-A528FE261DC7}">
      <dgm:prSet/>
      <dgm:spPr>
        <a:solidFill>
          <a:schemeClr val="accent4">
            <a:lumMod val="75000"/>
          </a:schemeClr>
        </a:solidFill>
        <a:ln>
          <a:solidFill>
            <a:schemeClr val="tx1"/>
          </a:solidFill>
        </a:ln>
      </dgm:spPr>
      <dgm:t>
        <a:bodyPr/>
        <a:lstStyle/>
        <a:p>
          <a:pPr rtl="0"/>
          <a:r>
            <a:rPr lang="en-US" dirty="0" smtClean="0"/>
            <a:t>It must authenticate the contents at the time of the signature</a:t>
          </a:r>
          <a:endParaRPr lang="en-US" dirty="0"/>
        </a:p>
      </dgm:t>
    </dgm:pt>
    <dgm:pt modelId="{13916DC9-D508-F740-A2F1-3E442A6BF3B9}" type="parTrans" cxnId="{25CB81AB-752C-C34D-AD82-5EC6A9E94F47}">
      <dgm:prSet/>
      <dgm:spPr/>
      <dgm:t>
        <a:bodyPr/>
        <a:lstStyle/>
        <a:p>
          <a:endParaRPr lang="en-US"/>
        </a:p>
      </dgm:t>
    </dgm:pt>
    <dgm:pt modelId="{E851933D-E861-7645-B77F-286C1A352391}" type="sibTrans" cxnId="{25CB81AB-752C-C34D-AD82-5EC6A9E94F47}">
      <dgm:prSet/>
      <dgm:spPr/>
      <dgm:t>
        <a:bodyPr/>
        <a:lstStyle/>
        <a:p>
          <a:endParaRPr lang="en-US"/>
        </a:p>
      </dgm:t>
    </dgm:pt>
    <dgm:pt modelId="{5C89769F-032B-C948-AC72-7A0035E78799}">
      <dgm:prSet/>
      <dgm:spPr>
        <a:solidFill>
          <a:schemeClr val="accent4">
            <a:lumMod val="75000"/>
          </a:schemeClr>
        </a:solidFill>
        <a:ln>
          <a:solidFill>
            <a:schemeClr val="tx1"/>
          </a:solidFill>
        </a:ln>
      </dgm:spPr>
      <dgm:t>
        <a:bodyPr/>
        <a:lstStyle/>
        <a:p>
          <a:pPr rtl="0"/>
          <a:r>
            <a:rPr lang="en-AU" dirty="0" smtClean="0"/>
            <a:t>It must be verifiable by third </a:t>
          </a:r>
          <a:r>
            <a:rPr lang="en-AU" dirty="0" smtClean="0"/>
            <a:t>parties </a:t>
          </a:r>
          <a:r>
            <a:rPr lang="en-AU" dirty="0" smtClean="0"/>
            <a:t>to resolve disputes</a:t>
          </a:r>
          <a:endParaRPr lang="en-AU" dirty="0"/>
        </a:p>
      </dgm:t>
    </dgm:pt>
    <dgm:pt modelId="{92C5ACCC-6923-2A40-AB99-6EAA1964F1A7}" type="parTrans" cxnId="{A53E065B-7214-F040-9612-F8EBC1FD0ABF}">
      <dgm:prSet/>
      <dgm:spPr/>
      <dgm:t>
        <a:bodyPr/>
        <a:lstStyle/>
        <a:p>
          <a:endParaRPr lang="en-US"/>
        </a:p>
      </dgm:t>
    </dgm:pt>
    <dgm:pt modelId="{8456E647-AFEA-E643-AC00-1A4DF84B778C}" type="sibTrans" cxnId="{A53E065B-7214-F040-9612-F8EBC1FD0ABF}">
      <dgm:prSet/>
      <dgm:spPr/>
      <dgm:t>
        <a:bodyPr/>
        <a:lstStyle/>
        <a:p>
          <a:endParaRPr lang="en-US"/>
        </a:p>
      </dgm:t>
    </dgm:pt>
    <dgm:pt modelId="{61BE224F-D0E9-F24C-A84E-789ED88BA711}" type="pres">
      <dgm:prSet presAssocID="{894EEB74-FFF8-3440-9707-F9A53B5CFFD4}" presName="CompostProcess" presStyleCnt="0">
        <dgm:presLayoutVars>
          <dgm:dir/>
          <dgm:resizeHandles val="exact"/>
        </dgm:presLayoutVars>
      </dgm:prSet>
      <dgm:spPr/>
      <dgm:t>
        <a:bodyPr/>
        <a:lstStyle/>
        <a:p>
          <a:endParaRPr lang="en-US"/>
        </a:p>
      </dgm:t>
    </dgm:pt>
    <dgm:pt modelId="{0D800C52-06DC-0A41-B384-C56F01BE05CB}" type="pres">
      <dgm:prSet presAssocID="{894EEB74-FFF8-3440-9707-F9A53B5CFFD4}" presName="arrow" presStyleLbl="bgShp" presStyleIdx="0" presStyleCnt="1"/>
      <dgm:spPr>
        <a:solidFill>
          <a:schemeClr val="bg1"/>
        </a:solidFill>
        <a:ln w="38100">
          <a:solidFill>
            <a:schemeClr val="accent1"/>
          </a:solidFill>
        </a:ln>
      </dgm:spPr>
      <dgm:t>
        <a:bodyPr/>
        <a:lstStyle/>
        <a:p>
          <a:endParaRPr lang="en-US"/>
        </a:p>
      </dgm:t>
    </dgm:pt>
    <dgm:pt modelId="{B6BB4835-31B3-0744-94F0-C95BB912460E}" type="pres">
      <dgm:prSet presAssocID="{894EEB74-FFF8-3440-9707-F9A53B5CFFD4}" presName="linearProcess" presStyleCnt="0"/>
      <dgm:spPr/>
    </dgm:pt>
    <dgm:pt modelId="{341079C6-9D39-4749-9040-89003A9F25C0}" type="pres">
      <dgm:prSet presAssocID="{ADC4598F-8182-B648-83DE-58C2AE6C172F}" presName="textNode" presStyleLbl="node1" presStyleIdx="0" presStyleCnt="3">
        <dgm:presLayoutVars>
          <dgm:bulletEnabled val="1"/>
        </dgm:presLayoutVars>
      </dgm:prSet>
      <dgm:spPr/>
      <dgm:t>
        <a:bodyPr/>
        <a:lstStyle/>
        <a:p>
          <a:endParaRPr lang="en-US"/>
        </a:p>
      </dgm:t>
    </dgm:pt>
    <dgm:pt modelId="{474EB01D-221A-D94E-91AA-A596F0050F35}" type="pres">
      <dgm:prSet presAssocID="{AE497D64-604E-5945-93DC-89D427EF936B}" presName="sibTrans" presStyleCnt="0"/>
      <dgm:spPr/>
    </dgm:pt>
    <dgm:pt modelId="{CD297614-583E-E04F-BFD3-0C43552D1603}" type="pres">
      <dgm:prSet presAssocID="{8A68DB36-67A5-4F42-ABAC-A528FE261DC7}" presName="textNode" presStyleLbl="node1" presStyleIdx="1" presStyleCnt="3">
        <dgm:presLayoutVars>
          <dgm:bulletEnabled val="1"/>
        </dgm:presLayoutVars>
      </dgm:prSet>
      <dgm:spPr/>
      <dgm:t>
        <a:bodyPr/>
        <a:lstStyle/>
        <a:p>
          <a:endParaRPr lang="en-US"/>
        </a:p>
      </dgm:t>
    </dgm:pt>
    <dgm:pt modelId="{954CC56A-3E3C-7F41-A024-E1A1E9D4945C}" type="pres">
      <dgm:prSet presAssocID="{E851933D-E861-7645-B77F-286C1A352391}" presName="sibTrans" presStyleCnt="0"/>
      <dgm:spPr/>
    </dgm:pt>
    <dgm:pt modelId="{7EAD0816-1D8B-C14D-B8D6-D7DF56C59B1F}" type="pres">
      <dgm:prSet presAssocID="{5C89769F-032B-C948-AC72-7A0035E78799}" presName="textNode" presStyleLbl="node1" presStyleIdx="2" presStyleCnt="3">
        <dgm:presLayoutVars>
          <dgm:bulletEnabled val="1"/>
        </dgm:presLayoutVars>
      </dgm:prSet>
      <dgm:spPr/>
      <dgm:t>
        <a:bodyPr/>
        <a:lstStyle/>
        <a:p>
          <a:endParaRPr lang="en-US"/>
        </a:p>
      </dgm:t>
    </dgm:pt>
  </dgm:ptLst>
  <dgm:cxnLst>
    <dgm:cxn modelId="{80D7C726-10A0-FD46-8602-E230973F4480}" srcId="{894EEB74-FFF8-3440-9707-F9A53B5CFFD4}" destId="{ADC4598F-8182-B648-83DE-58C2AE6C172F}" srcOrd="0" destOrd="0" parTransId="{46200DCB-32BF-E541-ACBC-65A746302491}" sibTransId="{AE497D64-604E-5945-93DC-89D427EF936B}"/>
    <dgm:cxn modelId="{25CB81AB-752C-C34D-AD82-5EC6A9E94F47}" srcId="{894EEB74-FFF8-3440-9707-F9A53B5CFFD4}" destId="{8A68DB36-67A5-4F42-ABAC-A528FE261DC7}" srcOrd="1" destOrd="0" parTransId="{13916DC9-D508-F740-A2F1-3E442A6BF3B9}" sibTransId="{E851933D-E861-7645-B77F-286C1A352391}"/>
    <dgm:cxn modelId="{4196A11C-3359-704E-9492-49E931993FF9}" type="presOf" srcId="{8A68DB36-67A5-4F42-ABAC-A528FE261DC7}" destId="{CD297614-583E-E04F-BFD3-0C43552D1603}" srcOrd="0" destOrd="0" presId="urn:microsoft.com/office/officeart/2005/8/layout/hProcess9"/>
    <dgm:cxn modelId="{78D2C330-6DE2-0B49-923E-67B82D91B62D}" type="presOf" srcId="{5C89769F-032B-C948-AC72-7A0035E78799}" destId="{7EAD0816-1D8B-C14D-B8D6-D7DF56C59B1F}" srcOrd="0" destOrd="0" presId="urn:microsoft.com/office/officeart/2005/8/layout/hProcess9"/>
    <dgm:cxn modelId="{4A0B24CA-A81E-4841-977D-9AE5AA119CBE}" type="presOf" srcId="{ADC4598F-8182-B648-83DE-58C2AE6C172F}" destId="{341079C6-9D39-4749-9040-89003A9F25C0}" srcOrd="0" destOrd="0" presId="urn:microsoft.com/office/officeart/2005/8/layout/hProcess9"/>
    <dgm:cxn modelId="{A53E065B-7214-F040-9612-F8EBC1FD0ABF}" srcId="{894EEB74-FFF8-3440-9707-F9A53B5CFFD4}" destId="{5C89769F-032B-C948-AC72-7A0035E78799}" srcOrd="2" destOrd="0" parTransId="{92C5ACCC-6923-2A40-AB99-6EAA1964F1A7}" sibTransId="{8456E647-AFEA-E643-AC00-1A4DF84B778C}"/>
    <dgm:cxn modelId="{6C645109-8057-B247-A1A6-56C207C31553}" type="presOf" srcId="{894EEB74-FFF8-3440-9707-F9A53B5CFFD4}" destId="{61BE224F-D0E9-F24C-A84E-789ED88BA711}" srcOrd="0" destOrd="0" presId="urn:microsoft.com/office/officeart/2005/8/layout/hProcess9"/>
    <dgm:cxn modelId="{FEB7CAEF-8BB1-5047-8F89-9F00DA1B5792}" type="presParOf" srcId="{61BE224F-D0E9-F24C-A84E-789ED88BA711}" destId="{0D800C52-06DC-0A41-B384-C56F01BE05CB}" srcOrd="0" destOrd="0" presId="urn:microsoft.com/office/officeart/2005/8/layout/hProcess9"/>
    <dgm:cxn modelId="{38315F14-21E7-554A-8DC7-B455DBDAA16B}" type="presParOf" srcId="{61BE224F-D0E9-F24C-A84E-789ED88BA711}" destId="{B6BB4835-31B3-0744-94F0-C95BB912460E}" srcOrd="1" destOrd="0" presId="urn:microsoft.com/office/officeart/2005/8/layout/hProcess9"/>
    <dgm:cxn modelId="{CE34F62B-81CB-CA40-A2E9-D79CAC4CC446}" type="presParOf" srcId="{B6BB4835-31B3-0744-94F0-C95BB912460E}" destId="{341079C6-9D39-4749-9040-89003A9F25C0}" srcOrd="0" destOrd="0" presId="urn:microsoft.com/office/officeart/2005/8/layout/hProcess9"/>
    <dgm:cxn modelId="{54DAB99B-BA99-B943-A20D-092F566BBEB3}" type="presParOf" srcId="{B6BB4835-31B3-0744-94F0-C95BB912460E}" destId="{474EB01D-221A-D94E-91AA-A596F0050F35}" srcOrd="1" destOrd="0" presId="urn:microsoft.com/office/officeart/2005/8/layout/hProcess9"/>
    <dgm:cxn modelId="{335D1980-2B23-D541-8546-BE50E26C48EC}" type="presParOf" srcId="{B6BB4835-31B3-0744-94F0-C95BB912460E}" destId="{CD297614-583E-E04F-BFD3-0C43552D1603}" srcOrd="2" destOrd="0" presId="urn:microsoft.com/office/officeart/2005/8/layout/hProcess9"/>
    <dgm:cxn modelId="{EDEAB5A8-EE90-074E-93AD-86D27BB7C469}" type="presParOf" srcId="{B6BB4835-31B3-0744-94F0-C95BB912460E}" destId="{954CC56A-3E3C-7F41-A024-E1A1E9D4945C}" srcOrd="3" destOrd="0" presId="urn:microsoft.com/office/officeart/2005/8/layout/hProcess9"/>
    <dgm:cxn modelId="{2B298EC4-A46C-614D-A1B1-AB4DF0502D6A}" type="presParOf" srcId="{B6BB4835-31B3-0744-94F0-C95BB912460E}" destId="{7EAD0816-1D8B-C14D-B8D6-D7DF56C59B1F}" srcOrd="4" destOrd="0" presId="urn:microsoft.com/office/officeart/2005/8/layout/hProcess9"/>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EB4934B-3BCB-884F-B3A6-089FAD951BA9}" type="doc">
      <dgm:prSet loTypeId="urn:microsoft.com/office/officeart/2005/8/layout/hProcess4" loCatId="process" qsTypeId="urn:microsoft.com/office/officeart/2005/8/quickstyle/simple4" qsCatId="simple" csTypeId="urn:microsoft.com/office/officeart/2005/8/colors/accent1_2" csCatId="accent1" phldr="1"/>
      <dgm:spPr/>
      <dgm:t>
        <a:bodyPr/>
        <a:lstStyle/>
        <a:p>
          <a:endParaRPr lang="en-US"/>
        </a:p>
      </dgm:t>
    </dgm:pt>
    <dgm:pt modelId="{62FD029A-D972-7943-A4AE-C2787FF46D2C}">
      <dgm:prSet phldrT="[Text]" custT="1"/>
      <dgm:spPr>
        <a:solidFill>
          <a:schemeClr val="accent4">
            <a:lumMod val="75000"/>
          </a:schemeClr>
        </a:solidFill>
      </dgm:spPr>
      <dgm:t>
        <a:bodyPr/>
        <a:lstStyle/>
        <a:p>
          <a:r>
            <a:rPr lang="en-US" sz="1500" b="1" dirty="0" smtClean="0"/>
            <a:t>Key-only attack</a:t>
          </a:r>
          <a:endParaRPr lang="en-US" sz="1500" dirty="0"/>
        </a:p>
      </dgm:t>
    </dgm:pt>
    <dgm:pt modelId="{9F13AF1A-F094-8649-92A3-F9CADEBC5772}" type="parTrans" cxnId="{901A4ADB-9ADD-4445-AB0F-F97DC4C8863A}">
      <dgm:prSet/>
      <dgm:spPr/>
      <dgm:t>
        <a:bodyPr/>
        <a:lstStyle/>
        <a:p>
          <a:endParaRPr lang="en-US"/>
        </a:p>
      </dgm:t>
    </dgm:pt>
    <dgm:pt modelId="{8B4C9E09-8B38-0B4C-BD0E-B132F26C264F}" type="sibTrans" cxnId="{901A4ADB-9ADD-4445-AB0F-F97DC4C8863A}">
      <dgm:prSet/>
      <dgm:spPr>
        <a:solidFill>
          <a:schemeClr val="tx2">
            <a:lumMod val="60000"/>
            <a:lumOff val="40000"/>
          </a:schemeClr>
        </a:solidFill>
        <a:ln>
          <a:solidFill>
            <a:schemeClr val="tx2">
              <a:lumMod val="60000"/>
              <a:lumOff val="40000"/>
            </a:schemeClr>
          </a:solidFill>
        </a:ln>
      </dgm:spPr>
      <dgm:t>
        <a:bodyPr/>
        <a:lstStyle/>
        <a:p>
          <a:endParaRPr lang="en-US" dirty="0"/>
        </a:p>
      </dgm:t>
    </dgm:pt>
    <dgm:pt modelId="{952A3FC2-61F0-3D44-A926-9E3E30F8E714}">
      <dgm:prSet custT="1"/>
      <dgm:spPr/>
      <dgm:t>
        <a:bodyPr/>
        <a:lstStyle/>
        <a:p>
          <a:r>
            <a:rPr lang="en-US" sz="1500" dirty="0" smtClean="0"/>
            <a:t>C only knows A’s public key</a:t>
          </a:r>
        </a:p>
      </dgm:t>
    </dgm:pt>
    <dgm:pt modelId="{97DE8B61-8BC7-9F40-9340-8DF33749B245}" type="parTrans" cxnId="{0B5ED73A-2F37-AB4E-AD7D-A10F63380CE1}">
      <dgm:prSet/>
      <dgm:spPr/>
      <dgm:t>
        <a:bodyPr/>
        <a:lstStyle/>
        <a:p>
          <a:endParaRPr lang="en-US"/>
        </a:p>
      </dgm:t>
    </dgm:pt>
    <dgm:pt modelId="{85989F38-4F0F-354F-B111-238CFC839B67}" type="sibTrans" cxnId="{0B5ED73A-2F37-AB4E-AD7D-A10F63380CE1}">
      <dgm:prSet/>
      <dgm:spPr/>
      <dgm:t>
        <a:bodyPr/>
        <a:lstStyle/>
        <a:p>
          <a:endParaRPr lang="en-US"/>
        </a:p>
      </dgm:t>
    </dgm:pt>
    <dgm:pt modelId="{849806C8-24F5-704B-99D3-C929FEBB3D3D}">
      <dgm:prSet custT="1"/>
      <dgm:spPr>
        <a:solidFill>
          <a:schemeClr val="accent4">
            <a:lumMod val="75000"/>
          </a:schemeClr>
        </a:solidFill>
      </dgm:spPr>
      <dgm:t>
        <a:bodyPr/>
        <a:lstStyle/>
        <a:p>
          <a:r>
            <a:rPr lang="en-US" sz="1500" b="1" dirty="0" smtClean="0"/>
            <a:t>Known message attack</a:t>
          </a:r>
        </a:p>
      </dgm:t>
    </dgm:pt>
    <dgm:pt modelId="{AB478653-B288-8340-BC42-AD7BD6CB1CA3}" type="parTrans" cxnId="{B3372F67-8625-B444-822A-CAD085F7C4DB}">
      <dgm:prSet/>
      <dgm:spPr/>
      <dgm:t>
        <a:bodyPr/>
        <a:lstStyle/>
        <a:p>
          <a:endParaRPr lang="en-US"/>
        </a:p>
      </dgm:t>
    </dgm:pt>
    <dgm:pt modelId="{68A0590E-B82F-AF42-B2FA-8DFB3029E415}" type="sibTrans" cxnId="{B3372F67-8625-B444-822A-CAD085F7C4DB}">
      <dgm:prSet/>
      <dgm:spPr>
        <a:solidFill>
          <a:schemeClr val="tx2">
            <a:lumMod val="60000"/>
            <a:lumOff val="40000"/>
          </a:schemeClr>
        </a:solidFill>
        <a:ln>
          <a:solidFill>
            <a:schemeClr val="tx2">
              <a:lumMod val="60000"/>
              <a:lumOff val="40000"/>
            </a:schemeClr>
          </a:solidFill>
        </a:ln>
      </dgm:spPr>
      <dgm:t>
        <a:bodyPr/>
        <a:lstStyle/>
        <a:p>
          <a:endParaRPr lang="en-US" dirty="0"/>
        </a:p>
      </dgm:t>
    </dgm:pt>
    <dgm:pt modelId="{091D4DE6-2638-4345-8AEF-BE41CC43571D}">
      <dgm:prSet custT="1"/>
      <dgm:spPr/>
      <dgm:t>
        <a:bodyPr/>
        <a:lstStyle/>
        <a:p>
          <a:r>
            <a:rPr lang="en-US" sz="1500" dirty="0" smtClean="0"/>
            <a:t>C is given access to a set of messages and their signatures</a:t>
          </a:r>
        </a:p>
      </dgm:t>
    </dgm:pt>
    <dgm:pt modelId="{F63DE0CA-26CF-0F48-A1E7-566A386540F7}" type="parTrans" cxnId="{616134A9-D800-D545-B397-BA7D7F8DF91A}">
      <dgm:prSet/>
      <dgm:spPr/>
      <dgm:t>
        <a:bodyPr/>
        <a:lstStyle/>
        <a:p>
          <a:endParaRPr lang="en-US"/>
        </a:p>
      </dgm:t>
    </dgm:pt>
    <dgm:pt modelId="{F72B526E-0350-F84F-81A2-B3C605708F8F}" type="sibTrans" cxnId="{616134A9-D800-D545-B397-BA7D7F8DF91A}">
      <dgm:prSet/>
      <dgm:spPr/>
      <dgm:t>
        <a:bodyPr/>
        <a:lstStyle/>
        <a:p>
          <a:endParaRPr lang="en-US"/>
        </a:p>
      </dgm:t>
    </dgm:pt>
    <dgm:pt modelId="{C3171C2A-F864-BE45-A10A-B8FE322549D0}">
      <dgm:prSet custT="1"/>
      <dgm:spPr>
        <a:solidFill>
          <a:schemeClr val="accent4">
            <a:lumMod val="75000"/>
          </a:schemeClr>
        </a:solidFill>
      </dgm:spPr>
      <dgm:t>
        <a:bodyPr/>
        <a:lstStyle/>
        <a:p>
          <a:r>
            <a:rPr lang="en-US" sz="1500" b="1" dirty="0" smtClean="0"/>
            <a:t>Generic chosen message attack</a:t>
          </a:r>
        </a:p>
      </dgm:t>
    </dgm:pt>
    <dgm:pt modelId="{84ED6AB0-00D4-A74F-B0DB-A60E29914930}" type="parTrans" cxnId="{EB907113-E790-EE48-A80A-9D5261E26375}">
      <dgm:prSet/>
      <dgm:spPr/>
      <dgm:t>
        <a:bodyPr/>
        <a:lstStyle/>
        <a:p>
          <a:endParaRPr lang="en-US"/>
        </a:p>
      </dgm:t>
    </dgm:pt>
    <dgm:pt modelId="{E28AC4D3-DBD2-E742-A168-2ADC338CA789}" type="sibTrans" cxnId="{EB907113-E790-EE48-A80A-9D5261E26375}">
      <dgm:prSet/>
      <dgm:spPr>
        <a:solidFill>
          <a:schemeClr val="tx2">
            <a:lumMod val="60000"/>
            <a:lumOff val="40000"/>
          </a:schemeClr>
        </a:solidFill>
        <a:ln>
          <a:solidFill>
            <a:schemeClr val="tx2">
              <a:lumMod val="60000"/>
              <a:lumOff val="40000"/>
            </a:schemeClr>
          </a:solidFill>
        </a:ln>
      </dgm:spPr>
      <dgm:t>
        <a:bodyPr/>
        <a:lstStyle/>
        <a:p>
          <a:endParaRPr lang="en-US" dirty="0"/>
        </a:p>
      </dgm:t>
    </dgm:pt>
    <dgm:pt modelId="{325A0141-45C9-D543-8FC0-DB8BDA02EAFE}">
      <dgm:prSet custT="1"/>
      <dgm:spPr/>
      <dgm:t>
        <a:bodyPr/>
        <a:lstStyle/>
        <a:p>
          <a:r>
            <a:rPr lang="en-US" sz="1500" dirty="0" smtClean="0"/>
            <a:t>C chooses a list of messages before attempting to break A’s signature scheme, independent of A’s public key; C then obtains from A valid signatures for the chosen messages</a:t>
          </a:r>
        </a:p>
      </dgm:t>
    </dgm:pt>
    <dgm:pt modelId="{57A79CD8-ECD6-A34B-BF2B-0D175F9DF64D}" type="parTrans" cxnId="{A41B7C23-CEE1-524A-8EC7-9B2444F2756A}">
      <dgm:prSet/>
      <dgm:spPr/>
      <dgm:t>
        <a:bodyPr/>
        <a:lstStyle/>
        <a:p>
          <a:endParaRPr lang="en-US"/>
        </a:p>
      </dgm:t>
    </dgm:pt>
    <dgm:pt modelId="{591D6BDB-897A-A746-A7E5-2BC4EFDE4ED0}" type="sibTrans" cxnId="{A41B7C23-CEE1-524A-8EC7-9B2444F2756A}">
      <dgm:prSet/>
      <dgm:spPr/>
      <dgm:t>
        <a:bodyPr/>
        <a:lstStyle/>
        <a:p>
          <a:endParaRPr lang="en-US"/>
        </a:p>
      </dgm:t>
    </dgm:pt>
    <dgm:pt modelId="{32821B99-C92F-A840-841D-23AB6FDA3702}">
      <dgm:prSet custT="1"/>
      <dgm:spPr>
        <a:solidFill>
          <a:schemeClr val="accent4">
            <a:lumMod val="75000"/>
          </a:schemeClr>
        </a:solidFill>
      </dgm:spPr>
      <dgm:t>
        <a:bodyPr/>
        <a:lstStyle/>
        <a:p>
          <a:r>
            <a:rPr lang="en-US" sz="1500" b="1" dirty="0" smtClean="0"/>
            <a:t>Directed chosen message attack</a:t>
          </a:r>
        </a:p>
      </dgm:t>
    </dgm:pt>
    <dgm:pt modelId="{3D5799A5-05C2-584D-B8CC-65EACE221A4F}" type="parTrans" cxnId="{1F3DBF6A-3A5C-2E44-BEF4-FCA7A5545029}">
      <dgm:prSet/>
      <dgm:spPr/>
      <dgm:t>
        <a:bodyPr/>
        <a:lstStyle/>
        <a:p>
          <a:endParaRPr lang="en-US"/>
        </a:p>
      </dgm:t>
    </dgm:pt>
    <dgm:pt modelId="{F50469B2-34BD-1842-BA05-B498F5F70DFD}" type="sibTrans" cxnId="{1F3DBF6A-3A5C-2E44-BEF4-FCA7A5545029}">
      <dgm:prSet/>
      <dgm:spPr>
        <a:solidFill>
          <a:schemeClr val="tx2">
            <a:lumMod val="60000"/>
            <a:lumOff val="40000"/>
          </a:schemeClr>
        </a:solidFill>
        <a:ln>
          <a:solidFill>
            <a:schemeClr val="tx2">
              <a:lumMod val="60000"/>
              <a:lumOff val="40000"/>
            </a:schemeClr>
          </a:solidFill>
        </a:ln>
      </dgm:spPr>
      <dgm:t>
        <a:bodyPr/>
        <a:lstStyle/>
        <a:p>
          <a:endParaRPr lang="en-US" dirty="0"/>
        </a:p>
      </dgm:t>
    </dgm:pt>
    <dgm:pt modelId="{A696D734-37A2-824C-92BC-4D2C0015BA98}">
      <dgm:prSet custT="1"/>
      <dgm:spPr/>
      <dgm:t>
        <a:bodyPr/>
        <a:lstStyle/>
        <a:p>
          <a:r>
            <a:rPr lang="en-US" sz="1500" dirty="0" smtClean="0"/>
            <a:t>Similar to the generic attack, except that the list of messages to be signed is chosen after C knows A’s public key but before any signatures are seen</a:t>
          </a:r>
        </a:p>
      </dgm:t>
    </dgm:pt>
    <dgm:pt modelId="{5529BFB6-F188-DE48-87B1-7F4EEB9A98F6}" type="parTrans" cxnId="{CFB247CE-DD0A-0A48-A9B4-974967109C1D}">
      <dgm:prSet/>
      <dgm:spPr/>
      <dgm:t>
        <a:bodyPr/>
        <a:lstStyle/>
        <a:p>
          <a:endParaRPr lang="en-US"/>
        </a:p>
      </dgm:t>
    </dgm:pt>
    <dgm:pt modelId="{DDABB7AC-1F26-1246-ABAA-76AB707B7B43}" type="sibTrans" cxnId="{CFB247CE-DD0A-0A48-A9B4-974967109C1D}">
      <dgm:prSet/>
      <dgm:spPr/>
      <dgm:t>
        <a:bodyPr/>
        <a:lstStyle/>
        <a:p>
          <a:endParaRPr lang="en-US"/>
        </a:p>
      </dgm:t>
    </dgm:pt>
    <dgm:pt modelId="{EF243D23-9000-8E4A-AEB6-1F7A0F74FFD1}">
      <dgm:prSet custT="1"/>
      <dgm:spPr>
        <a:solidFill>
          <a:schemeClr val="accent4">
            <a:lumMod val="75000"/>
          </a:schemeClr>
        </a:solidFill>
      </dgm:spPr>
      <dgm:t>
        <a:bodyPr/>
        <a:lstStyle/>
        <a:p>
          <a:r>
            <a:rPr lang="en-US" sz="1500" b="1" dirty="0" smtClean="0"/>
            <a:t>Adaptive chosen message attack</a:t>
          </a:r>
        </a:p>
      </dgm:t>
    </dgm:pt>
    <dgm:pt modelId="{009043D0-D3D8-8A4E-93B1-76FEFE8B7938}" type="parTrans" cxnId="{5CAFD1F9-B462-D54C-A8A9-2CEBAE4F1B50}">
      <dgm:prSet/>
      <dgm:spPr/>
      <dgm:t>
        <a:bodyPr/>
        <a:lstStyle/>
        <a:p>
          <a:endParaRPr lang="en-US"/>
        </a:p>
      </dgm:t>
    </dgm:pt>
    <dgm:pt modelId="{43695136-E84C-D640-8C5A-894198636253}" type="sibTrans" cxnId="{5CAFD1F9-B462-D54C-A8A9-2CEBAE4F1B50}">
      <dgm:prSet/>
      <dgm:spPr/>
      <dgm:t>
        <a:bodyPr/>
        <a:lstStyle/>
        <a:p>
          <a:endParaRPr lang="en-US"/>
        </a:p>
      </dgm:t>
    </dgm:pt>
    <dgm:pt modelId="{C5809304-4C55-D747-A9ED-C14293427004}">
      <dgm:prSet custT="1"/>
      <dgm:spPr/>
      <dgm:t>
        <a:bodyPr/>
        <a:lstStyle/>
        <a:p>
          <a:r>
            <a:rPr lang="en-US" sz="1500" dirty="0" smtClean="0"/>
            <a:t>C may request from A signatures </a:t>
          </a:r>
          <a:r>
            <a:rPr lang="en-US" sz="1500" dirty="0" smtClean="0"/>
            <a:t>of messages </a:t>
          </a:r>
          <a:r>
            <a:rPr lang="en-US" sz="1500" dirty="0" smtClean="0"/>
            <a:t>that depend on previously obtained message-signature pairs</a:t>
          </a:r>
        </a:p>
      </dgm:t>
    </dgm:pt>
    <dgm:pt modelId="{09A44E5C-8586-D149-9776-190C83A30274}" type="parTrans" cxnId="{2B9E440B-F866-F94B-89CD-260CBA27D3F4}">
      <dgm:prSet/>
      <dgm:spPr/>
      <dgm:t>
        <a:bodyPr/>
        <a:lstStyle/>
        <a:p>
          <a:endParaRPr lang="en-US"/>
        </a:p>
      </dgm:t>
    </dgm:pt>
    <dgm:pt modelId="{5AFBCCC1-9CF6-7748-A501-7C27C2F7CACA}" type="sibTrans" cxnId="{2B9E440B-F866-F94B-89CD-260CBA27D3F4}">
      <dgm:prSet/>
      <dgm:spPr/>
      <dgm:t>
        <a:bodyPr/>
        <a:lstStyle/>
        <a:p>
          <a:endParaRPr lang="en-US"/>
        </a:p>
      </dgm:t>
    </dgm:pt>
    <dgm:pt modelId="{698D7360-FA08-E34A-A9B9-626E01B319EC}" type="pres">
      <dgm:prSet presAssocID="{1EB4934B-3BCB-884F-B3A6-089FAD951BA9}" presName="Name0" presStyleCnt="0">
        <dgm:presLayoutVars>
          <dgm:dir/>
          <dgm:animLvl val="lvl"/>
          <dgm:resizeHandles val="exact"/>
        </dgm:presLayoutVars>
      </dgm:prSet>
      <dgm:spPr/>
      <dgm:t>
        <a:bodyPr/>
        <a:lstStyle/>
        <a:p>
          <a:endParaRPr lang="en-US"/>
        </a:p>
      </dgm:t>
    </dgm:pt>
    <dgm:pt modelId="{9AEF1DA8-F65F-9B46-B7D1-C7F261961B0D}" type="pres">
      <dgm:prSet presAssocID="{1EB4934B-3BCB-884F-B3A6-089FAD951BA9}" presName="tSp" presStyleCnt="0"/>
      <dgm:spPr/>
    </dgm:pt>
    <dgm:pt modelId="{42C4D25D-BC3E-6647-B655-7E7FB19DABAA}" type="pres">
      <dgm:prSet presAssocID="{1EB4934B-3BCB-884F-B3A6-089FAD951BA9}" presName="bSp" presStyleCnt="0"/>
      <dgm:spPr/>
    </dgm:pt>
    <dgm:pt modelId="{B4ABB926-BF33-7D4E-B7B7-2068623DF516}" type="pres">
      <dgm:prSet presAssocID="{1EB4934B-3BCB-884F-B3A6-089FAD951BA9}" presName="process" presStyleCnt="0"/>
      <dgm:spPr/>
    </dgm:pt>
    <dgm:pt modelId="{9790810D-73C5-5B42-B3E1-9DF2A3B4A795}" type="pres">
      <dgm:prSet presAssocID="{62FD029A-D972-7943-A4AE-C2787FF46D2C}" presName="composite1" presStyleCnt="0"/>
      <dgm:spPr/>
    </dgm:pt>
    <dgm:pt modelId="{F0774059-E2F4-EA4D-AF90-F8B3AB5F6B4A}" type="pres">
      <dgm:prSet presAssocID="{62FD029A-D972-7943-A4AE-C2787FF46D2C}" presName="dummyNode1" presStyleLbl="node1" presStyleIdx="0" presStyleCnt="5"/>
      <dgm:spPr/>
    </dgm:pt>
    <dgm:pt modelId="{28DEADCD-77CB-0247-B0D0-E28962560B96}" type="pres">
      <dgm:prSet presAssocID="{62FD029A-D972-7943-A4AE-C2787FF46D2C}" presName="childNode1" presStyleLbl="bgAcc1" presStyleIdx="0" presStyleCnt="5" custScaleX="125171" custScaleY="171667">
        <dgm:presLayoutVars>
          <dgm:bulletEnabled val="1"/>
        </dgm:presLayoutVars>
      </dgm:prSet>
      <dgm:spPr/>
      <dgm:t>
        <a:bodyPr/>
        <a:lstStyle/>
        <a:p>
          <a:endParaRPr lang="en-US"/>
        </a:p>
      </dgm:t>
    </dgm:pt>
    <dgm:pt modelId="{9FF6089E-CA8D-3A4F-944E-D9A0DDE45842}" type="pres">
      <dgm:prSet presAssocID="{62FD029A-D972-7943-A4AE-C2787FF46D2C}" presName="childNode1tx" presStyleLbl="bgAcc1" presStyleIdx="0" presStyleCnt="5">
        <dgm:presLayoutVars>
          <dgm:bulletEnabled val="1"/>
        </dgm:presLayoutVars>
      </dgm:prSet>
      <dgm:spPr/>
      <dgm:t>
        <a:bodyPr/>
        <a:lstStyle/>
        <a:p>
          <a:endParaRPr lang="en-US"/>
        </a:p>
      </dgm:t>
    </dgm:pt>
    <dgm:pt modelId="{29399DDC-8E87-A84A-A1D4-12E19F7A133A}" type="pres">
      <dgm:prSet presAssocID="{62FD029A-D972-7943-A4AE-C2787FF46D2C}" presName="parentNode1" presStyleLbl="node1" presStyleIdx="0" presStyleCnt="5" custScaleX="119268" custScaleY="175909" custLinFactNeighborX="-21490" custLinFactNeighborY="84670">
        <dgm:presLayoutVars>
          <dgm:chMax val="1"/>
          <dgm:bulletEnabled val="1"/>
        </dgm:presLayoutVars>
      </dgm:prSet>
      <dgm:spPr/>
      <dgm:t>
        <a:bodyPr/>
        <a:lstStyle/>
        <a:p>
          <a:endParaRPr lang="en-US"/>
        </a:p>
      </dgm:t>
    </dgm:pt>
    <dgm:pt modelId="{800553AF-EEBA-754C-9796-24B1655BB9AD}" type="pres">
      <dgm:prSet presAssocID="{62FD029A-D972-7943-A4AE-C2787FF46D2C}" presName="connSite1" presStyleCnt="0"/>
      <dgm:spPr/>
    </dgm:pt>
    <dgm:pt modelId="{3AB62E86-72BE-804F-B423-D10B3F6D3EA1}" type="pres">
      <dgm:prSet presAssocID="{8B4C9E09-8B38-0B4C-BD0E-B132F26C264F}" presName="Name9" presStyleLbl="sibTrans2D1" presStyleIdx="0" presStyleCnt="4"/>
      <dgm:spPr/>
      <dgm:t>
        <a:bodyPr/>
        <a:lstStyle/>
        <a:p>
          <a:endParaRPr lang="en-US"/>
        </a:p>
      </dgm:t>
    </dgm:pt>
    <dgm:pt modelId="{92AA537E-95BD-9141-B7B4-F2224FD5DAA4}" type="pres">
      <dgm:prSet presAssocID="{849806C8-24F5-704B-99D3-C929FEBB3D3D}" presName="composite2" presStyleCnt="0"/>
      <dgm:spPr/>
    </dgm:pt>
    <dgm:pt modelId="{D6396A5C-B23C-0C42-AA7B-B10B52C14610}" type="pres">
      <dgm:prSet presAssocID="{849806C8-24F5-704B-99D3-C929FEBB3D3D}" presName="dummyNode2" presStyleLbl="node1" presStyleIdx="0" presStyleCnt="5"/>
      <dgm:spPr/>
    </dgm:pt>
    <dgm:pt modelId="{B1C5817D-CFC5-294F-A476-4B5034865ECB}" type="pres">
      <dgm:prSet presAssocID="{849806C8-24F5-704B-99D3-C929FEBB3D3D}" presName="childNode2" presStyleLbl="bgAcc1" presStyleIdx="1" presStyleCnt="5" custScaleX="140513" custScaleY="252627">
        <dgm:presLayoutVars>
          <dgm:bulletEnabled val="1"/>
        </dgm:presLayoutVars>
      </dgm:prSet>
      <dgm:spPr/>
      <dgm:t>
        <a:bodyPr/>
        <a:lstStyle/>
        <a:p>
          <a:endParaRPr lang="en-US"/>
        </a:p>
      </dgm:t>
    </dgm:pt>
    <dgm:pt modelId="{D46997F3-D542-D94C-8478-DE02FCED3BF3}" type="pres">
      <dgm:prSet presAssocID="{849806C8-24F5-704B-99D3-C929FEBB3D3D}" presName="childNode2tx" presStyleLbl="bgAcc1" presStyleIdx="1" presStyleCnt="5">
        <dgm:presLayoutVars>
          <dgm:bulletEnabled val="1"/>
        </dgm:presLayoutVars>
      </dgm:prSet>
      <dgm:spPr/>
      <dgm:t>
        <a:bodyPr/>
        <a:lstStyle/>
        <a:p>
          <a:endParaRPr lang="en-US"/>
        </a:p>
      </dgm:t>
    </dgm:pt>
    <dgm:pt modelId="{86339584-CDAD-2545-AD10-E55D549768B6}" type="pres">
      <dgm:prSet presAssocID="{849806C8-24F5-704B-99D3-C929FEBB3D3D}" presName="parentNode2" presStyleLbl="node1" presStyleIdx="1" presStyleCnt="5" custScaleX="128554" custScaleY="185277" custLinFactY="-56785" custLinFactNeighborX="-17624" custLinFactNeighborY="-100000">
        <dgm:presLayoutVars>
          <dgm:chMax val="0"/>
          <dgm:bulletEnabled val="1"/>
        </dgm:presLayoutVars>
      </dgm:prSet>
      <dgm:spPr/>
      <dgm:t>
        <a:bodyPr/>
        <a:lstStyle/>
        <a:p>
          <a:endParaRPr lang="en-US"/>
        </a:p>
      </dgm:t>
    </dgm:pt>
    <dgm:pt modelId="{CFA52DE1-BB8A-E04C-A519-44C9E3231359}" type="pres">
      <dgm:prSet presAssocID="{849806C8-24F5-704B-99D3-C929FEBB3D3D}" presName="connSite2" presStyleCnt="0"/>
      <dgm:spPr/>
    </dgm:pt>
    <dgm:pt modelId="{6113598A-93D1-5241-9D04-F3AFDFE110F8}" type="pres">
      <dgm:prSet presAssocID="{68A0590E-B82F-AF42-B2FA-8DFB3029E415}" presName="Name18" presStyleLbl="sibTrans2D1" presStyleIdx="1" presStyleCnt="4"/>
      <dgm:spPr/>
      <dgm:t>
        <a:bodyPr/>
        <a:lstStyle/>
        <a:p>
          <a:endParaRPr lang="en-US"/>
        </a:p>
      </dgm:t>
    </dgm:pt>
    <dgm:pt modelId="{E12D9AFF-1DF2-564A-B1E3-D67ECAB89E02}" type="pres">
      <dgm:prSet presAssocID="{C3171C2A-F864-BE45-A10A-B8FE322549D0}" presName="composite1" presStyleCnt="0"/>
      <dgm:spPr/>
    </dgm:pt>
    <dgm:pt modelId="{480E7DE0-EE71-7A44-B766-DAFFBD2BC564}" type="pres">
      <dgm:prSet presAssocID="{C3171C2A-F864-BE45-A10A-B8FE322549D0}" presName="dummyNode1" presStyleLbl="node1" presStyleIdx="1" presStyleCnt="5"/>
      <dgm:spPr/>
    </dgm:pt>
    <dgm:pt modelId="{261C35D7-B798-044A-8DA7-33BB0B9B7292}" type="pres">
      <dgm:prSet presAssocID="{C3171C2A-F864-BE45-A10A-B8FE322549D0}" presName="childNode1" presStyleLbl="bgAcc1" presStyleIdx="2" presStyleCnt="5" custScaleX="166522" custScaleY="395412">
        <dgm:presLayoutVars>
          <dgm:bulletEnabled val="1"/>
        </dgm:presLayoutVars>
      </dgm:prSet>
      <dgm:spPr/>
      <dgm:t>
        <a:bodyPr/>
        <a:lstStyle/>
        <a:p>
          <a:endParaRPr lang="en-US"/>
        </a:p>
      </dgm:t>
    </dgm:pt>
    <dgm:pt modelId="{1F6968F0-D84D-0F4C-A1A1-AB016AF79389}" type="pres">
      <dgm:prSet presAssocID="{C3171C2A-F864-BE45-A10A-B8FE322549D0}" presName="childNode1tx" presStyleLbl="bgAcc1" presStyleIdx="2" presStyleCnt="5">
        <dgm:presLayoutVars>
          <dgm:bulletEnabled val="1"/>
        </dgm:presLayoutVars>
      </dgm:prSet>
      <dgm:spPr/>
      <dgm:t>
        <a:bodyPr/>
        <a:lstStyle/>
        <a:p>
          <a:endParaRPr lang="en-US"/>
        </a:p>
      </dgm:t>
    </dgm:pt>
    <dgm:pt modelId="{0E115A9D-D4EC-3244-ACF2-287323CC800D}" type="pres">
      <dgm:prSet presAssocID="{C3171C2A-F864-BE45-A10A-B8FE322549D0}" presName="parentNode1" presStyleLbl="node1" presStyleIdx="2" presStyleCnt="5" custScaleX="158273" custScaleY="250250" custLinFactY="184684" custLinFactNeighborX="-20127" custLinFactNeighborY="200000">
        <dgm:presLayoutVars>
          <dgm:chMax val="1"/>
          <dgm:bulletEnabled val="1"/>
        </dgm:presLayoutVars>
      </dgm:prSet>
      <dgm:spPr/>
      <dgm:t>
        <a:bodyPr/>
        <a:lstStyle/>
        <a:p>
          <a:endParaRPr lang="en-US"/>
        </a:p>
      </dgm:t>
    </dgm:pt>
    <dgm:pt modelId="{0918DA87-C745-6E4A-95E7-0110E634DA69}" type="pres">
      <dgm:prSet presAssocID="{C3171C2A-F864-BE45-A10A-B8FE322549D0}" presName="connSite1" presStyleCnt="0"/>
      <dgm:spPr/>
    </dgm:pt>
    <dgm:pt modelId="{E968BA48-84FC-7A48-A3E7-3438D4DCA5BB}" type="pres">
      <dgm:prSet presAssocID="{E28AC4D3-DBD2-E742-A168-2ADC338CA789}" presName="Name9" presStyleLbl="sibTrans2D1" presStyleIdx="2" presStyleCnt="4"/>
      <dgm:spPr/>
      <dgm:t>
        <a:bodyPr/>
        <a:lstStyle/>
        <a:p>
          <a:endParaRPr lang="en-US"/>
        </a:p>
      </dgm:t>
    </dgm:pt>
    <dgm:pt modelId="{A4F5964B-48B0-CF4B-ACA2-47EA7C31BCDB}" type="pres">
      <dgm:prSet presAssocID="{32821B99-C92F-A840-841D-23AB6FDA3702}" presName="composite2" presStyleCnt="0"/>
      <dgm:spPr/>
    </dgm:pt>
    <dgm:pt modelId="{5E4A92FD-C263-B845-A3A9-998DF2A384C0}" type="pres">
      <dgm:prSet presAssocID="{32821B99-C92F-A840-841D-23AB6FDA3702}" presName="dummyNode2" presStyleLbl="node1" presStyleIdx="2" presStyleCnt="5"/>
      <dgm:spPr/>
    </dgm:pt>
    <dgm:pt modelId="{5C04EA05-CA37-1D4F-889F-8A6D2632026E}" type="pres">
      <dgm:prSet presAssocID="{32821B99-C92F-A840-841D-23AB6FDA3702}" presName="childNode2" presStyleLbl="bgAcc1" presStyleIdx="3" presStyleCnt="5" custScaleX="173972" custScaleY="334141">
        <dgm:presLayoutVars>
          <dgm:bulletEnabled val="1"/>
        </dgm:presLayoutVars>
      </dgm:prSet>
      <dgm:spPr/>
      <dgm:t>
        <a:bodyPr/>
        <a:lstStyle/>
        <a:p>
          <a:endParaRPr lang="en-US"/>
        </a:p>
      </dgm:t>
    </dgm:pt>
    <dgm:pt modelId="{54162762-3C3C-AE4E-BF49-8A214A7A64C4}" type="pres">
      <dgm:prSet presAssocID="{32821B99-C92F-A840-841D-23AB6FDA3702}" presName="childNode2tx" presStyleLbl="bgAcc1" presStyleIdx="3" presStyleCnt="5">
        <dgm:presLayoutVars>
          <dgm:bulletEnabled val="1"/>
        </dgm:presLayoutVars>
      </dgm:prSet>
      <dgm:spPr/>
      <dgm:t>
        <a:bodyPr/>
        <a:lstStyle/>
        <a:p>
          <a:endParaRPr lang="en-US"/>
        </a:p>
      </dgm:t>
    </dgm:pt>
    <dgm:pt modelId="{BE54856D-6073-D64D-A707-D0537194B9A5}" type="pres">
      <dgm:prSet presAssocID="{32821B99-C92F-A840-841D-23AB6FDA3702}" presName="parentNode2" presStyleLbl="node1" presStyleIdx="3" presStyleCnt="5" custScaleX="155583" custScaleY="150358" custLinFactY="-84380" custLinFactNeighborX="-14507" custLinFactNeighborY="-100000">
        <dgm:presLayoutVars>
          <dgm:chMax val="0"/>
          <dgm:bulletEnabled val="1"/>
        </dgm:presLayoutVars>
      </dgm:prSet>
      <dgm:spPr/>
      <dgm:t>
        <a:bodyPr/>
        <a:lstStyle/>
        <a:p>
          <a:endParaRPr lang="en-US"/>
        </a:p>
      </dgm:t>
    </dgm:pt>
    <dgm:pt modelId="{18146080-AEB0-0E47-BE4E-C181E545A7CC}" type="pres">
      <dgm:prSet presAssocID="{32821B99-C92F-A840-841D-23AB6FDA3702}" presName="connSite2" presStyleCnt="0"/>
      <dgm:spPr/>
    </dgm:pt>
    <dgm:pt modelId="{8DD17C4E-7196-C24B-93A8-6B579DB16B55}" type="pres">
      <dgm:prSet presAssocID="{F50469B2-34BD-1842-BA05-B498F5F70DFD}" presName="Name18" presStyleLbl="sibTrans2D1" presStyleIdx="3" presStyleCnt="4" custAng="21314464" custLinFactNeighborX="-419" custLinFactNeighborY="-6862"/>
      <dgm:spPr/>
      <dgm:t>
        <a:bodyPr/>
        <a:lstStyle/>
        <a:p>
          <a:endParaRPr lang="en-US"/>
        </a:p>
      </dgm:t>
    </dgm:pt>
    <dgm:pt modelId="{5E9431E5-581D-2B42-8569-972969BDA6CC}" type="pres">
      <dgm:prSet presAssocID="{EF243D23-9000-8E4A-AEB6-1F7A0F74FFD1}" presName="composite1" presStyleCnt="0"/>
      <dgm:spPr/>
    </dgm:pt>
    <dgm:pt modelId="{A8E9AD75-E13F-054E-BA2E-476F99AF46CB}" type="pres">
      <dgm:prSet presAssocID="{EF243D23-9000-8E4A-AEB6-1F7A0F74FFD1}" presName="dummyNode1" presStyleLbl="node1" presStyleIdx="3" presStyleCnt="5"/>
      <dgm:spPr/>
    </dgm:pt>
    <dgm:pt modelId="{D399F7AC-6D3B-724E-BC8C-A3A47BE4BD45}" type="pres">
      <dgm:prSet presAssocID="{EF243D23-9000-8E4A-AEB6-1F7A0F74FFD1}" presName="childNode1" presStyleLbl="bgAcc1" presStyleIdx="4" presStyleCnt="5" custScaleX="148564" custScaleY="331795" custLinFactNeighborX="-577" custLinFactNeighborY="-11751">
        <dgm:presLayoutVars>
          <dgm:bulletEnabled val="1"/>
        </dgm:presLayoutVars>
      </dgm:prSet>
      <dgm:spPr/>
      <dgm:t>
        <a:bodyPr/>
        <a:lstStyle/>
        <a:p>
          <a:endParaRPr lang="en-US"/>
        </a:p>
      </dgm:t>
    </dgm:pt>
    <dgm:pt modelId="{0159AD12-8F40-5645-AC96-F9711DFC6F89}" type="pres">
      <dgm:prSet presAssocID="{EF243D23-9000-8E4A-AEB6-1F7A0F74FFD1}" presName="childNode1tx" presStyleLbl="bgAcc1" presStyleIdx="4" presStyleCnt="5">
        <dgm:presLayoutVars>
          <dgm:bulletEnabled val="1"/>
        </dgm:presLayoutVars>
      </dgm:prSet>
      <dgm:spPr/>
      <dgm:t>
        <a:bodyPr/>
        <a:lstStyle/>
        <a:p>
          <a:endParaRPr lang="en-US"/>
        </a:p>
      </dgm:t>
    </dgm:pt>
    <dgm:pt modelId="{F738A19E-7D21-704D-B39E-50D5AE06FD79}" type="pres">
      <dgm:prSet presAssocID="{EF243D23-9000-8E4A-AEB6-1F7A0F74FFD1}" presName="parentNode1" presStyleLbl="node1" presStyleIdx="4" presStyleCnt="5" custScaleX="139591" custScaleY="237245" custLinFactY="157845" custLinFactNeighborX="-13530" custLinFactNeighborY="200000">
        <dgm:presLayoutVars>
          <dgm:chMax val="1"/>
          <dgm:bulletEnabled val="1"/>
        </dgm:presLayoutVars>
      </dgm:prSet>
      <dgm:spPr/>
      <dgm:t>
        <a:bodyPr/>
        <a:lstStyle/>
        <a:p>
          <a:endParaRPr lang="en-US"/>
        </a:p>
      </dgm:t>
    </dgm:pt>
    <dgm:pt modelId="{5960930B-AD1E-BC4F-A9AD-0142D560E164}" type="pres">
      <dgm:prSet presAssocID="{EF243D23-9000-8E4A-AEB6-1F7A0F74FFD1}" presName="connSite1" presStyleCnt="0"/>
      <dgm:spPr/>
    </dgm:pt>
  </dgm:ptLst>
  <dgm:cxnLst>
    <dgm:cxn modelId="{C16C94F4-58DA-EE45-A918-DC0FC2722FEA}" type="presOf" srcId="{F50469B2-34BD-1842-BA05-B498F5F70DFD}" destId="{8DD17C4E-7196-C24B-93A8-6B579DB16B55}" srcOrd="0" destOrd="0" presId="urn:microsoft.com/office/officeart/2005/8/layout/hProcess4"/>
    <dgm:cxn modelId="{0B5ED73A-2F37-AB4E-AD7D-A10F63380CE1}" srcId="{62FD029A-D972-7943-A4AE-C2787FF46D2C}" destId="{952A3FC2-61F0-3D44-A926-9E3E30F8E714}" srcOrd="0" destOrd="0" parTransId="{97DE8B61-8BC7-9F40-9340-8DF33749B245}" sibTransId="{85989F38-4F0F-354F-B111-238CFC839B67}"/>
    <dgm:cxn modelId="{F6C96DF2-8DB8-EF43-8046-D3771FEE6A06}" type="presOf" srcId="{091D4DE6-2638-4345-8AEF-BE41CC43571D}" destId="{B1C5817D-CFC5-294F-A476-4B5034865ECB}" srcOrd="0" destOrd="0" presId="urn:microsoft.com/office/officeart/2005/8/layout/hProcess4"/>
    <dgm:cxn modelId="{B3372F67-8625-B444-822A-CAD085F7C4DB}" srcId="{1EB4934B-3BCB-884F-B3A6-089FAD951BA9}" destId="{849806C8-24F5-704B-99D3-C929FEBB3D3D}" srcOrd="1" destOrd="0" parTransId="{AB478653-B288-8340-BC42-AD7BD6CB1CA3}" sibTransId="{68A0590E-B82F-AF42-B2FA-8DFB3029E415}"/>
    <dgm:cxn modelId="{99C158B3-2C2A-7040-84B9-232F33D15BDC}" type="presOf" srcId="{68A0590E-B82F-AF42-B2FA-8DFB3029E415}" destId="{6113598A-93D1-5241-9D04-F3AFDFE110F8}" srcOrd="0" destOrd="0" presId="urn:microsoft.com/office/officeart/2005/8/layout/hProcess4"/>
    <dgm:cxn modelId="{600F76BC-931B-3743-B3CB-12E0FAC6AF93}" type="presOf" srcId="{A696D734-37A2-824C-92BC-4D2C0015BA98}" destId="{5C04EA05-CA37-1D4F-889F-8A6D2632026E}" srcOrd="0" destOrd="0" presId="urn:microsoft.com/office/officeart/2005/8/layout/hProcess4"/>
    <dgm:cxn modelId="{CFB247CE-DD0A-0A48-A9B4-974967109C1D}" srcId="{32821B99-C92F-A840-841D-23AB6FDA3702}" destId="{A696D734-37A2-824C-92BC-4D2C0015BA98}" srcOrd="0" destOrd="0" parTransId="{5529BFB6-F188-DE48-87B1-7F4EEB9A98F6}" sibTransId="{DDABB7AC-1F26-1246-ABAA-76AB707B7B43}"/>
    <dgm:cxn modelId="{72C26857-3036-6242-B85A-F6B9A9B25E27}" type="presOf" srcId="{952A3FC2-61F0-3D44-A926-9E3E30F8E714}" destId="{9FF6089E-CA8D-3A4F-944E-D9A0DDE45842}" srcOrd="1" destOrd="0" presId="urn:microsoft.com/office/officeart/2005/8/layout/hProcess4"/>
    <dgm:cxn modelId="{D648E87B-017E-0546-93F8-E59EBC58A73F}" type="presOf" srcId="{62FD029A-D972-7943-A4AE-C2787FF46D2C}" destId="{29399DDC-8E87-A84A-A1D4-12E19F7A133A}" srcOrd="0" destOrd="0" presId="urn:microsoft.com/office/officeart/2005/8/layout/hProcess4"/>
    <dgm:cxn modelId="{5D925204-7C37-FD4E-8AEA-D15FE3A718C0}" type="presOf" srcId="{A696D734-37A2-824C-92BC-4D2C0015BA98}" destId="{54162762-3C3C-AE4E-BF49-8A214A7A64C4}" srcOrd="1" destOrd="0" presId="urn:microsoft.com/office/officeart/2005/8/layout/hProcess4"/>
    <dgm:cxn modelId="{610E55B3-51DB-404C-A0AE-01C15DAD70D7}" type="presOf" srcId="{EF243D23-9000-8E4A-AEB6-1F7A0F74FFD1}" destId="{F738A19E-7D21-704D-B39E-50D5AE06FD79}" srcOrd="0" destOrd="0" presId="urn:microsoft.com/office/officeart/2005/8/layout/hProcess4"/>
    <dgm:cxn modelId="{1F3DBF6A-3A5C-2E44-BEF4-FCA7A5545029}" srcId="{1EB4934B-3BCB-884F-B3A6-089FAD951BA9}" destId="{32821B99-C92F-A840-841D-23AB6FDA3702}" srcOrd="3" destOrd="0" parTransId="{3D5799A5-05C2-584D-B8CC-65EACE221A4F}" sibTransId="{F50469B2-34BD-1842-BA05-B498F5F70DFD}"/>
    <dgm:cxn modelId="{328A1BB7-2271-9F41-B629-B1F647F6D740}" type="presOf" srcId="{849806C8-24F5-704B-99D3-C929FEBB3D3D}" destId="{86339584-CDAD-2545-AD10-E55D549768B6}" srcOrd="0" destOrd="0" presId="urn:microsoft.com/office/officeart/2005/8/layout/hProcess4"/>
    <dgm:cxn modelId="{A41B7C23-CEE1-524A-8EC7-9B2444F2756A}" srcId="{C3171C2A-F864-BE45-A10A-B8FE322549D0}" destId="{325A0141-45C9-D543-8FC0-DB8BDA02EAFE}" srcOrd="0" destOrd="0" parTransId="{57A79CD8-ECD6-A34B-BF2B-0D175F9DF64D}" sibTransId="{591D6BDB-897A-A746-A7E5-2BC4EFDE4ED0}"/>
    <dgm:cxn modelId="{58FA94FC-4DA2-CB41-A9FF-ED5C552720D9}" type="presOf" srcId="{E28AC4D3-DBD2-E742-A168-2ADC338CA789}" destId="{E968BA48-84FC-7A48-A3E7-3438D4DCA5BB}" srcOrd="0" destOrd="0" presId="urn:microsoft.com/office/officeart/2005/8/layout/hProcess4"/>
    <dgm:cxn modelId="{22149B4D-6C81-3C43-AF1C-ABD44DF76217}" type="presOf" srcId="{8B4C9E09-8B38-0B4C-BD0E-B132F26C264F}" destId="{3AB62E86-72BE-804F-B423-D10B3F6D3EA1}" srcOrd="0" destOrd="0" presId="urn:microsoft.com/office/officeart/2005/8/layout/hProcess4"/>
    <dgm:cxn modelId="{98C2AF9F-ECC0-9644-9AA8-40A44872E163}" type="presOf" srcId="{C5809304-4C55-D747-A9ED-C14293427004}" destId="{0159AD12-8F40-5645-AC96-F9711DFC6F89}" srcOrd="1" destOrd="0" presId="urn:microsoft.com/office/officeart/2005/8/layout/hProcess4"/>
    <dgm:cxn modelId="{616134A9-D800-D545-B397-BA7D7F8DF91A}" srcId="{849806C8-24F5-704B-99D3-C929FEBB3D3D}" destId="{091D4DE6-2638-4345-8AEF-BE41CC43571D}" srcOrd="0" destOrd="0" parTransId="{F63DE0CA-26CF-0F48-A1E7-566A386540F7}" sibTransId="{F72B526E-0350-F84F-81A2-B3C605708F8F}"/>
    <dgm:cxn modelId="{EDCEAFB8-DD4F-614F-A436-10CC3F3EA1BB}" type="presOf" srcId="{32821B99-C92F-A840-841D-23AB6FDA3702}" destId="{BE54856D-6073-D64D-A707-D0537194B9A5}" srcOrd="0" destOrd="0" presId="urn:microsoft.com/office/officeart/2005/8/layout/hProcess4"/>
    <dgm:cxn modelId="{82ABE82F-3684-614D-A73F-24670FBF5585}" type="presOf" srcId="{1EB4934B-3BCB-884F-B3A6-089FAD951BA9}" destId="{698D7360-FA08-E34A-A9B9-626E01B319EC}" srcOrd="0" destOrd="0" presId="urn:microsoft.com/office/officeart/2005/8/layout/hProcess4"/>
    <dgm:cxn modelId="{7A92A3EF-C621-914F-99EF-FEBF247BAFF5}" type="presOf" srcId="{091D4DE6-2638-4345-8AEF-BE41CC43571D}" destId="{D46997F3-D542-D94C-8478-DE02FCED3BF3}" srcOrd="1" destOrd="0" presId="urn:microsoft.com/office/officeart/2005/8/layout/hProcess4"/>
    <dgm:cxn modelId="{5CAFD1F9-B462-D54C-A8A9-2CEBAE4F1B50}" srcId="{1EB4934B-3BCB-884F-B3A6-089FAD951BA9}" destId="{EF243D23-9000-8E4A-AEB6-1F7A0F74FFD1}" srcOrd="4" destOrd="0" parTransId="{009043D0-D3D8-8A4E-93B1-76FEFE8B7938}" sibTransId="{43695136-E84C-D640-8C5A-894198636253}"/>
    <dgm:cxn modelId="{EB907113-E790-EE48-A80A-9D5261E26375}" srcId="{1EB4934B-3BCB-884F-B3A6-089FAD951BA9}" destId="{C3171C2A-F864-BE45-A10A-B8FE322549D0}" srcOrd="2" destOrd="0" parTransId="{84ED6AB0-00D4-A74F-B0DB-A60E29914930}" sibTransId="{E28AC4D3-DBD2-E742-A168-2ADC338CA789}"/>
    <dgm:cxn modelId="{E06F2885-565F-6B47-8BD7-CF8D8D0DFF42}" type="presOf" srcId="{C3171C2A-F864-BE45-A10A-B8FE322549D0}" destId="{0E115A9D-D4EC-3244-ACF2-287323CC800D}" srcOrd="0" destOrd="0" presId="urn:microsoft.com/office/officeart/2005/8/layout/hProcess4"/>
    <dgm:cxn modelId="{901A4ADB-9ADD-4445-AB0F-F97DC4C8863A}" srcId="{1EB4934B-3BCB-884F-B3A6-089FAD951BA9}" destId="{62FD029A-D972-7943-A4AE-C2787FF46D2C}" srcOrd="0" destOrd="0" parTransId="{9F13AF1A-F094-8649-92A3-F9CADEBC5772}" sibTransId="{8B4C9E09-8B38-0B4C-BD0E-B132F26C264F}"/>
    <dgm:cxn modelId="{2B9E440B-F866-F94B-89CD-260CBA27D3F4}" srcId="{EF243D23-9000-8E4A-AEB6-1F7A0F74FFD1}" destId="{C5809304-4C55-D747-A9ED-C14293427004}" srcOrd="0" destOrd="0" parTransId="{09A44E5C-8586-D149-9776-190C83A30274}" sibTransId="{5AFBCCC1-9CF6-7748-A501-7C27C2F7CACA}"/>
    <dgm:cxn modelId="{C943CDF1-3E4D-FD44-A79B-BD7B09ACACC2}" type="presOf" srcId="{952A3FC2-61F0-3D44-A926-9E3E30F8E714}" destId="{28DEADCD-77CB-0247-B0D0-E28962560B96}" srcOrd="0" destOrd="0" presId="urn:microsoft.com/office/officeart/2005/8/layout/hProcess4"/>
    <dgm:cxn modelId="{ADD93AA0-98DD-3A40-961C-592D612C5F84}" type="presOf" srcId="{325A0141-45C9-D543-8FC0-DB8BDA02EAFE}" destId="{261C35D7-B798-044A-8DA7-33BB0B9B7292}" srcOrd="0" destOrd="0" presId="urn:microsoft.com/office/officeart/2005/8/layout/hProcess4"/>
    <dgm:cxn modelId="{BEFF8256-36CB-7F49-8DA0-D4AED89EAF7F}" type="presOf" srcId="{325A0141-45C9-D543-8FC0-DB8BDA02EAFE}" destId="{1F6968F0-D84D-0F4C-A1A1-AB016AF79389}" srcOrd="1" destOrd="0" presId="urn:microsoft.com/office/officeart/2005/8/layout/hProcess4"/>
    <dgm:cxn modelId="{9040D9DE-D463-FA40-8931-5E64F384DB5F}" type="presOf" srcId="{C5809304-4C55-D747-A9ED-C14293427004}" destId="{D399F7AC-6D3B-724E-BC8C-A3A47BE4BD45}" srcOrd="0" destOrd="0" presId="urn:microsoft.com/office/officeart/2005/8/layout/hProcess4"/>
    <dgm:cxn modelId="{6EB4F8F1-901D-1841-B8DB-26756B3C316F}" type="presParOf" srcId="{698D7360-FA08-E34A-A9B9-626E01B319EC}" destId="{9AEF1DA8-F65F-9B46-B7D1-C7F261961B0D}" srcOrd="0" destOrd="0" presId="urn:microsoft.com/office/officeart/2005/8/layout/hProcess4"/>
    <dgm:cxn modelId="{5E5BE9BD-0307-7F41-89D2-A0D922C39CD9}" type="presParOf" srcId="{698D7360-FA08-E34A-A9B9-626E01B319EC}" destId="{42C4D25D-BC3E-6647-B655-7E7FB19DABAA}" srcOrd="1" destOrd="0" presId="urn:microsoft.com/office/officeart/2005/8/layout/hProcess4"/>
    <dgm:cxn modelId="{08E36B77-0046-5447-8A9C-F2E8CEEF278D}" type="presParOf" srcId="{698D7360-FA08-E34A-A9B9-626E01B319EC}" destId="{B4ABB926-BF33-7D4E-B7B7-2068623DF516}" srcOrd="2" destOrd="0" presId="urn:microsoft.com/office/officeart/2005/8/layout/hProcess4"/>
    <dgm:cxn modelId="{927922DD-C814-9B4A-B3D5-0DD26186BBE5}" type="presParOf" srcId="{B4ABB926-BF33-7D4E-B7B7-2068623DF516}" destId="{9790810D-73C5-5B42-B3E1-9DF2A3B4A795}" srcOrd="0" destOrd="0" presId="urn:microsoft.com/office/officeart/2005/8/layout/hProcess4"/>
    <dgm:cxn modelId="{912CE7CF-57D6-C74B-B27B-A6E34F5771F2}" type="presParOf" srcId="{9790810D-73C5-5B42-B3E1-9DF2A3B4A795}" destId="{F0774059-E2F4-EA4D-AF90-F8B3AB5F6B4A}" srcOrd="0" destOrd="0" presId="urn:microsoft.com/office/officeart/2005/8/layout/hProcess4"/>
    <dgm:cxn modelId="{2AAAC86F-A4C3-A642-A1A9-7025B7AF41C8}" type="presParOf" srcId="{9790810D-73C5-5B42-B3E1-9DF2A3B4A795}" destId="{28DEADCD-77CB-0247-B0D0-E28962560B96}" srcOrd="1" destOrd="0" presId="urn:microsoft.com/office/officeart/2005/8/layout/hProcess4"/>
    <dgm:cxn modelId="{5D2F17E2-6CCD-3445-9370-ACEAF013B2B2}" type="presParOf" srcId="{9790810D-73C5-5B42-B3E1-9DF2A3B4A795}" destId="{9FF6089E-CA8D-3A4F-944E-D9A0DDE45842}" srcOrd="2" destOrd="0" presId="urn:microsoft.com/office/officeart/2005/8/layout/hProcess4"/>
    <dgm:cxn modelId="{AB022B79-AE38-A343-8B18-F42B3EB7B541}" type="presParOf" srcId="{9790810D-73C5-5B42-B3E1-9DF2A3B4A795}" destId="{29399DDC-8E87-A84A-A1D4-12E19F7A133A}" srcOrd="3" destOrd="0" presId="urn:microsoft.com/office/officeart/2005/8/layout/hProcess4"/>
    <dgm:cxn modelId="{1C56017D-824C-064A-921C-12166327D783}" type="presParOf" srcId="{9790810D-73C5-5B42-B3E1-9DF2A3B4A795}" destId="{800553AF-EEBA-754C-9796-24B1655BB9AD}" srcOrd="4" destOrd="0" presId="urn:microsoft.com/office/officeart/2005/8/layout/hProcess4"/>
    <dgm:cxn modelId="{A049999F-6E43-C64C-9565-5BA9C2C90A6F}" type="presParOf" srcId="{B4ABB926-BF33-7D4E-B7B7-2068623DF516}" destId="{3AB62E86-72BE-804F-B423-D10B3F6D3EA1}" srcOrd="1" destOrd="0" presId="urn:microsoft.com/office/officeart/2005/8/layout/hProcess4"/>
    <dgm:cxn modelId="{607C3437-A4BA-D04D-9C47-DDCE7A43F24C}" type="presParOf" srcId="{B4ABB926-BF33-7D4E-B7B7-2068623DF516}" destId="{92AA537E-95BD-9141-B7B4-F2224FD5DAA4}" srcOrd="2" destOrd="0" presId="urn:microsoft.com/office/officeart/2005/8/layout/hProcess4"/>
    <dgm:cxn modelId="{940500BC-9E9E-6848-9F47-51CA65CE5C03}" type="presParOf" srcId="{92AA537E-95BD-9141-B7B4-F2224FD5DAA4}" destId="{D6396A5C-B23C-0C42-AA7B-B10B52C14610}" srcOrd="0" destOrd="0" presId="urn:microsoft.com/office/officeart/2005/8/layout/hProcess4"/>
    <dgm:cxn modelId="{C5C9CCF3-13F6-3D4A-98F0-E5802E25BA17}" type="presParOf" srcId="{92AA537E-95BD-9141-B7B4-F2224FD5DAA4}" destId="{B1C5817D-CFC5-294F-A476-4B5034865ECB}" srcOrd="1" destOrd="0" presId="urn:microsoft.com/office/officeart/2005/8/layout/hProcess4"/>
    <dgm:cxn modelId="{14918C46-3D1D-B144-94EA-934AFD7F6662}" type="presParOf" srcId="{92AA537E-95BD-9141-B7B4-F2224FD5DAA4}" destId="{D46997F3-D542-D94C-8478-DE02FCED3BF3}" srcOrd="2" destOrd="0" presId="urn:microsoft.com/office/officeart/2005/8/layout/hProcess4"/>
    <dgm:cxn modelId="{BB3B2C38-1F2D-0A49-ADCC-7478D90F1EBB}" type="presParOf" srcId="{92AA537E-95BD-9141-B7B4-F2224FD5DAA4}" destId="{86339584-CDAD-2545-AD10-E55D549768B6}" srcOrd="3" destOrd="0" presId="urn:microsoft.com/office/officeart/2005/8/layout/hProcess4"/>
    <dgm:cxn modelId="{A3AE4940-ACB8-AE42-84A7-81A86C4143A0}" type="presParOf" srcId="{92AA537E-95BD-9141-B7B4-F2224FD5DAA4}" destId="{CFA52DE1-BB8A-E04C-A519-44C9E3231359}" srcOrd="4" destOrd="0" presId="urn:microsoft.com/office/officeart/2005/8/layout/hProcess4"/>
    <dgm:cxn modelId="{6735126C-1CAE-F94C-B898-C2AD89CCCE68}" type="presParOf" srcId="{B4ABB926-BF33-7D4E-B7B7-2068623DF516}" destId="{6113598A-93D1-5241-9D04-F3AFDFE110F8}" srcOrd="3" destOrd="0" presId="urn:microsoft.com/office/officeart/2005/8/layout/hProcess4"/>
    <dgm:cxn modelId="{A2BBDD62-CEDD-824F-85C0-4722EA32D4BB}" type="presParOf" srcId="{B4ABB926-BF33-7D4E-B7B7-2068623DF516}" destId="{E12D9AFF-1DF2-564A-B1E3-D67ECAB89E02}" srcOrd="4" destOrd="0" presId="urn:microsoft.com/office/officeart/2005/8/layout/hProcess4"/>
    <dgm:cxn modelId="{6348A516-F6CC-0842-8B83-A747A9ADC49D}" type="presParOf" srcId="{E12D9AFF-1DF2-564A-B1E3-D67ECAB89E02}" destId="{480E7DE0-EE71-7A44-B766-DAFFBD2BC564}" srcOrd="0" destOrd="0" presId="urn:microsoft.com/office/officeart/2005/8/layout/hProcess4"/>
    <dgm:cxn modelId="{18FE0A64-B6EE-A641-BDCB-1CC4E2239F9C}" type="presParOf" srcId="{E12D9AFF-1DF2-564A-B1E3-D67ECAB89E02}" destId="{261C35D7-B798-044A-8DA7-33BB0B9B7292}" srcOrd="1" destOrd="0" presId="urn:microsoft.com/office/officeart/2005/8/layout/hProcess4"/>
    <dgm:cxn modelId="{106584D7-1C7B-7A43-AD64-59D511991A38}" type="presParOf" srcId="{E12D9AFF-1DF2-564A-B1E3-D67ECAB89E02}" destId="{1F6968F0-D84D-0F4C-A1A1-AB016AF79389}" srcOrd="2" destOrd="0" presId="urn:microsoft.com/office/officeart/2005/8/layout/hProcess4"/>
    <dgm:cxn modelId="{AA7001D3-F0D5-5D42-BC0E-F9CFBA5B96CB}" type="presParOf" srcId="{E12D9AFF-1DF2-564A-B1E3-D67ECAB89E02}" destId="{0E115A9D-D4EC-3244-ACF2-287323CC800D}" srcOrd="3" destOrd="0" presId="urn:microsoft.com/office/officeart/2005/8/layout/hProcess4"/>
    <dgm:cxn modelId="{A982E70A-97E9-CB41-B1E2-DF2C158ABF70}" type="presParOf" srcId="{E12D9AFF-1DF2-564A-B1E3-D67ECAB89E02}" destId="{0918DA87-C745-6E4A-95E7-0110E634DA69}" srcOrd="4" destOrd="0" presId="urn:microsoft.com/office/officeart/2005/8/layout/hProcess4"/>
    <dgm:cxn modelId="{413E6314-B53C-9147-A922-6319ADA8B97A}" type="presParOf" srcId="{B4ABB926-BF33-7D4E-B7B7-2068623DF516}" destId="{E968BA48-84FC-7A48-A3E7-3438D4DCA5BB}" srcOrd="5" destOrd="0" presId="urn:microsoft.com/office/officeart/2005/8/layout/hProcess4"/>
    <dgm:cxn modelId="{5F7D1B65-4FB0-B845-8A5A-050FDD0D08C1}" type="presParOf" srcId="{B4ABB926-BF33-7D4E-B7B7-2068623DF516}" destId="{A4F5964B-48B0-CF4B-ACA2-47EA7C31BCDB}" srcOrd="6" destOrd="0" presId="urn:microsoft.com/office/officeart/2005/8/layout/hProcess4"/>
    <dgm:cxn modelId="{776978F0-EDA7-7D4B-AEBF-4A44CA37CB7C}" type="presParOf" srcId="{A4F5964B-48B0-CF4B-ACA2-47EA7C31BCDB}" destId="{5E4A92FD-C263-B845-A3A9-998DF2A384C0}" srcOrd="0" destOrd="0" presId="urn:microsoft.com/office/officeart/2005/8/layout/hProcess4"/>
    <dgm:cxn modelId="{A958D425-CF79-3E4E-9AA3-B354FBFFEE29}" type="presParOf" srcId="{A4F5964B-48B0-CF4B-ACA2-47EA7C31BCDB}" destId="{5C04EA05-CA37-1D4F-889F-8A6D2632026E}" srcOrd="1" destOrd="0" presId="urn:microsoft.com/office/officeart/2005/8/layout/hProcess4"/>
    <dgm:cxn modelId="{DA738AE8-00C9-6640-BFF0-360DA85FC586}" type="presParOf" srcId="{A4F5964B-48B0-CF4B-ACA2-47EA7C31BCDB}" destId="{54162762-3C3C-AE4E-BF49-8A214A7A64C4}" srcOrd="2" destOrd="0" presId="urn:microsoft.com/office/officeart/2005/8/layout/hProcess4"/>
    <dgm:cxn modelId="{002524C2-80D5-3042-B8EE-9F8FDF166878}" type="presParOf" srcId="{A4F5964B-48B0-CF4B-ACA2-47EA7C31BCDB}" destId="{BE54856D-6073-D64D-A707-D0537194B9A5}" srcOrd="3" destOrd="0" presId="urn:microsoft.com/office/officeart/2005/8/layout/hProcess4"/>
    <dgm:cxn modelId="{CE78A9DA-43E0-6944-8570-1D63513EEFC4}" type="presParOf" srcId="{A4F5964B-48B0-CF4B-ACA2-47EA7C31BCDB}" destId="{18146080-AEB0-0E47-BE4E-C181E545A7CC}" srcOrd="4" destOrd="0" presId="urn:microsoft.com/office/officeart/2005/8/layout/hProcess4"/>
    <dgm:cxn modelId="{C2ED8F6E-EB21-B24E-A5BC-40CDB8BA3E37}" type="presParOf" srcId="{B4ABB926-BF33-7D4E-B7B7-2068623DF516}" destId="{8DD17C4E-7196-C24B-93A8-6B579DB16B55}" srcOrd="7" destOrd="0" presId="urn:microsoft.com/office/officeart/2005/8/layout/hProcess4"/>
    <dgm:cxn modelId="{0A6AADA4-791E-D545-90B1-E93D6A6DBB42}" type="presParOf" srcId="{B4ABB926-BF33-7D4E-B7B7-2068623DF516}" destId="{5E9431E5-581D-2B42-8569-972969BDA6CC}" srcOrd="8" destOrd="0" presId="urn:microsoft.com/office/officeart/2005/8/layout/hProcess4"/>
    <dgm:cxn modelId="{F1F28A0B-0477-A24A-AA3E-9AC380105D67}" type="presParOf" srcId="{5E9431E5-581D-2B42-8569-972969BDA6CC}" destId="{A8E9AD75-E13F-054E-BA2E-476F99AF46CB}" srcOrd="0" destOrd="0" presId="urn:microsoft.com/office/officeart/2005/8/layout/hProcess4"/>
    <dgm:cxn modelId="{7D7BB2D4-07DD-2349-BFE5-6F46874E4E55}" type="presParOf" srcId="{5E9431E5-581D-2B42-8569-972969BDA6CC}" destId="{D399F7AC-6D3B-724E-BC8C-A3A47BE4BD45}" srcOrd="1" destOrd="0" presId="urn:microsoft.com/office/officeart/2005/8/layout/hProcess4"/>
    <dgm:cxn modelId="{5F8E2B0B-1D62-284E-AD06-85D58CAFFB6F}" type="presParOf" srcId="{5E9431E5-581D-2B42-8569-972969BDA6CC}" destId="{0159AD12-8F40-5645-AC96-F9711DFC6F89}" srcOrd="2" destOrd="0" presId="urn:microsoft.com/office/officeart/2005/8/layout/hProcess4"/>
    <dgm:cxn modelId="{DFDB5221-AF8D-C543-8D45-12B5597DCD94}" type="presParOf" srcId="{5E9431E5-581D-2B42-8569-972969BDA6CC}" destId="{F738A19E-7D21-704D-B39E-50D5AE06FD79}" srcOrd="3" destOrd="0" presId="urn:microsoft.com/office/officeart/2005/8/layout/hProcess4"/>
    <dgm:cxn modelId="{0CC893BA-8AA8-D54B-A5F7-DC273AB6179A}" type="presParOf" srcId="{5E9431E5-581D-2B42-8569-972969BDA6CC}" destId="{5960930B-AD1E-BC4F-A9AD-0142D560E164}" srcOrd="4" destOrd="0" presId="urn:microsoft.com/office/officeart/2005/8/layout/hProcess4"/>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7E9E305-0852-F44C-AB79-98CA4652A724}" type="doc">
      <dgm:prSet loTypeId="urn:microsoft.com/office/officeart/2005/8/layout/process3" loCatId="process" qsTypeId="urn:microsoft.com/office/officeart/2005/8/quickstyle/simple4" qsCatId="simple" csTypeId="urn:microsoft.com/office/officeart/2005/8/colors/accent1_2" csCatId="accent1" phldr="1"/>
      <dgm:spPr/>
      <dgm:t>
        <a:bodyPr/>
        <a:lstStyle/>
        <a:p>
          <a:endParaRPr lang="en-US"/>
        </a:p>
      </dgm:t>
    </dgm:pt>
    <dgm:pt modelId="{87426982-4C62-FA47-9D4F-F04163602985}">
      <dgm:prSet phldrT="[Text]" custT="1"/>
      <dgm:spPr>
        <a:solidFill>
          <a:schemeClr val="accent4">
            <a:lumMod val="75000"/>
          </a:schemeClr>
        </a:solidFill>
      </dgm:spPr>
      <dgm:t>
        <a:bodyPr/>
        <a:lstStyle/>
        <a:p>
          <a:r>
            <a:rPr lang="en-US" sz="1600" b="1" i="0" dirty="0" smtClean="0"/>
            <a:t>Total break</a:t>
          </a:r>
          <a:endParaRPr lang="en-US" sz="1600" b="1" i="0" dirty="0"/>
        </a:p>
      </dgm:t>
    </dgm:pt>
    <dgm:pt modelId="{12C300FB-4CC3-D245-85FB-89013BB52532}" type="parTrans" cxnId="{EBC388BB-F442-264F-A213-34DE77452B26}">
      <dgm:prSet/>
      <dgm:spPr/>
      <dgm:t>
        <a:bodyPr/>
        <a:lstStyle/>
        <a:p>
          <a:endParaRPr lang="en-US"/>
        </a:p>
      </dgm:t>
    </dgm:pt>
    <dgm:pt modelId="{F4107901-7FB5-214B-A240-60CF0754073E}" type="sibTrans" cxnId="{EBC388BB-F442-264F-A213-34DE77452B26}">
      <dgm:prSet/>
      <dgm:spPr>
        <a:ln>
          <a:solidFill>
            <a:schemeClr val="accent1">
              <a:lumMod val="75000"/>
            </a:schemeClr>
          </a:solidFill>
        </a:ln>
      </dgm:spPr>
      <dgm:t>
        <a:bodyPr/>
        <a:lstStyle/>
        <a:p>
          <a:endParaRPr lang="en-US" dirty="0"/>
        </a:p>
      </dgm:t>
    </dgm:pt>
    <dgm:pt modelId="{4B40B00E-9E57-B548-A6BF-9D701444F990}">
      <dgm:prSet custT="1"/>
      <dgm:spPr/>
      <dgm:t>
        <a:bodyPr/>
        <a:lstStyle/>
        <a:p>
          <a:r>
            <a:rPr lang="en-US" sz="1600" b="0" i="0" dirty="0" smtClean="0"/>
            <a:t>C determines A’s private key</a:t>
          </a:r>
        </a:p>
      </dgm:t>
    </dgm:pt>
    <dgm:pt modelId="{2D939306-DFEC-C44A-A5E5-EDC10A375910}" type="parTrans" cxnId="{576046B5-C546-5843-AC8F-94D26CC0A2A0}">
      <dgm:prSet/>
      <dgm:spPr/>
      <dgm:t>
        <a:bodyPr/>
        <a:lstStyle/>
        <a:p>
          <a:endParaRPr lang="en-US"/>
        </a:p>
      </dgm:t>
    </dgm:pt>
    <dgm:pt modelId="{FB171677-E161-6E4E-8A05-30015C198AC9}" type="sibTrans" cxnId="{576046B5-C546-5843-AC8F-94D26CC0A2A0}">
      <dgm:prSet/>
      <dgm:spPr/>
      <dgm:t>
        <a:bodyPr/>
        <a:lstStyle/>
        <a:p>
          <a:endParaRPr lang="en-US"/>
        </a:p>
      </dgm:t>
    </dgm:pt>
    <dgm:pt modelId="{89C47497-F63A-6D48-80B2-28172461E396}">
      <dgm:prSet custT="1"/>
      <dgm:spPr>
        <a:solidFill>
          <a:schemeClr val="accent4">
            <a:lumMod val="75000"/>
          </a:schemeClr>
        </a:solidFill>
        <a:ln>
          <a:noFill/>
        </a:ln>
      </dgm:spPr>
      <dgm:t>
        <a:bodyPr/>
        <a:lstStyle/>
        <a:p>
          <a:r>
            <a:rPr lang="en-US" sz="1600" b="1" i="0" dirty="0" smtClean="0"/>
            <a:t>Universal forgery</a:t>
          </a:r>
        </a:p>
      </dgm:t>
    </dgm:pt>
    <dgm:pt modelId="{292280B2-B516-A848-B3E4-116EF1902A8B}" type="parTrans" cxnId="{FD662654-A894-5845-A86A-DBD2AC40D127}">
      <dgm:prSet/>
      <dgm:spPr/>
      <dgm:t>
        <a:bodyPr/>
        <a:lstStyle/>
        <a:p>
          <a:endParaRPr lang="en-US"/>
        </a:p>
      </dgm:t>
    </dgm:pt>
    <dgm:pt modelId="{7122FC5A-28A3-7748-B273-A3699B1915E1}" type="sibTrans" cxnId="{FD662654-A894-5845-A86A-DBD2AC40D127}">
      <dgm:prSet/>
      <dgm:spPr>
        <a:ln>
          <a:solidFill>
            <a:schemeClr val="tx2">
              <a:lumMod val="75000"/>
            </a:schemeClr>
          </a:solidFill>
        </a:ln>
      </dgm:spPr>
      <dgm:t>
        <a:bodyPr/>
        <a:lstStyle/>
        <a:p>
          <a:endParaRPr lang="en-US" dirty="0"/>
        </a:p>
      </dgm:t>
    </dgm:pt>
    <dgm:pt modelId="{0415C92A-EA42-FF4C-B062-93CC10D41834}">
      <dgm:prSet custT="1"/>
      <dgm:spPr/>
      <dgm:t>
        <a:bodyPr/>
        <a:lstStyle/>
        <a:p>
          <a:r>
            <a:rPr lang="en-US" sz="1600" b="0" i="0" dirty="0" smtClean="0"/>
            <a:t>C finds an efficient signing algorithm that provides an equivalent way of constructing signatures on arbitrary messages</a:t>
          </a:r>
        </a:p>
      </dgm:t>
    </dgm:pt>
    <dgm:pt modelId="{BFD929B9-88F0-1E40-ABCA-20D5A327D626}" type="parTrans" cxnId="{3655DE3C-F43E-E74A-8D1E-CE297AFDEE7E}">
      <dgm:prSet/>
      <dgm:spPr/>
      <dgm:t>
        <a:bodyPr/>
        <a:lstStyle/>
        <a:p>
          <a:endParaRPr lang="en-US"/>
        </a:p>
      </dgm:t>
    </dgm:pt>
    <dgm:pt modelId="{FEFC453E-59AC-F642-A930-776991F598CD}" type="sibTrans" cxnId="{3655DE3C-F43E-E74A-8D1E-CE297AFDEE7E}">
      <dgm:prSet/>
      <dgm:spPr/>
      <dgm:t>
        <a:bodyPr/>
        <a:lstStyle/>
        <a:p>
          <a:endParaRPr lang="en-US"/>
        </a:p>
      </dgm:t>
    </dgm:pt>
    <dgm:pt modelId="{C71394A2-4A4B-F542-8B1D-C349B3D43456}">
      <dgm:prSet custT="1"/>
      <dgm:spPr>
        <a:solidFill>
          <a:schemeClr val="accent4">
            <a:lumMod val="75000"/>
          </a:schemeClr>
        </a:solidFill>
      </dgm:spPr>
      <dgm:t>
        <a:bodyPr/>
        <a:lstStyle/>
        <a:p>
          <a:r>
            <a:rPr lang="en-US" sz="1600" b="1" i="0" dirty="0" smtClean="0"/>
            <a:t>Selective forgery</a:t>
          </a:r>
        </a:p>
      </dgm:t>
    </dgm:pt>
    <dgm:pt modelId="{DC811E5E-6F19-5C4D-92D5-BFEBAD7C09A8}" type="parTrans" cxnId="{2C9A356E-DBC9-DF4A-8F1A-5A8E1F220662}">
      <dgm:prSet/>
      <dgm:spPr/>
      <dgm:t>
        <a:bodyPr/>
        <a:lstStyle/>
        <a:p>
          <a:endParaRPr lang="en-US"/>
        </a:p>
      </dgm:t>
    </dgm:pt>
    <dgm:pt modelId="{C31DCADE-BF65-C342-8D5B-05475E493536}" type="sibTrans" cxnId="{2C9A356E-DBC9-DF4A-8F1A-5A8E1F220662}">
      <dgm:prSet/>
      <dgm:spPr>
        <a:ln>
          <a:solidFill>
            <a:schemeClr val="tx2">
              <a:lumMod val="75000"/>
            </a:schemeClr>
          </a:solidFill>
        </a:ln>
      </dgm:spPr>
      <dgm:t>
        <a:bodyPr/>
        <a:lstStyle/>
        <a:p>
          <a:endParaRPr lang="en-US" dirty="0"/>
        </a:p>
      </dgm:t>
    </dgm:pt>
    <dgm:pt modelId="{F377A6DC-C4A0-C243-BE38-ABA973FDD5DE}">
      <dgm:prSet custT="1"/>
      <dgm:spPr/>
      <dgm:t>
        <a:bodyPr/>
        <a:lstStyle/>
        <a:p>
          <a:r>
            <a:rPr lang="en-US" sz="1600" b="0" i="0" dirty="0" smtClean="0"/>
            <a:t>C forges a signature for a particular message chosen by C</a:t>
          </a:r>
        </a:p>
      </dgm:t>
    </dgm:pt>
    <dgm:pt modelId="{24FDCF89-9684-4348-A674-CE10DAE09AC5}" type="parTrans" cxnId="{4A46A2CD-27C6-8B43-A2DC-08A7545FA416}">
      <dgm:prSet/>
      <dgm:spPr/>
      <dgm:t>
        <a:bodyPr/>
        <a:lstStyle/>
        <a:p>
          <a:endParaRPr lang="en-US"/>
        </a:p>
      </dgm:t>
    </dgm:pt>
    <dgm:pt modelId="{4A08968B-BB9A-DC40-8769-50D6036D6916}" type="sibTrans" cxnId="{4A46A2CD-27C6-8B43-A2DC-08A7545FA416}">
      <dgm:prSet/>
      <dgm:spPr/>
      <dgm:t>
        <a:bodyPr/>
        <a:lstStyle/>
        <a:p>
          <a:endParaRPr lang="en-US"/>
        </a:p>
      </dgm:t>
    </dgm:pt>
    <dgm:pt modelId="{7244B7EC-048F-3F43-BADB-E4BF5DEFEB95}">
      <dgm:prSet custT="1"/>
      <dgm:spPr>
        <a:solidFill>
          <a:schemeClr val="accent4">
            <a:lumMod val="75000"/>
          </a:schemeClr>
        </a:solidFill>
      </dgm:spPr>
      <dgm:t>
        <a:bodyPr/>
        <a:lstStyle/>
        <a:p>
          <a:r>
            <a:rPr lang="en-US" sz="1600" b="1" i="0" dirty="0" smtClean="0"/>
            <a:t>Existential forgery</a:t>
          </a:r>
        </a:p>
      </dgm:t>
    </dgm:pt>
    <dgm:pt modelId="{6C957609-A7CF-154F-81FB-25743515F4B5}" type="parTrans" cxnId="{54DB10C6-D12D-654B-81A2-8ED45350DE66}">
      <dgm:prSet/>
      <dgm:spPr/>
      <dgm:t>
        <a:bodyPr/>
        <a:lstStyle/>
        <a:p>
          <a:endParaRPr lang="en-US"/>
        </a:p>
      </dgm:t>
    </dgm:pt>
    <dgm:pt modelId="{B67BC9AF-DF89-414C-8C1F-F8907F325910}" type="sibTrans" cxnId="{54DB10C6-D12D-654B-81A2-8ED45350DE66}">
      <dgm:prSet/>
      <dgm:spPr/>
      <dgm:t>
        <a:bodyPr/>
        <a:lstStyle/>
        <a:p>
          <a:endParaRPr lang="en-US"/>
        </a:p>
      </dgm:t>
    </dgm:pt>
    <dgm:pt modelId="{564C0619-6F0E-9147-A52B-2B62F3ADA0AC}">
      <dgm:prSet custT="1"/>
      <dgm:spPr/>
      <dgm:t>
        <a:bodyPr/>
        <a:lstStyle/>
        <a:p>
          <a:r>
            <a:rPr lang="en-US" sz="1600" b="0" i="0" dirty="0" smtClean="0"/>
            <a:t>C forges a signature for at least one message; C has no control over the message</a:t>
          </a:r>
        </a:p>
      </dgm:t>
    </dgm:pt>
    <dgm:pt modelId="{ED2D9B7C-CB2F-7A47-9B9C-12E2672F1C5E}" type="parTrans" cxnId="{D570EBBB-4F1E-CA43-A223-115B080C95AF}">
      <dgm:prSet/>
      <dgm:spPr/>
      <dgm:t>
        <a:bodyPr/>
        <a:lstStyle/>
        <a:p>
          <a:endParaRPr lang="en-US"/>
        </a:p>
      </dgm:t>
    </dgm:pt>
    <dgm:pt modelId="{BA08021C-2BA5-F843-A96D-EB72A2EBB253}" type="sibTrans" cxnId="{D570EBBB-4F1E-CA43-A223-115B080C95AF}">
      <dgm:prSet/>
      <dgm:spPr/>
      <dgm:t>
        <a:bodyPr/>
        <a:lstStyle/>
        <a:p>
          <a:endParaRPr lang="en-US"/>
        </a:p>
      </dgm:t>
    </dgm:pt>
    <dgm:pt modelId="{E384768B-DD21-624A-BE2C-5294E54DAFBB}" type="pres">
      <dgm:prSet presAssocID="{57E9E305-0852-F44C-AB79-98CA4652A724}" presName="linearFlow" presStyleCnt="0">
        <dgm:presLayoutVars>
          <dgm:dir/>
          <dgm:animLvl val="lvl"/>
          <dgm:resizeHandles val="exact"/>
        </dgm:presLayoutVars>
      </dgm:prSet>
      <dgm:spPr/>
      <dgm:t>
        <a:bodyPr/>
        <a:lstStyle/>
        <a:p>
          <a:endParaRPr lang="en-US"/>
        </a:p>
      </dgm:t>
    </dgm:pt>
    <dgm:pt modelId="{99C471F4-7460-684C-B214-D5DC51C53E31}" type="pres">
      <dgm:prSet presAssocID="{87426982-4C62-FA47-9D4F-F04163602985}" presName="composite" presStyleCnt="0"/>
      <dgm:spPr/>
    </dgm:pt>
    <dgm:pt modelId="{BFFCAE52-0663-8F4A-A36F-AB2F9F363B9C}" type="pres">
      <dgm:prSet presAssocID="{87426982-4C62-FA47-9D4F-F04163602985}" presName="parTx" presStyleLbl="node1" presStyleIdx="0" presStyleCnt="4">
        <dgm:presLayoutVars>
          <dgm:chMax val="0"/>
          <dgm:chPref val="0"/>
          <dgm:bulletEnabled val="1"/>
        </dgm:presLayoutVars>
      </dgm:prSet>
      <dgm:spPr/>
      <dgm:t>
        <a:bodyPr/>
        <a:lstStyle/>
        <a:p>
          <a:endParaRPr lang="en-US"/>
        </a:p>
      </dgm:t>
    </dgm:pt>
    <dgm:pt modelId="{101A44DF-AD77-1541-8A87-0836BFDEF031}" type="pres">
      <dgm:prSet presAssocID="{87426982-4C62-FA47-9D4F-F04163602985}" presName="parSh" presStyleLbl="node1" presStyleIdx="0" presStyleCnt="4"/>
      <dgm:spPr/>
      <dgm:t>
        <a:bodyPr/>
        <a:lstStyle/>
        <a:p>
          <a:endParaRPr lang="en-US"/>
        </a:p>
      </dgm:t>
    </dgm:pt>
    <dgm:pt modelId="{0E4CDE2A-69D9-2845-92AE-4B2CCE826D72}" type="pres">
      <dgm:prSet presAssocID="{87426982-4C62-FA47-9D4F-F04163602985}" presName="desTx" presStyleLbl="fgAcc1" presStyleIdx="0" presStyleCnt="4" custScaleX="118735">
        <dgm:presLayoutVars>
          <dgm:bulletEnabled val="1"/>
        </dgm:presLayoutVars>
      </dgm:prSet>
      <dgm:spPr/>
      <dgm:t>
        <a:bodyPr/>
        <a:lstStyle/>
        <a:p>
          <a:endParaRPr lang="en-US"/>
        </a:p>
      </dgm:t>
    </dgm:pt>
    <dgm:pt modelId="{2B4133B3-65E5-CD47-9FFB-4744807E0169}" type="pres">
      <dgm:prSet presAssocID="{F4107901-7FB5-214B-A240-60CF0754073E}" presName="sibTrans" presStyleLbl="sibTrans2D1" presStyleIdx="0" presStyleCnt="3" custLinFactY="200000" custLinFactNeighborX="40391" custLinFactNeighborY="248919"/>
      <dgm:spPr/>
      <dgm:t>
        <a:bodyPr/>
        <a:lstStyle/>
        <a:p>
          <a:endParaRPr lang="en-US"/>
        </a:p>
      </dgm:t>
    </dgm:pt>
    <dgm:pt modelId="{739EB429-1EFC-F646-9F3F-96D5AE61821C}" type="pres">
      <dgm:prSet presAssocID="{F4107901-7FB5-214B-A240-60CF0754073E}" presName="connTx" presStyleLbl="sibTrans2D1" presStyleIdx="0" presStyleCnt="3"/>
      <dgm:spPr/>
      <dgm:t>
        <a:bodyPr/>
        <a:lstStyle/>
        <a:p>
          <a:endParaRPr lang="en-US"/>
        </a:p>
      </dgm:t>
    </dgm:pt>
    <dgm:pt modelId="{5E6455DF-785D-D546-A8DE-0E52EBFF0246}" type="pres">
      <dgm:prSet presAssocID="{89C47497-F63A-6D48-80B2-28172461E396}" presName="composite" presStyleCnt="0"/>
      <dgm:spPr/>
    </dgm:pt>
    <dgm:pt modelId="{8F13E31C-38DC-C14F-9BC4-B5B6D13DDCDE}" type="pres">
      <dgm:prSet presAssocID="{89C47497-F63A-6D48-80B2-28172461E396}" presName="parTx" presStyleLbl="node1" presStyleIdx="0" presStyleCnt="4">
        <dgm:presLayoutVars>
          <dgm:chMax val="0"/>
          <dgm:chPref val="0"/>
          <dgm:bulletEnabled val="1"/>
        </dgm:presLayoutVars>
      </dgm:prSet>
      <dgm:spPr/>
      <dgm:t>
        <a:bodyPr/>
        <a:lstStyle/>
        <a:p>
          <a:endParaRPr lang="en-US"/>
        </a:p>
      </dgm:t>
    </dgm:pt>
    <dgm:pt modelId="{6BCE3938-8922-C143-8CE8-22BDF36BD300}" type="pres">
      <dgm:prSet presAssocID="{89C47497-F63A-6D48-80B2-28172461E396}" presName="parSh" presStyleLbl="node1" presStyleIdx="1" presStyleCnt="4" custLinFactNeighborX="2926" custLinFactNeighborY="-26137"/>
      <dgm:spPr/>
      <dgm:t>
        <a:bodyPr/>
        <a:lstStyle/>
        <a:p>
          <a:endParaRPr lang="en-US"/>
        </a:p>
      </dgm:t>
    </dgm:pt>
    <dgm:pt modelId="{A9604252-7623-6E45-B121-4F7EA3924F41}" type="pres">
      <dgm:prSet presAssocID="{89C47497-F63A-6D48-80B2-28172461E396}" presName="desTx" presStyleLbl="fgAcc1" presStyleIdx="1" presStyleCnt="4" custScaleX="130845" custScaleY="108697">
        <dgm:presLayoutVars>
          <dgm:bulletEnabled val="1"/>
        </dgm:presLayoutVars>
      </dgm:prSet>
      <dgm:spPr/>
      <dgm:t>
        <a:bodyPr/>
        <a:lstStyle/>
        <a:p>
          <a:endParaRPr lang="en-US"/>
        </a:p>
      </dgm:t>
    </dgm:pt>
    <dgm:pt modelId="{19EE82D6-0B7D-6D4B-BA04-DCDF8FC17126}" type="pres">
      <dgm:prSet presAssocID="{7122FC5A-28A3-7748-B273-A3699B1915E1}" presName="sibTrans" presStyleLbl="sibTrans2D1" presStyleIdx="1" presStyleCnt="3" custScaleX="99640" custScaleY="120667" custLinFactY="200000" custLinFactNeighborX="40835" custLinFactNeighborY="240929"/>
      <dgm:spPr/>
      <dgm:t>
        <a:bodyPr/>
        <a:lstStyle/>
        <a:p>
          <a:endParaRPr lang="en-US"/>
        </a:p>
      </dgm:t>
    </dgm:pt>
    <dgm:pt modelId="{7B7F93CB-61CA-FC42-9BAB-FC8512DB2264}" type="pres">
      <dgm:prSet presAssocID="{7122FC5A-28A3-7748-B273-A3699B1915E1}" presName="connTx" presStyleLbl="sibTrans2D1" presStyleIdx="1" presStyleCnt="3"/>
      <dgm:spPr/>
      <dgm:t>
        <a:bodyPr/>
        <a:lstStyle/>
        <a:p>
          <a:endParaRPr lang="en-US"/>
        </a:p>
      </dgm:t>
    </dgm:pt>
    <dgm:pt modelId="{47A78F8C-6C1C-4646-82FA-C5C91CF0335E}" type="pres">
      <dgm:prSet presAssocID="{C71394A2-4A4B-F542-8B1D-C349B3D43456}" presName="composite" presStyleCnt="0"/>
      <dgm:spPr/>
    </dgm:pt>
    <dgm:pt modelId="{365AE527-F96E-CD43-A989-4D7507C5A0E7}" type="pres">
      <dgm:prSet presAssocID="{C71394A2-4A4B-F542-8B1D-C349B3D43456}" presName="parTx" presStyleLbl="node1" presStyleIdx="1" presStyleCnt="4">
        <dgm:presLayoutVars>
          <dgm:chMax val="0"/>
          <dgm:chPref val="0"/>
          <dgm:bulletEnabled val="1"/>
        </dgm:presLayoutVars>
      </dgm:prSet>
      <dgm:spPr/>
      <dgm:t>
        <a:bodyPr/>
        <a:lstStyle/>
        <a:p>
          <a:endParaRPr lang="en-US"/>
        </a:p>
      </dgm:t>
    </dgm:pt>
    <dgm:pt modelId="{56717EE1-4E03-A042-8D89-87EB14766B38}" type="pres">
      <dgm:prSet presAssocID="{C71394A2-4A4B-F542-8B1D-C349B3D43456}" presName="parSh" presStyleLbl="node1" presStyleIdx="2" presStyleCnt="4" custLinFactNeighborX="-213" custLinFactNeighborY="-13903"/>
      <dgm:spPr/>
      <dgm:t>
        <a:bodyPr/>
        <a:lstStyle/>
        <a:p>
          <a:endParaRPr lang="en-US"/>
        </a:p>
      </dgm:t>
    </dgm:pt>
    <dgm:pt modelId="{F514192E-16F6-9549-971E-F56A18C8964B}" type="pres">
      <dgm:prSet presAssocID="{C71394A2-4A4B-F542-8B1D-C349B3D43456}" presName="desTx" presStyleLbl="fgAcc1" presStyleIdx="2" presStyleCnt="4" custScaleX="128689">
        <dgm:presLayoutVars>
          <dgm:bulletEnabled val="1"/>
        </dgm:presLayoutVars>
      </dgm:prSet>
      <dgm:spPr/>
      <dgm:t>
        <a:bodyPr/>
        <a:lstStyle/>
        <a:p>
          <a:endParaRPr lang="en-US"/>
        </a:p>
      </dgm:t>
    </dgm:pt>
    <dgm:pt modelId="{610019C1-FC9D-6E4D-9F21-C45689A05A64}" type="pres">
      <dgm:prSet presAssocID="{C31DCADE-BF65-C342-8D5B-05475E493536}" presName="sibTrans" presStyleLbl="sibTrans2D1" presStyleIdx="2" presStyleCnt="3" custLinFactY="200000" custLinFactNeighborX="52478" custLinFactNeighborY="233478"/>
      <dgm:spPr/>
      <dgm:t>
        <a:bodyPr/>
        <a:lstStyle/>
        <a:p>
          <a:endParaRPr lang="en-US"/>
        </a:p>
      </dgm:t>
    </dgm:pt>
    <dgm:pt modelId="{09005388-F3D5-E943-BDAF-7F9DA16B8176}" type="pres">
      <dgm:prSet presAssocID="{C31DCADE-BF65-C342-8D5B-05475E493536}" presName="connTx" presStyleLbl="sibTrans2D1" presStyleIdx="2" presStyleCnt="3"/>
      <dgm:spPr/>
      <dgm:t>
        <a:bodyPr/>
        <a:lstStyle/>
        <a:p>
          <a:endParaRPr lang="en-US"/>
        </a:p>
      </dgm:t>
    </dgm:pt>
    <dgm:pt modelId="{0B0EE660-44D8-9A4D-B958-79ACC929D337}" type="pres">
      <dgm:prSet presAssocID="{7244B7EC-048F-3F43-BADB-E4BF5DEFEB95}" presName="composite" presStyleCnt="0"/>
      <dgm:spPr/>
    </dgm:pt>
    <dgm:pt modelId="{57F06FFC-026E-B140-80B7-A539397B9ACA}" type="pres">
      <dgm:prSet presAssocID="{7244B7EC-048F-3F43-BADB-E4BF5DEFEB95}" presName="parTx" presStyleLbl="node1" presStyleIdx="2" presStyleCnt="4">
        <dgm:presLayoutVars>
          <dgm:chMax val="0"/>
          <dgm:chPref val="0"/>
          <dgm:bulletEnabled val="1"/>
        </dgm:presLayoutVars>
      </dgm:prSet>
      <dgm:spPr/>
      <dgm:t>
        <a:bodyPr/>
        <a:lstStyle/>
        <a:p>
          <a:endParaRPr lang="en-US"/>
        </a:p>
      </dgm:t>
    </dgm:pt>
    <dgm:pt modelId="{5AD2B861-3BAE-3042-934B-501D64CAC41A}" type="pres">
      <dgm:prSet presAssocID="{7244B7EC-048F-3F43-BADB-E4BF5DEFEB95}" presName="parSh" presStyleLbl="node1" presStyleIdx="3" presStyleCnt="4" custLinFactNeighborX="-1809" custLinFactNeighborY="-13903"/>
      <dgm:spPr/>
      <dgm:t>
        <a:bodyPr/>
        <a:lstStyle/>
        <a:p>
          <a:endParaRPr lang="en-US"/>
        </a:p>
      </dgm:t>
    </dgm:pt>
    <dgm:pt modelId="{40FE2F61-339C-1F4C-9E02-6D4B443A20E5}" type="pres">
      <dgm:prSet presAssocID="{7244B7EC-048F-3F43-BADB-E4BF5DEFEB95}" presName="desTx" presStyleLbl="fgAcc1" presStyleIdx="3" presStyleCnt="4" custScaleX="132024">
        <dgm:presLayoutVars>
          <dgm:bulletEnabled val="1"/>
        </dgm:presLayoutVars>
      </dgm:prSet>
      <dgm:spPr/>
      <dgm:t>
        <a:bodyPr/>
        <a:lstStyle/>
        <a:p>
          <a:endParaRPr lang="en-US"/>
        </a:p>
      </dgm:t>
    </dgm:pt>
  </dgm:ptLst>
  <dgm:cxnLst>
    <dgm:cxn modelId="{2C9A356E-DBC9-DF4A-8F1A-5A8E1F220662}" srcId="{57E9E305-0852-F44C-AB79-98CA4652A724}" destId="{C71394A2-4A4B-F542-8B1D-C349B3D43456}" srcOrd="2" destOrd="0" parTransId="{DC811E5E-6F19-5C4D-92D5-BFEBAD7C09A8}" sibTransId="{C31DCADE-BF65-C342-8D5B-05475E493536}"/>
    <dgm:cxn modelId="{36FDFE9A-2572-5240-B97C-38C6D50FFB50}" type="presOf" srcId="{C31DCADE-BF65-C342-8D5B-05475E493536}" destId="{09005388-F3D5-E943-BDAF-7F9DA16B8176}" srcOrd="1" destOrd="0" presId="urn:microsoft.com/office/officeart/2005/8/layout/process3"/>
    <dgm:cxn modelId="{A981CF05-4BA8-A54C-8566-4E95EAB8ABFE}" type="presOf" srcId="{7122FC5A-28A3-7748-B273-A3699B1915E1}" destId="{7B7F93CB-61CA-FC42-9BAB-FC8512DB2264}" srcOrd="1" destOrd="0" presId="urn:microsoft.com/office/officeart/2005/8/layout/process3"/>
    <dgm:cxn modelId="{347A3B44-B1EE-574A-9BB5-0C3F3C4143E7}" type="presOf" srcId="{89C47497-F63A-6D48-80B2-28172461E396}" destId="{8F13E31C-38DC-C14F-9BC4-B5B6D13DDCDE}" srcOrd="0" destOrd="0" presId="urn:microsoft.com/office/officeart/2005/8/layout/process3"/>
    <dgm:cxn modelId="{C858020D-967C-1647-9C11-8FD7810E46FE}" type="presOf" srcId="{87426982-4C62-FA47-9D4F-F04163602985}" destId="{101A44DF-AD77-1541-8A87-0836BFDEF031}" srcOrd="1" destOrd="0" presId="urn:microsoft.com/office/officeart/2005/8/layout/process3"/>
    <dgm:cxn modelId="{2E4D8918-4D21-FA45-9872-816190575054}" type="presOf" srcId="{C71394A2-4A4B-F542-8B1D-C349B3D43456}" destId="{365AE527-F96E-CD43-A989-4D7507C5A0E7}" srcOrd="0" destOrd="0" presId="urn:microsoft.com/office/officeart/2005/8/layout/process3"/>
    <dgm:cxn modelId="{41FA5E6D-E9C1-D44D-9732-D7A601D6B8BB}" type="presOf" srcId="{87426982-4C62-FA47-9D4F-F04163602985}" destId="{BFFCAE52-0663-8F4A-A36F-AB2F9F363B9C}" srcOrd="0" destOrd="0" presId="urn:microsoft.com/office/officeart/2005/8/layout/process3"/>
    <dgm:cxn modelId="{5C9C5495-E8D9-D243-B58B-F0D3C016F940}" type="presOf" srcId="{7244B7EC-048F-3F43-BADB-E4BF5DEFEB95}" destId="{57F06FFC-026E-B140-80B7-A539397B9ACA}" srcOrd="0" destOrd="0" presId="urn:microsoft.com/office/officeart/2005/8/layout/process3"/>
    <dgm:cxn modelId="{576046B5-C546-5843-AC8F-94D26CC0A2A0}" srcId="{87426982-4C62-FA47-9D4F-F04163602985}" destId="{4B40B00E-9E57-B548-A6BF-9D701444F990}" srcOrd="0" destOrd="0" parTransId="{2D939306-DFEC-C44A-A5E5-EDC10A375910}" sibTransId="{FB171677-E161-6E4E-8A05-30015C198AC9}"/>
    <dgm:cxn modelId="{6C3D7189-DF46-9044-AC48-164B9A70B7BD}" type="presOf" srcId="{F377A6DC-C4A0-C243-BE38-ABA973FDD5DE}" destId="{F514192E-16F6-9549-971E-F56A18C8964B}" srcOrd="0" destOrd="0" presId="urn:microsoft.com/office/officeart/2005/8/layout/process3"/>
    <dgm:cxn modelId="{76F5A6EB-CE5C-F744-B55D-9AC53BD67A21}" type="presOf" srcId="{C31DCADE-BF65-C342-8D5B-05475E493536}" destId="{610019C1-FC9D-6E4D-9F21-C45689A05A64}" srcOrd="0" destOrd="0" presId="urn:microsoft.com/office/officeart/2005/8/layout/process3"/>
    <dgm:cxn modelId="{DE53B980-A27D-504E-943B-9990C7FE403D}" type="presOf" srcId="{57E9E305-0852-F44C-AB79-98CA4652A724}" destId="{E384768B-DD21-624A-BE2C-5294E54DAFBB}" srcOrd="0" destOrd="0" presId="urn:microsoft.com/office/officeart/2005/8/layout/process3"/>
    <dgm:cxn modelId="{2038CF20-3014-8848-8F03-A3BE7A5B0AAA}" type="presOf" srcId="{F4107901-7FB5-214B-A240-60CF0754073E}" destId="{739EB429-1EFC-F646-9F3F-96D5AE61821C}" srcOrd="1" destOrd="0" presId="urn:microsoft.com/office/officeart/2005/8/layout/process3"/>
    <dgm:cxn modelId="{54DB10C6-D12D-654B-81A2-8ED45350DE66}" srcId="{57E9E305-0852-F44C-AB79-98CA4652A724}" destId="{7244B7EC-048F-3F43-BADB-E4BF5DEFEB95}" srcOrd="3" destOrd="0" parTransId="{6C957609-A7CF-154F-81FB-25743515F4B5}" sibTransId="{B67BC9AF-DF89-414C-8C1F-F8907F325910}"/>
    <dgm:cxn modelId="{C6484007-E7AD-F54B-96E3-8D72082C2F91}" type="presOf" srcId="{4B40B00E-9E57-B548-A6BF-9D701444F990}" destId="{0E4CDE2A-69D9-2845-92AE-4B2CCE826D72}" srcOrd="0" destOrd="0" presId="urn:microsoft.com/office/officeart/2005/8/layout/process3"/>
    <dgm:cxn modelId="{F6EAE0B8-00B6-6B4F-BA22-1E32CB88877D}" type="presOf" srcId="{7122FC5A-28A3-7748-B273-A3699B1915E1}" destId="{19EE82D6-0B7D-6D4B-BA04-DCDF8FC17126}" srcOrd="0" destOrd="0" presId="urn:microsoft.com/office/officeart/2005/8/layout/process3"/>
    <dgm:cxn modelId="{A1124048-C270-DC46-94E5-F14520DC31E7}" type="presOf" srcId="{0415C92A-EA42-FF4C-B062-93CC10D41834}" destId="{A9604252-7623-6E45-B121-4F7EA3924F41}" srcOrd="0" destOrd="0" presId="urn:microsoft.com/office/officeart/2005/8/layout/process3"/>
    <dgm:cxn modelId="{01F73252-03FE-6A41-ACAA-3473EAB7E6BD}" type="presOf" srcId="{564C0619-6F0E-9147-A52B-2B62F3ADA0AC}" destId="{40FE2F61-339C-1F4C-9E02-6D4B443A20E5}" srcOrd="0" destOrd="0" presId="urn:microsoft.com/office/officeart/2005/8/layout/process3"/>
    <dgm:cxn modelId="{70F7A820-9774-BD46-A202-AAB22654A056}" type="presOf" srcId="{F4107901-7FB5-214B-A240-60CF0754073E}" destId="{2B4133B3-65E5-CD47-9FFB-4744807E0169}" srcOrd="0" destOrd="0" presId="urn:microsoft.com/office/officeart/2005/8/layout/process3"/>
    <dgm:cxn modelId="{D570EBBB-4F1E-CA43-A223-115B080C95AF}" srcId="{7244B7EC-048F-3F43-BADB-E4BF5DEFEB95}" destId="{564C0619-6F0E-9147-A52B-2B62F3ADA0AC}" srcOrd="0" destOrd="0" parTransId="{ED2D9B7C-CB2F-7A47-9B9C-12E2672F1C5E}" sibTransId="{BA08021C-2BA5-F843-A96D-EB72A2EBB253}"/>
    <dgm:cxn modelId="{98583A7B-EC6B-5147-8805-3A4B3A8A9E17}" type="presOf" srcId="{89C47497-F63A-6D48-80B2-28172461E396}" destId="{6BCE3938-8922-C143-8CE8-22BDF36BD300}" srcOrd="1" destOrd="0" presId="urn:microsoft.com/office/officeart/2005/8/layout/process3"/>
    <dgm:cxn modelId="{3655DE3C-F43E-E74A-8D1E-CE297AFDEE7E}" srcId="{89C47497-F63A-6D48-80B2-28172461E396}" destId="{0415C92A-EA42-FF4C-B062-93CC10D41834}" srcOrd="0" destOrd="0" parTransId="{BFD929B9-88F0-1E40-ABCA-20D5A327D626}" sibTransId="{FEFC453E-59AC-F642-A930-776991F598CD}"/>
    <dgm:cxn modelId="{EBC388BB-F442-264F-A213-34DE77452B26}" srcId="{57E9E305-0852-F44C-AB79-98CA4652A724}" destId="{87426982-4C62-FA47-9D4F-F04163602985}" srcOrd="0" destOrd="0" parTransId="{12C300FB-4CC3-D245-85FB-89013BB52532}" sibTransId="{F4107901-7FB5-214B-A240-60CF0754073E}"/>
    <dgm:cxn modelId="{DACB1451-105C-AF41-AF5F-D320CBC4A758}" type="presOf" srcId="{C71394A2-4A4B-F542-8B1D-C349B3D43456}" destId="{56717EE1-4E03-A042-8D89-87EB14766B38}" srcOrd="1" destOrd="0" presId="urn:microsoft.com/office/officeart/2005/8/layout/process3"/>
    <dgm:cxn modelId="{4A46A2CD-27C6-8B43-A2DC-08A7545FA416}" srcId="{C71394A2-4A4B-F542-8B1D-C349B3D43456}" destId="{F377A6DC-C4A0-C243-BE38-ABA973FDD5DE}" srcOrd="0" destOrd="0" parTransId="{24FDCF89-9684-4348-A674-CE10DAE09AC5}" sibTransId="{4A08968B-BB9A-DC40-8769-50D6036D6916}"/>
    <dgm:cxn modelId="{1A947A66-8B75-CA44-B8FB-BB48A62BE3E0}" type="presOf" srcId="{7244B7EC-048F-3F43-BADB-E4BF5DEFEB95}" destId="{5AD2B861-3BAE-3042-934B-501D64CAC41A}" srcOrd="1" destOrd="0" presId="urn:microsoft.com/office/officeart/2005/8/layout/process3"/>
    <dgm:cxn modelId="{FD662654-A894-5845-A86A-DBD2AC40D127}" srcId="{57E9E305-0852-F44C-AB79-98CA4652A724}" destId="{89C47497-F63A-6D48-80B2-28172461E396}" srcOrd="1" destOrd="0" parTransId="{292280B2-B516-A848-B3E4-116EF1902A8B}" sibTransId="{7122FC5A-28A3-7748-B273-A3699B1915E1}"/>
    <dgm:cxn modelId="{44058B8F-75FA-034F-BB3A-C8E317964F82}" type="presParOf" srcId="{E384768B-DD21-624A-BE2C-5294E54DAFBB}" destId="{99C471F4-7460-684C-B214-D5DC51C53E31}" srcOrd="0" destOrd="0" presId="urn:microsoft.com/office/officeart/2005/8/layout/process3"/>
    <dgm:cxn modelId="{F5C11D87-6CA2-274E-A021-4CAE7944E525}" type="presParOf" srcId="{99C471F4-7460-684C-B214-D5DC51C53E31}" destId="{BFFCAE52-0663-8F4A-A36F-AB2F9F363B9C}" srcOrd="0" destOrd="0" presId="urn:microsoft.com/office/officeart/2005/8/layout/process3"/>
    <dgm:cxn modelId="{3877E1BA-3F38-464A-A4B5-982D377A4E06}" type="presParOf" srcId="{99C471F4-7460-684C-B214-D5DC51C53E31}" destId="{101A44DF-AD77-1541-8A87-0836BFDEF031}" srcOrd="1" destOrd="0" presId="urn:microsoft.com/office/officeart/2005/8/layout/process3"/>
    <dgm:cxn modelId="{8566A673-B849-784D-B635-0956324617D9}" type="presParOf" srcId="{99C471F4-7460-684C-B214-D5DC51C53E31}" destId="{0E4CDE2A-69D9-2845-92AE-4B2CCE826D72}" srcOrd="2" destOrd="0" presId="urn:microsoft.com/office/officeart/2005/8/layout/process3"/>
    <dgm:cxn modelId="{BA193E76-8822-EE4C-890F-A6DD2C8944D0}" type="presParOf" srcId="{E384768B-DD21-624A-BE2C-5294E54DAFBB}" destId="{2B4133B3-65E5-CD47-9FFB-4744807E0169}" srcOrd="1" destOrd="0" presId="urn:microsoft.com/office/officeart/2005/8/layout/process3"/>
    <dgm:cxn modelId="{67E9487E-A44A-414E-8C5D-6E19677AE7B2}" type="presParOf" srcId="{2B4133B3-65E5-CD47-9FFB-4744807E0169}" destId="{739EB429-1EFC-F646-9F3F-96D5AE61821C}" srcOrd="0" destOrd="0" presId="urn:microsoft.com/office/officeart/2005/8/layout/process3"/>
    <dgm:cxn modelId="{BF8ED7C4-5074-374E-85A7-01B18DC36D47}" type="presParOf" srcId="{E384768B-DD21-624A-BE2C-5294E54DAFBB}" destId="{5E6455DF-785D-D546-A8DE-0E52EBFF0246}" srcOrd="2" destOrd="0" presId="urn:microsoft.com/office/officeart/2005/8/layout/process3"/>
    <dgm:cxn modelId="{C38B84C8-8F4A-A448-9B3D-C53FA09951FD}" type="presParOf" srcId="{5E6455DF-785D-D546-A8DE-0E52EBFF0246}" destId="{8F13E31C-38DC-C14F-9BC4-B5B6D13DDCDE}" srcOrd="0" destOrd="0" presId="urn:microsoft.com/office/officeart/2005/8/layout/process3"/>
    <dgm:cxn modelId="{F16C9CF4-D689-224F-B4AF-237E59798AE1}" type="presParOf" srcId="{5E6455DF-785D-D546-A8DE-0E52EBFF0246}" destId="{6BCE3938-8922-C143-8CE8-22BDF36BD300}" srcOrd="1" destOrd="0" presId="urn:microsoft.com/office/officeart/2005/8/layout/process3"/>
    <dgm:cxn modelId="{8A9AFA02-479E-214F-8098-43DD8C996EDF}" type="presParOf" srcId="{5E6455DF-785D-D546-A8DE-0E52EBFF0246}" destId="{A9604252-7623-6E45-B121-4F7EA3924F41}" srcOrd="2" destOrd="0" presId="urn:microsoft.com/office/officeart/2005/8/layout/process3"/>
    <dgm:cxn modelId="{FB00CDE6-7C0C-9840-BA71-7C47DC004C2E}" type="presParOf" srcId="{E384768B-DD21-624A-BE2C-5294E54DAFBB}" destId="{19EE82D6-0B7D-6D4B-BA04-DCDF8FC17126}" srcOrd="3" destOrd="0" presId="urn:microsoft.com/office/officeart/2005/8/layout/process3"/>
    <dgm:cxn modelId="{5B9B4FD3-146D-B74B-8FED-1E27971D997E}" type="presParOf" srcId="{19EE82D6-0B7D-6D4B-BA04-DCDF8FC17126}" destId="{7B7F93CB-61CA-FC42-9BAB-FC8512DB2264}" srcOrd="0" destOrd="0" presId="urn:microsoft.com/office/officeart/2005/8/layout/process3"/>
    <dgm:cxn modelId="{5032C379-8710-6741-987E-ECC9A6117624}" type="presParOf" srcId="{E384768B-DD21-624A-BE2C-5294E54DAFBB}" destId="{47A78F8C-6C1C-4646-82FA-C5C91CF0335E}" srcOrd="4" destOrd="0" presId="urn:microsoft.com/office/officeart/2005/8/layout/process3"/>
    <dgm:cxn modelId="{7A55BC59-0C37-A446-987F-20BB6139F747}" type="presParOf" srcId="{47A78F8C-6C1C-4646-82FA-C5C91CF0335E}" destId="{365AE527-F96E-CD43-A989-4D7507C5A0E7}" srcOrd="0" destOrd="0" presId="urn:microsoft.com/office/officeart/2005/8/layout/process3"/>
    <dgm:cxn modelId="{E6C692F3-9233-D349-AEC0-2A6EBBE6CA4D}" type="presParOf" srcId="{47A78F8C-6C1C-4646-82FA-C5C91CF0335E}" destId="{56717EE1-4E03-A042-8D89-87EB14766B38}" srcOrd="1" destOrd="0" presId="urn:microsoft.com/office/officeart/2005/8/layout/process3"/>
    <dgm:cxn modelId="{979CE0B1-4AC6-764A-B806-34FB4459A8F9}" type="presParOf" srcId="{47A78F8C-6C1C-4646-82FA-C5C91CF0335E}" destId="{F514192E-16F6-9549-971E-F56A18C8964B}" srcOrd="2" destOrd="0" presId="urn:microsoft.com/office/officeart/2005/8/layout/process3"/>
    <dgm:cxn modelId="{F1A8F0BD-BB92-D640-9EDB-BC55FA4CFC9B}" type="presParOf" srcId="{E384768B-DD21-624A-BE2C-5294E54DAFBB}" destId="{610019C1-FC9D-6E4D-9F21-C45689A05A64}" srcOrd="5" destOrd="0" presId="urn:microsoft.com/office/officeart/2005/8/layout/process3"/>
    <dgm:cxn modelId="{AC6418F7-12E2-E844-8C0F-4B69B4BAF663}" type="presParOf" srcId="{610019C1-FC9D-6E4D-9F21-C45689A05A64}" destId="{09005388-F3D5-E943-BDAF-7F9DA16B8176}" srcOrd="0" destOrd="0" presId="urn:microsoft.com/office/officeart/2005/8/layout/process3"/>
    <dgm:cxn modelId="{5AD66A91-F0CD-A849-AB7B-1C2A2FBF70C7}" type="presParOf" srcId="{E384768B-DD21-624A-BE2C-5294E54DAFBB}" destId="{0B0EE660-44D8-9A4D-B958-79ACC929D337}" srcOrd="6" destOrd="0" presId="urn:microsoft.com/office/officeart/2005/8/layout/process3"/>
    <dgm:cxn modelId="{629B2791-F410-5248-9BF2-F2129041F655}" type="presParOf" srcId="{0B0EE660-44D8-9A4D-B958-79ACC929D337}" destId="{57F06FFC-026E-B140-80B7-A539397B9ACA}" srcOrd="0" destOrd="0" presId="urn:microsoft.com/office/officeart/2005/8/layout/process3"/>
    <dgm:cxn modelId="{9DAF002D-A72A-6B40-B26C-32D8F18B51FC}" type="presParOf" srcId="{0B0EE660-44D8-9A4D-B958-79ACC929D337}" destId="{5AD2B861-3BAE-3042-934B-501D64CAC41A}" srcOrd="1" destOrd="0" presId="urn:microsoft.com/office/officeart/2005/8/layout/process3"/>
    <dgm:cxn modelId="{0B4CF96E-B74F-C64D-951D-1AB76BC20437}" type="presParOf" srcId="{0B0EE660-44D8-9A4D-B958-79ACC929D337}" destId="{40FE2F61-339C-1F4C-9E02-6D4B443A20E5}" srcOrd="2" destOrd="0" presId="urn:microsoft.com/office/officeart/2005/8/layout/process3"/>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93998EB-1832-3441-A0EA-1B8E91D15C61}" type="doc">
      <dgm:prSet loTypeId="urn:microsoft.com/office/officeart/2005/8/layout/hierarchy3" loCatId="hierarchy" qsTypeId="urn:microsoft.com/office/officeart/2005/8/quickstyle/simple4" qsCatId="simple" csTypeId="urn:microsoft.com/office/officeart/2005/8/colors/accent1_2" csCatId="accent1"/>
      <dgm:spPr/>
      <dgm:t>
        <a:bodyPr/>
        <a:lstStyle/>
        <a:p>
          <a:endParaRPr lang="en-US"/>
        </a:p>
      </dgm:t>
    </dgm:pt>
    <dgm:pt modelId="{6A22A0B6-6E0B-BF4F-9C27-BB7618F54897}">
      <dgm:prSet/>
      <dgm:spPr/>
      <dgm:t>
        <a:bodyPr/>
        <a:lstStyle/>
        <a:p>
          <a:pPr rtl="0"/>
          <a:r>
            <a:rPr lang="en-US" dirty="0" smtClean="0"/>
            <a:t>Refers to a digital signature scheme that involves only the communicating parties</a:t>
          </a:r>
          <a:endParaRPr lang="en-US" dirty="0"/>
        </a:p>
      </dgm:t>
    </dgm:pt>
    <dgm:pt modelId="{56B9FBF0-5EE0-EE43-BBE7-14021AED164C}" type="parTrans" cxnId="{C8AF70A0-1044-9C41-B1DF-08416F47DACC}">
      <dgm:prSet/>
      <dgm:spPr/>
      <dgm:t>
        <a:bodyPr/>
        <a:lstStyle/>
        <a:p>
          <a:endParaRPr lang="en-US"/>
        </a:p>
      </dgm:t>
    </dgm:pt>
    <dgm:pt modelId="{190CD5C8-F808-F04A-A1A1-D27A291C1018}" type="sibTrans" cxnId="{C8AF70A0-1044-9C41-B1DF-08416F47DACC}">
      <dgm:prSet/>
      <dgm:spPr/>
      <dgm:t>
        <a:bodyPr/>
        <a:lstStyle/>
        <a:p>
          <a:endParaRPr lang="en-US"/>
        </a:p>
      </dgm:t>
    </dgm:pt>
    <dgm:pt modelId="{854D81C0-9453-AD48-9FEA-CFEC6F012C56}">
      <dgm:prSet/>
      <dgm:spPr/>
      <dgm:t>
        <a:bodyPr/>
        <a:lstStyle/>
        <a:p>
          <a:pPr rtl="0"/>
          <a:r>
            <a:rPr lang="en-US" dirty="0" smtClean="0"/>
            <a:t>It is assumed that the destination knows the public key of the source</a:t>
          </a:r>
          <a:endParaRPr lang="en-US" dirty="0"/>
        </a:p>
      </dgm:t>
    </dgm:pt>
    <dgm:pt modelId="{B13B3ABE-DA06-194F-B1E3-3DD7121C84CF}" type="parTrans" cxnId="{2504587B-26C6-C54C-9D72-64210C0B93FC}">
      <dgm:prSet/>
      <dgm:spPr/>
      <dgm:t>
        <a:bodyPr/>
        <a:lstStyle/>
        <a:p>
          <a:endParaRPr lang="en-US"/>
        </a:p>
      </dgm:t>
    </dgm:pt>
    <dgm:pt modelId="{EA5663BB-E2B1-394B-A87D-8C93F918272F}" type="sibTrans" cxnId="{2504587B-26C6-C54C-9D72-64210C0B93FC}">
      <dgm:prSet/>
      <dgm:spPr/>
      <dgm:t>
        <a:bodyPr/>
        <a:lstStyle/>
        <a:p>
          <a:endParaRPr lang="en-US"/>
        </a:p>
      </dgm:t>
    </dgm:pt>
    <dgm:pt modelId="{67C20B91-0B32-1B49-A076-801F924AAB36}">
      <dgm:prSet/>
      <dgm:spPr/>
      <dgm:t>
        <a:bodyPr/>
        <a:lstStyle/>
        <a:p>
          <a:pPr rtl="0"/>
          <a:r>
            <a:rPr lang="en-US" dirty="0" smtClean="0"/>
            <a:t>Confidentiality can be provided by encrypting the entire message plus signature with a shared secret key</a:t>
          </a:r>
          <a:endParaRPr lang="en-US" dirty="0"/>
        </a:p>
      </dgm:t>
    </dgm:pt>
    <dgm:pt modelId="{8E664C33-AE3B-2A41-AE5E-25B81D87CF86}" type="parTrans" cxnId="{B41EC511-B7DA-9542-BAF1-31A9882CF2CA}">
      <dgm:prSet/>
      <dgm:spPr/>
      <dgm:t>
        <a:bodyPr/>
        <a:lstStyle/>
        <a:p>
          <a:endParaRPr lang="en-US"/>
        </a:p>
      </dgm:t>
    </dgm:pt>
    <dgm:pt modelId="{4BB5A627-3C75-F948-8084-75F86F566D92}" type="sibTrans" cxnId="{B41EC511-B7DA-9542-BAF1-31A9882CF2CA}">
      <dgm:prSet/>
      <dgm:spPr/>
      <dgm:t>
        <a:bodyPr/>
        <a:lstStyle/>
        <a:p>
          <a:endParaRPr lang="en-US"/>
        </a:p>
      </dgm:t>
    </dgm:pt>
    <dgm:pt modelId="{087529E8-23BC-F54C-A825-2CDA495B0936}">
      <dgm:prSet/>
      <dgm:spPr/>
      <dgm:t>
        <a:bodyPr/>
        <a:lstStyle/>
        <a:p>
          <a:pPr rtl="0"/>
          <a:r>
            <a:rPr lang="en-US" dirty="0" smtClean="0"/>
            <a:t>It is important to perform the signature function first and then an outer confidentiality function</a:t>
          </a:r>
          <a:endParaRPr lang="en-US" dirty="0"/>
        </a:p>
      </dgm:t>
    </dgm:pt>
    <dgm:pt modelId="{935CA3A7-030B-484E-88E6-BE5F885EC479}" type="parTrans" cxnId="{819EFA05-8DEB-314E-A044-3ECB9FEA91C7}">
      <dgm:prSet/>
      <dgm:spPr/>
      <dgm:t>
        <a:bodyPr/>
        <a:lstStyle/>
        <a:p>
          <a:endParaRPr lang="en-US"/>
        </a:p>
      </dgm:t>
    </dgm:pt>
    <dgm:pt modelId="{220BF8C9-68DF-6549-9E40-B9FECD1ED7DF}" type="sibTrans" cxnId="{819EFA05-8DEB-314E-A044-3ECB9FEA91C7}">
      <dgm:prSet/>
      <dgm:spPr/>
      <dgm:t>
        <a:bodyPr/>
        <a:lstStyle/>
        <a:p>
          <a:endParaRPr lang="en-US"/>
        </a:p>
      </dgm:t>
    </dgm:pt>
    <dgm:pt modelId="{2AA98F28-8B1C-0B44-A3B1-D8A8BB3DB1F9}">
      <dgm:prSet/>
      <dgm:spPr/>
      <dgm:t>
        <a:bodyPr/>
        <a:lstStyle/>
        <a:p>
          <a:pPr rtl="0"/>
          <a:r>
            <a:rPr lang="en-US" dirty="0" smtClean="0"/>
            <a:t>In case of dispute some third party must view the message and its signature</a:t>
          </a:r>
          <a:endParaRPr lang="en-US" dirty="0"/>
        </a:p>
      </dgm:t>
    </dgm:pt>
    <dgm:pt modelId="{56E49B82-D4DB-5F45-A818-8BBCAF4AF37C}" type="parTrans" cxnId="{6ED31BD5-A9F4-6540-97D8-EB958662F742}">
      <dgm:prSet/>
      <dgm:spPr/>
      <dgm:t>
        <a:bodyPr/>
        <a:lstStyle/>
        <a:p>
          <a:endParaRPr lang="en-US"/>
        </a:p>
      </dgm:t>
    </dgm:pt>
    <dgm:pt modelId="{DCCC614B-69F1-FA4D-B82A-15A5DC4F1B4B}" type="sibTrans" cxnId="{6ED31BD5-A9F4-6540-97D8-EB958662F742}">
      <dgm:prSet/>
      <dgm:spPr/>
      <dgm:t>
        <a:bodyPr/>
        <a:lstStyle/>
        <a:p>
          <a:endParaRPr lang="en-US"/>
        </a:p>
      </dgm:t>
    </dgm:pt>
    <dgm:pt modelId="{B55750F6-D362-2548-9199-FF507E6DD45C}">
      <dgm:prSet/>
      <dgm:spPr/>
      <dgm:t>
        <a:bodyPr/>
        <a:lstStyle/>
        <a:p>
          <a:pPr rtl="0"/>
          <a:r>
            <a:rPr lang="en-US" dirty="0" smtClean="0"/>
            <a:t>The validity of the scheme depends on the security of the sender’s private key</a:t>
          </a:r>
          <a:endParaRPr lang="en-US" dirty="0"/>
        </a:p>
      </dgm:t>
    </dgm:pt>
    <dgm:pt modelId="{6ABC18F5-E6D0-644B-9A56-809AB32AE506}" type="parTrans" cxnId="{60223218-86B3-7A43-8C4C-659BED3632E5}">
      <dgm:prSet/>
      <dgm:spPr/>
      <dgm:t>
        <a:bodyPr/>
        <a:lstStyle/>
        <a:p>
          <a:endParaRPr lang="en-US"/>
        </a:p>
      </dgm:t>
    </dgm:pt>
    <dgm:pt modelId="{4DD1903B-44CC-3D45-B8EA-3228689620BD}" type="sibTrans" cxnId="{60223218-86B3-7A43-8C4C-659BED3632E5}">
      <dgm:prSet/>
      <dgm:spPr/>
      <dgm:t>
        <a:bodyPr/>
        <a:lstStyle/>
        <a:p>
          <a:endParaRPr lang="en-US"/>
        </a:p>
      </dgm:t>
    </dgm:pt>
    <dgm:pt modelId="{1D0CC92B-77A0-894E-9E54-0C472490AF03}">
      <dgm:prSet/>
      <dgm:spPr/>
      <dgm:t>
        <a:bodyPr/>
        <a:lstStyle/>
        <a:p>
          <a:pPr rtl="0"/>
          <a:r>
            <a:rPr lang="en-US" dirty="0" smtClean="0"/>
            <a:t>If a sender later wishes to deny sending a particular message, the sender can claim that the private key was lost or stolen and that someone else forged his or her signature</a:t>
          </a:r>
          <a:endParaRPr lang="en-US" dirty="0"/>
        </a:p>
      </dgm:t>
    </dgm:pt>
    <dgm:pt modelId="{983F44E6-5619-4941-AA72-09A0F964AE43}" type="parTrans" cxnId="{A02A38DD-D623-EA47-8140-9450610B8029}">
      <dgm:prSet/>
      <dgm:spPr/>
      <dgm:t>
        <a:bodyPr/>
        <a:lstStyle/>
        <a:p>
          <a:endParaRPr lang="en-US"/>
        </a:p>
      </dgm:t>
    </dgm:pt>
    <dgm:pt modelId="{F39AA9AD-8569-0547-957F-86398875B6B9}" type="sibTrans" cxnId="{A02A38DD-D623-EA47-8140-9450610B8029}">
      <dgm:prSet/>
      <dgm:spPr/>
      <dgm:t>
        <a:bodyPr/>
        <a:lstStyle/>
        <a:p>
          <a:endParaRPr lang="en-US"/>
        </a:p>
      </dgm:t>
    </dgm:pt>
    <dgm:pt modelId="{366BD249-3C81-0F41-ABC6-22D9FE98B059}">
      <dgm:prSet/>
      <dgm:spPr/>
      <dgm:t>
        <a:bodyPr/>
        <a:lstStyle/>
        <a:p>
          <a:pPr rtl="0"/>
          <a:r>
            <a:rPr lang="en-US" dirty="0" smtClean="0"/>
            <a:t>One way to thwart or at least weaken this ploy is to require every signed message to include a timestamp and to require prompt reporting of compromised keys to a central authority</a:t>
          </a:r>
          <a:endParaRPr lang="en-US" dirty="0"/>
        </a:p>
      </dgm:t>
    </dgm:pt>
    <dgm:pt modelId="{C9ABA2B6-381D-BA4E-9AC1-7D0F14543F55}" type="parTrans" cxnId="{5B9B9661-9FA6-C648-A947-5F3907623C52}">
      <dgm:prSet/>
      <dgm:spPr/>
      <dgm:t>
        <a:bodyPr/>
        <a:lstStyle/>
        <a:p>
          <a:endParaRPr lang="en-US"/>
        </a:p>
      </dgm:t>
    </dgm:pt>
    <dgm:pt modelId="{C1A9816C-933B-EB44-9D49-930D330F4094}" type="sibTrans" cxnId="{5B9B9661-9FA6-C648-A947-5F3907623C52}">
      <dgm:prSet/>
      <dgm:spPr/>
      <dgm:t>
        <a:bodyPr/>
        <a:lstStyle/>
        <a:p>
          <a:endParaRPr lang="en-US"/>
        </a:p>
      </dgm:t>
    </dgm:pt>
    <dgm:pt modelId="{A6304E2B-93C7-A247-B400-827B5DD471F3}" type="pres">
      <dgm:prSet presAssocID="{593998EB-1832-3441-A0EA-1B8E91D15C61}" presName="diagram" presStyleCnt="0">
        <dgm:presLayoutVars>
          <dgm:chPref val="1"/>
          <dgm:dir/>
          <dgm:animOne val="branch"/>
          <dgm:animLvl val="lvl"/>
          <dgm:resizeHandles/>
        </dgm:presLayoutVars>
      </dgm:prSet>
      <dgm:spPr/>
    </dgm:pt>
    <dgm:pt modelId="{BE9374B9-95EA-8046-B444-F7C1AA1CF240}" type="pres">
      <dgm:prSet presAssocID="{6A22A0B6-6E0B-BF4F-9C27-BB7618F54897}" presName="root" presStyleCnt="0"/>
      <dgm:spPr/>
    </dgm:pt>
    <dgm:pt modelId="{56536744-D626-5C49-AB55-A24E14AFA545}" type="pres">
      <dgm:prSet presAssocID="{6A22A0B6-6E0B-BF4F-9C27-BB7618F54897}" presName="rootComposite" presStyleCnt="0"/>
      <dgm:spPr/>
    </dgm:pt>
    <dgm:pt modelId="{25FDBBF6-CF11-1E43-9D7C-C6942A31C343}" type="pres">
      <dgm:prSet presAssocID="{6A22A0B6-6E0B-BF4F-9C27-BB7618F54897}" presName="rootText" presStyleLbl="node1" presStyleIdx="0" presStyleCnt="3"/>
      <dgm:spPr/>
    </dgm:pt>
    <dgm:pt modelId="{106DD0AE-4430-E54F-9203-2273FFB9A051}" type="pres">
      <dgm:prSet presAssocID="{6A22A0B6-6E0B-BF4F-9C27-BB7618F54897}" presName="rootConnector" presStyleLbl="node1" presStyleIdx="0" presStyleCnt="3"/>
      <dgm:spPr/>
    </dgm:pt>
    <dgm:pt modelId="{35C522F6-C92E-704E-96D5-5F56EABC97B0}" type="pres">
      <dgm:prSet presAssocID="{6A22A0B6-6E0B-BF4F-9C27-BB7618F54897}" presName="childShape" presStyleCnt="0"/>
      <dgm:spPr/>
    </dgm:pt>
    <dgm:pt modelId="{258D4665-4333-6544-AB2B-1B41EC8A41C4}" type="pres">
      <dgm:prSet presAssocID="{B13B3ABE-DA06-194F-B1E3-3DD7121C84CF}" presName="Name13" presStyleLbl="parChTrans1D2" presStyleIdx="0" presStyleCnt="5"/>
      <dgm:spPr/>
    </dgm:pt>
    <dgm:pt modelId="{1907C986-B863-604C-8A4C-6ABD424EF95E}" type="pres">
      <dgm:prSet presAssocID="{854D81C0-9453-AD48-9FEA-CFEC6F012C56}" presName="childText" presStyleLbl="bgAcc1" presStyleIdx="0" presStyleCnt="5">
        <dgm:presLayoutVars>
          <dgm:bulletEnabled val="1"/>
        </dgm:presLayoutVars>
      </dgm:prSet>
      <dgm:spPr/>
    </dgm:pt>
    <dgm:pt modelId="{D18851C5-98E9-214D-AB94-B939AF4EFD3E}" type="pres">
      <dgm:prSet presAssocID="{67C20B91-0B32-1B49-A076-801F924AAB36}" presName="root" presStyleCnt="0"/>
      <dgm:spPr/>
    </dgm:pt>
    <dgm:pt modelId="{F73B74AE-54B1-B14C-90F2-32651623F6F5}" type="pres">
      <dgm:prSet presAssocID="{67C20B91-0B32-1B49-A076-801F924AAB36}" presName="rootComposite" presStyleCnt="0"/>
      <dgm:spPr/>
    </dgm:pt>
    <dgm:pt modelId="{449E9567-DAD7-AF41-B1E8-AA0D1AC63722}" type="pres">
      <dgm:prSet presAssocID="{67C20B91-0B32-1B49-A076-801F924AAB36}" presName="rootText" presStyleLbl="node1" presStyleIdx="1" presStyleCnt="3"/>
      <dgm:spPr/>
    </dgm:pt>
    <dgm:pt modelId="{D0CF2605-70CD-1147-9A10-556C508E1C00}" type="pres">
      <dgm:prSet presAssocID="{67C20B91-0B32-1B49-A076-801F924AAB36}" presName="rootConnector" presStyleLbl="node1" presStyleIdx="1" presStyleCnt="3"/>
      <dgm:spPr/>
    </dgm:pt>
    <dgm:pt modelId="{BE182618-F8D9-1B4B-A6B3-4DC410F33958}" type="pres">
      <dgm:prSet presAssocID="{67C20B91-0B32-1B49-A076-801F924AAB36}" presName="childShape" presStyleCnt="0"/>
      <dgm:spPr/>
    </dgm:pt>
    <dgm:pt modelId="{8FF83430-68DD-4E47-B221-EC9ABE0C58E4}" type="pres">
      <dgm:prSet presAssocID="{935CA3A7-030B-484E-88E6-BE5F885EC479}" presName="Name13" presStyleLbl="parChTrans1D2" presStyleIdx="1" presStyleCnt="5"/>
      <dgm:spPr/>
    </dgm:pt>
    <dgm:pt modelId="{D39A3642-C73D-0C43-B5D8-FE34CA36BC44}" type="pres">
      <dgm:prSet presAssocID="{087529E8-23BC-F54C-A825-2CDA495B0936}" presName="childText" presStyleLbl="bgAcc1" presStyleIdx="1" presStyleCnt="5">
        <dgm:presLayoutVars>
          <dgm:bulletEnabled val="1"/>
        </dgm:presLayoutVars>
      </dgm:prSet>
      <dgm:spPr/>
    </dgm:pt>
    <dgm:pt modelId="{E57540F1-2673-4B45-B3A0-3CB6776E6D4B}" type="pres">
      <dgm:prSet presAssocID="{56E49B82-D4DB-5F45-A818-8BBCAF4AF37C}" presName="Name13" presStyleLbl="parChTrans1D2" presStyleIdx="2" presStyleCnt="5"/>
      <dgm:spPr/>
    </dgm:pt>
    <dgm:pt modelId="{7FB44D6D-99C1-264C-8F3D-CFC75605F0B6}" type="pres">
      <dgm:prSet presAssocID="{2AA98F28-8B1C-0B44-A3B1-D8A8BB3DB1F9}" presName="childText" presStyleLbl="bgAcc1" presStyleIdx="2" presStyleCnt="5">
        <dgm:presLayoutVars>
          <dgm:bulletEnabled val="1"/>
        </dgm:presLayoutVars>
      </dgm:prSet>
      <dgm:spPr/>
    </dgm:pt>
    <dgm:pt modelId="{BFACB446-2E43-9E46-AA5D-BF5716979A59}" type="pres">
      <dgm:prSet presAssocID="{B55750F6-D362-2548-9199-FF507E6DD45C}" presName="root" presStyleCnt="0"/>
      <dgm:spPr/>
    </dgm:pt>
    <dgm:pt modelId="{9AF77DA0-9CD6-334A-8FDD-F4D424236289}" type="pres">
      <dgm:prSet presAssocID="{B55750F6-D362-2548-9199-FF507E6DD45C}" presName="rootComposite" presStyleCnt="0"/>
      <dgm:spPr/>
    </dgm:pt>
    <dgm:pt modelId="{E7B513FA-70AE-D243-821A-2AC48297EDDD}" type="pres">
      <dgm:prSet presAssocID="{B55750F6-D362-2548-9199-FF507E6DD45C}" presName="rootText" presStyleLbl="node1" presStyleIdx="2" presStyleCnt="3"/>
      <dgm:spPr/>
    </dgm:pt>
    <dgm:pt modelId="{D9B143CB-B343-0941-A40E-88411971BEAA}" type="pres">
      <dgm:prSet presAssocID="{B55750F6-D362-2548-9199-FF507E6DD45C}" presName="rootConnector" presStyleLbl="node1" presStyleIdx="2" presStyleCnt="3"/>
      <dgm:spPr/>
    </dgm:pt>
    <dgm:pt modelId="{61E95B19-D214-9746-AA49-2734AFDF9D7B}" type="pres">
      <dgm:prSet presAssocID="{B55750F6-D362-2548-9199-FF507E6DD45C}" presName="childShape" presStyleCnt="0"/>
      <dgm:spPr/>
    </dgm:pt>
    <dgm:pt modelId="{782DAD78-06D6-8D40-B9B6-E5B4BA80D92C}" type="pres">
      <dgm:prSet presAssocID="{983F44E6-5619-4941-AA72-09A0F964AE43}" presName="Name13" presStyleLbl="parChTrans1D2" presStyleIdx="3" presStyleCnt="5"/>
      <dgm:spPr/>
    </dgm:pt>
    <dgm:pt modelId="{180EAB25-42F6-8044-8932-1287727549AA}" type="pres">
      <dgm:prSet presAssocID="{1D0CC92B-77A0-894E-9E54-0C472490AF03}" presName="childText" presStyleLbl="bgAcc1" presStyleIdx="3" presStyleCnt="5">
        <dgm:presLayoutVars>
          <dgm:bulletEnabled val="1"/>
        </dgm:presLayoutVars>
      </dgm:prSet>
      <dgm:spPr/>
    </dgm:pt>
    <dgm:pt modelId="{34B0DFE2-AC4E-D14C-B2E9-CC9C30A01454}" type="pres">
      <dgm:prSet presAssocID="{C9ABA2B6-381D-BA4E-9AC1-7D0F14543F55}" presName="Name13" presStyleLbl="parChTrans1D2" presStyleIdx="4" presStyleCnt="5"/>
      <dgm:spPr/>
    </dgm:pt>
    <dgm:pt modelId="{940C600C-1BFF-AF49-8100-E88376D709D3}" type="pres">
      <dgm:prSet presAssocID="{366BD249-3C81-0F41-ABC6-22D9FE98B059}" presName="childText" presStyleLbl="bgAcc1" presStyleIdx="4" presStyleCnt="5">
        <dgm:presLayoutVars>
          <dgm:bulletEnabled val="1"/>
        </dgm:presLayoutVars>
      </dgm:prSet>
      <dgm:spPr/>
    </dgm:pt>
  </dgm:ptLst>
  <dgm:cxnLst>
    <dgm:cxn modelId="{55F3AA98-2192-FD49-90DA-9808C9493244}" type="presOf" srcId="{1D0CC92B-77A0-894E-9E54-0C472490AF03}" destId="{180EAB25-42F6-8044-8932-1287727549AA}" srcOrd="0" destOrd="0" presId="urn:microsoft.com/office/officeart/2005/8/layout/hierarchy3"/>
    <dgm:cxn modelId="{0EB6BC0B-26A4-E948-AE7E-BE13C8979F03}" type="presOf" srcId="{B55750F6-D362-2548-9199-FF507E6DD45C}" destId="{D9B143CB-B343-0941-A40E-88411971BEAA}" srcOrd="1" destOrd="0" presId="urn:microsoft.com/office/officeart/2005/8/layout/hierarchy3"/>
    <dgm:cxn modelId="{0FBD2E11-5EEB-6949-900D-B86F4F3CF122}" type="presOf" srcId="{935CA3A7-030B-484E-88E6-BE5F885EC479}" destId="{8FF83430-68DD-4E47-B221-EC9ABE0C58E4}" srcOrd="0" destOrd="0" presId="urn:microsoft.com/office/officeart/2005/8/layout/hierarchy3"/>
    <dgm:cxn modelId="{B41EC511-B7DA-9542-BAF1-31A9882CF2CA}" srcId="{593998EB-1832-3441-A0EA-1B8E91D15C61}" destId="{67C20B91-0B32-1B49-A076-801F924AAB36}" srcOrd="1" destOrd="0" parTransId="{8E664C33-AE3B-2A41-AE5E-25B81D87CF86}" sibTransId="{4BB5A627-3C75-F948-8084-75F86F566D92}"/>
    <dgm:cxn modelId="{20EEF89E-6FFF-FF4A-9AFB-BD050F92F39D}" type="presOf" srcId="{56E49B82-D4DB-5F45-A818-8BBCAF4AF37C}" destId="{E57540F1-2673-4B45-B3A0-3CB6776E6D4B}" srcOrd="0" destOrd="0" presId="urn:microsoft.com/office/officeart/2005/8/layout/hierarchy3"/>
    <dgm:cxn modelId="{5B9B9661-9FA6-C648-A947-5F3907623C52}" srcId="{B55750F6-D362-2548-9199-FF507E6DD45C}" destId="{366BD249-3C81-0F41-ABC6-22D9FE98B059}" srcOrd="1" destOrd="0" parTransId="{C9ABA2B6-381D-BA4E-9AC1-7D0F14543F55}" sibTransId="{C1A9816C-933B-EB44-9D49-930D330F4094}"/>
    <dgm:cxn modelId="{D0FF9CFB-C6E3-5D4D-A471-BC48C4C5A6DA}" type="presOf" srcId="{6A22A0B6-6E0B-BF4F-9C27-BB7618F54897}" destId="{25FDBBF6-CF11-1E43-9D7C-C6942A31C343}" srcOrd="0" destOrd="0" presId="urn:microsoft.com/office/officeart/2005/8/layout/hierarchy3"/>
    <dgm:cxn modelId="{1F9B56AE-77C7-6244-BD7A-F9152A53DCC9}" type="presOf" srcId="{366BD249-3C81-0F41-ABC6-22D9FE98B059}" destId="{940C600C-1BFF-AF49-8100-E88376D709D3}" srcOrd="0" destOrd="0" presId="urn:microsoft.com/office/officeart/2005/8/layout/hierarchy3"/>
    <dgm:cxn modelId="{A02A38DD-D623-EA47-8140-9450610B8029}" srcId="{B55750F6-D362-2548-9199-FF507E6DD45C}" destId="{1D0CC92B-77A0-894E-9E54-0C472490AF03}" srcOrd="0" destOrd="0" parTransId="{983F44E6-5619-4941-AA72-09A0F964AE43}" sibTransId="{F39AA9AD-8569-0547-957F-86398875B6B9}"/>
    <dgm:cxn modelId="{CCBE222B-F989-9B46-AE9B-EE5C40835EAD}" type="presOf" srcId="{6A22A0B6-6E0B-BF4F-9C27-BB7618F54897}" destId="{106DD0AE-4430-E54F-9203-2273FFB9A051}" srcOrd="1" destOrd="0" presId="urn:microsoft.com/office/officeart/2005/8/layout/hierarchy3"/>
    <dgm:cxn modelId="{42CAC928-C259-C549-8A38-734D705C7FC8}" type="presOf" srcId="{087529E8-23BC-F54C-A825-2CDA495B0936}" destId="{D39A3642-C73D-0C43-B5D8-FE34CA36BC44}" srcOrd="0" destOrd="0" presId="urn:microsoft.com/office/officeart/2005/8/layout/hierarchy3"/>
    <dgm:cxn modelId="{7BEE89D2-9DD0-E74C-B0B0-C51C34995E5E}" type="presOf" srcId="{67C20B91-0B32-1B49-A076-801F924AAB36}" destId="{D0CF2605-70CD-1147-9A10-556C508E1C00}" srcOrd="1" destOrd="0" presId="urn:microsoft.com/office/officeart/2005/8/layout/hierarchy3"/>
    <dgm:cxn modelId="{6ED31BD5-A9F4-6540-97D8-EB958662F742}" srcId="{67C20B91-0B32-1B49-A076-801F924AAB36}" destId="{2AA98F28-8B1C-0B44-A3B1-D8A8BB3DB1F9}" srcOrd="1" destOrd="0" parTransId="{56E49B82-D4DB-5F45-A818-8BBCAF4AF37C}" sibTransId="{DCCC614B-69F1-FA4D-B82A-15A5DC4F1B4B}"/>
    <dgm:cxn modelId="{819EFA05-8DEB-314E-A044-3ECB9FEA91C7}" srcId="{67C20B91-0B32-1B49-A076-801F924AAB36}" destId="{087529E8-23BC-F54C-A825-2CDA495B0936}" srcOrd="0" destOrd="0" parTransId="{935CA3A7-030B-484E-88E6-BE5F885EC479}" sibTransId="{220BF8C9-68DF-6549-9E40-B9FECD1ED7DF}"/>
    <dgm:cxn modelId="{BFA08D65-C3B3-814D-B767-F8D021204162}" type="presOf" srcId="{2AA98F28-8B1C-0B44-A3B1-D8A8BB3DB1F9}" destId="{7FB44D6D-99C1-264C-8F3D-CFC75605F0B6}" srcOrd="0" destOrd="0" presId="urn:microsoft.com/office/officeart/2005/8/layout/hierarchy3"/>
    <dgm:cxn modelId="{967B5A4C-C20A-C548-A00A-FE8D9C5D7FC4}" type="presOf" srcId="{854D81C0-9453-AD48-9FEA-CFEC6F012C56}" destId="{1907C986-B863-604C-8A4C-6ABD424EF95E}" srcOrd="0" destOrd="0" presId="urn:microsoft.com/office/officeart/2005/8/layout/hierarchy3"/>
    <dgm:cxn modelId="{A5CF351B-5127-7148-8A03-73DBEAF5E01A}" type="presOf" srcId="{67C20B91-0B32-1B49-A076-801F924AAB36}" destId="{449E9567-DAD7-AF41-B1E8-AA0D1AC63722}" srcOrd="0" destOrd="0" presId="urn:microsoft.com/office/officeart/2005/8/layout/hierarchy3"/>
    <dgm:cxn modelId="{C8AF70A0-1044-9C41-B1DF-08416F47DACC}" srcId="{593998EB-1832-3441-A0EA-1B8E91D15C61}" destId="{6A22A0B6-6E0B-BF4F-9C27-BB7618F54897}" srcOrd="0" destOrd="0" parTransId="{56B9FBF0-5EE0-EE43-BBE7-14021AED164C}" sibTransId="{190CD5C8-F808-F04A-A1A1-D27A291C1018}"/>
    <dgm:cxn modelId="{60223218-86B3-7A43-8C4C-659BED3632E5}" srcId="{593998EB-1832-3441-A0EA-1B8E91D15C61}" destId="{B55750F6-D362-2548-9199-FF507E6DD45C}" srcOrd="2" destOrd="0" parTransId="{6ABC18F5-E6D0-644B-9A56-809AB32AE506}" sibTransId="{4DD1903B-44CC-3D45-B8EA-3228689620BD}"/>
    <dgm:cxn modelId="{E45B15CF-3B4F-1040-8E87-4B1D68A204EE}" type="presOf" srcId="{B55750F6-D362-2548-9199-FF507E6DD45C}" destId="{E7B513FA-70AE-D243-821A-2AC48297EDDD}" srcOrd="0" destOrd="0" presId="urn:microsoft.com/office/officeart/2005/8/layout/hierarchy3"/>
    <dgm:cxn modelId="{789DAC39-D387-014B-8C1D-0D5B63491056}" type="presOf" srcId="{593998EB-1832-3441-A0EA-1B8E91D15C61}" destId="{A6304E2B-93C7-A247-B400-827B5DD471F3}" srcOrd="0" destOrd="0" presId="urn:microsoft.com/office/officeart/2005/8/layout/hierarchy3"/>
    <dgm:cxn modelId="{07C22B35-FCDA-7E47-9E74-E66B88AB78BA}" type="presOf" srcId="{983F44E6-5619-4941-AA72-09A0F964AE43}" destId="{782DAD78-06D6-8D40-B9B6-E5B4BA80D92C}" srcOrd="0" destOrd="0" presId="urn:microsoft.com/office/officeart/2005/8/layout/hierarchy3"/>
    <dgm:cxn modelId="{28D8CAC1-D6A5-E246-A7FC-50679E12B5C4}" type="presOf" srcId="{C9ABA2B6-381D-BA4E-9AC1-7D0F14543F55}" destId="{34B0DFE2-AC4E-D14C-B2E9-CC9C30A01454}" srcOrd="0" destOrd="0" presId="urn:microsoft.com/office/officeart/2005/8/layout/hierarchy3"/>
    <dgm:cxn modelId="{87D8E5E2-3F7D-124F-9993-58EB42776BCC}" type="presOf" srcId="{B13B3ABE-DA06-194F-B1E3-3DD7121C84CF}" destId="{258D4665-4333-6544-AB2B-1B41EC8A41C4}" srcOrd="0" destOrd="0" presId="urn:microsoft.com/office/officeart/2005/8/layout/hierarchy3"/>
    <dgm:cxn modelId="{2504587B-26C6-C54C-9D72-64210C0B93FC}" srcId="{6A22A0B6-6E0B-BF4F-9C27-BB7618F54897}" destId="{854D81C0-9453-AD48-9FEA-CFEC6F012C56}" srcOrd="0" destOrd="0" parTransId="{B13B3ABE-DA06-194F-B1E3-3DD7121C84CF}" sibTransId="{EA5663BB-E2B1-394B-A87D-8C93F918272F}"/>
    <dgm:cxn modelId="{1307C393-6609-0E4A-AFA2-617C30E687EE}" type="presParOf" srcId="{A6304E2B-93C7-A247-B400-827B5DD471F3}" destId="{BE9374B9-95EA-8046-B444-F7C1AA1CF240}" srcOrd="0" destOrd="0" presId="urn:microsoft.com/office/officeart/2005/8/layout/hierarchy3"/>
    <dgm:cxn modelId="{E59DE3D2-8588-A54C-89BC-3104831537C0}" type="presParOf" srcId="{BE9374B9-95EA-8046-B444-F7C1AA1CF240}" destId="{56536744-D626-5C49-AB55-A24E14AFA545}" srcOrd="0" destOrd="0" presId="urn:microsoft.com/office/officeart/2005/8/layout/hierarchy3"/>
    <dgm:cxn modelId="{C6BA3B64-3F28-5E4D-B996-14E2219E86EC}" type="presParOf" srcId="{56536744-D626-5C49-AB55-A24E14AFA545}" destId="{25FDBBF6-CF11-1E43-9D7C-C6942A31C343}" srcOrd="0" destOrd="0" presId="urn:microsoft.com/office/officeart/2005/8/layout/hierarchy3"/>
    <dgm:cxn modelId="{3EE45E45-1075-3544-BB6C-1BD5FA80B734}" type="presParOf" srcId="{56536744-D626-5C49-AB55-A24E14AFA545}" destId="{106DD0AE-4430-E54F-9203-2273FFB9A051}" srcOrd="1" destOrd="0" presId="urn:microsoft.com/office/officeart/2005/8/layout/hierarchy3"/>
    <dgm:cxn modelId="{4EAE871C-FE3F-B246-8451-F3189D75011B}" type="presParOf" srcId="{BE9374B9-95EA-8046-B444-F7C1AA1CF240}" destId="{35C522F6-C92E-704E-96D5-5F56EABC97B0}" srcOrd="1" destOrd="0" presId="urn:microsoft.com/office/officeart/2005/8/layout/hierarchy3"/>
    <dgm:cxn modelId="{4E796EF4-AE99-AF45-A830-521E495DC7B2}" type="presParOf" srcId="{35C522F6-C92E-704E-96D5-5F56EABC97B0}" destId="{258D4665-4333-6544-AB2B-1B41EC8A41C4}" srcOrd="0" destOrd="0" presId="urn:microsoft.com/office/officeart/2005/8/layout/hierarchy3"/>
    <dgm:cxn modelId="{504A911E-BF95-4C46-A256-125A2B03C9E7}" type="presParOf" srcId="{35C522F6-C92E-704E-96D5-5F56EABC97B0}" destId="{1907C986-B863-604C-8A4C-6ABD424EF95E}" srcOrd="1" destOrd="0" presId="urn:microsoft.com/office/officeart/2005/8/layout/hierarchy3"/>
    <dgm:cxn modelId="{7D9253CC-1DC8-1A43-9944-17EB72997E98}" type="presParOf" srcId="{A6304E2B-93C7-A247-B400-827B5DD471F3}" destId="{D18851C5-98E9-214D-AB94-B939AF4EFD3E}" srcOrd="1" destOrd="0" presId="urn:microsoft.com/office/officeart/2005/8/layout/hierarchy3"/>
    <dgm:cxn modelId="{98EE41D8-3C5D-8544-A572-D602F93DAE69}" type="presParOf" srcId="{D18851C5-98E9-214D-AB94-B939AF4EFD3E}" destId="{F73B74AE-54B1-B14C-90F2-32651623F6F5}" srcOrd="0" destOrd="0" presId="urn:microsoft.com/office/officeart/2005/8/layout/hierarchy3"/>
    <dgm:cxn modelId="{1E19A3E2-B859-9542-B040-20D2B083AB96}" type="presParOf" srcId="{F73B74AE-54B1-B14C-90F2-32651623F6F5}" destId="{449E9567-DAD7-AF41-B1E8-AA0D1AC63722}" srcOrd="0" destOrd="0" presId="urn:microsoft.com/office/officeart/2005/8/layout/hierarchy3"/>
    <dgm:cxn modelId="{823E212A-94E4-6849-89B6-A86834D7993D}" type="presParOf" srcId="{F73B74AE-54B1-B14C-90F2-32651623F6F5}" destId="{D0CF2605-70CD-1147-9A10-556C508E1C00}" srcOrd="1" destOrd="0" presId="urn:microsoft.com/office/officeart/2005/8/layout/hierarchy3"/>
    <dgm:cxn modelId="{015F9812-2EDA-2A45-B891-D6DB39F44392}" type="presParOf" srcId="{D18851C5-98E9-214D-AB94-B939AF4EFD3E}" destId="{BE182618-F8D9-1B4B-A6B3-4DC410F33958}" srcOrd="1" destOrd="0" presId="urn:microsoft.com/office/officeart/2005/8/layout/hierarchy3"/>
    <dgm:cxn modelId="{80050532-9D40-5A4E-9F4B-E168A584DAD6}" type="presParOf" srcId="{BE182618-F8D9-1B4B-A6B3-4DC410F33958}" destId="{8FF83430-68DD-4E47-B221-EC9ABE0C58E4}" srcOrd="0" destOrd="0" presId="urn:microsoft.com/office/officeart/2005/8/layout/hierarchy3"/>
    <dgm:cxn modelId="{25B5B752-4C9F-AB4D-A41F-F9FDF0FF2450}" type="presParOf" srcId="{BE182618-F8D9-1B4B-A6B3-4DC410F33958}" destId="{D39A3642-C73D-0C43-B5D8-FE34CA36BC44}" srcOrd="1" destOrd="0" presId="urn:microsoft.com/office/officeart/2005/8/layout/hierarchy3"/>
    <dgm:cxn modelId="{FBB918B8-266D-B043-990A-6055D637FE48}" type="presParOf" srcId="{BE182618-F8D9-1B4B-A6B3-4DC410F33958}" destId="{E57540F1-2673-4B45-B3A0-3CB6776E6D4B}" srcOrd="2" destOrd="0" presId="urn:microsoft.com/office/officeart/2005/8/layout/hierarchy3"/>
    <dgm:cxn modelId="{27F37CBD-3856-7246-9E0D-BD6B33E7F310}" type="presParOf" srcId="{BE182618-F8D9-1B4B-A6B3-4DC410F33958}" destId="{7FB44D6D-99C1-264C-8F3D-CFC75605F0B6}" srcOrd="3" destOrd="0" presId="urn:microsoft.com/office/officeart/2005/8/layout/hierarchy3"/>
    <dgm:cxn modelId="{FC14606E-3480-2447-B5C4-D670EAED0CC9}" type="presParOf" srcId="{A6304E2B-93C7-A247-B400-827B5DD471F3}" destId="{BFACB446-2E43-9E46-AA5D-BF5716979A59}" srcOrd="2" destOrd="0" presId="urn:microsoft.com/office/officeart/2005/8/layout/hierarchy3"/>
    <dgm:cxn modelId="{E96F6EB9-71BA-0F4E-8748-AE2FE374D370}" type="presParOf" srcId="{BFACB446-2E43-9E46-AA5D-BF5716979A59}" destId="{9AF77DA0-9CD6-334A-8FDD-F4D424236289}" srcOrd="0" destOrd="0" presId="urn:microsoft.com/office/officeart/2005/8/layout/hierarchy3"/>
    <dgm:cxn modelId="{4FBADC1C-27A1-CC40-8BCA-E52990524517}" type="presParOf" srcId="{9AF77DA0-9CD6-334A-8FDD-F4D424236289}" destId="{E7B513FA-70AE-D243-821A-2AC48297EDDD}" srcOrd="0" destOrd="0" presId="urn:microsoft.com/office/officeart/2005/8/layout/hierarchy3"/>
    <dgm:cxn modelId="{37F7DA96-9B59-DE46-8089-5CC6815DCC02}" type="presParOf" srcId="{9AF77DA0-9CD6-334A-8FDD-F4D424236289}" destId="{D9B143CB-B343-0941-A40E-88411971BEAA}" srcOrd="1" destOrd="0" presId="urn:microsoft.com/office/officeart/2005/8/layout/hierarchy3"/>
    <dgm:cxn modelId="{35C799B2-4E2E-0544-99DA-680DD28118EC}" type="presParOf" srcId="{BFACB446-2E43-9E46-AA5D-BF5716979A59}" destId="{61E95B19-D214-9746-AA49-2734AFDF9D7B}" srcOrd="1" destOrd="0" presId="urn:microsoft.com/office/officeart/2005/8/layout/hierarchy3"/>
    <dgm:cxn modelId="{2C3EF5E1-4286-A247-8BB9-CFF23E7741A3}" type="presParOf" srcId="{61E95B19-D214-9746-AA49-2734AFDF9D7B}" destId="{782DAD78-06D6-8D40-B9B6-E5B4BA80D92C}" srcOrd="0" destOrd="0" presId="urn:microsoft.com/office/officeart/2005/8/layout/hierarchy3"/>
    <dgm:cxn modelId="{D0CD0361-5998-3049-AB79-6523261E945F}" type="presParOf" srcId="{61E95B19-D214-9746-AA49-2734AFDF9D7B}" destId="{180EAB25-42F6-8044-8932-1287727549AA}" srcOrd="1" destOrd="0" presId="urn:microsoft.com/office/officeart/2005/8/layout/hierarchy3"/>
    <dgm:cxn modelId="{1504F024-6FDB-AE43-92FF-6846F05D695B}" type="presParOf" srcId="{61E95B19-D214-9746-AA49-2734AFDF9D7B}" destId="{34B0DFE2-AC4E-D14C-B2E9-CC9C30A01454}" srcOrd="2" destOrd="0" presId="urn:microsoft.com/office/officeart/2005/8/layout/hierarchy3"/>
    <dgm:cxn modelId="{47CA4E8F-5EC4-9A42-85C2-03953EB10494}" type="presParOf" srcId="{61E95B19-D214-9746-AA49-2734AFDF9D7B}" destId="{940C600C-1BFF-AF49-8100-E88376D709D3}" srcOrd="3" destOrd="0" presId="urn:microsoft.com/office/officeart/2005/8/layout/hierarchy3"/>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D57F043-3F60-5948-B092-BDE4E8B53817}" type="doc">
      <dgm:prSet loTypeId="urn:microsoft.com/office/officeart/2005/8/layout/matrix1" loCatId="matrix" qsTypeId="urn:microsoft.com/office/officeart/2005/8/quickstyle/simple4" qsCatId="simple" csTypeId="urn:microsoft.com/office/officeart/2005/8/colors/accent1_2" csCatId="accent1" phldr="1"/>
      <dgm:spPr/>
      <dgm:t>
        <a:bodyPr/>
        <a:lstStyle/>
        <a:p>
          <a:endParaRPr lang="en-US"/>
        </a:p>
      </dgm:t>
    </dgm:pt>
    <dgm:pt modelId="{38606BF3-A1C3-2B4D-8588-207B30E7B60A}">
      <dgm:prSet/>
      <dgm:spPr>
        <a:solidFill>
          <a:schemeClr val="bg1"/>
        </a:solidFill>
        <a:ln>
          <a:solidFill>
            <a:schemeClr val="tx1"/>
          </a:solidFill>
        </a:ln>
      </dgm:spPr>
      <dgm:t>
        <a:bodyPr/>
        <a:lstStyle/>
        <a:p>
          <a:pPr rtl="0"/>
          <a:r>
            <a:rPr lang="en-US" dirty="0" smtClean="0"/>
            <a:t>Four elements are involved:</a:t>
          </a:r>
          <a:endParaRPr lang="en-US" dirty="0"/>
        </a:p>
      </dgm:t>
    </dgm:pt>
    <dgm:pt modelId="{9325432D-1810-8841-A658-5666467E9923}" type="parTrans" cxnId="{53F6703C-6EE5-4842-8801-03898031C1D6}">
      <dgm:prSet/>
      <dgm:spPr/>
      <dgm:t>
        <a:bodyPr/>
        <a:lstStyle/>
        <a:p>
          <a:endParaRPr lang="en-US"/>
        </a:p>
      </dgm:t>
    </dgm:pt>
    <dgm:pt modelId="{E4993074-770C-A64F-9358-68A472E19EA4}" type="sibTrans" cxnId="{53F6703C-6EE5-4842-8801-03898031C1D6}">
      <dgm:prSet/>
      <dgm:spPr/>
      <dgm:t>
        <a:bodyPr/>
        <a:lstStyle/>
        <a:p>
          <a:endParaRPr lang="en-US"/>
        </a:p>
      </dgm:t>
    </dgm:pt>
    <dgm:pt modelId="{FE85CCE2-47C3-D34B-AB45-E3A1DA88C165}">
      <dgm:prSet/>
      <dgm:spPr>
        <a:ln>
          <a:solidFill>
            <a:schemeClr val="tx1"/>
          </a:solidFill>
        </a:ln>
      </dgm:spPr>
      <dgm:t>
        <a:bodyPr/>
        <a:lstStyle/>
        <a:p>
          <a:pPr rtl="0"/>
          <a:r>
            <a:rPr lang="en-US" dirty="0" smtClean="0"/>
            <a:t>All those participating in the digital signature scheme use the same global domain parameters, which define an elliptic curve and a point of origin on the curve</a:t>
          </a:r>
          <a:endParaRPr lang="en-US" dirty="0"/>
        </a:p>
      </dgm:t>
    </dgm:pt>
    <dgm:pt modelId="{AFB064D0-88C6-1A43-87EF-3D70BB0ED367}" type="parTrans" cxnId="{26DF8012-E9F6-ED49-B09D-27DB7B124627}">
      <dgm:prSet/>
      <dgm:spPr/>
      <dgm:t>
        <a:bodyPr/>
        <a:lstStyle/>
        <a:p>
          <a:endParaRPr lang="en-US"/>
        </a:p>
      </dgm:t>
    </dgm:pt>
    <dgm:pt modelId="{FCDE115F-1CB4-A74F-91B1-9F6181096988}" type="sibTrans" cxnId="{26DF8012-E9F6-ED49-B09D-27DB7B124627}">
      <dgm:prSet/>
      <dgm:spPr/>
      <dgm:t>
        <a:bodyPr/>
        <a:lstStyle/>
        <a:p>
          <a:endParaRPr lang="en-US"/>
        </a:p>
      </dgm:t>
    </dgm:pt>
    <dgm:pt modelId="{1966C666-8FDA-544D-B35B-6FE50FE15458}">
      <dgm:prSet/>
      <dgm:spPr>
        <a:ln>
          <a:solidFill>
            <a:schemeClr val="tx1"/>
          </a:solidFill>
        </a:ln>
      </dgm:spPr>
      <dgm:t>
        <a:bodyPr/>
        <a:lstStyle/>
        <a:p>
          <a:pPr rtl="0"/>
          <a:r>
            <a:rPr lang="en-US" dirty="0" smtClean="0"/>
            <a:t>A signer must first generate a public, private key pair</a:t>
          </a:r>
          <a:endParaRPr lang="en-US" dirty="0"/>
        </a:p>
      </dgm:t>
    </dgm:pt>
    <dgm:pt modelId="{AF79958A-76D4-9A47-A852-A116E433F61F}" type="parTrans" cxnId="{7BFBDBB9-D1C5-6847-9194-B5393F53D394}">
      <dgm:prSet/>
      <dgm:spPr/>
      <dgm:t>
        <a:bodyPr/>
        <a:lstStyle/>
        <a:p>
          <a:endParaRPr lang="en-US"/>
        </a:p>
      </dgm:t>
    </dgm:pt>
    <dgm:pt modelId="{9C16CCB7-0F8D-8D42-881F-3981F986D297}" type="sibTrans" cxnId="{7BFBDBB9-D1C5-6847-9194-B5393F53D394}">
      <dgm:prSet/>
      <dgm:spPr/>
      <dgm:t>
        <a:bodyPr/>
        <a:lstStyle/>
        <a:p>
          <a:endParaRPr lang="en-US"/>
        </a:p>
      </dgm:t>
    </dgm:pt>
    <dgm:pt modelId="{8181515B-17AA-CF46-9A9C-3867EAB8239C}">
      <dgm:prSet/>
      <dgm:spPr>
        <a:ln>
          <a:solidFill>
            <a:schemeClr val="tx1"/>
          </a:solidFill>
        </a:ln>
      </dgm:spPr>
      <dgm:t>
        <a:bodyPr/>
        <a:lstStyle/>
        <a:p>
          <a:pPr rtl="0"/>
          <a:r>
            <a:rPr lang="en-US" dirty="0" smtClean="0"/>
            <a:t>A hash value is generated for the message to be signed; using the private key, the domain parameters, and the hash value, a signature is generated</a:t>
          </a:r>
          <a:endParaRPr lang="en-US" dirty="0"/>
        </a:p>
      </dgm:t>
    </dgm:pt>
    <dgm:pt modelId="{7E3F2E79-5D4A-AC4D-BBA8-A74E0F208DE3}" type="parTrans" cxnId="{DA87456B-57EE-C947-A260-9C65E6CE45F3}">
      <dgm:prSet/>
      <dgm:spPr/>
      <dgm:t>
        <a:bodyPr/>
        <a:lstStyle/>
        <a:p>
          <a:endParaRPr lang="en-US"/>
        </a:p>
      </dgm:t>
    </dgm:pt>
    <dgm:pt modelId="{FEFE6FD2-B83B-4D41-82EC-8F56F5C6CD70}" type="sibTrans" cxnId="{DA87456B-57EE-C947-A260-9C65E6CE45F3}">
      <dgm:prSet/>
      <dgm:spPr/>
      <dgm:t>
        <a:bodyPr/>
        <a:lstStyle/>
        <a:p>
          <a:endParaRPr lang="en-US"/>
        </a:p>
      </dgm:t>
    </dgm:pt>
    <dgm:pt modelId="{4D2B6F4D-F8B5-6642-9908-55C6EB40A699}">
      <dgm:prSet/>
      <dgm:spPr>
        <a:ln>
          <a:solidFill>
            <a:schemeClr val="tx1"/>
          </a:solidFill>
        </a:ln>
      </dgm:spPr>
      <dgm:t>
        <a:bodyPr/>
        <a:lstStyle/>
        <a:p>
          <a:pPr rtl="0"/>
          <a:r>
            <a:rPr lang="en-US" dirty="0" smtClean="0"/>
            <a:t>To verify the signature, the verifier uses as input the signer’s public key, the domain parameters, and the integer </a:t>
          </a:r>
          <a:r>
            <a:rPr lang="en-US" i="1" dirty="0" smtClean="0"/>
            <a:t>s; </a:t>
          </a:r>
          <a:r>
            <a:rPr lang="en-US" dirty="0" smtClean="0"/>
            <a:t>the output is a value </a:t>
          </a:r>
          <a:r>
            <a:rPr lang="en-US" i="1" dirty="0" smtClean="0"/>
            <a:t>v </a:t>
          </a:r>
          <a:r>
            <a:rPr lang="en-US" dirty="0" smtClean="0"/>
            <a:t>that is compared to </a:t>
          </a:r>
          <a:r>
            <a:rPr lang="en-US" i="1" dirty="0" smtClean="0"/>
            <a:t>r </a:t>
          </a:r>
          <a:r>
            <a:rPr lang="en-US" dirty="0" smtClean="0"/>
            <a:t>; the signature is verified if the </a:t>
          </a:r>
          <a:r>
            <a:rPr lang="en-US" i="1" dirty="0" smtClean="0"/>
            <a:t>v = r</a:t>
          </a:r>
          <a:endParaRPr lang="en-US" dirty="0"/>
        </a:p>
      </dgm:t>
    </dgm:pt>
    <dgm:pt modelId="{469D1ADD-9016-9240-BC0D-F711B37ED8E9}" type="parTrans" cxnId="{EE8796D8-66B1-6245-9AE9-2405FB7212A6}">
      <dgm:prSet/>
      <dgm:spPr/>
      <dgm:t>
        <a:bodyPr/>
        <a:lstStyle/>
        <a:p>
          <a:endParaRPr lang="en-US"/>
        </a:p>
      </dgm:t>
    </dgm:pt>
    <dgm:pt modelId="{69AB07DF-7C99-E34B-892B-16E9503C9F2B}" type="sibTrans" cxnId="{EE8796D8-66B1-6245-9AE9-2405FB7212A6}">
      <dgm:prSet/>
      <dgm:spPr/>
      <dgm:t>
        <a:bodyPr/>
        <a:lstStyle/>
        <a:p>
          <a:endParaRPr lang="en-US"/>
        </a:p>
      </dgm:t>
    </dgm:pt>
    <dgm:pt modelId="{C61372B4-1B54-F443-87CB-2E9DE532E1CB}" type="pres">
      <dgm:prSet presAssocID="{DD57F043-3F60-5948-B092-BDE4E8B53817}" presName="diagram" presStyleCnt="0">
        <dgm:presLayoutVars>
          <dgm:chMax val="1"/>
          <dgm:dir/>
          <dgm:animLvl val="ctr"/>
          <dgm:resizeHandles val="exact"/>
        </dgm:presLayoutVars>
      </dgm:prSet>
      <dgm:spPr/>
      <dgm:t>
        <a:bodyPr/>
        <a:lstStyle/>
        <a:p>
          <a:endParaRPr lang="en-US"/>
        </a:p>
      </dgm:t>
    </dgm:pt>
    <dgm:pt modelId="{34D61988-67C9-FF45-AF26-CD6D3024C455}" type="pres">
      <dgm:prSet presAssocID="{DD57F043-3F60-5948-B092-BDE4E8B53817}" presName="matrix" presStyleCnt="0"/>
      <dgm:spPr/>
    </dgm:pt>
    <dgm:pt modelId="{262F671A-AD4F-D74F-90D6-B9948421EC89}" type="pres">
      <dgm:prSet presAssocID="{DD57F043-3F60-5948-B092-BDE4E8B53817}" presName="tile1" presStyleLbl="node1" presStyleIdx="0" presStyleCnt="4"/>
      <dgm:spPr/>
      <dgm:t>
        <a:bodyPr/>
        <a:lstStyle/>
        <a:p>
          <a:endParaRPr lang="en-US"/>
        </a:p>
      </dgm:t>
    </dgm:pt>
    <dgm:pt modelId="{14F690DB-AF9A-9242-8258-89E0EC59B936}" type="pres">
      <dgm:prSet presAssocID="{DD57F043-3F60-5948-B092-BDE4E8B53817}" presName="tile1text" presStyleLbl="node1" presStyleIdx="0" presStyleCnt="4">
        <dgm:presLayoutVars>
          <dgm:chMax val="0"/>
          <dgm:chPref val="0"/>
          <dgm:bulletEnabled val="1"/>
        </dgm:presLayoutVars>
      </dgm:prSet>
      <dgm:spPr/>
      <dgm:t>
        <a:bodyPr/>
        <a:lstStyle/>
        <a:p>
          <a:endParaRPr lang="en-US"/>
        </a:p>
      </dgm:t>
    </dgm:pt>
    <dgm:pt modelId="{86991323-3617-924B-AEF9-64C859FCD223}" type="pres">
      <dgm:prSet presAssocID="{DD57F043-3F60-5948-B092-BDE4E8B53817}" presName="tile2" presStyleLbl="node1" presStyleIdx="1" presStyleCnt="4"/>
      <dgm:spPr/>
      <dgm:t>
        <a:bodyPr/>
        <a:lstStyle/>
        <a:p>
          <a:endParaRPr lang="en-US"/>
        </a:p>
      </dgm:t>
    </dgm:pt>
    <dgm:pt modelId="{342ABBD6-FE9A-B145-BF02-EE2CB811C02E}" type="pres">
      <dgm:prSet presAssocID="{DD57F043-3F60-5948-B092-BDE4E8B53817}" presName="tile2text" presStyleLbl="node1" presStyleIdx="1" presStyleCnt="4">
        <dgm:presLayoutVars>
          <dgm:chMax val="0"/>
          <dgm:chPref val="0"/>
          <dgm:bulletEnabled val="1"/>
        </dgm:presLayoutVars>
      </dgm:prSet>
      <dgm:spPr/>
      <dgm:t>
        <a:bodyPr/>
        <a:lstStyle/>
        <a:p>
          <a:endParaRPr lang="en-US"/>
        </a:p>
      </dgm:t>
    </dgm:pt>
    <dgm:pt modelId="{CBE51D63-60B9-CB46-AE01-72CFFA68E50D}" type="pres">
      <dgm:prSet presAssocID="{DD57F043-3F60-5948-B092-BDE4E8B53817}" presName="tile3" presStyleLbl="node1" presStyleIdx="2" presStyleCnt="4"/>
      <dgm:spPr/>
      <dgm:t>
        <a:bodyPr/>
        <a:lstStyle/>
        <a:p>
          <a:endParaRPr lang="en-US"/>
        </a:p>
      </dgm:t>
    </dgm:pt>
    <dgm:pt modelId="{B192E1EB-6969-4F4A-9632-E275D647157C}" type="pres">
      <dgm:prSet presAssocID="{DD57F043-3F60-5948-B092-BDE4E8B53817}" presName="tile3text" presStyleLbl="node1" presStyleIdx="2" presStyleCnt="4">
        <dgm:presLayoutVars>
          <dgm:chMax val="0"/>
          <dgm:chPref val="0"/>
          <dgm:bulletEnabled val="1"/>
        </dgm:presLayoutVars>
      </dgm:prSet>
      <dgm:spPr/>
      <dgm:t>
        <a:bodyPr/>
        <a:lstStyle/>
        <a:p>
          <a:endParaRPr lang="en-US"/>
        </a:p>
      </dgm:t>
    </dgm:pt>
    <dgm:pt modelId="{E8D9C74D-DDED-5A4C-B8A0-7E959C3A17FC}" type="pres">
      <dgm:prSet presAssocID="{DD57F043-3F60-5948-B092-BDE4E8B53817}" presName="tile4" presStyleLbl="node1" presStyleIdx="3" presStyleCnt="4"/>
      <dgm:spPr/>
      <dgm:t>
        <a:bodyPr/>
        <a:lstStyle/>
        <a:p>
          <a:endParaRPr lang="en-US"/>
        </a:p>
      </dgm:t>
    </dgm:pt>
    <dgm:pt modelId="{DFA61AA1-1A2A-E742-A204-173E771616D8}" type="pres">
      <dgm:prSet presAssocID="{DD57F043-3F60-5948-B092-BDE4E8B53817}" presName="tile4text" presStyleLbl="node1" presStyleIdx="3" presStyleCnt="4">
        <dgm:presLayoutVars>
          <dgm:chMax val="0"/>
          <dgm:chPref val="0"/>
          <dgm:bulletEnabled val="1"/>
        </dgm:presLayoutVars>
      </dgm:prSet>
      <dgm:spPr/>
      <dgm:t>
        <a:bodyPr/>
        <a:lstStyle/>
        <a:p>
          <a:endParaRPr lang="en-US"/>
        </a:p>
      </dgm:t>
    </dgm:pt>
    <dgm:pt modelId="{92E76A77-D1EA-EF42-B28B-6E6E21434418}" type="pres">
      <dgm:prSet presAssocID="{DD57F043-3F60-5948-B092-BDE4E8B53817}" presName="centerTile" presStyleLbl="fgShp" presStyleIdx="0" presStyleCnt="1">
        <dgm:presLayoutVars>
          <dgm:chMax val="0"/>
          <dgm:chPref val="0"/>
        </dgm:presLayoutVars>
      </dgm:prSet>
      <dgm:spPr/>
      <dgm:t>
        <a:bodyPr/>
        <a:lstStyle/>
        <a:p>
          <a:endParaRPr lang="en-US"/>
        </a:p>
      </dgm:t>
    </dgm:pt>
  </dgm:ptLst>
  <dgm:cxnLst>
    <dgm:cxn modelId="{EE8796D8-66B1-6245-9AE9-2405FB7212A6}" srcId="{38606BF3-A1C3-2B4D-8588-207B30E7B60A}" destId="{4D2B6F4D-F8B5-6642-9908-55C6EB40A699}" srcOrd="3" destOrd="0" parTransId="{469D1ADD-9016-9240-BC0D-F711B37ED8E9}" sibTransId="{69AB07DF-7C99-E34B-892B-16E9503C9F2B}"/>
    <dgm:cxn modelId="{9F026B7A-F2B3-BC4D-8615-CF763B84B774}" type="presOf" srcId="{FE85CCE2-47C3-D34B-AB45-E3A1DA88C165}" destId="{14F690DB-AF9A-9242-8258-89E0EC59B936}" srcOrd="1" destOrd="0" presId="urn:microsoft.com/office/officeart/2005/8/layout/matrix1"/>
    <dgm:cxn modelId="{7BFBDBB9-D1C5-6847-9194-B5393F53D394}" srcId="{38606BF3-A1C3-2B4D-8588-207B30E7B60A}" destId="{1966C666-8FDA-544D-B35B-6FE50FE15458}" srcOrd="1" destOrd="0" parTransId="{AF79958A-76D4-9A47-A852-A116E433F61F}" sibTransId="{9C16CCB7-0F8D-8D42-881F-3981F986D297}"/>
    <dgm:cxn modelId="{53F6703C-6EE5-4842-8801-03898031C1D6}" srcId="{DD57F043-3F60-5948-B092-BDE4E8B53817}" destId="{38606BF3-A1C3-2B4D-8588-207B30E7B60A}" srcOrd="0" destOrd="0" parTransId="{9325432D-1810-8841-A658-5666467E9923}" sibTransId="{E4993074-770C-A64F-9358-68A472E19EA4}"/>
    <dgm:cxn modelId="{16F3C431-139A-D748-A6FD-D0C4AF422E96}" type="presOf" srcId="{FE85CCE2-47C3-D34B-AB45-E3A1DA88C165}" destId="{262F671A-AD4F-D74F-90D6-B9948421EC89}" srcOrd="0" destOrd="0" presId="urn:microsoft.com/office/officeart/2005/8/layout/matrix1"/>
    <dgm:cxn modelId="{D8EE976E-6BEA-1946-9D02-7DB2412F72A1}" type="presOf" srcId="{1966C666-8FDA-544D-B35B-6FE50FE15458}" destId="{342ABBD6-FE9A-B145-BF02-EE2CB811C02E}" srcOrd="1" destOrd="0" presId="urn:microsoft.com/office/officeart/2005/8/layout/matrix1"/>
    <dgm:cxn modelId="{E4FF36AD-D278-054B-A003-873342BD900C}" type="presOf" srcId="{4D2B6F4D-F8B5-6642-9908-55C6EB40A699}" destId="{E8D9C74D-DDED-5A4C-B8A0-7E959C3A17FC}" srcOrd="0" destOrd="0" presId="urn:microsoft.com/office/officeart/2005/8/layout/matrix1"/>
    <dgm:cxn modelId="{9293CC54-C025-9742-8DCA-0F9A3A03E7F8}" type="presOf" srcId="{38606BF3-A1C3-2B4D-8588-207B30E7B60A}" destId="{92E76A77-D1EA-EF42-B28B-6E6E21434418}" srcOrd="0" destOrd="0" presId="urn:microsoft.com/office/officeart/2005/8/layout/matrix1"/>
    <dgm:cxn modelId="{26DF8012-E9F6-ED49-B09D-27DB7B124627}" srcId="{38606BF3-A1C3-2B4D-8588-207B30E7B60A}" destId="{FE85CCE2-47C3-D34B-AB45-E3A1DA88C165}" srcOrd="0" destOrd="0" parTransId="{AFB064D0-88C6-1A43-87EF-3D70BB0ED367}" sibTransId="{FCDE115F-1CB4-A74F-91B1-9F6181096988}"/>
    <dgm:cxn modelId="{A437DD3A-6F04-7146-A219-6246C3DFD7A7}" type="presOf" srcId="{8181515B-17AA-CF46-9A9C-3867EAB8239C}" destId="{B192E1EB-6969-4F4A-9632-E275D647157C}" srcOrd="1" destOrd="0" presId="urn:microsoft.com/office/officeart/2005/8/layout/matrix1"/>
    <dgm:cxn modelId="{C932AFB8-4BCA-9448-A8EF-3DFE40D13BDB}" type="presOf" srcId="{DD57F043-3F60-5948-B092-BDE4E8B53817}" destId="{C61372B4-1B54-F443-87CB-2E9DE532E1CB}" srcOrd="0" destOrd="0" presId="urn:microsoft.com/office/officeart/2005/8/layout/matrix1"/>
    <dgm:cxn modelId="{C791A340-29F9-EE4D-B76D-20E6215209B9}" type="presOf" srcId="{4D2B6F4D-F8B5-6642-9908-55C6EB40A699}" destId="{DFA61AA1-1A2A-E742-A204-173E771616D8}" srcOrd="1" destOrd="0" presId="urn:microsoft.com/office/officeart/2005/8/layout/matrix1"/>
    <dgm:cxn modelId="{DA87456B-57EE-C947-A260-9C65E6CE45F3}" srcId="{38606BF3-A1C3-2B4D-8588-207B30E7B60A}" destId="{8181515B-17AA-CF46-9A9C-3867EAB8239C}" srcOrd="2" destOrd="0" parTransId="{7E3F2E79-5D4A-AC4D-BBA8-A74E0F208DE3}" sibTransId="{FEFE6FD2-B83B-4D41-82EC-8F56F5C6CD70}"/>
    <dgm:cxn modelId="{5C73840A-5D6B-9F44-8E92-D305DB15FC99}" type="presOf" srcId="{8181515B-17AA-CF46-9A9C-3867EAB8239C}" destId="{CBE51D63-60B9-CB46-AE01-72CFFA68E50D}" srcOrd="0" destOrd="0" presId="urn:microsoft.com/office/officeart/2005/8/layout/matrix1"/>
    <dgm:cxn modelId="{7F0E5D13-26F9-6442-B11A-393B4CC1FF06}" type="presOf" srcId="{1966C666-8FDA-544D-B35B-6FE50FE15458}" destId="{86991323-3617-924B-AEF9-64C859FCD223}" srcOrd="0" destOrd="0" presId="urn:microsoft.com/office/officeart/2005/8/layout/matrix1"/>
    <dgm:cxn modelId="{0B136D3B-A014-8642-8171-4FC71A907122}" type="presParOf" srcId="{C61372B4-1B54-F443-87CB-2E9DE532E1CB}" destId="{34D61988-67C9-FF45-AF26-CD6D3024C455}" srcOrd="0" destOrd="0" presId="urn:microsoft.com/office/officeart/2005/8/layout/matrix1"/>
    <dgm:cxn modelId="{E0F1B428-C88B-4742-8207-09995F75AE4B}" type="presParOf" srcId="{34D61988-67C9-FF45-AF26-CD6D3024C455}" destId="{262F671A-AD4F-D74F-90D6-B9948421EC89}" srcOrd="0" destOrd="0" presId="urn:microsoft.com/office/officeart/2005/8/layout/matrix1"/>
    <dgm:cxn modelId="{06A2BF46-C3F6-F045-987C-3313E2E36150}" type="presParOf" srcId="{34D61988-67C9-FF45-AF26-CD6D3024C455}" destId="{14F690DB-AF9A-9242-8258-89E0EC59B936}" srcOrd="1" destOrd="0" presId="urn:microsoft.com/office/officeart/2005/8/layout/matrix1"/>
    <dgm:cxn modelId="{34950ACB-6F57-DA4D-930B-289904C243A1}" type="presParOf" srcId="{34D61988-67C9-FF45-AF26-CD6D3024C455}" destId="{86991323-3617-924B-AEF9-64C859FCD223}" srcOrd="2" destOrd="0" presId="urn:microsoft.com/office/officeart/2005/8/layout/matrix1"/>
    <dgm:cxn modelId="{2ECB08C7-6AEE-3045-965D-FCBD965D366F}" type="presParOf" srcId="{34D61988-67C9-FF45-AF26-CD6D3024C455}" destId="{342ABBD6-FE9A-B145-BF02-EE2CB811C02E}" srcOrd="3" destOrd="0" presId="urn:microsoft.com/office/officeart/2005/8/layout/matrix1"/>
    <dgm:cxn modelId="{3A5D5F0E-117F-BA4A-B6EB-03AB02A0612F}" type="presParOf" srcId="{34D61988-67C9-FF45-AF26-CD6D3024C455}" destId="{CBE51D63-60B9-CB46-AE01-72CFFA68E50D}" srcOrd="4" destOrd="0" presId="urn:microsoft.com/office/officeart/2005/8/layout/matrix1"/>
    <dgm:cxn modelId="{520CD65F-F55F-FA43-844A-E890EC42D040}" type="presParOf" srcId="{34D61988-67C9-FF45-AF26-CD6D3024C455}" destId="{B192E1EB-6969-4F4A-9632-E275D647157C}" srcOrd="5" destOrd="0" presId="urn:microsoft.com/office/officeart/2005/8/layout/matrix1"/>
    <dgm:cxn modelId="{7160A49C-82AF-3D4D-991E-EF2FD6498AF1}" type="presParOf" srcId="{34D61988-67C9-FF45-AF26-CD6D3024C455}" destId="{E8D9C74D-DDED-5A4C-B8A0-7E959C3A17FC}" srcOrd="6" destOrd="0" presId="urn:microsoft.com/office/officeart/2005/8/layout/matrix1"/>
    <dgm:cxn modelId="{F704EB92-A87C-0848-BC89-66C55D0235CA}" type="presParOf" srcId="{34D61988-67C9-FF45-AF26-CD6D3024C455}" destId="{DFA61AA1-1A2A-E742-A204-173E771616D8}" srcOrd="7" destOrd="0" presId="urn:microsoft.com/office/officeart/2005/8/layout/matrix1"/>
    <dgm:cxn modelId="{BAF6BAC1-5584-7940-A44E-1CB5690DCFFF}" type="presParOf" srcId="{C61372B4-1B54-F443-87CB-2E9DE532E1CB}" destId="{92E76A77-D1EA-EF42-B28B-6E6E21434418}" srcOrd="1" destOrd="0" presId="urn:microsoft.com/office/officeart/2005/8/layout/matrix1"/>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0D800C52-06DC-0A41-B384-C56F01BE05CB}">
      <dsp:nvSpPr>
        <dsp:cNvPr id="0" name=""/>
        <dsp:cNvSpPr/>
      </dsp:nvSpPr>
      <dsp:spPr>
        <a:xfrm>
          <a:off x="567809" y="0"/>
          <a:ext cx="6435168" cy="4562475"/>
        </a:xfrm>
        <a:prstGeom prst="rightArrow">
          <a:avLst/>
        </a:prstGeom>
        <a:solidFill>
          <a:schemeClr val="bg1"/>
        </a:solidFill>
        <a:ln w="38100">
          <a:solidFill>
            <a:schemeClr val="accent1"/>
          </a:solidFill>
        </a:ln>
        <a:effectLst>
          <a:outerShdw blurRad="38100" dist="25400" dir="5400000" rotWithShape="0">
            <a:srgbClr val="000000">
              <a:alpha val="50000"/>
            </a:srgbClr>
          </a:outerShdw>
        </a:effectLst>
      </dsp:spPr>
      <dsp:style>
        <a:lnRef idx="0">
          <a:scrgbClr r="0" g="0" b="0"/>
        </a:lnRef>
        <a:fillRef idx="1">
          <a:scrgbClr r="0" g="0" b="0"/>
        </a:fillRef>
        <a:effectRef idx="2">
          <a:scrgbClr r="0" g="0" b="0"/>
        </a:effectRef>
        <a:fontRef idx="minor"/>
      </dsp:style>
    </dsp:sp>
    <dsp:sp modelId="{341079C6-9D39-4749-9040-89003A9F25C0}">
      <dsp:nvSpPr>
        <dsp:cNvPr id="0" name=""/>
        <dsp:cNvSpPr/>
      </dsp:nvSpPr>
      <dsp:spPr>
        <a:xfrm>
          <a:off x="256549" y="1368742"/>
          <a:ext cx="2271236" cy="1824990"/>
        </a:xfrm>
        <a:prstGeom prst="roundRect">
          <a:avLst/>
        </a:prstGeom>
        <a:solidFill>
          <a:schemeClr val="accent4">
            <a:lumMod val="75000"/>
          </a:schemeClr>
        </a:solidFill>
        <a:ln>
          <a:solidFill>
            <a:schemeClr val="accent4">
              <a:lumMod val="75000"/>
            </a:schemeClr>
          </a:solid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en-US" sz="2100" kern="1200" dirty="0" smtClean="0"/>
            <a:t>It must verify the author and the date and time of the signature</a:t>
          </a:r>
          <a:endParaRPr lang="en-US" sz="2100" kern="1200" dirty="0"/>
        </a:p>
      </dsp:txBody>
      <dsp:txXfrm>
        <a:off x="256549" y="1368742"/>
        <a:ext cx="2271236" cy="1824990"/>
      </dsp:txXfrm>
    </dsp:sp>
    <dsp:sp modelId="{CD297614-583E-E04F-BFD3-0C43552D1603}">
      <dsp:nvSpPr>
        <dsp:cNvPr id="0" name=""/>
        <dsp:cNvSpPr/>
      </dsp:nvSpPr>
      <dsp:spPr>
        <a:xfrm>
          <a:off x="2649775" y="1368742"/>
          <a:ext cx="2271236" cy="1824990"/>
        </a:xfrm>
        <a:prstGeom prst="roundRect">
          <a:avLst/>
        </a:prstGeom>
        <a:solidFill>
          <a:schemeClr val="accent4">
            <a:lumMod val="75000"/>
          </a:schemeClr>
        </a:solidFill>
        <a:ln>
          <a:solidFill>
            <a:schemeClr val="tx1"/>
          </a:solid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en-US" sz="2100" kern="1200" dirty="0" smtClean="0"/>
            <a:t>It must authenticate the contents at the time of the signature</a:t>
          </a:r>
          <a:endParaRPr lang="en-US" sz="2100" kern="1200" dirty="0"/>
        </a:p>
      </dsp:txBody>
      <dsp:txXfrm>
        <a:off x="2649775" y="1368742"/>
        <a:ext cx="2271236" cy="1824990"/>
      </dsp:txXfrm>
    </dsp:sp>
    <dsp:sp modelId="{7EAD0816-1D8B-C14D-B8D6-D7DF56C59B1F}">
      <dsp:nvSpPr>
        <dsp:cNvPr id="0" name=""/>
        <dsp:cNvSpPr/>
      </dsp:nvSpPr>
      <dsp:spPr>
        <a:xfrm>
          <a:off x="5043001" y="1368742"/>
          <a:ext cx="2271236" cy="1824990"/>
        </a:xfrm>
        <a:prstGeom prst="roundRect">
          <a:avLst/>
        </a:prstGeom>
        <a:solidFill>
          <a:schemeClr val="accent4">
            <a:lumMod val="75000"/>
          </a:schemeClr>
        </a:solidFill>
        <a:ln>
          <a:solidFill>
            <a:schemeClr val="tx1"/>
          </a:solid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en-AU" sz="2100" kern="1200" dirty="0" smtClean="0"/>
            <a:t>It must be verifiable by third </a:t>
          </a:r>
          <a:r>
            <a:rPr lang="en-AU" sz="2100" kern="1200" dirty="0" smtClean="0"/>
            <a:t>parties </a:t>
          </a:r>
          <a:r>
            <a:rPr lang="en-AU" sz="2100" kern="1200" dirty="0" smtClean="0"/>
            <a:t>to resolve disputes</a:t>
          </a:r>
          <a:endParaRPr lang="en-AU" sz="2100" kern="1200" dirty="0"/>
        </a:p>
      </dsp:txBody>
      <dsp:txXfrm>
        <a:off x="5043001" y="1368742"/>
        <a:ext cx="2271236" cy="1824990"/>
      </dsp:txXfrm>
    </dsp:sp>
  </dsp:spTree>
</dsp:drawing>
</file>

<file path=ppt/diagrams/drawing2.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28DEADCD-77CB-0247-B0D0-E28962560B96}">
      <dsp:nvSpPr>
        <dsp:cNvPr id="0" name=""/>
        <dsp:cNvSpPr/>
      </dsp:nvSpPr>
      <dsp:spPr>
        <a:xfrm>
          <a:off x="5247" y="1954866"/>
          <a:ext cx="1312247" cy="1484371"/>
        </a:xfrm>
        <a:prstGeom prst="roundRect">
          <a:avLst>
            <a:gd name="adj" fmla="val 10000"/>
          </a:avLst>
        </a:prstGeom>
        <a:solidFill>
          <a:schemeClr val="lt1">
            <a:alpha val="90000"/>
            <a:hueOff val="0"/>
            <a:satOff val="0"/>
            <a:lumOff val="0"/>
            <a:alphaOff val="0"/>
          </a:schemeClr>
        </a:solidFill>
        <a:ln w="38100" cap="flat" cmpd="sng" algn="ctr">
          <a:solidFill>
            <a:schemeClr val="accent1">
              <a:hueOff val="0"/>
              <a:satOff val="0"/>
              <a:lumOff val="0"/>
              <a:alphaOff val="0"/>
            </a:schemeClr>
          </a:solidFill>
          <a:prstDash val="solid"/>
          <a:miter/>
        </a:ln>
        <a:effectLst/>
      </dsp:spPr>
      <dsp:style>
        <a:lnRef idx="1">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114300" lvl="1" indent="-114300" algn="l" defTabSz="666750">
            <a:lnSpc>
              <a:spcPct val="90000"/>
            </a:lnSpc>
            <a:spcBef>
              <a:spcPct val="0"/>
            </a:spcBef>
            <a:spcAft>
              <a:spcPct val="15000"/>
            </a:spcAft>
            <a:buChar char="••"/>
          </a:pPr>
          <a:r>
            <a:rPr lang="en-US" sz="1500" kern="1200" dirty="0" smtClean="0"/>
            <a:t>C only knows A’s public key</a:t>
          </a:r>
        </a:p>
      </dsp:txBody>
      <dsp:txXfrm>
        <a:off x="5247" y="1954866"/>
        <a:ext cx="1312247" cy="1166292"/>
      </dsp:txXfrm>
    </dsp:sp>
    <dsp:sp modelId="{3AB62E86-72BE-804F-B423-D10B3F6D3EA1}">
      <dsp:nvSpPr>
        <dsp:cNvPr id="0" name=""/>
        <dsp:cNvSpPr/>
      </dsp:nvSpPr>
      <dsp:spPr>
        <a:xfrm>
          <a:off x="335897" y="2271710"/>
          <a:ext cx="1758787" cy="1758787"/>
        </a:xfrm>
        <a:prstGeom prst="leftCircularArrow">
          <a:avLst>
            <a:gd name="adj1" fmla="val 1692"/>
            <a:gd name="adj2" fmla="val 201239"/>
            <a:gd name="adj3" fmla="val 941648"/>
            <a:gd name="adj4" fmla="val 7989387"/>
            <a:gd name="adj5" fmla="val 1973"/>
          </a:avLst>
        </a:prstGeom>
        <a:solidFill>
          <a:schemeClr val="tx2">
            <a:lumMod val="60000"/>
            <a:lumOff val="40000"/>
          </a:schemeClr>
        </a:solidFill>
        <a:ln>
          <a:solidFill>
            <a:schemeClr val="tx2">
              <a:lumMod val="60000"/>
              <a:lumOff val="40000"/>
            </a:schemeClr>
          </a:solid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sp>
    <dsp:sp modelId="{29399DDC-8E87-A84A-A1D4-12E19F7A133A}">
      <dsp:nvSpPr>
        <dsp:cNvPr id="0" name=""/>
        <dsp:cNvSpPr/>
      </dsp:nvSpPr>
      <dsp:spPr>
        <a:xfrm>
          <a:off x="80120" y="3117221"/>
          <a:ext cx="1111433" cy="651879"/>
        </a:xfrm>
        <a:prstGeom prst="roundRect">
          <a:avLst>
            <a:gd name="adj" fmla="val 10000"/>
          </a:avLst>
        </a:prstGeom>
        <a:solidFill>
          <a:schemeClr val="accent4">
            <a:lumMod val="75000"/>
          </a:schemeClr>
        </a:solid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8575" tIns="19050" rIns="28575" bIns="19050" numCol="1" spcCol="1270" anchor="ctr" anchorCtr="0">
          <a:noAutofit/>
        </a:bodyPr>
        <a:lstStyle/>
        <a:p>
          <a:pPr lvl="0" algn="ctr" defTabSz="666750">
            <a:lnSpc>
              <a:spcPct val="90000"/>
            </a:lnSpc>
            <a:spcBef>
              <a:spcPct val="0"/>
            </a:spcBef>
            <a:spcAft>
              <a:spcPct val="35000"/>
            </a:spcAft>
          </a:pPr>
          <a:r>
            <a:rPr lang="en-US" sz="1500" b="1" kern="1200" dirty="0" smtClean="0"/>
            <a:t>Key-only attack</a:t>
          </a:r>
          <a:endParaRPr lang="en-US" sz="1500" kern="1200" dirty="0"/>
        </a:p>
      </dsp:txBody>
      <dsp:txXfrm>
        <a:off x="80120" y="3117221"/>
        <a:ext cx="1111433" cy="651879"/>
      </dsp:txXfrm>
    </dsp:sp>
    <dsp:sp modelId="{B1C5817D-CFC5-294F-A476-4B5034865ECB}">
      <dsp:nvSpPr>
        <dsp:cNvPr id="0" name=""/>
        <dsp:cNvSpPr/>
      </dsp:nvSpPr>
      <dsp:spPr>
        <a:xfrm>
          <a:off x="1533484" y="1612891"/>
          <a:ext cx="1473087" cy="2184417"/>
        </a:xfrm>
        <a:prstGeom prst="roundRect">
          <a:avLst>
            <a:gd name="adj" fmla="val 10000"/>
          </a:avLst>
        </a:prstGeom>
        <a:solidFill>
          <a:schemeClr val="lt1">
            <a:alpha val="90000"/>
            <a:hueOff val="0"/>
            <a:satOff val="0"/>
            <a:lumOff val="0"/>
            <a:alphaOff val="0"/>
          </a:schemeClr>
        </a:solidFill>
        <a:ln w="38100" cap="flat" cmpd="sng" algn="ctr">
          <a:solidFill>
            <a:schemeClr val="accent1">
              <a:hueOff val="0"/>
              <a:satOff val="0"/>
              <a:lumOff val="0"/>
              <a:alphaOff val="0"/>
            </a:schemeClr>
          </a:solidFill>
          <a:prstDash val="solid"/>
          <a:miter/>
        </a:ln>
        <a:effectLst/>
      </dsp:spPr>
      <dsp:style>
        <a:lnRef idx="1">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114300" lvl="1" indent="-114300" algn="l" defTabSz="666750">
            <a:lnSpc>
              <a:spcPct val="90000"/>
            </a:lnSpc>
            <a:spcBef>
              <a:spcPct val="0"/>
            </a:spcBef>
            <a:spcAft>
              <a:spcPct val="15000"/>
            </a:spcAft>
            <a:buChar char="••"/>
          </a:pPr>
          <a:r>
            <a:rPr lang="en-US" sz="1500" kern="1200" dirty="0" smtClean="0"/>
            <a:t>C is given access to a set of messages and their signatures</a:t>
          </a:r>
        </a:p>
      </dsp:txBody>
      <dsp:txXfrm>
        <a:off x="1533484" y="2080980"/>
        <a:ext cx="1473087" cy="1716328"/>
      </dsp:txXfrm>
    </dsp:sp>
    <dsp:sp modelId="{6113598A-93D1-5241-9D04-F3AFDFE110F8}">
      <dsp:nvSpPr>
        <dsp:cNvPr id="0" name=""/>
        <dsp:cNvSpPr/>
      </dsp:nvSpPr>
      <dsp:spPr>
        <a:xfrm>
          <a:off x="1832841" y="1105633"/>
          <a:ext cx="2153144" cy="2153144"/>
        </a:xfrm>
        <a:prstGeom prst="circularArrow">
          <a:avLst>
            <a:gd name="adj1" fmla="val 1382"/>
            <a:gd name="adj2" fmla="val 163236"/>
            <a:gd name="adj3" fmla="val 21064128"/>
            <a:gd name="adj4" fmla="val 13978386"/>
            <a:gd name="adj5" fmla="val 1612"/>
          </a:avLst>
        </a:prstGeom>
        <a:solidFill>
          <a:schemeClr val="tx2">
            <a:lumMod val="60000"/>
            <a:lumOff val="40000"/>
          </a:schemeClr>
        </a:solidFill>
        <a:ln>
          <a:solidFill>
            <a:schemeClr val="tx2">
              <a:lumMod val="60000"/>
              <a:lumOff val="40000"/>
            </a:schemeClr>
          </a:solid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sp>
    <dsp:sp modelId="{86339584-CDAD-2545-AD10-E55D549768B6}">
      <dsp:nvSpPr>
        <dsp:cNvPr id="0" name=""/>
        <dsp:cNvSpPr/>
      </dsp:nvSpPr>
      <dsp:spPr>
        <a:xfrm>
          <a:off x="1681537" y="1348451"/>
          <a:ext cx="1197967" cy="686594"/>
        </a:xfrm>
        <a:prstGeom prst="roundRect">
          <a:avLst>
            <a:gd name="adj" fmla="val 10000"/>
          </a:avLst>
        </a:prstGeom>
        <a:solidFill>
          <a:schemeClr val="accent4">
            <a:lumMod val="75000"/>
          </a:schemeClr>
        </a:solid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8575" tIns="19050" rIns="28575" bIns="19050" numCol="1" spcCol="1270" anchor="ctr" anchorCtr="0">
          <a:noAutofit/>
        </a:bodyPr>
        <a:lstStyle/>
        <a:p>
          <a:pPr lvl="0" algn="ctr" defTabSz="666750">
            <a:lnSpc>
              <a:spcPct val="90000"/>
            </a:lnSpc>
            <a:spcBef>
              <a:spcPct val="0"/>
            </a:spcBef>
            <a:spcAft>
              <a:spcPct val="35000"/>
            </a:spcAft>
          </a:pPr>
          <a:r>
            <a:rPr lang="en-US" sz="1500" b="1" kern="1200" dirty="0" smtClean="0"/>
            <a:t>Known message attack</a:t>
          </a:r>
        </a:p>
      </dsp:txBody>
      <dsp:txXfrm>
        <a:off x="1681537" y="1348451"/>
        <a:ext cx="1197967" cy="686594"/>
      </dsp:txXfrm>
    </dsp:sp>
    <dsp:sp modelId="{261C35D7-B798-044A-8DA7-33BB0B9B7292}">
      <dsp:nvSpPr>
        <dsp:cNvPr id="0" name=""/>
        <dsp:cNvSpPr/>
      </dsp:nvSpPr>
      <dsp:spPr>
        <a:xfrm>
          <a:off x="3185409" y="995573"/>
          <a:ext cx="1745756" cy="3419052"/>
        </a:xfrm>
        <a:prstGeom prst="roundRect">
          <a:avLst>
            <a:gd name="adj" fmla="val 10000"/>
          </a:avLst>
        </a:prstGeom>
        <a:solidFill>
          <a:schemeClr val="lt1">
            <a:alpha val="90000"/>
            <a:hueOff val="0"/>
            <a:satOff val="0"/>
            <a:lumOff val="0"/>
            <a:alphaOff val="0"/>
          </a:schemeClr>
        </a:solidFill>
        <a:ln w="38100" cap="flat" cmpd="sng" algn="ctr">
          <a:solidFill>
            <a:schemeClr val="accent1">
              <a:hueOff val="0"/>
              <a:satOff val="0"/>
              <a:lumOff val="0"/>
              <a:alphaOff val="0"/>
            </a:schemeClr>
          </a:solidFill>
          <a:prstDash val="solid"/>
          <a:miter/>
        </a:ln>
        <a:effectLst/>
      </dsp:spPr>
      <dsp:style>
        <a:lnRef idx="1">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114300" lvl="1" indent="-114300" algn="l" defTabSz="666750">
            <a:lnSpc>
              <a:spcPct val="90000"/>
            </a:lnSpc>
            <a:spcBef>
              <a:spcPct val="0"/>
            </a:spcBef>
            <a:spcAft>
              <a:spcPct val="15000"/>
            </a:spcAft>
            <a:buChar char="••"/>
          </a:pPr>
          <a:r>
            <a:rPr lang="en-US" sz="1500" kern="1200" dirty="0" smtClean="0"/>
            <a:t>C chooses a list of messages before attempting to break A’s signature scheme, independent of A’s public key; C then obtains from A valid signatures for the chosen messages</a:t>
          </a:r>
        </a:p>
      </dsp:txBody>
      <dsp:txXfrm>
        <a:off x="3185409" y="995573"/>
        <a:ext cx="1745756" cy="2686398"/>
      </dsp:txXfrm>
    </dsp:sp>
    <dsp:sp modelId="{E968BA48-84FC-7A48-A3E7-3438D4DCA5BB}">
      <dsp:nvSpPr>
        <dsp:cNvPr id="0" name=""/>
        <dsp:cNvSpPr/>
      </dsp:nvSpPr>
      <dsp:spPr>
        <a:xfrm>
          <a:off x="3009964" y="2253109"/>
          <a:ext cx="2863006" cy="2863006"/>
        </a:xfrm>
        <a:prstGeom prst="leftCircularArrow">
          <a:avLst>
            <a:gd name="adj1" fmla="val 1039"/>
            <a:gd name="adj2" fmla="val 121826"/>
            <a:gd name="adj3" fmla="val 20859254"/>
            <a:gd name="adj4" fmla="val 6386407"/>
            <a:gd name="adj5" fmla="val 1212"/>
          </a:avLst>
        </a:prstGeom>
        <a:solidFill>
          <a:schemeClr val="tx2">
            <a:lumMod val="60000"/>
            <a:lumOff val="40000"/>
          </a:schemeClr>
        </a:solidFill>
        <a:ln>
          <a:solidFill>
            <a:schemeClr val="tx2">
              <a:lumMod val="60000"/>
              <a:lumOff val="40000"/>
            </a:schemeClr>
          </a:solid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sp>
    <dsp:sp modelId="{0E115A9D-D4EC-3244-ACF2-287323CC800D}">
      <dsp:nvSpPr>
        <dsp:cNvPr id="0" name=""/>
        <dsp:cNvSpPr/>
      </dsp:nvSpPr>
      <dsp:spPr>
        <a:xfrm>
          <a:off x="3307999" y="4099307"/>
          <a:ext cx="1474912" cy="927370"/>
        </a:xfrm>
        <a:prstGeom prst="roundRect">
          <a:avLst>
            <a:gd name="adj" fmla="val 10000"/>
          </a:avLst>
        </a:prstGeom>
        <a:solidFill>
          <a:schemeClr val="accent4">
            <a:lumMod val="75000"/>
          </a:schemeClr>
        </a:solid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8575" tIns="19050" rIns="28575" bIns="19050" numCol="1" spcCol="1270" anchor="ctr" anchorCtr="0">
          <a:noAutofit/>
        </a:bodyPr>
        <a:lstStyle/>
        <a:p>
          <a:pPr lvl="0" algn="ctr" defTabSz="666750">
            <a:lnSpc>
              <a:spcPct val="90000"/>
            </a:lnSpc>
            <a:spcBef>
              <a:spcPct val="0"/>
            </a:spcBef>
            <a:spcAft>
              <a:spcPct val="35000"/>
            </a:spcAft>
          </a:pPr>
          <a:r>
            <a:rPr lang="en-US" sz="1500" b="1" kern="1200" dirty="0" smtClean="0"/>
            <a:t>Generic chosen message attack</a:t>
          </a:r>
        </a:p>
      </dsp:txBody>
      <dsp:txXfrm>
        <a:off x="3307999" y="4099307"/>
        <a:ext cx="1474912" cy="927370"/>
      </dsp:txXfrm>
    </dsp:sp>
    <dsp:sp modelId="{5C04EA05-CA37-1D4F-889F-8A6D2632026E}">
      <dsp:nvSpPr>
        <dsp:cNvPr id="0" name=""/>
        <dsp:cNvSpPr/>
      </dsp:nvSpPr>
      <dsp:spPr>
        <a:xfrm>
          <a:off x="5112140" y="1260473"/>
          <a:ext cx="1823859" cy="2889253"/>
        </a:xfrm>
        <a:prstGeom prst="roundRect">
          <a:avLst>
            <a:gd name="adj" fmla="val 10000"/>
          </a:avLst>
        </a:prstGeom>
        <a:solidFill>
          <a:schemeClr val="lt1">
            <a:alpha val="90000"/>
            <a:hueOff val="0"/>
            <a:satOff val="0"/>
            <a:lumOff val="0"/>
            <a:alphaOff val="0"/>
          </a:schemeClr>
        </a:solidFill>
        <a:ln w="38100" cap="flat" cmpd="sng" algn="ctr">
          <a:solidFill>
            <a:schemeClr val="accent1">
              <a:hueOff val="0"/>
              <a:satOff val="0"/>
              <a:lumOff val="0"/>
              <a:alphaOff val="0"/>
            </a:schemeClr>
          </a:solidFill>
          <a:prstDash val="solid"/>
          <a:miter/>
        </a:ln>
        <a:effectLst/>
      </dsp:spPr>
      <dsp:style>
        <a:lnRef idx="1">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114300" lvl="1" indent="-114300" algn="l" defTabSz="666750">
            <a:lnSpc>
              <a:spcPct val="90000"/>
            </a:lnSpc>
            <a:spcBef>
              <a:spcPct val="0"/>
            </a:spcBef>
            <a:spcAft>
              <a:spcPct val="15000"/>
            </a:spcAft>
            <a:buChar char="••"/>
          </a:pPr>
          <a:r>
            <a:rPr lang="en-US" sz="1500" kern="1200" dirty="0" smtClean="0"/>
            <a:t>Similar to the generic attack, except that the list of messages to be signed is chosen after C knows A’s public key but before any signatures are seen</a:t>
          </a:r>
        </a:p>
      </dsp:txBody>
      <dsp:txXfrm>
        <a:off x="5112140" y="1879598"/>
        <a:ext cx="1823859" cy="2270127"/>
      </dsp:txXfrm>
    </dsp:sp>
    <dsp:sp modelId="{8DD17C4E-7196-C24B-93A8-6B579DB16B55}">
      <dsp:nvSpPr>
        <dsp:cNvPr id="0" name=""/>
        <dsp:cNvSpPr/>
      </dsp:nvSpPr>
      <dsp:spPr>
        <a:xfrm rot="21314464">
          <a:off x="5636968" y="902396"/>
          <a:ext cx="2136298" cy="2136298"/>
        </a:xfrm>
        <a:prstGeom prst="circularArrow">
          <a:avLst>
            <a:gd name="adj1" fmla="val 1393"/>
            <a:gd name="adj2" fmla="val 164564"/>
            <a:gd name="adj3" fmla="val 20950675"/>
            <a:gd name="adj4" fmla="val 13866260"/>
            <a:gd name="adj5" fmla="val 1625"/>
          </a:avLst>
        </a:prstGeom>
        <a:solidFill>
          <a:schemeClr val="tx2">
            <a:lumMod val="60000"/>
            <a:lumOff val="40000"/>
          </a:schemeClr>
        </a:solidFill>
        <a:ln>
          <a:solidFill>
            <a:schemeClr val="tx2">
              <a:lumMod val="60000"/>
              <a:lumOff val="40000"/>
            </a:schemeClr>
          </a:solid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sp>
    <dsp:sp modelId="{BE54856D-6073-D64D-A707-D0537194B9A5}">
      <dsp:nvSpPr>
        <dsp:cNvPr id="0" name=""/>
        <dsp:cNvSpPr/>
      </dsp:nvSpPr>
      <dsp:spPr>
        <a:xfrm>
          <a:off x="5338687" y="1310892"/>
          <a:ext cx="1449845" cy="557193"/>
        </a:xfrm>
        <a:prstGeom prst="roundRect">
          <a:avLst>
            <a:gd name="adj" fmla="val 10000"/>
          </a:avLst>
        </a:prstGeom>
        <a:solidFill>
          <a:schemeClr val="accent4">
            <a:lumMod val="75000"/>
          </a:schemeClr>
        </a:solid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8575" tIns="19050" rIns="28575" bIns="19050" numCol="1" spcCol="1270" anchor="ctr" anchorCtr="0">
          <a:noAutofit/>
        </a:bodyPr>
        <a:lstStyle/>
        <a:p>
          <a:pPr lvl="0" algn="ctr" defTabSz="666750">
            <a:lnSpc>
              <a:spcPct val="90000"/>
            </a:lnSpc>
            <a:spcBef>
              <a:spcPct val="0"/>
            </a:spcBef>
            <a:spcAft>
              <a:spcPct val="35000"/>
            </a:spcAft>
          </a:pPr>
          <a:r>
            <a:rPr lang="en-US" sz="1500" b="1" kern="1200" dirty="0" smtClean="0"/>
            <a:t>Directed chosen message attack</a:t>
          </a:r>
        </a:p>
      </dsp:txBody>
      <dsp:txXfrm>
        <a:off x="5338687" y="1310892"/>
        <a:ext cx="1449845" cy="557193"/>
      </dsp:txXfrm>
    </dsp:sp>
    <dsp:sp modelId="{D399F7AC-6D3B-724E-BC8C-A3A47BE4BD45}">
      <dsp:nvSpPr>
        <dsp:cNvPr id="0" name=""/>
        <dsp:cNvSpPr/>
      </dsp:nvSpPr>
      <dsp:spPr>
        <a:xfrm>
          <a:off x="7071620" y="1169007"/>
          <a:ext cx="1557491" cy="2868968"/>
        </a:xfrm>
        <a:prstGeom prst="roundRect">
          <a:avLst>
            <a:gd name="adj" fmla="val 10000"/>
          </a:avLst>
        </a:prstGeom>
        <a:solidFill>
          <a:schemeClr val="lt1">
            <a:alpha val="90000"/>
            <a:hueOff val="0"/>
            <a:satOff val="0"/>
            <a:lumOff val="0"/>
            <a:alphaOff val="0"/>
          </a:schemeClr>
        </a:solidFill>
        <a:ln w="38100" cap="flat" cmpd="sng" algn="ctr">
          <a:solidFill>
            <a:schemeClr val="accent1">
              <a:hueOff val="0"/>
              <a:satOff val="0"/>
              <a:lumOff val="0"/>
              <a:alphaOff val="0"/>
            </a:schemeClr>
          </a:solidFill>
          <a:prstDash val="solid"/>
          <a:miter/>
        </a:ln>
        <a:effectLst/>
      </dsp:spPr>
      <dsp:style>
        <a:lnRef idx="1">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114300" lvl="1" indent="-114300" algn="l" defTabSz="666750">
            <a:lnSpc>
              <a:spcPct val="90000"/>
            </a:lnSpc>
            <a:spcBef>
              <a:spcPct val="0"/>
            </a:spcBef>
            <a:spcAft>
              <a:spcPct val="15000"/>
            </a:spcAft>
            <a:buChar char="••"/>
          </a:pPr>
          <a:r>
            <a:rPr lang="en-US" sz="1500" kern="1200" dirty="0" smtClean="0"/>
            <a:t>C may request from A signatures </a:t>
          </a:r>
          <a:r>
            <a:rPr lang="en-US" sz="1500" kern="1200" dirty="0" smtClean="0"/>
            <a:t>of messages </a:t>
          </a:r>
          <a:r>
            <a:rPr lang="en-US" sz="1500" kern="1200" dirty="0" smtClean="0"/>
            <a:t>that depend on previously obtained message-signature pairs</a:t>
          </a:r>
        </a:p>
      </dsp:txBody>
      <dsp:txXfrm>
        <a:off x="7071620" y="1169007"/>
        <a:ext cx="1557491" cy="2254189"/>
      </dsp:txXfrm>
    </dsp:sp>
    <dsp:sp modelId="{F738A19E-7D21-704D-B39E-50D5AE06FD79}">
      <dsp:nvSpPr>
        <dsp:cNvPr id="0" name=""/>
        <dsp:cNvSpPr/>
      </dsp:nvSpPr>
      <dsp:spPr>
        <a:xfrm>
          <a:off x="7254650" y="4023945"/>
          <a:ext cx="1300819" cy="879176"/>
        </a:xfrm>
        <a:prstGeom prst="roundRect">
          <a:avLst>
            <a:gd name="adj" fmla="val 10000"/>
          </a:avLst>
        </a:prstGeom>
        <a:solidFill>
          <a:schemeClr val="accent4">
            <a:lumMod val="75000"/>
          </a:schemeClr>
        </a:solid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8575" tIns="19050" rIns="28575" bIns="19050" numCol="1" spcCol="1270" anchor="ctr" anchorCtr="0">
          <a:noAutofit/>
        </a:bodyPr>
        <a:lstStyle/>
        <a:p>
          <a:pPr lvl="0" algn="ctr" defTabSz="666750">
            <a:lnSpc>
              <a:spcPct val="90000"/>
            </a:lnSpc>
            <a:spcBef>
              <a:spcPct val="0"/>
            </a:spcBef>
            <a:spcAft>
              <a:spcPct val="35000"/>
            </a:spcAft>
          </a:pPr>
          <a:r>
            <a:rPr lang="en-US" sz="1500" b="1" kern="1200" dirty="0" smtClean="0"/>
            <a:t>Adaptive chosen message attack</a:t>
          </a:r>
        </a:p>
      </dsp:txBody>
      <dsp:txXfrm>
        <a:off x="7254650" y="4023945"/>
        <a:ext cx="1300819" cy="879176"/>
      </dsp:txXfrm>
    </dsp:sp>
  </dsp:spTree>
</dsp:drawing>
</file>

<file path=ppt/diagrams/drawing3.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101A44DF-AD77-1541-8A87-0836BFDEF031}">
      <dsp:nvSpPr>
        <dsp:cNvPr id="0" name=""/>
        <dsp:cNvSpPr/>
      </dsp:nvSpPr>
      <dsp:spPr>
        <a:xfrm>
          <a:off x="2956" y="331160"/>
          <a:ext cx="1320198" cy="2764800"/>
        </a:xfrm>
        <a:prstGeom prst="roundRect">
          <a:avLst>
            <a:gd name="adj" fmla="val 10000"/>
          </a:avLst>
        </a:prstGeom>
        <a:solidFill>
          <a:schemeClr val="accent4">
            <a:lumMod val="75000"/>
          </a:schemeClr>
        </a:solid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3792" tIns="113792" rIns="113792" bIns="60960" numCol="1" spcCol="1270" anchor="t" anchorCtr="0">
          <a:noAutofit/>
        </a:bodyPr>
        <a:lstStyle/>
        <a:p>
          <a:pPr lvl="0" algn="l" defTabSz="711200">
            <a:lnSpc>
              <a:spcPct val="90000"/>
            </a:lnSpc>
            <a:spcBef>
              <a:spcPct val="0"/>
            </a:spcBef>
            <a:spcAft>
              <a:spcPct val="35000"/>
            </a:spcAft>
          </a:pPr>
          <a:r>
            <a:rPr lang="en-US" sz="1600" b="1" i="0" kern="1200" dirty="0" smtClean="0"/>
            <a:t>Total break</a:t>
          </a:r>
          <a:endParaRPr lang="en-US" sz="1600" b="1" i="0" kern="1200" dirty="0"/>
        </a:p>
      </dsp:txBody>
      <dsp:txXfrm>
        <a:off x="2956" y="331160"/>
        <a:ext cx="1320198" cy="528079"/>
      </dsp:txXfrm>
    </dsp:sp>
    <dsp:sp modelId="{0E4CDE2A-69D9-2845-92AE-4B2CCE826D72}">
      <dsp:nvSpPr>
        <dsp:cNvPr id="0" name=""/>
        <dsp:cNvSpPr/>
      </dsp:nvSpPr>
      <dsp:spPr>
        <a:xfrm>
          <a:off x="149688" y="859239"/>
          <a:ext cx="1567537" cy="3686400"/>
        </a:xfrm>
        <a:prstGeom prst="roundRect">
          <a:avLst>
            <a:gd name="adj" fmla="val 10000"/>
          </a:avLst>
        </a:prstGeom>
        <a:solidFill>
          <a:schemeClr val="lt1">
            <a:alpha val="90000"/>
            <a:hueOff val="0"/>
            <a:satOff val="0"/>
            <a:lumOff val="0"/>
            <a:alphaOff val="0"/>
          </a:schemeClr>
        </a:solidFill>
        <a:ln w="38100" cap="flat" cmpd="sng" algn="ctr">
          <a:solidFill>
            <a:schemeClr val="accent1">
              <a:hueOff val="0"/>
              <a:satOff val="0"/>
              <a:lumOff val="0"/>
              <a:alphaOff val="0"/>
            </a:schemeClr>
          </a:solidFill>
          <a:prstDash val="solid"/>
          <a:miter/>
        </a:ln>
        <a:effectLst/>
      </dsp:spPr>
      <dsp:style>
        <a:lnRef idx="1">
          <a:scrgbClr r="0" g="0" b="0"/>
        </a:lnRef>
        <a:fillRef idx="1">
          <a:scrgbClr r="0" g="0" b="0"/>
        </a:fillRef>
        <a:effectRef idx="0">
          <a:scrgbClr r="0" g="0" b="0"/>
        </a:effectRef>
        <a:fontRef idx="minor"/>
      </dsp:style>
      <dsp:txBody>
        <a:bodyPr spcFirstLastPara="0" vert="horz" wrap="square" lIns="113792" tIns="113792" rIns="113792" bIns="113792" numCol="1" spcCol="1270" anchor="t" anchorCtr="0">
          <a:noAutofit/>
        </a:bodyPr>
        <a:lstStyle/>
        <a:p>
          <a:pPr marL="171450" lvl="1" indent="-171450" algn="l" defTabSz="711200">
            <a:lnSpc>
              <a:spcPct val="90000"/>
            </a:lnSpc>
            <a:spcBef>
              <a:spcPct val="0"/>
            </a:spcBef>
            <a:spcAft>
              <a:spcPct val="15000"/>
            </a:spcAft>
            <a:buChar char="••"/>
          </a:pPr>
          <a:r>
            <a:rPr lang="en-US" sz="1600" b="0" i="0" kern="1200" dirty="0" smtClean="0"/>
            <a:t>C determines A’s private key</a:t>
          </a:r>
        </a:p>
      </dsp:txBody>
      <dsp:txXfrm>
        <a:off x="149688" y="859239"/>
        <a:ext cx="1567537" cy="3686400"/>
      </dsp:txXfrm>
    </dsp:sp>
    <dsp:sp modelId="{2B4133B3-65E5-CD47-9FFB-4744807E0169}">
      <dsp:nvSpPr>
        <dsp:cNvPr id="0" name=""/>
        <dsp:cNvSpPr/>
      </dsp:nvSpPr>
      <dsp:spPr>
        <a:xfrm rot="21104802">
          <a:off x="1769472" y="1738736"/>
          <a:ext cx="515649" cy="328691"/>
        </a:xfrm>
        <a:prstGeom prst="rightArrow">
          <a:avLst>
            <a:gd name="adj1" fmla="val 60000"/>
            <a:gd name="adj2" fmla="val 50000"/>
          </a:avLst>
        </a:prstGeom>
        <a:blipFill rotWithShape="0">
          <a:blip xmlns:r="http://schemas.openxmlformats.org/officeDocument/2006/relationships" r:embed="rId1">
            <a:duotone>
              <a:schemeClr val="accent1">
                <a:tint val="60000"/>
                <a:hueOff val="0"/>
                <a:satOff val="0"/>
                <a:lumOff val="0"/>
                <a:alphaOff val="0"/>
                <a:shade val="70000"/>
                <a:satMod val="120000"/>
              </a:schemeClr>
              <a:schemeClr val="accent1">
                <a:tint val="60000"/>
                <a:hueOff val="0"/>
                <a:satOff val="0"/>
                <a:lumOff val="0"/>
                <a:alphaOff val="0"/>
                <a:tint val="70000"/>
                <a:satMod val="135000"/>
              </a:schemeClr>
            </a:duotone>
          </a:blip>
          <a:tile tx="0" ty="0" sx="40000" sy="40000" flip="none" algn="tl"/>
        </a:blipFill>
        <a:ln>
          <a:solidFill>
            <a:schemeClr val="accent1">
              <a:lumMod val="75000"/>
            </a:schemeClr>
          </a:solid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622300">
            <a:lnSpc>
              <a:spcPct val="90000"/>
            </a:lnSpc>
            <a:spcBef>
              <a:spcPct val="0"/>
            </a:spcBef>
            <a:spcAft>
              <a:spcPct val="35000"/>
            </a:spcAft>
          </a:pPr>
          <a:endParaRPr lang="en-US" sz="1400" kern="1200" dirty="0"/>
        </a:p>
      </dsp:txBody>
      <dsp:txXfrm rot="21104802">
        <a:off x="1769472" y="1738736"/>
        <a:ext cx="515649" cy="328691"/>
      </dsp:txXfrm>
    </dsp:sp>
    <dsp:sp modelId="{6BCE3938-8922-C143-8CE8-22BDF36BD300}">
      <dsp:nvSpPr>
        <dsp:cNvPr id="0" name=""/>
        <dsp:cNvSpPr/>
      </dsp:nvSpPr>
      <dsp:spPr>
        <a:xfrm>
          <a:off x="2286002" y="0"/>
          <a:ext cx="1320198" cy="2764800"/>
        </a:xfrm>
        <a:prstGeom prst="roundRect">
          <a:avLst>
            <a:gd name="adj" fmla="val 10000"/>
          </a:avLst>
        </a:prstGeom>
        <a:solidFill>
          <a:schemeClr val="accent4">
            <a:lumMod val="75000"/>
          </a:schemeClr>
        </a:solid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3792" tIns="113792" rIns="113792" bIns="60960" numCol="1" spcCol="1270" anchor="t" anchorCtr="0">
          <a:noAutofit/>
        </a:bodyPr>
        <a:lstStyle/>
        <a:p>
          <a:pPr lvl="0" algn="l" defTabSz="711200">
            <a:lnSpc>
              <a:spcPct val="90000"/>
            </a:lnSpc>
            <a:spcBef>
              <a:spcPct val="0"/>
            </a:spcBef>
            <a:spcAft>
              <a:spcPct val="35000"/>
            </a:spcAft>
          </a:pPr>
          <a:r>
            <a:rPr lang="en-US" sz="1600" b="1" i="0" kern="1200" dirty="0" smtClean="0"/>
            <a:t>Universal forgery</a:t>
          </a:r>
        </a:p>
      </dsp:txBody>
      <dsp:txXfrm>
        <a:off x="2286002" y="0"/>
        <a:ext cx="1320198" cy="528079"/>
      </dsp:txXfrm>
    </dsp:sp>
    <dsp:sp modelId="{A9604252-7623-6E45-B121-4F7EA3924F41}">
      <dsp:nvSpPr>
        <dsp:cNvPr id="0" name=""/>
        <dsp:cNvSpPr/>
      </dsp:nvSpPr>
      <dsp:spPr>
        <a:xfrm>
          <a:off x="2314168" y="618785"/>
          <a:ext cx="1727413" cy="4007006"/>
        </a:xfrm>
        <a:prstGeom prst="roundRect">
          <a:avLst>
            <a:gd name="adj" fmla="val 10000"/>
          </a:avLst>
        </a:prstGeom>
        <a:solidFill>
          <a:schemeClr val="lt1">
            <a:alpha val="90000"/>
            <a:hueOff val="0"/>
            <a:satOff val="0"/>
            <a:lumOff val="0"/>
            <a:alphaOff val="0"/>
          </a:schemeClr>
        </a:solidFill>
        <a:ln w="38100" cap="flat" cmpd="sng" algn="ctr">
          <a:solidFill>
            <a:schemeClr val="accent1">
              <a:hueOff val="0"/>
              <a:satOff val="0"/>
              <a:lumOff val="0"/>
              <a:alphaOff val="0"/>
            </a:schemeClr>
          </a:solidFill>
          <a:prstDash val="solid"/>
          <a:miter/>
        </a:ln>
        <a:effectLst/>
      </dsp:spPr>
      <dsp:style>
        <a:lnRef idx="1">
          <a:scrgbClr r="0" g="0" b="0"/>
        </a:lnRef>
        <a:fillRef idx="1">
          <a:scrgbClr r="0" g="0" b="0"/>
        </a:fillRef>
        <a:effectRef idx="0">
          <a:scrgbClr r="0" g="0" b="0"/>
        </a:effectRef>
        <a:fontRef idx="minor"/>
      </dsp:style>
      <dsp:txBody>
        <a:bodyPr spcFirstLastPara="0" vert="horz" wrap="square" lIns="113792" tIns="113792" rIns="113792" bIns="113792" numCol="1" spcCol="1270" anchor="t" anchorCtr="0">
          <a:noAutofit/>
        </a:bodyPr>
        <a:lstStyle/>
        <a:p>
          <a:pPr marL="171450" lvl="1" indent="-171450" algn="l" defTabSz="711200">
            <a:lnSpc>
              <a:spcPct val="90000"/>
            </a:lnSpc>
            <a:spcBef>
              <a:spcPct val="0"/>
            </a:spcBef>
            <a:spcAft>
              <a:spcPct val="15000"/>
            </a:spcAft>
            <a:buChar char="••"/>
          </a:pPr>
          <a:r>
            <a:rPr lang="en-US" sz="1600" b="0" i="0" kern="1200" dirty="0" smtClean="0"/>
            <a:t>C finds an efficient signing algorithm that provides an equivalent way of constructing signatures on arbitrary messages</a:t>
          </a:r>
        </a:p>
      </dsp:txBody>
      <dsp:txXfrm>
        <a:off x="2314168" y="618785"/>
        <a:ext cx="1727413" cy="4007006"/>
      </dsp:txXfrm>
    </dsp:sp>
    <dsp:sp modelId="{19EE82D6-0B7D-6D4B-BA04-DCDF8FC17126}">
      <dsp:nvSpPr>
        <dsp:cNvPr id="0" name=""/>
        <dsp:cNvSpPr/>
      </dsp:nvSpPr>
      <dsp:spPr>
        <a:xfrm>
          <a:off x="4056154" y="1515023"/>
          <a:ext cx="508402" cy="396621"/>
        </a:xfrm>
        <a:prstGeom prst="rightArrow">
          <a:avLst>
            <a:gd name="adj1" fmla="val 60000"/>
            <a:gd name="adj2" fmla="val 50000"/>
          </a:avLst>
        </a:prstGeom>
        <a:blipFill rotWithShape="0">
          <a:blip xmlns:r="http://schemas.openxmlformats.org/officeDocument/2006/relationships" r:embed="rId1">
            <a:duotone>
              <a:schemeClr val="accent1">
                <a:tint val="60000"/>
                <a:hueOff val="0"/>
                <a:satOff val="0"/>
                <a:lumOff val="0"/>
                <a:alphaOff val="0"/>
                <a:shade val="70000"/>
                <a:satMod val="120000"/>
              </a:schemeClr>
              <a:schemeClr val="accent1">
                <a:tint val="60000"/>
                <a:hueOff val="0"/>
                <a:satOff val="0"/>
                <a:lumOff val="0"/>
                <a:alphaOff val="0"/>
                <a:tint val="70000"/>
                <a:satMod val="135000"/>
              </a:schemeClr>
            </a:duotone>
          </a:blip>
          <a:tile tx="0" ty="0" sx="40000" sy="40000" flip="none" algn="tl"/>
        </a:blipFill>
        <a:ln>
          <a:solidFill>
            <a:schemeClr val="tx2">
              <a:lumMod val="75000"/>
            </a:schemeClr>
          </a:solid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755650">
            <a:lnSpc>
              <a:spcPct val="90000"/>
            </a:lnSpc>
            <a:spcBef>
              <a:spcPct val="0"/>
            </a:spcBef>
            <a:spcAft>
              <a:spcPct val="35000"/>
            </a:spcAft>
          </a:pPr>
          <a:endParaRPr lang="en-US" sz="1700" kern="1200" dirty="0"/>
        </a:p>
      </dsp:txBody>
      <dsp:txXfrm>
        <a:off x="4056154" y="1515023"/>
        <a:ext cx="508402" cy="396621"/>
      </dsp:txXfrm>
    </dsp:sp>
    <dsp:sp modelId="{56717EE1-4E03-A042-8D89-87EB14766B38}">
      <dsp:nvSpPr>
        <dsp:cNvPr id="0" name=""/>
        <dsp:cNvSpPr/>
      </dsp:nvSpPr>
      <dsp:spPr>
        <a:xfrm>
          <a:off x="4568917" y="0"/>
          <a:ext cx="1320198" cy="2764800"/>
        </a:xfrm>
        <a:prstGeom prst="roundRect">
          <a:avLst>
            <a:gd name="adj" fmla="val 10000"/>
          </a:avLst>
        </a:prstGeom>
        <a:solidFill>
          <a:schemeClr val="accent4">
            <a:lumMod val="75000"/>
          </a:schemeClr>
        </a:solid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3792" tIns="113792" rIns="113792" bIns="60960" numCol="1" spcCol="1270" anchor="t" anchorCtr="0">
          <a:noAutofit/>
        </a:bodyPr>
        <a:lstStyle/>
        <a:p>
          <a:pPr lvl="0" algn="l" defTabSz="711200">
            <a:lnSpc>
              <a:spcPct val="90000"/>
            </a:lnSpc>
            <a:spcBef>
              <a:spcPct val="0"/>
            </a:spcBef>
            <a:spcAft>
              <a:spcPct val="35000"/>
            </a:spcAft>
          </a:pPr>
          <a:r>
            <a:rPr lang="en-US" sz="1600" b="1" i="0" kern="1200" dirty="0" smtClean="0"/>
            <a:t>Selective forgery</a:t>
          </a:r>
        </a:p>
      </dsp:txBody>
      <dsp:txXfrm>
        <a:off x="4568917" y="0"/>
        <a:ext cx="1320198" cy="528079"/>
      </dsp:txXfrm>
    </dsp:sp>
    <dsp:sp modelId="{F514192E-16F6-9549-971E-F56A18C8964B}">
      <dsp:nvSpPr>
        <dsp:cNvPr id="0" name=""/>
        <dsp:cNvSpPr/>
      </dsp:nvSpPr>
      <dsp:spPr>
        <a:xfrm>
          <a:off x="4652755" y="859239"/>
          <a:ext cx="1698950" cy="3686400"/>
        </a:xfrm>
        <a:prstGeom prst="roundRect">
          <a:avLst>
            <a:gd name="adj" fmla="val 10000"/>
          </a:avLst>
        </a:prstGeom>
        <a:solidFill>
          <a:schemeClr val="lt1">
            <a:alpha val="90000"/>
            <a:hueOff val="0"/>
            <a:satOff val="0"/>
            <a:lumOff val="0"/>
            <a:alphaOff val="0"/>
          </a:schemeClr>
        </a:solidFill>
        <a:ln w="38100" cap="flat" cmpd="sng" algn="ctr">
          <a:solidFill>
            <a:schemeClr val="accent1">
              <a:hueOff val="0"/>
              <a:satOff val="0"/>
              <a:lumOff val="0"/>
              <a:alphaOff val="0"/>
            </a:schemeClr>
          </a:solidFill>
          <a:prstDash val="solid"/>
          <a:miter/>
        </a:ln>
        <a:effectLst/>
      </dsp:spPr>
      <dsp:style>
        <a:lnRef idx="1">
          <a:scrgbClr r="0" g="0" b="0"/>
        </a:lnRef>
        <a:fillRef idx="1">
          <a:scrgbClr r="0" g="0" b="0"/>
        </a:fillRef>
        <a:effectRef idx="0">
          <a:scrgbClr r="0" g="0" b="0"/>
        </a:effectRef>
        <a:fontRef idx="minor"/>
      </dsp:style>
      <dsp:txBody>
        <a:bodyPr spcFirstLastPara="0" vert="horz" wrap="square" lIns="113792" tIns="113792" rIns="113792" bIns="113792" numCol="1" spcCol="1270" anchor="t" anchorCtr="0">
          <a:noAutofit/>
        </a:bodyPr>
        <a:lstStyle/>
        <a:p>
          <a:pPr marL="171450" lvl="1" indent="-171450" algn="l" defTabSz="711200">
            <a:lnSpc>
              <a:spcPct val="90000"/>
            </a:lnSpc>
            <a:spcBef>
              <a:spcPct val="0"/>
            </a:spcBef>
            <a:spcAft>
              <a:spcPct val="15000"/>
            </a:spcAft>
            <a:buChar char="••"/>
          </a:pPr>
          <a:r>
            <a:rPr lang="en-US" sz="1600" b="0" i="0" kern="1200" dirty="0" smtClean="0"/>
            <a:t>C forges a signature for a particular message chosen by C</a:t>
          </a:r>
        </a:p>
      </dsp:txBody>
      <dsp:txXfrm>
        <a:off x="4652755" y="859239"/>
        <a:ext cx="1698950" cy="3686400"/>
      </dsp:txXfrm>
    </dsp:sp>
    <dsp:sp modelId="{610019C1-FC9D-6E4D-9F21-C45689A05A64}">
      <dsp:nvSpPr>
        <dsp:cNvPr id="0" name=""/>
        <dsp:cNvSpPr/>
      </dsp:nvSpPr>
      <dsp:spPr>
        <a:xfrm>
          <a:off x="6400800" y="1524498"/>
          <a:ext cx="513493" cy="328691"/>
        </a:xfrm>
        <a:prstGeom prst="rightArrow">
          <a:avLst>
            <a:gd name="adj1" fmla="val 60000"/>
            <a:gd name="adj2" fmla="val 50000"/>
          </a:avLst>
        </a:prstGeom>
        <a:blipFill rotWithShape="0">
          <a:blip xmlns:r="http://schemas.openxmlformats.org/officeDocument/2006/relationships" r:embed="rId1">
            <a:duotone>
              <a:schemeClr val="accent1">
                <a:tint val="60000"/>
                <a:hueOff val="0"/>
                <a:satOff val="0"/>
                <a:lumOff val="0"/>
                <a:alphaOff val="0"/>
                <a:shade val="70000"/>
                <a:satMod val="120000"/>
              </a:schemeClr>
              <a:schemeClr val="accent1">
                <a:tint val="60000"/>
                <a:hueOff val="0"/>
                <a:satOff val="0"/>
                <a:lumOff val="0"/>
                <a:alphaOff val="0"/>
                <a:tint val="70000"/>
                <a:satMod val="135000"/>
              </a:schemeClr>
            </a:duotone>
          </a:blip>
          <a:tile tx="0" ty="0" sx="40000" sy="40000" flip="none" algn="tl"/>
        </a:blipFill>
        <a:ln>
          <a:solidFill>
            <a:schemeClr val="tx2">
              <a:lumMod val="75000"/>
            </a:schemeClr>
          </a:solid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622300">
            <a:lnSpc>
              <a:spcPct val="90000"/>
            </a:lnSpc>
            <a:spcBef>
              <a:spcPct val="0"/>
            </a:spcBef>
            <a:spcAft>
              <a:spcPct val="35000"/>
            </a:spcAft>
          </a:pPr>
          <a:endParaRPr lang="en-US" sz="1400" kern="1200" dirty="0"/>
        </a:p>
      </dsp:txBody>
      <dsp:txXfrm>
        <a:off x="6400800" y="1524498"/>
        <a:ext cx="513493" cy="328691"/>
      </dsp:txXfrm>
    </dsp:sp>
    <dsp:sp modelId="{5AD2B861-3BAE-3042-934B-501D64CAC41A}">
      <dsp:nvSpPr>
        <dsp:cNvPr id="0" name=""/>
        <dsp:cNvSpPr/>
      </dsp:nvSpPr>
      <dsp:spPr>
        <a:xfrm>
          <a:off x="6857970" y="0"/>
          <a:ext cx="1320198" cy="2764800"/>
        </a:xfrm>
        <a:prstGeom prst="roundRect">
          <a:avLst>
            <a:gd name="adj" fmla="val 10000"/>
          </a:avLst>
        </a:prstGeom>
        <a:solidFill>
          <a:schemeClr val="accent4">
            <a:lumMod val="75000"/>
          </a:schemeClr>
        </a:solid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3792" tIns="113792" rIns="113792" bIns="60960" numCol="1" spcCol="1270" anchor="t" anchorCtr="0">
          <a:noAutofit/>
        </a:bodyPr>
        <a:lstStyle/>
        <a:p>
          <a:pPr lvl="0" algn="l" defTabSz="711200">
            <a:lnSpc>
              <a:spcPct val="90000"/>
            </a:lnSpc>
            <a:spcBef>
              <a:spcPct val="0"/>
            </a:spcBef>
            <a:spcAft>
              <a:spcPct val="35000"/>
            </a:spcAft>
          </a:pPr>
          <a:r>
            <a:rPr lang="en-US" sz="1600" b="1" i="0" kern="1200" dirty="0" smtClean="0"/>
            <a:t>Existential forgery</a:t>
          </a:r>
        </a:p>
      </dsp:txBody>
      <dsp:txXfrm>
        <a:off x="6857970" y="0"/>
        <a:ext cx="1320198" cy="528079"/>
      </dsp:txXfrm>
    </dsp:sp>
    <dsp:sp modelId="{40FE2F61-339C-1F4C-9E02-6D4B443A20E5}">
      <dsp:nvSpPr>
        <dsp:cNvPr id="0" name=""/>
        <dsp:cNvSpPr/>
      </dsp:nvSpPr>
      <dsp:spPr>
        <a:xfrm>
          <a:off x="6940864" y="859239"/>
          <a:ext cx="1742978" cy="3686400"/>
        </a:xfrm>
        <a:prstGeom prst="roundRect">
          <a:avLst>
            <a:gd name="adj" fmla="val 10000"/>
          </a:avLst>
        </a:prstGeom>
        <a:solidFill>
          <a:schemeClr val="lt1">
            <a:alpha val="90000"/>
            <a:hueOff val="0"/>
            <a:satOff val="0"/>
            <a:lumOff val="0"/>
            <a:alphaOff val="0"/>
          </a:schemeClr>
        </a:solidFill>
        <a:ln w="38100" cap="flat" cmpd="sng" algn="ctr">
          <a:solidFill>
            <a:schemeClr val="accent1">
              <a:hueOff val="0"/>
              <a:satOff val="0"/>
              <a:lumOff val="0"/>
              <a:alphaOff val="0"/>
            </a:schemeClr>
          </a:solidFill>
          <a:prstDash val="solid"/>
          <a:miter/>
        </a:ln>
        <a:effectLst/>
      </dsp:spPr>
      <dsp:style>
        <a:lnRef idx="1">
          <a:scrgbClr r="0" g="0" b="0"/>
        </a:lnRef>
        <a:fillRef idx="1">
          <a:scrgbClr r="0" g="0" b="0"/>
        </a:fillRef>
        <a:effectRef idx="0">
          <a:scrgbClr r="0" g="0" b="0"/>
        </a:effectRef>
        <a:fontRef idx="minor"/>
      </dsp:style>
      <dsp:txBody>
        <a:bodyPr spcFirstLastPara="0" vert="horz" wrap="square" lIns="113792" tIns="113792" rIns="113792" bIns="113792" numCol="1" spcCol="1270" anchor="t" anchorCtr="0">
          <a:noAutofit/>
        </a:bodyPr>
        <a:lstStyle/>
        <a:p>
          <a:pPr marL="171450" lvl="1" indent="-171450" algn="l" defTabSz="711200">
            <a:lnSpc>
              <a:spcPct val="90000"/>
            </a:lnSpc>
            <a:spcBef>
              <a:spcPct val="0"/>
            </a:spcBef>
            <a:spcAft>
              <a:spcPct val="15000"/>
            </a:spcAft>
            <a:buChar char="••"/>
          </a:pPr>
          <a:r>
            <a:rPr lang="en-US" sz="1600" b="0" i="0" kern="1200" dirty="0" smtClean="0"/>
            <a:t>C forges a signature for at least one message; C has no control over the message</a:t>
          </a:r>
        </a:p>
      </dsp:txBody>
      <dsp:txXfrm>
        <a:off x="6940864" y="859239"/>
        <a:ext cx="1742978" cy="3686400"/>
      </dsp:txXfrm>
    </dsp:sp>
  </dsp:spTree>
</dsp:drawing>
</file>

<file path=ppt/diagrams/drawing4.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25FDBBF6-CF11-1E43-9D7C-C6942A31C343}">
      <dsp:nvSpPr>
        <dsp:cNvPr id="0" name=""/>
        <dsp:cNvSpPr/>
      </dsp:nvSpPr>
      <dsp:spPr>
        <a:xfrm>
          <a:off x="1041" y="381521"/>
          <a:ext cx="2437804" cy="1218902"/>
        </a:xfrm>
        <a:prstGeom prst="roundRect">
          <a:avLst>
            <a:gd name="adj" fmla="val 10000"/>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0480" tIns="20320" rIns="30480" bIns="20320" numCol="1" spcCol="1270" anchor="ctr" anchorCtr="0">
          <a:noAutofit/>
        </a:bodyPr>
        <a:lstStyle/>
        <a:p>
          <a:pPr lvl="0" algn="ctr" defTabSz="711200" rtl="0">
            <a:lnSpc>
              <a:spcPct val="90000"/>
            </a:lnSpc>
            <a:spcBef>
              <a:spcPct val="0"/>
            </a:spcBef>
            <a:spcAft>
              <a:spcPct val="35000"/>
            </a:spcAft>
          </a:pPr>
          <a:r>
            <a:rPr lang="en-US" sz="1600" kern="1200" dirty="0" smtClean="0"/>
            <a:t>Refers to a digital signature scheme that involves only the communicating parties</a:t>
          </a:r>
          <a:endParaRPr lang="en-US" sz="1600" kern="1200" dirty="0"/>
        </a:p>
      </dsp:txBody>
      <dsp:txXfrm>
        <a:off x="1041" y="381521"/>
        <a:ext cx="2437804" cy="1218902"/>
      </dsp:txXfrm>
    </dsp:sp>
    <dsp:sp modelId="{258D4665-4333-6544-AB2B-1B41EC8A41C4}">
      <dsp:nvSpPr>
        <dsp:cNvPr id="0" name=""/>
        <dsp:cNvSpPr/>
      </dsp:nvSpPr>
      <dsp:spPr>
        <a:xfrm>
          <a:off x="244822" y="1600423"/>
          <a:ext cx="243780" cy="914176"/>
        </a:xfrm>
        <a:custGeom>
          <a:avLst/>
          <a:gdLst/>
          <a:ahLst/>
          <a:cxnLst/>
          <a:rect l="0" t="0" r="0" b="0"/>
          <a:pathLst>
            <a:path>
              <a:moveTo>
                <a:pt x="0" y="0"/>
              </a:moveTo>
              <a:lnTo>
                <a:pt x="0" y="914176"/>
              </a:lnTo>
              <a:lnTo>
                <a:pt x="243780" y="914176"/>
              </a:lnTo>
            </a:path>
          </a:pathLst>
        </a:custGeom>
        <a:noFill/>
        <a:ln w="38100" cap="flat" cmpd="sng" algn="ctr">
          <a:solidFill>
            <a:schemeClr val="accent1">
              <a:shade val="60000"/>
              <a:hueOff val="0"/>
              <a:satOff val="0"/>
              <a:lumOff val="0"/>
              <a:alphaOff val="0"/>
            </a:schemeClr>
          </a:solidFill>
          <a:prstDash val="solid"/>
          <a:miter/>
        </a:ln>
        <a:effectLst/>
      </dsp:spPr>
      <dsp:style>
        <a:lnRef idx="1">
          <a:scrgbClr r="0" g="0" b="0"/>
        </a:lnRef>
        <a:fillRef idx="0">
          <a:scrgbClr r="0" g="0" b="0"/>
        </a:fillRef>
        <a:effectRef idx="0">
          <a:scrgbClr r="0" g="0" b="0"/>
        </a:effectRef>
        <a:fontRef idx="minor"/>
      </dsp:style>
    </dsp:sp>
    <dsp:sp modelId="{1907C986-B863-604C-8A4C-6ABD424EF95E}">
      <dsp:nvSpPr>
        <dsp:cNvPr id="0" name=""/>
        <dsp:cNvSpPr/>
      </dsp:nvSpPr>
      <dsp:spPr>
        <a:xfrm>
          <a:off x="488602" y="1905149"/>
          <a:ext cx="1950243" cy="1218902"/>
        </a:xfrm>
        <a:prstGeom prst="roundRect">
          <a:avLst>
            <a:gd name="adj" fmla="val 10000"/>
          </a:avLst>
        </a:prstGeom>
        <a:solidFill>
          <a:schemeClr val="lt1">
            <a:alpha val="90000"/>
            <a:hueOff val="0"/>
            <a:satOff val="0"/>
            <a:lumOff val="0"/>
            <a:alphaOff val="0"/>
          </a:schemeClr>
        </a:solidFill>
        <a:ln w="38100" cap="flat" cmpd="sng" algn="ctr">
          <a:solidFill>
            <a:schemeClr val="accent1">
              <a:hueOff val="0"/>
              <a:satOff val="0"/>
              <a:lumOff val="0"/>
              <a:alphaOff val="0"/>
            </a:schemeClr>
          </a:solidFill>
          <a:prstDash val="solid"/>
          <a:miter/>
        </a:ln>
        <a:effectLst/>
      </dsp:spPr>
      <dsp:style>
        <a:lnRef idx="1">
          <a:scrgbClr r="0" g="0" b="0"/>
        </a:lnRef>
        <a:fillRef idx="1">
          <a:scrgbClr r="0" g="0" b="0"/>
        </a:fillRef>
        <a:effectRef idx="0">
          <a:scrgbClr r="0" g="0" b="0"/>
        </a:effectRef>
        <a:fontRef idx="minor"/>
      </dsp:style>
      <dsp:txBody>
        <a:bodyPr spcFirstLastPara="0" vert="horz" wrap="square" lIns="20955" tIns="13970" rIns="20955" bIns="13970" numCol="1" spcCol="1270" anchor="ctr" anchorCtr="0">
          <a:noAutofit/>
        </a:bodyPr>
        <a:lstStyle/>
        <a:p>
          <a:pPr lvl="0" algn="ctr" defTabSz="488950" rtl="0">
            <a:lnSpc>
              <a:spcPct val="90000"/>
            </a:lnSpc>
            <a:spcBef>
              <a:spcPct val="0"/>
            </a:spcBef>
            <a:spcAft>
              <a:spcPct val="35000"/>
            </a:spcAft>
          </a:pPr>
          <a:r>
            <a:rPr lang="en-US" sz="1100" kern="1200" dirty="0" smtClean="0"/>
            <a:t>It is assumed that the destination knows the public key of the source</a:t>
          </a:r>
          <a:endParaRPr lang="en-US" sz="1100" kern="1200" dirty="0"/>
        </a:p>
      </dsp:txBody>
      <dsp:txXfrm>
        <a:off x="488602" y="1905149"/>
        <a:ext cx="1950243" cy="1218902"/>
      </dsp:txXfrm>
    </dsp:sp>
    <dsp:sp modelId="{449E9567-DAD7-AF41-B1E8-AA0D1AC63722}">
      <dsp:nvSpPr>
        <dsp:cNvPr id="0" name=""/>
        <dsp:cNvSpPr/>
      </dsp:nvSpPr>
      <dsp:spPr>
        <a:xfrm>
          <a:off x="3048297" y="381521"/>
          <a:ext cx="2437804" cy="1218902"/>
        </a:xfrm>
        <a:prstGeom prst="roundRect">
          <a:avLst>
            <a:gd name="adj" fmla="val 10000"/>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0480" tIns="20320" rIns="30480" bIns="20320" numCol="1" spcCol="1270" anchor="ctr" anchorCtr="0">
          <a:noAutofit/>
        </a:bodyPr>
        <a:lstStyle/>
        <a:p>
          <a:pPr lvl="0" algn="ctr" defTabSz="711200" rtl="0">
            <a:lnSpc>
              <a:spcPct val="90000"/>
            </a:lnSpc>
            <a:spcBef>
              <a:spcPct val="0"/>
            </a:spcBef>
            <a:spcAft>
              <a:spcPct val="35000"/>
            </a:spcAft>
          </a:pPr>
          <a:r>
            <a:rPr lang="en-US" sz="1600" kern="1200" dirty="0" smtClean="0"/>
            <a:t>Confidentiality can be provided by encrypting the entire message plus signature with a shared secret key</a:t>
          </a:r>
          <a:endParaRPr lang="en-US" sz="1600" kern="1200" dirty="0"/>
        </a:p>
      </dsp:txBody>
      <dsp:txXfrm>
        <a:off x="3048297" y="381521"/>
        <a:ext cx="2437804" cy="1218902"/>
      </dsp:txXfrm>
    </dsp:sp>
    <dsp:sp modelId="{8FF83430-68DD-4E47-B221-EC9ABE0C58E4}">
      <dsp:nvSpPr>
        <dsp:cNvPr id="0" name=""/>
        <dsp:cNvSpPr/>
      </dsp:nvSpPr>
      <dsp:spPr>
        <a:xfrm>
          <a:off x="3292078" y="1600423"/>
          <a:ext cx="243780" cy="914176"/>
        </a:xfrm>
        <a:custGeom>
          <a:avLst/>
          <a:gdLst/>
          <a:ahLst/>
          <a:cxnLst/>
          <a:rect l="0" t="0" r="0" b="0"/>
          <a:pathLst>
            <a:path>
              <a:moveTo>
                <a:pt x="0" y="0"/>
              </a:moveTo>
              <a:lnTo>
                <a:pt x="0" y="914176"/>
              </a:lnTo>
              <a:lnTo>
                <a:pt x="243780" y="914176"/>
              </a:lnTo>
            </a:path>
          </a:pathLst>
        </a:custGeom>
        <a:noFill/>
        <a:ln w="38100" cap="flat" cmpd="sng" algn="ctr">
          <a:solidFill>
            <a:schemeClr val="accent1">
              <a:shade val="60000"/>
              <a:hueOff val="0"/>
              <a:satOff val="0"/>
              <a:lumOff val="0"/>
              <a:alphaOff val="0"/>
            </a:schemeClr>
          </a:solidFill>
          <a:prstDash val="solid"/>
          <a:miter/>
        </a:ln>
        <a:effectLst/>
      </dsp:spPr>
      <dsp:style>
        <a:lnRef idx="1">
          <a:scrgbClr r="0" g="0" b="0"/>
        </a:lnRef>
        <a:fillRef idx="0">
          <a:scrgbClr r="0" g="0" b="0"/>
        </a:fillRef>
        <a:effectRef idx="0">
          <a:scrgbClr r="0" g="0" b="0"/>
        </a:effectRef>
        <a:fontRef idx="minor"/>
      </dsp:style>
    </dsp:sp>
    <dsp:sp modelId="{D39A3642-C73D-0C43-B5D8-FE34CA36BC44}">
      <dsp:nvSpPr>
        <dsp:cNvPr id="0" name=""/>
        <dsp:cNvSpPr/>
      </dsp:nvSpPr>
      <dsp:spPr>
        <a:xfrm>
          <a:off x="3535858" y="1905149"/>
          <a:ext cx="1950243" cy="1218902"/>
        </a:xfrm>
        <a:prstGeom prst="roundRect">
          <a:avLst>
            <a:gd name="adj" fmla="val 10000"/>
          </a:avLst>
        </a:prstGeom>
        <a:solidFill>
          <a:schemeClr val="lt1">
            <a:alpha val="90000"/>
            <a:hueOff val="0"/>
            <a:satOff val="0"/>
            <a:lumOff val="0"/>
            <a:alphaOff val="0"/>
          </a:schemeClr>
        </a:solidFill>
        <a:ln w="38100" cap="flat" cmpd="sng" algn="ctr">
          <a:solidFill>
            <a:schemeClr val="accent1">
              <a:hueOff val="0"/>
              <a:satOff val="0"/>
              <a:lumOff val="0"/>
              <a:alphaOff val="0"/>
            </a:schemeClr>
          </a:solidFill>
          <a:prstDash val="solid"/>
          <a:miter/>
        </a:ln>
        <a:effectLst/>
      </dsp:spPr>
      <dsp:style>
        <a:lnRef idx="1">
          <a:scrgbClr r="0" g="0" b="0"/>
        </a:lnRef>
        <a:fillRef idx="1">
          <a:scrgbClr r="0" g="0" b="0"/>
        </a:fillRef>
        <a:effectRef idx="0">
          <a:scrgbClr r="0" g="0" b="0"/>
        </a:effectRef>
        <a:fontRef idx="minor"/>
      </dsp:style>
      <dsp:txBody>
        <a:bodyPr spcFirstLastPara="0" vert="horz" wrap="square" lIns="20955" tIns="13970" rIns="20955" bIns="13970" numCol="1" spcCol="1270" anchor="ctr" anchorCtr="0">
          <a:noAutofit/>
        </a:bodyPr>
        <a:lstStyle/>
        <a:p>
          <a:pPr lvl="0" algn="ctr" defTabSz="488950" rtl="0">
            <a:lnSpc>
              <a:spcPct val="90000"/>
            </a:lnSpc>
            <a:spcBef>
              <a:spcPct val="0"/>
            </a:spcBef>
            <a:spcAft>
              <a:spcPct val="35000"/>
            </a:spcAft>
          </a:pPr>
          <a:r>
            <a:rPr lang="en-US" sz="1100" kern="1200" dirty="0" smtClean="0"/>
            <a:t>It is important to perform the signature function first and then an outer confidentiality function</a:t>
          </a:r>
          <a:endParaRPr lang="en-US" sz="1100" kern="1200" dirty="0"/>
        </a:p>
      </dsp:txBody>
      <dsp:txXfrm>
        <a:off x="3535858" y="1905149"/>
        <a:ext cx="1950243" cy="1218902"/>
      </dsp:txXfrm>
    </dsp:sp>
    <dsp:sp modelId="{E57540F1-2673-4B45-B3A0-3CB6776E6D4B}">
      <dsp:nvSpPr>
        <dsp:cNvPr id="0" name=""/>
        <dsp:cNvSpPr/>
      </dsp:nvSpPr>
      <dsp:spPr>
        <a:xfrm>
          <a:off x="3292078" y="1600423"/>
          <a:ext cx="243780" cy="2437804"/>
        </a:xfrm>
        <a:custGeom>
          <a:avLst/>
          <a:gdLst/>
          <a:ahLst/>
          <a:cxnLst/>
          <a:rect l="0" t="0" r="0" b="0"/>
          <a:pathLst>
            <a:path>
              <a:moveTo>
                <a:pt x="0" y="0"/>
              </a:moveTo>
              <a:lnTo>
                <a:pt x="0" y="2437804"/>
              </a:lnTo>
              <a:lnTo>
                <a:pt x="243780" y="2437804"/>
              </a:lnTo>
            </a:path>
          </a:pathLst>
        </a:custGeom>
        <a:noFill/>
        <a:ln w="38100" cap="flat" cmpd="sng" algn="ctr">
          <a:solidFill>
            <a:schemeClr val="accent1">
              <a:shade val="60000"/>
              <a:hueOff val="0"/>
              <a:satOff val="0"/>
              <a:lumOff val="0"/>
              <a:alphaOff val="0"/>
            </a:schemeClr>
          </a:solidFill>
          <a:prstDash val="solid"/>
          <a:miter/>
        </a:ln>
        <a:effectLst/>
      </dsp:spPr>
      <dsp:style>
        <a:lnRef idx="1">
          <a:scrgbClr r="0" g="0" b="0"/>
        </a:lnRef>
        <a:fillRef idx="0">
          <a:scrgbClr r="0" g="0" b="0"/>
        </a:fillRef>
        <a:effectRef idx="0">
          <a:scrgbClr r="0" g="0" b="0"/>
        </a:effectRef>
        <a:fontRef idx="minor"/>
      </dsp:style>
    </dsp:sp>
    <dsp:sp modelId="{7FB44D6D-99C1-264C-8F3D-CFC75605F0B6}">
      <dsp:nvSpPr>
        <dsp:cNvPr id="0" name=""/>
        <dsp:cNvSpPr/>
      </dsp:nvSpPr>
      <dsp:spPr>
        <a:xfrm>
          <a:off x="3535858" y="3428777"/>
          <a:ext cx="1950243" cy="1218902"/>
        </a:xfrm>
        <a:prstGeom prst="roundRect">
          <a:avLst>
            <a:gd name="adj" fmla="val 10000"/>
          </a:avLst>
        </a:prstGeom>
        <a:solidFill>
          <a:schemeClr val="lt1">
            <a:alpha val="90000"/>
            <a:hueOff val="0"/>
            <a:satOff val="0"/>
            <a:lumOff val="0"/>
            <a:alphaOff val="0"/>
          </a:schemeClr>
        </a:solidFill>
        <a:ln w="38100" cap="flat" cmpd="sng" algn="ctr">
          <a:solidFill>
            <a:schemeClr val="accent1">
              <a:hueOff val="0"/>
              <a:satOff val="0"/>
              <a:lumOff val="0"/>
              <a:alphaOff val="0"/>
            </a:schemeClr>
          </a:solidFill>
          <a:prstDash val="solid"/>
          <a:miter/>
        </a:ln>
        <a:effectLst/>
      </dsp:spPr>
      <dsp:style>
        <a:lnRef idx="1">
          <a:scrgbClr r="0" g="0" b="0"/>
        </a:lnRef>
        <a:fillRef idx="1">
          <a:scrgbClr r="0" g="0" b="0"/>
        </a:fillRef>
        <a:effectRef idx="0">
          <a:scrgbClr r="0" g="0" b="0"/>
        </a:effectRef>
        <a:fontRef idx="minor"/>
      </dsp:style>
      <dsp:txBody>
        <a:bodyPr spcFirstLastPara="0" vert="horz" wrap="square" lIns="20955" tIns="13970" rIns="20955" bIns="13970" numCol="1" spcCol="1270" anchor="ctr" anchorCtr="0">
          <a:noAutofit/>
        </a:bodyPr>
        <a:lstStyle/>
        <a:p>
          <a:pPr lvl="0" algn="ctr" defTabSz="488950" rtl="0">
            <a:lnSpc>
              <a:spcPct val="90000"/>
            </a:lnSpc>
            <a:spcBef>
              <a:spcPct val="0"/>
            </a:spcBef>
            <a:spcAft>
              <a:spcPct val="35000"/>
            </a:spcAft>
          </a:pPr>
          <a:r>
            <a:rPr lang="en-US" sz="1100" kern="1200" dirty="0" smtClean="0"/>
            <a:t>In case of dispute some third party must view the message and its signature</a:t>
          </a:r>
          <a:endParaRPr lang="en-US" sz="1100" kern="1200" dirty="0"/>
        </a:p>
      </dsp:txBody>
      <dsp:txXfrm>
        <a:off x="3535858" y="3428777"/>
        <a:ext cx="1950243" cy="1218902"/>
      </dsp:txXfrm>
    </dsp:sp>
    <dsp:sp modelId="{E7B513FA-70AE-D243-821A-2AC48297EDDD}">
      <dsp:nvSpPr>
        <dsp:cNvPr id="0" name=""/>
        <dsp:cNvSpPr/>
      </dsp:nvSpPr>
      <dsp:spPr>
        <a:xfrm>
          <a:off x="6095553" y="381521"/>
          <a:ext cx="2437804" cy="1218902"/>
        </a:xfrm>
        <a:prstGeom prst="roundRect">
          <a:avLst>
            <a:gd name="adj" fmla="val 10000"/>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0480" tIns="20320" rIns="30480" bIns="20320" numCol="1" spcCol="1270" anchor="ctr" anchorCtr="0">
          <a:noAutofit/>
        </a:bodyPr>
        <a:lstStyle/>
        <a:p>
          <a:pPr lvl="0" algn="ctr" defTabSz="711200" rtl="0">
            <a:lnSpc>
              <a:spcPct val="90000"/>
            </a:lnSpc>
            <a:spcBef>
              <a:spcPct val="0"/>
            </a:spcBef>
            <a:spcAft>
              <a:spcPct val="35000"/>
            </a:spcAft>
          </a:pPr>
          <a:r>
            <a:rPr lang="en-US" sz="1600" kern="1200" dirty="0" smtClean="0"/>
            <a:t>The validity of the scheme depends on the security of the sender’s private key</a:t>
          </a:r>
          <a:endParaRPr lang="en-US" sz="1600" kern="1200" dirty="0"/>
        </a:p>
      </dsp:txBody>
      <dsp:txXfrm>
        <a:off x="6095553" y="381521"/>
        <a:ext cx="2437804" cy="1218902"/>
      </dsp:txXfrm>
    </dsp:sp>
    <dsp:sp modelId="{782DAD78-06D6-8D40-B9B6-E5B4BA80D92C}">
      <dsp:nvSpPr>
        <dsp:cNvPr id="0" name=""/>
        <dsp:cNvSpPr/>
      </dsp:nvSpPr>
      <dsp:spPr>
        <a:xfrm>
          <a:off x="6339333" y="1600423"/>
          <a:ext cx="243780" cy="914176"/>
        </a:xfrm>
        <a:custGeom>
          <a:avLst/>
          <a:gdLst/>
          <a:ahLst/>
          <a:cxnLst/>
          <a:rect l="0" t="0" r="0" b="0"/>
          <a:pathLst>
            <a:path>
              <a:moveTo>
                <a:pt x="0" y="0"/>
              </a:moveTo>
              <a:lnTo>
                <a:pt x="0" y="914176"/>
              </a:lnTo>
              <a:lnTo>
                <a:pt x="243780" y="914176"/>
              </a:lnTo>
            </a:path>
          </a:pathLst>
        </a:custGeom>
        <a:noFill/>
        <a:ln w="38100" cap="flat" cmpd="sng" algn="ctr">
          <a:solidFill>
            <a:schemeClr val="accent1">
              <a:shade val="60000"/>
              <a:hueOff val="0"/>
              <a:satOff val="0"/>
              <a:lumOff val="0"/>
              <a:alphaOff val="0"/>
            </a:schemeClr>
          </a:solidFill>
          <a:prstDash val="solid"/>
          <a:miter/>
        </a:ln>
        <a:effectLst/>
      </dsp:spPr>
      <dsp:style>
        <a:lnRef idx="1">
          <a:scrgbClr r="0" g="0" b="0"/>
        </a:lnRef>
        <a:fillRef idx="0">
          <a:scrgbClr r="0" g="0" b="0"/>
        </a:fillRef>
        <a:effectRef idx="0">
          <a:scrgbClr r="0" g="0" b="0"/>
        </a:effectRef>
        <a:fontRef idx="minor"/>
      </dsp:style>
    </dsp:sp>
    <dsp:sp modelId="{180EAB25-42F6-8044-8932-1287727549AA}">
      <dsp:nvSpPr>
        <dsp:cNvPr id="0" name=""/>
        <dsp:cNvSpPr/>
      </dsp:nvSpPr>
      <dsp:spPr>
        <a:xfrm>
          <a:off x="6583114" y="1905149"/>
          <a:ext cx="1950243" cy="1218902"/>
        </a:xfrm>
        <a:prstGeom prst="roundRect">
          <a:avLst>
            <a:gd name="adj" fmla="val 10000"/>
          </a:avLst>
        </a:prstGeom>
        <a:solidFill>
          <a:schemeClr val="lt1">
            <a:alpha val="90000"/>
            <a:hueOff val="0"/>
            <a:satOff val="0"/>
            <a:lumOff val="0"/>
            <a:alphaOff val="0"/>
          </a:schemeClr>
        </a:solidFill>
        <a:ln w="38100" cap="flat" cmpd="sng" algn="ctr">
          <a:solidFill>
            <a:schemeClr val="accent1">
              <a:hueOff val="0"/>
              <a:satOff val="0"/>
              <a:lumOff val="0"/>
              <a:alphaOff val="0"/>
            </a:schemeClr>
          </a:solidFill>
          <a:prstDash val="solid"/>
          <a:miter/>
        </a:ln>
        <a:effectLst/>
      </dsp:spPr>
      <dsp:style>
        <a:lnRef idx="1">
          <a:scrgbClr r="0" g="0" b="0"/>
        </a:lnRef>
        <a:fillRef idx="1">
          <a:scrgbClr r="0" g="0" b="0"/>
        </a:fillRef>
        <a:effectRef idx="0">
          <a:scrgbClr r="0" g="0" b="0"/>
        </a:effectRef>
        <a:fontRef idx="minor"/>
      </dsp:style>
      <dsp:txBody>
        <a:bodyPr spcFirstLastPara="0" vert="horz" wrap="square" lIns="20955" tIns="13970" rIns="20955" bIns="13970" numCol="1" spcCol="1270" anchor="ctr" anchorCtr="0">
          <a:noAutofit/>
        </a:bodyPr>
        <a:lstStyle/>
        <a:p>
          <a:pPr lvl="0" algn="ctr" defTabSz="488950" rtl="0">
            <a:lnSpc>
              <a:spcPct val="90000"/>
            </a:lnSpc>
            <a:spcBef>
              <a:spcPct val="0"/>
            </a:spcBef>
            <a:spcAft>
              <a:spcPct val="35000"/>
            </a:spcAft>
          </a:pPr>
          <a:r>
            <a:rPr lang="en-US" sz="1100" kern="1200" dirty="0" smtClean="0"/>
            <a:t>If a sender later wishes to deny sending a particular message, the sender can claim that the private key was lost or stolen and that someone else forged his or her signature</a:t>
          </a:r>
          <a:endParaRPr lang="en-US" sz="1100" kern="1200" dirty="0"/>
        </a:p>
      </dsp:txBody>
      <dsp:txXfrm>
        <a:off x="6583114" y="1905149"/>
        <a:ext cx="1950243" cy="1218902"/>
      </dsp:txXfrm>
    </dsp:sp>
    <dsp:sp modelId="{34B0DFE2-AC4E-D14C-B2E9-CC9C30A01454}">
      <dsp:nvSpPr>
        <dsp:cNvPr id="0" name=""/>
        <dsp:cNvSpPr/>
      </dsp:nvSpPr>
      <dsp:spPr>
        <a:xfrm>
          <a:off x="6339333" y="1600423"/>
          <a:ext cx="243780" cy="2437804"/>
        </a:xfrm>
        <a:custGeom>
          <a:avLst/>
          <a:gdLst/>
          <a:ahLst/>
          <a:cxnLst/>
          <a:rect l="0" t="0" r="0" b="0"/>
          <a:pathLst>
            <a:path>
              <a:moveTo>
                <a:pt x="0" y="0"/>
              </a:moveTo>
              <a:lnTo>
                <a:pt x="0" y="2437804"/>
              </a:lnTo>
              <a:lnTo>
                <a:pt x="243780" y="2437804"/>
              </a:lnTo>
            </a:path>
          </a:pathLst>
        </a:custGeom>
        <a:noFill/>
        <a:ln w="38100" cap="flat" cmpd="sng" algn="ctr">
          <a:solidFill>
            <a:schemeClr val="accent1">
              <a:shade val="60000"/>
              <a:hueOff val="0"/>
              <a:satOff val="0"/>
              <a:lumOff val="0"/>
              <a:alphaOff val="0"/>
            </a:schemeClr>
          </a:solidFill>
          <a:prstDash val="solid"/>
          <a:miter/>
        </a:ln>
        <a:effectLst/>
      </dsp:spPr>
      <dsp:style>
        <a:lnRef idx="1">
          <a:scrgbClr r="0" g="0" b="0"/>
        </a:lnRef>
        <a:fillRef idx="0">
          <a:scrgbClr r="0" g="0" b="0"/>
        </a:fillRef>
        <a:effectRef idx="0">
          <a:scrgbClr r="0" g="0" b="0"/>
        </a:effectRef>
        <a:fontRef idx="minor"/>
      </dsp:style>
    </dsp:sp>
    <dsp:sp modelId="{940C600C-1BFF-AF49-8100-E88376D709D3}">
      <dsp:nvSpPr>
        <dsp:cNvPr id="0" name=""/>
        <dsp:cNvSpPr/>
      </dsp:nvSpPr>
      <dsp:spPr>
        <a:xfrm>
          <a:off x="6583114" y="3428777"/>
          <a:ext cx="1950243" cy="1218902"/>
        </a:xfrm>
        <a:prstGeom prst="roundRect">
          <a:avLst>
            <a:gd name="adj" fmla="val 10000"/>
          </a:avLst>
        </a:prstGeom>
        <a:solidFill>
          <a:schemeClr val="lt1">
            <a:alpha val="90000"/>
            <a:hueOff val="0"/>
            <a:satOff val="0"/>
            <a:lumOff val="0"/>
            <a:alphaOff val="0"/>
          </a:schemeClr>
        </a:solidFill>
        <a:ln w="38100" cap="flat" cmpd="sng" algn="ctr">
          <a:solidFill>
            <a:schemeClr val="accent1">
              <a:hueOff val="0"/>
              <a:satOff val="0"/>
              <a:lumOff val="0"/>
              <a:alphaOff val="0"/>
            </a:schemeClr>
          </a:solidFill>
          <a:prstDash val="solid"/>
          <a:miter/>
        </a:ln>
        <a:effectLst/>
      </dsp:spPr>
      <dsp:style>
        <a:lnRef idx="1">
          <a:scrgbClr r="0" g="0" b="0"/>
        </a:lnRef>
        <a:fillRef idx="1">
          <a:scrgbClr r="0" g="0" b="0"/>
        </a:fillRef>
        <a:effectRef idx="0">
          <a:scrgbClr r="0" g="0" b="0"/>
        </a:effectRef>
        <a:fontRef idx="minor"/>
      </dsp:style>
      <dsp:txBody>
        <a:bodyPr spcFirstLastPara="0" vert="horz" wrap="square" lIns="20955" tIns="13970" rIns="20955" bIns="13970" numCol="1" spcCol="1270" anchor="ctr" anchorCtr="0">
          <a:noAutofit/>
        </a:bodyPr>
        <a:lstStyle/>
        <a:p>
          <a:pPr lvl="0" algn="ctr" defTabSz="488950" rtl="0">
            <a:lnSpc>
              <a:spcPct val="90000"/>
            </a:lnSpc>
            <a:spcBef>
              <a:spcPct val="0"/>
            </a:spcBef>
            <a:spcAft>
              <a:spcPct val="35000"/>
            </a:spcAft>
          </a:pPr>
          <a:r>
            <a:rPr lang="en-US" sz="1100" kern="1200" dirty="0" smtClean="0"/>
            <a:t>One way to thwart or at least weaken this ploy is to require every signed message to include a timestamp and to require prompt reporting of compromised keys to a central authority</a:t>
          </a:r>
          <a:endParaRPr lang="en-US" sz="1100" kern="1200" dirty="0"/>
        </a:p>
      </dsp:txBody>
      <dsp:txXfrm>
        <a:off x="6583114" y="3428777"/>
        <a:ext cx="1950243" cy="1218902"/>
      </dsp:txXfrm>
    </dsp:sp>
  </dsp:spTree>
</dsp:drawing>
</file>

<file path=ppt/diagrams/drawing5.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262F671A-AD4F-D74F-90D6-B9948421EC89}">
      <dsp:nvSpPr>
        <dsp:cNvPr id="0" name=""/>
        <dsp:cNvSpPr/>
      </dsp:nvSpPr>
      <dsp:spPr>
        <a:xfrm rot="16200000">
          <a:off x="713978" y="-713978"/>
          <a:ext cx="2357437" cy="3785393"/>
        </a:xfrm>
        <a:prstGeom prst="round1Rect">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solidFill>
            <a:schemeClr val="tx1"/>
          </a:solid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lvl="0" algn="ctr" defTabSz="800100" rtl="0">
            <a:lnSpc>
              <a:spcPct val="90000"/>
            </a:lnSpc>
            <a:spcBef>
              <a:spcPct val="0"/>
            </a:spcBef>
            <a:spcAft>
              <a:spcPct val="35000"/>
            </a:spcAft>
          </a:pPr>
          <a:r>
            <a:rPr lang="en-US" sz="1800" kern="1200" dirty="0" smtClean="0"/>
            <a:t>All those participating in the digital signature scheme use the same global domain parameters, which define an elliptic curve and a point of origin on the curve</a:t>
          </a:r>
          <a:endParaRPr lang="en-US" sz="1800" kern="1200" dirty="0"/>
        </a:p>
      </dsp:txBody>
      <dsp:txXfrm rot="16200000">
        <a:off x="1008657" y="-1008657"/>
        <a:ext cx="1768078" cy="3785393"/>
      </dsp:txXfrm>
    </dsp:sp>
    <dsp:sp modelId="{86991323-3617-924B-AEF9-64C859FCD223}">
      <dsp:nvSpPr>
        <dsp:cNvPr id="0" name=""/>
        <dsp:cNvSpPr/>
      </dsp:nvSpPr>
      <dsp:spPr>
        <a:xfrm>
          <a:off x="3785393" y="0"/>
          <a:ext cx="3785393" cy="2357437"/>
        </a:xfrm>
        <a:prstGeom prst="round1Rect">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solidFill>
            <a:schemeClr val="tx1"/>
          </a:solid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lvl="0" algn="ctr" defTabSz="800100" rtl="0">
            <a:lnSpc>
              <a:spcPct val="90000"/>
            </a:lnSpc>
            <a:spcBef>
              <a:spcPct val="0"/>
            </a:spcBef>
            <a:spcAft>
              <a:spcPct val="35000"/>
            </a:spcAft>
          </a:pPr>
          <a:r>
            <a:rPr lang="en-US" sz="1800" kern="1200" dirty="0" smtClean="0"/>
            <a:t>A signer must first generate a public, private key pair</a:t>
          </a:r>
          <a:endParaRPr lang="en-US" sz="1800" kern="1200" dirty="0"/>
        </a:p>
      </dsp:txBody>
      <dsp:txXfrm>
        <a:off x="3785393" y="0"/>
        <a:ext cx="3785393" cy="1768078"/>
      </dsp:txXfrm>
    </dsp:sp>
    <dsp:sp modelId="{CBE51D63-60B9-CB46-AE01-72CFFA68E50D}">
      <dsp:nvSpPr>
        <dsp:cNvPr id="0" name=""/>
        <dsp:cNvSpPr/>
      </dsp:nvSpPr>
      <dsp:spPr>
        <a:xfrm rot="10800000">
          <a:off x="0" y="2357437"/>
          <a:ext cx="3785393" cy="2357437"/>
        </a:xfrm>
        <a:prstGeom prst="round1Rect">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solidFill>
            <a:schemeClr val="tx1"/>
          </a:solid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lvl="0" algn="ctr" defTabSz="800100" rtl="0">
            <a:lnSpc>
              <a:spcPct val="90000"/>
            </a:lnSpc>
            <a:spcBef>
              <a:spcPct val="0"/>
            </a:spcBef>
            <a:spcAft>
              <a:spcPct val="35000"/>
            </a:spcAft>
          </a:pPr>
          <a:r>
            <a:rPr lang="en-US" sz="1800" kern="1200" dirty="0" smtClean="0"/>
            <a:t>A hash value is generated for the message to be signed; using the private key, the domain parameters, and the hash value, a signature is generated</a:t>
          </a:r>
          <a:endParaRPr lang="en-US" sz="1800" kern="1200" dirty="0"/>
        </a:p>
      </dsp:txBody>
      <dsp:txXfrm rot="10800000">
        <a:off x="0" y="2946796"/>
        <a:ext cx="3785393" cy="1768078"/>
      </dsp:txXfrm>
    </dsp:sp>
    <dsp:sp modelId="{E8D9C74D-DDED-5A4C-B8A0-7E959C3A17FC}">
      <dsp:nvSpPr>
        <dsp:cNvPr id="0" name=""/>
        <dsp:cNvSpPr/>
      </dsp:nvSpPr>
      <dsp:spPr>
        <a:xfrm rot="5400000">
          <a:off x="4499371" y="1643459"/>
          <a:ext cx="2357437" cy="3785393"/>
        </a:xfrm>
        <a:prstGeom prst="round1Rect">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solidFill>
            <a:schemeClr val="tx1"/>
          </a:solid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lvl="0" algn="ctr" defTabSz="800100" rtl="0">
            <a:lnSpc>
              <a:spcPct val="90000"/>
            </a:lnSpc>
            <a:spcBef>
              <a:spcPct val="0"/>
            </a:spcBef>
            <a:spcAft>
              <a:spcPct val="35000"/>
            </a:spcAft>
          </a:pPr>
          <a:r>
            <a:rPr lang="en-US" sz="1800" kern="1200" dirty="0" smtClean="0"/>
            <a:t>To verify the signature, the verifier uses as input the signer’s public key, the domain parameters, and the integer </a:t>
          </a:r>
          <a:r>
            <a:rPr lang="en-US" sz="1800" i="1" kern="1200" dirty="0" smtClean="0"/>
            <a:t>s; </a:t>
          </a:r>
          <a:r>
            <a:rPr lang="en-US" sz="1800" kern="1200" dirty="0" smtClean="0"/>
            <a:t>the output is a value </a:t>
          </a:r>
          <a:r>
            <a:rPr lang="en-US" sz="1800" i="1" kern="1200" dirty="0" smtClean="0"/>
            <a:t>v </a:t>
          </a:r>
          <a:r>
            <a:rPr lang="en-US" sz="1800" kern="1200" dirty="0" smtClean="0"/>
            <a:t>that is compared to </a:t>
          </a:r>
          <a:r>
            <a:rPr lang="en-US" sz="1800" i="1" kern="1200" dirty="0" smtClean="0"/>
            <a:t>r </a:t>
          </a:r>
          <a:r>
            <a:rPr lang="en-US" sz="1800" kern="1200" dirty="0" smtClean="0"/>
            <a:t>; the signature is verified if the </a:t>
          </a:r>
          <a:r>
            <a:rPr lang="en-US" sz="1800" i="1" kern="1200" dirty="0" smtClean="0"/>
            <a:t>v = r</a:t>
          </a:r>
          <a:endParaRPr lang="en-US" sz="1800" kern="1200" dirty="0"/>
        </a:p>
      </dsp:txBody>
      <dsp:txXfrm rot="5400000">
        <a:off x="4794051" y="1938139"/>
        <a:ext cx="1768078" cy="3785393"/>
      </dsp:txXfrm>
    </dsp:sp>
    <dsp:sp modelId="{92E76A77-D1EA-EF42-B28B-6E6E21434418}">
      <dsp:nvSpPr>
        <dsp:cNvPr id="0" name=""/>
        <dsp:cNvSpPr/>
      </dsp:nvSpPr>
      <dsp:spPr>
        <a:xfrm>
          <a:off x="2649775" y="1768078"/>
          <a:ext cx="2271236" cy="1178718"/>
        </a:xfrm>
        <a:prstGeom prst="roundRect">
          <a:avLst/>
        </a:prstGeom>
        <a:solidFill>
          <a:schemeClr val="bg1"/>
        </a:solidFill>
        <a:ln>
          <a:solidFill>
            <a:schemeClr val="tx1"/>
          </a:solid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dsp:style>
      <dsp:txBody>
        <a:bodyPr spcFirstLastPara="0" vert="horz" wrap="square" lIns="68580" tIns="68580" rIns="68580" bIns="68580" numCol="1" spcCol="1270" anchor="ctr" anchorCtr="0">
          <a:noAutofit/>
        </a:bodyPr>
        <a:lstStyle/>
        <a:p>
          <a:pPr lvl="0" algn="ctr" defTabSz="800100" rtl="0">
            <a:lnSpc>
              <a:spcPct val="90000"/>
            </a:lnSpc>
            <a:spcBef>
              <a:spcPct val="0"/>
            </a:spcBef>
            <a:spcAft>
              <a:spcPct val="35000"/>
            </a:spcAft>
          </a:pPr>
          <a:r>
            <a:rPr lang="en-US" sz="1800" kern="1200" dirty="0" smtClean="0"/>
            <a:t>Four elements are involved:</a:t>
          </a:r>
          <a:endParaRPr lang="en-US" sz="1800" kern="1200" dirty="0"/>
        </a:p>
      </dsp:txBody>
      <dsp:txXfrm>
        <a:off x="2649775" y="1768078"/>
        <a:ext cx="2271236" cy="1178718"/>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matrix1">
  <dgm:title val=""/>
  <dgm:desc val=""/>
  <dgm:catLst>
    <dgm:cat type="matrix" pri="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styleData>
  <dgm:clr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clrData>
  <dgm:layoutNode name="diagram">
    <dgm:varLst>
      <dgm:chMax val="1"/>
      <dgm:dir/>
      <dgm:animLvl val="ctr"/>
      <dgm:resizeHandles val="exact"/>
    </dgm:varLst>
    <dgm:alg type="composite"/>
    <dgm:shape xmlns:r="http://schemas.openxmlformats.org/officeDocument/2006/relationships" r:blip="">
      <dgm:adjLst/>
    </dgm:shape>
    <dgm:presOf/>
    <dgm:constrLst>
      <dgm:constr type="ctrX" for="ch" forName="matrix" refType="w" fact="0.5"/>
      <dgm:constr type="ctrY" for="ch" forName="matrix" refType="h" fact="0.5"/>
      <dgm:constr type="w" for="ch" forName="matrix" refType="w"/>
      <dgm:constr type="h" for="ch" forName="matrix" refType="h"/>
      <dgm:constr type="ctrX" for="ch" forName="centerTile" refType="w" fact="0.5"/>
      <dgm:constr type="ctrY" for="ch" forName="centerTile" refType="h" fact="0.5"/>
      <dgm:constr type="w" for="ch" forName="centerTile" refType="w" fact="0.3"/>
      <dgm:constr type="h" for="ch" forName="centerTile" refType="h" fact="0.25"/>
      <dgm:constr type="primFontSz" for="des" ptType="node" op="equ" val="65"/>
    </dgm:constrLst>
    <dgm:ruleLst/>
    <dgm:choose name="Name0">
      <dgm:if name="Name1" axis="ch" ptType="node" func="cnt" op="gte" val="1">
        <dgm:layoutNode name="matrix">
          <dgm:alg type="composite"/>
          <dgm:shape xmlns:r="http://schemas.openxmlformats.org/officeDocument/2006/relationships" r:blip="">
            <dgm:adjLst/>
          </dgm:shape>
          <dgm:presOf/>
          <dgm:constrLst>
            <dgm:constr type="l" for="ch" forName="tile1"/>
            <dgm:constr type="t" for="ch" forName="tile1"/>
            <dgm:constr type="r" for="ch" forName="tile1" refType="w" fact="0.5"/>
            <dgm:constr type="b" for="ch" forName="tile1" refType="h" fact="0.5"/>
            <dgm:constr type="l" for="ch" forName="tile1text" refType="l" refFor="ch" refForName="tile1"/>
            <dgm:constr type="t" for="ch" forName="tile1text" refType="t" refFor="ch" refForName="tile1"/>
            <dgm:constr type="w" for="ch" forName="tile1text" refType="w" refFor="ch" refForName="tile1"/>
            <dgm:constr type="h" for="ch" forName="tile1text" refType="h" refFor="ch" refForName="tile1" fact="0.75"/>
            <dgm:constr type="r" for="ch" forName="tile2" refType="w"/>
            <dgm:constr type="t" for="ch" forName="tile2"/>
            <dgm:constr type="l" for="ch" forName="tile2" refType="w" fact="0.5"/>
            <dgm:constr type="b" for="ch" forName="tile2" refType="h" fact="0.5"/>
            <dgm:constr type="r" for="ch" forName="tile2text" refType="r" refFor="ch" refForName="tile2"/>
            <dgm:constr type="t" for="ch" forName="tile2text" refType="t" refFor="ch" refForName="tile2"/>
            <dgm:constr type="w" for="ch" forName="tile2text" refType="w" refFor="ch" refForName="tile2"/>
            <dgm:constr type="h" for="ch" forName="tile2text" refType="h" refFor="ch" refForName="tile2" fact="0.75"/>
            <dgm:constr type="l" for="ch" forName="tile3"/>
            <dgm:constr type="b" for="ch" forName="tile3" refType="h"/>
            <dgm:constr type="r" for="ch" forName="tile3" refType="w" fact="0.5"/>
            <dgm:constr type="t" for="ch" forName="tile3" refType="h" fact="0.5"/>
            <dgm:constr type="l" for="ch" forName="tile3text" refType="l" refFor="ch" refForName="tile3"/>
            <dgm:constr type="b" for="ch" forName="tile3text" refType="b" refFor="ch" refForName="tile3"/>
            <dgm:constr type="w" for="ch" forName="tile3text" refType="w" refFor="ch" refForName="tile3"/>
            <dgm:constr type="h" for="ch" forName="tile3text" refType="h" refFor="ch" refForName="tile3" fact="0.75"/>
            <dgm:constr type="r" for="ch" forName="tile4" refType="w"/>
            <dgm:constr type="b" for="ch" forName="tile4" refType="h"/>
            <dgm:constr type="l" for="ch" forName="tile4" refType="w" fact="0.5"/>
            <dgm:constr type="t" for="ch" forName="tile4" refType="h" fact="0.5"/>
            <dgm:constr type="r" for="ch" forName="tile4text" refType="r" refFor="ch" refForName="tile4"/>
            <dgm:constr type="b" for="ch" forName="tile4text" refType="b" refFor="ch" refForName="tile4"/>
            <dgm:constr type="w" for="ch" forName="tile4text" refType="w" refFor="ch" refForName="tile4"/>
            <dgm:constr type="h" for="ch" forName="tile4text" refType="h" refFor="ch" refForName="tile4" fact="0.75"/>
          </dgm:constrLst>
          <dgm:ruleLst/>
          <dgm:layoutNode name="tile1" styleLbl="node1">
            <dgm:alg type="sp"/>
            <dgm:shape xmlns:r="http://schemas.openxmlformats.org/officeDocument/2006/relationships" rot="270" type="round1Rect" r:blip="">
              <dgm:adjLst/>
            </dgm:shape>
            <dgm:choose name="Name2">
              <dgm:if name="Name3" func="var" arg="dir" op="equ" val="norm">
                <dgm:presOf axis="ch ch desOrSelf" ptType="node node node" st="1 1 1" cnt="1 1 0"/>
              </dgm:if>
              <dgm:else name="Name4">
                <dgm:presOf axis="ch ch desOrSelf" ptType="node node node" st="1 2 1" cnt="1 1 0"/>
              </dgm:else>
            </dgm:choose>
            <dgm:constrLst/>
            <dgm:ruleLst/>
          </dgm:layoutNode>
          <dgm:layoutNode name="tile1text" styleLbl="node1">
            <dgm:varLst>
              <dgm:chMax val="0"/>
              <dgm:chPref val="0"/>
              <dgm:bulletEnabled val="1"/>
            </dgm:varLst>
            <dgm:choose name="Name5">
              <dgm:if name="Name6" axis="root des" func="maxDepth" op="gte" val="3">
                <dgm:alg type="tx">
                  <dgm:param type="txAnchorVert" val="t"/>
                  <dgm:param type="parTxLTRAlign" val="l"/>
                  <dgm:param type="parTxRTLAlign" val="r"/>
                </dgm:alg>
              </dgm:if>
              <dgm:else name="Name7">
                <dgm:alg type="tx"/>
              </dgm:else>
            </dgm:choose>
            <dgm:shape xmlns:r="http://schemas.openxmlformats.org/officeDocument/2006/relationships" rot="270" type="rect" r:blip="" hideGeom="1">
              <dgm:adjLst>
                <dgm:adj idx="1" val="0.2"/>
              </dgm:adjLst>
            </dgm:shape>
            <dgm:choose name="Name8">
              <dgm:if name="Name9" func="var" arg="dir" op="equ" val="norm">
                <dgm:presOf axis="ch ch desOrSelf" ptType="node node node" st="1 1 1" cnt="1 1 0"/>
              </dgm:if>
              <dgm:else name="Name10">
                <dgm:presOf axis="ch ch desOrSelf" ptType="node node node" st="1 2 1" cnt="1 1 0"/>
              </dgm:else>
            </dgm:choose>
            <dgm:constrLst/>
            <dgm:ruleLst>
              <dgm:rule type="primFontSz" val="5" fact="NaN" max="NaN"/>
            </dgm:ruleLst>
          </dgm:layoutNode>
          <dgm:layoutNode name="tile2" styleLbl="node1">
            <dgm:alg type="sp"/>
            <dgm:shape xmlns:r="http://schemas.openxmlformats.org/officeDocument/2006/relationships" type="round1Rect" r:blip="">
              <dgm:adjLst/>
            </dgm:shape>
            <dgm:choose name="Name11">
              <dgm:if name="Name12" func="var" arg="dir" op="equ" val="norm">
                <dgm:presOf axis="ch ch desOrSelf" ptType="node node node" st="1 2 1" cnt="1 1 0"/>
              </dgm:if>
              <dgm:else name="Name13">
                <dgm:presOf axis="ch ch desOrSelf" ptType="node node node" st="1 1 1" cnt="1 1 0"/>
              </dgm:else>
            </dgm:choose>
            <dgm:constrLst/>
            <dgm:ruleLst/>
          </dgm:layoutNode>
          <dgm:layoutNode name="tile2text" styleLbl="node1">
            <dgm:varLst>
              <dgm:chMax val="0"/>
              <dgm:chPref val="0"/>
              <dgm:bulletEnabled val="1"/>
            </dgm:varLst>
            <dgm:choose name="Name14">
              <dgm:if name="Name15" axis="root des" func="maxDepth" op="gte" val="3">
                <dgm:alg type="tx">
                  <dgm:param type="txAnchorVert" val="t"/>
                  <dgm:param type="parTxLTRAlign" val="l"/>
                  <dgm:param type="parTxRTLAlign" val="r"/>
                </dgm:alg>
              </dgm:if>
              <dgm:else name="Name16">
                <dgm:alg type="tx"/>
              </dgm:else>
            </dgm:choose>
            <dgm:shape xmlns:r="http://schemas.openxmlformats.org/officeDocument/2006/relationships" type="rect" r:blip="" hideGeom="1">
              <dgm:adjLst/>
            </dgm:shape>
            <dgm:choose name="Name17">
              <dgm:if name="Name18" func="var" arg="dir" op="equ" val="norm">
                <dgm:presOf axis="ch ch desOrSelf" ptType="node node node" st="1 2 1" cnt="1 1 0"/>
              </dgm:if>
              <dgm:else name="Name19">
                <dgm:presOf axis="ch ch desOrSelf" ptType="node node node" st="1 1 1" cnt="1 1 0"/>
              </dgm:else>
            </dgm:choose>
            <dgm:constrLst/>
            <dgm:ruleLst>
              <dgm:rule type="primFontSz" val="5" fact="NaN" max="NaN"/>
            </dgm:ruleLst>
          </dgm:layoutNode>
          <dgm:layoutNode name="tile3" styleLbl="node1">
            <dgm:alg type="sp"/>
            <dgm:shape xmlns:r="http://schemas.openxmlformats.org/officeDocument/2006/relationships" rot="180" type="round1Rect" r:blip="">
              <dgm:adjLst/>
            </dgm:shape>
            <dgm:choose name="Name20">
              <dgm:if name="Name21" func="var" arg="dir" op="equ" val="norm">
                <dgm:presOf axis="ch ch desOrSelf" ptType="node node node" st="1 3 1" cnt="1 1 0"/>
              </dgm:if>
              <dgm:else name="Name22">
                <dgm:presOf axis="ch ch desOrSelf" ptType="node node node" st="1 4 1" cnt="1 1 0"/>
              </dgm:else>
            </dgm:choose>
            <dgm:constrLst/>
            <dgm:ruleLst/>
          </dgm:layoutNode>
          <dgm:layoutNode name="tile3text" styleLbl="node1">
            <dgm:varLst>
              <dgm:chMax val="0"/>
              <dgm:chPref val="0"/>
              <dgm:bulletEnabled val="1"/>
            </dgm:varLst>
            <dgm:choose name="Name23">
              <dgm:if name="Name24" axis="root des" func="maxDepth" op="gte" val="3">
                <dgm:alg type="tx">
                  <dgm:param type="txAnchorVert" val="t"/>
                  <dgm:param type="parTxLTRAlign" val="l"/>
                  <dgm:param type="parTxRTLAlign" val="r"/>
                </dgm:alg>
              </dgm:if>
              <dgm:else name="Name25">
                <dgm:alg type="tx"/>
              </dgm:else>
            </dgm:choose>
            <dgm:shape xmlns:r="http://schemas.openxmlformats.org/officeDocument/2006/relationships" rot="180" type="rect" r:blip="" hideGeom="1">
              <dgm:adjLst/>
            </dgm:shape>
            <dgm:choose name="Name26">
              <dgm:if name="Name27" func="var" arg="dir" op="equ" val="norm">
                <dgm:presOf axis="ch ch desOrSelf" ptType="node node node" st="1 3 1" cnt="1 1 0"/>
              </dgm:if>
              <dgm:else name="Name28">
                <dgm:presOf axis="ch ch desOrSelf" ptType="node node node" st="1 4 1" cnt="1 1 0"/>
              </dgm:else>
            </dgm:choose>
            <dgm:constrLst/>
            <dgm:ruleLst>
              <dgm:rule type="primFontSz" val="5" fact="NaN" max="NaN"/>
            </dgm:ruleLst>
          </dgm:layoutNode>
          <dgm:layoutNode name="tile4" styleLbl="node1">
            <dgm:alg type="sp"/>
            <dgm:shape xmlns:r="http://schemas.openxmlformats.org/officeDocument/2006/relationships" rot="90" type="round1Rect" r:blip="">
              <dgm:adjLst/>
            </dgm:shape>
            <dgm:choose name="Name29">
              <dgm:if name="Name30" func="var" arg="dir" op="equ" val="norm">
                <dgm:presOf axis="ch ch desOrSelf" ptType="node node node" st="1 4 1" cnt="1 1 0"/>
              </dgm:if>
              <dgm:else name="Name31">
                <dgm:presOf axis="ch ch desOrSelf" ptType="node node node" st="1 3 1" cnt="1 1 0"/>
              </dgm:else>
            </dgm:choose>
            <dgm:constrLst/>
            <dgm:ruleLst/>
          </dgm:layoutNode>
          <dgm:layoutNode name="tile4text" styleLbl="node1">
            <dgm:varLst>
              <dgm:chMax val="0"/>
              <dgm:chPref val="0"/>
              <dgm:bulletEnabled val="1"/>
            </dgm:varLst>
            <dgm:choose name="Name32">
              <dgm:if name="Name33" axis="root des" func="maxDepth" op="gte" val="3">
                <dgm:alg type="tx">
                  <dgm:param type="txAnchorVert" val="t"/>
                  <dgm:param type="parTxLTRAlign" val="l"/>
                  <dgm:param type="parTxRTLAlign" val="r"/>
                </dgm:alg>
              </dgm:if>
              <dgm:else name="Name34">
                <dgm:alg type="tx"/>
              </dgm:else>
            </dgm:choose>
            <dgm:shape xmlns:r="http://schemas.openxmlformats.org/officeDocument/2006/relationships" rot="90" type="rect" r:blip="" hideGeom="1">
              <dgm:adjLst/>
            </dgm:shape>
            <dgm:choose name="Name35">
              <dgm:if name="Name36" func="var" arg="dir" op="equ" val="norm">
                <dgm:presOf axis="ch ch desOrSelf" ptType="node node node" st="1 4 1" cnt="1 1 0"/>
              </dgm:if>
              <dgm:else name="Name37">
                <dgm:presOf axis="ch ch desOrSelf" ptType="node node node" st="1 3 1" cnt="1 1 0"/>
              </dgm:else>
            </dgm:choose>
            <dgm:constrLst/>
            <dgm:ruleLst>
              <dgm:rule type="primFontSz" val="5" fact="NaN" max="NaN"/>
            </dgm:ruleLst>
          </dgm:layoutNode>
        </dgm:layoutNode>
        <dgm:layoutNode name="centerTile" styleLbl="fgShp">
          <dgm:varLst>
            <dgm:chMax val="0"/>
            <dgm:chPref val="0"/>
          </dgm:varLst>
          <dgm:alg type="tx"/>
          <dgm:shape xmlns:r="http://schemas.openxmlformats.org/officeDocument/2006/relationships" type="roundRect" r:blip="">
            <dgm:adjLst/>
          </dgm:shape>
          <dgm:presOf axis="ch" ptType="node" cnt="1"/>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8"/>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6.pict"/></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Pr>
        <a:solidFill>
          <a:schemeClr val="bg1"/>
        </a:solidFill>
        <a:effectLst/>
      </p:bgPr>
    </p:bg>
    <p:spTree>
      <p:nvGrpSpPr>
        <p:cNvPr id="1" name=""/>
        <p:cNvGrpSpPr/>
        <p:nvPr/>
      </p:nvGrpSpPr>
      <p:grpSpPr>
        <a:xfrm>
          <a:off x="0" y="0"/>
          <a:ext cx="0" cy="0"/>
          <a:chOff x="0" y="0"/>
          <a:chExt cx="0" cy="0"/>
        </a:xfrm>
      </p:grpSpPr>
      <p:sp>
        <p:nvSpPr>
          <p:cNvPr id="7168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pitchFamily="-107" charset="0"/>
              </a:defRPr>
            </a:lvl1pPr>
          </a:lstStyle>
          <a:p>
            <a:pPr>
              <a:defRPr/>
            </a:pPr>
            <a:endParaRPr lang="en-US" dirty="0"/>
          </a:p>
        </p:txBody>
      </p:sp>
      <p:sp>
        <p:nvSpPr>
          <p:cNvPr id="71683"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pitchFamily="-107" charset="0"/>
              </a:defRPr>
            </a:lvl1pPr>
          </a:lstStyle>
          <a:p>
            <a:pPr>
              <a:defRPr/>
            </a:pPr>
            <a:endParaRPr lang="en-US" dirty="0"/>
          </a:p>
        </p:txBody>
      </p:sp>
      <p:sp>
        <p:nvSpPr>
          <p:cNvPr id="71684"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pitchFamily="-107" charset="0"/>
              </a:defRPr>
            </a:lvl1pPr>
          </a:lstStyle>
          <a:p>
            <a:pPr>
              <a:defRPr/>
            </a:pPr>
            <a:endParaRPr lang="en-US" dirty="0"/>
          </a:p>
        </p:txBody>
      </p:sp>
      <p:sp>
        <p:nvSpPr>
          <p:cNvPr id="71685"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pitchFamily="-107" charset="0"/>
              </a:defRPr>
            </a:lvl1pPr>
          </a:lstStyle>
          <a:p>
            <a:pPr>
              <a:defRPr/>
            </a:pPr>
            <a:fld id="{13ED3E49-6ACD-5349-9CBA-33491667F221}" type="slidenum">
              <a:rPr lang="en-AU"/>
              <a:pPr>
                <a:defRPr/>
              </a:pPr>
              <a:t>‹#›</a:t>
            </a:fld>
            <a:endParaRPr lang="en-AU" dirty="0"/>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Pr>
        <a:solidFill>
          <a:schemeClr val="bg1"/>
        </a:solidFill>
        <a:effectLst/>
      </p:bgPr>
    </p:bg>
    <p:spTree>
      <p:nvGrpSpPr>
        <p:cNvPr id="1" name=""/>
        <p:cNvGrpSpPr/>
        <p:nvPr/>
      </p:nvGrpSpPr>
      <p:grpSpPr>
        <a:xfrm>
          <a:off x="0" y="0"/>
          <a:ext cx="0" cy="0"/>
          <a:chOff x="0" y="0"/>
          <a:chExt cx="0" cy="0"/>
        </a:xfrm>
      </p:grpSpPr>
      <p:sp>
        <p:nvSpPr>
          <p:cNvPr id="2253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pitchFamily="-107" charset="0"/>
              </a:defRPr>
            </a:lvl1pPr>
          </a:lstStyle>
          <a:p>
            <a:pPr>
              <a:defRPr/>
            </a:pPr>
            <a:endParaRPr lang="en-US" dirty="0"/>
          </a:p>
        </p:txBody>
      </p:sp>
      <p:sp>
        <p:nvSpPr>
          <p:cNvPr id="22531"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pitchFamily="-107" charset="0"/>
              </a:defRPr>
            </a:lvl1pPr>
          </a:lstStyle>
          <a:p>
            <a:pPr>
              <a:defRPr/>
            </a:pPr>
            <a:endParaRPr lang="en-US" dirty="0"/>
          </a:p>
        </p:txBody>
      </p:sp>
      <p:sp>
        <p:nvSpPr>
          <p:cNvPr id="1434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22533"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AU" noProof="0"/>
              <a:t>Click to edit Master text styles</a:t>
            </a:r>
          </a:p>
          <a:p>
            <a:pPr lvl="1"/>
            <a:r>
              <a:rPr lang="en-AU" noProof="0"/>
              <a:t>Second level</a:t>
            </a:r>
          </a:p>
          <a:p>
            <a:pPr lvl="2"/>
            <a:r>
              <a:rPr lang="en-AU" noProof="0"/>
              <a:t>Third level</a:t>
            </a:r>
          </a:p>
          <a:p>
            <a:pPr lvl="3"/>
            <a:r>
              <a:rPr lang="en-AU" noProof="0"/>
              <a:t>Fourth level</a:t>
            </a:r>
          </a:p>
          <a:p>
            <a:pPr lvl="4"/>
            <a:r>
              <a:rPr lang="en-AU" noProof="0"/>
              <a:t>Fifth level</a:t>
            </a:r>
          </a:p>
        </p:txBody>
      </p:sp>
      <p:sp>
        <p:nvSpPr>
          <p:cNvPr id="22534"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pitchFamily="-107" charset="0"/>
              </a:defRPr>
            </a:lvl1pPr>
          </a:lstStyle>
          <a:p>
            <a:pPr>
              <a:defRPr/>
            </a:pPr>
            <a:endParaRPr lang="en-US" dirty="0"/>
          </a:p>
        </p:txBody>
      </p:sp>
      <p:sp>
        <p:nvSpPr>
          <p:cNvPr id="22535"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pitchFamily="-107" charset="0"/>
              </a:defRPr>
            </a:lvl1pPr>
          </a:lstStyle>
          <a:p>
            <a:pPr>
              <a:defRPr/>
            </a:pPr>
            <a:fld id="{1F367800-5097-CF4A-B426-45CFBC2869B7}" type="slidenum">
              <a:rPr lang="en-AU"/>
              <a:pPr>
                <a:defRPr/>
              </a:pPr>
              <a:t>‹#›</a:t>
            </a:fld>
            <a:endParaRPr lang="en-AU" dirty="0"/>
          </a:p>
        </p:txBody>
      </p:sp>
    </p:spTree>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charset="0"/>
        <a:ea typeface="ＭＳ Ｐゴシック" pitchFamily="-107" charset="-128"/>
        <a:cs typeface="ＭＳ Ｐゴシック" pitchFamily="-107" charset="-128"/>
      </a:defRPr>
    </a:lvl1pPr>
    <a:lvl2pPr marL="4572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9698" name="Rectangle 1031"/>
          <p:cNvSpPr>
            <a:spLocks noGrp="1" noChangeArrowheads="1"/>
          </p:cNvSpPr>
          <p:nvPr>
            <p:ph type="sldNum" sz="quarter" idx="5"/>
          </p:nvPr>
        </p:nvSpPr>
        <p:spPr>
          <a:noFill/>
        </p:spPr>
        <p:txBody>
          <a:bodyPr/>
          <a:lstStyle/>
          <a:p>
            <a:fld id="{E19838C5-D210-634D-AD54-173CE2131589}" type="slidenum">
              <a:rPr lang="en-AU">
                <a:latin typeface="Arial" pitchFamily="-84" charset="0"/>
              </a:rPr>
              <a:pPr/>
              <a:t>1</a:t>
            </a:fld>
            <a:endParaRPr lang="en-AU" dirty="0">
              <a:latin typeface="Arial" pitchFamily="-84" charset="0"/>
            </a:endParaRPr>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a:ln/>
        </p:spPr>
        <p:txBody>
          <a:bodyPr/>
          <a:lstStyle/>
          <a:p>
            <a:pPr eaLnBrk="1" hangingPunct="1"/>
            <a:r>
              <a:rPr lang="en-US" dirty="0" smtClean="0">
                <a:latin typeface="Times New Roman" pitchFamily="-84" charset="0"/>
                <a:ea typeface="ＭＳ Ｐゴシック" pitchFamily="-84" charset="-128"/>
                <a:cs typeface="ＭＳ Ｐゴシック" pitchFamily="-84" charset="-128"/>
              </a:rPr>
              <a:t>Lecture slides prepared for “Cryptography and Network Security”,</a:t>
            </a:r>
            <a:r>
              <a:rPr lang="en-US" dirty="0" smtClean="0">
                <a:latin typeface="Times New Roman" pitchFamily="-84" charset="0"/>
                <a:ea typeface="ＭＳ Ｐゴシック" pitchFamily="-84" charset="-128"/>
                <a:cs typeface="ＭＳ Ｐゴシック" pitchFamily="-84" charset="-128"/>
              </a:rPr>
              <a:t> 7/</a:t>
            </a:r>
            <a:r>
              <a:rPr lang="en-US" dirty="0" smtClean="0">
                <a:latin typeface="Times New Roman" pitchFamily="-84" charset="0"/>
                <a:ea typeface="ＭＳ Ｐゴシック" pitchFamily="-84" charset="-128"/>
                <a:cs typeface="ＭＳ Ｐゴシック" pitchFamily="-84" charset="-128"/>
              </a:rPr>
              <a:t>e, by William Stallings</a:t>
            </a:r>
            <a:r>
              <a:rPr lang="en-US" dirty="0" smtClean="0">
                <a:latin typeface="Arial" pitchFamily="-84" charset="0"/>
                <a:ea typeface="ＭＳ Ｐゴシック" pitchFamily="-84" charset="-128"/>
                <a:cs typeface="ＭＳ Ｐゴシック" pitchFamily="-84" charset="-128"/>
              </a:rPr>
              <a:t>, Chapter 13 – “</a:t>
            </a:r>
            <a:r>
              <a:rPr lang="en-AU" dirty="0" smtClean="0">
                <a:latin typeface="Arial" pitchFamily="-84" charset="0"/>
                <a:ea typeface="ＭＳ Ｐゴシック" pitchFamily="-84" charset="-128"/>
                <a:cs typeface="ＭＳ Ｐゴシック" pitchFamily="-84" charset="-128"/>
              </a:rPr>
              <a:t>Digital</a:t>
            </a:r>
            <a:r>
              <a:rPr lang="en-AU" baseline="0" dirty="0" smtClean="0">
                <a:latin typeface="Arial" pitchFamily="-84" charset="0"/>
                <a:ea typeface="ＭＳ Ｐゴシック" pitchFamily="-84" charset="-128"/>
                <a:cs typeface="ＭＳ Ｐゴシック" pitchFamily="-84" charset="-128"/>
              </a:rPr>
              <a:t> Signatures</a:t>
            </a:r>
            <a:r>
              <a:rPr lang="en-US" dirty="0" smtClean="0">
                <a:latin typeface="Arial" pitchFamily="-84" charset="0"/>
                <a:ea typeface="ＭＳ Ｐゴシック" pitchFamily="-84" charset="-128"/>
                <a:cs typeface="ＭＳ Ｐゴシック" pitchFamily="-84" charset="-128"/>
              </a:rPr>
              <a:t>”.</a:t>
            </a:r>
            <a:endParaRPr lang="en-AU" dirty="0" smtClean="0">
              <a:latin typeface="Arial" pitchFamily="-84" charset="0"/>
              <a:ea typeface="ＭＳ Ｐゴシック" pitchFamily="-84" charset="-128"/>
              <a:cs typeface="ＭＳ Ｐゴシック" pitchFamily="-84" charset="-128"/>
            </a:endParaRPr>
          </a:p>
          <a:p>
            <a:pPr eaLnBrk="1" hangingPunct="1"/>
            <a:endParaRPr lang="en-AU" dirty="0" smtClean="0">
              <a:latin typeface="Times New Roman" pitchFamily="-84" charset="0"/>
              <a:ea typeface="ＭＳ Ｐゴシック" pitchFamily="-84" charset="-128"/>
              <a:cs typeface="ＭＳ Ｐゴシック" pitchFamily="-84" charset="-128"/>
            </a:endParaRPr>
          </a:p>
          <a:p>
            <a:pPr eaLnBrk="1" hangingPunct="1"/>
            <a:endParaRPr lang="en-US" dirty="0" smtClean="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1746" name="Slide Image Placeholder 1"/>
          <p:cNvSpPr>
            <a:spLocks noGrp="1" noRot="1" noChangeAspect="1"/>
          </p:cNvSpPr>
          <p:nvPr>
            <p:ph type="sldImg"/>
          </p:nvPr>
        </p:nvSpPr>
        <p:spPr>
          <a:ln/>
        </p:spPr>
      </p:sp>
      <p:sp>
        <p:nvSpPr>
          <p:cNvPr id="31747" name="Notes Placeholder 2"/>
          <p:cNvSpPr>
            <a:spLocks noGrp="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The most important development from the work on public-key cryptography is the</a:t>
            </a:r>
          </a:p>
          <a:p>
            <a:r>
              <a:rPr lang="en-US" sz="1200" kern="1200" baseline="0" dirty="0" smtClean="0">
                <a:solidFill>
                  <a:schemeClr val="tx1"/>
                </a:solidFill>
                <a:latin typeface="Arial" charset="0"/>
                <a:ea typeface="ＭＳ Ｐゴシック" pitchFamily="-107" charset="-128"/>
                <a:cs typeface="ＭＳ Ｐゴシック" pitchFamily="-107" charset="-128"/>
              </a:rPr>
              <a:t>digital signature. The digital signature provides a set of security capabilities that would</a:t>
            </a:r>
          </a:p>
          <a:p>
            <a:r>
              <a:rPr lang="en-US" sz="1200" kern="1200" baseline="0" dirty="0" smtClean="0">
                <a:solidFill>
                  <a:schemeClr val="tx1"/>
                </a:solidFill>
                <a:latin typeface="Arial" charset="0"/>
                <a:ea typeface="ＭＳ Ｐゴシック" pitchFamily="-107" charset="-128"/>
                <a:cs typeface="ＭＳ Ｐゴシック" pitchFamily="-107" charset="-128"/>
              </a:rPr>
              <a:t>be difficult to implement in any other way.</a:t>
            </a:r>
            <a:endParaRPr lang="en-US" dirty="0" smtClean="0">
              <a:latin typeface="Arial" pitchFamily="-84" charset="0"/>
              <a:ea typeface="ＭＳ Ｐゴシック" pitchFamily="-84" charset="-128"/>
              <a:cs typeface="ＭＳ Ｐゴシック" pitchFamily="-84" charset="-128"/>
            </a:endParaRPr>
          </a:p>
        </p:txBody>
      </p:sp>
      <p:sp>
        <p:nvSpPr>
          <p:cNvPr id="31748" name="Slide Number Placeholder 3"/>
          <p:cNvSpPr>
            <a:spLocks noGrp="1"/>
          </p:cNvSpPr>
          <p:nvPr>
            <p:ph type="sldNum" sz="quarter" idx="5"/>
          </p:nvPr>
        </p:nvSpPr>
        <p:spPr>
          <a:noFill/>
        </p:spPr>
        <p:txBody>
          <a:bodyPr/>
          <a:lstStyle/>
          <a:p>
            <a:fld id="{2110E2E4-7EF1-9740-B874-0923C8317D3F}" type="slidenum">
              <a:rPr lang="en-AU" smtClean="0">
                <a:latin typeface="Arial" pitchFamily="-84" charset="0"/>
              </a:rPr>
              <a:pPr/>
              <a:t>2</a:t>
            </a:fld>
            <a:endParaRPr lang="en-AU" dirty="0" smtClean="0">
              <a:latin typeface="Arial" pitchFamily="-8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2530" name="Slide Image Placeholder 1"/>
          <p:cNvSpPr>
            <a:spLocks noGrp="1" noRot="1" noChangeAspect="1"/>
          </p:cNvSpPr>
          <p:nvPr>
            <p:ph type="sldImg"/>
          </p:nvPr>
        </p:nvSpPr>
        <p:spPr>
          <a:ln/>
        </p:spPr>
      </p:sp>
      <p:sp>
        <p:nvSpPr>
          <p:cNvPr id="22531" name="Notes Placeholder 2"/>
          <p:cNvSpPr>
            <a:spLocks noGrp="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Figure 13.1 is a generic model of the process of constructing and using digital</a:t>
            </a:r>
          </a:p>
          <a:p>
            <a:r>
              <a:rPr lang="en-US" sz="1200" kern="1200" baseline="0" dirty="0" smtClean="0">
                <a:solidFill>
                  <a:schemeClr val="tx1"/>
                </a:solidFill>
                <a:latin typeface="Arial" charset="0"/>
                <a:ea typeface="ＭＳ Ｐゴシック" pitchFamily="-107" charset="-128"/>
                <a:cs typeface="ＭＳ Ｐゴシック" pitchFamily="-107" charset="-128"/>
              </a:rPr>
              <a:t>signatures. All of the digital signature schemes discussed in this chapter have this</a:t>
            </a:r>
          </a:p>
          <a:p>
            <a:r>
              <a:rPr lang="en-US" sz="1200" kern="1200" baseline="0" dirty="0" smtClean="0">
                <a:solidFill>
                  <a:schemeClr val="tx1"/>
                </a:solidFill>
                <a:latin typeface="Arial" charset="0"/>
                <a:ea typeface="ＭＳ Ｐゴシック" pitchFamily="-107" charset="-128"/>
                <a:cs typeface="ＭＳ Ｐゴシック" pitchFamily="-107" charset="-128"/>
              </a:rPr>
              <a:t>structure.</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Suppose that Bob wants to send a message to Alice. Although it is not</a:t>
            </a:r>
          </a:p>
          <a:p>
            <a:r>
              <a:rPr lang="en-US" sz="1200" kern="1200" baseline="0" dirty="0" smtClean="0">
                <a:solidFill>
                  <a:schemeClr val="tx1"/>
                </a:solidFill>
                <a:latin typeface="Arial" charset="0"/>
                <a:ea typeface="ＭＳ Ｐゴシック" pitchFamily="-107" charset="-128"/>
                <a:cs typeface="ＭＳ Ｐゴシック" pitchFamily="-107" charset="-128"/>
              </a:rPr>
              <a:t>important that the message be kept secret, he wants Alice to be certain that the</a:t>
            </a:r>
          </a:p>
          <a:p>
            <a:r>
              <a:rPr lang="en-US" sz="1200" kern="1200" baseline="0" dirty="0" smtClean="0">
                <a:solidFill>
                  <a:schemeClr val="tx1"/>
                </a:solidFill>
                <a:latin typeface="Arial" charset="0"/>
                <a:ea typeface="ＭＳ Ｐゴシック" pitchFamily="-107" charset="-128"/>
                <a:cs typeface="ＭＳ Ｐゴシック" pitchFamily="-107" charset="-128"/>
              </a:rPr>
              <a:t>message is indeed from him. For this purpose, Bob uses a secure hash function, such</a:t>
            </a:r>
          </a:p>
          <a:p>
            <a:r>
              <a:rPr lang="en-US" sz="1200" kern="1200" baseline="0" dirty="0" smtClean="0">
                <a:solidFill>
                  <a:schemeClr val="tx1"/>
                </a:solidFill>
                <a:latin typeface="Arial" charset="0"/>
                <a:ea typeface="ＭＳ Ｐゴシック" pitchFamily="-107" charset="-128"/>
                <a:cs typeface="ＭＳ Ｐゴシック" pitchFamily="-107" charset="-128"/>
              </a:rPr>
              <a:t>as SHA-512, to generate a hash value for the message. That hash value, together</a:t>
            </a:r>
          </a:p>
          <a:p>
            <a:r>
              <a:rPr lang="en-US" sz="1200" kern="1200" baseline="0" dirty="0" smtClean="0">
                <a:solidFill>
                  <a:schemeClr val="tx1"/>
                </a:solidFill>
                <a:latin typeface="Arial" charset="0"/>
                <a:ea typeface="ＭＳ Ｐゴシック" pitchFamily="-107" charset="-128"/>
                <a:cs typeface="ＭＳ Ｐゴシック" pitchFamily="-107" charset="-128"/>
              </a:rPr>
              <a:t>with Bob’s private key serves as input to a digital signature generation algorithm,</a:t>
            </a:r>
          </a:p>
          <a:p>
            <a:r>
              <a:rPr lang="en-US" sz="1200" kern="1200" baseline="0" dirty="0" smtClean="0">
                <a:solidFill>
                  <a:schemeClr val="tx1"/>
                </a:solidFill>
                <a:latin typeface="Arial" charset="0"/>
                <a:ea typeface="ＭＳ Ｐゴシック" pitchFamily="-107" charset="-128"/>
                <a:cs typeface="ＭＳ Ｐゴシック" pitchFamily="-107" charset="-128"/>
              </a:rPr>
              <a:t>which produces a short block that functions as a digital signature . Bob sends the</a:t>
            </a:r>
          </a:p>
          <a:p>
            <a:r>
              <a:rPr lang="en-US" sz="1200" kern="1200" baseline="0" dirty="0" smtClean="0">
                <a:solidFill>
                  <a:schemeClr val="tx1"/>
                </a:solidFill>
                <a:latin typeface="Arial" charset="0"/>
                <a:ea typeface="ＭＳ Ｐゴシック" pitchFamily="-107" charset="-128"/>
                <a:cs typeface="ＭＳ Ｐゴシック" pitchFamily="-107" charset="-128"/>
              </a:rPr>
              <a:t>message with the signature attached.</a:t>
            </a:r>
          </a:p>
          <a:p>
            <a:r>
              <a:rPr lang="en-US" sz="1200" kern="1200" baseline="0" dirty="0" smtClean="0">
                <a:solidFill>
                  <a:schemeClr val="tx1"/>
                </a:solidFill>
                <a:latin typeface="Arial" charset="0"/>
                <a:ea typeface="ＭＳ Ｐゴシック" pitchFamily="-107" charset="-128"/>
                <a:cs typeface="ＭＳ Ｐゴシック" pitchFamily="-107" charset="-128"/>
              </a:rPr>
              <a:t>When Alice receives the message plus signature,</a:t>
            </a:r>
          </a:p>
          <a:p>
            <a:r>
              <a:rPr lang="en-US" sz="1200" kern="1200" baseline="0" dirty="0" smtClean="0">
                <a:solidFill>
                  <a:schemeClr val="tx1"/>
                </a:solidFill>
                <a:latin typeface="Arial" charset="0"/>
                <a:ea typeface="ＭＳ Ｐゴシック" pitchFamily="-107" charset="-128"/>
                <a:cs typeface="ＭＳ Ｐゴシック" pitchFamily="-107" charset="-128"/>
              </a:rPr>
              <a:t>she (1) calculates a hash value for the message; (2) provides the hash value and</a:t>
            </a:r>
          </a:p>
          <a:p>
            <a:r>
              <a:rPr lang="en-US" sz="1200" kern="1200" baseline="0" dirty="0" smtClean="0">
                <a:solidFill>
                  <a:schemeClr val="tx1"/>
                </a:solidFill>
                <a:latin typeface="Arial" charset="0"/>
                <a:ea typeface="ＭＳ Ｐゴシック" pitchFamily="-107" charset="-128"/>
                <a:cs typeface="ＭＳ Ｐゴシック" pitchFamily="-107" charset="-128"/>
              </a:rPr>
              <a:t>Bob’s public key as inputs to a digital signature verification algorithm. If the algorithm</a:t>
            </a:r>
          </a:p>
          <a:p>
            <a:r>
              <a:rPr lang="en-US" sz="1200" kern="1200" baseline="0" dirty="0" smtClean="0">
                <a:solidFill>
                  <a:schemeClr val="tx1"/>
                </a:solidFill>
                <a:latin typeface="Arial" charset="0"/>
                <a:ea typeface="ＭＳ Ｐゴシック" pitchFamily="-107" charset="-128"/>
                <a:cs typeface="ＭＳ Ｐゴシック" pitchFamily="-107" charset="-128"/>
              </a:rPr>
              <a:t>returns the result that the signature is valid, Alice is assured that the message</a:t>
            </a:r>
          </a:p>
          <a:p>
            <a:r>
              <a:rPr lang="en-US" sz="1200" kern="1200" baseline="0" dirty="0" smtClean="0">
                <a:solidFill>
                  <a:schemeClr val="tx1"/>
                </a:solidFill>
                <a:latin typeface="Arial" charset="0"/>
                <a:ea typeface="ＭＳ Ｐゴシック" pitchFamily="-107" charset="-128"/>
                <a:cs typeface="ＭＳ Ｐゴシック" pitchFamily="-107" charset="-128"/>
              </a:rPr>
              <a:t>must have been signed by Bob. No one else has Bob’s private key and therefore no</a:t>
            </a:r>
          </a:p>
          <a:p>
            <a:r>
              <a:rPr lang="en-US" sz="1200" kern="1200" baseline="0" dirty="0" smtClean="0">
                <a:solidFill>
                  <a:schemeClr val="tx1"/>
                </a:solidFill>
                <a:latin typeface="Arial" charset="0"/>
                <a:ea typeface="ＭＳ Ｐゴシック" pitchFamily="-107" charset="-128"/>
                <a:cs typeface="ＭＳ Ｐゴシック" pitchFamily="-107" charset="-128"/>
              </a:rPr>
              <a:t>one else could have created a signature that could be verified for this message with</a:t>
            </a:r>
          </a:p>
          <a:p>
            <a:r>
              <a:rPr lang="en-US" sz="1200" kern="1200" baseline="0" dirty="0" smtClean="0">
                <a:solidFill>
                  <a:schemeClr val="tx1"/>
                </a:solidFill>
                <a:latin typeface="Arial" charset="0"/>
                <a:ea typeface="ＭＳ Ｐゴシック" pitchFamily="-107" charset="-128"/>
                <a:cs typeface="ＭＳ Ｐゴシック" pitchFamily="-107" charset="-128"/>
              </a:rPr>
              <a:t>Bob’s public key. In addition, it is impossible to alter the message without access to</a:t>
            </a:r>
          </a:p>
          <a:p>
            <a:r>
              <a:rPr lang="en-US" sz="1200" kern="1200" baseline="0" dirty="0" smtClean="0">
                <a:solidFill>
                  <a:schemeClr val="tx1"/>
                </a:solidFill>
                <a:latin typeface="Arial" charset="0"/>
                <a:ea typeface="ＭＳ Ｐゴシック" pitchFamily="-107" charset="-128"/>
                <a:cs typeface="ＭＳ Ｐゴシック" pitchFamily="-107" charset="-128"/>
              </a:rPr>
              <a:t>Bob’s private key, so the message is authenticated both in terms of source and in</a:t>
            </a:r>
          </a:p>
          <a:p>
            <a:r>
              <a:rPr lang="en-US" sz="1200" kern="1200" baseline="0" dirty="0" smtClean="0">
                <a:solidFill>
                  <a:schemeClr val="tx1"/>
                </a:solidFill>
                <a:latin typeface="Arial" charset="0"/>
                <a:ea typeface="ＭＳ Ｐゴシック" pitchFamily="-107" charset="-128"/>
                <a:cs typeface="ＭＳ Ｐゴシック" pitchFamily="-107" charset="-128"/>
              </a:rPr>
              <a:t>terms of data integrity.</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We begin this chapter with an overview of digital signatures. We then present the</a:t>
            </a:r>
          </a:p>
          <a:p>
            <a:r>
              <a:rPr lang="en-US" sz="1200" kern="1200" baseline="0" dirty="0" err="1" smtClean="0">
                <a:solidFill>
                  <a:schemeClr val="tx1"/>
                </a:solidFill>
                <a:latin typeface="Arial" charset="0"/>
                <a:ea typeface="ＭＳ Ｐゴシック" pitchFamily="-107" charset="-128"/>
                <a:cs typeface="ＭＳ Ｐゴシック" pitchFamily="-107" charset="-128"/>
              </a:rPr>
              <a:t>Elgamal</a:t>
            </a:r>
            <a:r>
              <a:rPr lang="en-US" sz="1200" kern="1200" baseline="0" dirty="0" smtClean="0">
                <a:solidFill>
                  <a:schemeClr val="tx1"/>
                </a:solidFill>
                <a:latin typeface="Arial" charset="0"/>
                <a:ea typeface="ＭＳ Ｐゴシック" pitchFamily="-107" charset="-128"/>
                <a:cs typeface="ＭＳ Ｐゴシック" pitchFamily="-107" charset="-128"/>
              </a:rPr>
              <a:t> and </a:t>
            </a:r>
            <a:r>
              <a:rPr lang="en-US" sz="1200" kern="1200" baseline="0" dirty="0" err="1" smtClean="0">
                <a:solidFill>
                  <a:schemeClr val="tx1"/>
                </a:solidFill>
                <a:latin typeface="Arial" charset="0"/>
                <a:ea typeface="ＭＳ Ｐゴシック" pitchFamily="-107" charset="-128"/>
                <a:cs typeface="ＭＳ Ｐゴシック" pitchFamily="-107" charset="-128"/>
              </a:rPr>
              <a:t>Schnorr</a:t>
            </a:r>
            <a:r>
              <a:rPr lang="en-US" sz="1200" kern="1200" baseline="0" dirty="0" smtClean="0">
                <a:solidFill>
                  <a:schemeClr val="tx1"/>
                </a:solidFill>
                <a:latin typeface="Arial" charset="0"/>
                <a:ea typeface="ＭＳ Ｐゴシック" pitchFamily="-107" charset="-128"/>
                <a:cs typeface="ＭＳ Ｐゴシック" pitchFamily="-107" charset="-128"/>
              </a:rPr>
              <a:t> digital signature schemes, understanding of which makes it easier</a:t>
            </a:r>
          </a:p>
          <a:p>
            <a:r>
              <a:rPr lang="en-US" sz="1200" kern="1200" baseline="0" dirty="0" smtClean="0">
                <a:solidFill>
                  <a:schemeClr val="tx1"/>
                </a:solidFill>
                <a:latin typeface="Arial" charset="0"/>
                <a:ea typeface="ＭＳ Ｐゴシック" pitchFamily="-107" charset="-128"/>
                <a:cs typeface="ＭＳ Ｐゴシック" pitchFamily="-107" charset="-128"/>
              </a:rPr>
              <a:t>to understand the NIST Digital Signature Algorithm (DSA). The chapter then covers</a:t>
            </a:r>
          </a:p>
          <a:p>
            <a:r>
              <a:rPr lang="en-US" sz="1200" kern="1200" baseline="0" dirty="0" smtClean="0">
                <a:solidFill>
                  <a:schemeClr val="tx1"/>
                </a:solidFill>
                <a:latin typeface="Arial" charset="0"/>
                <a:ea typeface="ＭＳ Ｐゴシック" pitchFamily="-107" charset="-128"/>
                <a:cs typeface="ＭＳ Ｐゴシック" pitchFamily="-107" charset="-128"/>
              </a:rPr>
              <a:t>the two other important standardized digital signature schemes: the Elliptic Curve</a:t>
            </a:r>
          </a:p>
          <a:p>
            <a:r>
              <a:rPr lang="en-US" sz="1200" kern="1200" baseline="0" dirty="0" smtClean="0">
                <a:solidFill>
                  <a:schemeClr val="tx1"/>
                </a:solidFill>
                <a:latin typeface="Arial" charset="0"/>
                <a:ea typeface="ＭＳ Ｐゴシック" pitchFamily="-107" charset="-128"/>
                <a:cs typeface="ＭＳ Ｐゴシック" pitchFamily="-107" charset="-128"/>
              </a:rPr>
              <a:t>Digital Signature Algorithm (ECDSA) and the RSA Probabilistic Signature Scheme</a:t>
            </a:r>
          </a:p>
          <a:p>
            <a:r>
              <a:rPr lang="en-US" sz="1200" kern="1200" baseline="0" dirty="0" smtClean="0">
                <a:solidFill>
                  <a:schemeClr val="tx1"/>
                </a:solidFill>
                <a:latin typeface="Arial" charset="0"/>
                <a:ea typeface="ＭＳ Ｐゴシック" pitchFamily="-107" charset="-128"/>
                <a:cs typeface="ＭＳ Ｐゴシック" pitchFamily="-107" charset="-128"/>
              </a:rPr>
              <a:t>(RSA-PSS).</a:t>
            </a:r>
            <a:endParaRPr lang="en-US" dirty="0" smtClean="0">
              <a:latin typeface="Arial" pitchFamily="-84" charset="0"/>
              <a:ea typeface="ＭＳ Ｐゴシック" pitchFamily="-84" charset="-128"/>
              <a:cs typeface="ＭＳ Ｐゴシック" pitchFamily="-84" charset="-128"/>
            </a:endParaRPr>
          </a:p>
        </p:txBody>
      </p:sp>
      <p:sp>
        <p:nvSpPr>
          <p:cNvPr id="22532" name="Slide Number Placeholder 3"/>
          <p:cNvSpPr>
            <a:spLocks noGrp="1"/>
          </p:cNvSpPr>
          <p:nvPr>
            <p:ph type="sldNum" sz="quarter" idx="5"/>
          </p:nvPr>
        </p:nvSpPr>
        <p:spPr>
          <a:noFill/>
        </p:spPr>
        <p:txBody>
          <a:bodyPr/>
          <a:lstStyle/>
          <a:p>
            <a:fld id="{49DD4244-D01B-6647-B979-136A5C551289}" type="slidenum">
              <a:rPr lang="en-AU" smtClean="0">
                <a:latin typeface="Arial" pitchFamily="-84" charset="0"/>
              </a:rPr>
              <a:pPr/>
              <a:t>3</a:t>
            </a:fld>
            <a:endParaRPr lang="en-AU" dirty="0" smtClean="0">
              <a:latin typeface="Arial" pitchFamily="-8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p>
            <a:fld id="{FD4DA81D-5D18-8D49-8768-B43A1F9A3404}" type="slidenum">
              <a:rPr lang="en-AU">
                <a:latin typeface="Arial" pitchFamily="-84" charset="0"/>
              </a:rPr>
              <a:pPr/>
              <a:t>4</a:t>
            </a:fld>
            <a:endParaRPr lang="en-AU" dirty="0">
              <a:latin typeface="Arial" pitchFamily="-84" charset="0"/>
            </a:endParaRPr>
          </a:p>
        </p:txBody>
      </p:sp>
      <p:sp>
        <p:nvSpPr>
          <p:cNvPr id="20483" name="Rectangle 1026"/>
          <p:cNvSpPr>
            <a:spLocks noGrp="1" noRot="1" noChangeAspect="1" noChangeArrowheads="1" noTextEdit="1"/>
          </p:cNvSpPr>
          <p:nvPr>
            <p:ph type="sldImg"/>
          </p:nvPr>
        </p:nvSpPr>
        <p:spPr>
          <a:ln/>
        </p:spPr>
      </p:sp>
      <p:sp>
        <p:nvSpPr>
          <p:cNvPr id="20484" name="Rectangle 1027"/>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Message authentication protects two parties who exchange messages from any third</a:t>
            </a:r>
          </a:p>
          <a:p>
            <a:r>
              <a:rPr lang="en-US" sz="1200" kern="1200" baseline="0" dirty="0" smtClean="0">
                <a:solidFill>
                  <a:schemeClr val="tx1"/>
                </a:solidFill>
                <a:latin typeface="Arial" charset="0"/>
                <a:ea typeface="ＭＳ Ｐゴシック" pitchFamily="-107" charset="-128"/>
                <a:cs typeface="ＭＳ Ｐゴシック" pitchFamily="-107" charset="-128"/>
              </a:rPr>
              <a:t>party. However, it does not protect the two parties against each other. Several forms</a:t>
            </a:r>
          </a:p>
          <a:p>
            <a:r>
              <a:rPr lang="en-US" sz="1200" kern="1200" baseline="0" dirty="0" smtClean="0">
                <a:solidFill>
                  <a:schemeClr val="tx1"/>
                </a:solidFill>
                <a:latin typeface="Arial" charset="0"/>
                <a:ea typeface="ＭＳ Ｐゴシック" pitchFamily="-107" charset="-128"/>
                <a:cs typeface="ＭＳ Ｐゴシック" pitchFamily="-107" charset="-128"/>
              </a:rPr>
              <a:t>of dispute between the two are possible.</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In situations where there is not complete trust between sender and receiver,</a:t>
            </a:r>
          </a:p>
          <a:p>
            <a:r>
              <a:rPr lang="en-US" sz="1200" kern="1200" baseline="0" dirty="0" smtClean="0">
                <a:solidFill>
                  <a:schemeClr val="tx1"/>
                </a:solidFill>
                <a:latin typeface="Arial" charset="0"/>
                <a:ea typeface="ＭＳ Ｐゴシック" pitchFamily="-107" charset="-128"/>
                <a:cs typeface="ＭＳ Ｐゴシック" pitchFamily="-107" charset="-128"/>
              </a:rPr>
              <a:t>something more than authentication is needed. The most attractive solution to</a:t>
            </a:r>
          </a:p>
          <a:p>
            <a:r>
              <a:rPr lang="en-US" sz="1200" kern="1200" baseline="0" dirty="0" smtClean="0">
                <a:solidFill>
                  <a:schemeClr val="tx1"/>
                </a:solidFill>
                <a:latin typeface="Arial" charset="0"/>
                <a:ea typeface="ＭＳ Ｐゴシック" pitchFamily="-107" charset="-128"/>
                <a:cs typeface="ＭＳ Ｐゴシック" pitchFamily="-107" charset="-128"/>
              </a:rPr>
              <a:t>this problem is the digital signature. The digital signature must have the following</a:t>
            </a:r>
          </a:p>
          <a:p>
            <a:r>
              <a:rPr lang="en-US" sz="1200" kern="1200" baseline="0" dirty="0" smtClean="0">
                <a:solidFill>
                  <a:schemeClr val="tx1"/>
                </a:solidFill>
                <a:latin typeface="Arial" charset="0"/>
                <a:ea typeface="ＭＳ Ｐゴシック" pitchFamily="-107" charset="-128"/>
                <a:cs typeface="ＭＳ Ｐゴシック" pitchFamily="-107" charset="-128"/>
              </a:rPr>
              <a:t>properties: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It must verify the author and the date and time of the signature.</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It must authenticate the contents at the time of the signature.</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It must be verifiable by third </a:t>
            </a:r>
            <a:r>
              <a:rPr lang="en-US" sz="1200" kern="1200" baseline="0" dirty="0" smtClean="0">
                <a:solidFill>
                  <a:schemeClr val="tx1"/>
                </a:solidFill>
                <a:latin typeface="Arial" charset="0"/>
                <a:ea typeface="ＭＳ Ｐゴシック" pitchFamily="-107" charset="-128"/>
                <a:cs typeface="ＭＳ Ｐゴシック" pitchFamily="-107" charset="-128"/>
              </a:rPr>
              <a:t>parties </a:t>
            </a:r>
            <a:r>
              <a:rPr lang="en-US" sz="1200" kern="1200" baseline="0" dirty="0" smtClean="0">
                <a:solidFill>
                  <a:schemeClr val="tx1"/>
                </a:solidFill>
                <a:latin typeface="Arial" charset="0"/>
                <a:ea typeface="ＭＳ Ｐゴシック" pitchFamily="-107" charset="-128"/>
                <a:cs typeface="ＭＳ Ｐゴシック" pitchFamily="-107" charset="-128"/>
              </a:rPr>
              <a:t>to resolve disputes.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Thus, the digital signature function includes the authentication function.</a:t>
            </a:r>
            <a:endParaRPr lang="en-US" dirty="0">
              <a:latin typeface="Arial" pitchFamily="-84" charset="0"/>
              <a:ea typeface="Arial" pitchFamily="-84" charset="0"/>
              <a:cs typeface="Arial" pitchFamily="-8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6626" name="Slide Image Placeholder 1"/>
          <p:cNvSpPr>
            <a:spLocks noGrp="1" noRot="1" noChangeAspect="1"/>
          </p:cNvSpPr>
          <p:nvPr>
            <p:ph type="sldImg"/>
          </p:nvPr>
        </p:nvSpPr>
        <p:spPr>
          <a:ln/>
        </p:spPr>
      </p:sp>
      <p:sp>
        <p:nvSpPr>
          <p:cNvPr id="26627" name="Notes Placeholder 2"/>
          <p:cNvSpPr>
            <a:spLocks noGrp="1"/>
          </p:cNvSpPr>
          <p:nvPr>
            <p:ph type="body" idx="1"/>
          </p:nvPr>
        </p:nvSpPr>
        <p:spPr>
          <a:noFill/>
          <a:ln/>
        </p:spPr>
        <p:txBody>
          <a:bodyPr/>
          <a:lstStyle/>
          <a:p>
            <a:r>
              <a:rPr lang="en-US" sz="1200" b="0" kern="1200" baseline="0" dirty="0" smtClean="0">
                <a:solidFill>
                  <a:schemeClr val="tx1"/>
                </a:solidFill>
                <a:latin typeface="Arial" charset="0"/>
                <a:ea typeface="ＭＳ Ｐゴシック" pitchFamily="-107" charset="-128"/>
                <a:cs typeface="ＭＳ Ｐゴシック" pitchFamily="-107" charset="-128"/>
              </a:rPr>
              <a:t>[GOLD88] lists the following types of attacks, in order of increasing severity. Here</a:t>
            </a:r>
          </a:p>
          <a:p>
            <a:r>
              <a:rPr lang="en-US" sz="1200" b="0" kern="1200" baseline="0" dirty="0" smtClean="0">
                <a:solidFill>
                  <a:schemeClr val="tx1"/>
                </a:solidFill>
                <a:latin typeface="Arial" charset="0"/>
                <a:ea typeface="ＭＳ Ｐゴシック" pitchFamily="-107" charset="-128"/>
                <a:cs typeface="ＭＳ Ｐゴシック" pitchFamily="-107" charset="-128"/>
              </a:rPr>
              <a:t>A denotes the user whose signature method is being attacked, and C denotes the</a:t>
            </a:r>
          </a:p>
          <a:p>
            <a:r>
              <a:rPr lang="en-US" sz="1200" b="0" kern="1200" baseline="0" dirty="0" smtClean="0">
                <a:solidFill>
                  <a:schemeClr val="tx1"/>
                </a:solidFill>
                <a:latin typeface="Arial" charset="0"/>
                <a:ea typeface="ＭＳ Ｐゴシック" pitchFamily="-107" charset="-128"/>
                <a:cs typeface="ＭＳ Ｐゴシック" pitchFamily="-107" charset="-128"/>
              </a:rPr>
              <a:t>attacker.</a:t>
            </a:r>
          </a:p>
          <a:p>
            <a:endParaRPr lang="en-US" sz="1200" b="0"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 Key-only attack: C only knows A’s public key.</a:t>
            </a:r>
          </a:p>
          <a:p>
            <a:endParaRPr lang="en-US" sz="1200" b="0"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 Known message attack: C is given access to a set of messages and their</a:t>
            </a:r>
          </a:p>
          <a:p>
            <a:r>
              <a:rPr lang="en-US" sz="1200" b="0" kern="1200" baseline="0" dirty="0" smtClean="0">
                <a:solidFill>
                  <a:schemeClr val="tx1"/>
                </a:solidFill>
                <a:latin typeface="Arial" charset="0"/>
                <a:ea typeface="ＭＳ Ｐゴシック" pitchFamily="-107" charset="-128"/>
                <a:cs typeface="ＭＳ Ｐゴシック" pitchFamily="-107" charset="-128"/>
              </a:rPr>
              <a:t>signatures.</a:t>
            </a:r>
          </a:p>
          <a:p>
            <a:endParaRPr lang="en-US" sz="1200" b="0"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 Generic chosen message attack: C chooses a list of messages before attempting</a:t>
            </a:r>
          </a:p>
          <a:p>
            <a:r>
              <a:rPr lang="en-US" sz="1200" b="0" kern="1200" baseline="0" dirty="0" smtClean="0">
                <a:solidFill>
                  <a:schemeClr val="tx1"/>
                </a:solidFill>
                <a:latin typeface="Arial" charset="0"/>
                <a:ea typeface="ＭＳ Ｐゴシック" pitchFamily="-107" charset="-128"/>
                <a:cs typeface="ＭＳ Ｐゴシック" pitchFamily="-107" charset="-128"/>
              </a:rPr>
              <a:t>to breaks A’s signature scheme, independent of A’s public key. C then</a:t>
            </a:r>
          </a:p>
          <a:p>
            <a:r>
              <a:rPr lang="en-US" sz="1200" b="0" kern="1200" baseline="0" dirty="0" smtClean="0">
                <a:solidFill>
                  <a:schemeClr val="tx1"/>
                </a:solidFill>
                <a:latin typeface="Arial" charset="0"/>
                <a:ea typeface="ＭＳ Ｐゴシック" pitchFamily="-107" charset="-128"/>
                <a:cs typeface="ＭＳ Ｐゴシック" pitchFamily="-107" charset="-128"/>
              </a:rPr>
              <a:t>obtains from A valid signatures for the chosen messages. The attack is generic,</a:t>
            </a:r>
          </a:p>
          <a:p>
            <a:r>
              <a:rPr lang="en-US" sz="1200" b="0" kern="1200" baseline="0" dirty="0" smtClean="0">
                <a:solidFill>
                  <a:schemeClr val="tx1"/>
                </a:solidFill>
                <a:latin typeface="Arial" charset="0"/>
                <a:ea typeface="ＭＳ Ｐゴシック" pitchFamily="-107" charset="-128"/>
                <a:cs typeface="ＭＳ Ｐゴシック" pitchFamily="-107" charset="-128"/>
              </a:rPr>
              <a:t>because it does not depend on A’s public key; the same attack is used against</a:t>
            </a:r>
          </a:p>
          <a:p>
            <a:r>
              <a:rPr lang="en-US" sz="1200" b="0" kern="1200" baseline="0" dirty="0" smtClean="0">
                <a:solidFill>
                  <a:schemeClr val="tx1"/>
                </a:solidFill>
                <a:latin typeface="Arial" charset="0"/>
                <a:ea typeface="ＭＳ Ｐゴシック" pitchFamily="-107" charset="-128"/>
                <a:cs typeface="ＭＳ Ｐゴシック" pitchFamily="-107" charset="-128"/>
              </a:rPr>
              <a:t>everyone.</a:t>
            </a:r>
          </a:p>
          <a:p>
            <a:endParaRPr lang="en-US" sz="1200" b="0"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 Directed chosen message attack: Similar to the generic attack, except that the</a:t>
            </a:r>
          </a:p>
          <a:p>
            <a:r>
              <a:rPr lang="en-US" sz="1200" b="0" kern="1200" baseline="0" dirty="0" smtClean="0">
                <a:solidFill>
                  <a:schemeClr val="tx1"/>
                </a:solidFill>
                <a:latin typeface="Arial" charset="0"/>
                <a:ea typeface="ＭＳ Ｐゴシック" pitchFamily="-107" charset="-128"/>
                <a:cs typeface="ＭＳ Ｐゴシック" pitchFamily="-107" charset="-128"/>
              </a:rPr>
              <a:t>list of messages to be signed is chosen after C knows A’s public key but before</a:t>
            </a:r>
          </a:p>
          <a:p>
            <a:r>
              <a:rPr lang="en-US" sz="1200" b="0" kern="1200" baseline="0" dirty="0" smtClean="0">
                <a:solidFill>
                  <a:schemeClr val="tx1"/>
                </a:solidFill>
                <a:latin typeface="Arial" charset="0"/>
                <a:ea typeface="ＭＳ Ｐゴシック" pitchFamily="-107" charset="-128"/>
                <a:cs typeface="ＭＳ Ｐゴシック" pitchFamily="-107" charset="-128"/>
              </a:rPr>
              <a:t>any signatures are seen.</a:t>
            </a:r>
          </a:p>
          <a:p>
            <a:endParaRPr lang="en-US" sz="1200" b="0"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 Adaptive chosen message attack: C is allowed to use A as an “oracle.” This</a:t>
            </a:r>
          </a:p>
          <a:p>
            <a:r>
              <a:rPr lang="en-US" sz="1200" b="0" kern="1200" baseline="0" dirty="0" smtClean="0">
                <a:solidFill>
                  <a:schemeClr val="tx1"/>
                </a:solidFill>
                <a:latin typeface="Arial" charset="0"/>
                <a:ea typeface="ＭＳ Ｐゴシック" pitchFamily="-107" charset="-128"/>
                <a:cs typeface="ＭＳ Ｐゴシック" pitchFamily="-107" charset="-128"/>
              </a:rPr>
              <a:t>means that C may request from A signatures of messages that depend on previously</a:t>
            </a:r>
          </a:p>
          <a:p>
            <a:r>
              <a:rPr lang="en-US" sz="1200" b="0" kern="1200" baseline="0" dirty="0" smtClean="0">
                <a:solidFill>
                  <a:schemeClr val="tx1"/>
                </a:solidFill>
                <a:latin typeface="Arial" charset="0"/>
                <a:ea typeface="ＭＳ Ｐゴシック" pitchFamily="-107" charset="-128"/>
                <a:cs typeface="ＭＳ Ｐゴシック" pitchFamily="-107" charset="-128"/>
              </a:rPr>
              <a:t>obtained message-signature pairs.</a:t>
            </a:r>
          </a:p>
          <a:p>
            <a:endParaRPr lang="en-US" sz="1200" b="0" kern="1200" baseline="0" dirty="0" smtClean="0">
              <a:solidFill>
                <a:schemeClr val="tx1"/>
              </a:solidFill>
              <a:latin typeface="Arial" charset="0"/>
              <a:ea typeface="ＭＳ Ｐゴシック" pitchFamily="-107" charset="-128"/>
              <a:cs typeface="ＭＳ Ｐゴシック" pitchFamily="-107" charset="-128"/>
            </a:endParaRPr>
          </a:p>
        </p:txBody>
      </p:sp>
      <p:sp>
        <p:nvSpPr>
          <p:cNvPr id="26628" name="Slide Number Placeholder 3"/>
          <p:cNvSpPr>
            <a:spLocks noGrp="1"/>
          </p:cNvSpPr>
          <p:nvPr>
            <p:ph type="sldNum" sz="quarter" idx="5"/>
          </p:nvPr>
        </p:nvSpPr>
        <p:spPr>
          <a:noFill/>
        </p:spPr>
        <p:txBody>
          <a:bodyPr/>
          <a:lstStyle/>
          <a:p>
            <a:fld id="{E66C819F-AE42-154A-9986-BA37298DD330}" type="slidenum">
              <a:rPr lang="en-AU" smtClean="0">
                <a:latin typeface="Arial" pitchFamily="-84" charset="0"/>
              </a:rPr>
              <a:pPr/>
              <a:t>5</a:t>
            </a:fld>
            <a:endParaRPr lang="en-AU" dirty="0" smtClean="0">
              <a:latin typeface="Arial" pitchFamily="-8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kern="1200" baseline="0" dirty="0" smtClean="0">
                <a:solidFill>
                  <a:schemeClr val="tx1"/>
                </a:solidFill>
                <a:latin typeface="Arial" charset="0"/>
                <a:ea typeface="ＭＳ Ｐゴシック" pitchFamily="-107" charset="-128"/>
                <a:cs typeface="ＭＳ Ｐゴシック" pitchFamily="-107" charset="-128"/>
              </a:rPr>
              <a:t>[GOLD88] then defines success at breaking a signature scheme as an outcome</a:t>
            </a:r>
          </a:p>
          <a:p>
            <a:r>
              <a:rPr lang="en-US" sz="1200" b="0" kern="1200" baseline="0" dirty="0" smtClean="0">
                <a:solidFill>
                  <a:schemeClr val="tx1"/>
                </a:solidFill>
                <a:latin typeface="Arial" charset="0"/>
                <a:ea typeface="ＭＳ Ｐゴシック" pitchFamily="-107" charset="-128"/>
                <a:cs typeface="ＭＳ Ｐゴシック" pitchFamily="-107" charset="-128"/>
              </a:rPr>
              <a:t>in which C can do any of the following with a non-negligible probability:</a:t>
            </a:r>
          </a:p>
          <a:p>
            <a:endParaRPr lang="en-US" sz="1200" b="0"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 Total break: C determines A’s private key.</a:t>
            </a:r>
          </a:p>
          <a:p>
            <a:endParaRPr lang="en-US" sz="1200" b="0"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 Universal forgery: C finds an efficient signing algorithm that provides an</a:t>
            </a:r>
          </a:p>
          <a:p>
            <a:r>
              <a:rPr lang="en-US" sz="1200" b="0" kern="1200" baseline="0" dirty="0" smtClean="0">
                <a:solidFill>
                  <a:schemeClr val="tx1"/>
                </a:solidFill>
                <a:latin typeface="Arial" charset="0"/>
                <a:ea typeface="ＭＳ Ｐゴシック" pitchFamily="-107" charset="-128"/>
                <a:cs typeface="ＭＳ Ｐゴシック" pitchFamily="-107" charset="-128"/>
              </a:rPr>
              <a:t>equivalent way of constructing signatures on arbitrary messages.</a:t>
            </a:r>
          </a:p>
          <a:p>
            <a:endParaRPr lang="en-US" sz="1200" b="0"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 Selective forgery: C forges a signature for a particular message chosen by C.</a:t>
            </a:r>
          </a:p>
          <a:p>
            <a:endParaRPr lang="en-US" sz="1200" b="0"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 Existential forgery: C forges a signature for at least one message. C has no</a:t>
            </a:r>
          </a:p>
          <a:p>
            <a:r>
              <a:rPr lang="en-US" sz="1200" b="0" kern="1200" baseline="0" dirty="0" smtClean="0">
                <a:solidFill>
                  <a:schemeClr val="tx1"/>
                </a:solidFill>
                <a:latin typeface="Arial" charset="0"/>
                <a:ea typeface="ＭＳ Ｐゴシック" pitchFamily="-107" charset="-128"/>
                <a:cs typeface="ＭＳ Ｐゴシック" pitchFamily="-107" charset="-128"/>
              </a:rPr>
              <a:t>control over the message. Consequently, this forgery may only be a minor nuisance</a:t>
            </a:r>
          </a:p>
          <a:p>
            <a:r>
              <a:rPr lang="en-US" sz="1200" b="0" kern="1200" baseline="0" dirty="0" smtClean="0">
                <a:solidFill>
                  <a:schemeClr val="tx1"/>
                </a:solidFill>
                <a:latin typeface="Arial" charset="0"/>
                <a:ea typeface="ＭＳ Ｐゴシック" pitchFamily="-107" charset="-128"/>
                <a:cs typeface="ＭＳ Ｐゴシック" pitchFamily="-107" charset="-128"/>
              </a:rPr>
              <a:t>to A.</a:t>
            </a:r>
            <a:endParaRPr lang="en-US" sz="1100" b="0" dirty="0" smtClean="0">
              <a:latin typeface="Arial" pitchFamily="-84" charset="0"/>
              <a:ea typeface="ＭＳ Ｐゴシック" pitchFamily="-84" charset="-128"/>
              <a:cs typeface="ＭＳ Ｐゴシック" pitchFamily="-84" charset="-128"/>
            </a:endParaRPr>
          </a:p>
          <a:p>
            <a:endParaRPr lang="en-US" dirty="0"/>
          </a:p>
        </p:txBody>
      </p:sp>
      <p:sp>
        <p:nvSpPr>
          <p:cNvPr id="4" name="Slide Number Placeholder 3"/>
          <p:cNvSpPr>
            <a:spLocks noGrp="1"/>
          </p:cNvSpPr>
          <p:nvPr>
            <p:ph type="sldNum" sz="quarter" idx="10"/>
          </p:nvPr>
        </p:nvSpPr>
        <p:spPr/>
        <p:txBody>
          <a:bodyPr/>
          <a:lstStyle/>
          <a:p>
            <a:pPr>
              <a:defRPr/>
            </a:pPr>
            <a:fld id="{1F367800-5097-CF4A-B426-45CFBC2869B7}" type="slidenum">
              <a:rPr lang="en-AU" smtClean="0"/>
              <a:pPr>
                <a:defRPr/>
              </a:pPr>
              <a:t>6</a:t>
            </a:fld>
            <a:endParaRPr lang="en-AU"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p:spPr>
        <p:txBody>
          <a:bodyPr/>
          <a:lstStyle/>
          <a:p>
            <a:fld id="{38ADA3D4-20AE-5D40-BBF1-A6BC8BC5F4E4}" type="slidenum">
              <a:rPr lang="en-AU">
                <a:latin typeface="Arial" pitchFamily="-84" charset="0"/>
              </a:rPr>
              <a:pPr/>
              <a:t>7</a:t>
            </a:fld>
            <a:endParaRPr lang="en-AU" dirty="0">
              <a:latin typeface="Arial" pitchFamily="-84" charset="0"/>
            </a:endParaRPr>
          </a:p>
        </p:txBody>
      </p:sp>
      <p:sp>
        <p:nvSpPr>
          <p:cNvPr id="28675" name="Rectangle 2"/>
          <p:cNvSpPr>
            <a:spLocks noGrp="1" noRot="1" noChangeAspect="1" noChangeArrowheads="1" noTextEdit="1"/>
          </p:cNvSpPr>
          <p:nvPr>
            <p:ph type="sldImg"/>
          </p:nvPr>
        </p:nvSpPr>
        <p:spPr>
          <a:ln/>
        </p:spPr>
      </p:sp>
      <p:sp>
        <p:nvSpPr>
          <p:cNvPr id="28676"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On the basis of the properties and attacks just discussed, we can formulate the following</a:t>
            </a:r>
          </a:p>
          <a:p>
            <a:r>
              <a:rPr lang="en-US" sz="1200" kern="1200" baseline="0" dirty="0" smtClean="0">
                <a:solidFill>
                  <a:schemeClr val="tx1"/>
                </a:solidFill>
                <a:latin typeface="Arial" charset="0"/>
                <a:ea typeface="ＭＳ Ｐゴシック" pitchFamily="-107" charset="-128"/>
                <a:cs typeface="ＭＳ Ｐゴシック" pitchFamily="-107" charset="-128"/>
              </a:rPr>
              <a:t>requirements for a digital signature.</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The signature must be a bit pattern that depends on the message being signed.</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The signature must use some information unique to the sender to prevent</a:t>
            </a:r>
          </a:p>
          <a:p>
            <a:r>
              <a:rPr lang="en-US" sz="1200" kern="1200" baseline="0" dirty="0" smtClean="0">
                <a:solidFill>
                  <a:schemeClr val="tx1"/>
                </a:solidFill>
                <a:latin typeface="Arial" charset="0"/>
                <a:ea typeface="ＭＳ Ｐゴシック" pitchFamily="-107" charset="-128"/>
                <a:cs typeface="ＭＳ Ｐゴシック" pitchFamily="-107" charset="-128"/>
              </a:rPr>
              <a:t>both forgery and denial.</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It must be relatively easy to produce the digital signature.</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It must be relatively easy to recognize and verify the digital signature.</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It must be computationally infeasible to forge a digital signature, either by</a:t>
            </a:r>
          </a:p>
          <a:p>
            <a:r>
              <a:rPr lang="en-US" sz="1200" kern="1200" baseline="0" dirty="0" smtClean="0">
                <a:solidFill>
                  <a:schemeClr val="tx1"/>
                </a:solidFill>
                <a:latin typeface="Arial" charset="0"/>
                <a:ea typeface="ＭＳ Ｐゴシック" pitchFamily="-107" charset="-128"/>
                <a:cs typeface="ＭＳ Ｐゴシック" pitchFamily="-107" charset="-128"/>
              </a:rPr>
              <a:t>constructing a new message for an existing digital signature or by constructing</a:t>
            </a:r>
          </a:p>
          <a:p>
            <a:r>
              <a:rPr lang="en-US" sz="1200" kern="1200" baseline="0" dirty="0" smtClean="0">
                <a:solidFill>
                  <a:schemeClr val="tx1"/>
                </a:solidFill>
                <a:latin typeface="Arial" charset="0"/>
                <a:ea typeface="ＭＳ Ｐゴシック" pitchFamily="-107" charset="-128"/>
                <a:cs typeface="ＭＳ Ｐゴシック" pitchFamily="-107" charset="-128"/>
              </a:rPr>
              <a:t>a fraudulent digital signature for a given message.</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It must be practical to retain a copy of the digital signature in storage.</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A secure hash function, embedded in a scheme such as that of Figure 13.2, provides</a:t>
            </a:r>
          </a:p>
          <a:p>
            <a:r>
              <a:rPr lang="en-US" sz="1200" kern="1200" baseline="0" dirty="0" smtClean="0">
                <a:solidFill>
                  <a:schemeClr val="tx1"/>
                </a:solidFill>
                <a:latin typeface="Arial" charset="0"/>
                <a:ea typeface="ＭＳ Ｐゴシック" pitchFamily="-107" charset="-128"/>
                <a:cs typeface="ＭＳ Ｐゴシック" pitchFamily="-107" charset="-128"/>
              </a:rPr>
              <a:t>a basis for satisfying these requirements. However, care must be taken in the design</a:t>
            </a:r>
          </a:p>
          <a:p>
            <a:r>
              <a:rPr lang="en-US" sz="1200" kern="1200" baseline="0" dirty="0" smtClean="0">
                <a:solidFill>
                  <a:schemeClr val="tx1"/>
                </a:solidFill>
                <a:latin typeface="Arial" charset="0"/>
                <a:ea typeface="ＭＳ Ｐゴシック" pitchFamily="-107" charset="-128"/>
                <a:cs typeface="ＭＳ Ｐゴシック" pitchFamily="-107" charset="-128"/>
              </a:rPr>
              <a:t>of the details of the scheme.</a:t>
            </a:r>
            <a:endParaRPr lang="en-US" dirty="0">
              <a:latin typeface="Arial" pitchFamily="-84" charset="0"/>
              <a:ea typeface="Arial" pitchFamily="-84" charset="0"/>
              <a:cs typeface="Arial" pitchFamily="-8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p:spPr>
        <p:txBody>
          <a:bodyPr/>
          <a:lstStyle/>
          <a:p>
            <a:fld id="{AFA6555A-F064-2947-B022-F8EAEEF19CE9}" type="slidenum">
              <a:rPr lang="en-AU">
                <a:latin typeface="Arial" pitchFamily="-84" charset="0"/>
              </a:rPr>
              <a:pPr/>
              <a:t>8</a:t>
            </a:fld>
            <a:endParaRPr lang="en-AU" dirty="0">
              <a:latin typeface="Arial" pitchFamily="-84" charset="0"/>
            </a:endParaRPr>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The term direct digital signature  refers to a digital signature scheme that involves</a:t>
            </a:r>
          </a:p>
          <a:p>
            <a:r>
              <a:rPr lang="en-US" sz="1200" kern="1200" baseline="0" dirty="0" smtClean="0">
                <a:solidFill>
                  <a:schemeClr val="tx1"/>
                </a:solidFill>
                <a:latin typeface="Arial" charset="0"/>
                <a:ea typeface="ＭＳ Ｐゴシック" pitchFamily="-107" charset="-128"/>
                <a:cs typeface="ＭＳ Ｐゴシック" pitchFamily="-107" charset="-128"/>
              </a:rPr>
              <a:t>only the communicating parties (source, destination). It is assumed that the destination</a:t>
            </a:r>
          </a:p>
          <a:p>
            <a:r>
              <a:rPr lang="en-US" sz="1200" kern="1200" baseline="0" dirty="0" smtClean="0">
                <a:solidFill>
                  <a:schemeClr val="tx1"/>
                </a:solidFill>
                <a:latin typeface="Arial" charset="0"/>
                <a:ea typeface="ＭＳ Ｐゴシック" pitchFamily="-107" charset="-128"/>
                <a:cs typeface="ＭＳ Ｐゴシック" pitchFamily="-107" charset="-128"/>
              </a:rPr>
              <a:t>knows the public key of the source.</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Confidentiality can be provided by encrypting the entire message plus signature</a:t>
            </a:r>
          </a:p>
          <a:p>
            <a:r>
              <a:rPr lang="en-US" sz="1200" kern="1200" baseline="0" dirty="0" smtClean="0">
                <a:solidFill>
                  <a:schemeClr val="tx1"/>
                </a:solidFill>
                <a:latin typeface="Arial" charset="0"/>
                <a:ea typeface="ＭＳ Ｐゴシック" pitchFamily="-107" charset="-128"/>
                <a:cs typeface="ＭＳ Ｐゴシック" pitchFamily="-107" charset="-128"/>
              </a:rPr>
              <a:t>with a shared secret key (symmetric encryption). Note that it is important to</a:t>
            </a:r>
          </a:p>
          <a:p>
            <a:r>
              <a:rPr lang="en-US" sz="1200" kern="1200" baseline="0" dirty="0" smtClean="0">
                <a:solidFill>
                  <a:schemeClr val="tx1"/>
                </a:solidFill>
                <a:latin typeface="Arial" charset="0"/>
                <a:ea typeface="ＭＳ Ｐゴシック" pitchFamily="-107" charset="-128"/>
                <a:cs typeface="ＭＳ Ｐゴシック" pitchFamily="-107" charset="-128"/>
              </a:rPr>
              <a:t>perform the signature function first and then an outer confidentiality function. In</a:t>
            </a:r>
          </a:p>
          <a:p>
            <a:r>
              <a:rPr lang="en-US" sz="1200" kern="1200" baseline="0" dirty="0" smtClean="0">
                <a:solidFill>
                  <a:schemeClr val="tx1"/>
                </a:solidFill>
                <a:latin typeface="Arial" charset="0"/>
                <a:ea typeface="ＭＳ Ｐゴシック" pitchFamily="-107" charset="-128"/>
                <a:cs typeface="ＭＳ Ｐゴシック" pitchFamily="-107" charset="-128"/>
              </a:rPr>
              <a:t>case of dispute, some third party must view the message and its signature. If the signature</a:t>
            </a:r>
          </a:p>
          <a:p>
            <a:r>
              <a:rPr lang="en-US" sz="1200" kern="1200" baseline="0" dirty="0" smtClean="0">
                <a:solidFill>
                  <a:schemeClr val="tx1"/>
                </a:solidFill>
                <a:latin typeface="Arial" charset="0"/>
                <a:ea typeface="ＭＳ Ｐゴシック" pitchFamily="-107" charset="-128"/>
                <a:cs typeface="ＭＳ Ｐゴシック" pitchFamily="-107" charset="-128"/>
              </a:rPr>
              <a:t>is calculated on an encrypted message, then the third party also needs access</a:t>
            </a:r>
          </a:p>
          <a:p>
            <a:r>
              <a:rPr lang="en-US" sz="1200" kern="1200" baseline="0" dirty="0" smtClean="0">
                <a:solidFill>
                  <a:schemeClr val="tx1"/>
                </a:solidFill>
                <a:latin typeface="Arial" charset="0"/>
                <a:ea typeface="ＭＳ Ｐゴシック" pitchFamily="-107" charset="-128"/>
                <a:cs typeface="ＭＳ Ｐゴシック" pitchFamily="-107" charset="-128"/>
              </a:rPr>
              <a:t>to the decryption key to read the original message. However, if the signature is the</a:t>
            </a:r>
          </a:p>
          <a:p>
            <a:r>
              <a:rPr lang="en-US" sz="1200" kern="1200" baseline="0" dirty="0" smtClean="0">
                <a:solidFill>
                  <a:schemeClr val="tx1"/>
                </a:solidFill>
                <a:latin typeface="Arial" charset="0"/>
                <a:ea typeface="ＭＳ Ｐゴシック" pitchFamily="-107" charset="-128"/>
                <a:cs typeface="ＭＳ Ｐゴシック" pitchFamily="-107" charset="-128"/>
              </a:rPr>
              <a:t>inner operation, then the recipient can store the plaintext message and its signature</a:t>
            </a:r>
          </a:p>
          <a:p>
            <a:r>
              <a:rPr lang="en-US" sz="1200" kern="1200" baseline="0" dirty="0" smtClean="0">
                <a:solidFill>
                  <a:schemeClr val="tx1"/>
                </a:solidFill>
                <a:latin typeface="Arial" charset="0"/>
                <a:ea typeface="ＭＳ Ｐゴシック" pitchFamily="-107" charset="-128"/>
                <a:cs typeface="ＭＳ Ｐゴシック" pitchFamily="-107" charset="-128"/>
              </a:rPr>
              <a:t>for later use in dispute resolution.</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The validity of the scheme just described depends on the security of the sender’s</a:t>
            </a:r>
          </a:p>
          <a:p>
            <a:r>
              <a:rPr lang="en-US" sz="1200" kern="1200" baseline="0" dirty="0" smtClean="0">
                <a:solidFill>
                  <a:schemeClr val="tx1"/>
                </a:solidFill>
                <a:latin typeface="Arial" charset="0"/>
                <a:ea typeface="ＭＳ Ｐゴシック" pitchFamily="-107" charset="-128"/>
                <a:cs typeface="ＭＳ Ｐゴシック" pitchFamily="-107" charset="-128"/>
              </a:rPr>
              <a:t>private key. If a sender later wishes to deny sending a particular message, the sender</a:t>
            </a:r>
          </a:p>
          <a:p>
            <a:r>
              <a:rPr lang="en-US" sz="1200" kern="1200" baseline="0" dirty="0" smtClean="0">
                <a:solidFill>
                  <a:schemeClr val="tx1"/>
                </a:solidFill>
                <a:latin typeface="Arial" charset="0"/>
                <a:ea typeface="ＭＳ Ｐゴシック" pitchFamily="-107" charset="-128"/>
                <a:cs typeface="ＭＳ Ｐゴシック" pitchFamily="-107" charset="-128"/>
              </a:rPr>
              <a:t>can claim that the private key was lost or stolen and that someone else forged his or her</a:t>
            </a:r>
          </a:p>
          <a:p>
            <a:r>
              <a:rPr lang="en-US" sz="1200" kern="1200" baseline="0" dirty="0" smtClean="0">
                <a:solidFill>
                  <a:schemeClr val="tx1"/>
                </a:solidFill>
                <a:latin typeface="Arial" charset="0"/>
                <a:ea typeface="ＭＳ Ｐゴシック" pitchFamily="-107" charset="-128"/>
                <a:cs typeface="ＭＳ Ｐゴシック" pitchFamily="-107" charset="-128"/>
              </a:rPr>
              <a:t>signature. Administrative controls relating to the security of private keys can be employed</a:t>
            </a:r>
          </a:p>
          <a:p>
            <a:r>
              <a:rPr lang="en-US" sz="1200" kern="1200" baseline="0" dirty="0" smtClean="0">
                <a:solidFill>
                  <a:schemeClr val="tx1"/>
                </a:solidFill>
                <a:latin typeface="Arial" charset="0"/>
                <a:ea typeface="ＭＳ Ｐゴシック" pitchFamily="-107" charset="-128"/>
                <a:cs typeface="ＭＳ Ｐゴシック" pitchFamily="-107" charset="-128"/>
              </a:rPr>
              <a:t>to thwart or at least weaken this ploy, but the threat is still there, at least to some</a:t>
            </a:r>
          </a:p>
          <a:p>
            <a:r>
              <a:rPr lang="en-US" sz="1200" kern="1200" baseline="0" dirty="0" smtClean="0">
                <a:solidFill>
                  <a:schemeClr val="tx1"/>
                </a:solidFill>
                <a:latin typeface="Arial" charset="0"/>
                <a:ea typeface="ＭＳ Ｐゴシック" pitchFamily="-107" charset="-128"/>
                <a:cs typeface="ＭＳ Ｐゴシック" pitchFamily="-107" charset="-128"/>
              </a:rPr>
              <a:t>degree. One example is to require every signed message to include a timestamp  (date</a:t>
            </a:r>
          </a:p>
          <a:p>
            <a:r>
              <a:rPr lang="en-US" sz="1200" kern="1200" baseline="0" dirty="0" smtClean="0">
                <a:solidFill>
                  <a:schemeClr val="tx1"/>
                </a:solidFill>
                <a:latin typeface="Arial" charset="0"/>
                <a:ea typeface="ＭＳ Ｐゴシック" pitchFamily="-107" charset="-128"/>
                <a:cs typeface="ＭＳ Ｐゴシック" pitchFamily="-107" charset="-128"/>
              </a:rPr>
              <a:t>and time) and to require prompt reporting of compromised keys to a central authority.</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Another threat is that some private key might actually be stolen from X</a:t>
            </a:r>
          </a:p>
          <a:p>
            <a:r>
              <a:rPr lang="en-US" sz="1200" kern="1200" baseline="0" dirty="0" smtClean="0">
                <a:solidFill>
                  <a:schemeClr val="tx1"/>
                </a:solidFill>
                <a:latin typeface="Arial" charset="0"/>
                <a:ea typeface="ＭＳ Ｐゴシック" pitchFamily="-107" charset="-128"/>
                <a:cs typeface="ＭＳ Ｐゴシック" pitchFamily="-107" charset="-128"/>
              </a:rPr>
              <a:t>at time T. The opponent can then send a message signed with X’s signature and</a:t>
            </a:r>
          </a:p>
          <a:p>
            <a:r>
              <a:rPr lang="en-US" sz="1200" kern="1200" baseline="0" dirty="0" smtClean="0">
                <a:solidFill>
                  <a:schemeClr val="tx1"/>
                </a:solidFill>
                <a:latin typeface="Arial" charset="0"/>
                <a:ea typeface="ＭＳ Ｐゴシック" pitchFamily="-107" charset="-128"/>
                <a:cs typeface="ＭＳ Ｐゴシック" pitchFamily="-107" charset="-128"/>
              </a:rPr>
              <a:t>stamped with a time before or equal to T.</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The universally accepted technique for dealing with these threats is the use</a:t>
            </a:r>
          </a:p>
          <a:p>
            <a:r>
              <a:rPr lang="en-US" sz="1200" kern="1200" baseline="0" dirty="0" smtClean="0">
                <a:solidFill>
                  <a:schemeClr val="tx1"/>
                </a:solidFill>
                <a:latin typeface="Arial" charset="0"/>
                <a:ea typeface="ＭＳ Ｐゴシック" pitchFamily="-107" charset="-128"/>
                <a:cs typeface="ＭＳ Ｐゴシック" pitchFamily="-107" charset="-128"/>
              </a:rPr>
              <a:t>of a digital certificate and certificate authorities. We defer a discussion of this topic</a:t>
            </a:r>
          </a:p>
          <a:p>
            <a:r>
              <a:rPr lang="en-US" sz="1200" kern="1200" baseline="0" dirty="0" smtClean="0">
                <a:solidFill>
                  <a:schemeClr val="tx1"/>
                </a:solidFill>
                <a:latin typeface="Arial" charset="0"/>
                <a:ea typeface="ＭＳ Ｐゴシック" pitchFamily="-107" charset="-128"/>
                <a:cs typeface="ＭＳ Ｐゴシック" pitchFamily="-107" charset="-128"/>
              </a:rPr>
              <a:t>until Chapter 14, and focus in this chapter on digital signature algorithms.</a:t>
            </a:r>
            <a:endParaRPr lang="en-AU" dirty="0" smtClean="0">
              <a:latin typeface="Arial" pitchFamily="-84" charset="0"/>
              <a:ea typeface="Arial" pitchFamily="-84" charset="0"/>
              <a:cs typeface="Arial" pitchFamily="-8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p:spPr>
        <p:txBody>
          <a:bodyPr/>
          <a:lstStyle/>
          <a:p>
            <a:fld id="{D6D70AB3-9409-254C-8267-4FDDA7038CCB}" type="slidenum">
              <a:rPr lang="en-AU">
                <a:latin typeface="Arial" pitchFamily="-84" charset="0"/>
              </a:rPr>
              <a:pPr/>
              <a:t>9</a:t>
            </a:fld>
            <a:endParaRPr lang="en-AU" dirty="0">
              <a:latin typeface="Arial" pitchFamily="-84" charset="0"/>
            </a:endParaRPr>
          </a:p>
        </p:txBody>
      </p:sp>
      <p:sp>
        <p:nvSpPr>
          <p:cNvPr id="32771" name="Rectangle 2"/>
          <p:cNvSpPr>
            <a:spLocks noGrp="1" noRot="1" noChangeAspect="1" noChangeArrowheads="1" noTextEdit="1"/>
          </p:cNvSpPr>
          <p:nvPr>
            <p:ph type="sldImg"/>
          </p:nvPr>
        </p:nvSpPr>
        <p:spPr>
          <a:ln/>
        </p:spPr>
      </p:sp>
      <p:sp>
        <p:nvSpPr>
          <p:cNvPr id="32772"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Before examining the NIST Digital Signature Algorithm, it will be helpful to understand</a:t>
            </a:r>
          </a:p>
          <a:p>
            <a:r>
              <a:rPr lang="en-US" sz="1200" kern="1200" baseline="0" dirty="0" smtClean="0">
                <a:solidFill>
                  <a:schemeClr val="tx1"/>
                </a:solidFill>
                <a:latin typeface="Arial" charset="0"/>
                <a:ea typeface="ＭＳ Ｐゴシック" pitchFamily="-107" charset="-128"/>
                <a:cs typeface="ＭＳ Ｐゴシック" pitchFamily="-107" charset="-128"/>
              </a:rPr>
              <a:t>the Elgamal and Schnorr signature schemes . Recall from Chapter 10, that</a:t>
            </a:r>
          </a:p>
          <a:p>
            <a:r>
              <a:rPr lang="en-US" sz="1200" kern="1200" baseline="0" dirty="0" smtClean="0">
                <a:solidFill>
                  <a:schemeClr val="tx1"/>
                </a:solidFill>
                <a:latin typeface="Arial" charset="0"/>
                <a:ea typeface="ＭＳ Ｐゴシック" pitchFamily="-107" charset="-128"/>
                <a:cs typeface="ＭＳ Ｐゴシック" pitchFamily="-107" charset="-128"/>
              </a:rPr>
              <a:t>the Elgamal encryption scheme is designed to enable encryption by a user’s public</a:t>
            </a:r>
          </a:p>
          <a:p>
            <a:r>
              <a:rPr lang="en-US" sz="1200" kern="1200" baseline="0" dirty="0" smtClean="0">
                <a:solidFill>
                  <a:schemeClr val="tx1"/>
                </a:solidFill>
                <a:latin typeface="Arial" charset="0"/>
                <a:ea typeface="ＭＳ Ｐゴシック" pitchFamily="-107" charset="-128"/>
                <a:cs typeface="ＭＳ Ｐゴシック" pitchFamily="-107" charset="-128"/>
              </a:rPr>
              <a:t>key with decryption by the user’s private key. The Elgamal signature scheme involves</a:t>
            </a:r>
          </a:p>
          <a:p>
            <a:r>
              <a:rPr lang="en-US" sz="1200" kern="1200" baseline="0" dirty="0" smtClean="0">
                <a:solidFill>
                  <a:schemeClr val="tx1"/>
                </a:solidFill>
                <a:latin typeface="Arial" charset="0"/>
                <a:ea typeface="ＭＳ Ｐゴシック" pitchFamily="-107" charset="-128"/>
                <a:cs typeface="ＭＳ Ｐゴシック" pitchFamily="-107" charset="-128"/>
              </a:rPr>
              <a:t>the use of the private key for encryption and the public key for decryption</a:t>
            </a:r>
          </a:p>
          <a:p>
            <a:r>
              <a:rPr lang="en-US" sz="1200" kern="1200" baseline="0" dirty="0" smtClean="0">
                <a:solidFill>
                  <a:schemeClr val="tx1"/>
                </a:solidFill>
                <a:latin typeface="Arial" charset="0"/>
                <a:ea typeface="ＭＳ Ｐゴシック" pitchFamily="-107" charset="-128"/>
                <a:cs typeface="ＭＳ Ｐゴシック" pitchFamily="-107" charset="-128"/>
              </a:rPr>
              <a:t>[ELGA84, ELGA85].</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As with Elgamal encryption, the global elements of Elgamal digital signature</a:t>
            </a:r>
          </a:p>
          <a:p>
            <a:r>
              <a:rPr lang="en-US" sz="1200" kern="1200" baseline="0" dirty="0" smtClean="0">
                <a:solidFill>
                  <a:schemeClr val="tx1"/>
                </a:solidFill>
                <a:latin typeface="Arial" charset="0"/>
                <a:ea typeface="ＭＳ Ｐゴシック" pitchFamily="-107" charset="-128"/>
                <a:cs typeface="ＭＳ Ｐゴシック" pitchFamily="-107" charset="-128"/>
              </a:rPr>
              <a:t> are a prime number </a:t>
            </a:r>
            <a:r>
              <a:rPr lang="en-US" sz="1200" i="1" kern="1200" baseline="0" dirty="0" smtClean="0">
                <a:solidFill>
                  <a:schemeClr val="tx1"/>
                </a:solidFill>
                <a:latin typeface="Arial" charset="0"/>
                <a:ea typeface="ＭＳ Ｐゴシック" pitchFamily="-107" charset="-128"/>
                <a:cs typeface="ＭＳ Ｐゴシック" pitchFamily="-107" charset="-128"/>
              </a:rPr>
              <a:t>q</a:t>
            </a:r>
            <a:r>
              <a:rPr lang="en-US" sz="1200" kern="1200" baseline="0" dirty="0" smtClean="0">
                <a:solidFill>
                  <a:schemeClr val="tx1"/>
                </a:solidFill>
                <a:latin typeface="Arial" charset="0"/>
                <a:ea typeface="ＭＳ Ｐゴシック" pitchFamily="-107" charset="-128"/>
                <a:cs typeface="ＭＳ Ｐゴシック" pitchFamily="-107" charset="-128"/>
              </a:rPr>
              <a:t>  and a, which is a primitive root of </a:t>
            </a:r>
            <a:r>
              <a:rPr lang="en-US" sz="1200" i="1" kern="1200" baseline="0" dirty="0" smtClean="0">
                <a:solidFill>
                  <a:schemeClr val="tx1"/>
                </a:solidFill>
                <a:latin typeface="Arial" charset="0"/>
                <a:ea typeface="ＭＳ Ｐゴシック" pitchFamily="-107" charset="-128"/>
                <a:cs typeface="ＭＳ Ｐゴシック" pitchFamily="-107" charset="-128"/>
              </a:rPr>
              <a:t>q</a:t>
            </a:r>
            <a:r>
              <a:rPr lang="en-US" sz="1200" kern="1200" baseline="0" dirty="0" smtClean="0">
                <a:solidFill>
                  <a:schemeClr val="tx1"/>
                </a:solidFill>
                <a:latin typeface="Arial" charset="0"/>
                <a:ea typeface="ＭＳ Ｐゴシック" pitchFamily="-107" charset="-128"/>
                <a:cs typeface="ＭＳ Ｐゴシック" pitchFamily="-107" charset="-128"/>
              </a:rPr>
              <a:t> .</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endParaRPr lang="en-US" dirty="0" smtClean="0">
              <a:latin typeface="Times-Roman" charset="0"/>
              <a:ea typeface="ＭＳ Ｐゴシック" pitchFamily="-84" charset="-128"/>
              <a:cs typeface="ＭＳ Ｐゴシック" pitchFamily="-84" charset="-128"/>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4C97ED73-1C05-9448-92AD-AAC988147BAF}" type="slidenum">
              <a:rPr lang="en-AU">
                <a:latin typeface="Arial" pitchFamily="-84" charset="0"/>
              </a:rPr>
              <a:pPr/>
              <a:t>10</a:t>
            </a:fld>
            <a:endParaRPr lang="en-AU" dirty="0">
              <a:latin typeface="Arial" pitchFamily="-84" charset="0"/>
            </a:endParaRPr>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p:spPr>
        <p:txBody>
          <a:bodyPr/>
          <a:lstStyle/>
          <a:p>
            <a:pPr eaLnBrk="1" hangingPunct="1"/>
            <a:r>
              <a:rPr lang="en-US" dirty="0" smtClean="0">
                <a:latin typeface="Arial" pitchFamily="-84" charset="0"/>
                <a:ea typeface="ＭＳ Ｐゴシック" pitchFamily="-84" charset="-128"/>
                <a:cs typeface="ＭＳ Ｐゴシック" pitchFamily="-84" charset="-128"/>
              </a:rPr>
              <a:t>As with the ElGamal digital signature scheme, the Schnorr signature scheme is based on discrete logarithms [SCHN89, SCHN91]. The Schnorr scheme minimizes the message dependent amount of computation required to generate a signature. The main work for signature generation does not depend on the message and can be done during the idle time of the processor. The message dependent part of the signature generation requires multiplying a 2</a:t>
            </a:r>
            <a:r>
              <a:rPr lang="en-US" i="1" dirty="0" smtClean="0">
                <a:latin typeface="Arial" pitchFamily="-84" charset="0"/>
                <a:ea typeface="ＭＳ Ｐゴシック" pitchFamily="-84" charset="-128"/>
                <a:cs typeface="ＭＳ Ｐゴシック" pitchFamily="-84" charset="-128"/>
              </a:rPr>
              <a:t>n-bit </a:t>
            </a:r>
            <a:r>
              <a:rPr lang="en-US" dirty="0" smtClean="0">
                <a:latin typeface="Arial" pitchFamily="-84" charset="0"/>
                <a:ea typeface="ＭＳ Ｐゴシック" pitchFamily="-84" charset="-128"/>
                <a:cs typeface="ＭＳ Ｐゴシック" pitchFamily="-84" charset="-128"/>
              </a:rPr>
              <a:t>integer with an </a:t>
            </a:r>
            <a:r>
              <a:rPr lang="en-US" i="1" dirty="0" smtClean="0">
                <a:latin typeface="Arial" pitchFamily="-84" charset="0"/>
                <a:ea typeface="ＭＳ Ｐゴシック" pitchFamily="-84" charset="-128"/>
                <a:cs typeface="ＭＳ Ｐゴシック" pitchFamily="-84" charset="-128"/>
              </a:rPr>
              <a:t>n-bit </a:t>
            </a:r>
            <a:r>
              <a:rPr lang="en-US" dirty="0" smtClean="0">
                <a:latin typeface="Arial" pitchFamily="-84" charset="0"/>
                <a:ea typeface="ＭＳ Ｐゴシック" pitchFamily="-84" charset="-128"/>
                <a:cs typeface="ＭＳ Ｐゴシック" pitchFamily="-84" charset="-128"/>
              </a:rPr>
              <a:t>integer. </a:t>
            </a:r>
            <a:r>
              <a:rPr lang="en-US" dirty="0" smtClean="0">
                <a:latin typeface="Arial" pitchFamily="-84" charset="0"/>
                <a:ea typeface="ＭＳ Ｐゴシック" pitchFamily="-84" charset="-128"/>
                <a:cs typeface="ＭＳ Ｐゴシック" pitchFamily="-84" charset="-128"/>
              </a:rPr>
              <a:t> The </a:t>
            </a:r>
            <a:r>
              <a:rPr lang="en-US" dirty="0" smtClean="0">
                <a:latin typeface="Arial" pitchFamily="-84" charset="0"/>
                <a:ea typeface="ＭＳ Ｐゴシック" pitchFamily="-84" charset="-128"/>
                <a:cs typeface="ＭＳ Ｐゴシック" pitchFamily="-84" charset="-128"/>
              </a:rPr>
              <a:t>scheme is based on using a prime modulus </a:t>
            </a:r>
            <a:r>
              <a:rPr lang="en-US" i="1" dirty="0" smtClean="0">
                <a:latin typeface="Arial" pitchFamily="-84" charset="0"/>
                <a:ea typeface="ＭＳ Ｐゴシック" pitchFamily="-84" charset="-128"/>
                <a:cs typeface="ＭＳ Ｐゴシック" pitchFamily="-84" charset="-128"/>
              </a:rPr>
              <a:t>p, </a:t>
            </a:r>
            <a:r>
              <a:rPr lang="en-US" dirty="0" smtClean="0">
                <a:latin typeface="Arial" pitchFamily="-84" charset="0"/>
                <a:ea typeface="ＭＳ Ｐゴシック" pitchFamily="-84" charset="-128"/>
                <a:cs typeface="ＭＳ Ｐゴシック" pitchFamily="-84" charset="-128"/>
              </a:rPr>
              <a:t>with </a:t>
            </a:r>
            <a:r>
              <a:rPr lang="en-US" i="1" dirty="0" smtClean="0">
                <a:latin typeface="Arial" pitchFamily="-84" charset="0"/>
                <a:ea typeface="ＭＳ Ｐゴシック" pitchFamily="-84" charset="-128"/>
                <a:cs typeface="ＭＳ Ｐゴシック" pitchFamily="-84" charset="-128"/>
              </a:rPr>
              <a:t>p – 1 </a:t>
            </a:r>
            <a:r>
              <a:rPr lang="en-US" dirty="0" smtClean="0">
                <a:latin typeface="Arial" pitchFamily="-84" charset="0"/>
                <a:ea typeface="ＭＳ Ｐゴシック" pitchFamily="-84" charset="-128"/>
                <a:cs typeface="ＭＳ Ｐゴシック" pitchFamily="-84" charset="-128"/>
              </a:rPr>
              <a:t>having a prime factor </a:t>
            </a:r>
            <a:r>
              <a:rPr lang="en-US" i="1" dirty="0" smtClean="0">
                <a:latin typeface="Arial" pitchFamily="-84" charset="0"/>
                <a:ea typeface="ＭＳ Ｐゴシック" pitchFamily="-84" charset="-128"/>
                <a:cs typeface="ＭＳ Ｐゴシック" pitchFamily="-84" charset="-128"/>
              </a:rPr>
              <a:t>q </a:t>
            </a:r>
            <a:r>
              <a:rPr lang="en-US" dirty="0" smtClean="0">
                <a:latin typeface="Arial" pitchFamily="-84" charset="0"/>
                <a:ea typeface="ＭＳ Ｐゴシック" pitchFamily="-84" charset="-128"/>
                <a:cs typeface="ＭＳ Ｐゴシック" pitchFamily="-84" charset="-128"/>
              </a:rPr>
              <a:t>of appropriate size; that is </a:t>
            </a:r>
            <a:r>
              <a:rPr lang="en-US" i="1" dirty="0" smtClean="0">
                <a:latin typeface="Arial" pitchFamily="-84" charset="0"/>
                <a:ea typeface="ＭＳ Ｐゴシック" pitchFamily="-84" charset="-128"/>
                <a:cs typeface="ＭＳ Ｐゴシック" pitchFamily="-84" charset="-128"/>
              </a:rPr>
              <a:t>p – 1 = 1 (mod q). </a:t>
            </a:r>
            <a:r>
              <a:rPr lang="en-US" dirty="0" smtClean="0">
                <a:latin typeface="Arial" pitchFamily="-84" charset="0"/>
                <a:ea typeface="ＭＳ Ｐゴシック" pitchFamily="-84" charset="-128"/>
                <a:cs typeface="ＭＳ Ｐゴシック" pitchFamily="-84" charset="-128"/>
              </a:rPr>
              <a:t>Typically, we use </a:t>
            </a:r>
            <a:r>
              <a:rPr lang="en-US" i="1" dirty="0" smtClean="0">
                <a:latin typeface="Arial" pitchFamily="-84" charset="0"/>
                <a:ea typeface="ＭＳ Ｐゴシック" pitchFamily="-84" charset="-128"/>
                <a:cs typeface="ＭＳ Ｐゴシック" pitchFamily="-84" charset="-128"/>
              </a:rPr>
              <a:t>p approx 2</a:t>
            </a:r>
            <a:r>
              <a:rPr lang="en-US" i="1" baseline="30000" dirty="0" smtClean="0">
                <a:latin typeface="Arial" pitchFamily="-84" charset="0"/>
                <a:ea typeface="ＭＳ Ｐゴシック" pitchFamily="-84" charset="-128"/>
                <a:cs typeface="ＭＳ Ｐゴシック" pitchFamily="-84" charset="-128"/>
              </a:rPr>
              <a:t>1024</a:t>
            </a:r>
            <a:r>
              <a:rPr lang="en-US" i="1" dirty="0" smtClean="0">
                <a:latin typeface="Arial" pitchFamily="-84" charset="0"/>
                <a:ea typeface="ＭＳ Ｐゴシック" pitchFamily="-84" charset="-128"/>
                <a:cs typeface="ＭＳ Ｐゴシック" pitchFamily="-84" charset="-128"/>
              </a:rPr>
              <a:t> </a:t>
            </a:r>
            <a:r>
              <a:rPr lang="en-US" dirty="0" smtClean="0">
                <a:latin typeface="Arial" pitchFamily="-84" charset="0"/>
                <a:ea typeface="ＭＳ Ｐゴシック" pitchFamily="-84" charset="-128"/>
                <a:cs typeface="ＭＳ Ｐゴシック" pitchFamily="-84" charset="-128"/>
              </a:rPr>
              <a:t>and </a:t>
            </a:r>
            <a:r>
              <a:rPr lang="en-US" i="1" dirty="0" smtClean="0">
                <a:latin typeface="Arial" pitchFamily="-84" charset="0"/>
                <a:ea typeface="ＭＳ Ｐゴシック" pitchFamily="-84" charset="-128"/>
                <a:cs typeface="ＭＳ Ｐゴシック" pitchFamily="-84" charset="-128"/>
              </a:rPr>
              <a:t>q approx 2</a:t>
            </a:r>
            <a:r>
              <a:rPr lang="en-US" i="1" baseline="30000" dirty="0" smtClean="0">
                <a:latin typeface="Arial" pitchFamily="-84" charset="0"/>
                <a:ea typeface="ＭＳ Ｐゴシック" pitchFamily="-84" charset="-128"/>
                <a:cs typeface="ＭＳ Ｐゴシック" pitchFamily="-84" charset="-128"/>
              </a:rPr>
              <a:t>160</a:t>
            </a:r>
            <a:r>
              <a:rPr lang="en-US" i="1" dirty="0" smtClean="0">
                <a:latin typeface="Arial" pitchFamily="-84" charset="0"/>
                <a:ea typeface="ＭＳ Ｐゴシック" pitchFamily="-84" charset="-128"/>
                <a:cs typeface="ＭＳ Ｐゴシック" pitchFamily="-84" charset="-128"/>
              </a:rPr>
              <a:t>. </a:t>
            </a:r>
            <a:r>
              <a:rPr lang="en-US" dirty="0" smtClean="0">
                <a:latin typeface="Arial" pitchFamily="-84" charset="0"/>
                <a:ea typeface="ＭＳ Ｐゴシック" pitchFamily="-84" charset="-128"/>
                <a:cs typeface="ＭＳ Ｐゴシック" pitchFamily="-84" charset="-128"/>
              </a:rPr>
              <a:t>Thus</a:t>
            </a:r>
            <a:r>
              <a:rPr lang="en-US" i="1" dirty="0" smtClean="0">
                <a:latin typeface="Arial" pitchFamily="-84" charset="0"/>
                <a:ea typeface="ＭＳ Ｐゴシック" pitchFamily="-84" charset="-128"/>
                <a:cs typeface="ＭＳ Ｐゴシック" pitchFamily="-84" charset="-128"/>
              </a:rPr>
              <a:t>, p  </a:t>
            </a:r>
            <a:r>
              <a:rPr lang="en-US" dirty="0" smtClean="0">
                <a:latin typeface="Arial" pitchFamily="-84" charset="0"/>
                <a:ea typeface="ＭＳ Ｐゴシック" pitchFamily="-84" charset="-128"/>
                <a:cs typeface="ＭＳ Ｐゴシック" pitchFamily="-84" charset="-128"/>
              </a:rPr>
              <a:t>is a 1024-bit number and q  is a 160-bit number, which is also the length of the SHA-1 hash value.</a:t>
            </a:r>
            <a:endParaRPr lang="en-US" dirty="0" smtClean="0">
              <a:latin typeface="Times-Roman" charset="0"/>
              <a:ea typeface="ＭＳ Ｐゴシック" pitchFamily="-84" charset="-128"/>
              <a:cs typeface="ＭＳ Ｐゴシック" pitchFamily="-84" charset="-128"/>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p:spPr>
        <p:txBody>
          <a:bodyPr/>
          <a:lstStyle/>
          <a:p>
            <a:fld id="{EFD17106-26E6-B844-8244-4102E7BD8395}" type="slidenum">
              <a:rPr lang="en-AU">
                <a:latin typeface="Arial" pitchFamily="-84" charset="0"/>
              </a:rPr>
              <a:pPr/>
              <a:t>11</a:t>
            </a:fld>
            <a:endParaRPr lang="en-AU" dirty="0">
              <a:latin typeface="Arial" pitchFamily="-84" charset="0"/>
            </a:endParaRPr>
          </a:p>
        </p:txBody>
      </p:sp>
      <p:sp>
        <p:nvSpPr>
          <p:cNvPr id="45059" name="Rectangle 2"/>
          <p:cNvSpPr>
            <a:spLocks noGrp="1" noRot="1" noChangeAspect="1" noChangeArrowheads="1" noTextEdit="1"/>
          </p:cNvSpPr>
          <p:nvPr>
            <p:ph type="sldImg"/>
          </p:nvPr>
        </p:nvSpPr>
        <p:spPr>
          <a:ln/>
        </p:spPr>
      </p:sp>
      <p:sp>
        <p:nvSpPr>
          <p:cNvPr id="45060"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The National Institute of Standards and Technology (NIST) has published</a:t>
            </a:r>
          </a:p>
          <a:p>
            <a:r>
              <a:rPr lang="en-US" sz="1200" kern="1200" baseline="0" dirty="0" smtClean="0">
                <a:solidFill>
                  <a:schemeClr val="tx1"/>
                </a:solidFill>
                <a:latin typeface="Arial" charset="0"/>
                <a:ea typeface="ＭＳ Ｐゴシック" pitchFamily="-107" charset="-128"/>
                <a:cs typeface="ＭＳ Ｐゴシック" pitchFamily="-107" charset="-128"/>
              </a:rPr>
              <a:t>Federal Information Processing Standard FIPS 186, known as the Digital</a:t>
            </a:r>
          </a:p>
          <a:p>
            <a:r>
              <a:rPr lang="en-US" sz="1200" kern="1200" baseline="0" dirty="0" smtClean="0">
                <a:solidFill>
                  <a:schemeClr val="tx1"/>
                </a:solidFill>
                <a:latin typeface="Arial" charset="0"/>
                <a:ea typeface="ＭＳ Ｐゴシック" pitchFamily="-107" charset="-128"/>
                <a:cs typeface="ＭＳ Ｐゴシック" pitchFamily="-107" charset="-128"/>
              </a:rPr>
              <a:t>Signature Algorithm (DSA). The DSA makes use of the Secure Hash</a:t>
            </a:r>
          </a:p>
          <a:p>
            <a:r>
              <a:rPr lang="en-US" sz="1200" kern="1200" baseline="0" dirty="0" smtClean="0">
                <a:solidFill>
                  <a:schemeClr val="tx1"/>
                </a:solidFill>
                <a:latin typeface="Arial" charset="0"/>
                <a:ea typeface="ＭＳ Ｐゴシック" pitchFamily="-107" charset="-128"/>
                <a:cs typeface="ＭＳ Ｐゴシック" pitchFamily="-107" charset="-128"/>
              </a:rPr>
              <a:t>Algorithm (SHA) described in Chapter 12. The DSA was originally proposed</a:t>
            </a:r>
          </a:p>
          <a:p>
            <a:r>
              <a:rPr lang="en-US" sz="1200" kern="1200" baseline="0" dirty="0" smtClean="0">
                <a:solidFill>
                  <a:schemeClr val="tx1"/>
                </a:solidFill>
                <a:latin typeface="Arial" charset="0"/>
                <a:ea typeface="ＭＳ Ｐゴシック" pitchFamily="-107" charset="-128"/>
                <a:cs typeface="ＭＳ Ｐゴシック" pitchFamily="-107" charset="-128"/>
              </a:rPr>
              <a:t>in 1991 and revised in 1993 in response to public feedback concerning the security</a:t>
            </a:r>
          </a:p>
          <a:p>
            <a:r>
              <a:rPr lang="en-US" sz="1200" kern="1200" baseline="0" dirty="0" smtClean="0">
                <a:solidFill>
                  <a:schemeClr val="tx1"/>
                </a:solidFill>
                <a:latin typeface="Arial" charset="0"/>
                <a:ea typeface="ＭＳ Ｐゴシック" pitchFamily="-107" charset="-128"/>
                <a:cs typeface="ＭＳ Ｐゴシック" pitchFamily="-107" charset="-128"/>
              </a:rPr>
              <a:t>of the scheme. There was a further minor revision in 1996. In 2000, an</a:t>
            </a:r>
          </a:p>
          <a:p>
            <a:r>
              <a:rPr lang="en-US" sz="1200" kern="1200" baseline="0" dirty="0" smtClean="0">
                <a:solidFill>
                  <a:schemeClr val="tx1"/>
                </a:solidFill>
                <a:latin typeface="Arial" charset="0"/>
                <a:ea typeface="ＭＳ Ｐゴシック" pitchFamily="-107" charset="-128"/>
                <a:cs typeface="ＭＳ Ｐゴシック" pitchFamily="-107" charset="-128"/>
              </a:rPr>
              <a:t>expanded version of the standard was issued as FIPS 186-2, subsequently updated</a:t>
            </a:r>
          </a:p>
          <a:p>
            <a:r>
              <a:rPr lang="en-US" sz="1200" kern="1200" baseline="0" dirty="0" smtClean="0">
                <a:solidFill>
                  <a:schemeClr val="tx1"/>
                </a:solidFill>
                <a:latin typeface="Arial" charset="0"/>
                <a:ea typeface="ＭＳ Ｐゴシック" pitchFamily="-107" charset="-128"/>
                <a:cs typeface="ＭＳ Ｐゴシック" pitchFamily="-107" charset="-128"/>
              </a:rPr>
              <a:t>to FIPS 186-3 in 2009. This latest version also incorporates digital signature</a:t>
            </a:r>
          </a:p>
          <a:p>
            <a:r>
              <a:rPr lang="en-US" sz="1200" kern="1200" baseline="0" dirty="0" smtClean="0">
                <a:solidFill>
                  <a:schemeClr val="tx1"/>
                </a:solidFill>
                <a:latin typeface="Arial" charset="0"/>
                <a:ea typeface="ＭＳ Ｐゴシック" pitchFamily="-107" charset="-128"/>
                <a:cs typeface="ＭＳ Ｐゴシック" pitchFamily="-107" charset="-128"/>
              </a:rPr>
              <a:t>algorithms based on RSA and on elliptic curve cryptography. In this</a:t>
            </a:r>
          </a:p>
          <a:p>
            <a:r>
              <a:rPr lang="en-US" sz="1200" kern="1200" baseline="0" dirty="0" smtClean="0">
                <a:solidFill>
                  <a:schemeClr val="tx1"/>
                </a:solidFill>
                <a:latin typeface="Arial" charset="0"/>
                <a:ea typeface="ＭＳ Ｐゴシック" pitchFamily="-107" charset="-128"/>
                <a:cs typeface="ＭＳ Ｐゴシック" pitchFamily="-107" charset="-128"/>
              </a:rPr>
              <a:t>section, we discuss DSA.</a:t>
            </a:r>
            <a:endParaRPr lang="en-AU" dirty="0">
              <a:latin typeface="Times-Roman" charset="0"/>
              <a:ea typeface="ＭＳ Ｐゴシック" pitchFamily="-84" charset="-128"/>
              <a:cs typeface="ＭＳ Ｐゴシック" pitchFamily="-84" charset="-128"/>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7106" name="Slide Image Placeholder 1"/>
          <p:cNvSpPr>
            <a:spLocks noGrp="1" noRot="1" noChangeAspect="1"/>
          </p:cNvSpPr>
          <p:nvPr>
            <p:ph type="sldImg"/>
          </p:nvPr>
        </p:nvSpPr>
        <p:spPr>
          <a:ln/>
        </p:spPr>
      </p:sp>
      <p:sp>
        <p:nvSpPr>
          <p:cNvPr id="47107" name="Notes Placeholder 2"/>
          <p:cNvSpPr>
            <a:spLocks noGrp="1"/>
          </p:cNvSpPr>
          <p:nvPr>
            <p:ph type="body" idx="1"/>
          </p:nvPr>
        </p:nvSpPr>
        <p:spPr>
          <a:xfrm>
            <a:off x="685800" y="4343400"/>
            <a:ext cx="5486400" cy="4341813"/>
          </a:xfrm>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The DSA uses an algorithm that is designed to provide only the digital signature</a:t>
            </a:r>
          </a:p>
          <a:p>
            <a:r>
              <a:rPr lang="en-US" sz="1200" kern="1200" baseline="0" dirty="0" smtClean="0">
                <a:solidFill>
                  <a:schemeClr val="tx1"/>
                </a:solidFill>
                <a:latin typeface="Arial" charset="0"/>
                <a:ea typeface="ＭＳ Ｐゴシック" pitchFamily="-107" charset="-128"/>
                <a:cs typeface="ＭＳ Ｐゴシック" pitchFamily="-107" charset="-128"/>
              </a:rPr>
              <a:t>function. Unlike RSA, it cannot be used for encryption or key exchange.</a:t>
            </a:r>
          </a:p>
          <a:p>
            <a:r>
              <a:rPr lang="en-US" sz="1200" kern="1200" baseline="0" dirty="0" smtClean="0">
                <a:solidFill>
                  <a:schemeClr val="tx1"/>
                </a:solidFill>
                <a:latin typeface="Arial" charset="0"/>
                <a:ea typeface="ＭＳ Ｐゴシック" pitchFamily="-107" charset="-128"/>
                <a:cs typeface="ＭＳ Ｐゴシック" pitchFamily="-107" charset="-128"/>
              </a:rPr>
              <a:t>Nevertheless, it is a public-key technique.</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Figure </a:t>
            </a:r>
            <a:r>
              <a:rPr lang="en-US" sz="1200" kern="1200" baseline="0" dirty="0" smtClean="0">
                <a:solidFill>
                  <a:schemeClr val="tx1"/>
                </a:solidFill>
                <a:latin typeface="Arial" charset="0"/>
                <a:ea typeface="ＭＳ Ｐゴシック" pitchFamily="-107" charset="-128"/>
                <a:cs typeface="ＭＳ Ｐゴシック" pitchFamily="-107" charset="-128"/>
              </a:rPr>
              <a:t>13.2 </a:t>
            </a:r>
            <a:r>
              <a:rPr lang="en-US" sz="1200" kern="1200" baseline="0" dirty="0" smtClean="0">
                <a:solidFill>
                  <a:schemeClr val="tx1"/>
                </a:solidFill>
                <a:latin typeface="Arial" charset="0"/>
                <a:ea typeface="ＭＳ Ｐゴシック" pitchFamily="-107" charset="-128"/>
                <a:cs typeface="ＭＳ Ｐゴシック" pitchFamily="-107" charset="-128"/>
              </a:rPr>
              <a:t>contrasts the DSA approach for generating digital signatures to</a:t>
            </a:r>
          </a:p>
          <a:p>
            <a:r>
              <a:rPr lang="en-US" sz="1200" kern="1200" baseline="0" dirty="0" smtClean="0">
                <a:solidFill>
                  <a:schemeClr val="tx1"/>
                </a:solidFill>
                <a:latin typeface="Arial" charset="0"/>
                <a:ea typeface="ＭＳ Ｐゴシック" pitchFamily="-107" charset="-128"/>
                <a:cs typeface="ＭＳ Ｐゴシック" pitchFamily="-107" charset="-128"/>
              </a:rPr>
              <a:t>that used with RSA. In the RSA approach, the message to be signed is input to a</a:t>
            </a:r>
          </a:p>
          <a:p>
            <a:r>
              <a:rPr lang="en-US" sz="1200" kern="1200" baseline="0" dirty="0" smtClean="0">
                <a:solidFill>
                  <a:schemeClr val="tx1"/>
                </a:solidFill>
                <a:latin typeface="Arial" charset="0"/>
                <a:ea typeface="ＭＳ Ｐゴシック" pitchFamily="-107" charset="-128"/>
                <a:cs typeface="ＭＳ Ｐゴシック" pitchFamily="-107" charset="-128"/>
              </a:rPr>
              <a:t>hash function that produces a secure hash code of fixed length. This hash code is</a:t>
            </a:r>
          </a:p>
          <a:p>
            <a:r>
              <a:rPr lang="en-US" sz="1200" kern="1200" baseline="0" dirty="0" smtClean="0">
                <a:solidFill>
                  <a:schemeClr val="tx1"/>
                </a:solidFill>
                <a:latin typeface="Arial" charset="0"/>
                <a:ea typeface="ＭＳ Ｐゴシック" pitchFamily="-107" charset="-128"/>
                <a:cs typeface="ＭＳ Ｐゴシック" pitchFamily="-107" charset="-128"/>
              </a:rPr>
              <a:t>then encrypted using the sender’s private key to form the signature. Both the message</a:t>
            </a:r>
          </a:p>
          <a:p>
            <a:r>
              <a:rPr lang="en-US" sz="1200" kern="1200" baseline="0" dirty="0" smtClean="0">
                <a:solidFill>
                  <a:schemeClr val="tx1"/>
                </a:solidFill>
                <a:latin typeface="Arial" charset="0"/>
                <a:ea typeface="ＭＳ Ｐゴシック" pitchFamily="-107" charset="-128"/>
                <a:cs typeface="ＭＳ Ｐゴシック" pitchFamily="-107" charset="-128"/>
              </a:rPr>
              <a:t>and the signature are then transmitted. The recipient takes the message and</a:t>
            </a:r>
          </a:p>
          <a:p>
            <a:r>
              <a:rPr lang="en-US" sz="1200" kern="1200" baseline="0" dirty="0" smtClean="0">
                <a:solidFill>
                  <a:schemeClr val="tx1"/>
                </a:solidFill>
                <a:latin typeface="Arial" charset="0"/>
                <a:ea typeface="ＭＳ Ｐゴシック" pitchFamily="-107" charset="-128"/>
                <a:cs typeface="ＭＳ Ｐゴシック" pitchFamily="-107" charset="-128"/>
              </a:rPr>
              <a:t>produces a hash code. The recipient also decrypts the signature using the sender’s</a:t>
            </a:r>
          </a:p>
          <a:p>
            <a:r>
              <a:rPr lang="en-US" sz="1200" kern="1200" baseline="0" dirty="0" smtClean="0">
                <a:solidFill>
                  <a:schemeClr val="tx1"/>
                </a:solidFill>
                <a:latin typeface="Arial" charset="0"/>
                <a:ea typeface="ＭＳ Ｐゴシック" pitchFamily="-107" charset="-128"/>
                <a:cs typeface="ＭＳ Ｐゴシック" pitchFamily="-107" charset="-128"/>
              </a:rPr>
              <a:t>public key. If the calculated hash code matches the decrypted signature, the signature</a:t>
            </a:r>
          </a:p>
          <a:p>
            <a:r>
              <a:rPr lang="en-US" sz="1200" kern="1200" baseline="0" dirty="0" smtClean="0">
                <a:solidFill>
                  <a:schemeClr val="tx1"/>
                </a:solidFill>
                <a:latin typeface="Arial" charset="0"/>
                <a:ea typeface="ＭＳ Ｐゴシック" pitchFamily="-107" charset="-128"/>
                <a:cs typeface="ＭＳ Ｐゴシック" pitchFamily="-107" charset="-128"/>
              </a:rPr>
              <a:t>is accepted as valid. Because only the sender knows the private key, only the</a:t>
            </a:r>
          </a:p>
          <a:p>
            <a:r>
              <a:rPr lang="en-US" sz="1200" kern="1200" baseline="0" dirty="0" smtClean="0">
                <a:solidFill>
                  <a:schemeClr val="tx1"/>
                </a:solidFill>
                <a:latin typeface="Arial" charset="0"/>
                <a:ea typeface="ＭＳ Ｐゴシック" pitchFamily="-107" charset="-128"/>
                <a:cs typeface="ＭＳ Ｐゴシック" pitchFamily="-107" charset="-128"/>
              </a:rPr>
              <a:t>sender could have produced a valid signature.</a:t>
            </a:r>
            <a:endParaRPr lang="en-US" dirty="0" smtClean="0">
              <a:latin typeface="Arial" pitchFamily="-84" charset="0"/>
              <a:ea typeface="ＭＳ Ｐゴシック" pitchFamily="-84" charset="-128"/>
              <a:cs typeface="ＭＳ Ｐゴシック" pitchFamily="-84" charset="-128"/>
            </a:endParaRP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The DSA approach also makes use of a hash function. The hash code is provided</a:t>
            </a:r>
          </a:p>
          <a:p>
            <a:r>
              <a:rPr lang="en-US" sz="1200" kern="1200" baseline="0" dirty="0" smtClean="0">
                <a:solidFill>
                  <a:schemeClr val="tx1"/>
                </a:solidFill>
                <a:latin typeface="Arial" charset="0"/>
                <a:ea typeface="ＭＳ Ｐゴシック" pitchFamily="-107" charset="-128"/>
                <a:cs typeface="ＭＳ Ｐゴシック" pitchFamily="-107" charset="-128"/>
              </a:rPr>
              <a:t>as input to a signature function along with a random number </a:t>
            </a:r>
            <a:r>
              <a:rPr lang="en-US" sz="1200" i="1" kern="1200" baseline="0" dirty="0" smtClean="0">
                <a:solidFill>
                  <a:schemeClr val="tx1"/>
                </a:solidFill>
                <a:latin typeface="Arial" charset="0"/>
                <a:ea typeface="ＭＳ Ｐゴシック" pitchFamily="-107" charset="-128"/>
                <a:cs typeface="ＭＳ Ｐゴシック" pitchFamily="-107" charset="-128"/>
              </a:rPr>
              <a:t>k</a:t>
            </a:r>
            <a:r>
              <a:rPr lang="en-US" sz="1200" kern="1200" baseline="0" dirty="0" smtClean="0">
                <a:solidFill>
                  <a:schemeClr val="tx1"/>
                </a:solidFill>
                <a:latin typeface="Arial" charset="0"/>
                <a:ea typeface="ＭＳ Ｐゴシック" pitchFamily="-107" charset="-128"/>
                <a:cs typeface="ＭＳ Ｐゴシック" pitchFamily="-107" charset="-128"/>
              </a:rPr>
              <a:t>  generated</a:t>
            </a:r>
          </a:p>
          <a:p>
            <a:r>
              <a:rPr lang="en-US" sz="1200" kern="1200" baseline="0" dirty="0" smtClean="0">
                <a:solidFill>
                  <a:schemeClr val="tx1"/>
                </a:solidFill>
                <a:latin typeface="Arial" charset="0"/>
                <a:ea typeface="ＭＳ Ｐゴシック" pitchFamily="-107" charset="-128"/>
                <a:cs typeface="ＭＳ Ｐゴシック" pitchFamily="-107" charset="-128"/>
              </a:rPr>
              <a:t>for this particular signature. The signature function also depends on the sender’s</a:t>
            </a:r>
          </a:p>
          <a:p>
            <a:r>
              <a:rPr lang="en-US" sz="1200" kern="1200" baseline="0" dirty="0" smtClean="0">
                <a:solidFill>
                  <a:schemeClr val="tx1"/>
                </a:solidFill>
                <a:latin typeface="Arial" charset="0"/>
                <a:ea typeface="ＭＳ Ｐゴシック" pitchFamily="-107" charset="-128"/>
                <a:cs typeface="ＭＳ Ｐゴシック" pitchFamily="-107" charset="-128"/>
              </a:rPr>
              <a:t>private key (PR</a:t>
            </a:r>
            <a:r>
              <a:rPr lang="en-US" sz="1200" kern="1200" baseline="-25000" dirty="0" smtClean="0">
                <a:solidFill>
                  <a:schemeClr val="tx1"/>
                </a:solidFill>
                <a:latin typeface="Arial" charset="0"/>
                <a:ea typeface="ＭＳ Ｐゴシック" pitchFamily="-107" charset="-128"/>
                <a:cs typeface="ＭＳ Ｐゴシック" pitchFamily="-107" charset="-128"/>
              </a:rPr>
              <a:t>a</a:t>
            </a:r>
            <a:r>
              <a:rPr lang="en-US" sz="1200" kern="1200" baseline="0" dirty="0" smtClean="0">
                <a:solidFill>
                  <a:schemeClr val="tx1"/>
                </a:solidFill>
                <a:latin typeface="Arial" charset="0"/>
                <a:ea typeface="ＭＳ Ｐゴシック" pitchFamily="-107" charset="-128"/>
                <a:cs typeface="ＭＳ Ｐゴシック" pitchFamily="-107" charset="-128"/>
              </a:rPr>
              <a:t> ) and a set of parameters known to a group of communicating principals.</a:t>
            </a:r>
          </a:p>
          <a:p>
            <a:r>
              <a:rPr lang="en-US" sz="1200" kern="1200" baseline="0" dirty="0" smtClean="0">
                <a:solidFill>
                  <a:schemeClr val="tx1"/>
                </a:solidFill>
                <a:latin typeface="Arial" charset="0"/>
                <a:ea typeface="ＭＳ Ｐゴシック" pitchFamily="-107" charset="-128"/>
                <a:cs typeface="ＭＳ Ｐゴシック" pitchFamily="-107" charset="-128"/>
              </a:rPr>
              <a:t>We can consider this set to constitute a global public key (PU</a:t>
            </a:r>
            <a:r>
              <a:rPr lang="en-US" sz="1200" kern="1200" baseline="-25000" dirty="0" smtClean="0">
                <a:solidFill>
                  <a:schemeClr val="tx1"/>
                </a:solidFill>
                <a:latin typeface="Arial" charset="0"/>
                <a:ea typeface="ＭＳ Ｐゴシック" pitchFamily="-107" charset="-128"/>
                <a:cs typeface="ＭＳ Ｐゴシック" pitchFamily="-107" charset="-128"/>
              </a:rPr>
              <a:t>G</a:t>
            </a:r>
            <a:r>
              <a:rPr lang="en-US" sz="1200" kern="1200" baseline="0" dirty="0" smtClean="0">
                <a:solidFill>
                  <a:schemeClr val="tx1"/>
                </a:solidFill>
                <a:latin typeface="Arial" charset="0"/>
                <a:ea typeface="ＭＳ Ｐゴシック" pitchFamily="-107" charset="-128"/>
                <a:cs typeface="ＭＳ Ｐゴシック" pitchFamily="-107" charset="-128"/>
              </a:rPr>
              <a:t> ).  The result</a:t>
            </a:r>
          </a:p>
          <a:p>
            <a:r>
              <a:rPr lang="en-US" sz="1200" kern="1200" baseline="0" dirty="0" smtClean="0">
                <a:solidFill>
                  <a:schemeClr val="tx1"/>
                </a:solidFill>
                <a:latin typeface="Arial" charset="0"/>
                <a:ea typeface="ＭＳ Ｐゴシック" pitchFamily="-107" charset="-128"/>
                <a:cs typeface="ＭＳ Ｐゴシック" pitchFamily="-107" charset="-128"/>
              </a:rPr>
              <a:t>is a signature consisting of two components, labeled </a:t>
            </a:r>
            <a:r>
              <a:rPr lang="en-US" sz="1200" i="1" kern="1200" baseline="0" dirty="0" smtClean="0">
                <a:solidFill>
                  <a:schemeClr val="tx1"/>
                </a:solidFill>
                <a:latin typeface="Arial" charset="0"/>
                <a:ea typeface="ＭＳ Ｐゴシック" pitchFamily="-107" charset="-128"/>
                <a:cs typeface="ＭＳ Ｐゴシック" pitchFamily="-107" charset="-128"/>
              </a:rPr>
              <a:t>s</a:t>
            </a:r>
            <a:r>
              <a:rPr lang="en-US" sz="1200" kern="1200" baseline="0" dirty="0" smtClean="0">
                <a:solidFill>
                  <a:schemeClr val="tx1"/>
                </a:solidFill>
                <a:latin typeface="Arial" charset="0"/>
                <a:ea typeface="ＭＳ Ｐゴシック" pitchFamily="-107" charset="-128"/>
                <a:cs typeface="ＭＳ Ｐゴシック" pitchFamily="-107" charset="-128"/>
              </a:rPr>
              <a:t>  and </a:t>
            </a:r>
            <a:r>
              <a:rPr lang="en-US" sz="1200" i="1" kern="1200" baseline="0" dirty="0" smtClean="0">
                <a:solidFill>
                  <a:schemeClr val="tx1"/>
                </a:solidFill>
                <a:latin typeface="Arial" charset="0"/>
                <a:ea typeface="ＭＳ Ｐゴシック" pitchFamily="-107" charset="-128"/>
                <a:cs typeface="ＭＳ Ｐゴシック" pitchFamily="-107" charset="-128"/>
              </a:rPr>
              <a:t>r</a:t>
            </a:r>
            <a:r>
              <a:rPr lang="en-US" sz="1200" kern="1200" baseline="0" dirty="0" smtClean="0">
                <a:solidFill>
                  <a:schemeClr val="tx1"/>
                </a:solidFill>
                <a:latin typeface="Arial" charset="0"/>
                <a:ea typeface="ＭＳ Ｐゴシック" pitchFamily="-107" charset="-128"/>
                <a:cs typeface="ＭＳ Ｐゴシック" pitchFamily="-107" charset="-128"/>
              </a:rPr>
              <a:t> .</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At the receiving end, the hash code of the incoming message is generated. This</a:t>
            </a:r>
          </a:p>
          <a:p>
            <a:r>
              <a:rPr lang="en-US" sz="1200" kern="1200" baseline="0" dirty="0" smtClean="0">
                <a:solidFill>
                  <a:schemeClr val="tx1"/>
                </a:solidFill>
                <a:latin typeface="Arial" charset="0"/>
                <a:ea typeface="ＭＳ Ｐゴシック" pitchFamily="-107" charset="-128"/>
                <a:cs typeface="ＭＳ Ｐゴシック" pitchFamily="-107" charset="-128"/>
              </a:rPr>
              <a:t>plus the signature is input to a verification function. The verification function also</a:t>
            </a:r>
          </a:p>
          <a:p>
            <a:r>
              <a:rPr lang="en-US" sz="1200" kern="1200" baseline="0" dirty="0" smtClean="0">
                <a:solidFill>
                  <a:schemeClr val="tx1"/>
                </a:solidFill>
                <a:latin typeface="Arial" charset="0"/>
                <a:ea typeface="ＭＳ Ｐゴシック" pitchFamily="-107" charset="-128"/>
                <a:cs typeface="ＭＳ Ｐゴシック" pitchFamily="-107" charset="-128"/>
              </a:rPr>
              <a:t>depends on the global public key as well as the sender’s public key (PU</a:t>
            </a:r>
            <a:r>
              <a:rPr lang="en-US" sz="1200" kern="1200" baseline="-25000" dirty="0" smtClean="0">
                <a:solidFill>
                  <a:schemeClr val="tx1"/>
                </a:solidFill>
                <a:latin typeface="Arial" charset="0"/>
                <a:ea typeface="ＭＳ Ｐゴシック" pitchFamily="-107" charset="-128"/>
                <a:cs typeface="ＭＳ Ｐゴシック" pitchFamily="-107" charset="-128"/>
              </a:rPr>
              <a:t>a</a:t>
            </a:r>
            <a:r>
              <a:rPr lang="en-US" sz="1200" kern="1200" baseline="0" dirty="0" smtClean="0">
                <a:solidFill>
                  <a:schemeClr val="tx1"/>
                </a:solidFill>
                <a:latin typeface="Arial" charset="0"/>
                <a:ea typeface="ＭＳ Ｐゴシック" pitchFamily="-107" charset="-128"/>
                <a:cs typeface="ＭＳ Ｐゴシック" pitchFamily="-107" charset="-128"/>
              </a:rPr>
              <a:t> ), which</a:t>
            </a:r>
          </a:p>
          <a:p>
            <a:r>
              <a:rPr lang="en-US" sz="1200" kern="1200" baseline="0" dirty="0" smtClean="0">
                <a:solidFill>
                  <a:schemeClr val="tx1"/>
                </a:solidFill>
                <a:latin typeface="Arial" charset="0"/>
                <a:ea typeface="ＭＳ Ｐゴシック" pitchFamily="-107" charset="-128"/>
                <a:cs typeface="ＭＳ Ｐゴシック" pitchFamily="-107" charset="-128"/>
              </a:rPr>
              <a:t>is paired with the sender’s private key. The output of the verification function is a</a:t>
            </a:r>
          </a:p>
          <a:p>
            <a:r>
              <a:rPr lang="en-US" sz="1200" kern="1200" baseline="0" dirty="0" smtClean="0">
                <a:solidFill>
                  <a:schemeClr val="tx1"/>
                </a:solidFill>
                <a:latin typeface="Arial" charset="0"/>
                <a:ea typeface="ＭＳ Ｐゴシック" pitchFamily="-107" charset="-128"/>
                <a:cs typeface="ＭＳ Ｐゴシック" pitchFamily="-107" charset="-128"/>
              </a:rPr>
              <a:t>value that is equal to the signature component </a:t>
            </a:r>
            <a:r>
              <a:rPr lang="en-US" sz="1200" i="1" kern="1200" baseline="0" dirty="0" smtClean="0">
                <a:solidFill>
                  <a:schemeClr val="tx1"/>
                </a:solidFill>
                <a:latin typeface="Arial" charset="0"/>
                <a:ea typeface="ＭＳ Ｐゴシック" pitchFamily="-107" charset="-128"/>
                <a:cs typeface="ＭＳ Ｐゴシック" pitchFamily="-107" charset="-128"/>
              </a:rPr>
              <a:t>r</a:t>
            </a:r>
            <a:r>
              <a:rPr lang="en-US" sz="1200" kern="1200" baseline="0" dirty="0" smtClean="0">
                <a:solidFill>
                  <a:schemeClr val="tx1"/>
                </a:solidFill>
                <a:latin typeface="Arial" charset="0"/>
                <a:ea typeface="ＭＳ Ｐゴシック" pitchFamily="-107" charset="-128"/>
                <a:cs typeface="ＭＳ Ｐゴシック" pitchFamily="-107" charset="-128"/>
              </a:rPr>
              <a:t>  if the signature is valid. The signature</a:t>
            </a:r>
          </a:p>
          <a:p>
            <a:r>
              <a:rPr lang="en-US" sz="1200" kern="1200" baseline="0" dirty="0" smtClean="0">
                <a:solidFill>
                  <a:schemeClr val="tx1"/>
                </a:solidFill>
                <a:latin typeface="Arial" charset="0"/>
                <a:ea typeface="ＭＳ Ｐゴシック" pitchFamily="-107" charset="-128"/>
                <a:cs typeface="ＭＳ Ｐゴシック" pitchFamily="-107" charset="-128"/>
              </a:rPr>
              <a:t>function is such that only the sender, with knowledge of the private key, could</a:t>
            </a:r>
          </a:p>
          <a:p>
            <a:r>
              <a:rPr lang="en-US" sz="1200" kern="1200" baseline="0" dirty="0" smtClean="0">
                <a:solidFill>
                  <a:schemeClr val="tx1"/>
                </a:solidFill>
                <a:latin typeface="Arial" charset="0"/>
                <a:ea typeface="ＭＳ Ｐゴシック" pitchFamily="-107" charset="-128"/>
                <a:cs typeface="ＭＳ Ｐゴシック" pitchFamily="-107" charset="-128"/>
              </a:rPr>
              <a:t>have produced the valid signature.</a:t>
            </a:r>
          </a:p>
        </p:txBody>
      </p:sp>
      <p:sp>
        <p:nvSpPr>
          <p:cNvPr id="47108" name="Slide Number Placeholder 3"/>
          <p:cNvSpPr>
            <a:spLocks noGrp="1"/>
          </p:cNvSpPr>
          <p:nvPr>
            <p:ph type="sldNum" sz="quarter" idx="5"/>
          </p:nvPr>
        </p:nvSpPr>
        <p:spPr>
          <a:noFill/>
        </p:spPr>
        <p:txBody>
          <a:bodyPr/>
          <a:lstStyle/>
          <a:p>
            <a:fld id="{5CD6BD62-6399-6041-8B73-B22F4F4490F4}" type="slidenum">
              <a:rPr lang="en-AU" smtClean="0">
                <a:latin typeface="Arial" pitchFamily="-84" charset="0"/>
              </a:rPr>
              <a:pPr/>
              <a:t>12</a:t>
            </a:fld>
            <a:endParaRPr lang="en-AU" dirty="0" smtClean="0">
              <a:latin typeface="Arial" pitchFamily="-8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The DSA is based on the difficulty of computing discrete logarithms (see Chapter</a:t>
            </a:r>
            <a:r>
              <a:rPr lang="en-US" sz="1200" kern="1200" baseline="0" dirty="0" smtClean="0">
                <a:solidFill>
                  <a:schemeClr val="tx1"/>
                </a:solidFill>
                <a:latin typeface="Arial" charset="0"/>
                <a:ea typeface="ＭＳ Ｐゴシック" pitchFamily="-107" charset="-128"/>
                <a:cs typeface="ＭＳ Ｐゴシック" pitchFamily="-107" charset="-128"/>
              </a:rPr>
              <a:t> 2)</a:t>
            </a:r>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and is based on schemes originally presented by Elgamal [ELGA85] and Schnorr</a:t>
            </a:r>
          </a:p>
          <a:p>
            <a:r>
              <a:rPr lang="en-US" sz="1200" kern="1200" baseline="0" dirty="0" smtClean="0">
                <a:solidFill>
                  <a:schemeClr val="tx1"/>
                </a:solidFill>
                <a:latin typeface="Arial" charset="0"/>
                <a:ea typeface="ＭＳ Ｐゴシック" pitchFamily="-107" charset="-128"/>
                <a:cs typeface="ＭＳ Ｐゴシック" pitchFamily="-107" charset="-128"/>
              </a:rPr>
              <a:t>[SCHN91].</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Figure </a:t>
            </a:r>
            <a:r>
              <a:rPr lang="en-US" sz="1200" kern="1200" baseline="0" dirty="0" smtClean="0">
                <a:solidFill>
                  <a:schemeClr val="tx1"/>
                </a:solidFill>
                <a:latin typeface="Arial" charset="0"/>
                <a:ea typeface="ＭＳ Ｐゴシック" pitchFamily="-107" charset="-128"/>
                <a:cs typeface="ＭＳ Ｐゴシック" pitchFamily="-107" charset="-128"/>
              </a:rPr>
              <a:t>13.3 </a:t>
            </a:r>
            <a:r>
              <a:rPr lang="en-US" sz="1200" kern="1200" baseline="0" dirty="0" smtClean="0">
                <a:solidFill>
                  <a:schemeClr val="tx1"/>
                </a:solidFill>
                <a:latin typeface="Arial" charset="0"/>
                <a:ea typeface="ＭＳ Ｐゴシック" pitchFamily="-107" charset="-128"/>
                <a:cs typeface="ＭＳ Ｐゴシック" pitchFamily="-107" charset="-128"/>
              </a:rPr>
              <a:t>summarizes the algorithm.</a:t>
            </a:r>
            <a:endParaRPr lang="en-US" dirty="0"/>
          </a:p>
        </p:txBody>
      </p:sp>
      <p:sp>
        <p:nvSpPr>
          <p:cNvPr id="4" name="Slide Number Placeholder 3"/>
          <p:cNvSpPr>
            <a:spLocks noGrp="1"/>
          </p:cNvSpPr>
          <p:nvPr>
            <p:ph type="sldNum" sz="quarter" idx="10"/>
          </p:nvPr>
        </p:nvSpPr>
        <p:spPr/>
        <p:txBody>
          <a:bodyPr/>
          <a:lstStyle/>
          <a:p>
            <a:pPr>
              <a:defRPr/>
            </a:pPr>
            <a:fld id="{1F367800-5097-CF4A-B426-45CFBC2869B7}" type="slidenum">
              <a:rPr lang="en-AU" smtClean="0"/>
              <a:pPr>
                <a:defRPr/>
              </a:pPr>
              <a:t>13</a:t>
            </a:fld>
            <a:endParaRPr lang="en-AU"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kern="1200" baseline="0" dirty="0" smtClean="0">
                <a:solidFill>
                  <a:schemeClr val="tx1"/>
                </a:solidFill>
                <a:latin typeface="Arial" charset="0"/>
                <a:ea typeface="ＭＳ Ｐゴシック" pitchFamily="-107" charset="-128"/>
                <a:cs typeface="ＭＳ Ｐゴシック" pitchFamily="-107" charset="-128"/>
              </a:rPr>
              <a:t>Figure </a:t>
            </a:r>
            <a:r>
              <a:rPr lang="en-US" sz="1200" b="0" kern="1200" baseline="0" dirty="0" smtClean="0">
                <a:solidFill>
                  <a:schemeClr val="tx1"/>
                </a:solidFill>
                <a:latin typeface="Arial" charset="0"/>
                <a:ea typeface="ＭＳ Ｐゴシック" pitchFamily="-107" charset="-128"/>
                <a:cs typeface="ＭＳ Ｐゴシック" pitchFamily="-107" charset="-128"/>
              </a:rPr>
              <a:t>13.4 </a:t>
            </a:r>
            <a:r>
              <a:rPr lang="en-US" sz="1200" b="0" kern="1200" baseline="0" dirty="0" smtClean="0">
                <a:solidFill>
                  <a:schemeClr val="tx1"/>
                </a:solidFill>
                <a:latin typeface="Arial" charset="0"/>
                <a:ea typeface="ＭＳ Ｐゴシック" pitchFamily="-107" charset="-128"/>
                <a:cs typeface="ＭＳ Ｐゴシック" pitchFamily="-107" charset="-128"/>
              </a:rPr>
              <a:t>depicts the functions of signing and verifying.</a:t>
            </a:r>
          </a:p>
          <a:p>
            <a:endParaRPr lang="en-US" sz="1200" b="0"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The structure of the algorithm, as revealed in Figure </a:t>
            </a:r>
            <a:r>
              <a:rPr lang="en-US" sz="1200" b="0" kern="1200" baseline="0" dirty="0" smtClean="0">
                <a:solidFill>
                  <a:schemeClr val="tx1"/>
                </a:solidFill>
                <a:latin typeface="Arial" charset="0"/>
                <a:ea typeface="ＭＳ Ｐゴシック" pitchFamily="-107" charset="-128"/>
                <a:cs typeface="ＭＳ Ｐゴシック" pitchFamily="-107" charset="-128"/>
              </a:rPr>
              <a:t>13.4, </a:t>
            </a:r>
            <a:r>
              <a:rPr lang="en-US" sz="1200" b="0" kern="1200" baseline="0" dirty="0" smtClean="0">
                <a:solidFill>
                  <a:schemeClr val="tx1"/>
                </a:solidFill>
                <a:latin typeface="Arial" charset="0"/>
                <a:ea typeface="ＭＳ Ｐゴシック" pitchFamily="-107" charset="-128"/>
                <a:cs typeface="ＭＳ Ｐゴシック" pitchFamily="-107" charset="-128"/>
              </a:rPr>
              <a:t>is quite interesting.</a:t>
            </a:r>
          </a:p>
          <a:p>
            <a:r>
              <a:rPr lang="en-US" sz="1200" b="0" kern="1200" baseline="0" dirty="0" smtClean="0">
                <a:solidFill>
                  <a:schemeClr val="tx1"/>
                </a:solidFill>
                <a:latin typeface="Arial" charset="0"/>
                <a:ea typeface="ＭＳ Ｐゴシック" pitchFamily="-107" charset="-128"/>
                <a:cs typeface="ＭＳ Ｐゴシック" pitchFamily="-107" charset="-128"/>
              </a:rPr>
              <a:t>Note that the test at the end is on the value </a:t>
            </a:r>
            <a:r>
              <a:rPr lang="en-US" sz="1200" b="0" i="1" kern="1200" baseline="0" dirty="0" smtClean="0">
                <a:solidFill>
                  <a:schemeClr val="tx1"/>
                </a:solidFill>
                <a:latin typeface="Arial" charset="0"/>
                <a:ea typeface="ＭＳ Ｐゴシック" pitchFamily="-107" charset="-128"/>
                <a:cs typeface="ＭＳ Ｐゴシック" pitchFamily="-107" charset="-128"/>
              </a:rPr>
              <a:t>r</a:t>
            </a:r>
            <a:r>
              <a:rPr lang="en-US" sz="1200" b="0" kern="1200" baseline="0" dirty="0" smtClean="0">
                <a:solidFill>
                  <a:schemeClr val="tx1"/>
                </a:solidFill>
                <a:latin typeface="Arial" charset="0"/>
                <a:ea typeface="ＭＳ Ｐゴシック" pitchFamily="-107" charset="-128"/>
                <a:cs typeface="ＭＳ Ｐゴシック" pitchFamily="-107" charset="-128"/>
              </a:rPr>
              <a:t> , which does not depend on the message</a:t>
            </a:r>
          </a:p>
          <a:p>
            <a:r>
              <a:rPr lang="en-US" sz="1200" b="0" kern="1200" baseline="0" dirty="0" smtClean="0">
                <a:solidFill>
                  <a:schemeClr val="tx1"/>
                </a:solidFill>
                <a:latin typeface="Arial" charset="0"/>
                <a:ea typeface="ＭＳ Ｐゴシック" pitchFamily="-107" charset="-128"/>
                <a:cs typeface="ＭＳ Ｐゴシック" pitchFamily="-107" charset="-128"/>
              </a:rPr>
              <a:t>at all. Instead, </a:t>
            </a:r>
            <a:r>
              <a:rPr lang="en-US" sz="1200" b="0" i="1" kern="1200" baseline="0" dirty="0" smtClean="0">
                <a:solidFill>
                  <a:schemeClr val="tx1"/>
                </a:solidFill>
                <a:latin typeface="Arial" charset="0"/>
                <a:ea typeface="ＭＳ Ｐゴシック" pitchFamily="-107" charset="-128"/>
                <a:cs typeface="ＭＳ Ｐゴシック" pitchFamily="-107" charset="-128"/>
              </a:rPr>
              <a:t>r</a:t>
            </a:r>
            <a:r>
              <a:rPr lang="en-US" sz="1200" b="0" kern="1200" baseline="0" dirty="0" smtClean="0">
                <a:solidFill>
                  <a:schemeClr val="tx1"/>
                </a:solidFill>
                <a:latin typeface="Arial" charset="0"/>
                <a:ea typeface="ＭＳ Ｐゴシック" pitchFamily="-107" charset="-128"/>
                <a:cs typeface="ＭＳ Ｐゴシック" pitchFamily="-107" charset="-128"/>
              </a:rPr>
              <a:t>  is a function of </a:t>
            </a:r>
            <a:r>
              <a:rPr lang="en-US" sz="1200" b="0" i="1" kern="1200" baseline="0" dirty="0" smtClean="0">
                <a:solidFill>
                  <a:schemeClr val="tx1"/>
                </a:solidFill>
                <a:latin typeface="Arial" charset="0"/>
                <a:ea typeface="ＭＳ Ｐゴシック" pitchFamily="-107" charset="-128"/>
                <a:cs typeface="ＭＳ Ｐゴシック" pitchFamily="-107" charset="-128"/>
              </a:rPr>
              <a:t>k</a:t>
            </a:r>
            <a:r>
              <a:rPr lang="en-US" sz="1200" b="0" kern="1200" baseline="0" dirty="0" smtClean="0">
                <a:solidFill>
                  <a:schemeClr val="tx1"/>
                </a:solidFill>
                <a:latin typeface="Arial" charset="0"/>
                <a:ea typeface="ＭＳ Ｐゴシック" pitchFamily="-107" charset="-128"/>
                <a:cs typeface="ＭＳ Ｐゴシック" pitchFamily="-107" charset="-128"/>
              </a:rPr>
              <a:t>  and the three global public-key components. The</a:t>
            </a:r>
          </a:p>
          <a:p>
            <a:r>
              <a:rPr lang="en-US" sz="1200" b="0" kern="1200" baseline="0" dirty="0" smtClean="0">
                <a:solidFill>
                  <a:schemeClr val="tx1"/>
                </a:solidFill>
                <a:latin typeface="Arial" charset="0"/>
                <a:ea typeface="ＭＳ Ｐゴシック" pitchFamily="-107" charset="-128"/>
                <a:cs typeface="ＭＳ Ｐゴシック" pitchFamily="-107" charset="-128"/>
              </a:rPr>
              <a:t>multiplicative inverse of </a:t>
            </a:r>
            <a:r>
              <a:rPr lang="en-US" sz="1200" b="0" i="1" kern="1200" baseline="0" dirty="0" smtClean="0">
                <a:solidFill>
                  <a:schemeClr val="tx1"/>
                </a:solidFill>
                <a:latin typeface="Arial" charset="0"/>
                <a:ea typeface="ＭＳ Ｐゴシック" pitchFamily="-107" charset="-128"/>
                <a:cs typeface="ＭＳ Ｐゴシック" pitchFamily="-107" charset="-128"/>
              </a:rPr>
              <a:t>k</a:t>
            </a:r>
            <a:r>
              <a:rPr lang="en-US" sz="1200" b="0" kern="1200" baseline="0" dirty="0" smtClean="0">
                <a:solidFill>
                  <a:schemeClr val="tx1"/>
                </a:solidFill>
                <a:latin typeface="Arial" charset="0"/>
                <a:ea typeface="ＭＳ Ｐゴシック" pitchFamily="-107" charset="-128"/>
                <a:cs typeface="ＭＳ Ｐゴシック" pitchFamily="-107" charset="-128"/>
              </a:rPr>
              <a:t>  (mod </a:t>
            </a:r>
            <a:r>
              <a:rPr lang="en-US" sz="1200" b="0" i="1" kern="1200" baseline="0" dirty="0" smtClean="0">
                <a:solidFill>
                  <a:schemeClr val="tx1"/>
                </a:solidFill>
                <a:latin typeface="Arial" charset="0"/>
                <a:ea typeface="ＭＳ Ｐゴシック" pitchFamily="-107" charset="-128"/>
                <a:cs typeface="ＭＳ Ｐゴシック" pitchFamily="-107" charset="-128"/>
              </a:rPr>
              <a:t>q</a:t>
            </a:r>
            <a:r>
              <a:rPr lang="en-US" sz="1200" b="0" kern="1200" baseline="0" dirty="0" smtClean="0">
                <a:solidFill>
                  <a:schemeClr val="tx1"/>
                </a:solidFill>
                <a:latin typeface="Arial" charset="0"/>
                <a:ea typeface="ＭＳ Ｐゴシック" pitchFamily="-107" charset="-128"/>
                <a:cs typeface="ＭＳ Ｐゴシック" pitchFamily="-107" charset="-128"/>
              </a:rPr>
              <a:t> ) is passed to a function that also has as inputs</a:t>
            </a:r>
          </a:p>
          <a:p>
            <a:r>
              <a:rPr lang="en-US" sz="1200" b="0" kern="1200" baseline="0" dirty="0" smtClean="0">
                <a:solidFill>
                  <a:schemeClr val="tx1"/>
                </a:solidFill>
                <a:latin typeface="Arial" charset="0"/>
                <a:ea typeface="ＭＳ Ｐゴシック" pitchFamily="-107" charset="-128"/>
                <a:cs typeface="ＭＳ Ｐゴシック" pitchFamily="-107" charset="-128"/>
              </a:rPr>
              <a:t>the message hash code and the user’s private key. The structure of this function is</a:t>
            </a:r>
          </a:p>
          <a:p>
            <a:r>
              <a:rPr lang="en-US" sz="1200" b="0" kern="1200" baseline="0" dirty="0" smtClean="0">
                <a:solidFill>
                  <a:schemeClr val="tx1"/>
                </a:solidFill>
                <a:latin typeface="Arial" charset="0"/>
                <a:ea typeface="ＭＳ Ｐゴシック" pitchFamily="-107" charset="-128"/>
                <a:cs typeface="ＭＳ Ｐゴシック" pitchFamily="-107" charset="-128"/>
              </a:rPr>
              <a:t>such that the receiver can recover </a:t>
            </a:r>
            <a:r>
              <a:rPr lang="en-US" sz="1200" b="0" i="1" kern="1200" baseline="0" dirty="0" smtClean="0">
                <a:solidFill>
                  <a:schemeClr val="tx1"/>
                </a:solidFill>
                <a:latin typeface="Arial" charset="0"/>
                <a:ea typeface="ＭＳ Ｐゴシック" pitchFamily="-107" charset="-128"/>
                <a:cs typeface="ＭＳ Ｐゴシック" pitchFamily="-107" charset="-128"/>
              </a:rPr>
              <a:t>r</a:t>
            </a:r>
            <a:r>
              <a:rPr lang="en-US" sz="1200" b="0" kern="1200" baseline="0" dirty="0" smtClean="0">
                <a:solidFill>
                  <a:schemeClr val="tx1"/>
                </a:solidFill>
                <a:latin typeface="Arial" charset="0"/>
                <a:ea typeface="ＭＳ Ｐゴシック" pitchFamily="-107" charset="-128"/>
                <a:cs typeface="ＭＳ Ｐゴシック" pitchFamily="-107" charset="-128"/>
              </a:rPr>
              <a:t>  using the incoming message and signature, the</a:t>
            </a:r>
          </a:p>
          <a:p>
            <a:r>
              <a:rPr lang="en-US" sz="1200" b="0" kern="1200" baseline="0" dirty="0" smtClean="0">
                <a:solidFill>
                  <a:schemeClr val="tx1"/>
                </a:solidFill>
                <a:latin typeface="Arial" charset="0"/>
                <a:ea typeface="ＭＳ Ｐゴシック" pitchFamily="-107" charset="-128"/>
                <a:cs typeface="ＭＳ Ｐゴシック" pitchFamily="-107" charset="-128"/>
              </a:rPr>
              <a:t>public key of the user, and the global public key. It is certainly not obvious from</a:t>
            </a:r>
          </a:p>
          <a:p>
            <a:r>
              <a:rPr lang="en-US" sz="1200" b="0" kern="1200" baseline="0" dirty="0" smtClean="0">
                <a:solidFill>
                  <a:schemeClr val="tx1"/>
                </a:solidFill>
                <a:latin typeface="Arial" charset="0"/>
                <a:ea typeface="ＭＳ Ｐゴシック" pitchFamily="-107" charset="-128"/>
                <a:cs typeface="ＭＳ Ｐゴシック" pitchFamily="-107" charset="-128"/>
              </a:rPr>
              <a:t>Figure </a:t>
            </a:r>
            <a:r>
              <a:rPr lang="en-US" sz="1200" b="0" kern="1200" baseline="0" dirty="0" smtClean="0">
                <a:solidFill>
                  <a:schemeClr val="tx1"/>
                </a:solidFill>
                <a:latin typeface="Arial" charset="0"/>
                <a:ea typeface="ＭＳ Ｐゴシック" pitchFamily="-107" charset="-128"/>
                <a:cs typeface="ＭＳ Ｐゴシック" pitchFamily="-107" charset="-128"/>
              </a:rPr>
              <a:t>13.3 </a:t>
            </a:r>
            <a:r>
              <a:rPr lang="en-US" sz="1200" b="0" kern="1200" baseline="0" dirty="0" smtClean="0">
                <a:solidFill>
                  <a:schemeClr val="tx1"/>
                </a:solidFill>
                <a:latin typeface="Arial" charset="0"/>
                <a:ea typeface="ＭＳ Ｐゴシック" pitchFamily="-107" charset="-128"/>
                <a:cs typeface="ＭＳ Ｐゴシック" pitchFamily="-107" charset="-128"/>
              </a:rPr>
              <a:t>or Figure </a:t>
            </a:r>
            <a:r>
              <a:rPr lang="en-US" sz="1200" b="0" kern="1200" baseline="0" dirty="0" smtClean="0">
                <a:solidFill>
                  <a:schemeClr val="tx1"/>
                </a:solidFill>
                <a:latin typeface="Arial" charset="0"/>
                <a:ea typeface="ＭＳ Ｐゴシック" pitchFamily="-107" charset="-128"/>
                <a:cs typeface="ＭＳ Ｐゴシック" pitchFamily="-107" charset="-128"/>
              </a:rPr>
              <a:t>13.4 </a:t>
            </a:r>
            <a:r>
              <a:rPr lang="en-US" sz="1200" b="0" kern="1200" baseline="0" dirty="0" smtClean="0">
                <a:solidFill>
                  <a:schemeClr val="tx1"/>
                </a:solidFill>
                <a:latin typeface="Arial" charset="0"/>
                <a:ea typeface="ＭＳ Ｐゴシック" pitchFamily="-107" charset="-128"/>
                <a:cs typeface="ＭＳ Ｐゴシック" pitchFamily="-107" charset="-128"/>
              </a:rPr>
              <a:t>that such a scheme would work. A proof is provided in</a:t>
            </a:r>
          </a:p>
          <a:p>
            <a:r>
              <a:rPr lang="en-US" sz="1200" b="0" kern="1200" baseline="0" dirty="0" smtClean="0">
                <a:solidFill>
                  <a:schemeClr val="tx1"/>
                </a:solidFill>
                <a:latin typeface="Arial" charset="0"/>
                <a:ea typeface="ＭＳ Ｐゴシック" pitchFamily="-107" charset="-128"/>
                <a:cs typeface="ＭＳ Ｐゴシック" pitchFamily="-107" charset="-128"/>
              </a:rPr>
              <a:t>Appendix K.</a:t>
            </a:r>
            <a:endParaRPr lang="en-US" b="0" dirty="0"/>
          </a:p>
        </p:txBody>
      </p:sp>
      <p:sp>
        <p:nvSpPr>
          <p:cNvPr id="4" name="Slide Number Placeholder 3"/>
          <p:cNvSpPr>
            <a:spLocks noGrp="1"/>
          </p:cNvSpPr>
          <p:nvPr>
            <p:ph type="sldNum" sz="quarter" idx="10"/>
          </p:nvPr>
        </p:nvSpPr>
        <p:spPr/>
        <p:txBody>
          <a:bodyPr/>
          <a:lstStyle/>
          <a:p>
            <a:pPr>
              <a:defRPr/>
            </a:pPr>
            <a:fld id="{1F367800-5097-CF4A-B426-45CFBC2869B7}" type="slidenum">
              <a:rPr lang="en-AU" smtClean="0"/>
              <a:pPr>
                <a:defRPr/>
              </a:pPr>
              <a:t>14</a:t>
            </a:fld>
            <a:endParaRPr lang="en-AU"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10000"/>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As was mentioned, the 2009 version of FIPS 186 includes a new digital signature</a:t>
            </a:r>
          </a:p>
          <a:p>
            <a:r>
              <a:rPr lang="en-US" sz="1200" kern="1200" baseline="0" dirty="0" smtClean="0">
                <a:solidFill>
                  <a:schemeClr val="tx1"/>
                </a:solidFill>
                <a:latin typeface="Arial" charset="0"/>
                <a:ea typeface="ＭＳ Ｐゴシック" pitchFamily="-107" charset="-128"/>
                <a:cs typeface="ＭＳ Ｐゴシック" pitchFamily="-107" charset="-128"/>
              </a:rPr>
              <a:t>technique based on elliptic curve cryptography, known as the Elliptic Curve Digital</a:t>
            </a:r>
          </a:p>
          <a:p>
            <a:r>
              <a:rPr lang="en-US" sz="1200" kern="1200" baseline="0" dirty="0" smtClean="0">
                <a:solidFill>
                  <a:schemeClr val="tx1"/>
                </a:solidFill>
                <a:latin typeface="Arial" charset="0"/>
                <a:ea typeface="ＭＳ Ｐゴシック" pitchFamily="-107" charset="-128"/>
                <a:cs typeface="ＭＳ Ｐゴシック" pitchFamily="-107" charset="-128"/>
              </a:rPr>
              <a:t>Signature Algorithm (ECDSA).  ECDSA is enjoying increasing acceptance due to</a:t>
            </a:r>
          </a:p>
          <a:p>
            <a:r>
              <a:rPr lang="en-US" sz="1200" kern="1200" baseline="0" dirty="0" smtClean="0">
                <a:solidFill>
                  <a:schemeClr val="tx1"/>
                </a:solidFill>
                <a:latin typeface="Arial" charset="0"/>
                <a:ea typeface="ＭＳ Ｐゴシック" pitchFamily="-107" charset="-128"/>
                <a:cs typeface="ＭＳ Ｐゴシック" pitchFamily="-107" charset="-128"/>
              </a:rPr>
              <a:t>the efficiency advantage of elliptic curve cryptography, which yields security comparable</a:t>
            </a:r>
          </a:p>
          <a:p>
            <a:r>
              <a:rPr lang="en-US" sz="1200" kern="1200" baseline="0" dirty="0" smtClean="0">
                <a:solidFill>
                  <a:schemeClr val="tx1"/>
                </a:solidFill>
                <a:latin typeface="Arial" charset="0"/>
                <a:ea typeface="ＭＳ Ｐゴシック" pitchFamily="-107" charset="-128"/>
                <a:cs typeface="ＭＳ Ｐゴシック" pitchFamily="-107" charset="-128"/>
              </a:rPr>
              <a:t>to that of other schemes with a smaller key bit length.</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First we give a brief overview of the process involved in ECDSA. In essence,</a:t>
            </a:r>
          </a:p>
          <a:p>
            <a:r>
              <a:rPr lang="en-US" sz="1200" kern="1200" baseline="0" dirty="0" smtClean="0">
                <a:solidFill>
                  <a:schemeClr val="tx1"/>
                </a:solidFill>
                <a:latin typeface="Arial" charset="0"/>
                <a:ea typeface="ＭＳ Ｐゴシック" pitchFamily="-107" charset="-128"/>
                <a:cs typeface="ＭＳ Ｐゴシック" pitchFamily="-107" charset="-128"/>
              </a:rPr>
              <a:t>four elements are involved.</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1.  All those participating in the digital signature scheme use the same global domain</a:t>
            </a:r>
          </a:p>
          <a:p>
            <a:r>
              <a:rPr lang="en-US" sz="1200" kern="1200" baseline="0" dirty="0" smtClean="0">
                <a:solidFill>
                  <a:schemeClr val="tx1"/>
                </a:solidFill>
                <a:latin typeface="Arial" charset="0"/>
                <a:ea typeface="ＭＳ Ｐゴシック" pitchFamily="-107" charset="-128"/>
                <a:cs typeface="ＭＳ Ｐゴシック" pitchFamily="-107" charset="-128"/>
              </a:rPr>
              <a:t>parameters, which define an elliptic curve and a point of origin on the curve.</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2. A signer must first generate a public, private key pair. For the private key, the</a:t>
            </a:r>
          </a:p>
          <a:p>
            <a:r>
              <a:rPr lang="en-US" sz="1200" kern="1200" baseline="0" dirty="0" smtClean="0">
                <a:solidFill>
                  <a:schemeClr val="tx1"/>
                </a:solidFill>
                <a:latin typeface="Arial" charset="0"/>
                <a:ea typeface="ＭＳ Ｐゴシック" pitchFamily="-107" charset="-128"/>
                <a:cs typeface="ＭＳ Ｐゴシック" pitchFamily="-107" charset="-128"/>
              </a:rPr>
              <a:t>signer selects a random or pseudorandom number. Using that random number</a:t>
            </a:r>
          </a:p>
          <a:p>
            <a:r>
              <a:rPr lang="en-US" sz="1200" kern="1200" baseline="0" dirty="0" smtClean="0">
                <a:solidFill>
                  <a:schemeClr val="tx1"/>
                </a:solidFill>
                <a:latin typeface="Arial" charset="0"/>
                <a:ea typeface="ＭＳ Ｐゴシック" pitchFamily="-107" charset="-128"/>
                <a:cs typeface="ＭＳ Ｐゴシック" pitchFamily="-107" charset="-128"/>
              </a:rPr>
              <a:t>and the point of origin, the signer computes another point on the elliptic curve.</a:t>
            </a:r>
          </a:p>
          <a:p>
            <a:r>
              <a:rPr lang="en-US" sz="1200" kern="1200" baseline="0" dirty="0" smtClean="0">
                <a:solidFill>
                  <a:schemeClr val="tx1"/>
                </a:solidFill>
                <a:latin typeface="Arial" charset="0"/>
                <a:ea typeface="ＭＳ Ｐゴシック" pitchFamily="-107" charset="-128"/>
                <a:cs typeface="ＭＳ Ｐゴシック" pitchFamily="-107" charset="-128"/>
              </a:rPr>
              <a:t>This is the signer’s public key.</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3. A hash value is generated for the message to be signed. Using the private key,</a:t>
            </a:r>
          </a:p>
          <a:p>
            <a:r>
              <a:rPr lang="en-US" sz="1200" kern="1200" baseline="0" dirty="0" smtClean="0">
                <a:solidFill>
                  <a:schemeClr val="tx1"/>
                </a:solidFill>
                <a:latin typeface="Arial" charset="0"/>
                <a:ea typeface="ＭＳ Ｐゴシック" pitchFamily="-107" charset="-128"/>
                <a:cs typeface="ＭＳ Ｐゴシック" pitchFamily="-107" charset="-128"/>
              </a:rPr>
              <a:t>the domain parameters, and the hash value, a signature is generated. The signature</a:t>
            </a:r>
          </a:p>
          <a:p>
            <a:r>
              <a:rPr lang="en-US" sz="1200" kern="1200" baseline="0" dirty="0" smtClean="0">
                <a:solidFill>
                  <a:schemeClr val="tx1"/>
                </a:solidFill>
                <a:latin typeface="Arial" charset="0"/>
                <a:ea typeface="ＭＳ Ｐゴシック" pitchFamily="-107" charset="-128"/>
                <a:cs typeface="ＭＳ Ｐゴシック" pitchFamily="-107" charset="-128"/>
              </a:rPr>
              <a:t>consists of two integers, r and 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4. To verify the signature, the verifier uses as input the signer’s public key, the</a:t>
            </a:r>
          </a:p>
          <a:p>
            <a:r>
              <a:rPr lang="en-US" sz="1200" kern="1200" baseline="0" dirty="0" smtClean="0">
                <a:solidFill>
                  <a:schemeClr val="tx1"/>
                </a:solidFill>
                <a:latin typeface="Arial" charset="0"/>
                <a:ea typeface="ＭＳ Ｐゴシック" pitchFamily="-107" charset="-128"/>
                <a:cs typeface="ＭＳ Ｐゴシック" pitchFamily="-107" charset="-128"/>
              </a:rPr>
              <a:t>domain parameters, and the integer s. The output is a value v that is compared</a:t>
            </a:r>
          </a:p>
          <a:p>
            <a:r>
              <a:rPr lang="en-US" sz="1200" kern="1200" baseline="0" dirty="0" smtClean="0">
                <a:solidFill>
                  <a:schemeClr val="tx1"/>
                </a:solidFill>
                <a:latin typeface="Arial" charset="0"/>
                <a:ea typeface="ＭＳ Ｐゴシック" pitchFamily="-107" charset="-128"/>
                <a:cs typeface="ＭＳ Ｐゴシック" pitchFamily="-107" charset="-128"/>
              </a:rPr>
              <a:t>to r. The signature is verified if the v = r.</a:t>
            </a:r>
            <a:endParaRPr lang="en-US" dirty="0"/>
          </a:p>
        </p:txBody>
      </p:sp>
      <p:sp>
        <p:nvSpPr>
          <p:cNvPr id="4" name="Slide Number Placeholder 3"/>
          <p:cNvSpPr>
            <a:spLocks noGrp="1"/>
          </p:cNvSpPr>
          <p:nvPr>
            <p:ph type="sldNum" sz="quarter" idx="10"/>
          </p:nvPr>
        </p:nvSpPr>
        <p:spPr/>
        <p:txBody>
          <a:bodyPr/>
          <a:lstStyle/>
          <a:p>
            <a:pPr>
              <a:defRPr/>
            </a:pPr>
            <a:fld id="{1F367800-5097-CF4A-B426-45CFBC2869B7}" type="slidenum">
              <a:rPr lang="en-AU" smtClean="0"/>
              <a:pPr>
                <a:defRPr/>
              </a:pPr>
              <a:t>15</a:t>
            </a:fld>
            <a:endParaRPr lang="en-AU"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Figure </a:t>
            </a:r>
            <a:r>
              <a:rPr lang="en-US" sz="1200" kern="1200" baseline="0" dirty="0" smtClean="0">
                <a:solidFill>
                  <a:schemeClr val="tx1"/>
                </a:solidFill>
                <a:latin typeface="Arial" charset="0"/>
                <a:ea typeface="ＭＳ Ｐゴシック" pitchFamily="-107" charset="-128"/>
                <a:cs typeface="ＭＳ Ｐゴシック" pitchFamily="-107" charset="-128"/>
              </a:rPr>
              <a:t>13.5 </a:t>
            </a:r>
            <a:r>
              <a:rPr lang="en-US" sz="1200" kern="1200" baseline="0" dirty="0" smtClean="0">
                <a:solidFill>
                  <a:schemeClr val="tx1"/>
                </a:solidFill>
                <a:latin typeface="Arial" charset="0"/>
                <a:ea typeface="ＭＳ Ｐゴシック" pitchFamily="-107" charset="-128"/>
                <a:cs typeface="ＭＳ Ｐゴシック" pitchFamily="-107" charset="-128"/>
              </a:rPr>
              <a:t>illustrates the signature authentication process.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endParaRPr lang="en-US" sz="1200" kern="1200" baseline="0" dirty="0" smtClean="0">
              <a:solidFill>
                <a:schemeClr val="tx1"/>
              </a:solidFill>
              <a:latin typeface="Arial" charset="0"/>
              <a:ea typeface="ＭＳ Ｐゴシック" pitchFamily="-107" charset="-128"/>
              <a:cs typeface="ＭＳ Ｐゴシック" pitchFamily="-107" charset="-128"/>
            </a:endParaRPr>
          </a:p>
        </p:txBody>
      </p:sp>
      <p:sp>
        <p:nvSpPr>
          <p:cNvPr id="4" name="Slide Number Placeholder 3"/>
          <p:cNvSpPr>
            <a:spLocks noGrp="1"/>
          </p:cNvSpPr>
          <p:nvPr>
            <p:ph type="sldNum" sz="quarter" idx="10"/>
          </p:nvPr>
        </p:nvSpPr>
        <p:spPr/>
        <p:txBody>
          <a:bodyPr/>
          <a:lstStyle/>
          <a:p>
            <a:pPr>
              <a:defRPr/>
            </a:pPr>
            <a:fld id="{1F367800-5097-CF4A-B426-45CFBC2869B7}" type="slidenum">
              <a:rPr lang="en-AU" smtClean="0"/>
              <a:pPr>
                <a:defRPr/>
              </a:pPr>
              <a:t>16</a:t>
            </a:fld>
            <a:endParaRPr lang="en-AU"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In addition to the NIST Digital Signature Algorithm and ECDSA, the 2009 version</a:t>
            </a:r>
          </a:p>
          <a:p>
            <a:r>
              <a:rPr lang="en-US" sz="1200" kern="1200" baseline="0" dirty="0" smtClean="0">
                <a:solidFill>
                  <a:schemeClr val="tx1"/>
                </a:solidFill>
                <a:latin typeface="Arial" charset="0"/>
                <a:ea typeface="ＭＳ Ｐゴシック" pitchFamily="-107" charset="-128"/>
                <a:cs typeface="ＭＳ Ｐゴシック" pitchFamily="-107" charset="-128"/>
              </a:rPr>
              <a:t>of FIPS 186 also includes several techniques based on RSA, all of which were</a:t>
            </a:r>
          </a:p>
          <a:p>
            <a:r>
              <a:rPr lang="en-US" sz="1200" kern="1200" baseline="0" dirty="0" smtClean="0">
                <a:solidFill>
                  <a:schemeClr val="tx1"/>
                </a:solidFill>
                <a:latin typeface="Arial" charset="0"/>
                <a:ea typeface="ＭＳ Ｐゴシック" pitchFamily="-107" charset="-128"/>
                <a:cs typeface="ＭＳ Ｐゴシック" pitchFamily="-107" charset="-128"/>
              </a:rPr>
              <a:t>developed by RSA Laboratories and are in wide use. In this section, we discuss the</a:t>
            </a:r>
          </a:p>
          <a:p>
            <a:r>
              <a:rPr lang="en-US" sz="1200" kern="1200" baseline="0" dirty="0" smtClean="0">
                <a:solidFill>
                  <a:schemeClr val="tx1"/>
                </a:solidFill>
                <a:latin typeface="Arial" charset="0"/>
                <a:ea typeface="ＭＳ Ｐゴシック" pitchFamily="-107" charset="-128"/>
                <a:cs typeface="ＭＳ Ｐゴシック" pitchFamily="-107" charset="-128"/>
              </a:rPr>
              <a:t>RSA Probabilistic Signature Scheme (RSA-PSS), which is the latest of the RSA</a:t>
            </a:r>
          </a:p>
          <a:p>
            <a:r>
              <a:rPr lang="en-US" sz="1200" kern="1200" baseline="0" dirty="0" smtClean="0">
                <a:solidFill>
                  <a:schemeClr val="tx1"/>
                </a:solidFill>
                <a:latin typeface="Arial" charset="0"/>
                <a:ea typeface="ＭＳ Ｐゴシック" pitchFamily="-107" charset="-128"/>
                <a:cs typeface="ＭＳ Ｐゴシック" pitchFamily="-107" charset="-128"/>
              </a:rPr>
              <a:t>schemes and the one that RSA Laboratories recommends as the most secure of the</a:t>
            </a:r>
          </a:p>
          <a:p>
            <a:r>
              <a:rPr lang="en-US" sz="1200" kern="1200" baseline="0" dirty="0" smtClean="0">
                <a:solidFill>
                  <a:schemeClr val="tx1"/>
                </a:solidFill>
                <a:latin typeface="Arial" charset="0"/>
                <a:ea typeface="ＭＳ Ｐゴシック" pitchFamily="-107" charset="-128"/>
                <a:cs typeface="ＭＳ Ｐゴシック" pitchFamily="-107" charset="-128"/>
              </a:rPr>
              <a:t>RSA schemes.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Because the RSA-based schemes are widely deployed in many applications,</a:t>
            </a:r>
          </a:p>
          <a:p>
            <a:r>
              <a:rPr lang="en-US" sz="1200" kern="1200" baseline="0" dirty="0" smtClean="0">
                <a:solidFill>
                  <a:schemeClr val="tx1"/>
                </a:solidFill>
                <a:latin typeface="Arial" charset="0"/>
                <a:ea typeface="ＭＳ Ｐゴシック" pitchFamily="-107" charset="-128"/>
                <a:cs typeface="ＭＳ Ｐゴシック" pitchFamily="-107" charset="-128"/>
              </a:rPr>
              <a:t>including financial applications, there has been great interest in demonstrating that</a:t>
            </a:r>
          </a:p>
          <a:p>
            <a:r>
              <a:rPr lang="en-US" sz="1200" kern="1200" baseline="0" dirty="0" smtClean="0">
                <a:solidFill>
                  <a:schemeClr val="tx1"/>
                </a:solidFill>
                <a:latin typeface="Arial" charset="0"/>
                <a:ea typeface="ＭＳ Ｐゴシック" pitchFamily="-107" charset="-128"/>
                <a:cs typeface="ＭＳ Ｐゴシック" pitchFamily="-107" charset="-128"/>
              </a:rPr>
              <a:t>such schemes are secure. The three main RSA signature schemes differ mainly in</a:t>
            </a:r>
          </a:p>
          <a:p>
            <a:r>
              <a:rPr lang="en-US" sz="1200" kern="1200" baseline="0" dirty="0" smtClean="0">
                <a:solidFill>
                  <a:schemeClr val="tx1"/>
                </a:solidFill>
                <a:latin typeface="Arial" charset="0"/>
                <a:ea typeface="ＭＳ Ｐゴシック" pitchFamily="-107" charset="-128"/>
                <a:cs typeface="ＭＳ Ｐゴシック" pitchFamily="-107" charset="-128"/>
              </a:rPr>
              <a:t>the padding format the signature generation operation employs to embed the hash</a:t>
            </a:r>
          </a:p>
          <a:p>
            <a:r>
              <a:rPr lang="en-US" sz="1200" kern="1200" baseline="0" dirty="0" smtClean="0">
                <a:solidFill>
                  <a:schemeClr val="tx1"/>
                </a:solidFill>
                <a:latin typeface="Arial" charset="0"/>
                <a:ea typeface="ＭＳ Ｐゴシック" pitchFamily="-107" charset="-128"/>
                <a:cs typeface="ＭＳ Ｐゴシック" pitchFamily="-107" charset="-128"/>
              </a:rPr>
              <a:t>value into a message representative, and in how the signature verification operation</a:t>
            </a:r>
          </a:p>
          <a:p>
            <a:r>
              <a:rPr lang="en-US" sz="1200" kern="1200" baseline="0" dirty="0" smtClean="0">
                <a:solidFill>
                  <a:schemeClr val="tx1"/>
                </a:solidFill>
                <a:latin typeface="Arial" charset="0"/>
                <a:ea typeface="ＭＳ Ｐゴシック" pitchFamily="-107" charset="-128"/>
                <a:cs typeface="ＭＳ Ｐゴシック" pitchFamily="-107" charset="-128"/>
              </a:rPr>
              <a:t>determines that the hash value and the message representative are consistent.</a:t>
            </a:r>
          </a:p>
          <a:p>
            <a:r>
              <a:rPr lang="en-US" sz="1200" kern="1200" baseline="0" dirty="0" smtClean="0">
                <a:solidFill>
                  <a:schemeClr val="tx1"/>
                </a:solidFill>
                <a:latin typeface="Arial" charset="0"/>
                <a:ea typeface="ＭＳ Ｐゴシック" pitchFamily="-107" charset="-128"/>
                <a:cs typeface="ＭＳ Ｐゴシック" pitchFamily="-107" charset="-128"/>
              </a:rPr>
              <a:t>For all of the schemes developed prior to PSS, it has not been possible to develop</a:t>
            </a:r>
          </a:p>
          <a:p>
            <a:r>
              <a:rPr lang="en-US" sz="1200" kern="1200" baseline="0" dirty="0" smtClean="0">
                <a:solidFill>
                  <a:schemeClr val="tx1"/>
                </a:solidFill>
                <a:latin typeface="Arial" charset="0"/>
                <a:ea typeface="ＭＳ Ｐゴシック" pitchFamily="-107" charset="-128"/>
                <a:cs typeface="ＭＳ Ｐゴシック" pitchFamily="-107" charset="-128"/>
              </a:rPr>
              <a:t>a mathematical proof that the signature scheme is as secure as the underlying RSA</a:t>
            </a:r>
          </a:p>
          <a:p>
            <a:r>
              <a:rPr lang="en-US" sz="1200" kern="1200" baseline="0" dirty="0" smtClean="0">
                <a:solidFill>
                  <a:schemeClr val="tx1"/>
                </a:solidFill>
                <a:latin typeface="Arial" charset="0"/>
                <a:ea typeface="ＭＳ Ｐゴシック" pitchFamily="-107" charset="-128"/>
                <a:cs typeface="ＭＳ Ｐゴシック" pitchFamily="-107" charset="-128"/>
              </a:rPr>
              <a:t>encryption/decryption primitive [KALI01]. The PSS approach was first proposed</a:t>
            </a:r>
          </a:p>
          <a:p>
            <a:r>
              <a:rPr lang="en-US" sz="1200" kern="1200" baseline="0" dirty="0" smtClean="0">
                <a:solidFill>
                  <a:schemeClr val="tx1"/>
                </a:solidFill>
                <a:latin typeface="Arial" charset="0"/>
                <a:ea typeface="ＭＳ Ｐゴシック" pitchFamily="-107" charset="-128"/>
                <a:cs typeface="ＭＳ Ｐゴシック" pitchFamily="-107" charset="-128"/>
              </a:rPr>
              <a:t>by Bellare and Rogaway [BELL96c, BELL98]. This approach, unlike the other</a:t>
            </a:r>
          </a:p>
          <a:p>
            <a:r>
              <a:rPr lang="en-US" sz="1200" kern="1200" baseline="0" dirty="0" smtClean="0">
                <a:solidFill>
                  <a:schemeClr val="tx1"/>
                </a:solidFill>
                <a:latin typeface="Arial" charset="0"/>
                <a:ea typeface="ＭＳ Ｐゴシック" pitchFamily="-107" charset="-128"/>
                <a:cs typeface="ＭＳ Ｐゴシック" pitchFamily="-107" charset="-128"/>
              </a:rPr>
              <a:t>RSA-based schemes, introduces a randomization process that enables the security</a:t>
            </a:r>
          </a:p>
          <a:p>
            <a:r>
              <a:rPr lang="en-US" sz="1200" kern="1200" baseline="0" dirty="0" smtClean="0">
                <a:solidFill>
                  <a:schemeClr val="tx1"/>
                </a:solidFill>
                <a:latin typeface="Arial" charset="0"/>
                <a:ea typeface="ＭＳ Ｐゴシック" pitchFamily="-107" charset="-128"/>
                <a:cs typeface="ＭＳ Ｐゴシック" pitchFamily="-107" charset="-128"/>
              </a:rPr>
              <a:t>of the method to be shown to be closely related to the security of the RSA algorithm</a:t>
            </a:r>
          </a:p>
          <a:p>
            <a:r>
              <a:rPr lang="en-US" sz="1200" kern="1200" baseline="0" dirty="0" smtClean="0">
                <a:solidFill>
                  <a:schemeClr val="tx1"/>
                </a:solidFill>
                <a:latin typeface="Arial" charset="0"/>
                <a:ea typeface="ＭＳ Ｐゴシック" pitchFamily="-107" charset="-128"/>
                <a:cs typeface="ＭＳ Ｐゴシック" pitchFamily="-107" charset="-128"/>
              </a:rPr>
              <a:t>itself. This makes RSA-PSS more desirable as the choice for RSA-based digital signature</a:t>
            </a:r>
          </a:p>
          <a:p>
            <a:r>
              <a:rPr lang="en-US" sz="1200" kern="1200" baseline="0" dirty="0" smtClean="0">
                <a:solidFill>
                  <a:schemeClr val="tx1"/>
                </a:solidFill>
                <a:latin typeface="Arial" charset="0"/>
                <a:ea typeface="ＭＳ Ｐゴシック" pitchFamily="-107" charset="-128"/>
                <a:cs typeface="ＭＳ Ｐゴシック" pitchFamily="-107" charset="-128"/>
              </a:rPr>
              <a:t>applications.</a:t>
            </a:r>
            <a:endParaRPr lang="en-US" dirty="0"/>
          </a:p>
        </p:txBody>
      </p:sp>
      <p:sp>
        <p:nvSpPr>
          <p:cNvPr id="4" name="Slide Number Placeholder 3"/>
          <p:cNvSpPr>
            <a:spLocks noGrp="1"/>
          </p:cNvSpPr>
          <p:nvPr>
            <p:ph type="sldNum" sz="quarter" idx="10"/>
          </p:nvPr>
        </p:nvSpPr>
        <p:spPr/>
        <p:txBody>
          <a:bodyPr/>
          <a:lstStyle/>
          <a:p>
            <a:pPr>
              <a:defRPr/>
            </a:pPr>
            <a:fld id="{1F367800-5097-CF4A-B426-45CFBC2869B7}" type="slidenum">
              <a:rPr lang="en-AU" smtClean="0"/>
              <a:pPr>
                <a:defRPr/>
              </a:pPr>
              <a:t>17</a:t>
            </a:fld>
            <a:endParaRPr lang="en-AU"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kern="1200" baseline="0" dirty="0" smtClean="0">
                <a:solidFill>
                  <a:schemeClr val="tx1"/>
                </a:solidFill>
                <a:latin typeface="Arial" charset="0"/>
                <a:ea typeface="ＭＳ Ｐゴシック" pitchFamily="-107" charset="-128"/>
                <a:cs typeface="ＭＳ Ｐゴシック" pitchFamily="-107" charset="-128"/>
              </a:rPr>
              <a:t>Before explaining the RSA-PSS operation, we need to describe the mask generation</a:t>
            </a:r>
          </a:p>
          <a:p>
            <a:r>
              <a:rPr lang="en-US" sz="1200" b="0" kern="1200" baseline="0" dirty="0" smtClean="0">
                <a:solidFill>
                  <a:schemeClr val="tx1"/>
                </a:solidFill>
                <a:latin typeface="Arial" charset="0"/>
                <a:ea typeface="ＭＳ Ｐゴシック" pitchFamily="-107" charset="-128"/>
                <a:cs typeface="ＭＳ Ｐゴシック" pitchFamily="-107" charset="-128"/>
              </a:rPr>
              <a:t>function (MGF) used as a building block. MGF(</a:t>
            </a:r>
            <a:r>
              <a:rPr lang="en-US" sz="1200" b="0" i="1" kern="1200" baseline="0" dirty="0" smtClean="0">
                <a:solidFill>
                  <a:schemeClr val="tx1"/>
                </a:solidFill>
                <a:latin typeface="Arial" charset="0"/>
                <a:ea typeface="ＭＳ Ｐゴシック" pitchFamily="-107" charset="-128"/>
                <a:cs typeface="ＭＳ Ｐゴシック" pitchFamily="-107" charset="-128"/>
              </a:rPr>
              <a:t>X , maskLen </a:t>
            </a:r>
            <a:r>
              <a:rPr lang="en-US" sz="1200" b="0" kern="1200" baseline="0" dirty="0" smtClean="0">
                <a:solidFill>
                  <a:schemeClr val="tx1"/>
                </a:solidFill>
                <a:latin typeface="Arial" charset="0"/>
                <a:ea typeface="ＭＳ Ｐゴシック" pitchFamily="-107" charset="-128"/>
                <a:cs typeface="ＭＳ Ｐゴシック" pitchFamily="-107" charset="-128"/>
              </a:rPr>
              <a:t>) is a pseudorandom</a:t>
            </a:r>
          </a:p>
          <a:p>
            <a:r>
              <a:rPr lang="en-US" sz="1200" b="0" kern="1200" baseline="0" dirty="0" smtClean="0">
                <a:solidFill>
                  <a:schemeClr val="tx1"/>
                </a:solidFill>
                <a:latin typeface="Arial" charset="0"/>
                <a:ea typeface="ＭＳ Ｐゴシック" pitchFamily="-107" charset="-128"/>
                <a:cs typeface="ＭＳ Ｐゴシック" pitchFamily="-107" charset="-128"/>
              </a:rPr>
              <a:t>function that has as input parameters a bit string </a:t>
            </a:r>
            <a:r>
              <a:rPr lang="en-US" sz="1200" b="0" i="1" kern="1200" baseline="0" dirty="0" smtClean="0">
                <a:solidFill>
                  <a:schemeClr val="tx1"/>
                </a:solidFill>
                <a:latin typeface="Arial" charset="0"/>
                <a:ea typeface="ＭＳ Ｐゴシック" pitchFamily="-107" charset="-128"/>
                <a:cs typeface="ＭＳ Ｐゴシック" pitchFamily="-107" charset="-128"/>
              </a:rPr>
              <a:t>X</a:t>
            </a:r>
            <a:r>
              <a:rPr lang="en-US" sz="1200" b="0" kern="1200" baseline="0" dirty="0" smtClean="0">
                <a:solidFill>
                  <a:schemeClr val="tx1"/>
                </a:solidFill>
                <a:latin typeface="Arial" charset="0"/>
                <a:ea typeface="ＭＳ Ｐゴシック" pitchFamily="-107" charset="-128"/>
                <a:cs typeface="ＭＳ Ｐゴシック" pitchFamily="-107" charset="-128"/>
              </a:rPr>
              <a:t>  of any length and the desired</a:t>
            </a:r>
          </a:p>
          <a:p>
            <a:r>
              <a:rPr lang="en-US" sz="1200" b="0" kern="1200" baseline="0" dirty="0" smtClean="0">
                <a:solidFill>
                  <a:schemeClr val="tx1"/>
                </a:solidFill>
                <a:latin typeface="Arial" charset="0"/>
                <a:ea typeface="ＭＳ Ｐゴシック" pitchFamily="-107" charset="-128"/>
                <a:cs typeface="ＭＳ Ｐゴシック" pitchFamily="-107" charset="-128"/>
              </a:rPr>
              <a:t>length </a:t>
            </a:r>
            <a:r>
              <a:rPr lang="en-US" sz="1200" b="0" i="1" kern="1200" baseline="0" dirty="0" smtClean="0">
                <a:solidFill>
                  <a:schemeClr val="tx1"/>
                </a:solidFill>
                <a:latin typeface="Arial" charset="0"/>
                <a:ea typeface="ＭＳ Ｐゴシック" pitchFamily="-107" charset="-128"/>
                <a:cs typeface="ＭＳ Ｐゴシック" pitchFamily="-107" charset="-128"/>
              </a:rPr>
              <a:t>L</a:t>
            </a:r>
            <a:r>
              <a:rPr lang="en-US" sz="1200" b="0" kern="1200" baseline="0" dirty="0" smtClean="0">
                <a:solidFill>
                  <a:schemeClr val="tx1"/>
                </a:solidFill>
                <a:latin typeface="Arial" charset="0"/>
                <a:ea typeface="ＭＳ Ｐゴシック" pitchFamily="-107" charset="-128"/>
                <a:cs typeface="ＭＳ Ｐゴシック" pitchFamily="-107" charset="-128"/>
              </a:rPr>
              <a:t>  in octets of the output. MGFs are typically based on a secure cryptographic</a:t>
            </a:r>
          </a:p>
          <a:p>
            <a:r>
              <a:rPr lang="en-US" sz="1200" b="0" kern="1200" baseline="0" dirty="0" smtClean="0">
                <a:solidFill>
                  <a:schemeClr val="tx1"/>
                </a:solidFill>
                <a:latin typeface="Arial" charset="0"/>
                <a:ea typeface="ＭＳ Ｐゴシック" pitchFamily="-107" charset="-128"/>
                <a:cs typeface="ＭＳ Ｐゴシック" pitchFamily="-107" charset="-128"/>
              </a:rPr>
              <a:t>hash function such as SHA-1. An MGF based on a hash function is intended to be</a:t>
            </a:r>
          </a:p>
          <a:p>
            <a:r>
              <a:rPr lang="en-US" sz="1200" b="0" kern="1200" baseline="0" dirty="0" smtClean="0">
                <a:solidFill>
                  <a:schemeClr val="tx1"/>
                </a:solidFill>
                <a:latin typeface="Arial" charset="0"/>
                <a:ea typeface="ＭＳ Ｐゴシック" pitchFamily="-107" charset="-128"/>
                <a:cs typeface="ＭＳ Ｐゴシック" pitchFamily="-107" charset="-128"/>
              </a:rPr>
              <a:t>a cryptographically secure way of generating a message digest, or hash, of variable</a:t>
            </a:r>
          </a:p>
          <a:p>
            <a:r>
              <a:rPr lang="en-US" sz="1200" b="0" kern="1200" baseline="0" dirty="0" smtClean="0">
                <a:solidFill>
                  <a:schemeClr val="tx1"/>
                </a:solidFill>
                <a:latin typeface="Arial" charset="0"/>
                <a:ea typeface="ＭＳ Ｐゴシック" pitchFamily="-107" charset="-128"/>
                <a:cs typeface="ＭＳ Ｐゴシック" pitchFamily="-107" charset="-128"/>
              </a:rPr>
              <a:t>length based on an underlying cryptographic hash function that produces a fixed-length</a:t>
            </a:r>
          </a:p>
          <a:p>
            <a:r>
              <a:rPr lang="en-US" sz="1200" b="0" kern="1200" baseline="0" dirty="0" smtClean="0">
                <a:solidFill>
                  <a:schemeClr val="tx1"/>
                </a:solidFill>
                <a:latin typeface="Arial" charset="0"/>
                <a:ea typeface="ＭＳ Ｐゴシック" pitchFamily="-107" charset="-128"/>
                <a:cs typeface="ＭＳ Ｐゴシック" pitchFamily="-107" charset="-128"/>
              </a:rPr>
              <a:t>output</a:t>
            </a:r>
            <a:r>
              <a:rPr lang="en-US" sz="1200" b="0" kern="1200" baseline="0" dirty="0" smtClean="0">
                <a:solidFill>
                  <a:schemeClr val="tx1"/>
                </a:solidFill>
                <a:latin typeface="Arial" charset="0"/>
                <a:ea typeface="ＭＳ Ｐゴシック" pitchFamily="-107" charset="-128"/>
                <a:cs typeface="ＭＳ Ｐゴシック" pitchFamily="-107" charset="-128"/>
              </a:rPr>
              <a:t>.</a:t>
            </a:r>
          </a:p>
          <a:p>
            <a:endParaRPr lang="en-US" sz="1200" b="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The MGF function used in the current specification for RSA-PSS is MGF1,</a:t>
            </a:r>
          </a:p>
          <a:p>
            <a:r>
              <a:rPr lang="en-US" sz="1200" kern="1200" baseline="0" dirty="0" smtClean="0">
                <a:solidFill>
                  <a:schemeClr val="tx1"/>
                </a:solidFill>
                <a:latin typeface="Arial" charset="0"/>
                <a:ea typeface="ＭＳ Ｐゴシック" pitchFamily="-107" charset="-128"/>
                <a:cs typeface="ＭＳ Ｐゴシック" pitchFamily="-107" charset="-128"/>
              </a:rPr>
              <a:t>with the following parameters: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Options  	Hash 	hash function with output </a:t>
            </a:r>
            <a:r>
              <a:rPr lang="en-US" sz="1200" i="1" kern="1200" baseline="0" dirty="0" err="1" smtClean="0">
                <a:solidFill>
                  <a:schemeClr val="tx1"/>
                </a:solidFill>
                <a:latin typeface="Arial" charset="0"/>
                <a:ea typeface="ＭＳ Ｐゴシック" pitchFamily="-107" charset="-128"/>
                <a:cs typeface="ＭＳ Ｐゴシック" pitchFamily="-107" charset="-128"/>
              </a:rPr>
              <a:t>hLen</a:t>
            </a:r>
            <a:r>
              <a:rPr lang="en-US" sz="1200" kern="1200" baseline="0" dirty="0" smtClean="0">
                <a:solidFill>
                  <a:schemeClr val="tx1"/>
                </a:solidFill>
                <a:latin typeface="Arial" charset="0"/>
                <a:ea typeface="ＭＳ Ｐゴシック" pitchFamily="-107" charset="-128"/>
                <a:cs typeface="ＭＳ Ｐゴシック" pitchFamily="-107" charset="-128"/>
              </a:rPr>
              <a:t>  octets</a:t>
            </a:r>
          </a:p>
          <a:p>
            <a:r>
              <a:rPr lang="en-US" sz="1200" kern="1200" baseline="0" dirty="0" smtClean="0">
                <a:solidFill>
                  <a:schemeClr val="tx1"/>
                </a:solidFill>
                <a:latin typeface="Arial" charset="0"/>
                <a:ea typeface="ＭＳ Ｐゴシック" pitchFamily="-107" charset="-128"/>
                <a:cs typeface="ＭＳ Ｐゴシック" pitchFamily="-107" charset="-128"/>
              </a:rPr>
              <a:t>Input	 X 	 octet string to be masked</a:t>
            </a:r>
          </a:p>
          <a:p>
            <a:r>
              <a:rPr lang="en-US" sz="1200" kern="1200" baseline="0" dirty="0" smtClean="0">
                <a:solidFill>
                  <a:schemeClr val="tx1"/>
                </a:solidFill>
                <a:latin typeface="Arial" charset="0"/>
                <a:ea typeface="ＭＳ Ｐゴシック" pitchFamily="-107" charset="-128"/>
                <a:cs typeface="ＭＳ Ｐゴシック" pitchFamily="-107" charset="-128"/>
              </a:rPr>
              <a:t>	</a:t>
            </a:r>
            <a:r>
              <a:rPr lang="en-US" sz="1200" i="1" kern="1200" baseline="0" dirty="0" err="1" smtClean="0">
                <a:solidFill>
                  <a:schemeClr val="tx1"/>
                </a:solidFill>
                <a:latin typeface="Arial" charset="0"/>
                <a:ea typeface="ＭＳ Ｐゴシック" pitchFamily="-107" charset="-128"/>
                <a:cs typeface="ＭＳ Ｐゴシック" pitchFamily="-107" charset="-128"/>
              </a:rPr>
              <a:t>maskLen</a:t>
            </a:r>
            <a:r>
              <a:rPr lang="en-US" sz="1200" kern="1200" baseline="0" dirty="0" smtClean="0">
                <a:solidFill>
                  <a:schemeClr val="tx1"/>
                </a:solidFill>
                <a:latin typeface="Arial" charset="0"/>
                <a:ea typeface="ＭＳ Ｐゴシック" pitchFamily="-107" charset="-128"/>
                <a:cs typeface="ＭＳ Ｐゴシック" pitchFamily="-107" charset="-128"/>
              </a:rPr>
              <a:t> 	 length in octets of the mask</a:t>
            </a:r>
          </a:p>
          <a:p>
            <a:r>
              <a:rPr lang="en-US" sz="1200" kern="1200" baseline="0" dirty="0" smtClean="0">
                <a:solidFill>
                  <a:schemeClr val="tx1"/>
                </a:solidFill>
                <a:latin typeface="Arial" charset="0"/>
                <a:ea typeface="ＭＳ Ｐゴシック" pitchFamily="-107" charset="-128"/>
                <a:cs typeface="ＭＳ Ｐゴシック" pitchFamily="-107" charset="-128"/>
              </a:rPr>
              <a:t>Output 	</a:t>
            </a:r>
            <a:r>
              <a:rPr lang="en-US" sz="1200" i="1" kern="1200" baseline="0" dirty="0" smtClean="0">
                <a:solidFill>
                  <a:schemeClr val="tx1"/>
                </a:solidFill>
                <a:latin typeface="Arial" charset="0"/>
                <a:ea typeface="ＭＳ Ｐゴシック" pitchFamily="-107" charset="-128"/>
                <a:cs typeface="ＭＳ Ｐゴシック" pitchFamily="-107" charset="-128"/>
              </a:rPr>
              <a:t>mask </a:t>
            </a:r>
            <a:r>
              <a:rPr lang="en-US" sz="1200" kern="1200" baseline="0" dirty="0" smtClean="0">
                <a:solidFill>
                  <a:schemeClr val="tx1"/>
                </a:solidFill>
                <a:latin typeface="Arial" charset="0"/>
                <a:ea typeface="ＭＳ Ｐゴシック" pitchFamily="-107" charset="-128"/>
                <a:cs typeface="ＭＳ Ｐゴシック" pitchFamily="-107" charset="-128"/>
              </a:rPr>
              <a:t> 	an octet string of length </a:t>
            </a:r>
            <a:r>
              <a:rPr lang="en-US" sz="1200" i="1" kern="1200" baseline="0" dirty="0" err="1" smtClean="0">
                <a:solidFill>
                  <a:schemeClr val="tx1"/>
                </a:solidFill>
                <a:latin typeface="Arial" charset="0"/>
                <a:ea typeface="ＭＳ Ｐゴシック" pitchFamily="-107" charset="-128"/>
                <a:cs typeface="ＭＳ Ｐゴシック" pitchFamily="-107" charset="-128"/>
              </a:rPr>
              <a:t>maskLen</a:t>
            </a:r>
            <a:endParaRPr lang="en-US" b="0" i="1" dirty="0"/>
          </a:p>
        </p:txBody>
      </p:sp>
      <p:sp>
        <p:nvSpPr>
          <p:cNvPr id="4" name="Slide Number Placeholder 3"/>
          <p:cNvSpPr>
            <a:spLocks noGrp="1"/>
          </p:cNvSpPr>
          <p:nvPr>
            <p:ph type="sldNum" sz="quarter" idx="10"/>
          </p:nvPr>
        </p:nvSpPr>
        <p:spPr/>
        <p:txBody>
          <a:bodyPr/>
          <a:lstStyle/>
          <a:p>
            <a:pPr>
              <a:defRPr/>
            </a:pPr>
            <a:fld id="{1F367800-5097-CF4A-B426-45CFBC2869B7}" type="slidenum">
              <a:rPr lang="en-AU" smtClean="0"/>
              <a:pPr>
                <a:defRPr/>
              </a:pPr>
              <a:t>18</a:t>
            </a:fld>
            <a:endParaRPr lang="en-AU"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The first stage in generating an RSA-PSS signature of a message</a:t>
            </a:r>
          </a:p>
          <a:p>
            <a:r>
              <a:rPr lang="en-US" sz="1200" i="1" kern="1200" baseline="0" dirty="0" smtClean="0">
                <a:solidFill>
                  <a:schemeClr val="tx1"/>
                </a:solidFill>
                <a:latin typeface="Arial" charset="0"/>
                <a:ea typeface="ＭＳ Ｐゴシック" pitchFamily="-107" charset="-128"/>
                <a:cs typeface="ＭＳ Ｐゴシック" pitchFamily="-107" charset="-128"/>
              </a:rPr>
              <a:t>M</a:t>
            </a:r>
            <a:r>
              <a:rPr lang="en-US" sz="1200" kern="1200" baseline="0" dirty="0" smtClean="0">
                <a:solidFill>
                  <a:schemeClr val="tx1"/>
                </a:solidFill>
                <a:latin typeface="Arial" charset="0"/>
                <a:ea typeface="ＭＳ Ｐゴシック" pitchFamily="-107" charset="-128"/>
                <a:cs typeface="ＭＳ Ｐゴシック" pitchFamily="-107" charset="-128"/>
              </a:rPr>
              <a:t>  is to generate from </a:t>
            </a:r>
            <a:r>
              <a:rPr lang="en-US" sz="1200" i="1" kern="1200" baseline="0" dirty="0" smtClean="0">
                <a:solidFill>
                  <a:schemeClr val="tx1"/>
                </a:solidFill>
                <a:latin typeface="Arial" charset="0"/>
                <a:ea typeface="ＭＳ Ｐゴシック" pitchFamily="-107" charset="-128"/>
                <a:cs typeface="ＭＳ Ｐゴシック" pitchFamily="-107" charset="-128"/>
              </a:rPr>
              <a:t>M</a:t>
            </a:r>
            <a:r>
              <a:rPr lang="en-US" sz="1200" kern="1200" baseline="0" dirty="0" smtClean="0">
                <a:solidFill>
                  <a:schemeClr val="tx1"/>
                </a:solidFill>
                <a:latin typeface="Arial" charset="0"/>
                <a:ea typeface="ＭＳ Ｐゴシック" pitchFamily="-107" charset="-128"/>
                <a:cs typeface="ＭＳ Ｐゴシック" pitchFamily="-107" charset="-128"/>
              </a:rPr>
              <a:t>  a fixed-length message digest, called an encoded message</a:t>
            </a:r>
          </a:p>
          <a:p>
            <a:r>
              <a:rPr lang="en-US" sz="1200" i="1" kern="1200" baseline="0" dirty="0" smtClean="0">
                <a:solidFill>
                  <a:schemeClr val="tx1"/>
                </a:solidFill>
                <a:latin typeface="Arial" charset="0"/>
                <a:ea typeface="ＭＳ Ｐゴシック" pitchFamily="-107" charset="-128"/>
                <a:cs typeface="ＭＳ Ｐゴシック" pitchFamily="-107" charset="-128"/>
              </a:rPr>
              <a:t>(EM </a:t>
            </a:r>
            <a:r>
              <a:rPr lang="en-US" sz="1200" kern="1200" baseline="0" dirty="0" smtClean="0">
                <a:solidFill>
                  <a:schemeClr val="tx1"/>
                </a:solidFill>
                <a:latin typeface="Arial" charset="0"/>
                <a:ea typeface="ＭＳ Ｐゴシック" pitchFamily="-107" charset="-128"/>
                <a:cs typeface="ＭＳ Ｐゴシック" pitchFamily="-107" charset="-128"/>
              </a:rPr>
              <a:t>). Figure </a:t>
            </a:r>
            <a:r>
              <a:rPr lang="en-US" sz="1200" kern="1200" baseline="0" dirty="0" smtClean="0">
                <a:solidFill>
                  <a:schemeClr val="tx1"/>
                </a:solidFill>
                <a:latin typeface="Arial" charset="0"/>
                <a:ea typeface="ＭＳ Ｐゴシック" pitchFamily="-107" charset="-128"/>
                <a:cs typeface="ＭＳ Ｐゴシック" pitchFamily="-107" charset="-128"/>
              </a:rPr>
              <a:t>13.6 </a:t>
            </a:r>
            <a:r>
              <a:rPr lang="en-US" sz="1200" kern="1200" baseline="0" dirty="0" smtClean="0">
                <a:solidFill>
                  <a:schemeClr val="tx1"/>
                </a:solidFill>
                <a:latin typeface="Arial" charset="0"/>
                <a:ea typeface="ＭＳ Ｐゴシック" pitchFamily="-107" charset="-128"/>
                <a:cs typeface="ＭＳ Ｐゴシック" pitchFamily="-107" charset="-128"/>
              </a:rPr>
              <a:t>illustrates this process.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We make several comments about the complex nature of this message digest</a:t>
            </a:r>
          </a:p>
          <a:p>
            <a:r>
              <a:rPr lang="en-US" sz="1200" kern="1200" baseline="0" dirty="0" smtClean="0">
                <a:solidFill>
                  <a:schemeClr val="tx1"/>
                </a:solidFill>
                <a:latin typeface="Arial" charset="0"/>
                <a:ea typeface="ＭＳ Ｐゴシック" pitchFamily="-107" charset="-128"/>
                <a:cs typeface="ＭＳ Ｐゴシック" pitchFamily="-107" charset="-128"/>
              </a:rPr>
              <a:t>algorithm. All of the RSA-based standardized digital signature schemes involve appending</a:t>
            </a:r>
          </a:p>
          <a:p>
            <a:r>
              <a:rPr lang="en-US" sz="1200" kern="1200" baseline="0" dirty="0" smtClean="0">
                <a:solidFill>
                  <a:schemeClr val="tx1"/>
                </a:solidFill>
                <a:latin typeface="Arial" charset="0"/>
                <a:ea typeface="ＭＳ Ｐゴシック" pitchFamily="-107" charset="-128"/>
                <a:cs typeface="ＭＳ Ｐゴシック" pitchFamily="-107" charset="-128"/>
              </a:rPr>
              <a:t>one or more constants (e.g., padding</a:t>
            </a:r>
            <a:r>
              <a:rPr lang="en-US" sz="1200" kern="1200" baseline="-25000" dirty="0" smtClean="0">
                <a:solidFill>
                  <a:schemeClr val="tx1"/>
                </a:solidFill>
                <a:latin typeface="Arial" charset="0"/>
                <a:ea typeface="ＭＳ Ｐゴシック" pitchFamily="-107" charset="-128"/>
                <a:cs typeface="ＭＳ Ｐゴシック" pitchFamily="-107" charset="-128"/>
              </a:rPr>
              <a:t>1</a:t>
            </a:r>
            <a:r>
              <a:rPr lang="en-US" sz="1200" kern="1200" baseline="0" dirty="0" smtClean="0">
                <a:solidFill>
                  <a:schemeClr val="tx1"/>
                </a:solidFill>
                <a:latin typeface="Arial" charset="0"/>
                <a:ea typeface="ＭＳ Ｐゴシック" pitchFamily="-107" charset="-128"/>
                <a:cs typeface="ＭＳ Ｐゴシック" pitchFamily="-107" charset="-128"/>
              </a:rPr>
              <a:t>  and padding</a:t>
            </a:r>
            <a:r>
              <a:rPr lang="en-US" sz="1200" kern="1200" baseline="-25000" dirty="0" smtClean="0">
                <a:solidFill>
                  <a:schemeClr val="tx1"/>
                </a:solidFill>
                <a:latin typeface="Arial" charset="0"/>
                <a:ea typeface="ＭＳ Ｐゴシック" pitchFamily="-107" charset="-128"/>
                <a:cs typeface="ＭＳ Ｐゴシック" pitchFamily="-107" charset="-128"/>
              </a:rPr>
              <a:t>2</a:t>
            </a:r>
            <a:r>
              <a:rPr lang="en-US" sz="1200" kern="1200" baseline="0" dirty="0" smtClean="0">
                <a:solidFill>
                  <a:schemeClr val="tx1"/>
                </a:solidFill>
                <a:latin typeface="Arial" charset="0"/>
                <a:ea typeface="ＭＳ Ｐゴシック" pitchFamily="-107" charset="-128"/>
                <a:cs typeface="ＭＳ Ｐゴシック" pitchFamily="-107" charset="-128"/>
              </a:rPr>
              <a:t> ) in the process of forming</a:t>
            </a:r>
          </a:p>
          <a:p>
            <a:r>
              <a:rPr lang="en-US" sz="1200" kern="1200" baseline="0" dirty="0" smtClean="0">
                <a:solidFill>
                  <a:schemeClr val="tx1"/>
                </a:solidFill>
                <a:latin typeface="Arial" charset="0"/>
                <a:ea typeface="ＭＳ Ｐゴシック" pitchFamily="-107" charset="-128"/>
                <a:cs typeface="ＭＳ Ｐゴシック" pitchFamily="-107" charset="-128"/>
              </a:rPr>
              <a:t>the message digest. The objective is to make it more difficult for an adversary to</a:t>
            </a:r>
          </a:p>
          <a:p>
            <a:r>
              <a:rPr lang="en-US" sz="1200" kern="1200" baseline="0" dirty="0" smtClean="0">
                <a:solidFill>
                  <a:schemeClr val="tx1"/>
                </a:solidFill>
                <a:latin typeface="Arial" charset="0"/>
                <a:ea typeface="ＭＳ Ｐゴシック" pitchFamily="-107" charset="-128"/>
                <a:cs typeface="ＭＳ Ｐゴシック" pitchFamily="-107" charset="-128"/>
              </a:rPr>
              <a:t>find another message that maps to the same message digest as a given message or to</a:t>
            </a:r>
          </a:p>
          <a:p>
            <a:r>
              <a:rPr lang="en-US" sz="1200" kern="1200" baseline="0" dirty="0" smtClean="0">
                <a:solidFill>
                  <a:schemeClr val="tx1"/>
                </a:solidFill>
                <a:latin typeface="Arial" charset="0"/>
                <a:ea typeface="ＭＳ Ｐゴシック" pitchFamily="-107" charset="-128"/>
                <a:cs typeface="ＭＳ Ｐゴシック" pitchFamily="-107" charset="-128"/>
              </a:rPr>
              <a:t>find two messages that map to the same message digest. RSA-PSS also incorporates</a:t>
            </a:r>
          </a:p>
          <a:p>
            <a:r>
              <a:rPr lang="en-US" sz="1200" kern="1200" baseline="0" dirty="0" smtClean="0">
                <a:solidFill>
                  <a:schemeClr val="tx1"/>
                </a:solidFill>
                <a:latin typeface="Arial" charset="0"/>
                <a:ea typeface="ＭＳ Ｐゴシック" pitchFamily="-107" charset="-128"/>
                <a:cs typeface="ＭＳ Ｐゴシック" pitchFamily="-107" charset="-128"/>
              </a:rPr>
              <a:t>a pseudorandom number, namely the salt. Because the salt changes with every use,</a:t>
            </a:r>
          </a:p>
          <a:p>
            <a:r>
              <a:rPr lang="en-US" sz="1200" kern="1200" baseline="0" dirty="0" smtClean="0">
                <a:solidFill>
                  <a:schemeClr val="tx1"/>
                </a:solidFill>
                <a:latin typeface="Arial" charset="0"/>
                <a:ea typeface="ＭＳ Ｐゴシック" pitchFamily="-107" charset="-128"/>
                <a:cs typeface="ＭＳ Ｐゴシック" pitchFamily="-107" charset="-128"/>
              </a:rPr>
              <a:t>signing the same message twice using the same private key will yield two different</a:t>
            </a:r>
          </a:p>
          <a:p>
            <a:r>
              <a:rPr lang="en-US" sz="1200" kern="1200" baseline="0" dirty="0" smtClean="0">
                <a:solidFill>
                  <a:schemeClr val="tx1"/>
                </a:solidFill>
                <a:latin typeface="Arial" charset="0"/>
                <a:ea typeface="ＭＳ Ｐゴシック" pitchFamily="-107" charset="-128"/>
                <a:cs typeface="ＭＳ Ｐゴシック" pitchFamily="-107" charset="-128"/>
              </a:rPr>
              <a:t>signatures. This is an added measure of security.</a:t>
            </a:r>
            <a:endParaRPr lang="en-US" dirty="0"/>
          </a:p>
        </p:txBody>
      </p:sp>
      <p:sp>
        <p:nvSpPr>
          <p:cNvPr id="4" name="Slide Number Placeholder 3"/>
          <p:cNvSpPr>
            <a:spLocks noGrp="1"/>
          </p:cNvSpPr>
          <p:nvPr>
            <p:ph type="sldNum" sz="quarter" idx="10"/>
          </p:nvPr>
        </p:nvSpPr>
        <p:spPr/>
        <p:txBody>
          <a:bodyPr/>
          <a:lstStyle/>
          <a:p>
            <a:pPr>
              <a:defRPr/>
            </a:pPr>
            <a:fld id="{1F367800-5097-CF4A-B426-45CFBC2869B7}" type="slidenum">
              <a:rPr lang="en-AU" smtClean="0"/>
              <a:pPr>
                <a:defRPr/>
              </a:pPr>
              <a:t>19</a:t>
            </a:fld>
            <a:endParaRPr lang="en-AU"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Figure </a:t>
            </a:r>
            <a:r>
              <a:rPr lang="en-US" sz="1200" kern="1200" baseline="0" dirty="0" smtClean="0">
                <a:solidFill>
                  <a:schemeClr val="tx1"/>
                </a:solidFill>
                <a:latin typeface="Arial" charset="0"/>
                <a:ea typeface="ＭＳ Ｐゴシック" pitchFamily="-107" charset="-128"/>
                <a:cs typeface="ＭＳ Ｐゴシック" pitchFamily="-107" charset="-128"/>
              </a:rPr>
              <a:t>13.7 </a:t>
            </a:r>
            <a:r>
              <a:rPr lang="en-US" sz="1200" kern="1200" baseline="0" dirty="0" smtClean="0">
                <a:solidFill>
                  <a:schemeClr val="tx1"/>
                </a:solidFill>
                <a:latin typeface="Arial" charset="0"/>
                <a:ea typeface="ＭＳ Ｐゴシック" pitchFamily="-107" charset="-128"/>
                <a:cs typeface="ＭＳ Ｐゴシック" pitchFamily="-107" charset="-128"/>
              </a:rPr>
              <a:t>RSA-PSS EM Verification</a:t>
            </a:r>
            <a:endParaRPr lang="en-US" dirty="0"/>
          </a:p>
        </p:txBody>
      </p:sp>
      <p:sp>
        <p:nvSpPr>
          <p:cNvPr id="4" name="Slide Number Placeholder 3"/>
          <p:cNvSpPr>
            <a:spLocks noGrp="1"/>
          </p:cNvSpPr>
          <p:nvPr>
            <p:ph type="sldNum" sz="quarter" idx="10"/>
          </p:nvPr>
        </p:nvSpPr>
        <p:spPr/>
        <p:txBody>
          <a:bodyPr/>
          <a:lstStyle/>
          <a:p>
            <a:pPr>
              <a:defRPr/>
            </a:pPr>
            <a:fld id="{1F367800-5097-CF4A-B426-45CFBC2869B7}" type="slidenum">
              <a:rPr lang="en-AU" smtClean="0"/>
              <a:pPr>
                <a:defRPr/>
              </a:pPr>
              <a:t>20</a:t>
            </a:fld>
            <a:endParaRPr lang="en-AU"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01378" name="Rectangle 1031"/>
          <p:cNvSpPr>
            <a:spLocks noGrp="1" noChangeArrowheads="1"/>
          </p:cNvSpPr>
          <p:nvPr>
            <p:ph type="sldNum" sz="quarter" idx="5"/>
          </p:nvPr>
        </p:nvSpPr>
        <p:spPr>
          <a:noFill/>
        </p:spPr>
        <p:txBody>
          <a:bodyPr/>
          <a:lstStyle/>
          <a:p>
            <a:fld id="{645F3BD3-6F3C-694C-8E1B-CF3CF7A9ECD3}" type="slidenum">
              <a:rPr lang="en-AU">
                <a:latin typeface="Arial" pitchFamily="-84" charset="0"/>
              </a:rPr>
              <a:pPr/>
              <a:t>21</a:t>
            </a:fld>
            <a:endParaRPr lang="en-AU" dirty="0">
              <a:latin typeface="Arial" pitchFamily="-84" charset="0"/>
            </a:endParaRPr>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p:spPr>
        <p:txBody>
          <a:bodyPr/>
          <a:lstStyle/>
          <a:p>
            <a:pPr eaLnBrk="1" hangingPunct="1"/>
            <a:r>
              <a:rPr lang="en-US" dirty="0">
                <a:latin typeface="Arial" pitchFamily="-84" charset="0"/>
                <a:ea typeface="ＭＳ Ｐゴシック" pitchFamily="-84" charset="-128"/>
                <a:cs typeface="ＭＳ Ｐゴシック" pitchFamily="-84" charset="-128"/>
              </a:rPr>
              <a:t>Chapter</a:t>
            </a:r>
            <a:r>
              <a:rPr lang="en-US" dirty="0" smtClean="0">
                <a:latin typeface="Arial" pitchFamily="-84" charset="0"/>
                <a:ea typeface="ＭＳ Ｐゴシック" pitchFamily="-84" charset="-128"/>
                <a:cs typeface="ＭＳ Ｐゴシック" pitchFamily="-84" charset="-128"/>
              </a:rPr>
              <a:t> 13 </a:t>
            </a:r>
            <a:r>
              <a:rPr lang="en-US" dirty="0">
                <a:latin typeface="Arial" pitchFamily="-84" charset="0"/>
                <a:ea typeface="ＭＳ Ｐゴシック" pitchFamily="-84" charset="-128"/>
                <a:cs typeface="ＭＳ Ｐゴシック" pitchFamily="-84" charset="-128"/>
              </a:rPr>
              <a:t>summary.</a:t>
            </a: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7.png"/><Relationship Id="rId4" Type="http://schemas.openxmlformats.org/officeDocument/2006/relationships/image" Target="../media/image8.png"/><Relationship Id="rId1" Type="http://schemas.openxmlformats.org/officeDocument/2006/relationships/slideMaster" Target="../slideMasters/slideMaster1.xml"/><Relationship Id="rId2" Type="http://schemas.openxmlformats.org/officeDocument/2006/relationships/image" Target="../media/image6.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 Id="rId3" Type="http://schemas.openxmlformats.org/officeDocument/2006/relationships/image" Target="../media/image9.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png"/><Relationship Id="rId4" Type="http://schemas.openxmlformats.org/officeDocument/2006/relationships/image" Target="../media/image8.png"/><Relationship Id="rId1" Type="http://schemas.openxmlformats.org/officeDocument/2006/relationships/slideMaster" Target="../slideMasters/slideMaster1.xml"/><Relationship Id="rId2" Type="http://schemas.openxmlformats.org/officeDocument/2006/relationships/image" Target="../media/image6.jpe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9.png"/><Relationship Id="rId4" Type="http://schemas.openxmlformats.org/officeDocument/2006/relationships/image" Target="../media/image8.png"/><Relationship Id="rId1" Type="http://schemas.openxmlformats.org/officeDocument/2006/relationships/slideMaster" Target="../slideMasters/slideMaster1.xml"/><Relationship Id="rId2" Type="http://schemas.openxmlformats.org/officeDocument/2006/relationships/image" Target="../media/image6.jpe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 Id="rId3" Type="http://schemas.openxmlformats.org/officeDocument/2006/relationships/image" Target="../media/image9.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 Id="rId3" Type="http://schemas.openxmlformats.org/officeDocument/2006/relationships/image" Target="../media/image9.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 Id="rId3" Type="http://schemas.openxmlformats.org/officeDocument/2006/relationships/image" Target="../media/image9.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 Id="rId3" Type="http://schemas.openxmlformats.org/officeDocument/2006/relationships/image" Target="../media/image7.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 Id="rId3" Type="http://schemas.openxmlformats.org/officeDocument/2006/relationships/image" Target="../media/image7.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 Id="rId3" Type="http://schemas.openxmlformats.org/officeDocument/2006/relationships/image" Target="../media/image9.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 Id="rId3" Type="http://schemas.openxmlformats.org/officeDocument/2006/relationships/image" Target="../media/image7.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 preserve="1">
  <p:cSld name="Title Slide">
    <p:bg>
      <p:bgRef idx="1002">
        <a:schemeClr val="bg2"/>
      </p:bgRef>
    </p:bg>
    <p:spTree>
      <p:nvGrpSpPr>
        <p:cNvPr id="1" name=""/>
        <p:cNvGrpSpPr/>
        <p:nvPr/>
      </p:nvGrpSpPr>
      <p:grpSpPr>
        <a:xfrm>
          <a:off x="0" y="0"/>
          <a:ext cx="0" cy="0"/>
          <a:chOff x="0" y="0"/>
          <a:chExt cx="0" cy="0"/>
        </a:xfrm>
      </p:grpSpPr>
      <p:grpSp>
        <p:nvGrpSpPr>
          <p:cNvPr id="4" name="Group 15"/>
          <p:cNvGrpSpPr>
            <a:grpSpLocks/>
          </p:cNvGrpSpPr>
          <p:nvPr/>
        </p:nvGrpSpPr>
        <p:grpSpPr bwMode="auto">
          <a:xfrm>
            <a:off x="0" y="0"/>
            <a:ext cx="1581150" cy="6858000"/>
            <a:chOff x="134471" y="0"/>
            <a:chExt cx="1581220" cy="6858000"/>
          </a:xfrm>
        </p:grpSpPr>
        <p:pic>
          <p:nvPicPr>
            <p:cNvPr id="5" name="Picture 7" descr="Overlay-Blank.jpg"/>
            <p:cNvPicPr>
              <a:picLocks noChangeAspect="1"/>
            </p:cNvPicPr>
            <p:nvPr userDrawn="1"/>
          </p:nvPicPr>
          <p:blipFill>
            <a:blip r:embed="rId2"/>
            <a:srcRect l="1471" r="83676"/>
            <a:stretch>
              <a:fillRect/>
            </a:stretch>
          </p:blipFill>
          <p:spPr bwMode="auto">
            <a:xfrm>
              <a:off x="134471" y="0"/>
              <a:ext cx="1358153" cy="6858000"/>
            </a:xfrm>
            <a:prstGeom prst="rect">
              <a:avLst/>
            </a:prstGeom>
            <a:noFill/>
            <a:ln w="9525">
              <a:noFill/>
              <a:miter lim="800000"/>
              <a:headEnd/>
              <a:tailEnd/>
            </a:ln>
          </p:spPr>
        </p:pic>
        <p:pic>
          <p:nvPicPr>
            <p:cNvPr id="6" name="Picture 8" descr="Overlay-VerticalBridge.jpg"/>
            <p:cNvPicPr>
              <a:picLocks noChangeAspect="1"/>
            </p:cNvPicPr>
            <p:nvPr userDrawn="1"/>
          </p:nvPicPr>
          <p:blipFill>
            <a:blip r:embed="rId3"/>
            <a:srcRect/>
            <a:stretch>
              <a:fillRect/>
            </a:stretch>
          </p:blipFill>
          <p:spPr bwMode="auto">
            <a:xfrm>
              <a:off x="1447800" y="0"/>
              <a:ext cx="267891" cy="6858000"/>
            </a:xfrm>
            <a:prstGeom prst="rect">
              <a:avLst/>
            </a:prstGeom>
            <a:noFill/>
            <a:ln w="9525">
              <a:noFill/>
              <a:miter lim="800000"/>
              <a:headEnd/>
              <a:tailEnd/>
            </a:ln>
          </p:spPr>
        </p:pic>
      </p:grpSp>
      <p:grpSp>
        <p:nvGrpSpPr>
          <p:cNvPr id="7" name="Group 16"/>
          <p:cNvGrpSpPr>
            <a:grpSpLocks/>
          </p:cNvGrpSpPr>
          <p:nvPr/>
        </p:nvGrpSpPr>
        <p:grpSpPr bwMode="auto">
          <a:xfrm>
            <a:off x="7546975" y="0"/>
            <a:ext cx="1597025" cy="6858000"/>
            <a:chOff x="7413812" y="0"/>
            <a:chExt cx="1597734" cy="6858000"/>
          </a:xfrm>
        </p:grpSpPr>
        <p:pic>
          <p:nvPicPr>
            <p:cNvPr id="8" name="Picture 10" descr="Overlay-Blank.jpg"/>
            <p:cNvPicPr>
              <a:picLocks noChangeAspect="1"/>
            </p:cNvPicPr>
            <p:nvPr userDrawn="1"/>
          </p:nvPicPr>
          <p:blipFill>
            <a:blip r:embed="rId2"/>
            <a:srcRect r="85126"/>
            <a:stretch>
              <a:fillRect/>
            </a:stretch>
          </p:blipFill>
          <p:spPr bwMode="auto">
            <a:xfrm>
              <a:off x="7651376" y="0"/>
              <a:ext cx="1360170" cy="6858000"/>
            </a:xfrm>
            <a:prstGeom prst="rect">
              <a:avLst/>
            </a:prstGeom>
            <a:noFill/>
            <a:ln w="9525">
              <a:noFill/>
              <a:miter lim="800000"/>
              <a:headEnd/>
              <a:tailEnd/>
            </a:ln>
          </p:spPr>
        </p:pic>
        <p:pic>
          <p:nvPicPr>
            <p:cNvPr id="9" name="Picture 11" descr="Overlay-VerticalBridge.jpg"/>
            <p:cNvPicPr>
              <a:picLocks noChangeAspect="1"/>
            </p:cNvPicPr>
            <p:nvPr userDrawn="1"/>
          </p:nvPicPr>
          <p:blipFill>
            <a:blip r:embed="rId3"/>
            <a:srcRect/>
            <a:stretch>
              <a:fillRect/>
            </a:stretch>
          </p:blipFill>
          <p:spPr bwMode="auto">
            <a:xfrm flipH="1">
              <a:off x="7413812" y="0"/>
              <a:ext cx="267891" cy="6858000"/>
            </a:xfrm>
            <a:prstGeom prst="rect">
              <a:avLst/>
            </a:prstGeom>
            <a:noFill/>
            <a:ln w="9525">
              <a:noFill/>
              <a:miter lim="800000"/>
              <a:headEnd/>
              <a:tailEnd/>
            </a:ln>
          </p:spPr>
        </p:pic>
      </p:grpSp>
      <p:pic>
        <p:nvPicPr>
          <p:cNvPr id="10" name="Picture 12" descr="HR-Color.png"/>
          <p:cNvPicPr>
            <a:picLocks noChangeAspect="1"/>
          </p:cNvPicPr>
          <p:nvPr/>
        </p:nvPicPr>
        <p:blipFill>
          <a:blip r:embed="rId4"/>
          <a:srcRect/>
          <a:stretch>
            <a:fillRect/>
          </a:stretch>
        </p:blipFill>
        <p:spPr bwMode="auto">
          <a:xfrm>
            <a:off x="1554163" y="4841875"/>
            <a:ext cx="6035675" cy="339725"/>
          </a:xfrm>
          <a:prstGeom prst="rect">
            <a:avLst/>
          </a:prstGeom>
          <a:noFill/>
          <a:ln w="9525">
            <a:noFill/>
            <a:miter lim="800000"/>
            <a:headEnd/>
            <a:tailEnd/>
          </a:ln>
        </p:spPr>
      </p:pic>
      <p:sp>
        <p:nvSpPr>
          <p:cNvPr id="2" name="Title 1"/>
          <p:cNvSpPr>
            <a:spLocks noGrp="1"/>
          </p:cNvSpPr>
          <p:nvPr>
            <p:ph type="ctrTitle"/>
          </p:nvPr>
        </p:nvSpPr>
        <p:spPr>
          <a:xfrm>
            <a:off x="1854200" y="3693645"/>
            <a:ext cx="5446713" cy="1470025"/>
          </a:xfrm>
        </p:spPr>
        <p:txBody>
          <a:bodyPr anchor="b"/>
          <a:lstStyle>
            <a:lvl1pPr>
              <a:lnSpc>
                <a:spcPts val="6800"/>
              </a:lnSpc>
              <a:defRPr sz="6500">
                <a:latin typeface="+mj-lt"/>
              </a:defRPr>
            </a:lvl1pPr>
          </a:lstStyle>
          <a:p>
            <a:r>
              <a:rPr lang="en-US" smtClean="0"/>
              <a:t>Click to edit Master title style</a:t>
            </a:r>
            <a:endParaRPr/>
          </a:p>
        </p:txBody>
      </p:sp>
      <p:sp>
        <p:nvSpPr>
          <p:cNvPr id="3" name="Subtitle 2"/>
          <p:cNvSpPr>
            <a:spLocks noGrp="1"/>
          </p:cNvSpPr>
          <p:nvPr>
            <p:ph type="subTitle" idx="1"/>
          </p:nvPr>
        </p:nvSpPr>
        <p:spPr>
          <a:xfrm>
            <a:off x="1854200" y="5204011"/>
            <a:ext cx="5446713" cy="851647"/>
          </a:xfrm>
        </p:spPr>
        <p:txBody>
          <a:bodyPr>
            <a:normAutofit/>
          </a:bodyPr>
          <a:lstStyle>
            <a:lvl1pPr marL="0" indent="0" algn="ctr">
              <a:spcBef>
                <a:spcPts val="300"/>
              </a:spcBef>
              <a:buNone/>
              <a:defRPr sz="18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11" name="Date Placeholder 3"/>
          <p:cNvSpPr>
            <a:spLocks noGrp="1"/>
          </p:cNvSpPr>
          <p:nvPr>
            <p:ph type="dt" sz="half" idx="10"/>
          </p:nvPr>
        </p:nvSpPr>
        <p:spPr>
          <a:xfrm>
            <a:off x="5257800" y="6356350"/>
            <a:ext cx="2133600" cy="365125"/>
          </a:xfrm>
        </p:spPr>
        <p:txBody>
          <a:bodyPr/>
          <a:lstStyle>
            <a:lvl1pPr>
              <a:defRPr smtClean="0">
                <a:solidFill>
                  <a:schemeClr val="tx2"/>
                </a:solidFill>
              </a:defRPr>
            </a:lvl1pPr>
          </a:lstStyle>
          <a:p>
            <a:pPr>
              <a:defRPr/>
            </a:pPr>
            <a:endParaRPr lang="en-US" dirty="0"/>
          </a:p>
        </p:txBody>
      </p:sp>
      <p:sp>
        <p:nvSpPr>
          <p:cNvPr id="12" name="Footer Placeholder 4"/>
          <p:cNvSpPr>
            <a:spLocks noGrp="1"/>
          </p:cNvSpPr>
          <p:nvPr>
            <p:ph type="ftr" sz="quarter" idx="11"/>
          </p:nvPr>
        </p:nvSpPr>
        <p:spPr>
          <a:xfrm>
            <a:off x="1752600" y="6356350"/>
            <a:ext cx="2895600" cy="365125"/>
          </a:xfrm>
        </p:spPr>
        <p:txBody>
          <a:bodyPr/>
          <a:lstStyle>
            <a:lvl1pPr>
              <a:defRPr dirty="0">
                <a:solidFill>
                  <a:schemeClr val="tx2"/>
                </a:solidFill>
              </a:defRPr>
            </a:lvl1pPr>
          </a:lstStyle>
          <a:p>
            <a:pPr>
              <a:defRPr/>
            </a:pPr>
            <a:r>
              <a:rPr lang="en-US" smtClean="0"/>
              <a:t>© 2017 Pearson Education, Inc., Hoboken, NJ. All rights reserved.    </a:t>
            </a:r>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 preserve="1">
  <p:cSld name="Title and Content">
    <p:spTree>
      <p:nvGrpSpPr>
        <p:cNvPr id="1" name=""/>
        <p:cNvGrpSpPr/>
        <p:nvPr/>
      </p:nvGrpSpPr>
      <p:grpSpPr>
        <a:xfrm>
          <a:off x="0" y="0"/>
          <a:ext cx="0" cy="0"/>
          <a:chOff x="0" y="0"/>
          <a:chExt cx="0" cy="0"/>
        </a:xfrm>
      </p:grpSpPr>
      <p:grpSp>
        <p:nvGrpSpPr>
          <p:cNvPr id="4" name="Group 6"/>
          <p:cNvGrpSpPr>
            <a:grpSpLocks/>
          </p:cNvGrpSpPr>
          <p:nvPr/>
        </p:nvGrpSpPr>
        <p:grpSpPr bwMode="auto">
          <a:xfrm>
            <a:off x="0" y="1373188"/>
            <a:ext cx="9144000" cy="5484812"/>
            <a:chOff x="0" y="1372650"/>
            <a:chExt cx="9144000" cy="5485350"/>
          </a:xfrm>
        </p:grpSpPr>
        <p:pic>
          <p:nvPicPr>
            <p:cNvPr id="5" name="Picture 7" descr="Overlay-Blank.jpg"/>
            <p:cNvPicPr>
              <a:picLocks noChangeAspect="1"/>
            </p:cNvPicPr>
            <p:nvPr userDrawn="1"/>
          </p:nvPicPr>
          <p:blipFill>
            <a:blip r:embed="rId2"/>
            <a:srcRect t="23334"/>
            <a:stretch>
              <a:fillRect/>
            </a:stretch>
          </p:blipFill>
          <p:spPr bwMode="auto">
            <a:xfrm>
              <a:off x="0" y="1600200"/>
              <a:ext cx="9144000" cy="5257800"/>
            </a:xfrm>
            <a:prstGeom prst="rect">
              <a:avLst/>
            </a:prstGeom>
            <a:noFill/>
            <a:ln w="9525">
              <a:noFill/>
              <a:miter lim="800000"/>
              <a:headEnd/>
              <a:tailEnd/>
            </a:ln>
          </p:spPr>
        </p:pic>
        <p:pic>
          <p:nvPicPr>
            <p:cNvPr id="6" name="Picture 8" descr="Overlay-HorizontalBridge.jpg"/>
            <p:cNvPicPr>
              <a:picLocks noChangeAspect="1"/>
            </p:cNvPicPr>
            <p:nvPr userDrawn="1"/>
          </p:nvPicPr>
          <p:blipFill>
            <a:blip r:embed="rId3"/>
            <a:srcRect/>
            <a:stretch>
              <a:fillRect/>
            </a:stretch>
          </p:blipFill>
          <p:spPr bwMode="auto">
            <a:xfrm>
              <a:off x="0" y="1372650"/>
              <a:ext cx="9144000" cy="267891"/>
            </a:xfrm>
            <a:prstGeom prst="rect">
              <a:avLst/>
            </a:prstGeom>
            <a:noFill/>
            <a:ln w="9525">
              <a:noFill/>
              <a:miter lim="800000"/>
              <a:headEnd/>
              <a:tailEnd/>
            </a:ln>
          </p:spPr>
        </p:pic>
      </p:gr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7" name="Date Placeholder 3"/>
          <p:cNvSpPr>
            <a:spLocks noGrp="1"/>
          </p:cNvSpPr>
          <p:nvPr>
            <p:ph type="dt" sz="half" idx="10"/>
          </p:nvPr>
        </p:nvSpPr>
        <p:spPr/>
        <p:txBody>
          <a:bodyPr/>
          <a:lstStyle>
            <a:lvl1pPr>
              <a:defRPr/>
            </a:lvl1pPr>
          </a:lstStyle>
          <a:p>
            <a:pPr>
              <a:defRPr/>
            </a:pPr>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smtClean="0"/>
              <a:t>© 2017 Pearson Education, Inc., Hoboken, NJ. All rights reserved.    </a:t>
            </a: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9ED48F9B-91BA-5241-927F-DFD69C82FCF7}" type="slidenum">
              <a:rPr lang="en-US"/>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reserve="1">
  <p:cSld name="Title Slide with Picture">
    <p:bg>
      <p:bgRef idx="1002">
        <a:schemeClr val="bg2"/>
      </p:bgRef>
    </p:bg>
    <p:spTree>
      <p:nvGrpSpPr>
        <p:cNvPr id="1" name=""/>
        <p:cNvGrpSpPr/>
        <p:nvPr/>
      </p:nvGrpSpPr>
      <p:grpSpPr>
        <a:xfrm>
          <a:off x="0" y="0"/>
          <a:ext cx="0" cy="0"/>
          <a:chOff x="0" y="0"/>
          <a:chExt cx="0" cy="0"/>
        </a:xfrm>
      </p:grpSpPr>
      <p:grpSp>
        <p:nvGrpSpPr>
          <p:cNvPr id="4" name="Group 15"/>
          <p:cNvGrpSpPr>
            <a:grpSpLocks/>
          </p:cNvGrpSpPr>
          <p:nvPr/>
        </p:nvGrpSpPr>
        <p:grpSpPr bwMode="auto">
          <a:xfrm>
            <a:off x="0" y="0"/>
            <a:ext cx="1581150" cy="6858000"/>
            <a:chOff x="134471" y="0"/>
            <a:chExt cx="1581220" cy="6858000"/>
          </a:xfrm>
        </p:grpSpPr>
        <p:pic>
          <p:nvPicPr>
            <p:cNvPr id="6" name="Picture 7" descr="Overlay-Blank.jpg"/>
            <p:cNvPicPr>
              <a:picLocks noChangeAspect="1"/>
            </p:cNvPicPr>
            <p:nvPr userDrawn="1"/>
          </p:nvPicPr>
          <p:blipFill>
            <a:blip r:embed="rId2"/>
            <a:srcRect l="1471" r="83676"/>
            <a:stretch>
              <a:fillRect/>
            </a:stretch>
          </p:blipFill>
          <p:spPr bwMode="auto">
            <a:xfrm>
              <a:off x="134471" y="0"/>
              <a:ext cx="1358153" cy="6858000"/>
            </a:xfrm>
            <a:prstGeom prst="rect">
              <a:avLst/>
            </a:prstGeom>
            <a:noFill/>
            <a:ln w="9525">
              <a:noFill/>
              <a:miter lim="800000"/>
              <a:headEnd/>
              <a:tailEnd/>
            </a:ln>
          </p:spPr>
        </p:pic>
        <p:pic>
          <p:nvPicPr>
            <p:cNvPr id="7" name="Picture 8" descr="Overlay-VerticalBridge.jpg"/>
            <p:cNvPicPr>
              <a:picLocks noChangeAspect="1"/>
            </p:cNvPicPr>
            <p:nvPr userDrawn="1"/>
          </p:nvPicPr>
          <p:blipFill>
            <a:blip r:embed="rId3"/>
            <a:srcRect/>
            <a:stretch>
              <a:fillRect/>
            </a:stretch>
          </p:blipFill>
          <p:spPr bwMode="auto">
            <a:xfrm>
              <a:off x="1447800" y="0"/>
              <a:ext cx="267891" cy="6858000"/>
            </a:xfrm>
            <a:prstGeom prst="rect">
              <a:avLst/>
            </a:prstGeom>
            <a:noFill/>
            <a:ln w="9525">
              <a:noFill/>
              <a:miter lim="800000"/>
              <a:headEnd/>
              <a:tailEnd/>
            </a:ln>
          </p:spPr>
        </p:pic>
      </p:grpSp>
      <p:grpSp>
        <p:nvGrpSpPr>
          <p:cNvPr id="5" name="Group 16"/>
          <p:cNvGrpSpPr>
            <a:grpSpLocks/>
          </p:cNvGrpSpPr>
          <p:nvPr/>
        </p:nvGrpSpPr>
        <p:grpSpPr bwMode="auto">
          <a:xfrm>
            <a:off x="7546975" y="0"/>
            <a:ext cx="1597025" cy="6858000"/>
            <a:chOff x="7413812" y="0"/>
            <a:chExt cx="1597734" cy="6858000"/>
          </a:xfrm>
        </p:grpSpPr>
        <p:pic>
          <p:nvPicPr>
            <p:cNvPr id="9" name="Picture 10" descr="Overlay-Blank.jpg"/>
            <p:cNvPicPr>
              <a:picLocks noChangeAspect="1"/>
            </p:cNvPicPr>
            <p:nvPr userDrawn="1"/>
          </p:nvPicPr>
          <p:blipFill>
            <a:blip r:embed="rId2"/>
            <a:srcRect r="85126"/>
            <a:stretch>
              <a:fillRect/>
            </a:stretch>
          </p:blipFill>
          <p:spPr bwMode="auto">
            <a:xfrm>
              <a:off x="7651376" y="0"/>
              <a:ext cx="1360170" cy="6858000"/>
            </a:xfrm>
            <a:prstGeom prst="rect">
              <a:avLst/>
            </a:prstGeom>
            <a:noFill/>
            <a:ln w="9525">
              <a:noFill/>
              <a:miter lim="800000"/>
              <a:headEnd/>
              <a:tailEnd/>
            </a:ln>
          </p:spPr>
        </p:pic>
        <p:pic>
          <p:nvPicPr>
            <p:cNvPr id="10" name="Picture 11" descr="Overlay-VerticalBridge.jpg"/>
            <p:cNvPicPr>
              <a:picLocks noChangeAspect="1"/>
            </p:cNvPicPr>
            <p:nvPr userDrawn="1"/>
          </p:nvPicPr>
          <p:blipFill>
            <a:blip r:embed="rId3"/>
            <a:srcRect/>
            <a:stretch>
              <a:fillRect/>
            </a:stretch>
          </p:blipFill>
          <p:spPr bwMode="auto">
            <a:xfrm flipH="1">
              <a:off x="7413812" y="0"/>
              <a:ext cx="267891" cy="6858000"/>
            </a:xfrm>
            <a:prstGeom prst="rect">
              <a:avLst/>
            </a:prstGeom>
            <a:noFill/>
            <a:ln w="9525">
              <a:noFill/>
              <a:miter lim="800000"/>
              <a:headEnd/>
              <a:tailEnd/>
            </a:ln>
          </p:spPr>
        </p:pic>
      </p:grpSp>
      <p:pic>
        <p:nvPicPr>
          <p:cNvPr id="11" name="Picture 12" descr="HR-Color.png"/>
          <p:cNvPicPr>
            <a:picLocks noChangeAspect="1"/>
          </p:cNvPicPr>
          <p:nvPr/>
        </p:nvPicPr>
        <p:blipFill>
          <a:blip r:embed="rId4"/>
          <a:srcRect/>
          <a:stretch>
            <a:fillRect/>
          </a:stretch>
        </p:blipFill>
        <p:spPr bwMode="auto">
          <a:xfrm>
            <a:off x="1554163" y="4841875"/>
            <a:ext cx="6035675" cy="339725"/>
          </a:xfrm>
          <a:prstGeom prst="rect">
            <a:avLst/>
          </a:prstGeom>
          <a:noFill/>
          <a:ln w="9525">
            <a:noFill/>
            <a:miter lim="800000"/>
            <a:headEnd/>
            <a:tailEnd/>
          </a:ln>
        </p:spPr>
      </p:pic>
      <p:sp>
        <p:nvSpPr>
          <p:cNvPr id="2" name="Title 1"/>
          <p:cNvSpPr>
            <a:spLocks noGrp="1"/>
          </p:cNvSpPr>
          <p:nvPr>
            <p:ph type="ctrTitle"/>
          </p:nvPr>
        </p:nvSpPr>
        <p:spPr>
          <a:xfrm>
            <a:off x="1854200" y="3693645"/>
            <a:ext cx="5446713" cy="1470025"/>
          </a:xfrm>
        </p:spPr>
        <p:txBody>
          <a:bodyPr anchor="b"/>
          <a:lstStyle>
            <a:lvl1pPr>
              <a:lnSpc>
                <a:spcPts val="6800"/>
              </a:lnSpc>
              <a:defRPr sz="6500">
                <a:latin typeface="+mj-lt"/>
              </a:defRPr>
            </a:lvl1pPr>
          </a:lstStyle>
          <a:p>
            <a:r>
              <a:rPr lang="en-US" smtClean="0"/>
              <a:t>Click to edit Master title style</a:t>
            </a:r>
            <a:endParaRPr/>
          </a:p>
        </p:txBody>
      </p:sp>
      <p:sp>
        <p:nvSpPr>
          <p:cNvPr id="3" name="Subtitle 2"/>
          <p:cNvSpPr>
            <a:spLocks noGrp="1"/>
          </p:cNvSpPr>
          <p:nvPr>
            <p:ph type="subTitle" idx="1"/>
          </p:nvPr>
        </p:nvSpPr>
        <p:spPr>
          <a:xfrm>
            <a:off x="1854200" y="5204011"/>
            <a:ext cx="5446713" cy="851647"/>
          </a:xfrm>
        </p:spPr>
        <p:txBody>
          <a:bodyPr>
            <a:normAutofit/>
          </a:bodyPr>
          <a:lstStyle>
            <a:lvl1pPr marL="0" indent="0" algn="ctr">
              <a:spcBef>
                <a:spcPts val="300"/>
              </a:spcBef>
              <a:buNone/>
              <a:defRPr sz="18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14" name="Picture Placeholder 13"/>
          <p:cNvSpPr>
            <a:spLocks noGrp="1"/>
          </p:cNvSpPr>
          <p:nvPr>
            <p:ph type="pic" sz="quarter" idx="12"/>
          </p:nvPr>
        </p:nvSpPr>
        <p:spPr>
          <a:xfrm>
            <a:off x="3307977" y="950260"/>
            <a:ext cx="2528046" cy="2528046"/>
          </a:xfrm>
          <a:prstGeom prst="ellipse">
            <a:avLst/>
          </a:prstGeom>
          <a:solidFill>
            <a:schemeClr val="bg1">
              <a:lumMod val="85000"/>
            </a:schemeClr>
          </a:solidFill>
          <a:ln w="101600">
            <a:noFill/>
            <a:miter lim="800000"/>
          </a:ln>
          <a:effectLst>
            <a:innerShdw blurRad="762000">
              <a:schemeClr val="accent1">
                <a:alpha val="80000"/>
              </a:schemeClr>
            </a:innerShdw>
            <a:softEdge rad="317500"/>
          </a:effectLst>
        </p:spPr>
        <p:txBody>
          <a:bodyPr rtlCol="0">
            <a:normAutofit/>
          </a:bodyPr>
          <a:lstStyle>
            <a:lvl1pPr marL="0" indent="0" algn="ctr" defTabSz="914400" rtl="0" eaLnBrk="1" latinLnBrk="0" hangingPunct="1">
              <a:spcBef>
                <a:spcPts val="2400"/>
              </a:spcBef>
              <a:buClr>
                <a:schemeClr val="accent1">
                  <a:lumMod val="60000"/>
                  <a:lumOff val="40000"/>
                </a:schemeClr>
              </a:buClr>
              <a:buFont typeface="Candara" pitchFamily="34" charset="0"/>
              <a:buNone/>
              <a:defRPr sz="2400" kern="1200">
                <a:solidFill>
                  <a:schemeClr val="tx2"/>
                </a:solidFill>
                <a:latin typeface="+mn-lt"/>
                <a:ea typeface="+mn-ea"/>
                <a:cs typeface="+mn-cs"/>
              </a:defRPr>
            </a:lvl1pPr>
          </a:lstStyle>
          <a:p>
            <a:pPr lvl="0"/>
            <a:r>
              <a:rPr lang="en-US" noProof="0" dirty="0" smtClean="0"/>
              <a:t>Click icon to add picture</a:t>
            </a:r>
            <a:endParaRPr noProof="0" dirty="0"/>
          </a:p>
        </p:txBody>
      </p:sp>
      <p:sp>
        <p:nvSpPr>
          <p:cNvPr id="12" name="Date Placeholder 3"/>
          <p:cNvSpPr>
            <a:spLocks noGrp="1"/>
          </p:cNvSpPr>
          <p:nvPr>
            <p:ph type="dt" sz="half" idx="13"/>
          </p:nvPr>
        </p:nvSpPr>
        <p:spPr>
          <a:xfrm>
            <a:off x="5257800" y="6356350"/>
            <a:ext cx="2133600" cy="365125"/>
          </a:xfrm>
        </p:spPr>
        <p:txBody>
          <a:bodyPr/>
          <a:lstStyle>
            <a:lvl1pPr>
              <a:defRPr dirty="0">
                <a:solidFill>
                  <a:schemeClr val="tx2"/>
                </a:solidFill>
              </a:defRPr>
            </a:lvl1pPr>
          </a:lstStyle>
          <a:p>
            <a:pPr>
              <a:defRPr/>
            </a:pPr>
            <a:endParaRPr lang="en-US" dirty="0"/>
          </a:p>
        </p:txBody>
      </p:sp>
      <p:sp>
        <p:nvSpPr>
          <p:cNvPr id="13" name="Footer Placeholder 4"/>
          <p:cNvSpPr>
            <a:spLocks noGrp="1"/>
          </p:cNvSpPr>
          <p:nvPr>
            <p:ph type="ftr" sz="quarter" idx="14"/>
          </p:nvPr>
        </p:nvSpPr>
        <p:spPr>
          <a:xfrm>
            <a:off x="1752600" y="6356350"/>
            <a:ext cx="2895600" cy="365125"/>
          </a:xfrm>
        </p:spPr>
        <p:txBody>
          <a:bodyPr/>
          <a:lstStyle>
            <a:lvl1pPr>
              <a:defRPr dirty="0">
                <a:solidFill>
                  <a:schemeClr val="tx2"/>
                </a:solidFill>
              </a:defRPr>
            </a:lvl1pPr>
          </a:lstStyle>
          <a:p>
            <a:pPr>
              <a:defRPr/>
            </a:pPr>
            <a:r>
              <a:rPr lang="en-US" smtClean="0"/>
              <a:t>© 2017 Pearson Education, Inc., Hoboken, NJ. All rights reserved.    </a:t>
            </a:r>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secHead" preserve="1">
  <p:cSld name="Section Header">
    <p:bg>
      <p:bgRef idx="1003">
        <a:schemeClr val="bg2"/>
      </p:bgRef>
    </p:bg>
    <p:spTree>
      <p:nvGrpSpPr>
        <p:cNvPr id="1" name=""/>
        <p:cNvGrpSpPr/>
        <p:nvPr/>
      </p:nvGrpSpPr>
      <p:grpSpPr>
        <a:xfrm>
          <a:off x="0" y="0"/>
          <a:ext cx="0" cy="0"/>
          <a:chOff x="0" y="0"/>
          <a:chExt cx="0" cy="0"/>
        </a:xfrm>
      </p:grpSpPr>
      <p:grpSp>
        <p:nvGrpSpPr>
          <p:cNvPr id="4" name="Group 9"/>
          <p:cNvGrpSpPr>
            <a:grpSpLocks/>
          </p:cNvGrpSpPr>
          <p:nvPr/>
        </p:nvGrpSpPr>
        <p:grpSpPr bwMode="auto">
          <a:xfrm>
            <a:off x="0" y="0"/>
            <a:ext cx="9144000" cy="1190625"/>
            <a:chOff x="0" y="0"/>
            <a:chExt cx="9144000" cy="1191256"/>
          </a:xfrm>
        </p:grpSpPr>
        <p:pic>
          <p:nvPicPr>
            <p:cNvPr id="5" name="Picture 7" descr="Overlay-Blank.jpg"/>
            <p:cNvPicPr>
              <a:picLocks noChangeAspect="1"/>
            </p:cNvPicPr>
            <p:nvPr userDrawn="1"/>
          </p:nvPicPr>
          <p:blipFill>
            <a:blip r:embed="rId2"/>
            <a:srcRect b="85555"/>
            <a:stretch>
              <a:fillRect/>
            </a:stretch>
          </p:blipFill>
          <p:spPr bwMode="auto">
            <a:xfrm>
              <a:off x="0" y="0"/>
              <a:ext cx="9144000" cy="990600"/>
            </a:xfrm>
            <a:prstGeom prst="rect">
              <a:avLst/>
            </a:prstGeom>
            <a:noFill/>
            <a:ln w="9525">
              <a:noFill/>
              <a:miter lim="800000"/>
              <a:headEnd/>
              <a:tailEnd/>
            </a:ln>
          </p:spPr>
        </p:pic>
        <p:pic>
          <p:nvPicPr>
            <p:cNvPr id="6" name="Picture 8" descr="Overlay-HorizontalBridge.jpg"/>
            <p:cNvPicPr>
              <a:picLocks noChangeAspect="1"/>
            </p:cNvPicPr>
            <p:nvPr userDrawn="1"/>
          </p:nvPicPr>
          <p:blipFill>
            <a:blip r:embed="rId3"/>
            <a:srcRect/>
            <a:stretch>
              <a:fillRect/>
            </a:stretch>
          </p:blipFill>
          <p:spPr bwMode="auto">
            <a:xfrm flipV="1">
              <a:off x="0" y="923365"/>
              <a:ext cx="9144000" cy="267891"/>
            </a:xfrm>
            <a:prstGeom prst="rect">
              <a:avLst/>
            </a:prstGeom>
            <a:noFill/>
            <a:ln w="9525">
              <a:noFill/>
              <a:miter lim="800000"/>
              <a:headEnd/>
              <a:tailEnd/>
            </a:ln>
          </p:spPr>
        </p:pic>
      </p:grpSp>
      <p:grpSp>
        <p:nvGrpSpPr>
          <p:cNvPr id="7" name="Group 10"/>
          <p:cNvGrpSpPr>
            <a:grpSpLocks/>
          </p:cNvGrpSpPr>
          <p:nvPr/>
        </p:nvGrpSpPr>
        <p:grpSpPr bwMode="auto">
          <a:xfrm flipV="1">
            <a:off x="0" y="5667375"/>
            <a:ext cx="9144000" cy="1190625"/>
            <a:chOff x="0" y="0"/>
            <a:chExt cx="9144000" cy="1191256"/>
          </a:xfrm>
        </p:grpSpPr>
        <p:pic>
          <p:nvPicPr>
            <p:cNvPr id="8" name="Picture 10" descr="Overlay-Blank.jpg"/>
            <p:cNvPicPr>
              <a:picLocks noChangeAspect="1"/>
            </p:cNvPicPr>
            <p:nvPr userDrawn="1"/>
          </p:nvPicPr>
          <p:blipFill>
            <a:blip r:embed="rId2"/>
            <a:srcRect b="85555"/>
            <a:stretch>
              <a:fillRect/>
            </a:stretch>
          </p:blipFill>
          <p:spPr bwMode="auto">
            <a:xfrm>
              <a:off x="0" y="0"/>
              <a:ext cx="9144000" cy="990600"/>
            </a:xfrm>
            <a:prstGeom prst="rect">
              <a:avLst/>
            </a:prstGeom>
            <a:noFill/>
            <a:ln w="9525">
              <a:noFill/>
              <a:miter lim="800000"/>
              <a:headEnd/>
              <a:tailEnd/>
            </a:ln>
          </p:spPr>
        </p:pic>
        <p:pic>
          <p:nvPicPr>
            <p:cNvPr id="9" name="Picture 11" descr="Overlay-HorizontalBridge.jpg"/>
            <p:cNvPicPr>
              <a:picLocks noChangeAspect="1"/>
            </p:cNvPicPr>
            <p:nvPr userDrawn="1"/>
          </p:nvPicPr>
          <p:blipFill>
            <a:blip r:embed="rId3"/>
            <a:srcRect/>
            <a:stretch>
              <a:fillRect/>
            </a:stretch>
          </p:blipFill>
          <p:spPr bwMode="auto">
            <a:xfrm flipV="1">
              <a:off x="0" y="923365"/>
              <a:ext cx="9144000" cy="267891"/>
            </a:xfrm>
            <a:prstGeom prst="rect">
              <a:avLst/>
            </a:prstGeom>
            <a:noFill/>
            <a:ln w="9525">
              <a:noFill/>
              <a:miter lim="800000"/>
              <a:headEnd/>
              <a:tailEnd/>
            </a:ln>
          </p:spPr>
        </p:pic>
      </p:grpSp>
      <p:pic>
        <p:nvPicPr>
          <p:cNvPr id="10" name="Picture 12" descr="HR-Color.png"/>
          <p:cNvPicPr>
            <a:picLocks noChangeAspect="1"/>
          </p:cNvPicPr>
          <p:nvPr/>
        </p:nvPicPr>
        <p:blipFill>
          <a:blip r:embed="rId4"/>
          <a:srcRect/>
          <a:stretch>
            <a:fillRect/>
          </a:stretch>
        </p:blipFill>
        <p:spPr bwMode="auto">
          <a:xfrm>
            <a:off x="1554163" y="3259138"/>
            <a:ext cx="6035675" cy="339725"/>
          </a:xfrm>
          <a:prstGeom prst="rect">
            <a:avLst/>
          </a:prstGeom>
          <a:noFill/>
          <a:ln w="9525">
            <a:noFill/>
            <a:miter lim="800000"/>
            <a:headEnd/>
            <a:tailEnd/>
          </a:ln>
        </p:spPr>
      </p:pic>
      <p:sp>
        <p:nvSpPr>
          <p:cNvPr id="2" name="Title 1"/>
          <p:cNvSpPr>
            <a:spLocks noGrp="1"/>
          </p:cNvSpPr>
          <p:nvPr>
            <p:ph type="title"/>
          </p:nvPr>
        </p:nvSpPr>
        <p:spPr>
          <a:xfrm>
            <a:off x="1854200" y="1851212"/>
            <a:ext cx="5446714" cy="1730375"/>
          </a:xfrm>
        </p:spPr>
        <p:txBody>
          <a:bodyPr anchor="b"/>
          <a:lstStyle>
            <a:lvl1pPr algn="ctr">
              <a:lnSpc>
                <a:spcPts val="6800"/>
              </a:lnSpc>
              <a:defRPr sz="6500" b="0" cap="none" baseline="0">
                <a:latin typeface="+mj-lt"/>
              </a:defRPr>
            </a:lvl1pPr>
          </a:lstStyle>
          <a:p>
            <a:r>
              <a:rPr lang="en-US" smtClean="0"/>
              <a:t>Click to edit Master title style</a:t>
            </a:r>
            <a:endParaRPr/>
          </a:p>
        </p:txBody>
      </p:sp>
      <p:sp>
        <p:nvSpPr>
          <p:cNvPr id="3" name="Text Placeholder 2"/>
          <p:cNvSpPr>
            <a:spLocks noGrp="1"/>
          </p:cNvSpPr>
          <p:nvPr>
            <p:ph type="body" idx="1"/>
          </p:nvPr>
        </p:nvSpPr>
        <p:spPr>
          <a:xfrm>
            <a:off x="1854200" y="3576918"/>
            <a:ext cx="5446714" cy="829982"/>
          </a:xfrm>
        </p:spPr>
        <p:txBody>
          <a:bodyPr>
            <a:normAutofit/>
          </a:bodyPr>
          <a:lstStyle>
            <a:lvl1pPr marL="0" indent="0" algn="ctr">
              <a:spcBef>
                <a:spcPts val="300"/>
              </a:spcBef>
              <a:buNone/>
              <a:defRPr sz="18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11" name="Date Placeholder 3"/>
          <p:cNvSpPr>
            <a:spLocks noGrp="1"/>
          </p:cNvSpPr>
          <p:nvPr>
            <p:ph type="dt" sz="half" idx="10"/>
          </p:nvPr>
        </p:nvSpPr>
        <p:spPr/>
        <p:txBody>
          <a:bodyPr/>
          <a:lstStyle>
            <a:lvl1pPr>
              <a:defRPr smtClean="0"/>
            </a:lvl1pPr>
          </a:lstStyle>
          <a:p>
            <a:pPr>
              <a:defRPr/>
            </a:pPr>
            <a:endParaRPr lang="en-US" dirty="0"/>
          </a:p>
        </p:txBody>
      </p:sp>
      <p:sp>
        <p:nvSpPr>
          <p:cNvPr id="12" name="Footer Placeholder 4"/>
          <p:cNvSpPr>
            <a:spLocks noGrp="1"/>
          </p:cNvSpPr>
          <p:nvPr>
            <p:ph type="ftr" sz="quarter" idx="11"/>
          </p:nvPr>
        </p:nvSpPr>
        <p:spPr/>
        <p:txBody>
          <a:bodyPr/>
          <a:lstStyle>
            <a:lvl1pPr>
              <a:defRPr/>
            </a:lvl1pPr>
          </a:lstStyle>
          <a:p>
            <a:pPr>
              <a:defRPr/>
            </a:pPr>
            <a:r>
              <a:rPr lang="en-US" smtClean="0"/>
              <a:t>© 2017 Pearson Education, Inc., Hoboken, NJ. All rights reserved.    </a:t>
            </a:r>
            <a:endParaRPr lang="en-US" dirty="0"/>
          </a:p>
        </p:txBody>
      </p:sp>
      <p:sp>
        <p:nvSpPr>
          <p:cNvPr id="13" name="Slide Number Placeholder 5"/>
          <p:cNvSpPr>
            <a:spLocks noGrp="1"/>
          </p:cNvSpPr>
          <p:nvPr>
            <p:ph type="sldNum" sz="quarter" idx="12"/>
          </p:nvPr>
        </p:nvSpPr>
        <p:spPr/>
        <p:txBody>
          <a:bodyPr/>
          <a:lstStyle>
            <a:lvl1pPr>
              <a:defRPr/>
            </a:lvl1pPr>
          </a:lstStyle>
          <a:p>
            <a:pPr>
              <a:defRPr/>
            </a:pPr>
            <a:fld id="{EC3F0E40-9566-FF47-84D5-E4C9DFD1FA8E}" type="slidenum">
              <a:rPr lang="en-US"/>
              <a:pPr>
                <a:defRPr/>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Obj" preserve="1">
  <p:cSld name="Two Content">
    <p:spTree>
      <p:nvGrpSpPr>
        <p:cNvPr id="1" name=""/>
        <p:cNvGrpSpPr/>
        <p:nvPr/>
      </p:nvGrpSpPr>
      <p:grpSpPr>
        <a:xfrm>
          <a:off x="0" y="0"/>
          <a:ext cx="0" cy="0"/>
          <a:chOff x="0" y="0"/>
          <a:chExt cx="0" cy="0"/>
        </a:xfrm>
      </p:grpSpPr>
      <p:grpSp>
        <p:nvGrpSpPr>
          <p:cNvPr id="5" name="Group 6"/>
          <p:cNvGrpSpPr>
            <a:grpSpLocks/>
          </p:cNvGrpSpPr>
          <p:nvPr/>
        </p:nvGrpSpPr>
        <p:grpSpPr bwMode="auto">
          <a:xfrm>
            <a:off x="0" y="1373188"/>
            <a:ext cx="9144000" cy="5484812"/>
            <a:chOff x="0" y="1372650"/>
            <a:chExt cx="9144000" cy="5485350"/>
          </a:xfrm>
        </p:grpSpPr>
        <p:pic>
          <p:nvPicPr>
            <p:cNvPr id="6" name="Picture 7" descr="Overlay-Blank.jpg"/>
            <p:cNvPicPr>
              <a:picLocks noChangeAspect="1"/>
            </p:cNvPicPr>
            <p:nvPr userDrawn="1"/>
          </p:nvPicPr>
          <p:blipFill>
            <a:blip r:embed="rId2"/>
            <a:srcRect t="23334"/>
            <a:stretch>
              <a:fillRect/>
            </a:stretch>
          </p:blipFill>
          <p:spPr bwMode="auto">
            <a:xfrm>
              <a:off x="0" y="1600200"/>
              <a:ext cx="9144000" cy="5257800"/>
            </a:xfrm>
            <a:prstGeom prst="rect">
              <a:avLst/>
            </a:prstGeom>
            <a:noFill/>
            <a:ln w="9525">
              <a:noFill/>
              <a:miter lim="800000"/>
              <a:headEnd/>
              <a:tailEnd/>
            </a:ln>
          </p:spPr>
        </p:pic>
        <p:pic>
          <p:nvPicPr>
            <p:cNvPr id="7" name="Picture 8" descr="Overlay-HorizontalBridge.jpg"/>
            <p:cNvPicPr>
              <a:picLocks noChangeAspect="1"/>
            </p:cNvPicPr>
            <p:nvPr userDrawn="1"/>
          </p:nvPicPr>
          <p:blipFill>
            <a:blip r:embed="rId3"/>
            <a:srcRect/>
            <a:stretch>
              <a:fillRect/>
            </a:stretch>
          </p:blipFill>
          <p:spPr bwMode="auto">
            <a:xfrm>
              <a:off x="0" y="1372650"/>
              <a:ext cx="9144000" cy="267891"/>
            </a:xfrm>
            <a:prstGeom prst="rect">
              <a:avLst/>
            </a:prstGeom>
            <a:noFill/>
            <a:ln w="9525">
              <a:noFill/>
              <a:miter lim="800000"/>
              <a:headEnd/>
              <a:tailEnd/>
            </a:ln>
          </p:spPr>
        </p:pic>
      </p:gr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792162" y="1774825"/>
            <a:ext cx="3566160" cy="4303713"/>
          </a:xfrm>
        </p:spPr>
        <p:txBody>
          <a:bodyPr>
            <a:normAutofit/>
          </a:bodyPr>
          <a:lstStyle>
            <a:lvl1pPr>
              <a:defRPr sz="24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Content Placeholder 3"/>
          <p:cNvSpPr>
            <a:spLocks noGrp="1"/>
          </p:cNvSpPr>
          <p:nvPr>
            <p:ph sz="half" idx="2"/>
          </p:nvPr>
        </p:nvSpPr>
        <p:spPr>
          <a:xfrm>
            <a:off x="4766534" y="1774825"/>
            <a:ext cx="3566160" cy="4303713"/>
          </a:xfrm>
        </p:spPr>
        <p:txBody>
          <a:bodyPr>
            <a:normAutofit/>
          </a:bodyPr>
          <a:lstStyle>
            <a:lvl1pPr>
              <a:defRPr sz="24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8" name="Date Placeholder 4"/>
          <p:cNvSpPr>
            <a:spLocks noGrp="1"/>
          </p:cNvSpPr>
          <p:nvPr>
            <p:ph type="dt" sz="half" idx="10"/>
          </p:nvPr>
        </p:nvSpPr>
        <p:spPr/>
        <p:txBody>
          <a:bodyPr/>
          <a:lstStyle>
            <a:lvl1pPr>
              <a:defRPr/>
            </a:lvl1pPr>
          </a:lstStyle>
          <a:p>
            <a:pPr>
              <a:defRPr/>
            </a:pPr>
            <a:endParaRPr lang="en-US" dirty="0"/>
          </a:p>
        </p:txBody>
      </p:sp>
      <p:sp>
        <p:nvSpPr>
          <p:cNvPr id="9" name="Footer Placeholder 5"/>
          <p:cNvSpPr>
            <a:spLocks noGrp="1"/>
          </p:cNvSpPr>
          <p:nvPr>
            <p:ph type="ftr" sz="quarter" idx="11"/>
          </p:nvPr>
        </p:nvSpPr>
        <p:spPr/>
        <p:txBody>
          <a:bodyPr/>
          <a:lstStyle>
            <a:lvl1pPr>
              <a:defRPr/>
            </a:lvl1pPr>
          </a:lstStyle>
          <a:p>
            <a:pPr>
              <a:defRPr/>
            </a:pPr>
            <a:r>
              <a:rPr lang="en-US" smtClean="0"/>
              <a:t>© 2017 Pearson Education, Inc., Hoboken, NJ. All rights reserved.    </a:t>
            </a:r>
            <a:endParaRPr lang="en-US" dirty="0"/>
          </a:p>
        </p:txBody>
      </p:sp>
      <p:sp>
        <p:nvSpPr>
          <p:cNvPr id="10" name="Slide Number Placeholder 6"/>
          <p:cNvSpPr>
            <a:spLocks noGrp="1"/>
          </p:cNvSpPr>
          <p:nvPr>
            <p:ph type="sldNum" sz="quarter" idx="12"/>
          </p:nvPr>
        </p:nvSpPr>
        <p:spPr/>
        <p:txBody>
          <a:bodyPr/>
          <a:lstStyle>
            <a:lvl1pPr>
              <a:defRPr/>
            </a:lvl1pPr>
          </a:lstStyle>
          <a:p>
            <a:pPr>
              <a:defRPr/>
            </a:pPr>
            <a:fld id="{4FF0B399-20FE-C646-851D-65041BC80C79}" type="slidenum">
              <a:rPr lang="en-US"/>
              <a:pPr>
                <a:defRPr/>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TxTwoObj" preserve="1">
  <p:cSld name="Comparison">
    <p:spTree>
      <p:nvGrpSpPr>
        <p:cNvPr id="1" name=""/>
        <p:cNvGrpSpPr/>
        <p:nvPr/>
      </p:nvGrpSpPr>
      <p:grpSpPr>
        <a:xfrm>
          <a:off x="0" y="0"/>
          <a:ext cx="0" cy="0"/>
          <a:chOff x="0" y="0"/>
          <a:chExt cx="0" cy="0"/>
        </a:xfrm>
      </p:grpSpPr>
      <p:grpSp>
        <p:nvGrpSpPr>
          <p:cNvPr id="7" name="Group 6"/>
          <p:cNvGrpSpPr>
            <a:grpSpLocks/>
          </p:cNvGrpSpPr>
          <p:nvPr/>
        </p:nvGrpSpPr>
        <p:grpSpPr bwMode="auto">
          <a:xfrm>
            <a:off x="0" y="1373188"/>
            <a:ext cx="9144000" cy="5484812"/>
            <a:chOff x="0" y="1372650"/>
            <a:chExt cx="9144000" cy="5485350"/>
          </a:xfrm>
        </p:grpSpPr>
        <p:pic>
          <p:nvPicPr>
            <p:cNvPr id="8" name="Picture 7" descr="Overlay-Blank.jpg"/>
            <p:cNvPicPr>
              <a:picLocks noChangeAspect="1"/>
            </p:cNvPicPr>
            <p:nvPr userDrawn="1"/>
          </p:nvPicPr>
          <p:blipFill>
            <a:blip r:embed="rId2"/>
            <a:srcRect t="23334"/>
            <a:stretch>
              <a:fillRect/>
            </a:stretch>
          </p:blipFill>
          <p:spPr bwMode="auto">
            <a:xfrm>
              <a:off x="0" y="1600200"/>
              <a:ext cx="9144000" cy="5257800"/>
            </a:xfrm>
            <a:prstGeom prst="rect">
              <a:avLst/>
            </a:prstGeom>
            <a:noFill/>
            <a:ln w="9525">
              <a:noFill/>
              <a:miter lim="800000"/>
              <a:headEnd/>
              <a:tailEnd/>
            </a:ln>
          </p:spPr>
        </p:pic>
        <p:pic>
          <p:nvPicPr>
            <p:cNvPr id="9" name="Picture 8" descr="Overlay-HorizontalBridge.jpg"/>
            <p:cNvPicPr>
              <a:picLocks noChangeAspect="1"/>
            </p:cNvPicPr>
            <p:nvPr userDrawn="1"/>
          </p:nvPicPr>
          <p:blipFill>
            <a:blip r:embed="rId3"/>
            <a:srcRect/>
            <a:stretch>
              <a:fillRect/>
            </a:stretch>
          </p:blipFill>
          <p:spPr bwMode="auto">
            <a:xfrm>
              <a:off x="0" y="1372650"/>
              <a:ext cx="9144000" cy="267891"/>
            </a:xfrm>
            <a:prstGeom prst="rect">
              <a:avLst/>
            </a:prstGeom>
            <a:noFill/>
            <a:ln w="9525">
              <a:noFill/>
              <a:miter lim="800000"/>
              <a:headEnd/>
              <a:tailEnd/>
            </a:ln>
          </p:spPr>
        </p:pic>
      </p:grpSp>
      <p:pic>
        <p:nvPicPr>
          <p:cNvPr id="10" name="Picture 9" descr="Overlay-HorizontalBridge.jpg"/>
          <p:cNvPicPr>
            <a:picLocks noChangeAspect="1"/>
          </p:cNvPicPr>
          <p:nvPr/>
        </p:nvPicPr>
        <p:blipFill>
          <a:blip r:embed="rId3"/>
          <a:srcRect t="23425" r="61031" b="39764"/>
          <a:stretch>
            <a:fillRect/>
          </a:stretch>
        </p:blipFill>
        <p:spPr>
          <a:xfrm>
            <a:off x="4765675" y="2460625"/>
            <a:ext cx="3563938" cy="98425"/>
          </a:xfrm>
          <a:prstGeom prst="rect">
            <a:avLst/>
          </a:prstGeom>
          <a:solidFill>
            <a:schemeClr val="bg2">
              <a:lumMod val="40000"/>
              <a:lumOff val="60000"/>
            </a:schemeClr>
          </a:solidFill>
        </p:spPr>
      </p:pic>
      <p:pic>
        <p:nvPicPr>
          <p:cNvPr id="11" name="Picture 10" descr="Overlay-HorizontalBridge.jpg"/>
          <p:cNvPicPr>
            <a:picLocks noChangeAspect="1"/>
          </p:cNvPicPr>
          <p:nvPr/>
        </p:nvPicPr>
        <p:blipFill>
          <a:blip r:embed="rId3"/>
          <a:srcRect t="23425" r="61031" b="39764"/>
          <a:stretch>
            <a:fillRect/>
          </a:stretch>
        </p:blipFill>
        <p:spPr>
          <a:xfrm>
            <a:off x="779463" y="2460625"/>
            <a:ext cx="3563937" cy="98425"/>
          </a:xfrm>
          <a:prstGeom prst="rect">
            <a:avLst/>
          </a:prstGeom>
          <a:solidFill>
            <a:schemeClr val="bg2">
              <a:lumMod val="40000"/>
              <a:lumOff val="60000"/>
            </a:schemeClr>
          </a:solidFill>
        </p:spPr>
      </p:pic>
      <p:sp>
        <p:nvSpPr>
          <p:cNvPr id="2" name="Title 1"/>
          <p:cNvSpPr>
            <a:spLocks noGrp="1"/>
          </p:cNvSpPr>
          <p:nvPr>
            <p:ph type="title"/>
          </p:nvPr>
        </p:nvSpPr>
        <p:spPr/>
        <p:txBody>
          <a:bodyPr/>
          <a:lstStyle>
            <a:lvl1pPr>
              <a:defRPr/>
            </a:lvl1pPr>
          </a:lstStyle>
          <a:p>
            <a:r>
              <a:rPr lang="en-US" smtClean="0"/>
              <a:t>Click to edit Master title style</a:t>
            </a:r>
            <a:endParaRPr/>
          </a:p>
        </p:txBody>
      </p:sp>
      <p:sp>
        <p:nvSpPr>
          <p:cNvPr id="3" name="Text Placeholder 2"/>
          <p:cNvSpPr>
            <a:spLocks noGrp="1"/>
          </p:cNvSpPr>
          <p:nvPr>
            <p:ph type="body" idx="1"/>
          </p:nvPr>
        </p:nvSpPr>
        <p:spPr>
          <a:xfrm>
            <a:off x="777240" y="1879320"/>
            <a:ext cx="3566160" cy="639762"/>
          </a:xfrm>
        </p:spPr>
        <p:txBody>
          <a:bodyPr anchor="b">
            <a:noAutofit/>
          </a:bodyPr>
          <a:lstStyle>
            <a:lvl1pPr marL="0" indent="0" algn="ctr">
              <a:spcBef>
                <a:spcPts val="0"/>
              </a:spcBef>
              <a:buNone/>
              <a:defRPr sz="2800" b="0">
                <a:solidFill>
                  <a:schemeClr val="tx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777240" y="2590799"/>
            <a:ext cx="3566160" cy="3487739"/>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Text Placeholder 4"/>
          <p:cNvSpPr>
            <a:spLocks noGrp="1"/>
          </p:cNvSpPr>
          <p:nvPr>
            <p:ph type="body" sz="quarter" idx="3"/>
          </p:nvPr>
        </p:nvSpPr>
        <p:spPr>
          <a:xfrm>
            <a:off x="4766048" y="1879320"/>
            <a:ext cx="3566160" cy="639762"/>
          </a:xfrm>
        </p:spPr>
        <p:txBody>
          <a:bodyPr anchor="b">
            <a:noAutofit/>
          </a:bodyPr>
          <a:lstStyle>
            <a:lvl1pPr marL="0" indent="0" algn="ctr">
              <a:spcBef>
                <a:spcPts val="0"/>
              </a:spcBef>
              <a:buNone/>
              <a:defRPr sz="2800" b="0">
                <a:solidFill>
                  <a:schemeClr val="tx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766048" y="2590799"/>
            <a:ext cx="3566160" cy="3487739"/>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2" name="Date Placeholder 6"/>
          <p:cNvSpPr>
            <a:spLocks noGrp="1"/>
          </p:cNvSpPr>
          <p:nvPr>
            <p:ph type="dt" sz="half" idx="10"/>
          </p:nvPr>
        </p:nvSpPr>
        <p:spPr/>
        <p:txBody>
          <a:bodyPr/>
          <a:lstStyle>
            <a:lvl1pPr>
              <a:defRPr/>
            </a:lvl1pPr>
          </a:lstStyle>
          <a:p>
            <a:pPr>
              <a:defRPr/>
            </a:pPr>
            <a:endParaRPr lang="en-US" dirty="0"/>
          </a:p>
        </p:txBody>
      </p:sp>
      <p:sp>
        <p:nvSpPr>
          <p:cNvPr id="13" name="Footer Placeholder 7"/>
          <p:cNvSpPr>
            <a:spLocks noGrp="1"/>
          </p:cNvSpPr>
          <p:nvPr>
            <p:ph type="ftr" sz="quarter" idx="11"/>
          </p:nvPr>
        </p:nvSpPr>
        <p:spPr/>
        <p:txBody>
          <a:bodyPr/>
          <a:lstStyle>
            <a:lvl1pPr>
              <a:defRPr/>
            </a:lvl1pPr>
          </a:lstStyle>
          <a:p>
            <a:pPr>
              <a:defRPr/>
            </a:pPr>
            <a:r>
              <a:rPr lang="en-US" smtClean="0"/>
              <a:t>© 2017 Pearson Education, Inc., Hoboken, NJ. All rights reserved.    </a:t>
            </a:r>
            <a:endParaRPr lang="en-US" dirty="0"/>
          </a:p>
        </p:txBody>
      </p:sp>
      <p:sp>
        <p:nvSpPr>
          <p:cNvPr id="14" name="Slide Number Placeholder 8"/>
          <p:cNvSpPr>
            <a:spLocks noGrp="1"/>
          </p:cNvSpPr>
          <p:nvPr>
            <p:ph type="sldNum" sz="quarter" idx="12"/>
          </p:nvPr>
        </p:nvSpPr>
        <p:spPr/>
        <p:txBody>
          <a:bodyPr/>
          <a:lstStyle>
            <a:lvl1pPr>
              <a:defRPr/>
            </a:lvl1pPr>
          </a:lstStyle>
          <a:p>
            <a:pPr>
              <a:defRPr/>
            </a:pPr>
            <a:fld id="{3E06906F-F82C-C24B-ADFB-A876A59C3E1B}" type="slidenum">
              <a:rPr lang="en-US"/>
              <a:pPr>
                <a:defRPr/>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Only" preserve="1">
  <p:cSld name="Title Only">
    <p:spTree>
      <p:nvGrpSpPr>
        <p:cNvPr id="1" name=""/>
        <p:cNvGrpSpPr/>
        <p:nvPr/>
      </p:nvGrpSpPr>
      <p:grpSpPr>
        <a:xfrm>
          <a:off x="0" y="0"/>
          <a:ext cx="0" cy="0"/>
          <a:chOff x="0" y="0"/>
          <a:chExt cx="0" cy="0"/>
        </a:xfrm>
      </p:grpSpPr>
      <p:grpSp>
        <p:nvGrpSpPr>
          <p:cNvPr id="3" name="Group 6"/>
          <p:cNvGrpSpPr>
            <a:grpSpLocks/>
          </p:cNvGrpSpPr>
          <p:nvPr/>
        </p:nvGrpSpPr>
        <p:grpSpPr bwMode="auto">
          <a:xfrm>
            <a:off x="0" y="1373188"/>
            <a:ext cx="9144000" cy="5484812"/>
            <a:chOff x="0" y="1372650"/>
            <a:chExt cx="9144000" cy="5485350"/>
          </a:xfrm>
        </p:grpSpPr>
        <p:pic>
          <p:nvPicPr>
            <p:cNvPr id="4" name="Picture 7" descr="Overlay-Blank.jpg"/>
            <p:cNvPicPr>
              <a:picLocks noChangeAspect="1"/>
            </p:cNvPicPr>
            <p:nvPr userDrawn="1"/>
          </p:nvPicPr>
          <p:blipFill>
            <a:blip r:embed="rId2"/>
            <a:srcRect t="23334"/>
            <a:stretch>
              <a:fillRect/>
            </a:stretch>
          </p:blipFill>
          <p:spPr bwMode="auto">
            <a:xfrm>
              <a:off x="0" y="1600200"/>
              <a:ext cx="9144000" cy="5257800"/>
            </a:xfrm>
            <a:prstGeom prst="rect">
              <a:avLst/>
            </a:prstGeom>
            <a:noFill/>
            <a:ln w="9525">
              <a:noFill/>
              <a:miter lim="800000"/>
              <a:headEnd/>
              <a:tailEnd/>
            </a:ln>
          </p:spPr>
        </p:pic>
        <p:pic>
          <p:nvPicPr>
            <p:cNvPr id="5" name="Picture 8" descr="Overlay-HorizontalBridge.jpg"/>
            <p:cNvPicPr>
              <a:picLocks noChangeAspect="1"/>
            </p:cNvPicPr>
            <p:nvPr userDrawn="1"/>
          </p:nvPicPr>
          <p:blipFill>
            <a:blip r:embed="rId3"/>
            <a:srcRect/>
            <a:stretch>
              <a:fillRect/>
            </a:stretch>
          </p:blipFill>
          <p:spPr bwMode="auto">
            <a:xfrm>
              <a:off x="0" y="1372650"/>
              <a:ext cx="9144000" cy="267891"/>
            </a:xfrm>
            <a:prstGeom prst="rect">
              <a:avLst/>
            </a:prstGeom>
            <a:noFill/>
            <a:ln w="9525">
              <a:noFill/>
              <a:miter lim="800000"/>
              <a:headEnd/>
              <a:tailEnd/>
            </a:ln>
          </p:spPr>
        </p:pic>
      </p:grpSp>
      <p:sp>
        <p:nvSpPr>
          <p:cNvPr id="2" name="Title 1"/>
          <p:cNvSpPr>
            <a:spLocks noGrp="1"/>
          </p:cNvSpPr>
          <p:nvPr>
            <p:ph type="title"/>
          </p:nvPr>
        </p:nvSpPr>
        <p:spPr/>
        <p:txBody>
          <a:bodyPr/>
          <a:lstStyle/>
          <a:p>
            <a:r>
              <a:rPr lang="en-US" smtClean="0"/>
              <a:t>Click to edit Master title style</a:t>
            </a:r>
            <a:endParaRPr/>
          </a:p>
        </p:txBody>
      </p:sp>
      <p:sp>
        <p:nvSpPr>
          <p:cNvPr id="6" name="Date Placeholder 2"/>
          <p:cNvSpPr>
            <a:spLocks noGrp="1"/>
          </p:cNvSpPr>
          <p:nvPr>
            <p:ph type="dt" sz="half" idx="10"/>
          </p:nvPr>
        </p:nvSpPr>
        <p:spPr/>
        <p:txBody>
          <a:bodyPr/>
          <a:lstStyle>
            <a:lvl1pPr>
              <a:defRPr/>
            </a:lvl1pPr>
          </a:lstStyle>
          <a:p>
            <a:pPr>
              <a:defRPr/>
            </a:pPr>
            <a:endParaRPr lang="en-US" dirty="0"/>
          </a:p>
        </p:txBody>
      </p:sp>
      <p:sp>
        <p:nvSpPr>
          <p:cNvPr id="7" name="Footer Placeholder 3"/>
          <p:cNvSpPr>
            <a:spLocks noGrp="1"/>
          </p:cNvSpPr>
          <p:nvPr>
            <p:ph type="ftr" sz="quarter" idx="11"/>
          </p:nvPr>
        </p:nvSpPr>
        <p:spPr/>
        <p:txBody>
          <a:bodyPr/>
          <a:lstStyle>
            <a:lvl1pPr>
              <a:defRPr/>
            </a:lvl1pPr>
          </a:lstStyle>
          <a:p>
            <a:pPr>
              <a:defRPr/>
            </a:pPr>
            <a:r>
              <a:rPr lang="en-US" smtClean="0"/>
              <a:t>© 2017 Pearson Education, Inc., Hoboken, NJ. All rights reserved.    </a:t>
            </a:r>
            <a:endParaRPr lang="en-US" dirty="0"/>
          </a:p>
        </p:txBody>
      </p:sp>
      <p:sp>
        <p:nvSpPr>
          <p:cNvPr id="8" name="Slide Number Placeholder 4"/>
          <p:cNvSpPr>
            <a:spLocks noGrp="1"/>
          </p:cNvSpPr>
          <p:nvPr>
            <p:ph type="sldNum" sz="quarter" idx="12"/>
          </p:nvPr>
        </p:nvSpPr>
        <p:spPr/>
        <p:txBody>
          <a:bodyPr/>
          <a:lstStyle>
            <a:lvl1pPr>
              <a:defRPr/>
            </a:lvl1pPr>
          </a:lstStyle>
          <a:p>
            <a:pPr>
              <a:defRPr/>
            </a:pPr>
            <a:fld id="{2738C610-EA48-3F45-BACD-67F8C6BE9BE5}" type="slidenum">
              <a:rPr lang="en-US"/>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blank" preserve="1">
  <p:cSld name="Blank">
    <p:spTree>
      <p:nvGrpSpPr>
        <p:cNvPr id="1" name=""/>
        <p:cNvGrpSpPr/>
        <p:nvPr/>
      </p:nvGrpSpPr>
      <p:grpSpPr>
        <a:xfrm>
          <a:off x="0" y="0"/>
          <a:ext cx="0" cy="0"/>
          <a:chOff x="0" y="0"/>
          <a:chExt cx="0" cy="0"/>
        </a:xfrm>
      </p:grpSpPr>
      <p:pic>
        <p:nvPicPr>
          <p:cNvPr id="2" name="Picture 6" descr="Overlay-Blank.jpg"/>
          <p:cNvPicPr>
            <a:picLocks noChangeAspect="1"/>
          </p:cNvPicPr>
          <p:nvPr/>
        </p:nvPicPr>
        <p:blipFill>
          <a:blip r:embed="rId2"/>
          <a:srcRect/>
          <a:stretch>
            <a:fillRect/>
          </a:stretch>
        </p:blipFill>
        <p:spPr bwMode="auto">
          <a:xfrm>
            <a:off x="0" y="0"/>
            <a:ext cx="9144000" cy="6858000"/>
          </a:xfrm>
          <a:prstGeom prst="rect">
            <a:avLst/>
          </a:prstGeom>
          <a:noFill/>
          <a:ln w="9525">
            <a:noFill/>
            <a:miter lim="800000"/>
            <a:headEnd/>
            <a:tailEnd/>
          </a:ln>
        </p:spPr>
      </p:pic>
      <p:sp>
        <p:nvSpPr>
          <p:cNvPr id="3" name="Date Placeholder 1"/>
          <p:cNvSpPr>
            <a:spLocks noGrp="1"/>
          </p:cNvSpPr>
          <p:nvPr>
            <p:ph type="dt" sz="half" idx="10"/>
          </p:nvPr>
        </p:nvSpPr>
        <p:spPr/>
        <p:txBody>
          <a:bodyPr/>
          <a:lstStyle>
            <a:lvl1pPr>
              <a:defRPr/>
            </a:lvl1pPr>
          </a:lstStyle>
          <a:p>
            <a:pPr>
              <a:defRPr/>
            </a:pPr>
            <a:endParaRPr lang="en-US" dirty="0"/>
          </a:p>
        </p:txBody>
      </p:sp>
      <p:sp>
        <p:nvSpPr>
          <p:cNvPr id="4" name="Footer Placeholder 2"/>
          <p:cNvSpPr>
            <a:spLocks noGrp="1"/>
          </p:cNvSpPr>
          <p:nvPr>
            <p:ph type="ftr" sz="quarter" idx="11"/>
          </p:nvPr>
        </p:nvSpPr>
        <p:spPr/>
        <p:txBody>
          <a:bodyPr/>
          <a:lstStyle>
            <a:lvl1pPr>
              <a:defRPr/>
            </a:lvl1pPr>
          </a:lstStyle>
          <a:p>
            <a:pPr>
              <a:defRPr/>
            </a:pPr>
            <a:r>
              <a:rPr lang="en-US" smtClean="0"/>
              <a:t>© 2017 Pearson Education, Inc., Hoboken, NJ. All rights reserved.    </a:t>
            </a:r>
            <a:endParaRPr lang="en-US" dirty="0"/>
          </a:p>
        </p:txBody>
      </p:sp>
      <p:sp>
        <p:nvSpPr>
          <p:cNvPr id="5" name="Slide Number Placeholder 3"/>
          <p:cNvSpPr>
            <a:spLocks noGrp="1"/>
          </p:cNvSpPr>
          <p:nvPr>
            <p:ph type="sldNum" sz="quarter" idx="12"/>
          </p:nvPr>
        </p:nvSpPr>
        <p:spPr/>
        <p:txBody>
          <a:bodyPr/>
          <a:lstStyle>
            <a:lvl1pPr>
              <a:defRPr/>
            </a:lvl1pPr>
          </a:lstStyle>
          <a:p>
            <a:pPr>
              <a:defRPr/>
            </a:pPr>
            <a:fld id="{7A0671E9-418D-2440-8FFC-982A85567CAA}" type="slidenum">
              <a:rPr lang="en-US"/>
              <a:pPr>
                <a:defRPr/>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Tx" preserve="1">
  <p:cSld name="Content with Caption">
    <p:spTree>
      <p:nvGrpSpPr>
        <p:cNvPr id="1" name=""/>
        <p:cNvGrpSpPr/>
        <p:nvPr/>
      </p:nvGrpSpPr>
      <p:grpSpPr>
        <a:xfrm>
          <a:off x="0" y="0"/>
          <a:ext cx="0" cy="0"/>
          <a:chOff x="0" y="0"/>
          <a:chExt cx="0" cy="0"/>
        </a:xfrm>
      </p:grpSpPr>
      <p:grpSp>
        <p:nvGrpSpPr>
          <p:cNvPr id="5" name="Group 11"/>
          <p:cNvGrpSpPr>
            <a:grpSpLocks/>
          </p:cNvGrpSpPr>
          <p:nvPr/>
        </p:nvGrpSpPr>
        <p:grpSpPr bwMode="auto">
          <a:xfrm>
            <a:off x="4267200" y="0"/>
            <a:ext cx="4876800" cy="6858000"/>
            <a:chOff x="4267200" y="0"/>
            <a:chExt cx="4876800" cy="6858000"/>
          </a:xfrm>
        </p:grpSpPr>
        <p:pic>
          <p:nvPicPr>
            <p:cNvPr id="6" name="Picture 7" descr="Overlay-Blank.jpg"/>
            <p:cNvPicPr>
              <a:picLocks noChangeAspect="1"/>
            </p:cNvPicPr>
            <p:nvPr userDrawn="1"/>
          </p:nvPicPr>
          <p:blipFill>
            <a:blip r:embed="rId2"/>
            <a:srcRect l="4301" r="46875"/>
            <a:stretch>
              <a:fillRect/>
            </a:stretch>
          </p:blipFill>
          <p:spPr bwMode="auto">
            <a:xfrm>
              <a:off x="4495800" y="0"/>
              <a:ext cx="4648200" cy="6858000"/>
            </a:xfrm>
            <a:prstGeom prst="rect">
              <a:avLst/>
            </a:prstGeom>
            <a:noFill/>
            <a:ln w="9525">
              <a:noFill/>
              <a:miter lim="800000"/>
              <a:headEnd/>
              <a:tailEnd/>
            </a:ln>
          </p:spPr>
        </p:pic>
        <p:pic>
          <p:nvPicPr>
            <p:cNvPr id="7" name="Picture 8" descr="Overlay-VerticalBridge.jpg"/>
            <p:cNvPicPr>
              <a:picLocks noChangeAspect="1"/>
            </p:cNvPicPr>
            <p:nvPr userDrawn="1"/>
          </p:nvPicPr>
          <p:blipFill>
            <a:blip r:embed="rId3"/>
            <a:srcRect/>
            <a:stretch>
              <a:fillRect/>
            </a:stretch>
          </p:blipFill>
          <p:spPr bwMode="auto">
            <a:xfrm flipH="1">
              <a:off x="4267200" y="0"/>
              <a:ext cx="267891" cy="6858000"/>
            </a:xfrm>
            <a:prstGeom prst="rect">
              <a:avLst/>
            </a:prstGeom>
            <a:noFill/>
            <a:ln w="9525">
              <a:noFill/>
              <a:miter lim="800000"/>
              <a:headEnd/>
              <a:tailEnd/>
            </a:ln>
          </p:spPr>
        </p:pic>
      </p:grpSp>
      <p:sp>
        <p:nvSpPr>
          <p:cNvPr id="2" name="Title 1"/>
          <p:cNvSpPr>
            <a:spLocks noGrp="1"/>
          </p:cNvSpPr>
          <p:nvPr>
            <p:ph type="title"/>
          </p:nvPr>
        </p:nvSpPr>
        <p:spPr>
          <a:xfrm>
            <a:off x="381000" y="609600"/>
            <a:ext cx="3612776" cy="1537447"/>
          </a:xfrm>
        </p:spPr>
        <p:txBody>
          <a:bodyPr anchor="b"/>
          <a:lstStyle>
            <a:lvl1pPr algn="ctr">
              <a:lnSpc>
                <a:spcPct val="100000"/>
              </a:lnSpc>
              <a:defRPr sz="3600" b="0"/>
            </a:lvl1pPr>
          </a:lstStyle>
          <a:p>
            <a:r>
              <a:rPr lang="en-US" smtClean="0"/>
              <a:t>Click to edit Master title style</a:t>
            </a:r>
            <a:endParaRPr/>
          </a:p>
        </p:txBody>
      </p:sp>
      <p:sp>
        <p:nvSpPr>
          <p:cNvPr id="3" name="Content Placeholder 2"/>
          <p:cNvSpPr>
            <a:spLocks noGrp="1"/>
          </p:cNvSpPr>
          <p:nvPr>
            <p:ph idx="1"/>
          </p:nvPr>
        </p:nvSpPr>
        <p:spPr>
          <a:xfrm>
            <a:off x="4885859" y="381001"/>
            <a:ext cx="3813174" cy="5697537"/>
          </a:xfrm>
        </p:spPr>
        <p:txBody>
          <a:bodyPr>
            <a:normAutofit/>
          </a:bodyPr>
          <a:lstStyle>
            <a:lvl1pPr>
              <a:defRPr sz="2400" b="0"/>
            </a:lvl1pPr>
            <a:lvl2pPr>
              <a:defRPr sz="2200" b="0"/>
            </a:lvl2pPr>
            <a:lvl3pPr>
              <a:defRPr sz="2000" b="0"/>
            </a:lvl3pPr>
            <a:lvl4pPr>
              <a:defRPr sz="1800" b="0"/>
            </a:lvl4pPr>
            <a:lvl5pPr>
              <a:defRPr sz="1800" b="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Text Placeholder 3"/>
          <p:cNvSpPr>
            <a:spLocks noGrp="1"/>
          </p:cNvSpPr>
          <p:nvPr>
            <p:ph type="body" sz="half" idx="2"/>
          </p:nvPr>
        </p:nvSpPr>
        <p:spPr>
          <a:xfrm>
            <a:off x="381000" y="2209801"/>
            <a:ext cx="3612776" cy="3200400"/>
          </a:xfrm>
        </p:spPr>
        <p:txBody>
          <a:bodyPr>
            <a:normAutofit/>
          </a:bodyPr>
          <a:lstStyle>
            <a:lvl1pPr marL="0" indent="0" algn="ctr">
              <a:buNone/>
              <a:defRPr sz="1800" b="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8" name="Date Placeholder 4"/>
          <p:cNvSpPr>
            <a:spLocks noGrp="1"/>
          </p:cNvSpPr>
          <p:nvPr>
            <p:ph type="dt" sz="half" idx="10"/>
          </p:nvPr>
        </p:nvSpPr>
        <p:spPr/>
        <p:txBody>
          <a:bodyPr/>
          <a:lstStyle>
            <a:lvl1pPr>
              <a:defRPr/>
            </a:lvl1pPr>
          </a:lstStyle>
          <a:p>
            <a:pPr>
              <a:defRPr/>
            </a:pPr>
            <a:endParaRPr lang="en-US" dirty="0"/>
          </a:p>
        </p:txBody>
      </p:sp>
      <p:sp>
        <p:nvSpPr>
          <p:cNvPr id="9" name="Footer Placeholder 5"/>
          <p:cNvSpPr>
            <a:spLocks noGrp="1"/>
          </p:cNvSpPr>
          <p:nvPr>
            <p:ph type="ftr" sz="quarter" idx="11"/>
          </p:nvPr>
        </p:nvSpPr>
        <p:spPr/>
        <p:txBody>
          <a:bodyPr/>
          <a:lstStyle>
            <a:lvl1pPr>
              <a:defRPr dirty="0">
                <a:solidFill>
                  <a:schemeClr val="tx2"/>
                </a:solidFill>
              </a:defRPr>
            </a:lvl1pPr>
          </a:lstStyle>
          <a:p>
            <a:pPr>
              <a:defRPr/>
            </a:pPr>
            <a:r>
              <a:rPr lang="en-US" smtClean="0"/>
              <a:t>© 2017 Pearson Education, Inc., Hoboken, NJ. All rights reserved.    </a:t>
            </a:r>
            <a:endParaRPr lang="en-US" dirty="0"/>
          </a:p>
        </p:txBody>
      </p:sp>
      <p:sp>
        <p:nvSpPr>
          <p:cNvPr id="10" name="Slide Number Placeholder 6"/>
          <p:cNvSpPr>
            <a:spLocks noGrp="1"/>
          </p:cNvSpPr>
          <p:nvPr>
            <p:ph type="sldNum" sz="quarter" idx="12"/>
          </p:nvPr>
        </p:nvSpPr>
        <p:spPr/>
        <p:txBody>
          <a:bodyPr/>
          <a:lstStyle>
            <a:lvl1pPr algn="ctr">
              <a:defRPr smtClean="0">
                <a:solidFill>
                  <a:schemeClr val="tx2">
                    <a:lumMod val="40000"/>
                    <a:lumOff val="60000"/>
                  </a:schemeClr>
                </a:solidFill>
              </a:defRPr>
            </a:lvl1pPr>
          </a:lstStyle>
          <a:p>
            <a:pPr>
              <a:defRPr/>
            </a:pPr>
            <a:fld id="{8CA6F8B6-D79F-7D42-8296-26A8574CEF86}" type="slidenum">
              <a:rPr lang="en-US"/>
              <a:pPr>
                <a:defRPr/>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picTx" preserve="1">
  <p:cSld name="Picture with Caption">
    <p:spTree>
      <p:nvGrpSpPr>
        <p:cNvPr id="1" name=""/>
        <p:cNvGrpSpPr/>
        <p:nvPr/>
      </p:nvGrpSpPr>
      <p:grpSpPr>
        <a:xfrm>
          <a:off x="0" y="0"/>
          <a:ext cx="0" cy="0"/>
          <a:chOff x="0" y="0"/>
          <a:chExt cx="0" cy="0"/>
        </a:xfrm>
      </p:grpSpPr>
      <p:pic>
        <p:nvPicPr>
          <p:cNvPr id="5" name="Picture 6" descr="Overlay-Blank.jpg"/>
          <p:cNvPicPr>
            <a:picLocks noChangeAspect="1"/>
          </p:cNvPicPr>
          <p:nvPr/>
        </p:nvPicPr>
        <p:blipFill>
          <a:blip r:embed="rId2"/>
          <a:srcRect/>
          <a:stretch>
            <a:fillRect/>
          </a:stretch>
        </p:blipFill>
        <p:spPr bwMode="auto">
          <a:xfrm>
            <a:off x="0" y="0"/>
            <a:ext cx="9144000" cy="6858000"/>
          </a:xfrm>
          <a:prstGeom prst="rect">
            <a:avLst/>
          </a:prstGeom>
          <a:noFill/>
          <a:ln w="9525">
            <a:noFill/>
            <a:miter lim="800000"/>
            <a:headEnd/>
            <a:tailEnd/>
          </a:ln>
        </p:spPr>
      </p:pic>
      <p:sp>
        <p:nvSpPr>
          <p:cNvPr id="2" name="Title 1"/>
          <p:cNvSpPr>
            <a:spLocks noGrp="1"/>
          </p:cNvSpPr>
          <p:nvPr>
            <p:ph type="title"/>
          </p:nvPr>
        </p:nvSpPr>
        <p:spPr>
          <a:xfrm>
            <a:off x="381000" y="609600"/>
            <a:ext cx="3612822" cy="1536192"/>
          </a:xfrm>
        </p:spPr>
        <p:txBody>
          <a:bodyPr rtlCol="0" anchor="b">
            <a:noAutofit/>
          </a:bodyPr>
          <a:lstStyle>
            <a:lvl1pPr algn="ctr" defTabSz="914400" rtl="0" eaLnBrk="1" latinLnBrk="0" hangingPunct="1">
              <a:lnSpc>
                <a:spcPct val="100000"/>
              </a:lnSpc>
              <a:spcBef>
                <a:spcPct val="0"/>
              </a:spcBef>
              <a:buNone/>
              <a:defRPr sz="3600" b="0" kern="1200">
                <a:solidFill>
                  <a:schemeClr val="tx2"/>
                </a:solidFill>
                <a:latin typeface="+mn-lt"/>
                <a:ea typeface="+mj-ea"/>
                <a:cs typeface="+mj-cs"/>
              </a:defRPr>
            </a:lvl1pPr>
          </a:lstStyle>
          <a:p>
            <a:r>
              <a:rPr lang="en-US" smtClean="0"/>
              <a:t>Click to edit Master title style</a:t>
            </a:r>
            <a:endParaRPr/>
          </a:p>
        </p:txBody>
      </p:sp>
      <p:sp>
        <p:nvSpPr>
          <p:cNvPr id="3" name="Picture Placeholder 2"/>
          <p:cNvSpPr>
            <a:spLocks noGrp="1"/>
          </p:cNvSpPr>
          <p:nvPr>
            <p:ph type="pic" idx="1"/>
          </p:nvPr>
        </p:nvSpPr>
        <p:spPr>
          <a:xfrm>
            <a:off x="4873625" y="381000"/>
            <a:ext cx="3813175" cy="5697538"/>
          </a:xfrm>
          <a:solidFill>
            <a:schemeClr val="bg1">
              <a:lumMod val="85000"/>
            </a:schemeClr>
          </a:solidFill>
          <a:ln w="101600">
            <a:solidFill>
              <a:schemeClr val="accent1">
                <a:lumMod val="40000"/>
                <a:lumOff val="60000"/>
                <a:alpha val="40000"/>
              </a:schemeClr>
            </a:solidFill>
            <a:miter lim="800000"/>
          </a:ln>
          <a:effectLst>
            <a:innerShdw blurRad="457200">
              <a:schemeClr val="accent1">
                <a:alpha val="80000"/>
              </a:schemeClr>
            </a:innerShdw>
            <a:softEdge rad="31750"/>
          </a:effectLst>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noProof="0" dirty="0"/>
          </a:p>
        </p:txBody>
      </p:sp>
      <p:sp>
        <p:nvSpPr>
          <p:cNvPr id="4" name="Text Placeholder 3"/>
          <p:cNvSpPr>
            <a:spLocks noGrp="1"/>
          </p:cNvSpPr>
          <p:nvPr>
            <p:ph type="body" sz="half" idx="2"/>
          </p:nvPr>
        </p:nvSpPr>
        <p:spPr>
          <a:xfrm>
            <a:off x="379984" y="2209799"/>
            <a:ext cx="3613792" cy="3222625"/>
          </a:xfrm>
        </p:spPr>
        <p:txBody>
          <a:bodyPr rtlCol="0">
            <a:normAutofit/>
          </a:bodyPr>
          <a:lstStyle>
            <a:lvl1pPr marL="0" indent="0" algn="ctr">
              <a:buNone/>
              <a:defRPr sz="1800" b="0" kern="1200">
                <a:solidFill>
                  <a:schemeClr val="tx2"/>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6" name="Date Placeholder 4"/>
          <p:cNvSpPr>
            <a:spLocks noGrp="1"/>
          </p:cNvSpPr>
          <p:nvPr>
            <p:ph type="dt" sz="half" idx="10"/>
          </p:nvPr>
        </p:nvSpPr>
        <p:spPr/>
        <p:txBody>
          <a:bodyPr/>
          <a:lstStyle>
            <a:lvl1pPr>
              <a:defRPr/>
            </a:lvl1pPr>
          </a:lstStyle>
          <a:p>
            <a:pPr>
              <a:defRPr/>
            </a:pPr>
            <a:endParaRPr lang="en-US" dirty="0"/>
          </a:p>
        </p:txBody>
      </p:sp>
      <p:sp>
        <p:nvSpPr>
          <p:cNvPr id="7" name="Footer Placeholder 5"/>
          <p:cNvSpPr>
            <a:spLocks noGrp="1"/>
          </p:cNvSpPr>
          <p:nvPr>
            <p:ph type="ftr" sz="quarter" idx="11"/>
          </p:nvPr>
        </p:nvSpPr>
        <p:spPr/>
        <p:txBody>
          <a:bodyPr/>
          <a:lstStyle>
            <a:lvl1pPr>
              <a:defRPr/>
            </a:lvl1pPr>
          </a:lstStyle>
          <a:p>
            <a:pPr>
              <a:defRPr/>
            </a:pPr>
            <a:r>
              <a:rPr lang="en-US" smtClean="0"/>
              <a:t>© 2017 Pearson Education, Inc., Hoboken, NJ. All rights reserved.    </a:t>
            </a:r>
            <a:endParaRPr lang="en-US" dirty="0"/>
          </a:p>
        </p:txBody>
      </p:sp>
      <p:sp>
        <p:nvSpPr>
          <p:cNvPr id="8" name="Slide Number Placeholder 6"/>
          <p:cNvSpPr>
            <a:spLocks noGrp="1"/>
          </p:cNvSpPr>
          <p:nvPr>
            <p:ph type="sldNum" sz="quarter" idx="12"/>
          </p:nvPr>
        </p:nvSpPr>
        <p:spPr/>
        <p:txBody>
          <a:bodyPr/>
          <a:lstStyle>
            <a:lvl1pPr>
              <a:defRPr/>
            </a:lvl1pPr>
          </a:lstStyle>
          <a:p>
            <a:pPr>
              <a:defRPr/>
            </a:pPr>
            <a:fld id="{D5C89D08-05CB-8041-A6F5-8B39A23581E0}" type="slidenum">
              <a:rPr lang="en-US"/>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picTx" preserve="1">
  <p:cSld name="Picture with Caption, Alt.">
    <p:spTree>
      <p:nvGrpSpPr>
        <p:cNvPr id="1" name=""/>
        <p:cNvGrpSpPr/>
        <p:nvPr/>
      </p:nvGrpSpPr>
      <p:grpSpPr>
        <a:xfrm>
          <a:off x="0" y="0"/>
          <a:ext cx="0" cy="0"/>
          <a:chOff x="0" y="0"/>
          <a:chExt cx="0" cy="0"/>
        </a:xfrm>
      </p:grpSpPr>
      <p:grpSp>
        <p:nvGrpSpPr>
          <p:cNvPr id="5" name="Group 8"/>
          <p:cNvGrpSpPr>
            <a:grpSpLocks/>
          </p:cNvGrpSpPr>
          <p:nvPr/>
        </p:nvGrpSpPr>
        <p:grpSpPr bwMode="auto">
          <a:xfrm>
            <a:off x="4267200" y="0"/>
            <a:ext cx="4876800" cy="6858000"/>
            <a:chOff x="4267200" y="0"/>
            <a:chExt cx="4876800" cy="6858000"/>
          </a:xfrm>
        </p:grpSpPr>
        <p:pic>
          <p:nvPicPr>
            <p:cNvPr id="6" name="Picture 7" descr="Overlay-Blank.jpg"/>
            <p:cNvPicPr>
              <a:picLocks noChangeAspect="1"/>
            </p:cNvPicPr>
            <p:nvPr userDrawn="1"/>
          </p:nvPicPr>
          <p:blipFill>
            <a:blip r:embed="rId2"/>
            <a:srcRect l="4301" r="46875"/>
            <a:stretch>
              <a:fillRect/>
            </a:stretch>
          </p:blipFill>
          <p:spPr bwMode="auto">
            <a:xfrm>
              <a:off x="4495800" y="0"/>
              <a:ext cx="4648200" cy="6858000"/>
            </a:xfrm>
            <a:prstGeom prst="rect">
              <a:avLst/>
            </a:prstGeom>
            <a:noFill/>
            <a:ln w="9525">
              <a:noFill/>
              <a:miter lim="800000"/>
              <a:headEnd/>
              <a:tailEnd/>
            </a:ln>
          </p:spPr>
        </p:pic>
        <p:pic>
          <p:nvPicPr>
            <p:cNvPr id="7" name="Picture 8" descr="Overlay-VerticalBridge.jpg"/>
            <p:cNvPicPr>
              <a:picLocks noChangeAspect="1"/>
            </p:cNvPicPr>
            <p:nvPr userDrawn="1"/>
          </p:nvPicPr>
          <p:blipFill>
            <a:blip r:embed="rId3"/>
            <a:srcRect/>
            <a:stretch>
              <a:fillRect/>
            </a:stretch>
          </p:blipFill>
          <p:spPr bwMode="auto">
            <a:xfrm flipH="1">
              <a:off x="4267200" y="0"/>
              <a:ext cx="267891" cy="6858000"/>
            </a:xfrm>
            <a:prstGeom prst="rect">
              <a:avLst/>
            </a:prstGeom>
            <a:noFill/>
            <a:ln w="9525">
              <a:noFill/>
              <a:miter lim="800000"/>
              <a:headEnd/>
              <a:tailEnd/>
            </a:ln>
          </p:spPr>
        </p:pic>
      </p:grpSp>
      <p:sp>
        <p:nvSpPr>
          <p:cNvPr id="2" name="Title 1"/>
          <p:cNvSpPr>
            <a:spLocks noGrp="1"/>
          </p:cNvSpPr>
          <p:nvPr>
            <p:ph type="title"/>
          </p:nvPr>
        </p:nvSpPr>
        <p:spPr>
          <a:xfrm>
            <a:off x="381000" y="609600"/>
            <a:ext cx="3612822" cy="1536192"/>
          </a:xfrm>
        </p:spPr>
        <p:txBody>
          <a:bodyPr rtlCol="0" anchor="b">
            <a:noAutofit/>
          </a:bodyPr>
          <a:lstStyle>
            <a:lvl1pPr algn="ctr" defTabSz="914400" rtl="0" eaLnBrk="1" latinLnBrk="0" hangingPunct="1">
              <a:lnSpc>
                <a:spcPct val="100000"/>
              </a:lnSpc>
              <a:spcBef>
                <a:spcPct val="0"/>
              </a:spcBef>
              <a:buNone/>
              <a:defRPr sz="3600" b="0" kern="1200">
                <a:solidFill>
                  <a:schemeClr val="tx2"/>
                </a:solidFill>
                <a:latin typeface="+mn-lt"/>
                <a:ea typeface="+mj-ea"/>
                <a:cs typeface="+mj-cs"/>
              </a:defRPr>
            </a:lvl1pPr>
          </a:lstStyle>
          <a:p>
            <a:r>
              <a:rPr lang="en-US" smtClean="0"/>
              <a:t>Click to edit Master title style</a:t>
            </a:r>
            <a:endParaRPr/>
          </a:p>
        </p:txBody>
      </p:sp>
      <p:sp>
        <p:nvSpPr>
          <p:cNvPr id="3" name="Picture Placeholder 2"/>
          <p:cNvSpPr>
            <a:spLocks noGrp="1"/>
          </p:cNvSpPr>
          <p:nvPr>
            <p:ph type="pic" idx="1"/>
          </p:nvPr>
        </p:nvSpPr>
        <p:spPr>
          <a:xfrm>
            <a:off x="4873625" y="381000"/>
            <a:ext cx="3813175" cy="5697538"/>
          </a:xfrm>
          <a:solidFill>
            <a:schemeClr val="bg1">
              <a:lumMod val="85000"/>
            </a:schemeClr>
          </a:solidFill>
          <a:ln w="101600">
            <a:noFill/>
            <a:miter lim="800000"/>
          </a:ln>
          <a:effectLst>
            <a:innerShdw blurRad="457200">
              <a:schemeClr val="tx1">
                <a:lumMod val="50000"/>
                <a:lumOff val="50000"/>
                <a:alpha val="80000"/>
              </a:schemeClr>
            </a:innerShdw>
            <a:softEdge rad="127000"/>
          </a:effectLst>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noProof="0" dirty="0"/>
          </a:p>
        </p:txBody>
      </p:sp>
      <p:sp>
        <p:nvSpPr>
          <p:cNvPr id="4" name="Text Placeholder 3"/>
          <p:cNvSpPr>
            <a:spLocks noGrp="1"/>
          </p:cNvSpPr>
          <p:nvPr>
            <p:ph type="body" sz="half" idx="2"/>
          </p:nvPr>
        </p:nvSpPr>
        <p:spPr>
          <a:xfrm>
            <a:off x="379984" y="2209799"/>
            <a:ext cx="3613792" cy="3222625"/>
          </a:xfrm>
        </p:spPr>
        <p:txBody>
          <a:bodyPr rtlCol="0">
            <a:normAutofit/>
          </a:bodyPr>
          <a:lstStyle>
            <a:lvl1pPr marL="0" indent="0" algn="ctr">
              <a:buNone/>
              <a:defRPr sz="1800" b="0" kern="1200">
                <a:solidFill>
                  <a:schemeClr val="tx2"/>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8" name="Date Placeholder 4"/>
          <p:cNvSpPr>
            <a:spLocks noGrp="1"/>
          </p:cNvSpPr>
          <p:nvPr>
            <p:ph type="dt" sz="half" idx="10"/>
          </p:nvPr>
        </p:nvSpPr>
        <p:spPr/>
        <p:txBody>
          <a:bodyPr/>
          <a:lstStyle>
            <a:lvl1pPr>
              <a:defRPr/>
            </a:lvl1pPr>
          </a:lstStyle>
          <a:p>
            <a:pPr>
              <a:defRPr/>
            </a:pPr>
            <a:endParaRPr lang="en-US" dirty="0"/>
          </a:p>
        </p:txBody>
      </p:sp>
      <p:sp>
        <p:nvSpPr>
          <p:cNvPr id="9" name="Footer Placeholder 5"/>
          <p:cNvSpPr>
            <a:spLocks noGrp="1"/>
          </p:cNvSpPr>
          <p:nvPr>
            <p:ph type="ftr" sz="quarter" idx="11"/>
          </p:nvPr>
        </p:nvSpPr>
        <p:spPr/>
        <p:txBody>
          <a:bodyPr/>
          <a:lstStyle>
            <a:lvl1pPr>
              <a:defRPr/>
            </a:lvl1pPr>
          </a:lstStyle>
          <a:p>
            <a:pPr>
              <a:defRPr/>
            </a:pPr>
            <a:r>
              <a:rPr lang="en-US" smtClean="0"/>
              <a:t>© 2017 Pearson Education, Inc., Hoboken, NJ. All rights reserved.    </a:t>
            </a:r>
            <a:endParaRPr lang="en-US" dirty="0"/>
          </a:p>
        </p:txBody>
      </p:sp>
      <p:sp>
        <p:nvSpPr>
          <p:cNvPr id="10" name="Slide Number Placeholder 6"/>
          <p:cNvSpPr>
            <a:spLocks noGrp="1"/>
          </p:cNvSpPr>
          <p:nvPr>
            <p:ph type="sldNum" sz="quarter" idx="12"/>
          </p:nvPr>
        </p:nvSpPr>
        <p:spPr/>
        <p:txBody>
          <a:bodyPr/>
          <a:lstStyle>
            <a:lvl1pPr>
              <a:defRPr/>
            </a:lvl1pPr>
          </a:lstStyle>
          <a:p>
            <a:pPr>
              <a:defRPr/>
            </a:pPr>
            <a:fld id="{5D128D79-964E-A448-8064-06DBA4282F16}" type="slidenum">
              <a:rPr lang="en-US"/>
              <a:pPr>
                <a:defRPr/>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x" preserve="1">
  <p:cSld name="Title and Vertical Text">
    <p:spTree>
      <p:nvGrpSpPr>
        <p:cNvPr id="1" name=""/>
        <p:cNvGrpSpPr/>
        <p:nvPr/>
      </p:nvGrpSpPr>
      <p:grpSpPr>
        <a:xfrm>
          <a:off x="0" y="0"/>
          <a:ext cx="0" cy="0"/>
          <a:chOff x="0" y="0"/>
          <a:chExt cx="0" cy="0"/>
        </a:xfrm>
      </p:grpSpPr>
      <p:grpSp>
        <p:nvGrpSpPr>
          <p:cNvPr id="4" name="Group 6"/>
          <p:cNvGrpSpPr>
            <a:grpSpLocks/>
          </p:cNvGrpSpPr>
          <p:nvPr/>
        </p:nvGrpSpPr>
        <p:grpSpPr bwMode="auto">
          <a:xfrm>
            <a:off x="0" y="1373188"/>
            <a:ext cx="9144000" cy="5484812"/>
            <a:chOff x="0" y="1372650"/>
            <a:chExt cx="9144000" cy="5485350"/>
          </a:xfrm>
        </p:grpSpPr>
        <p:pic>
          <p:nvPicPr>
            <p:cNvPr id="5" name="Picture 7" descr="Overlay-Blank.jpg"/>
            <p:cNvPicPr>
              <a:picLocks noChangeAspect="1"/>
            </p:cNvPicPr>
            <p:nvPr userDrawn="1"/>
          </p:nvPicPr>
          <p:blipFill>
            <a:blip r:embed="rId2"/>
            <a:srcRect t="23334"/>
            <a:stretch>
              <a:fillRect/>
            </a:stretch>
          </p:blipFill>
          <p:spPr bwMode="auto">
            <a:xfrm>
              <a:off x="0" y="1600200"/>
              <a:ext cx="9144000" cy="5257800"/>
            </a:xfrm>
            <a:prstGeom prst="rect">
              <a:avLst/>
            </a:prstGeom>
            <a:noFill/>
            <a:ln w="9525">
              <a:noFill/>
              <a:miter lim="800000"/>
              <a:headEnd/>
              <a:tailEnd/>
            </a:ln>
          </p:spPr>
        </p:pic>
        <p:pic>
          <p:nvPicPr>
            <p:cNvPr id="6" name="Picture 8" descr="Overlay-HorizontalBridge.jpg"/>
            <p:cNvPicPr>
              <a:picLocks noChangeAspect="1"/>
            </p:cNvPicPr>
            <p:nvPr userDrawn="1"/>
          </p:nvPicPr>
          <p:blipFill>
            <a:blip r:embed="rId3"/>
            <a:srcRect/>
            <a:stretch>
              <a:fillRect/>
            </a:stretch>
          </p:blipFill>
          <p:spPr bwMode="auto">
            <a:xfrm>
              <a:off x="0" y="1372650"/>
              <a:ext cx="9144000" cy="267891"/>
            </a:xfrm>
            <a:prstGeom prst="rect">
              <a:avLst/>
            </a:prstGeom>
            <a:noFill/>
            <a:ln w="9525">
              <a:noFill/>
              <a:miter lim="800000"/>
              <a:headEnd/>
              <a:tailEnd/>
            </a:ln>
          </p:spPr>
        </p:pic>
      </p:grpSp>
      <p:sp>
        <p:nvSpPr>
          <p:cNvPr id="2" name="Title 1"/>
          <p:cNvSpPr>
            <a:spLocks noGrp="1"/>
          </p:cNvSpPr>
          <p:nvPr>
            <p:ph type="title"/>
          </p:nvPr>
        </p:nvSpPr>
        <p:spPr/>
        <p:txBody>
          <a:bodyPr/>
          <a:lstStyle/>
          <a:p>
            <a:r>
              <a:rPr lang="en-US" smtClean="0"/>
              <a:t>Click to edit Master title style</a:t>
            </a:r>
            <a:endParaRPr/>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7" name="Date Placeholder 3"/>
          <p:cNvSpPr>
            <a:spLocks noGrp="1"/>
          </p:cNvSpPr>
          <p:nvPr>
            <p:ph type="dt" sz="half" idx="10"/>
          </p:nvPr>
        </p:nvSpPr>
        <p:spPr/>
        <p:txBody>
          <a:bodyPr/>
          <a:lstStyle>
            <a:lvl1pPr>
              <a:defRPr/>
            </a:lvl1pPr>
          </a:lstStyle>
          <a:p>
            <a:pPr>
              <a:defRPr/>
            </a:pPr>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smtClean="0"/>
              <a:t>© 2017 Pearson Education, Inc., Hoboken, NJ. All rights reserved.    </a:t>
            </a: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B6193134-7B2A-5144-91AA-8D21FF7C19B5}" type="slidenum">
              <a:rPr lang="en-US"/>
              <a:pPr>
                <a:defRPr/>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itleAndTx" preserve="1">
  <p:cSld name="Vertical Title and Text">
    <p:spTree>
      <p:nvGrpSpPr>
        <p:cNvPr id="1" name=""/>
        <p:cNvGrpSpPr/>
        <p:nvPr/>
      </p:nvGrpSpPr>
      <p:grpSpPr>
        <a:xfrm>
          <a:off x="0" y="0"/>
          <a:ext cx="0" cy="0"/>
          <a:chOff x="0" y="0"/>
          <a:chExt cx="0" cy="0"/>
        </a:xfrm>
      </p:grpSpPr>
      <p:grpSp>
        <p:nvGrpSpPr>
          <p:cNvPr id="4" name="Group 10"/>
          <p:cNvGrpSpPr>
            <a:grpSpLocks/>
          </p:cNvGrpSpPr>
          <p:nvPr/>
        </p:nvGrpSpPr>
        <p:grpSpPr bwMode="auto">
          <a:xfrm>
            <a:off x="0" y="0"/>
            <a:ext cx="7696200" cy="6858000"/>
            <a:chOff x="0" y="0"/>
            <a:chExt cx="7696200" cy="6858000"/>
          </a:xfrm>
        </p:grpSpPr>
        <p:pic>
          <p:nvPicPr>
            <p:cNvPr id="5" name="Picture 7" descr="Overlay-Blank.jpg"/>
            <p:cNvPicPr>
              <a:picLocks noChangeAspect="1"/>
            </p:cNvPicPr>
            <p:nvPr userDrawn="1"/>
          </p:nvPicPr>
          <p:blipFill>
            <a:blip r:embed="rId2"/>
            <a:srcRect l="1471" r="16862"/>
            <a:stretch>
              <a:fillRect/>
            </a:stretch>
          </p:blipFill>
          <p:spPr bwMode="auto">
            <a:xfrm>
              <a:off x="0" y="0"/>
              <a:ext cx="7467600" cy="6858000"/>
            </a:xfrm>
            <a:prstGeom prst="rect">
              <a:avLst/>
            </a:prstGeom>
            <a:noFill/>
            <a:ln w="9525">
              <a:noFill/>
              <a:miter lim="800000"/>
              <a:headEnd/>
              <a:tailEnd/>
            </a:ln>
          </p:spPr>
        </p:pic>
        <p:pic>
          <p:nvPicPr>
            <p:cNvPr id="6" name="Picture 8" descr="Overlay-VerticalBridge.jpg"/>
            <p:cNvPicPr>
              <a:picLocks noChangeAspect="1"/>
            </p:cNvPicPr>
            <p:nvPr userDrawn="1"/>
          </p:nvPicPr>
          <p:blipFill>
            <a:blip r:embed="rId3"/>
            <a:srcRect/>
            <a:stretch>
              <a:fillRect/>
            </a:stretch>
          </p:blipFill>
          <p:spPr bwMode="auto">
            <a:xfrm>
              <a:off x="7428309" y="0"/>
              <a:ext cx="267891" cy="6858000"/>
            </a:xfrm>
            <a:prstGeom prst="rect">
              <a:avLst/>
            </a:prstGeom>
            <a:noFill/>
            <a:ln w="9525">
              <a:noFill/>
              <a:miter lim="800000"/>
              <a:headEnd/>
              <a:tailEnd/>
            </a:ln>
          </p:spPr>
        </p:pic>
      </p:grpSp>
      <p:sp>
        <p:nvSpPr>
          <p:cNvPr id="2" name="Vertical Title 1"/>
          <p:cNvSpPr>
            <a:spLocks noGrp="1"/>
          </p:cNvSpPr>
          <p:nvPr>
            <p:ph type="title" orient="vert"/>
          </p:nvPr>
        </p:nvSpPr>
        <p:spPr>
          <a:xfrm>
            <a:off x="7620000" y="381001"/>
            <a:ext cx="1447800" cy="5697538"/>
          </a:xfrm>
        </p:spPr>
        <p:txBody>
          <a:bodyPr vert="eaVert"/>
          <a:lstStyle/>
          <a:p>
            <a:r>
              <a:rPr lang="en-US" smtClean="0"/>
              <a:t>Click to edit Master title style</a:t>
            </a:r>
            <a:endParaRPr/>
          </a:p>
        </p:txBody>
      </p:sp>
      <p:sp>
        <p:nvSpPr>
          <p:cNvPr id="3" name="Vertical Text Placeholder 2"/>
          <p:cNvSpPr>
            <a:spLocks noGrp="1"/>
          </p:cNvSpPr>
          <p:nvPr>
            <p:ph type="body" orient="vert" idx="1"/>
          </p:nvPr>
        </p:nvSpPr>
        <p:spPr>
          <a:xfrm>
            <a:off x="381000" y="381001"/>
            <a:ext cx="6705600" cy="569753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7" name="Date Placeholder 3"/>
          <p:cNvSpPr>
            <a:spLocks noGrp="1"/>
          </p:cNvSpPr>
          <p:nvPr>
            <p:ph type="dt" sz="half" idx="10"/>
          </p:nvPr>
        </p:nvSpPr>
        <p:spPr/>
        <p:txBody>
          <a:bodyPr/>
          <a:lstStyle>
            <a:lvl1pPr>
              <a:defRPr/>
            </a:lvl1pPr>
          </a:lstStyle>
          <a:p>
            <a:pPr>
              <a:defRPr/>
            </a:pPr>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smtClean="0"/>
              <a:t>© 2017 Pearson Education, Inc., Hoboken, NJ. All rights reserved.    </a:t>
            </a: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9A747C69-A4E4-6642-9B2D-EA3DE70B39AF}" type="slidenum">
              <a:rPr lang="en-US"/>
              <a:pPr>
                <a:defRPr/>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Ref idx="1001">
        <a:schemeClr val="bg2"/>
      </p:bgRef>
    </p:bg>
    <p:spTree>
      <p:nvGrpSpPr>
        <p:cNvPr id="1" name=""/>
        <p:cNvGrpSpPr/>
        <p:nvPr/>
      </p:nvGrpSpPr>
      <p:grpSpPr>
        <a:xfrm>
          <a:off x="0" y="0"/>
          <a:ext cx="0" cy="0"/>
          <a:chOff x="0" y="0"/>
          <a:chExt cx="0" cy="0"/>
        </a:xfrm>
      </p:grpSpPr>
      <p:sp>
        <p:nvSpPr>
          <p:cNvPr id="13314" name="Title Placeholder 1"/>
          <p:cNvSpPr>
            <a:spLocks noGrp="1"/>
          </p:cNvSpPr>
          <p:nvPr>
            <p:ph type="title"/>
          </p:nvPr>
        </p:nvSpPr>
        <p:spPr bwMode="auto">
          <a:xfrm>
            <a:off x="792163" y="39688"/>
            <a:ext cx="7570787" cy="14128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3315" name="Text Placeholder 2"/>
          <p:cNvSpPr>
            <a:spLocks noGrp="1"/>
          </p:cNvSpPr>
          <p:nvPr>
            <p:ph type="body" idx="1"/>
          </p:nvPr>
        </p:nvSpPr>
        <p:spPr bwMode="auto">
          <a:xfrm>
            <a:off x="792163" y="1762125"/>
            <a:ext cx="7570787" cy="42894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651625" y="6356350"/>
            <a:ext cx="2133600" cy="365125"/>
          </a:xfrm>
          <a:prstGeom prst="rect">
            <a:avLst/>
          </a:prstGeom>
        </p:spPr>
        <p:txBody>
          <a:bodyPr vert="horz" lIns="91440" tIns="45720" rIns="91440" bIns="45720" rtlCol="0" anchor="ctr"/>
          <a:lstStyle>
            <a:lvl1pPr algn="r">
              <a:defRPr sz="1200" b="1" dirty="0">
                <a:solidFill>
                  <a:schemeClr val="tx2">
                    <a:lumMod val="40000"/>
                    <a:lumOff val="60000"/>
                  </a:schemeClr>
                </a:solidFill>
                <a:latin typeface="Arial" pitchFamily="-1" charset="0"/>
              </a:defRPr>
            </a:lvl1pPr>
          </a:lstStyle>
          <a:p>
            <a:pPr>
              <a:defRPr/>
            </a:pPr>
            <a:endParaRPr lang="en-US" dirty="0"/>
          </a:p>
        </p:txBody>
      </p:sp>
      <p:sp>
        <p:nvSpPr>
          <p:cNvPr id="6" name="Slide Number Placeholder 5"/>
          <p:cNvSpPr>
            <a:spLocks noGrp="1"/>
          </p:cNvSpPr>
          <p:nvPr>
            <p:ph type="sldNum" sz="quarter" idx="4"/>
          </p:nvPr>
        </p:nvSpPr>
        <p:spPr>
          <a:xfrm>
            <a:off x="4267200" y="6356350"/>
            <a:ext cx="609600" cy="365125"/>
          </a:xfrm>
          <a:prstGeom prst="rect">
            <a:avLst/>
          </a:prstGeom>
        </p:spPr>
        <p:txBody>
          <a:bodyPr vert="horz" lIns="91440" tIns="45720" rIns="91440" bIns="45720" rtlCol="0" anchor="ctr"/>
          <a:lstStyle>
            <a:lvl1pPr algn="ctr">
              <a:defRPr sz="1200" b="1" smtClean="0">
                <a:solidFill>
                  <a:schemeClr val="tx2">
                    <a:lumMod val="40000"/>
                    <a:lumOff val="60000"/>
                  </a:schemeClr>
                </a:solidFill>
                <a:latin typeface="Arial" pitchFamily="-1" charset="0"/>
              </a:defRPr>
            </a:lvl1pPr>
          </a:lstStyle>
          <a:p>
            <a:pPr>
              <a:defRPr/>
            </a:pPr>
            <a:fld id="{FD05123F-ECCC-3744-8046-0E4114F7D95B}" type="slidenum">
              <a:rPr lang="en-US"/>
              <a:pPr>
                <a:defRPr/>
              </a:pPr>
              <a:t>‹#›</a:t>
            </a:fld>
            <a:endParaRPr lang="en-US" dirty="0"/>
          </a:p>
        </p:txBody>
      </p:sp>
      <p:sp>
        <p:nvSpPr>
          <p:cNvPr id="5" name="Footer Placeholder 4"/>
          <p:cNvSpPr>
            <a:spLocks noGrp="1"/>
          </p:cNvSpPr>
          <p:nvPr>
            <p:ph type="ftr" sz="quarter" idx="3"/>
          </p:nvPr>
        </p:nvSpPr>
        <p:spPr>
          <a:xfrm>
            <a:off x="371475" y="6356350"/>
            <a:ext cx="2895600" cy="365125"/>
          </a:xfrm>
          <a:prstGeom prst="rect">
            <a:avLst/>
          </a:prstGeom>
        </p:spPr>
        <p:txBody>
          <a:bodyPr vert="horz" lIns="91440" tIns="45720" rIns="91440" bIns="45720" rtlCol="0" anchor="ctr"/>
          <a:lstStyle>
            <a:lvl1pPr algn="l">
              <a:defRPr sz="1200" b="1" dirty="0">
                <a:solidFill>
                  <a:schemeClr val="tx2">
                    <a:lumMod val="40000"/>
                    <a:lumOff val="60000"/>
                  </a:schemeClr>
                </a:solidFill>
                <a:latin typeface="Arial" pitchFamily="-1" charset="0"/>
              </a:defRPr>
            </a:lvl1pPr>
          </a:lstStyle>
          <a:p>
            <a:pPr>
              <a:defRPr/>
            </a:pPr>
            <a:r>
              <a:rPr lang="en-US" smtClean="0"/>
              <a:t>© 2017 Pearson Education, Inc., Hoboken, NJ. All rights reserved.    </a:t>
            </a:r>
            <a:endParaRPr lang="en-US" dirty="0"/>
          </a:p>
        </p:txBody>
      </p:sp>
    </p:spTree>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 id="2147483721" r:id="rId12"/>
    <p:sldLayoutId id="2147483722" r:id="rId13"/>
  </p:sldLayoutIdLst>
  <p:hf sldNum="0" hdr="0" dt="0"/>
  <p:txStyles>
    <p:titleStyle>
      <a:lvl1pPr algn="ctr" rtl="0" fontAlgn="base">
        <a:lnSpc>
          <a:spcPts val="6000"/>
        </a:lnSpc>
        <a:spcBef>
          <a:spcPct val="0"/>
        </a:spcBef>
        <a:spcAft>
          <a:spcPct val="0"/>
        </a:spcAft>
        <a:defRPr sz="5400" kern="1200">
          <a:solidFill>
            <a:schemeClr val="tx2"/>
          </a:solidFill>
          <a:latin typeface="+mn-lt"/>
          <a:ea typeface="ＭＳ Ｐゴシック" pitchFamily="-84" charset="-128"/>
          <a:cs typeface="ＭＳ Ｐゴシック" pitchFamily="-84" charset="-128"/>
        </a:defRPr>
      </a:lvl1pPr>
      <a:lvl2pPr algn="ctr" rtl="0" fontAlgn="base">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2pPr>
      <a:lvl3pPr algn="ctr" rtl="0" fontAlgn="base">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3pPr>
      <a:lvl4pPr algn="ctr" rtl="0" fontAlgn="base">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4pPr>
      <a:lvl5pPr algn="ctr" rtl="0" fontAlgn="base">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5pPr>
      <a:lvl6pPr marL="457200" algn="ctr" rtl="0" fontAlgn="base">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6pPr>
      <a:lvl7pPr marL="914400" algn="ctr" rtl="0" fontAlgn="base">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7pPr>
      <a:lvl8pPr marL="1371600" algn="ctr" rtl="0" fontAlgn="base">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8pPr>
      <a:lvl9pPr marL="1828800" algn="ctr" rtl="0" fontAlgn="base">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9pPr>
    </p:titleStyle>
    <p:bodyStyle>
      <a:lvl1pPr marL="342900" indent="-342900" algn="l" rtl="0" fontAlgn="base">
        <a:spcBef>
          <a:spcPts val="2400"/>
        </a:spcBef>
        <a:spcAft>
          <a:spcPct val="0"/>
        </a:spcAft>
        <a:buClr>
          <a:srgbClr val="BAABE3"/>
        </a:buClr>
        <a:buFont typeface="Candara" pitchFamily="-84" charset="0"/>
        <a:buChar char="•"/>
        <a:defRPr sz="2800" kern="1200">
          <a:solidFill>
            <a:schemeClr val="tx2"/>
          </a:solidFill>
          <a:latin typeface="+mn-lt"/>
          <a:ea typeface="ＭＳ Ｐゴシック" pitchFamily="-84" charset="-128"/>
          <a:cs typeface="ＭＳ Ｐゴシック" pitchFamily="-84" charset="-128"/>
        </a:defRPr>
      </a:lvl1pPr>
      <a:lvl2pPr marL="685800" indent="-336550" algn="l" rtl="0" fontAlgn="base">
        <a:spcBef>
          <a:spcPts val="600"/>
        </a:spcBef>
        <a:spcAft>
          <a:spcPct val="0"/>
        </a:spcAft>
        <a:buClr>
          <a:schemeClr val="tx2"/>
        </a:buClr>
        <a:buFont typeface="Candara" pitchFamily="-84" charset="0"/>
        <a:buChar char="•"/>
        <a:defRPr sz="2600" kern="1200">
          <a:solidFill>
            <a:schemeClr val="tx2"/>
          </a:solidFill>
          <a:latin typeface="+mn-lt"/>
          <a:ea typeface="ＭＳ Ｐゴシック" pitchFamily="-84" charset="-128"/>
          <a:cs typeface="+mn-cs"/>
        </a:defRPr>
      </a:lvl2pPr>
      <a:lvl3pPr marL="1035050" indent="-349250" algn="l" rtl="0" fontAlgn="base">
        <a:spcBef>
          <a:spcPts val="600"/>
        </a:spcBef>
        <a:spcAft>
          <a:spcPct val="0"/>
        </a:spcAft>
        <a:buClr>
          <a:srgbClr val="BAABE3"/>
        </a:buClr>
        <a:buFont typeface="Candara" pitchFamily="-84" charset="0"/>
        <a:buChar char="•"/>
        <a:defRPr sz="2400" kern="1200">
          <a:solidFill>
            <a:schemeClr val="tx2"/>
          </a:solidFill>
          <a:latin typeface="+mn-lt"/>
          <a:ea typeface="ＭＳ Ｐゴシック" pitchFamily="-84" charset="-128"/>
          <a:cs typeface="+mn-cs"/>
        </a:defRPr>
      </a:lvl3pPr>
      <a:lvl4pPr marL="1371600" indent="-336550" algn="l" rtl="0" fontAlgn="base">
        <a:spcBef>
          <a:spcPts val="600"/>
        </a:spcBef>
        <a:spcAft>
          <a:spcPct val="0"/>
        </a:spcAft>
        <a:buClr>
          <a:schemeClr val="tx2"/>
        </a:buClr>
        <a:buFont typeface="Candara" pitchFamily="-84" charset="0"/>
        <a:buChar char="•"/>
        <a:defRPr sz="2200" kern="1200">
          <a:solidFill>
            <a:schemeClr val="tx2"/>
          </a:solidFill>
          <a:latin typeface="+mn-lt"/>
          <a:ea typeface="ＭＳ Ｐゴシック" pitchFamily="-84" charset="-128"/>
          <a:cs typeface="+mn-cs"/>
        </a:defRPr>
      </a:lvl4pPr>
      <a:lvl5pPr marL="1720850" indent="-349250" algn="l" rtl="0" fontAlgn="base">
        <a:spcBef>
          <a:spcPts val="600"/>
        </a:spcBef>
        <a:spcAft>
          <a:spcPct val="0"/>
        </a:spcAft>
        <a:buClr>
          <a:srgbClr val="BAABE3"/>
        </a:buClr>
        <a:buFont typeface="Candara" pitchFamily="-84" charset="0"/>
        <a:buChar char="•"/>
        <a:defRPr sz="2000" kern="1200">
          <a:solidFill>
            <a:schemeClr val="tx2"/>
          </a:solidFill>
          <a:latin typeface="+mn-lt"/>
          <a:ea typeface="ＭＳ Ｐゴシック" pitchFamily="-84"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10.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0.jpeg"/></Relationships>
</file>

<file path=ppt/slides/_rels/slide3.xml.rels><?xml version="1.0" encoding="UTF-8" standalone="yes"?>
<Relationships xmlns="http://schemas.openxmlformats.org/package/2006/relationships"><Relationship Id="rId3" Type="http://schemas.openxmlformats.org/officeDocument/2006/relationships/image" Target="../media/image11.pdf"/><Relationship Id="rId4" Type="http://schemas.openxmlformats.org/officeDocument/2006/relationships/image" Target="../media/image12.png"/><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4" Type="http://schemas.openxmlformats.org/officeDocument/2006/relationships/diagramLayout" Target="../diagrams/layout1.xml"/><Relationship Id="rId5" Type="http://schemas.openxmlformats.org/officeDocument/2006/relationships/diagramQuickStyle" Target="../diagrams/quickStyle1.xml"/><Relationship Id="rId6" Type="http://schemas.openxmlformats.org/officeDocument/2006/relationships/diagramColors" Target="../diagrams/colors1.xml"/><Relationship Id="rId7" Type="http://schemas.microsoft.com/office/2007/relationships/diagramDrawing" Target="../diagrams/drawing1.xml"/><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2.xml"/><Relationship Id="rId4" Type="http://schemas.openxmlformats.org/officeDocument/2006/relationships/diagramLayout" Target="../diagrams/layout2.xml"/><Relationship Id="rId5" Type="http://schemas.openxmlformats.org/officeDocument/2006/relationships/diagramQuickStyle" Target="../diagrams/quickStyle2.xml"/><Relationship Id="rId6" Type="http://schemas.openxmlformats.org/officeDocument/2006/relationships/diagramColors" Target="../diagrams/colors2.xml"/><Relationship Id="rId7" Type="http://schemas.microsoft.com/office/2007/relationships/diagramDrawing" Target="../diagrams/drawing2.xml"/><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3.xml"/><Relationship Id="rId4" Type="http://schemas.openxmlformats.org/officeDocument/2006/relationships/diagramLayout" Target="../diagrams/layout3.xml"/><Relationship Id="rId5" Type="http://schemas.openxmlformats.org/officeDocument/2006/relationships/diagramQuickStyle" Target="../diagrams/quickStyle3.xml"/><Relationship Id="rId6" Type="http://schemas.openxmlformats.org/officeDocument/2006/relationships/diagramColors" Target="../diagrams/colors3.xml"/><Relationship Id="rId7" Type="http://schemas.microsoft.com/office/2007/relationships/diagramDrawing" Target="../diagrams/drawing3.xml"/><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4.xml"/><Relationship Id="rId4" Type="http://schemas.openxmlformats.org/officeDocument/2006/relationships/diagramLayout" Target="../diagrams/layout4.xml"/><Relationship Id="rId5" Type="http://schemas.openxmlformats.org/officeDocument/2006/relationships/diagramQuickStyle" Target="../diagrams/quickStyle4.xml"/><Relationship Id="rId6" Type="http://schemas.openxmlformats.org/officeDocument/2006/relationships/diagramColors" Target="../diagrams/colors4.xml"/><Relationship Id="rId7" Type="http://schemas.microsoft.com/office/2007/relationships/diagramDrawing" Target="../diagrams/drawing4.xml"/><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3.wmf"/></Relationships>
</file>

<file path=ppt/slides/_rels/slide12.xml.rels><?xml version="1.0" encoding="UTF-8" standalone="yes"?>
<Relationships xmlns="http://schemas.openxmlformats.org/package/2006/relationships"><Relationship Id="rId3" Type="http://schemas.openxmlformats.org/officeDocument/2006/relationships/image" Target="../media/image14.pdf"/><Relationship Id="rId4" Type="http://schemas.openxmlformats.org/officeDocument/2006/relationships/image" Target="../media/image15.png"/><Relationship Id="rId1" Type="http://schemas.openxmlformats.org/officeDocument/2006/relationships/slideLayout" Target="../slideLayouts/slideLayout8.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4" Type="http://schemas.openxmlformats.org/officeDocument/2006/relationships/package" Target="../embeddings/Microsoft_Word_Document1.docx"/><Relationship Id="rId1" Type="http://schemas.openxmlformats.org/officeDocument/2006/relationships/vmlDrawing" Target="../drawings/vmlDrawing1.vml"/><Relationship Id="rId2"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17.pdf"/><Relationship Id="rId4" Type="http://schemas.openxmlformats.org/officeDocument/2006/relationships/image" Target="../media/image18.png"/><Relationship Id="rId1" Type="http://schemas.openxmlformats.org/officeDocument/2006/relationships/slideLayout" Target="../slideLayouts/slideLayout8.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5.xml"/><Relationship Id="rId4" Type="http://schemas.openxmlformats.org/officeDocument/2006/relationships/diagramLayout" Target="../diagrams/layout5.xml"/><Relationship Id="rId5" Type="http://schemas.openxmlformats.org/officeDocument/2006/relationships/diagramQuickStyle" Target="../diagrams/quickStyle5.xml"/><Relationship Id="rId6" Type="http://schemas.openxmlformats.org/officeDocument/2006/relationships/diagramColors" Target="../diagrams/colors5.xml"/><Relationship Id="rId7" Type="http://schemas.microsoft.com/office/2007/relationships/diagramDrawing" Target="../diagrams/drawing5.xml"/><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image" Target="../media/image19.pdf"/><Relationship Id="rId4" Type="http://schemas.openxmlformats.org/officeDocument/2006/relationships/image" Target="../media/image20.png"/><Relationship Id="rId1" Type="http://schemas.openxmlformats.org/officeDocument/2006/relationships/slideLayout" Target="../slideLayouts/slideLayout8.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image" Target="../media/image21.pdf"/><Relationship Id="rId4" Type="http://schemas.openxmlformats.org/officeDocument/2006/relationships/image" Target="../media/image22.png"/><Relationship Id="rId1" Type="http://schemas.openxmlformats.org/officeDocument/2006/relationships/slideLayout" Target="../slideLayouts/slideLayout8.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3" Type="http://schemas.openxmlformats.org/officeDocument/2006/relationships/image" Target="../media/image23.pdf"/><Relationship Id="rId4" Type="http://schemas.openxmlformats.org/officeDocument/2006/relationships/image" Target="../media/image24.png"/><Relationship Id="rId1" Type="http://schemas.openxmlformats.org/officeDocument/2006/relationships/slideLayout" Target="../slideLayouts/slideLayout8.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 Id="rId3" Type="http://schemas.openxmlformats.org/officeDocument/2006/relationships/image" Target="../media/image10.jpe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1854200" y="3694113"/>
            <a:ext cx="5446713" cy="1470025"/>
          </a:xfrm>
        </p:spPr>
        <p:txBody>
          <a:bodyPr rtlCol="0">
            <a:noAutofit/>
          </a:bodyPr>
          <a:lstStyle/>
          <a:p>
            <a:pPr fontAlgn="auto">
              <a:spcAft>
                <a:spcPts val="0"/>
              </a:spcAft>
              <a:defRPr/>
            </a:pPr>
            <a:r>
              <a:rPr lang="en-US" dirty="0">
                <a:ea typeface="+mj-ea"/>
                <a:cs typeface="+mj-cs"/>
              </a:rPr>
              <a:t>Cryptography and Network Security</a:t>
            </a:r>
            <a:endParaRPr lang="en-AU" dirty="0">
              <a:ea typeface="+mj-ea"/>
              <a:cs typeface="+mj-cs"/>
            </a:endParaRPr>
          </a:p>
        </p:txBody>
      </p:sp>
      <p:sp>
        <p:nvSpPr>
          <p:cNvPr id="28675" name="Rectangle 3"/>
          <p:cNvSpPr>
            <a:spLocks noGrp="1" noChangeArrowheads="1"/>
          </p:cNvSpPr>
          <p:nvPr>
            <p:ph type="subTitle" idx="1"/>
          </p:nvPr>
        </p:nvSpPr>
        <p:spPr>
          <a:xfrm>
            <a:off x="1854200" y="5203825"/>
            <a:ext cx="5446713" cy="852488"/>
          </a:xfrm>
        </p:spPr>
        <p:txBody>
          <a:bodyPr/>
          <a:lstStyle/>
          <a:p>
            <a:pPr>
              <a:buFont typeface="Wingdings" pitchFamily="-84" charset="2"/>
              <a:buNone/>
            </a:pPr>
            <a:r>
              <a:rPr lang="en-US" dirty="0" smtClean="0"/>
              <a:t>Seventh </a:t>
            </a:r>
            <a:r>
              <a:rPr lang="en-US" dirty="0" smtClean="0"/>
              <a:t>Edition</a:t>
            </a:r>
          </a:p>
          <a:p>
            <a:pPr>
              <a:buFont typeface="Wingdings" pitchFamily="-84" charset="2"/>
              <a:buNone/>
            </a:pPr>
            <a:r>
              <a:rPr lang="en-US" dirty="0" smtClean="0"/>
              <a:t>by William Stallings	</a:t>
            </a:r>
          </a:p>
          <a:p>
            <a:pPr>
              <a:buFont typeface="Wingdings" pitchFamily="-84" charset="2"/>
              <a:buNone/>
            </a:pPr>
            <a:endParaRPr lang="en-US" dirty="0" smtClean="0"/>
          </a:p>
        </p:txBody>
      </p:sp>
      <p:pic>
        <p:nvPicPr>
          <p:cNvPr id="14" name="Picture Placeholder 4" descr="crypto.jpg"/>
          <p:cNvPicPr>
            <a:picLocks noGrp="1" noChangeAspect="1"/>
          </p:cNvPicPr>
          <p:nvPr>
            <p:ph type="pic" sz="quarter" idx="12"/>
          </p:nvPr>
        </p:nvPicPr>
        <p:blipFill>
          <a:blip r:embed="rId3">
            <a:alphaModFix/>
            <a:lum bright="28000"/>
          </a:blip>
          <a:srcRect l="-16674" t="-1111" r="-18211" b="44444"/>
          <a:stretch>
            <a:fillRect/>
          </a:stretch>
        </p:blipFill>
        <p:spPr>
          <a:xfrm>
            <a:off x="3581400" y="1447800"/>
            <a:ext cx="2109547" cy="1209027"/>
          </a:xfrm>
          <a:effectLst>
            <a:innerShdw blurRad="762000">
              <a:schemeClr val="accent1">
                <a:alpha val="80000"/>
              </a:schemeClr>
            </a:innerShdw>
            <a:softEdge rad="76200"/>
          </a:effectLst>
        </p:spPr>
      </p:pic>
      <p:sp>
        <p:nvSpPr>
          <p:cNvPr id="5" name="Footer Placeholder 4"/>
          <p:cNvSpPr>
            <a:spLocks noGrp="1"/>
          </p:cNvSpPr>
          <p:nvPr>
            <p:ph type="ftr" sz="quarter" idx="14"/>
          </p:nvPr>
        </p:nvSpPr>
        <p:spPr>
          <a:xfrm>
            <a:off x="0" y="6492875"/>
            <a:ext cx="9144000" cy="365125"/>
          </a:xfrm>
        </p:spPr>
        <p:txBody>
          <a:bodyPr/>
          <a:lstStyle/>
          <a:p>
            <a:pPr>
              <a:defRPr/>
            </a:pPr>
            <a:r>
              <a:rPr lang="en-US" sz="1050" dirty="0" smtClean="0"/>
              <a:t>© 2017 Pearson Education, Inc., Hoboken, NJ. All rights reserved</a:t>
            </a:r>
            <a:r>
              <a:rPr lang="en-US" dirty="0" smtClean="0"/>
              <a:t>.    </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3" name="Title 12"/>
          <p:cNvSpPr>
            <a:spLocks noGrp="1"/>
          </p:cNvSpPr>
          <p:nvPr>
            <p:ph type="ctrTitle"/>
          </p:nvPr>
        </p:nvSpPr>
        <p:spPr>
          <a:xfrm>
            <a:off x="1854200" y="3694113"/>
            <a:ext cx="5446713" cy="1470025"/>
          </a:xfrm>
        </p:spPr>
        <p:txBody>
          <a:bodyPr rtlCol="0">
            <a:noAutofit/>
          </a:bodyPr>
          <a:lstStyle/>
          <a:p>
            <a:pPr fontAlgn="auto">
              <a:spcAft>
                <a:spcPts val="0"/>
              </a:spcAft>
              <a:defRPr/>
            </a:pPr>
            <a:r>
              <a:rPr lang="en-US" dirty="0" smtClean="0">
                <a:ea typeface="+mj-ea"/>
                <a:cs typeface="+mj-cs"/>
              </a:rPr>
              <a:t>Chapter 13</a:t>
            </a:r>
            <a:endParaRPr lang="en-US" dirty="0">
              <a:ea typeface="+mj-ea"/>
              <a:cs typeface="+mj-cs"/>
            </a:endParaRPr>
          </a:p>
        </p:txBody>
      </p:sp>
      <p:sp>
        <p:nvSpPr>
          <p:cNvPr id="30723" name="Subtitle 13"/>
          <p:cNvSpPr>
            <a:spLocks noGrp="1"/>
          </p:cNvSpPr>
          <p:nvPr>
            <p:ph type="subTitle" idx="1"/>
          </p:nvPr>
        </p:nvSpPr>
        <p:spPr>
          <a:xfrm>
            <a:off x="1524000" y="5334000"/>
            <a:ext cx="6096000" cy="852488"/>
          </a:xfrm>
        </p:spPr>
        <p:txBody>
          <a:bodyPr>
            <a:normAutofit/>
          </a:bodyPr>
          <a:lstStyle/>
          <a:p>
            <a:r>
              <a:rPr lang="en-AU" sz="3600" dirty="0" smtClean="0"/>
              <a:t>Digital Signatures</a:t>
            </a:r>
            <a:endParaRPr lang="en-US" sz="3600" dirty="0" smtClean="0"/>
          </a:p>
        </p:txBody>
      </p:sp>
      <p:pic>
        <p:nvPicPr>
          <p:cNvPr id="6" name="Picture Placeholder 4" descr="crypto.jpg"/>
          <p:cNvPicPr>
            <a:picLocks noChangeAspect="1"/>
          </p:cNvPicPr>
          <p:nvPr/>
        </p:nvPicPr>
        <p:blipFill>
          <a:blip r:embed="rId3">
            <a:alphaModFix/>
            <a:lum bright="28000"/>
          </a:blip>
          <a:srcRect l="-16674" t="-1111" r="-18211" b="44444"/>
          <a:stretch>
            <a:fillRect/>
          </a:stretch>
        </p:blipFill>
        <p:spPr bwMode="auto">
          <a:xfrm>
            <a:off x="3581400" y="1447800"/>
            <a:ext cx="2109547" cy="1209027"/>
          </a:xfrm>
          <a:prstGeom prst="ellipse">
            <a:avLst/>
          </a:prstGeom>
          <a:solidFill>
            <a:schemeClr val="bg1">
              <a:lumMod val="85000"/>
            </a:schemeClr>
          </a:solidFill>
          <a:ln w="101600">
            <a:noFill/>
            <a:miter lim="800000"/>
            <a:headEnd/>
            <a:tailEnd/>
          </a:ln>
          <a:effectLst>
            <a:innerShdw blurRad="762000">
              <a:schemeClr val="accent1">
                <a:alpha val="80000"/>
              </a:schemeClr>
            </a:innerShdw>
            <a:softEdge rad="76200"/>
          </a:effectLst>
        </p:spPr>
      </p:pic>
      <p:sp>
        <p:nvSpPr>
          <p:cNvPr id="5" name="Footer Placeholder 4"/>
          <p:cNvSpPr>
            <a:spLocks noGrp="1"/>
          </p:cNvSpPr>
          <p:nvPr>
            <p:ph type="ftr" sz="quarter" idx="11"/>
          </p:nvPr>
        </p:nvSpPr>
        <p:spPr>
          <a:xfrm>
            <a:off x="0" y="6492875"/>
            <a:ext cx="46482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0" y="6492875"/>
            <a:ext cx="6172200" cy="365125"/>
          </a:xfrm>
        </p:spPr>
        <p:txBody>
          <a:bodyPr/>
          <a:lstStyle/>
          <a:p>
            <a:pPr>
              <a:defRPr/>
            </a:pPr>
            <a:r>
              <a:rPr lang="en-US" sz="1050" dirty="0" smtClean="0"/>
              <a:t>© 2017 Pearson Education, Inc., Hoboken, NJ. All rights reserved.    </a:t>
            </a:r>
            <a:endParaRPr lang="en-US" sz="1050" dirty="0"/>
          </a:p>
        </p:txBody>
      </p:sp>
      <p:pic>
        <p:nvPicPr>
          <p:cNvPr id="5" name="Picture 4" descr="f01.pdf"/>
          <p:cNvPicPr>
            <a:picLocks noChangeAspect="1"/>
          </p:cNvPicPr>
          <p:nvPr/>
        </p:nvPicPr>
        <mc:AlternateContent>
          <mc:Choice xmlns:ma="http://schemas.microsoft.com/office/mac/drawingml/2008/main" Requires="ma">
            <p:blipFill>
              <a:blip r:embed="rId3"/>
              <a:stretch>
                <a:fillRect/>
              </a:stretch>
            </p:blipFill>
          </mc:Choice>
          <mc:Fallback>
            <p:blipFill>
              <a:blip r:embed="rId4"/>
              <a:stretch>
                <a:fillRect/>
              </a:stretch>
            </p:blipFill>
          </mc:Fallback>
        </mc:AlternateContent>
        <p:spPr>
          <a:xfrm>
            <a:off x="1447800" y="-457200"/>
            <a:ext cx="6172200" cy="7987552"/>
          </a:xfrm>
          <a:prstGeom prst="rect">
            <a:avLst/>
          </a:prstGeom>
        </p:spPr>
      </p:pic>
    </p:spTree>
  </p:cSld>
  <p:clrMapOvr>
    <a:masterClrMapping/>
  </p:clrMapOvr>
  <p:transition spd="med">
    <p:wipe dir="u"/>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0" y="39688"/>
            <a:ext cx="9143999" cy="1412875"/>
          </a:xfrm>
        </p:spPr>
        <p:txBody>
          <a:bodyPr/>
          <a:lstStyle/>
          <a:p>
            <a:r>
              <a:rPr lang="en-US" dirty="0" smtClean="0"/>
              <a:t>Digital Signature Properties</a:t>
            </a:r>
            <a:endParaRPr lang="en-AU" dirty="0"/>
          </a:p>
        </p:txBody>
      </p:sp>
      <p:graphicFrame>
        <p:nvGraphicFramePr>
          <p:cNvPr id="4" name="Content Placeholder 3"/>
          <p:cNvGraphicFramePr>
            <a:graphicFrameLocks noGrp="1"/>
          </p:cNvGraphicFramePr>
          <p:nvPr>
            <p:ph idx="1"/>
          </p:nvPr>
        </p:nvGraphicFramePr>
        <p:xfrm>
          <a:off x="838200" y="1981200"/>
          <a:ext cx="7570787" cy="4562475"/>
        </p:xfrm>
        <a:graphic>
          <a:graphicData uri="http://schemas.openxmlformats.org/drawingml/2006/diagram">
            <a:relIds xmlns:dgm="http://schemas.openxmlformats.org/drawingml/2006/diagram" xmlns:r="http://schemas.openxmlformats.org/officeDocument/2006/relationships" r:dm="rId3" r:lo="rId4" r:qs="rId5" r:cs="rId6"/>
          </a:graphicData>
        </a:graphic>
      </p:graphicFrame>
      <p:sp>
        <p:nvSpPr>
          <p:cNvPr id="5" name="Footer Placeholder 4"/>
          <p:cNvSpPr>
            <a:spLocks noGrp="1"/>
          </p:cNvSpPr>
          <p:nvPr>
            <p:ph type="ftr" sz="quarter" idx="11"/>
          </p:nvPr>
        </p:nvSpPr>
        <p:spPr>
          <a:xfrm>
            <a:off x="0" y="6492875"/>
            <a:ext cx="45720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Attacks</a:t>
            </a:r>
          </a:p>
        </p:txBody>
      </p:sp>
      <p:graphicFrame>
        <p:nvGraphicFramePr>
          <p:cNvPr id="6" name="Diagram 5"/>
          <p:cNvGraphicFramePr/>
          <p:nvPr/>
        </p:nvGraphicFramePr>
        <p:xfrm>
          <a:off x="228600" y="1295400"/>
          <a:ext cx="8686800" cy="5410200"/>
        </p:xfrm>
        <a:graphic>
          <a:graphicData uri="http://schemas.openxmlformats.org/drawingml/2006/diagram">
            <a:relIds xmlns:dgm="http://schemas.openxmlformats.org/drawingml/2006/diagram" xmlns:r="http://schemas.openxmlformats.org/officeDocument/2006/relationships" r:dm="rId3" r:lo="rId4" r:qs="rId5" r:cs="rId6"/>
          </a:graphicData>
        </a:graphic>
      </p:graphicFrame>
      <p:sp>
        <p:nvSpPr>
          <p:cNvPr id="4" name="Footer Placeholder 3"/>
          <p:cNvSpPr>
            <a:spLocks noGrp="1"/>
          </p:cNvSpPr>
          <p:nvPr>
            <p:ph type="ftr" sz="quarter" idx="11"/>
          </p:nvPr>
        </p:nvSpPr>
        <p:spPr>
          <a:xfrm>
            <a:off x="0" y="6492875"/>
            <a:ext cx="57150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Forgeries</a:t>
            </a:r>
            <a:endParaRPr lang="en-US" dirty="0"/>
          </a:p>
        </p:txBody>
      </p:sp>
      <p:graphicFrame>
        <p:nvGraphicFramePr>
          <p:cNvPr id="7" name="Diagram 6"/>
          <p:cNvGraphicFramePr/>
          <p:nvPr/>
        </p:nvGraphicFramePr>
        <p:xfrm>
          <a:off x="228600" y="1676400"/>
          <a:ext cx="8686800" cy="4876800"/>
        </p:xfrm>
        <a:graphic>
          <a:graphicData uri="http://schemas.openxmlformats.org/drawingml/2006/diagram">
            <a:relIds xmlns:dgm="http://schemas.openxmlformats.org/drawingml/2006/diagram" xmlns:r="http://schemas.openxmlformats.org/officeDocument/2006/relationships" r:dm="rId3" r:lo="rId4" r:qs="rId5" r:cs="rId6"/>
          </a:graphicData>
        </a:graphic>
      </p:graphicFrame>
      <p:sp>
        <p:nvSpPr>
          <p:cNvPr id="4" name="Footer Placeholder 3"/>
          <p:cNvSpPr>
            <a:spLocks noGrp="1"/>
          </p:cNvSpPr>
          <p:nvPr>
            <p:ph type="ftr" sz="quarter" idx="11"/>
          </p:nvPr>
        </p:nvSpPr>
        <p:spPr>
          <a:xfrm>
            <a:off x="0" y="6356350"/>
            <a:ext cx="54864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0" y="39688"/>
            <a:ext cx="9143999" cy="1412875"/>
          </a:xfrm>
        </p:spPr>
        <p:txBody>
          <a:bodyPr/>
          <a:lstStyle/>
          <a:p>
            <a:r>
              <a:rPr lang="en-US" dirty="0" smtClean="0"/>
              <a:t>Digital Signature Requirements</a:t>
            </a:r>
            <a:endParaRPr lang="en-AU" dirty="0"/>
          </a:p>
        </p:txBody>
      </p:sp>
      <p:sp>
        <p:nvSpPr>
          <p:cNvPr id="47107" name="Rectangle 3"/>
          <p:cNvSpPr>
            <a:spLocks noGrp="1" noChangeArrowheads="1"/>
          </p:cNvSpPr>
          <p:nvPr>
            <p:ph idx="1"/>
          </p:nvPr>
        </p:nvSpPr>
        <p:spPr>
          <a:xfrm>
            <a:off x="792163" y="1762125"/>
            <a:ext cx="7570787" cy="4791075"/>
          </a:xfrm>
        </p:spPr>
        <p:txBody>
          <a:bodyPr>
            <a:normAutofit fontScale="70000" lnSpcReduction="20000"/>
          </a:bodyPr>
          <a:lstStyle/>
          <a:p>
            <a:r>
              <a:rPr lang="en-AU" dirty="0" smtClean="0"/>
              <a:t>The signature must be a bit pattern that depends on the message being signed</a:t>
            </a:r>
          </a:p>
          <a:p>
            <a:r>
              <a:rPr lang="en-AU" dirty="0" smtClean="0"/>
              <a:t>The signature must use some information unique to the sender to prevent both forgery and denial</a:t>
            </a:r>
          </a:p>
          <a:p>
            <a:r>
              <a:rPr lang="en-AU" dirty="0" smtClean="0"/>
              <a:t>It must be relatively easy to produce the digital signature</a:t>
            </a:r>
          </a:p>
          <a:p>
            <a:r>
              <a:rPr lang="en-AU" dirty="0" smtClean="0"/>
              <a:t>It must be relatively easy to recognize and verify the digital signature</a:t>
            </a:r>
          </a:p>
          <a:p>
            <a:r>
              <a:rPr lang="en-AU" dirty="0" smtClean="0"/>
              <a:t>It must be computationally infeasible to forge a digital signature, either by constructing a new message for an existing digital signature or by constructing a fraudulent digital signature for a given message</a:t>
            </a:r>
          </a:p>
          <a:p>
            <a:r>
              <a:rPr lang="en-AU" dirty="0" smtClean="0"/>
              <a:t>It must be practical to retain a copy of the digital signature in storage</a:t>
            </a:r>
            <a:endParaRPr lang="en-AU" dirty="0"/>
          </a:p>
        </p:txBody>
      </p:sp>
      <p:sp>
        <p:nvSpPr>
          <p:cNvPr id="4" name="Footer Placeholder 3"/>
          <p:cNvSpPr>
            <a:spLocks noGrp="1"/>
          </p:cNvSpPr>
          <p:nvPr>
            <p:ph type="ftr" sz="quarter" idx="11"/>
          </p:nvPr>
        </p:nvSpPr>
        <p:spPr>
          <a:xfrm>
            <a:off x="0" y="6492875"/>
            <a:ext cx="64770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r>
              <a:rPr lang="en-US" dirty="0" smtClean="0"/>
              <a:t>Direct Digital Signature</a:t>
            </a:r>
            <a:endParaRPr lang="en-AU" dirty="0"/>
          </a:p>
        </p:txBody>
      </p:sp>
      <p:graphicFrame>
        <p:nvGraphicFramePr>
          <p:cNvPr id="9" name="Content Placeholder 8"/>
          <p:cNvGraphicFramePr>
            <a:graphicFrameLocks noGrp="1"/>
          </p:cNvGraphicFramePr>
          <p:nvPr>
            <p:ph idx="1"/>
          </p:nvPr>
        </p:nvGraphicFramePr>
        <p:xfrm>
          <a:off x="304800" y="1600200"/>
          <a:ext cx="8534400" cy="5029201"/>
        </p:xfrm>
        <a:graphic>
          <a:graphicData uri="http://schemas.openxmlformats.org/drawingml/2006/diagram">
            <a:relIds xmlns:dgm="http://schemas.openxmlformats.org/drawingml/2006/diagram" xmlns:r="http://schemas.openxmlformats.org/officeDocument/2006/relationships" r:dm="rId3" r:lo="rId4" r:qs="rId5" r:cs="rId6"/>
          </a:graphicData>
        </a:graphic>
      </p:graphicFrame>
      <p:sp>
        <p:nvSpPr>
          <p:cNvPr id="4" name="Footer Placeholder 3"/>
          <p:cNvSpPr>
            <a:spLocks noGrp="1"/>
          </p:cNvSpPr>
          <p:nvPr>
            <p:ph type="ftr" sz="quarter" idx="11"/>
          </p:nvPr>
        </p:nvSpPr>
        <p:spPr>
          <a:xfrm>
            <a:off x="0" y="6492875"/>
            <a:ext cx="57912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a:xfrm>
            <a:off x="1" y="39688"/>
            <a:ext cx="9144000" cy="1412875"/>
          </a:xfrm>
        </p:spPr>
        <p:txBody>
          <a:bodyPr/>
          <a:lstStyle/>
          <a:p>
            <a:r>
              <a:rPr lang="en-AU" dirty="0" smtClean="0"/>
              <a:t>ElGamal </a:t>
            </a:r>
            <a:r>
              <a:rPr lang="en-US" dirty="0" smtClean="0"/>
              <a:t>Digital Signature</a:t>
            </a:r>
            <a:endParaRPr lang="en-AU" dirty="0" smtClean="0"/>
          </a:p>
        </p:txBody>
      </p:sp>
      <p:sp>
        <p:nvSpPr>
          <p:cNvPr id="62467" name="Rectangle 3"/>
          <p:cNvSpPr>
            <a:spLocks noGrp="1" noChangeArrowheads="1"/>
          </p:cNvSpPr>
          <p:nvPr>
            <p:ph idx="1"/>
          </p:nvPr>
        </p:nvSpPr>
        <p:spPr>
          <a:xfrm>
            <a:off x="792163" y="1762125"/>
            <a:ext cx="7570787" cy="4638675"/>
          </a:xfrm>
        </p:spPr>
        <p:txBody>
          <a:bodyPr>
            <a:normAutofit fontScale="92500" lnSpcReduction="10000"/>
          </a:bodyPr>
          <a:lstStyle/>
          <a:p>
            <a:r>
              <a:rPr lang="en-AU" dirty="0" smtClean="0"/>
              <a:t>Scheme involves the use of the private key for encryption and the public key for decryption</a:t>
            </a:r>
          </a:p>
          <a:p>
            <a:r>
              <a:rPr lang="en-AU" dirty="0" smtClean="0"/>
              <a:t>Global elements are a prime number </a:t>
            </a:r>
            <a:r>
              <a:rPr lang="en-AU" i="1" dirty="0" smtClean="0"/>
              <a:t>q </a:t>
            </a:r>
            <a:r>
              <a:rPr lang="en-AU" dirty="0" smtClean="0"/>
              <a:t>and a, which is a primitive root of </a:t>
            </a:r>
            <a:r>
              <a:rPr lang="en-AU" i="1" dirty="0" smtClean="0"/>
              <a:t>q</a:t>
            </a:r>
            <a:endParaRPr lang="en-AU" dirty="0" smtClean="0"/>
          </a:p>
          <a:p>
            <a:r>
              <a:rPr lang="en-US" dirty="0" smtClean="0"/>
              <a:t>Use private key for encryption (signing)</a:t>
            </a:r>
          </a:p>
          <a:p>
            <a:r>
              <a:rPr lang="en-US" dirty="0" smtClean="0"/>
              <a:t>Uses public key for decryption (verification)</a:t>
            </a:r>
            <a:endParaRPr lang="en-AU" dirty="0" smtClean="0"/>
          </a:p>
          <a:p>
            <a:r>
              <a:rPr lang="en-US" dirty="0" smtClean="0"/>
              <a:t>Each user generates their key</a:t>
            </a:r>
          </a:p>
          <a:p>
            <a:pPr lvl="1"/>
            <a:r>
              <a:rPr lang="en-AU" dirty="0" smtClean="0"/>
              <a:t>Chooses a secret key (number): 1 &lt; </a:t>
            </a:r>
            <a:r>
              <a:rPr lang="en-AU" i="1" dirty="0" smtClean="0"/>
              <a:t>x</a:t>
            </a:r>
            <a:r>
              <a:rPr lang="en-AU" i="1" baseline="-25000" dirty="0" smtClean="0"/>
              <a:t>A</a:t>
            </a:r>
            <a:r>
              <a:rPr lang="en-AU" i="1" dirty="0" smtClean="0"/>
              <a:t> &lt; q</a:t>
            </a:r>
            <a:r>
              <a:rPr lang="en-AU" dirty="0" smtClean="0"/>
              <a:t>-1 </a:t>
            </a:r>
          </a:p>
          <a:p>
            <a:pPr lvl="1"/>
            <a:r>
              <a:rPr lang="en-AU" dirty="0" smtClean="0"/>
              <a:t>Compute their public key: y</a:t>
            </a:r>
            <a:r>
              <a:rPr lang="en-AU" baseline="-25000" dirty="0" smtClean="0"/>
              <a:t>A</a:t>
            </a:r>
            <a:r>
              <a:rPr lang="en-AU" dirty="0" smtClean="0"/>
              <a:t> = </a:t>
            </a:r>
            <a:r>
              <a:rPr lang="el-GR" dirty="0" smtClean="0"/>
              <a:t>a</a:t>
            </a:r>
            <a:r>
              <a:rPr lang="en-AU" baseline="30000" dirty="0" smtClean="0"/>
              <a:t>xA</a:t>
            </a:r>
            <a:r>
              <a:rPr lang="en-AU" dirty="0" smtClean="0"/>
              <a:t> mod </a:t>
            </a:r>
            <a:r>
              <a:rPr lang="en-AU" i="1" dirty="0" smtClean="0"/>
              <a:t>q</a:t>
            </a:r>
          </a:p>
          <a:p>
            <a:endParaRPr lang="en-AU" dirty="0" smtClean="0"/>
          </a:p>
        </p:txBody>
      </p:sp>
      <p:sp>
        <p:nvSpPr>
          <p:cNvPr id="4" name="Footer Placeholder 3"/>
          <p:cNvSpPr>
            <a:spLocks noGrp="1"/>
          </p:cNvSpPr>
          <p:nvPr>
            <p:ph type="ftr" sz="quarter" idx="11"/>
          </p:nvPr>
        </p:nvSpPr>
        <p:spPr>
          <a:xfrm>
            <a:off x="0" y="6492875"/>
            <a:ext cx="65532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a:xfrm>
            <a:off x="0" y="39688"/>
            <a:ext cx="9143999" cy="1412875"/>
          </a:xfrm>
        </p:spPr>
        <p:txBody>
          <a:bodyPr/>
          <a:lstStyle/>
          <a:p>
            <a:r>
              <a:rPr lang="en-AU" dirty="0" smtClean="0"/>
              <a:t>Schnorr </a:t>
            </a:r>
            <a:r>
              <a:rPr lang="en-US" dirty="0" smtClean="0"/>
              <a:t>Digital Signature</a:t>
            </a:r>
            <a:endParaRPr lang="en-AU" dirty="0" smtClean="0"/>
          </a:p>
        </p:txBody>
      </p:sp>
      <p:sp>
        <p:nvSpPr>
          <p:cNvPr id="62467" name="Rectangle 3"/>
          <p:cNvSpPr>
            <a:spLocks noGrp="1" noChangeArrowheads="1"/>
          </p:cNvSpPr>
          <p:nvPr>
            <p:ph idx="1"/>
          </p:nvPr>
        </p:nvSpPr>
        <p:spPr>
          <a:xfrm>
            <a:off x="762000" y="1981200"/>
            <a:ext cx="7570787" cy="4638675"/>
          </a:xfrm>
        </p:spPr>
        <p:txBody>
          <a:bodyPr>
            <a:normAutofit fontScale="92500" lnSpcReduction="20000"/>
          </a:bodyPr>
          <a:lstStyle/>
          <a:p>
            <a:r>
              <a:rPr lang="en-AU" dirty="0" smtClean="0"/>
              <a:t>Scheme is based on discrete logarithms</a:t>
            </a:r>
          </a:p>
          <a:p>
            <a:r>
              <a:rPr lang="en-AU" dirty="0" smtClean="0"/>
              <a:t>Minimizes the message-dependent amount of computation required to generate a signature</a:t>
            </a:r>
          </a:p>
          <a:p>
            <a:pPr lvl="1"/>
            <a:r>
              <a:rPr lang="en-US" dirty="0" smtClean="0"/>
              <a:t>Multiplying a 2</a:t>
            </a:r>
            <a:r>
              <a:rPr lang="en-US" i="1" dirty="0" smtClean="0"/>
              <a:t>n</a:t>
            </a:r>
            <a:r>
              <a:rPr lang="en-US" dirty="0" smtClean="0"/>
              <a:t>-bit integer with an </a:t>
            </a:r>
            <a:r>
              <a:rPr lang="en-US" i="1" dirty="0" smtClean="0"/>
              <a:t>n</a:t>
            </a:r>
            <a:r>
              <a:rPr lang="en-US" dirty="0" smtClean="0"/>
              <a:t>-bit integer</a:t>
            </a:r>
          </a:p>
          <a:p>
            <a:r>
              <a:rPr lang="en-US" dirty="0" smtClean="0"/>
              <a:t>Main work can be done during the idle time of the processor</a:t>
            </a:r>
            <a:endParaRPr lang="en-AU" dirty="0" smtClean="0"/>
          </a:p>
          <a:p>
            <a:r>
              <a:rPr lang="en-US" dirty="0" smtClean="0"/>
              <a:t>Based on using a prime modulus </a:t>
            </a:r>
            <a:r>
              <a:rPr lang="en-US" i="1" dirty="0" smtClean="0"/>
              <a:t>p, </a:t>
            </a:r>
            <a:r>
              <a:rPr lang="en-US" dirty="0" smtClean="0"/>
              <a:t>with </a:t>
            </a:r>
            <a:r>
              <a:rPr lang="en-US" i="1" dirty="0" smtClean="0"/>
              <a:t>p </a:t>
            </a:r>
            <a:r>
              <a:rPr lang="en-US" dirty="0" smtClean="0"/>
              <a:t>– 1 having a prime factor </a:t>
            </a:r>
            <a:r>
              <a:rPr lang="en-US" i="1" dirty="0" smtClean="0"/>
              <a:t>q </a:t>
            </a:r>
            <a:r>
              <a:rPr lang="en-US" dirty="0" smtClean="0"/>
              <a:t>of appropriate size </a:t>
            </a:r>
          </a:p>
          <a:p>
            <a:pPr lvl="1"/>
            <a:r>
              <a:rPr lang="en-US" dirty="0" smtClean="0"/>
              <a:t>Typically </a:t>
            </a:r>
            <a:r>
              <a:rPr lang="en-US" i="1" dirty="0" smtClean="0"/>
              <a:t>p </a:t>
            </a:r>
            <a:r>
              <a:rPr lang="en-US" dirty="0" smtClean="0"/>
              <a:t>is a 1024-bit number, and </a:t>
            </a:r>
            <a:r>
              <a:rPr lang="en-US" i="1" dirty="0" smtClean="0"/>
              <a:t>q</a:t>
            </a:r>
            <a:r>
              <a:rPr lang="en-US" dirty="0" smtClean="0"/>
              <a:t> is a 160-bit number</a:t>
            </a:r>
          </a:p>
        </p:txBody>
      </p:sp>
      <p:sp>
        <p:nvSpPr>
          <p:cNvPr id="4" name="Footer Placeholder 3"/>
          <p:cNvSpPr>
            <a:spLocks noGrp="1"/>
          </p:cNvSpPr>
          <p:nvPr>
            <p:ph type="ftr" sz="quarter" idx="11"/>
          </p:nvPr>
        </p:nvSpPr>
        <p:spPr>
          <a:xfrm>
            <a:off x="0" y="6492875"/>
            <a:ext cx="88392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a:xfrm>
            <a:off x="0" y="39688"/>
            <a:ext cx="9143999" cy="1412875"/>
          </a:xfrm>
        </p:spPr>
        <p:txBody>
          <a:bodyPr/>
          <a:lstStyle/>
          <a:p>
            <a:r>
              <a:rPr lang="en-AU" dirty="0" smtClean="0"/>
              <a:t>NIST Digital Signature Algorithm</a:t>
            </a:r>
            <a:endParaRPr lang="en-AU" dirty="0"/>
          </a:p>
        </p:txBody>
      </p:sp>
      <p:sp>
        <p:nvSpPr>
          <p:cNvPr id="64515" name="Rectangle 3"/>
          <p:cNvSpPr>
            <a:spLocks noGrp="1" noChangeArrowheads="1"/>
          </p:cNvSpPr>
          <p:nvPr>
            <p:ph idx="1"/>
          </p:nvPr>
        </p:nvSpPr>
        <p:spPr>
          <a:xfrm>
            <a:off x="792163" y="1762125"/>
            <a:ext cx="7570787" cy="4714875"/>
          </a:xfrm>
        </p:spPr>
        <p:txBody>
          <a:bodyPr>
            <a:normAutofit/>
          </a:bodyPr>
          <a:lstStyle/>
          <a:p>
            <a:r>
              <a:rPr lang="en-AU" dirty="0" smtClean="0"/>
              <a:t>Published by NIST as Federal Information Processing Standard FIPS 186</a:t>
            </a:r>
          </a:p>
          <a:p>
            <a:r>
              <a:rPr lang="en-AU" dirty="0" smtClean="0"/>
              <a:t>Makes use of the Secure Hash Algorithm (SHA)</a:t>
            </a:r>
          </a:p>
          <a:p>
            <a:r>
              <a:rPr lang="en-AU" dirty="0" smtClean="0"/>
              <a:t>The latest version, FIPS 186-3, also incorporates digital signature algorithms based on RSA and on elliptic curve cryptography</a:t>
            </a:r>
            <a:endParaRPr lang="en-AU" dirty="0"/>
          </a:p>
        </p:txBody>
      </p:sp>
      <p:pic>
        <p:nvPicPr>
          <p:cNvPr id="4" name="Picture 3"/>
          <p:cNvPicPr>
            <a:picLocks noChangeAspect="1"/>
          </p:cNvPicPr>
          <p:nvPr/>
        </p:nvPicPr>
        <p:blipFill>
          <a:blip r:embed="rId3"/>
          <a:stretch>
            <a:fillRect/>
          </a:stretch>
        </p:blipFill>
        <p:spPr>
          <a:xfrm>
            <a:off x="6096000" y="4648200"/>
            <a:ext cx="2603500" cy="2044700"/>
          </a:xfrm>
          <a:prstGeom prst="rect">
            <a:avLst/>
          </a:prstGeom>
        </p:spPr>
      </p:pic>
      <p:sp>
        <p:nvSpPr>
          <p:cNvPr id="5" name="Footer Placeholder 4"/>
          <p:cNvSpPr>
            <a:spLocks noGrp="1"/>
          </p:cNvSpPr>
          <p:nvPr>
            <p:ph type="ftr" sz="quarter" idx="11"/>
          </p:nvPr>
        </p:nvSpPr>
        <p:spPr>
          <a:xfrm>
            <a:off x="0" y="6492875"/>
            <a:ext cx="51054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0" y="6492875"/>
            <a:ext cx="7239000" cy="365125"/>
          </a:xfrm>
        </p:spPr>
        <p:txBody>
          <a:bodyPr/>
          <a:lstStyle/>
          <a:p>
            <a:pPr>
              <a:defRPr/>
            </a:pPr>
            <a:r>
              <a:rPr lang="en-US" sz="1050" dirty="0" smtClean="0"/>
              <a:t>© 2017 Pearson Education, Inc., Hoboken, NJ. All rights reserved.    </a:t>
            </a:r>
            <a:endParaRPr lang="en-US" sz="1050" dirty="0"/>
          </a:p>
        </p:txBody>
      </p:sp>
      <p:pic>
        <p:nvPicPr>
          <p:cNvPr id="5" name="Picture 4" descr="f02.pdf"/>
          <p:cNvPicPr>
            <a:picLocks noChangeAspect="1"/>
          </p:cNvPicPr>
          <p:nvPr/>
        </p:nvPicPr>
        <mc:AlternateContent>
          <mc:Choice xmlns:ma="http://schemas.microsoft.com/office/mac/drawingml/2008/main" Requires="ma">
            <p:blipFill>
              <a:blip r:embed="rId3"/>
              <a:srcRect t="19091" b="23636"/>
              <a:stretch>
                <a:fillRect/>
              </a:stretch>
            </p:blipFill>
          </mc:Choice>
          <mc:Fallback>
            <p:blipFill>
              <a:blip r:embed="rId4"/>
              <a:srcRect t="19091" b="23636"/>
              <a:stretch>
                <a:fillRect/>
              </a:stretch>
            </p:blipFill>
          </mc:Fallback>
        </mc:AlternateContent>
        <p:spPr>
          <a:xfrm>
            <a:off x="155873" y="0"/>
            <a:ext cx="8841642" cy="6553200"/>
          </a:xfrm>
          <a:prstGeom prst="rect">
            <a:avLst/>
          </a:prstGeom>
        </p:spPr>
      </p:pic>
    </p:spTree>
  </p:cSld>
  <p:clrMapOvr>
    <a:masterClrMapping/>
  </p:clrMapOvr>
  <p:transition>
    <p:dissolv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0" y="6492875"/>
            <a:ext cx="6172200" cy="365125"/>
          </a:xfrm>
        </p:spPr>
        <p:txBody>
          <a:bodyPr/>
          <a:lstStyle/>
          <a:p>
            <a:pPr>
              <a:defRPr/>
            </a:pPr>
            <a:r>
              <a:rPr lang="en-US" sz="1050" dirty="0" smtClean="0"/>
              <a:t>© 2017 Pearson Education, Inc., Hoboken, NJ. All rights reserved.    </a:t>
            </a:r>
            <a:endParaRPr lang="en-US" sz="1050" dirty="0"/>
          </a:p>
        </p:txBody>
      </p:sp>
      <p:graphicFrame>
        <p:nvGraphicFramePr>
          <p:cNvPr id="45058" name="Object 2"/>
          <p:cNvGraphicFramePr>
            <a:graphicFrameLocks noChangeAspect="1"/>
          </p:cNvGraphicFramePr>
          <p:nvPr/>
        </p:nvGraphicFramePr>
        <p:xfrm>
          <a:off x="228600" y="228600"/>
          <a:ext cx="8686800" cy="6324600"/>
        </p:xfrm>
        <a:graphic>
          <a:graphicData uri="http://schemas.openxmlformats.org/presentationml/2006/ole">
            <p:oleObj spid="_x0000_s45058" name="Document" r:id="rId4" imgW="8229600" imgH="5562600" progId="Word.Document.12">
              <p:embed/>
            </p:oleObj>
          </a:graphicData>
        </a:graphic>
      </p:graphicFrame>
    </p:spTree>
  </p:cSld>
  <p:clrMapOvr>
    <a:masterClrMapping/>
  </p:clrMapOvr>
  <p:transition spd="med">
    <p:pull dir="ld"/>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a:xfrm>
            <a:off x="0" y="6492875"/>
            <a:ext cx="5867400" cy="365125"/>
          </a:xfrm>
        </p:spPr>
        <p:txBody>
          <a:bodyPr/>
          <a:lstStyle/>
          <a:p>
            <a:pPr>
              <a:defRPr/>
            </a:pPr>
            <a:r>
              <a:rPr lang="en-US" sz="1050" dirty="0" smtClean="0"/>
              <a:t>© 2017 Pearson Education, Inc., Hoboken, NJ. All rights reserved.    </a:t>
            </a:r>
            <a:endParaRPr lang="en-US" sz="1050" dirty="0"/>
          </a:p>
        </p:txBody>
      </p:sp>
      <p:pic>
        <p:nvPicPr>
          <p:cNvPr id="8" name="Picture 7" descr="f04.pdf"/>
          <p:cNvPicPr>
            <a:picLocks noChangeAspect="1"/>
          </p:cNvPicPr>
          <p:nvPr/>
        </p:nvPicPr>
        <mc:AlternateContent>
          <mc:Choice xmlns:ma="http://schemas.microsoft.com/office/mac/drawingml/2008/main" Requires="ma">
            <p:blipFill>
              <a:blip r:embed="rId3"/>
              <a:stretch>
                <a:fillRect/>
              </a:stretch>
            </p:blipFill>
          </mc:Choice>
          <mc:Fallback>
            <p:blipFill>
              <a:blip r:embed="rId4"/>
              <a:stretch>
                <a:fillRect/>
              </a:stretch>
            </p:blipFill>
          </mc:Fallback>
        </mc:AlternateContent>
        <p:spPr>
          <a:xfrm>
            <a:off x="1828800" y="-304800"/>
            <a:ext cx="5638800" cy="7297270"/>
          </a:xfrm>
          <a:prstGeom prst="rect">
            <a:avLst/>
          </a:prstGeom>
        </p:spPr>
      </p:pic>
    </p:spTree>
  </p:cSld>
  <p:clrMapOvr>
    <a:masterClrMapping/>
  </p:clrMapOvr>
  <p:transition spd="med">
    <p:pull dir="rd"/>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Title 6"/>
          <p:cNvSpPr>
            <a:spLocks noGrp="1"/>
          </p:cNvSpPr>
          <p:nvPr>
            <p:ph type="title"/>
          </p:nvPr>
        </p:nvSpPr>
        <p:spPr>
          <a:xfrm>
            <a:off x="0" y="39688"/>
            <a:ext cx="9143999" cy="1412875"/>
          </a:xfrm>
        </p:spPr>
        <p:txBody>
          <a:bodyPr/>
          <a:lstStyle/>
          <a:p>
            <a:r>
              <a:rPr lang="en-US" dirty="0" smtClean="0"/>
              <a:t>Elliptic Curve Digital Signature Algorithm (ECDSA)</a:t>
            </a:r>
            <a:endParaRPr lang="en-US" dirty="0"/>
          </a:p>
        </p:txBody>
      </p:sp>
      <p:graphicFrame>
        <p:nvGraphicFramePr>
          <p:cNvPr id="4" name="Content Placeholder 3"/>
          <p:cNvGraphicFramePr>
            <a:graphicFrameLocks noGrp="1"/>
          </p:cNvGraphicFramePr>
          <p:nvPr>
            <p:ph idx="1"/>
          </p:nvPr>
        </p:nvGraphicFramePr>
        <p:xfrm>
          <a:off x="792163" y="1762125"/>
          <a:ext cx="7570787" cy="4714875"/>
        </p:xfrm>
        <a:graphic>
          <a:graphicData uri="http://schemas.openxmlformats.org/drawingml/2006/diagram">
            <a:relIds xmlns:dgm="http://schemas.openxmlformats.org/drawingml/2006/diagram" xmlns:r="http://schemas.openxmlformats.org/officeDocument/2006/relationships" r:dm="rId3" r:lo="rId4" r:qs="rId5" r:cs="rId6"/>
          </a:graphicData>
        </a:graphic>
      </p:graphicFrame>
      <p:sp>
        <p:nvSpPr>
          <p:cNvPr id="5" name="Footer Placeholder 4"/>
          <p:cNvSpPr>
            <a:spLocks noGrp="1"/>
          </p:cNvSpPr>
          <p:nvPr>
            <p:ph type="ftr" sz="quarter" idx="11"/>
          </p:nvPr>
        </p:nvSpPr>
        <p:spPr>
          <a:xfrm>
            <a:off x="0" y="6492875"/>
            <a:ext cx="54864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0" y="6492875"/>
            <a:ext cx="6096000" cy="365125"/>
          </a:xfrm>
        </p:spPr>
        <p:txBody>
          <a:bodyPr/>
          <a:lstStyle/>
          <a:p>
            <a:pPr>
              <a:defRPr/>
            </a:pPr>
            <a:r>
              <a:rPr lang="en-US" sz="1050" dirty="0" smtClean="0"/>
              <a:t>© 2017 Pearson Education, Inc., Hoboken, NJ. All rights reserved.    </a:t>
            </a:r>
            <a:endParaRPr lang="en-US" sz="1050" dirty="0"/>
          </a:p>
        </p:txBody>
      </p:sp>
      <p:pic>
        <p:nvPicPr>
          <p:cNvPr id="5" name="Picture 4" descr="f05.pdf"/>
          <p:cNvPicPr>
            <a:picLocks noChangeAspect="1"/>
          </p:cNvPicPr>
          <p:nvPr/>
        </p:nvPicPr>
        <mc:AlternateContent>
          <mc:Choice xmlns:ma="http://schemas.microsoft.com/office/mac/drawingml/2008/main" Requires="ma">
            <p:blipFill>
              <a:blip r:embed="rId3"/>
              <a:stretch>
                <a:fillRect/>
              </a:stretch>
            </p:blipFill>
          </mc:Choice>
          <mc:Fallback>
            <p:blipFill>
              <a:blip r:embed="rId4"/>
              <a:stretch>
                <a:fillRect/>
              </a:stretch>
            </p:blipFill>
          </mc:Fallback>
        </mc:AlternateContent>
        <p:spPr>
          <a:xfrm>
            <a:off x="1922318" y="0"/>
            <a:ext cx="5773882" cy="7472082"/>
          </a:xfrm>
          <a:prstGeom prst="rect">
            <a:avLst/>
          </a:prstGeom>
        </p:spPr>
      </p:pic>
    </p:spTree>
  </p:cSld>
  <p:clrMapOvr>
    <a:masterClrMapping/>
  </p:clrMapOvr>
  <p:transition>
    <p:dissolv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RSA-PSS</a:t>
            </a:r>
            <a:endParaRPr lang="en-US" dirty="0"/>
          </a:p>
        </p:txBody>
      </p:sp>
      <p:sp>
        <p:nvSpPr>
          <p:cNvPr id="3" name="Content Placeholder 2"/>
          <p:cNvSpPr>
            <a:spLocks noGrp="1"/>
          </p:cNvSpPr>
          <p:nvPr>
            <p:ph idx="1"/>
          </p:nvPr>
        </p:nvSpPr>
        <p:spPr>
          <a:xfrm>
            <a:off x="792163" y="1762125"/>
            <a:ext cx="7570787" cy="4562475"/>
          </a:xfrm>
        </p:spPr>
        <p:txBody>
          <a:bodyPr>
            <a:normAutofit fontScale="70000" lnSpcReduction="20000"/>
          </a:bodyPr>
          <a:lstStyle/>
          <a:p>
            <a:r>
              <a:rPr lang="en-US" dirty="0" smtClean="0"/>
              <a:t>RSA Probabilistic Signature Scheme</a:t>
            </a:r>
          </a:p>
          <a:p>
            <a:r>
              <a:rPr lang="en-US" dirty="0" smtClean="0"/>
              <a:t>Included in the 2009 version of FIPS 186</a:t>
            </a:r>
          </a:p>
          <a:p>
            <a:r>
              <a:rPr lang="en-US" dirty="0" smtClean="0"/>
              <a:t>Latest of the RSA schemes and the one that RSA Laboratories recommends as the most secure of the RSA schemes</a:t>
            </a:r>
          </a:p>
          <a:p>
            <a:r>
              <a:rPr lang="en-US" dirty="0" smtClean="0"/>
              <a:t>For all schemes developed prior to PSS </a:t>
            </a:r>
            <a:r>
              <a:rPr lang="en-US" dirty="0" smtClean="0"/>
              <a:t>it </a:t>
            </a:r>
            <a:r>
              <a:rPr lang="en-US" dirty="0" smtClean="0"/>
              <a:t>has not been possible to develop a mathematical proof that the signature scheme is as secure as the underlying RSA encryption/decryption primitive</a:t>
            </a:r>
          </a:p>
          <a:p>
            <a:r>
              <a:rPr lang="en-US" dirty="0" smtClean="0"/>
              <a:t>The PSS approach was first proposed by Bellare and Rogaway</a:t>
            </a:r>
          </a:p>
          <a:p>
            <a:r>
              <a:rPr lang="en-US" dirty="0" smtClean="0"/>
              <a:t>This approach, unlike the other RSA-based schemes, introduces a randomization process that enables the security of the method to be shown to be closely related to the security of the RSA algorithm itself</a:t>
            </a:r>
            <a:endParaRPr lang="en-US" dirty="0"/>
          </a:p>
        </p:txBody>
      </p:sp>
      <p:sp>
        <p:nvSpPr>
          <p:cNvPr id="4" name="Footer Placeholder 3"/>
          <p:cNvSpPr>
            <a:spLocks noGrp="1"/>
          </p:cNvSpPr>
          <p:nvPr>
            <p:ph type="ftr" sz="quarter" idx="11"/>
          </p:nvPr>
        </p:nvSpPr>
        <p:spPr>
          <a:xfrm>
            <a:off x="0" y="6492875"/>
            <a:ext cx="56388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 name="Title 3"/>
          <p:cNvSpPr>
            <a:spLocks noGrp="1"/>
          </p:cNvSpPr>
          <p:nvPr>
            <p:ph type="title"/>
          </p:nvPr>
        </p:nvSpPr>
        <p:spPr>
          <a:xfrm>
            <a:off x="1" y="39688"/>
            <a:ext cx="9144000" cy="1412875"/>
          </a:xfrm>
        </p:spPr>
        <p:txBody>
          <a:bodyPr/>
          <a:lstStyle/>
          <a:p>
            <a:r>
              <a:rPr lang="en-US" dirty="0" smtClean="0"/>
              <a:t>Mask Generation Function (MGF)</a:t>
            </a:r>
            <a:endParaRPr lang="en-US" dirty="0"/>
          </a:p>
        </p:txBody>
      </p:sp>
      <p:sp>
        <p:nvSpPr>
          <p:cNvPr id="5" name="Content Placeholder 4"/>
          <p:cNvSpPr>
            <a:spLocks noGrp="1"/>
          </p:cNvSpPr>
          <p:nvPr>
            <p:ph idx="1"/>
          </p:nvPr>
        </p:nvSpPr>
        <p:spPr>
          <a:xfrm>
            <a:off x="762000" y="2133600"/>
            <a:ext cx="7570787" cy="4289425"/>
          </a:xfrm>
        </p:spPr>
        <p:txBody>
          <a:bodyPr/>
          <a:lstStyle/>
          <a:p>
            <a:r>
              <a:rPr lang="en-US" dirty="0" smtClean="0"/>
              <a:t>Typically based on a secure cryptographic hash function such as SHA-1</a:t>
            </a:r>
          </a:p>
          <a:p>
            <a:pPr lvl="1"/>
            <a:r>
              <a:rPr lang="en-US" dirty="0" smtClean="0"/>
              <a:t>Is intended to be a cryptographically secure way of generating a message digest, or hash, of variable length based on an underlying cryptographic hash function that produces a fixed-length output</a:t>
            </a:r>
            <a:endParaRPr lang="en-US" dirty="0"/>
          </a:p>
        </p:txBody>
      </p:sp>
      <p:sp>
        <p:nvSpPr>
          <p:cNvPr id="6" name="Footer Placeholder 5"/>
          <p:cNvSpPr>
            <a:spLocks noGrp="1"/>
          </p:cNvSpPr>
          <p:nvPr>
            <p:ph type="ftr" sz="quarter" idx="11"/>
          </p:nvPr>
        </p:nvSpPr>
        <p:spPr>
          <a:xfrm>
            <a:off x="0" y="6492875"/>
            <a:ext cx="54864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0" y="6492875"/>
            <a:ext cx="5715000" cy="365125"/>
          </a:xfrm>
        </p:spPr>
        <p:txBody>
          <a:bodyPr/>
          <a:lstStyle/>
          <a:p>
            <a:pPr>
              <a:defRPr/>
            </a:pPr>
            <a:r>
              <a:rPr lang="en-US" sz="1050" dirty="0" smtClean="0"/>
              <a:t>© 2017 Pearson Education, Inc., Hoboken, NJ. All rights reserved.    </a:t>
            </a:r>
            <a:endParaRPr lang="en-US" sz="1050" dirty="0"/>
          </a:p>
        </p:txBody>
      </p:sp>
      <p:pic>
        <p:nvPicPr>
          <p:cNvPr id="5" name="Picture 4" descr="f06.pdf"/>
          <p:cNvPicPr>
            <a:picLocks noChangeAspect="1"/>
          </p:cNvPicPr>
          <p:nvPr/>
        </p:nvPicPr>
        <mc:AlternateContent>
          <mc:Choice xmlns:ma="http://schemas.microsoft.com/office/mac/drawingml/2008/main" Requires="ma">
            <p:blipFill>
              <a:blip r:embed="rId3"/>
              <a:srcRect t="12727" b="14545"/>
              <a:stretch>
                <a:fillRect/>
              </a:stretch>
            </p:blipFill>
          </mc:Choice>
          <mc:Fallback>
            <p:blipFill>
              <a:blip r:embed="rId4"/>
              <a:srcRect t="12727" b="14545"/>
              <a:stretch>
                <a:fillRect/>
              </a:stretch>
            </p:blipFill>
          </mc:Fallback>
        </mc:AlternateContent>
        <p:spPr>
          <a:xfrm>
            <a:off x="990600" y="-152400"/>
            <a:ext cx="7315200" cy="6884818"/>
          </a:xfrm>
          <a:prstGeom prst="rect">
            <a:avLst/>
          </a:prstGeom>
        </p:spPr>
      </p:pic>
    </p:spTree>
  </p:cSld>
  <p:clrMapOvr>
    <a:masterClrMapping/>
  </p:clrMapOvr>
  <p:transition spd="med">
    <p:wip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0" y="6492875"/>
            <a:ext cx="5105400" cy="365125"/>
          </a:xfrm>
        </p:spPr>
        <p:txBody>
          <a:bodyPr/>
          <a:lstStyle/>
          <a:p>
            <a:pPr>
              <a:defRPr/>
            </a:pPr>
            <a:r>
              <a:rPr lang="en-US" sz="1050" dirty="0" smtClean="0"/>
              <a:t>© 2017 Pearson Education, Inc., Hoboken, NJ. All rights reserved.    </a:t>
            </a:r>
            <a:endParaRPr lang="en-US" sz="1050" dirty="0"/>
          </a:p>
        </p:txBody>
      </p:sp>
      <p:pic>
        <p:nvPicPr>
          <p:cNvPr id="5" name="Picture 4" descr="f07.pdf"/>
          <p:cNvPicPr>
            <a:picLocks noChangeAspect="1"/>
          </p:cNvPicPr>
          <p:nvPr/>
        </p:nvPicPr>
        <mc:AlternateContent>
          <mc:Choice xmlns:ma="http://schemas.microsoft.com/office/mac/drawingml/2008/main" Requires="ma">
            <p:blipFill>
              <a:blip r:embed="rId3"/>
              <a:srcRect t="3636" b="18182"/>
              <a:stretch>
                <a:fillRect/>
              </a:stretch>
            </p:blipFill>
          </mc:Choice>
          <mc:Fallback>
            <p:blipFill>
              <a:blip r:embed="rId4"/>
              <a:srcRect t="3636" b="18182"/>
              <a:stretch>
                <a:fillRect/>
              </a:stretch>
            </p:blipFill>
          </mc:Fallback>
        </mc:AlternateContent>
        <p:spPr>
          <a:xfrm>
            <a:off x="1676400" y="0"/>
            <a:ext cx="6627659" cy="6705600"/>
          </a:xfrm>
          <a:prstGeom prst="rect">
            <a:avLst/>
          </a:prstGeom>
        </p:spPr>
      </p:pic>
    </p:spTree>
  </p:cSld>
  <p:clrMapOvr>
    <a:masterClrMapping/>
  </p:clrMapOvr>
  <p:transition>
    <p:dissolv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p:txBody>
          <a:bodyPr/>
          <a:lstStyle/>
          <a:p>
            <a:r>
              <a:rPr lang="en-US" dirty="0" smtClean="0"/>
              <a:t>Summary</a:t>
            </a:r>
            <a:endParaRPr lang="en-AU" dirty="0" smtClean="0"/>
          </a:p>
        </p:txBody>
      </p:sp>
      <p:sp>
        <p:nvSpPr>
          <p:cNvPr id="100355" name="Rectangle 3"/>
          <p:cNvSpPr>
            <a:spLocks noGrp="1" noChangeArrowheads="1"/>
          </p:cNvSpPr>
          <p:nvPr>
            <p:ph sz="half" idx="1"/>
          </p:nvPr>
        </p:nvSpPr>
        <p:spPr>
          <a:xfrm>
            <a:off x="304800" y="1676400"/>
            <a:ext cx="3565525" cy="4953000"/>
          </a:xfrm>
        </p:spPr>
        <p:txBody>
          <a:bodyPr>
            <a:normAutofit fontScale="92500" lnSpcReduction="20000"/>
          </a:bodyPr>
          <a:lstStyle/>
          <a:p>
            <a:r>
              <a:rPr lang="en-US" dirty="0" smtClean="0"/>
              <a:t>Digital signatures</a:t>
            </a:r>
          </a:p>
          <a:p>
            <a:pPr lvl="1"/>
            <a:r>
              <a:rPr lang="en-US" dirty="0" smtClean="0"/>
              <a:t>Properties</a:t>
            </a:r>
          </a:p>
          <a:p>
            <a:pPr lvl="1"/>
            <a:r>
              <a:rPr lang="en-US" dirty="0" smtClean="0"/>
              <a:t>Attacks and forgeries</a:t>
            </a:r>
          </a:p>
          <a:p>
            <a:pPr lvl="1"/>
            <a:r>
              <a:rPr lang="en-US" dirty="0" smtClean="0"/>
              <a:t>Digital signature requirements</a:t>
            </a:r>
          </a:p>
          <a:p>
            <a:pPr lvl="1"/>
            <a:r>
              <a:rPr lang="en-US" dirty="0" smtClean="0"/>
              <a:t>Direct digital signature</a:t>
            </a:r>
          </a:p>
          <a:p>
            <a:r>
              <a:rPr lang="en-US" dirty="0" smtClean="0"/>
              <a:t>Elgamal digital signature scheme</a:t>
            </a:r>
          </a:p>
          <a:p>
            <a:pPr fontAlgn="auto">
              <a:spcAft>
                <a:spcPts val="0"/>
              </a:spcAft>
              <a:buClr>
                <a:schemeClr val="accent1">
                  <a:lumMod val="60000"/>
                  <a:lumOff val="40000"/>
                </a:schemeClr>
              </a:buClr>
              <a:buFont typeface="Candara" pitchFamily="34" charset="0"/>
              <a:buChar char="•"/>
              <a:defRPr/>
            </a:pPr>
            <a:r>
              <a:rPr lang="en-US" dirty="0" smtClean="0"/>
              <a:t>RSA-</a:t>
            </a:r>
            <a:r>
              <a:rPr lang="en-US" dirty="0" smtClean="0"/>
              <a:t>PSS Digital Signature Algorithm</a:t>
            </a:r>
          </a:p>
          <a:p>
            <a:pPr lvl="1" fontAlgn="auto">
              <a:spcAft>
                <a:spcPts val="0"/>
              </a:spcAft>
              <a:buClr>
                <a:schemeClr val="accent1">
                  <a:lumMod val="60000"/>
                  <a:lumOff val="40000"/>
                </a:schemeClr>
              </a:buClr>
              <a:buFont typeface="Candara" pitchFamily="34" charset="0"/>
              <a:buChar char="•"/>
              <a:defRPr/>
            </a:pPr>
            <a:r>
              <a:rPr lang="en-US" dirty="0" smtClean="0"/>
              <a:t>Mask generation function</a:t>
            </a:r>
          </a:p>
          <a:p>
            <a:pPr lvl="1" fontAlgn="auto">
              <a:spcAft>
                <a:spcPts val="0"/>
              </a:spcAft>
              <a:buClr>
                <a:schemeClr val="accent1">
                  <a:lumMod val="60000"/>
                  <a:lumOff val="40000"/>
                </a:schemeClr>
              </a:buClr>
              <a:buFont typeface="Candara" pitchFamily="34" charset="0"/>
              <a:buChar char="•"/>
              <a:defRPr/>
            </a:pPr>
            <a:r>
              <a:rPr lang="en-US" dirty="0" smtClean="0"/>
              <a:t>The signing operation</a:t>
            </a:r>
          </a:p>
          <a:p>
            <a:pPr lvl="1" fontAlgn="auto">
              <a:spcAft>
                <a:spcPts val="0"/>
              </a:spcAft>
              <a:buClr>
                <a:schemeClr val="accent1">
                  <a:lumMod val="60000"/>
                  <a:lumOff val="40000"/>
                </a:schemeClr>
              </a:buClr>
              <a:buFont typeface="Candara" pitchFamily="34" charset="0"/>
              <a:buChar char="•"/>
              <a:defRPr/>
            </a:pPr>
            <a:r>
              <a:rPr lang="en-US" dirty="0" smtClean="0"/>
              <a:t>Signature verification</a:t>
            </a:r>
          </a:p>
          <a:p>
            <a:endParaRPr lang="en-US" dirty="0" smtClean="0"/>
          </a:p>
        </p:txBody>
      </p:sp>
      <p:sp>
        <p:nvSpPr>
          <p:cNvPr id="76804" name="Content Placeholder 11"/>
          <p:cNvSpPr>
            <a:spLocks noGrp="1"/>
          </p:cNvSpPr>
          <p:nvPr>
            <p:ph sz="half" idx="2"/>
          </p:nvPr>
        </p:nvSpPr>
        <p:spPr>
          <a:xfrm>
            <a:off x="5578475" y="1828800"/>
            <a:ext cx="3565525" cy="5029200"/>
          </a:xfrm>
        </p:spPr>
        <p:txBody>
          <a:bodyPr rtlCol="0">
            <a:normAutofit fontScale="92500" lnSpcReduction="20000"/>
          </a:bodyPr>
          <a:lstStyle/>
          <a:p>
            <a:pPr fontAlgn="auto">
              <a:spcAft>
                <a:spcPts val="0"/>
              </a:spcAft>
              <a:buClr>
                <a:schemeClr val="accent1">
                  <a:lumMod val="60000"/>
                  <a:lumOff val="40000"/>
                </a:schemeClr>
              </a:buClr>
              <a:buFont typeface="Candara" pitchFamily="34" charset="0"/>
              <a:buChar char="•"/>
              <a:defRPr/>
            </a:pPr>
            <a:r>
              <a:rPr lang="en-US" dirty="0" smtClean="0">
                <a:ea typeface="+mn-ea"/>
                <a:cs typeface="+mn-cs"/>
              </a:rPr>
              <a:t>NIST digital signature algorithm</a:t>
            </a:r>
          </a:p>
          <a:p>
            <a:pPr lvl="1" fontAlgn="auto">
              <a:spcAft>
                <a:spcPts val="0"/>
              </a:spcAft>
              <a:buClr>
                <a:schemeClr val="accent1">
                  <a:lumMod val="60000"/>
                  <a:lumOff val="40000"/>
                </a:schemeClr>
              </a:buClr>
              <a:buFont typeface="Candara" pitchFamily="34" charset="0"/>
              <a:buChar char="•"/>
              <a:defRPr/>
            </a:pPr>
            <a:r>
              <a:rPr lang="en-US" dirty="0" smtClean="0">
                <a:ea typeface="+mn-ea"/>
              </a:rPr>
              <a:t>The DSA </a:t>
            </a:r>
            <a:r>
              <a:rPr lang="en-US" dirty="0" smtClean="0">
                <a:ea typeface="+mn-ea"/>
              </a:rPr>
              <a:t>approach</a:t>
            </a:r>
          </a:p>
          <a:p>
            <a:pPr lvl="1" fontAlgn="auto">
              <a:spcAft>
                <a:spcPts val="0"/>
              </a:spcAft>
              <a:buClr>
                <a:schemeClr val="accent1">
                  <a:lumMod val="60000"/>
                  <a:lumOff val="40000"/>
                </a:schemeClr>
              </a:buClr>
              <a:buFont typeface="Candara" pitchFamily="34" charset="0"/>
              <a:buChar char="•"/>
              <a:defRPr/>
            </a:pPr>
            <a:r>
              <a:rPr lang="en-US" dirty="0" smtClean="0">
                <a:ea typeface="+mn-ea"/>
                <a:cs typeface="+mn-cs"/>
              </a:rPr>
              <a:t>The digital signature algorithm</a:t>
            </a:r>
            <a:endParaRPr lang="en-US" dirty="0" smtClean="0">
              <a:ea typeface="+mn-ea"/>
              <a:cs typeface="+mn-cs"/>
            </a:endParaRPr>
          </a:p>
          <a:p>
            <a:pPr fontAlgn="auto">
              <a:spcAft>
                <a:spcPts val="0"/>
              </a:spcAft>
              <a:buClr>
                <a:schemeClr val="accent1">
                  <a:lumMod val="60000"/>
                  <a:lumOff val="40000"/>
                </a:schemeClr>
              </a:buClr>
              <a:buFont typeface="Candara" pitchFamily="34" charset="0"/>
              <a:buChar char="•"/>
              <a:defRPr/>
            </a:pPr>
            <a:r>
              <a:rPr lang="en-US" dirty="0" smtClean="0">
                <a:ea typeface="+mn-ea"/>
                <a:cs typeface="+mn-cs"/>
              </a:rPr>
              <a:t>Elliptic curve digital signature algorithm</a:t>
            </a:r>
          </a:p>
          <a:p>
            <a:pPr lvl="1" fontAlgn="auto">
              <a:spcAft>
                <a:spcPts val="0"/>
              </a:spcAft>
              <a:buClr>
                <a:schemeClr val="accent1">
                  <a:lumMod val="60000"/>
                  <a:lumOff val="40000"/>
                </a:schemeClr>
              </a:buClr>
              <a:buFont typeface="Candara" pitchFamily="34" charset="0"/>
              <a:buChar char="•"/>
              <a:defRPr/>
            </a:pPr>
            <a:r>
              <a:rPr lang="en-US" dirty="0" smtClean="0">
                <a:ea typeface="+mn-ea"/>
              </a:rPr>
              <a:t>Global domain parameters</a:t>
            </a:r>
          </a:p>
          <a:p>
            <a:pPr lvl="1" fontAlgn="auto">
              <a:spcAft>
                <a:spcPts val="0"/>
              </a:spcAft>
              <a:buClr>
                <a:schemeClr val="accent1">
                  <a:lumMod val="60000"/>
                  <a:lumOff val="40000"/>
                </a:schemeClr>
              </a:buClr>
              <a:buFont typeface="Candara" pitchFamily="34" charset="0"/>
              <a:buChar char="•"/>
              <a:defRPr/>
            </a:pPr>
            <a:r>
              <a:rPr lang="en-US" dirty="0" smtClean="0">
                <a:ea typeface="+mn-ea"/>
                <a:cs typeface="+mn-cs"/>
              </a:rPr>
              <a:t>Key generation</a:t>
            </a:r>
          </a:p>
          <a:p>
            <a:pPr lvl="1" fontAlgn="auto">
              <a:spcAft>
                <a:spcPts val="0"/>
              </a:spcAft>
              <a:buClr>
                <a:schemeClr val="accent1">
                  <a:lumMod val="60000"/>
                  <a:lumOff val="40000"/>
                </a:schemeClr>
              </a:buClr>
              <a:buFont typeface="Candara" pitchFamily="34" charset="0"/>
              <a:buChar char="•"/>
              <a:defRPr/>
            </a:pPr>
            <a:r>
              <a:rPr lang="en-US" dirty="0" smtClean="0">
                <a:ea typeface="+mn-ea"/>
              </a:rPr>
              <a:t>Digital signature generation and authentication</a:t>
            </a:r>
          </a:p>
          <a:p>
            <a:pPr lvl="1" fontAlgn="auto">
              <a:spcAft>
                <a:spcPts val="0"/>
              </a:spcAft>
              <a:buClr>
                <a:schemeClr val="accent1">
                  <a:lumMod val="60000"/>
                  <a:lumOff val="40000"/>
                </a:schemeClr>
              </a:buClr>
              <a:buNone/>
              <a:defRPr/>
            </a:pPr>
            <a:endParaRPr lang="en-US" sz="1189" dirty="0" smtClean="0">
              <a:ea typeface="+mn-ea"/>
              <a:cs typeface="+mn-cs"/>
            </a:endParaRPr>
          </a:p>
          <a:p>
            <a:pPr lvl="1" fontAlgn="auto">
              <a:spcAft>
                <a:spcPts val="0"/>
              </a:spcAft>
              <a:buClr>
                <a:schemeClr val="accent1">
                  <a:lumMod val="60000"/>
                  <a:lumOff val="40000"/>
                </a:schemeClr>
              </a:buClr>
              <a:buFont typeface="Candara" pitchFamily="34" charset="0"/>
              <a:buChar char="•"/>
              <a:defRPr/>
            </a:pPr>
            <a:r>
              <a:rPr lang="en-US" dirty="0" smtClean="0"/>
              <a:t>Schnorr digital signature scheme</a:t>
            </a:r>
          </a:p>
          <a:p>
            <a:pPr lvl="1" fontAlgn="auto">
              <a:spcAft>
                <a:spcPts val="0"/>
              </a:spcAft>
              <a:buClr>
                <a:schemeClr val="accent1">
                  <a:lumMod val="60000"/>
                  <a:lumOff val="40000"/>
                </a:schemeClr>
              </a:buClr>
              <a:buFont typeface="Candara" pitchFamily="34" charset="0"/>
              <a:buChar char="•"/>
              <a:defRPr/>
            </a:pPr>
            <a:endParaRPr lang="en-US" dirty="0" smtClean="0">
              <a:ea typeface="+mn-ea"/>
              <a:cs typeface="+mn-cs"/>
            </a:endParaRPr>
          </a:p>
        </p:txBody>
      </p:sp>
      <p:pic>
        <p:nvPicPr>
          <p:cNvPr id="5" name="Picture Placeholder 4" descr="crypto.jpg"/>
          <p:cNvPicPr>
            <a:picLocks noChangeAspect="1"/>
          </p:cNvPicPr>
          <p:nvPr/>
        </p:nvPicPr>
        <p:blipFill>
          <a:blip r:embed="rId3">
            <a:alphaModFix/>
            <a:lum bright="28000"/>
          </a:blip>
          <a:srcRect l="-16674" t="-1111" r="-18211" b="44444"/>
          <a:stretch>
            <a:fillRect/>
          </a:stretch>
        </p:blipFill>
        <p:spPr bwMode="auto">
          <a:xfrm>
            <a:off x="3581400" y="3048000"/>
            <a:ext cx="2109547" cy="1209027"/>
          </a:xfrm>
          <a:prstGeom prst="ellipse">
            <a:avLst/>
          </a:prstGeom>
          <a:solidFill>
            <a:schemeClr val="bg1">
              <a:lumMod val="85000"/>
            </a:schemeClr>
          </a:solidFill>
          <a:ln w="101600">
            <a:noFill/>
            <a:miter lim="800000"/>
            <a:headEnd/>
            <a:tailEnd/>
          </a:ln>
          <a:effectLst>
            <a:innerShdw blurRad="762000">
              <a:schemeClr val="accent1">
                <a:alpha val="80000"/>
              </a:schemeClr>
            </a:innerShdw>
            <a:softEdge rad="76200"/>
          </a:effectLst>
        </p:spPr>
      </p:pic>
      <p:sp>
        <p:nvSpPr>
          <p:cNvPr id="6" name="Footer Placeholder 5"/>
          <p:cNvSpPr>
            <a:spLocks noGrp="1"/>
          </p:cNvSpPr>
          <p:nvPr>
            <p:ph type="ftr" sz="quarter" idx="11"/>
          </p:nvPr>
        </p:nvSpPr>
        <p:spPr>
          <a:xfrm>
            <a:off x="0" y="6492875"/>
            <a:ext cx="57150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1" Type="http://schemas.openxmlformats.org/officeDocument/2006/relationships/image" Target="../media/image1.jpeg"/><Relationship Id="rId2" Type="http://schemas.openxmlformats.org/officeDocument/2006/relationships/image" Target="../media/image2.jpeg"/></Relationships>
</file>

<file path=ppt/theme/theme1.xml><?xml version="1.0" encoding="utf-8"?>
<a:theme xmlns:a="http://schemas.openxmlformats.org/drawingml/2006/main" name="Infusion">
  <a:themeElements>
    <a:clrScheme name="Infusion">
      <a:dk1>
        <a:sysClr val="windowText" lastClr="000000"/>
      </a:dk1>
      <a:lt1>
        <a:sysClr val="window" lastClr="FFFFFF"/>
      </a:lt1>
      <a:dk2>
        <a:srgbClr val="2F1F58"/>
      </a:dk2>
      <a:lt2>
        <a:srgbClr val="B7A9E0"/>
      </a:lt2>
      <a:accent1>
        <a:srgbClr val="8C73D0"/>
      </a:accent1>
      <a:accent2>
        <a:srgbClr val="C2E8C4"/>
      </a:accent2>
      <a:accent3>
        <a:srgbClr val="C5A6E8"/>
      </a:accent3>
      <a:accent4>
        <a:srgbClr val="B45EC7"/>
      </a:accent4>
      <a:accent5>
        <a:srgbClr val="9FDAFB"/>
      </a:accent5>
      <a:accent6>
        <a:srgbClr val="95C5B0"/>
      </a:accent6>
      <a:hlink>
        <a:srgbClr val="744AE0"/>
      </a:hlink>
      <a:folHlink>
        <a:srgbClr val="8D8AD1"/>
      </a:folHlink>
    </a:clrScheme>
    <a:fontScheme name="Infusion">
      <a:majorFont>
        <a:latin typeface="Mistral"/>
        <a:ea typeface=""/>
        <a:cs typeface=""/>
        <a:font script="Jpan" typeface="ＭＳ Ｐ明朝"/>
      </a:majorFont>
      <a:minorFont>
        <a:latin typeface="Candara"/>
        <a:ea typeface=""/>
        <a:cs typeface=""/>
        <a:font script="Jpan" typeface="メイリオ"/>
      </a:minorFont>
    </a:fontScheme>
    <a:fmtScheme name="Infusion">
      <a:fillStyleLst>
        <a:solidFill>
          <a:schemeClr val="phClr"/>
        </a:solidFill>
        <a:blipFill rotWithShape="1">
          <a:blip xmlns:r="http://schemas.openxmlformats.org/officeDocument/2006/relationships" r:embed="rId1">
            <a:duotone>
              <a:schemeClr val="phClr">
                <a:shade val="70000"/>
                <a:satMod val="120000"/>
              </a:schemeClr>
              <a:schemeClr val="phClr">
                <a:tint val="70000"/>
                <a:satMod val="300000"/>
                <a:lumMod val="125000"/>
              </a:schemeClr>
            </a:duotone>
          </a:blip>
          <a:tile tx="0" ty="0" sx="50000" sy="50000" flip="none" algn="tl"/>
        </a:blipFill>
        <a:blipFill rotWithShape="1">
          <a:blip xmlns:r="http://schemas.openxmlformats.org/officeDocument/2006/relationships" r:embed="rId2">
            <a:duotone>
              <a:schemeClr val="phClr">
                <a:shade val="70000"/>
                <a:satMod val="120000"/>
              </a:schemeClr>
              <a:schemeClr val="phClr">
                <a:tint val="70000"/>
                <a:satMod val="135000"/>
              </a:schemeClr>
            </a:duotone>
          </a:blip>
          <a:tile tx="0" ty="0" sx="40000" sy="40000" flip="none" algn="tl"/>
        </a:blipFill>
      </a:fillStyleLst>
      <a:lnStyleLst>
        <a:ln w="38100" cap="flat" cmpd="sng" algn="ctr">
          <a:solidFill>
            <a:schemeClr val="phClr">
              <a:alpha val="70000"/>
              <a:satMod val="105000"/>
            </a:schemeClr>
          </a:solidFill>
          <a:prstDash val="solid"/>
          <a:miter/>
        </a:ln>
        <a:ln w="50800" cap="flat" cmpd="sng" algn="ctr">
          <a:solidFill>
            <a:schemeClr val="phClr">
              <a:alpha val="50000"/>
            </a:schemeClr>
          </a:solidFill>
          <a:prstDash val="solid"/>
          <a:miter/>
        </a:ln>
        <a:ln w="88900" cap="flat" cmpd="sng" algn="ctr">
          <a:solidFill>
            <a:schemeClr val="phClr">
              <a:alpha val="40000"/>
            </a:schemeClr>
          </a:solidFill>
          <a:prstDash val="solid"/>
          <a:miter/>
        </a:ln>
      </a:lnStyleLst>
      <a:effectStyleLst>
        <a:effectStyle>
          <a:effectLst/>
        </a:effectStyle>
        <a:effectStyle>
          <a:effectLst>
            <a:outerShdw blurRad="38100" dist="25400" dir="5400000" rotWithShape="0">
              <a:srgbClr val="000000">
                <a:alpha val="50000"/>
              </a:srgbClr>
            </a:outerShdw>
          </a:effectLst>
        </a:effectStyle>
        <a:effectStyle>
          <a:effectLst>
            <a:innerShdw blurRad="190500" dir="13500000">
              <a:srgbClr val="000000">
                <a:alpha val="50000"/>
              </a:srgbClr>
            </a:innerShdw>
            <a:outerShdw blurRad="38100" dist="25400" dir="5400000" rotWithShape="0">
              <a:srgbClr val="000000">
                <a:alpha val="50000"/>
              </a:srgbClr>
            </a:outerShdw>
          </a:effectLst>
        </a:effectStyle>
      </a:effectStyleLst>
      <a:bgFillStyleLst>
        <a:blipFill rotWithShape="1">
          <a:blip xmlns:r="http://schemas.openxmlformats.org/officeDocument/2006/relationships" r:embed="rId3">
            <a:duotone>
              <a:schemeClr val="phClr">
                <a:shade val="70000"/>
                <a:satMod val="500000"/>
                <a:lumMod val="50000"/>
              </a:schemeClr>
              <a:schemeClr val="phClr">
                <a:satMod val="800000"/>
                <a:lumMod val="250000"/>
              </a:schemeClr>
            </a:duotone>
          </a:blip>
          <a:stretch/>
        </a:blipFill>
        <a:blipFill rotWithShape="1">
          <a:blip xmlns:r="http://schemas.openxmlformats.org/officeDocument/2006/relationships" r:embed="rId4">
            <a:duotone>
              <a:schemeClr val="phClr">
                <a:shade val="70000"/>
                <a:satMod val="500000"/>
                <a:lumMod val="50000"/>
              </a:schemeClr>
              <a:schemeClr val="phClr">
                <a:satMod val="800000"/>
                <a:lumMod val="250000"/>
              </a:schemeClr>
            </a:duotone>
          </a:blip>
          <a:stretch/>
        </a:blipFill>
        <a:blipFill rotWithShape="1">
          <a:blip xmlns:r="http://schemas.openxmlformats.org/officeDocument/2006/relationships" r:embed="rId5">
            <a:duotone>
              <a:schemeClr val="phClr">
                <a:shade val="70000"/>
                <a:satMod val="500000"/>
                <a:lumMod val="50000"/>
              </a:schemeClr>
              <a:schemeClr val="phClr">
                <a:satMod val="800000"/>
                <a:lumMod val="25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Mnementh:Users:lpb:admin:consult:Prentice-Hall:Slides:ch01.ppt</Template>
  <TotalTime>5093</TotalTime>
  <Words>4612</Words>
  <Application>Microsoft Macintosh PowerPoint</Application>
  <PresentationFormat>On-screen Show (4:3)</PresentationFormat>
  <Paragraphs>414</Paragraphs>
  <Slides>21</Slides>
  <Notes>21</Notes>
  <HiddenSlides>0</HiddenSlides>
  <MMClips>0</MMClips>
  <ScaleCrop>false</ScaleCrop>
  <HeadingPairs>
    <vt:vector size="6" baseType="variant">
      <vt:variant>
        <vt:lpstr>Design Template</vt:lpstr>
      </vt:variant>
      <vt:variant>
        <vt:i4>1</vt:i4>
      </vt:variant>
      <vt:variant>
        <vt:lpstr>Embedded OLE Servers</vt:lpstr>
      </vt:variant>
      <vt:variant>
        <vt:i4>1</vt:i4>
      </vt:variant>
      <vt:variant>
        <vt:lpstr>Slide Titles</vt:lpstr>
      </vt:variant>
      <vt:variant>
        <vt:i4>21</vt:i4>
      </vt:variant>
    </vt:vector>
  </HeadingPairs>
  <TitlesOfParts>
    <vt:vector size="23" baseType="lpstr">
      <vt:lpstr>Infusion</vt:lpstr>
      <vt:lpstr>Microsoft Word Document</vt:lpstr>
      <vt:lpstr>Cryptography and Network Security</vt:lpstr>
      <vt:lpstr>Chapter 13</vt:lpstr>
      <vt:lpstr>Slide 3</vt:lpstr>
      <vt:lpstr>Digital Signature Properties</vt:lpstr>
      <vt:lpstr>Attacks</vt:lpstr>
      <vt:lpstr>Forgeries</vt:lpstr>
      <vt:lpstr>Digital Signature Requirements</vt:lpstr>
      <vt:lpstr>Direct Digital Signature</vt:lpstr>
      <vt:lpstr>ElGamal Digital Signature</vt:lpstr>
      <vt:lpstr>Schnorr Digital Signature</vt:lpstr>
      <vt:lpstr>NIST Digital Signature Algorithm</vt:lpstr>
      <vt:lpstr>Slide 12</vt:lpstr>
      <vt:lpstr>Slide 13</vt:lpstr>
      <vt:lpstr>Slide 14</vt:lpstr>
      <vt:lpstr>Elliptic Curve Digital Signature Algorithm (ECDSA)</vt:lpstr>
      <vt:lpstr>Slide 16</vt:lpstr>
      <vt:lpstr>RSA-PSS</vt:lpstr>
      <vt:lpstr>Mask Generation Function (MGF)</vt:lpstr>
      <vt:lpstr>Slide 19</vt:lpstr>
      <vt:lpstr>Slide 20</vt:lpstr>
      <vt:lpstr>Summary</vt:lpstr>
    </vt:vector>
  </TitlesOfParts>
  <Manager/>
  <Company>School of Eng &amp; IT, UNSW@ADFA</Company>
  <LinksUpToDate>false</LinksUpToDate>
  <SharedDoc>false</SharedDoc>
  <HyperlinkBase/>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William Stallings, Cryptography and Network Security 5/e</dc:title>
  <dc:subject>Lecture Overheads - Ch 13</dc:subject>
  <dc:creator>Dr Lawrie Brown</dc:creator>
  <cp:keywords/>
  <dc:description/>
  <cp:lastModifiedBy>Kevin McLaughlin</cp:lastModifiedBy>
  <cp:revision>56</cp:revision>
  <dcterms:created xsi:type="dcterms:W3CDTF">2016-04-27T03:48:21Z</dcterms:created>
  <dcterms:modified xsi:type="dcterms:W3CDTF">2016-04-28T02:34:24Z</dcterms:modified>
  <cp:category/>
</cp:coreProperties>
</file>