
<file path=[Content_Types].xml><?xml version="1.0" encoding="utf-8"?>
<Types xmlns="http://schemas.openxmlformats.org/package/2006/content-types">
  <Override PartName="/ppt/slides/slide14.xml" ContentType="application/vnd.openxmlformats-officedocument.presentationml.slide+xml"/>
  <Override PartName="/ppt/slideLayouts/slideLayout8.xml" ContentType="application/vnd.openxmlformats-officedocument.presentationml.slideLayout+xml"/>
  <Override PartName="/ppt/slides/slide33.xml" ContentType="application/vnd.openxmlformats-officedocument.presentationml.slide+xml"/>
  <Override PartName="/ppt/diagrams/colors2.xml" ContentType="application/vnd.openxmlformats-officedocument.drawingml.diagramColors+xml"/>
  <Default Extension="bin" ContentType="application/vnd.openxmlformats-officedocument.presentationml.printerSettings"/>
  <Override PartName="/ppt/notesSlides/notesSlide30.xml" ContentType="application/vnd.openxmlformats-officedocument.presentationml.notesSlide+xml"/>
  <Override PartName="/ppt/slideLayouts/slideLayout20.xml" ContentType="application/vnd.openxmlformats-officedocument.presentationml.slideLayout+xml"/>
  <Override PartName="/ppt/slideLayouts/slideLayout17.xml" ContentType="application/vnd.openxmlformats-officedocument.presentationml.slideLayout+xml"/>
  <Override PartName="/ppt/notesSlides/notesSlide13.xml" ContentType="application/vnd.openxmlformats-officedocument.presentationml.notesSlide+xml"/>
  <Default Extension="wmf" ContentType="image/x-wmf"/>
  <Override PartName="/ppt/notesSlides/notesSlide29.xml" ContentType="application/vnd.openxmlformats-officedocument.presentationml.notesSlide+xml"/>
  <Override PartName="/ppt/notesSlides/notesSlide2.xml" ContentType="application/vnd.openxmlformats-officedocument.presentationml.notesSlide+xml"/>
  <Override PartName="/ppt/slides/slide18.xml" ContentType="application/vnd.openxmlformats-officedocument.presentationml.slide+xml"/>
  <Override PartName="/ppt/slides/slide37.xml" ContentType="application/vnd.openxmlformats-officedocument.presentationml.slide+xml"/>
  <Override PartName="/ppt/slides/slide3.xml" ContentType="application/vnd.openxmlformats-officedocument.presentationml.slide+xml"/>
  <Override PartName="/ppt/slideLayouts/slideLayout1.xml" ContentType="application/vnd.openxmlformats-officedocument.presentationml.slideLayout+xml"/>
  <Override PartName="/ppt/notesSlides/notesSlide34.xml" ContentType="application/vnd.openxmlformats-officedocument.presentationml.notesSlide+xml"/>
  <Override PartName="/ppt/slides/slide23.xml" ContentType="application/vnd.openxmlformats-officedocument.presentationml.slide+xml"/>
  <Override PartName="/ppt/theme/theme1.xml" ContentType="application/vnd.openxmlformats-officedocument.theme+xml"/>
  <Override PartName="/ppt/slideLayouts/slideLayout24.xml" ContentType="application/vnd.openxmlformats-officedocument.presentationml.slideLayout+xml"/>
  <Override PartName="/ppt/diagrams/drawing3.xml" ContentType="application/vnd.ms-office.drawingml.diagramDrawing+xml"/>
  <Override PartName="/ppt/slideLayouts/slideLayout10.xml" ContentType="application/vnd.openxmlformats-officedocument.presentationml.slideLayout+xml"/>
  <Override PartName="/ppt/diagrams/layout1.xml" ContentType="application/vnd.openxmlformats-officedocument.drawingml.diagramLayout+xml"/>
  <Override PartName="/ppt/notesSlides/notesSlide17.xml" ContentType="application/vnd.openxmlformats-officedocument.presentationml.notesSlide+xml"/>
  <Override PartName="/ppt/notesSlides/notesSlide36.xml" ContentType="application/vnd.openxmlformats-officedocument.presentationml.notesSlide+xml"/>
  <Override PartName="/ppt/notesSlides/notesSlide6.xml" ContentType="application/vnd.openxmlformats-officedocument.presentationml.notesSlide+xml"/>
  <Override PartName="/ppt/diagrams/data2.xml" ContentType="application/vnd.openxmlformats-officedocument.drawingml.diagramData+xml"/>
  <Override PartName="/ppt/diagrams/quickStyle1.xml" ContentType="application/vnd.openxmlformats-officedocument.drawingml.diagramStyle+xml"/>
  <Override PartName="/ppt/notesSlides/notesSlide22.xml" ContentType="application/vnd.openxmlformats-officedocument.presentationml.notesSlide+xml"/>
  <Override PartName="/ppt/slides/slide7.xml" ContentType="application/vnd.openxmlformats-officedocument.presentationml.slide+xml"/>
  <Override PartName="/ppt/slideLayouts/slideLayout5.xml" ContentType="application/vnd.openxmlformats-officedocument.presentationml.slideLayout+xml"/>
  <Override PartName="/ppt/slides/slide30.xml" ContentType="application/vnd.openxmlformats-officedocument.presentationml.slide+xml"/>
  <Override PartName="/ppt/slides/slide27.xml" ContentType="application/vnd.openxmlformats-officedocument.presentationml.slide+xml"/>
  <Override PartName="/ppt/slides/slide11.xml" ContentType="application/vnd.openxmlformats-officedocument.presentationml.slide+xml"/>
  <Override PartName="/ppt/notesSlides/notesSlide41.xml" ContentType="application/vnd.openxmlformats-officedocument.presentationml.notesSlide+xml"/>
  <Override PartName="/ppt/notesSlides/notesSlide8.xml" ContentType="application/vnd.openxmlformats-officedocument.presentationml.notesSlide+xml"/>
  <Override PartName="/ppt/slideLayouts/slideLayout14.xml" ContentType="application/vnd.openxmlformats-officedocument.presentationml.slideLayout+xml"/>
  <Override PartName="/ppt/notesSlides/notesSlide26.xml" ContentType="application/vnd.openxmlformats-officedocument.presentationml.notesSlide+xml"/>
  <Override PartName="/ppt/slideLayouts/slideLayout9.xml" ContentType="application/vnd.openxmlformats-officedocument.presentationml.slideLayout+xml"/>
  <Override PartName="/ppt/slides/slide34.xml" ContentType="application/vnd.openxmlformats-officedocument.presentationml.slide+xml"/>
  <Override PartName="/ppt/slides/slide15.xml" ContentType="application/vnd.openxmlformats-officedocument.presentationml.slide+xml"/>
  <Override PartName="/ppt/diagrams/colors3.xml" ContentType="application/vnd.openxmlformats-officedocument.drawingml.diagramColors+xml"/>
  <Override PartName="/ppt/notesSlides/notesSlide31.xml" ContentType="application/vnd.openxmlformats-officedocument.presentationml.notesSlide+xml"/>
  <Override PartName="/ppt/slides/slide20.xml" ContentType="application/vnd.openxmlformats-officedocument.presentationml.slide+xml"/>
  <Override PartName="/ppt/slideLayouts/slideLayout21.xml" ContentType="application/vnd.openxmlformats-officedocument.presentationml.slideLayout+xml"/>
  <Override PartName="/ppt/slideLayouts/slideLayout18.xml" ContentType="application/vnd.openxmlformats-officedocument.presentationml.slideLayout+xml"/>
  <Override PartName="/ppt/presProps.xml" ContentType="application/vnd.openxmlformats-officedocument.presentationml.presProps+xml"/>
  <Override PartName="/ppt/notesSlides/notesSlide14.xml" ContentType="application/vnd.openxmlformats-officedocument.presentationml.notesSlide+xml"/>
  <Override PartName="/ppt/notesSlides/notesSlide3.xml" ContentType="application/vnd.openxmlformats-officedocument.presentationml.notesSlide+xml"/>
  <Override PartName="/ppt/slides/slide19.xml" ContentType="application/vnd.openxmlformats-officedocument.presentationml.slide+xml"/>
  <Default Extension="docx" ContentType="application/vnd.openxmlformats-officedocument.wordprocessingml.document"/>
  <Override PartName="/ppt/slides/slide38.xml" ContentType="application/vnd.openxmlformats-officedocument.presentationml.slide+xml"/>
  <Override PartName="/ppt/slides/slide4.xml" ContentType="application/vnd.openxmlformats-officedocument.presentationml.slide+xml"/>
  <Override PartName="/ppt/slideLayouts/slideLayout2.xml" ContentType="application/vnd.openxmlformats-officedocument.presentationml.slideLayout+xml"/>
  <Override PartName="/ppt/notesSlides/notesSlide35.xml" ContentType="application/vnd.openxmlformats-officedocument.presentationml.notesSlide+xml"/>
  <Override PartName="/ppt/slides/slide24.xml" ContentType="application/vnd.openxmlformats-officedocument.presentationml.slide+xml"/>
  <Override PartName="/ppt/theme/theme2.xml" ContentType="application/vnd.openxmlformats-officedocument.theme+xml"/>
  <Override PartName="/ppt/handoutMasters/handoutMaster1.xml" ContentType="application/vnd.openxmlformats-officedocument.presentationml.handoutMaster+xml"/>
  <Override PartName="/ppt/slideLayouts/slideLayout11.xml" ContentType="application/vnd.openxmlformats-officedocument.presentationml.slideLayout+xml"/>
  <Override PartName="/ppt/diagrams/layout2.xml" ContentType="application/vnd.openxmlformats-officedocument.drawingml.diagramLayout+xml"/>
  <Override PartName="/ppt/notesSlides/notesSlide18.xml" ContentType="application/vnd.openxmlformats-officedocument.presentationml.notesSlide+xml"/>
  <Override PartName="/ppt/notesSlides/notesSlide37.xml" ContentType="application/vnd.openxmlformats-officedocument.presentationml.notesSlide+xml"/>
  <Override PartName="/docProps/core.xml" ContentType="application/vnd.openxmlformats-package.core-properties+xml"/>
  <Override PartName="/ppt/notesSlides/notesSlide7.xml" ContentType="application/vnd.openxmlformats-officedocument.presentationml.notesSlide+xml"/>
  <Override PartName="/ppt/diagrams/data3.xml" ContentType="application/vnd.openxmlformats-officedocument.drawingml.diagramData+xml"/>
  <Override PartName="/ppt/diagrams/quickStyle2.xml" ContentType="application/vnd.openxmlformats-officedocument.drawingml.diagramStyle+xml"/>
  <Default Extension="jpeg" ContentType="image/jpeg"/>
  <Default Extension="vml" ContentType="application/vnd.openxmlformats-officedocument.vmlDrawing"/>
  <Override PartName="/ppt/slides/slide8.xml" ContentType="application/vnd.openxmlformats-officedocument.presentationml.slide+xml"/>
  <Override PartName="/ppt/slides/slide12.xml" ContentType="application/vnd.openxmlformats-officedocument.presentationml.slide+xml"/>
  <Override PartName="/ppt/slideLayouts/slideLayout6.xml" ContentType="application/vnd.openxmlformats-officedocument.presentationml.slideLayout+xml"/>
  <Override PartName="/ppt/slides/slide28.xml" ContentType="application/vnd.openxmlformats-officedocument.presentationml.slide+xml"/>
  <Override PartName="/ppt/slides/slide31.xml" ContentType="application/vnd.openxmlformats-officedocument.presentationml.slide+xml"/>
  <Override PartName="/ppt/notesSlides/notesSlide23.xml" ContentType="application/vnd.openxmlformats-officedocument.presentationml.notesSlide+xml"/>
  <Override PartName="/ppt/notesSlides/notesSlide9.xml" ContentType="application/vnd.openxmlformats-officedocument.presentationml.notesSlide+xml"/>
  <Override PartName="/ppt/slideLayouts/slideLayout15.xml" ContentType="application/vnd.openxmlformats-officedocument.presentationml.slideLayout+xml"/>
  <Override PartName="/ppt/notesSlides/notesSlide11.xml" ContentType="application/vnd.openxmlformats-officedocument.presentationml.notesSlide+xml"/>
  <Default Extension="rels" ContentType="application/vnd.openxmlformats-package.relationships+xml"/>
  <Override PartName="/ppt/notesSlides/notesSlide27.xml" ContentType="application/vnd.openxmlformats-officedocument.presentationml.notesSlide+xml"/>
  <Override PartName="/ppt/slides/slide16.xml" ContentType="application/vnd.openxmlformats-officedocument.presentationml.slide+xml"/>
  <Override PartName="/ppt/slides/slide35.xml" ContentType="application/vnd.openxmlformats-officedocument.presentationml.slide+xml"/>
  <Override PartName="/ppt/slides/slide1.xml" ContentType="application/vnd.openxmlformats-officedocument.presentationml.slide+xml"/>
  <Override PartName="/ppt/notesSlides/notesSlide32.xml" ContentType="application/vnd.openxmlformats-officedocument.presentationml.notesSlide+xml"/>
  <Override PartName="/ppt/slides/slide21.xml" ContentType="application/vnd.openxmlformats-officedocument.presentationml.slide+xml"/>
  <Override PartName="/ppt/slides/slide40.xml" ContentType="application/vnd.openxmlformats-officedocument.presentationml.slide+xml"/>
  <Override PartName="/ppt/slideLayouts/slideLayout22.xml" ContentType="application/vnd.openxmlformats-officedocument.presentationml.slideLayout+xml"/>
  <Override PartName="/ppt/slideLayouts/slideLayout19.xml" ContentType="application/vnd.openxmlformats-officedocument.presentationml.slideLayout+xml"/>
  <Override PartName="/ppt/diagrams/drawing1.xml" ContentType="application/vnd.ms-office.drawingml.diagramDrawing+xml"/>
  <Override PartName="/ppt/notesSlides/notesSlide15.xml" ContentType="application/vnd.openxmlformats-officedocument.presentationml.notesSlide+xml"/>
  <Override PartName="/ppt/notesSlides/notesSlide4.xml" ContentType="application/vnd.openxmlformats-officedocument.presentationml.notesSlide+xml"/>
  <Override PartName="/ppt/slides/slide39.xml" ContentType="application/vnd.openxmlformats-officedocument.presentationml.slide+xml"/>
  <Override PartName="/ppt/notesSlides/notesSlide20.xml" ContentType="application/vnd.openxmlformats-officedocument.presentationml.notesSlide+xml"/>
  <Override PartName="/ppt/slides/slide5.xml" ContentType="application/vnd.openxmlformats-officedocument.presentationml.slide+xml"/>
  <Override PartName="/ppt/slideMasters/slideMaster1.xml" ContentType="application/vnd.openxmlformats-officedocument.presentationml.slideMaster+xml"/>
  <Override PartName="/ppt/slideLayouts/slideLayout3.xml" ContentType="application/vnd.openxmlformats-officedocument.presentationml.slideLayout+xml"/>
  <Override PartName="/ppt/slides/slide25.xml" ContentType="application/vnd.openxmlformats-officedocument.presentationml.slide+xml"/>
  <Override PartName="/ppt/theme/theme3.xml" ContentType="application/vnd.openxmlformats-officedocument.theme+xml"/>
  <Override PartName="/ppt/slideLayouts/slideLayout12.xml" ContentType="application/vnd.openxmlformats-officedocument.presentationml.slideLayout+xml"/>
  <Override PartName="/ppt/diagrams/layout3.xml" ContentType="application/vnd.openxmlformats-officedocument.drawingml.diagramLayout+xml"/>
  <Override PartName="/ppt/notesSlides/notesSlide19.xml" ContentType="application/vnd.openxmlformats-officedocument.presentationml.notesSlide+xml"/>
  <Override PartName="/ppt/notesSlides/notesSlide38.xml" ContentType="application/vnd.openxmlformats-officedocument.presentationml.notesSlide+xml"/>
  <Override PartName="/ppt/diagrams/quickStyle3.xml" ContentType="application/vnd.openxmlformats-officedocument.drawingml.diagramStyle+xml"/>
  <Override PartName="/ppt/notesSlides/notesSlide24.xml" ContentType="application/vnd.openxmlformats-officedocument.presentationml.notesSlide+xml"/>
  <Override PartName="/ppt/slides/slide9.xml" ContentType="application/vnd.openxmlformats-officedocument.presentationml.slide+xml"/>
  <Override PartName="/ppt/slides/slide13.xml" ContentType="application/vnd.openxmlformats-officedocument.presentationml.slide+xml"/>
  <Default Extension="xml" ContentType="application/xml"/>
  <Override PartName="/ppt/tableStyles.xml" ContentType="application/vnd.openxmlformats-officedocument.presentationml.tableStyles+xml"/>
  <Override PartName="/ppt/diagrams/colors1.xml" ContentType="application/vnd.openxmlformats-officedocument.drawingml.diagramColors+xml"/>
  <Override PartName="/ppt/notesSlides/notesSlide10.xml" ContentType="application/vnd.openxmlformats-officedocument.presentationml.notesSlide+xml"/>
  <Override PartName="/ppt/slideLayouts/slideLayout7.xml" ContentType="application/vnd.openxmlformats-officedocument.presentationml.slideLayout+xml"/>
  <Override PartName="/ppt/slides/slide32.xml" ContentType="application/vnd.openxmlformats-officedocument.presentationml.slide+xml"/>
  <Override PartName="/ppt/slides/slide29.xml" ContentType="application/vnd.openxmlformats-officedocument.presentationml.slide+xml"/>
  <Override PartName="/ppt/viewProps.xml" ContentType="application/vnd.openxmlformats-officedocument.presentationml.viewProps+xml"/>
  <Override PartName="/docProps/app.xml" ContentType="application/vnd.openxmlformats-officedocument.extended-properties+xml"/>
  <Override PartName="/ppt/slideLayouts/slideLayout16.xml" ContentType="application/vnd.openxmlformats-officedocument.presentationml.slideLayout+xml"/>
  <Override PartName="/ppt/notesMasters/notesMaster1.xml" ContentType="application/vnd.openxmlformats-officedocument.presentationml.notesMaster+xml"/>
  <Override PartName="/ppt/notesSlides/notesSlide12.xml" ContentType="application/vnd.openxmlformats-officedocument.presentationml.notesSlide+xml"/>
  <Override PartName="/ppt/notesSlides/notesSlide28.xml" ContentType="application/vnd.openxmlformats-officedocument.presentationml.notesSlide+xml"/>
  <Override PartName="/ppt/notesSlides/notesSlide1.xml" ContentType="application/vnd.openxmlformats-officedocument.presentationml.notesSlide+xml"/>
  <Override PartName="/ppt/slides/slide17.xml" ContentType="application/vnd.openxmlformats-officedocument.presentationml.slide+xml"/>
  <Override PartName="/ppt/slides/slide36.xml" ContentType="application/vnd.openxmlformats-officedocument.presentationml.slide+xml"/>
  <Override PartName="/ppt/presentation.xml" ContentType="application/vnd.openxmlformats-officedocument.presentationml.presentation.main+xml"/>
  <Override PartName="/ppt/slides/slide2.xml" ContentType="application/vnd.openxmlformats-officedocument.presentationml.slide+xml"/>
  <Override PartName="/ppt/notesSlides/notesSlide33.xml" ContentType="application/vnd.openxmlformats-officedocument.presentationml.notesSlide+xml"/>
  <Override PartName="/ppt/slides/slide22.xml" ContentType="application/vnd.openxmlformats-officedocument.presentationml.slide+xml"/>
  <Override PartName="/ppt/slides/slide41.xml" ContentType="application/vnd.openxmlformats-officedocument.presentationml.slide+xml"/>
  <Override PartName="/ppt/slideLayouts/slideLayout23.xml" ContentType="application/vnd.openxmlformats-officedocument.presentationml.slideLayout+xml"/>
  <Override PartName="/ppt/diagrams/drawing2.xml" ContentType="application/vnd.ms-office.drawingml.diagramDrawing+xml"/>
  <Override PartName="/ppt/notesSlides/notesSlide16.xml" ContentType="application/vnd.openxmlformats-officedocument.presentationml.notesSlide+xml"/>
  <Override PartName="/ppt/notesSlides/notesSlide5.xml" ContentType="application/vnd.openxmlformats-officedocument.presentationml.notesSlide+xml"/>
  <Override PartName="/ppt/diagrams/data1.xml" ContentType="application/vnd.openxmlformats-officedocument.drawingml.diagramData+xml"/>
  <Default Extension="pict" ContentType="image/pict"/>
  <Override PartName="/ppt/notesSlides/notesSlide21.xml" ContentType="application/vnd.openxmlformats-officedocument.presentationml.notesSlide+xml"/>
  <Override PartName="/ppt/slideMasters/slideMaster2.xml" ContentType="application/vnd.openxmlformats-officedocument.presentationml.slideMaster+xml"/>
  <Override PartName="/ppt/slideLayouts/slideLayout4.xml" ContentType="application/vnd.openxmlformats-officedocument.presentationml.slideLayout+xml"/>
  <Override PartName="/ppt/slides/slide26.xml" ContentType="application/vnd.openxmlformats-officedocument.presentationml.slide+xml"/>
  <Override PartName="/ppt/theme/theme4.xml" ContentType="application/vnd.openxmlformats-officedocument.theme+xml"/>
  <Override PartName="/ppt/slides/slide10.xml" ContentType="application/vnd.openxmlformats-officedocument.presentationml.slide+xml"/>
  <Override PartName="/ppt/slides/slide6.xml" ContentType="application/vnd.openxmlformats-officedocument.presentationml.slide+xml"/>
  <Override PartName="/ppt/notesSlides/notesSlide40.xml" ContentType="application/vnd.openxmlformats-officedocument.presentationml.notesSlide+xml"/>
  <Default Extension="pdf" ContentType="application/pdf"/>
  <Override PartName="/ppt/slideLayouts/slideLayout13.xml" ContentType="application/vnd.openxmlformats-officedocument.presentationml.slideLayout+xml"/>
  <Override PartName="/ppt/notesSlides/notesSlide39.xml" ContentType="application/vnd.openxmlformats-officedocument.presentationml.notesSlide+xml"/>
  <Default Extension="png" ContentType="image/png"/>
  <Override PartName="/ppt/notesSlides/notesSlide25.xml" ContentType="application/vnd.openxmlformats-officedocument.presentationml.notesSlide+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4" Type="http://schemas.openxmlformats.org/officeDocument/2006/relationships/extended-properties" Target="docProps/app.xml"/><Relationship Id="rId1" Type="http://schemas.openxmlformats.org/officeDocument/2006/relationships/officeDocument" Target="ppt/presentation.xml"/><Relationship Id="rId2" Type="http://schemas.openxmlformats.org/package/2006/relationships/metadata/thumbnail" Target="docProps/thumbnail.jpeg"/></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saveSubsetFonts="1" autoCompressPictures="0">
  <p:sldMasterIdLst>
    <p:sldMasterId id="2147483649" r:id="rId1"/>
    <p:sldMasterId id="2147483709" r:id="rId2"/>
  </p:sldMasterIdLst>
  <p:notesMasterIdLst>
    <p:notesMasterId r:id="rId44"/>
  </p:notesMasterIdLst>
  <p:handoutMasterIdLst>
    <p:handoutMasterId r:id="rId45"/>
  </p:handoutMasterIdLst>
  <p:sldIdLst>
    <p:sldId id="325" r:id="rId3"/>
    <p:sldId id="326" r:id="rId4"/>
    <p:sldId id="309" r:id="rId5"/>
    <p:sldId id="315" r:id="rId6"/>
    <p:sldId id="316" r:id="rId7"/>
    <p:sldId id="310" r:id="rId8"/>
    <p:sldId id="330" r:id="rId9"/>
    <p:sldId id="331" r:id="rId10"/>
    <p:sldId id="332" r:id="rId11"/>
    <p:sldId id="317" r:id="rId12"/>
    <p:sldId id="318" r:id="rId13"/>
    <p:sldId id="333" r:id="rId14"/>
    <p:sldId id="334" r:id="rId15"/>
    <p:sldId id="319" r:id="rId16"/>
    <p:sldId id="335" r:id="rId17"/>
    <p:sldId id="336" r:id="rId18"/>
    <p:sldId id="320" r:id="rId19"/>
    <p:sldId id="313" r:id="rId20"/>
    <p:sldId id="337" r:id="rId21"/>
    <p:sldId id="321" r:id="rId22"/>
    <p:sldId id="314" r:id="rId23"/>
    <p:sldId id="282" r:id="rId24"/>
    <p:sldId id="322" r:id="rId25"/>
    <p:sldId id="283" r:id="rId26"/>
    <p:sldId id="338" r:id="rId27"/>
    <p:sldId id="339" r:id="rId28"/>
    <p:sldId id="285" r:id="rId29"/>
    <p:sldId id="340" r:id="rId30"/>
    <p:sldId id="341" r:id="rId31"/>
    <p:sldId id="323" r:id="rId32"/>
    <p:sldId id="324" r:id="rId33"/>
    <p:sldId id="342" r:id="rId34"/>
    <p:sldId id="343" r:id="rId35"/>
    <p:sldId id="344" r:id="rId36"/>
    <p:sldId id="345" r:id="rId37"/>
    <p:sldId id="346" r:id="rId38"/>
    <p:sldId id="347" r:id="rId39"/>
    <p:sldId id="348" r:id="rId40"/>
    <p:sldId id="349" r:id="rId41"/>
    <p:sldId id="350" r:id="rId42"/>
    <p:sldId id="328" r:id="rId43"/>
  </p:sldIdLst>
  <p:sldSz cx="9144000" cy="6858000" type="screen4x3"/>
  <p:notesSz cx="6858000" cy="9144000"/>
  <p:defaultTextStyle>
    <a:defPPr>
      <a:defRPr lang="en-AU"/>
    </a:defPPr>
    <a:lvl1pPr algn="l" rtl="0" fontAlgn="base">
      <a:spcBef>
        <a:spcPct val="0"/>
      </a:spcBef>
      <a:spcAft>
        <a:spcPct val="0"/>
      </a:spcAft>
      <a:defRPr kern="1200">
        <a:solidFill>
          <a:schemeClr val="tx1"/>
        </a:solidFill>
        <a:latin typeface="Arial" pitchFamily="-84" charset="0"/>
        <a:ea typeface="+mn-ea"/>
        <a:cs typeface="+mn-cs"/>
      </a:defRPr>
    </a:lvl1pPr>
    <a:lvl2pPr marL="457200" algn="l" rtl="0" fontAlgn="base">
      <a:spcBef>
        <a:spcPct val="0"/>
      </a:spcBef>
      <a:spcAft>
        <a:spcPct val="0"/>
      </a:spcAft>
      <a:defRPr kern="1200">
        <a:solidFill>
          <a:schemeClr val="tx1"/>
        </a:solidFill>
        <a:latin typeface="Arial" pitchFamily="-84" charset="0"/>
        <a:ea typeface="+mn-ea"/>
        <a:cs typeface="+mn-cs"/>
      </a:defRPr>
    </a:lvl2pPr>
    <a:lvl3pPr marL="914400" algn="l" rtl="0" fontAlgn="base">
      <a:spcBef>
        <a:spcPct val="0"/>
      </a:spcBef>
      <a:spcAft>
        <a:spcPct val="0"/>
      </a:spcAft>
      <a:defRPr kern="1200">
        <a:solidFill>
          <a:schemeClr val="tx1"/>
        </a:solidFill>
        <a:latin typeface="Arial" pitchFamily="-84" charset="0"/>
        <a:ea typeface="+mn-ea"/>
        <a:cs typeface="+mn-cs"/>
      </a:defRPr>
    </a:lvl3pPr>
    <a:lvl4pPr marL="1371600" algn="l" rtl="0" fontAlgn="base">
      <a:spcBef>
        <a:spcPct val="0"/>
      </a:spcBef>
      <a:spcAft>
        <a:spcPct val="0"/>
      </a:spcAft>
      <a:defRPr kern="1200">
        <a:solidFill>
          <a:schemeClr val="tx1"/>
        </a:solidFill>
        <a:latin typeface="Arial" pitchFamily="-84" charset="0"/>
        <a:ea typeface="+mn-ea"/>
        <a:cs typeface="+mn-cs"/>
      </a:defRPr>
    </a:lvl4pPr>
    <a:lvl5pPr marL="1828800" algn="l" rtl="0" fontAlgn="base">
      <a:spcBef>
        <a:spcPct val="0"/>
      </a:spcBef>
      <a:spcAft>
        <a:spcPct val="0"/>
      </a:spcAft>
      <a:defRPr kern="1200">
        <a:solidFill>
          <a:schemeClr val="tx1"/>
        </a:solidFill>
        <a:latin typeface="Arial" pitchFamily="-84" charset="0"/>
        <a:ea typeface="+mn-ea"/>
        <a:cs typeface="+mn-cs"/>
      </a:defRPr>
    </a:lvl5pPr>
    <a:lvl6pPr marL="2286000" algn="l" defTabSz="457200" rtl="0" eaLnBrk="1" latinLnBrk="0" hangingPunct="1">
      <a:defRPr kern="1200">
        <a:solidFill>
          <a:schemeClr val="tx1"/>
        </a:solidFill>
        <a:latin typeface="Arial" pitchFamily="-84" charset="0"/>
        <a:ea typeface="+mn-ea"/>
        <a:cs typeface="+mn-cs"/>
      </a:defRPr>
    </a:lvl6pPr>
    <a:lvl7pPr marL="2743200" algn="l" defTabSz="457200" rtl="0" eaLnBrk="1" latinLnBrk="0" hangingPunct="1">
      <a:defRPr kern="1200">
        <a:solidFill>
          <a:schemeClr val="tx1"/>
        </a:solidFill>
        <a:latin typeface="Arial" pitchFamily="-84" charset="0"/>
        <a:ea typeface="+mn-ea"/>
        <a:cs typeface="+mn-cs"/>
      </a:defRPr>
    </a:lvl7pPr>
    <a:lvl8pPr marL="3200400" algn="l" defTabSz="457200" rtl="0" eaLnBrk="1" latinLnBrk="0" hangingPunct="1">
      <a:defRPr kern="1200">
        <a:solidFill>
          <a:schemeClr val="tx1"/>
        </a:solidFill>
        <a:latin typeface="Arial" pitchFamily="-84" charset="0"/>
        <a:ea typeface="+mn-ea"/>
        <a:cs typeface="+mn-cs"/>
      </a:defRPr>
    </a:lvl8pPr>
    <a:lvl9pPr marL="3657600" algn="l" defTabSz="457200" rtl="0" eaLnBrk="1" latinLnBrk="0" hangingPunct="1">
      <a:defRPr kern="1200">
        <a:solidFill>
          <a:schemeClr val="tx1"/>
        </a:solidFill>
        <a:latin typeface="Arial" pitchFamily="-84" charset="0"/>
        <a:ea typeface="+mn-ea"/>
        <a:cs typeface="+mn-cs"/>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prnPr prnWhat="notes" clrMode="gray"/>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D7AC3CCA-C797-4891-BE02-D94E43425B78}" styleName="Medium Style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normalViewPr vertBarState="minimized">
    <p:restoredLeft sz="10545" autoAdjust="0"/>
    <p:restoredTop sz="83103" autoAdjust="0"/>
  </p:normalViewPr>
  <p:slideViewPr>
    <p:cSldViewPr>
      <p:cViewPr>
        <p:scale>
          <a:sx n="100" d="100"/>
          <a:sy n="100" d="100"/>
        </p:scale>
        <p:origin x="-688" y="-728"/>
      </p:cViewPr>
      <p:guideLst>
        <p:guide orient="horz" pos="2160"/>
        <p:guide pos="2880"/>
      </p:guideLst>
    </p:cSldViewPr>
  </p:slideViewPr>
  <p:outlineViewPr>
    <p:cViewPr>
      <p:scale>
        <a:sx n="33" d="100"/>
        <a:sy n="33" d="100"/>
      </p:scale>
      <p:origin x="0" y="0"/>
    </p:cViewPr>
  </p:outlineViewPr>
  <p:notesTextViewPr>
    <p:cViewPr>
      <p:scale>
        <a:sx n="150" d="100"/>
        <a:sy n="150" d="100"/>
      </p:scale>
      <p:origin x="0" y="0"/>
    </p:cViewPr>
  </p:notesTextViewPr>
  <p:sorterViewPr>
    <p:cViewPr>
      <p:scale>
        <a:sx n="66" d="100"/>
        <a:sy n="66" d="100"/>
      </p:scale>
      <p:origin x="0" y="0"/>
    </p:cViewPr>
  </p:sorterViewPr>
  <p:notesViewPr>
    <p:cSldViewPr>
      <p:cViewPr>
        <p:scale>
          <a:sx n="120" d="100"/>
          <a:sy n="120" d="100"/>
        </p:scale>
        <p:origin x="-1088" y="24"/>
      </p:cViewPr>
      <p:guideLst>
        <p:guide orient="horz" pos="2880"/>
        <p:guide pos="2160"/>
      </p:guideLst>
    </p:cSldViewPr>
  </p:notesViewPr>
  <p:gridSpacing cx="73736200" cy="73736200"/>
</p:viewPr>
</file>

<file path=ppt/_rels/presentation.xml.rels><?xml version="1.0" encoding="UTF-8" standalone="yes"?>
<Relationships xmlns="http://schemas.openxmlformats.org/package/2006/relationships"><Relationship Id="rId46" Type="http://schemas.openxmlformats.org/officeDocument/2006/relationships/printerSettings" Target="printerSettings/printerSettings1.bin"/><Relationship Id="rId47" Type="http://schemas.openxmlformats.org/officeDocument/2006/relationships/presProps" Target="presProps.xml"/><Relationship Id="rId48" Type="http://schemas.openxmlformats.org/officeDocument/2006/relationships/viewProps" Target="viewProps.xml"/><Relationship Id="rId49" Type="http://schemas.openxmlformats.org/officeDocument/2006/relationships/theme" Target="theme/theme1.xml"/><Relationship Id="rId20" Type="http://schemas.openxmlformats.org/officeDocument/2006/relationships/slide" Target="slides/slide18.xml"/><Relationship Id="rId21" Type="http://schemas.openxmlformats.org/officeDocument/2006/relationships/slide" Target="slides/slide19.xml"/><Relationship Id="rId22" Type="http://schemas.openxmlformats.org/officeDocument/2006/relationships/slide" Target="slides/slide20.xml"/><Relationship Id="rId23" Type="http://schemas.openxmlformats.org/officeDocument/2006/relationships/slide" Target="slides/slide21.xml"/><Relationship Id="rId24" Type="http://schemas.openxmlformats.org/officeDocument/2006/relationships/slide" Target="slides/slide22.xml"/><Relationship Id="rId25" Type="http://schemas.openxmlformats.org/officeDocument/2006/relationships/slide" Target="slides/slide23.xml"/><Relationship Id="rId26" Type="http://schemas.openxmlformats.org/officeDocument/2006/relationships/slide" Target="slides/slide24.xml"/><Relationship Id="rId27" Type="http://schemas.openxmlformats.org/officeDocument/2006/relationships/slide" Target="slides/slide25.xml"/><Relationship Id="rId28" Type="http://schemas.openxmlformats.org/officeDocument/2006/relationships/slide" Target="slides/slide26.xml"/><Relationship Id="rId29" Type="http://schemas.openxmlformats.org/officeDocument/2006/relationships/slide" Target="slides/slide27.xml"/><Relationship Id="rId50" Type="http://schemas.openxmlformats.org/officeDocument/2006/relationships/tableStyles" Target="tableStyles.xml"/><Relationship Id="rId1" Type="http://schemas.openxmlformats.org/officeDocument/2006/relationships/slideMaster" Target="slideMasters/slideMaster1.xml"/><Relationship Id="rId2" Type="http://schemas.openxmlformats.org/officeDocument/2006/relationships/slideMaster" Target="slideMasters/slideMaster2.xml"/><Relationship Id="rId3" Type="http://schemas.openxmlformats.org/officeDocument/2006/relationships/slide" Target="slides/slide1.xml"/><Relationship Id="rId4" Type="http://schemas.openxmlformats.org/officeDocument/2006/relationships/slide" Target="slides/slide2.xml"/><Relationship Id="rId5" Type="http://schemas.openxmlformats.org/officeDocument/2006/relationships/slide" Target="slides/slide3.xml"/><Relationship Id="rId30" Type="http://schemas.openxmlformats.org/officeDocument/2006/relationships/slide" Target="slides/slide28.xml"/><Relationship Id="rId31" Type="http://schemas.openxmlformats.org/officeDocument/2006/relationships/slide" Target="slides/slide29.xml"/><Relationship Id="rId32" Type="http://schemas.openxmlformats.org/officeDocument/2006/relationships/slide" Target="slides/slide30.xml"/><Relationship Id="rId9" Type="http://schemas.openxmlformats.org/officeDocument/2006/relationships/slide" Target="slides/slide7.xml"/><Relationship Id="rId6" Type="http://schemas.openxmlformats.org/officeDocument/2006/relationships/slide" Target="slides/slide4.xml"/><Relationship Id="rId7" Type="http://schemas.openxmlformats.org/officeDocument/2006/relationships/slide" Target="slides/slide5.xml"/><Relationship Id="rId8" Type="http://schemas.openxmlformats.org/officeDocument/2006/relationships/slide" Target="slides/slide6.xml"/><Relationship Id="rId33" Type="http://schemas.openxmlformats.org/officeDocument/2006/relationships/slide" Target="slides/slide31.xml"/><Relationship Id="rId34" Type="http://schemas.openxmlformats.org/officeDocument/2006/relationships/slide" Target="slides/slide32.xml"/><Relationship Id="rId35" Type="http://schemas.openxmlformats.org/officeDocument/2006/relationships/slide" Target="slides/slide33.xml"/><Relationship Id="rId36" Type="http://schemas.openxmlformats.org/officeDocument/2006/relationships/slide" Target="slides/slide34.xml"/><Relationship Id="rId10" Type="http://schemas.openxmlformats.org/officeDocument/2006/relationships/slide" Target="slides/slide8.xml"/><Relationship Id="rId11" Type="http://schemas.openxmlformats.org/officeDocument/2006/relationships/slide" Target="slides/slide9.xml"/><Relationship Id="rId12" Type="http://schemas.openxmlformats.org/officeDocument/2006/relationships/slide" Target="slides/slide10.xml"/><Relationship Id="rId13" Type="http://schemas.openxmlformats.org/officeDocument/2006/relationships/slide" Target="slides/slide11.xml"/><Relationship Id="rId14" Type="http://schemas.openxmlformats.org/officeDocument/2006/relationships/slide" Target="slides/slide12.xml"/><Relationship Id="rId15" Type="http://schemas.openxmlformats.org/officeDocument/2006/relationships/slide" Target="slides/slide13.xml"/><Relationship Id="rId16" Type="http://schemas.openxmlformats.org/officeDocument/2006/relationships/slide" Target="slides/slide14.xml"/><Relationship Id="rId17" Type="http://schemas.openxmlformats.org/officeDocument/2006/relationships/slide" Target="slides/slide15.xml"/><Relationship Id="rId18" Type="http://schemas.openxmlformats.org/officeDocument/2006/relationships/slide" Target="slides/slide16.xml"/><Relationship Id="rId19" Type="http://schemas.openxmlformats.org/officeDocument/2006/relationships/slide" Target="slides/slide17.xml"/><Relationship Id="rId37" Type="http://schemas.openxmlformats.org/officeDocument/2006/relationships/slide" Target="slides/slide35.xml"/><Relationship Id="rId38" Type="http://schemas.openxmlformats.org/officeDocument/2006/relationships/slide" Target="slides/slide36.xml"/><Relationship Id="rId39" Type="http://schemas.openxmlformats.org/officeDocument/2006/relationships/slide" Target="slides/slide37.xml"/><Relationship Id="rId40" Type="http://schemas.openxmlformats.org/officeDocument/2006/relationships/slide" Target="slides/slide38.xml"/><Relationship Id="rId41" Type="http://schemas.openxmlformats.org/officeDocument/2006/relationships/slide" Target="slides/slide39.xml"/><Relationship Id="rId42" Type="http://schemas.openxmlformats.org/officeDocument/2006/relationships/slide" Target="slides/slide40.xml"/><Relationship Id="rId43" Type="http://schemas.openxmlformats.org/officeDocument/2006/relationships/slide" Target="slides/slide41.xml"/><Relationship Id="rId44" Type="http://schemas.openxmlformats.org/officeDocument/2006/relationships/notesMaster" Target="notesMasters/notesMaster1.xml"/><Relationship Id="rId45" Type="http://schemas.openxmlformats.org/officeDocument/2006/relationships/handoutMaster" Target="handoutMasters/handoutMaster1.xml"/></Relationships>
</file>

<file path=ppt/diagrams/_rels/drawing1.xml.rels><?xml version="1.0" encoding="UTF-8" standalone="yes"?>
<Relationships xmlns="http://schemas.openxmlformats.org/package/2006/relationships"><Relationship Id="rId1" Type="http://schemas.openxmlformats.org/officeDocument/2006/relationships/image" Target="../media/image2.jpeg"/></Relationships>
</file>

<file path=ppt/diagrams/_rels/drawing2.xml.rels><?xml version="1.0" encoding="UTF-8" standalone="yes"?>
<Relationships xmlns="http://schemas.openxmlformats.org/package/2006/relationships"><Relationship Id="rId1" Type="http://schemas.openxmlformats.org/officeDocument/2006/relationships/image" Target="../media/image2.jpeg"/></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C015A331-C409-E643-872B-F3E44706BE0A}" type="doc">
      <dgm:prSet loTypeId="urn:microsoft.com/office/officeart/2005/8/layout/hList1" loCatId="list" qsTypeId="urn:microsoft.com/office/officeart/2005/8/quickstyle/simple4" qsCatId="simple" csTypeId="urn:microsoft.com/office/officeart/2005/8/colors/accent1_2" csCatId="accent1" phldr="1"/>
      <dgm:spPr/>
      <dgm:t>
        <a:bodyPr/>
        <a:lstStyle/>
        <a:p>
          <a:endParaRPr lang="en-US"/>
        </a:p>
      </dgm:t>
    </dgm:pt>
    <dgm:pt modelId="{7E8D6CD8-6BFA-2347-8417-40D8035EC1DE}">
      <dgm:prSet phldrT="[Text]"/>
      <dgm:spPr/>
      <dgm:t>
        <a:bodyPr/>
        <a:lstStyle/>
        <a:p>
          <a:r>
            <a:rPr lang="en-US" dirty="0" smtClean="0">
              <a:effectLst>
                <a:outerShdw blurRad="38100" dist="38100" dir="2700000" algn="tl">
                  <a:srgbClr val="000000">
                    <a:alpha val="43137"/>
                  </a:srgbClr>
                </a:outerShdw>
              </a:effectLst>
            </a:rPr>
            <a:t>Takes as input a secret key and a data block and produces a hash value (MAC) which is associated with the protected message</a:t>
          </a:r>
          <a:endParaRPr lang="en-US" dirty="0">
            <a:effectLst>
              <a:outerShdw blurRad="38100" dist="38100" dir="2700000" algn="tl">
                <a:srgbClr val="000000">
                  <a:alpha val="43137"/>
                </a:srgbClr>
              </a:outerShdw>
            </a:effectLst>
          </a:endParaRPr>
        </a:p>
      </dgm:t>
    </dgm:pt>
    <dgm:pt modelId="{45DB7120-E821-6B40-A252-FF085388B5BA}" type="parTrans" cxnId="{683ED7D4-2FCD-1F4D-977F-C7F50860A4AF}">
      <dgm:prSet/>
      <dgm:spPr/>
      <dgm:t>
        <a:bodyPr/>
        <a:lstStyle/>
        <a:p>
          <a:endParaRPr lang="en-US"/>
        </a:p>
      </dgm:t>
    </dgm:pt>
    <dgm:pt modelId="{ABD61B1A-22B0-894F-9F2A-FCF338AAA7AD}" type="sibTrans" cxnId="{683ED7D4-2FCD-1F4D-977F-C7F50860A4AF}">
      <dgm:prSet/>
      <dgm:spPr/>
      <dgm:t>
        <a:bodyPr/>
        <a:lstStyle/>
        <a:p>
          <a:endParaRPr lang="en-US"/>
        </a:p>
      </dgm:t>
    </dgm:pt>
    <dgm:pt modelId="{AEE03503-E94F-5346-B825-5D9196C7700C}">
      <dgm:prSet/>
      <dgm:spPr>
        <a:solidFill>
          <a:schemeClr val="bg1"/>
        </a:solidFill>
      </dgm:spPr>
      <dgm:t>
        <a:bodyPr/>
        <a:lstStyle/>
        <a:p>
          <a:r>
            <a:rPr lang="en-US" dirty="0" smtClean="0"/>
            <a:t>If the integrity of the message needs to be checked, the MAC function can be applied to the message and the result compared with the associated MAC value</a:t>
          </a:r>
        </a:p>
      </dgm:t>
    </dgm:pt>
    <dgm:pt modelId="{C62E1A9D-8703-9D4D-BE11-2321C5AA327C}" type="parTrans" cxnId="{EC03FC86-57AC-9244-9D3F-466E0C947E7A}">
      <dgm:prSet/>
      <dgm:spPr/>
      <dgm:t>
        <a:bodyPr/>
        <a:lstStyle/>
        <a:p>
          <a:endParaRPr lang="en-US"/>
        </a:p>
      </dgm:t>
    </dgm:pt>
    <dgm:pt modelId="{F49E7C5F-03A9-6046-9AE5-FC5D0F4049E7}" type="sibTrans" cxnId="{EC03FC86-57AC-9244-9D3F-466E0C947E7A}">
      <dgm:prSet/>
      <dgm:spPr/>
      <dgm:t>
        <a:bodyPr/>
        <a:lstStyle/>
        <a:p>
          <a:endParaRPr lang="en-US"/>
        </a:p>
      </dgm:t>
    </dgm:pt>
    <dgm:pt modelId="{1E73940E-11FB-1E46-AC2D-59DEA2AC0554}">
      <dgm:prSet/>
      <dgm:spPr>
        <a:solidFill>
          <a:schemeClr val="bg1"/>
        </a:solidFill>
      </dgm:spPr>
      <dgm:t>
        <a:bodyPr/>
        <a:lstStyle/>
        <a:p>
          <a:r>
            <a:rPr lang="en-US" dirty="0" smtClean="0"/>
            <a:t>An attacker who alters the message will be unable to alter the associated MAC value without knowledge of the secret key</a:t>
          </a:r>
          <a:endParaRPr lang="en-US" dirty="0"/>
        </a:p>
      </dgm:t>
    </dgm:pt>
    <dgm:pt modelId="{3D9493D0-60FF-784A-8F61-E7708AC06916}" type="parTrans" cxnId="{C7CB3B05-22CE-4D4D-8BB1-7597E70AE8D7}">
      <dgm:prSet/>
      <dgm:spPr/>
      <dgm:t>
        <a:bodyPr/>
        <a:lstStyle/>
        <a:p>
          <a:endParaRPr lang="en-US"/>
        </a:p>
      </dgm:t>
    </dgm:pt>
    <dgm:pt modelId="{656299D2-98C9-9342-B0D9-0546B6018889}" type="sibTrans" cxnId="{C7CB3B05-22CE-4D4D-8BB1-7597E70AE8D7}">
      <dgm:prSet/>
      <dgm:spPr/>
      <dgm:t>
        <a:bodyPr/>
        <a:lstStyle/>
        <a:p>
          <a:endParaRPr lang="en-US"/>
        </a:p>
      </dgm:t>
    </dgm:pt>
    <dgm:pt modelId="{B2DEDA57-9127-0248-8909-03B3298F72F0}" type="pres">
      <dgm:prSet presAssocID="{C015A331-C409-E643-872B-F3E44706BE0A}" presName="Name0" presStyleCnt="0">
        <dgm:presLayoutVars>
          <dgm:dir/>
          <dgm:animLvl val="lvl"/>
          <dgm:resizeHandles val="exact"/>
        </dgm:presLayoutVars>
      </dgm:prSet>
      <dgm:spPr/>
      <dgm:t>
        <a:bodyPr/>
        <a:lstStyle/>
        <a:p>
          <a:endParaRPr lang="en-US"/>
        </a:p>
      </dgm:t>
    </dgm:pt>
    <dgm:pt modelId="{606112E6-3DB0-DA46-B863-ADF0EDF96B70}" type="pres">
      <dgm:prSet presAssocID="{7E8D6CD8-6BFA-2347-8417-40D8035EC1DE}" presName="composite" presStyleCnt="0"/>
      <dgm:spPr/>
    </dgm:pt>
    <dgm:pt modelId="{9B6C901C-3225-9A49-8E32-8AA62AA2EF15}" type="pres">
      <dgm:prSet presAssocID="{7E8D6CD8-6BFA-2347-8417-40D8035EC1DE}" presName="parTx" presStyleLbl="alignNode1" presStyleIdx="0" presStyleCnt="1">
        <dgm:presLayoutVars>
          <dgm:chMax val="0"/>
          <dgm:chPref val="0"/>
          <dgm:bulletEnabled val="1"/>
        </dgm:presLayoutVars>
      </dgm:prSet>
      <dgm:spPr/>
      <dgm:t>
        <a:bodyPr/>
        <a:lstStyle/>
        <a:p>
          <a:endParaRPr lang="en-US"/>
        </a:p>
      </dgm:t>
    </dgm:pt>
    <dgm:pt modelId="{97553C45-932E-B64E-92DD-2B633E7B7105}" type="pres">
      <dgm:prSet presAssocID="{7E8D6CD8-6BFA-2347-8417-40D8035EC1DE}" presName="desTx" presStyleLbl="alignAccFollowNode1" presStyleIdx="0" presStyleCnt="1">
        <dgm:presLayoutVars>
          <dgm:bulletEnabled val="1"/>
        </dgm:presLayoutVars>
      </dgm:prSet>
      <dgm:spPr/>
      <dgm:t>
        <a:bodyPr/>
        <a:lstStyle/>
        <a:p>
          <a:endParaRPr lang="en-US"/>
        </a:p>
      </dgm:t>
    </dgm:pt>
  </dgm:ptLst>
  <dgm:cxnLst>
    <dgm:cxn modelId="{AC0FFCB4-E3F0-2348-BAB6-5F663D6341E1}" type="presOf" srcId="{AEE03503-E94F-5346-B825-5D9196C7700C}" destId="{97553C45-932E-B64E-92DD-2B633E7B7105}" srcOrd="0" destOrd="0" presId="urn:microsoft.com/office/officeart/2005/8/layout/hList1"/>
    <dgm:cxn modelId="{CAFA5A42-D213-534E-B28B-78392123E578}" type="presOf" srcId="{1E73940E-11FB-1E46-AC2D-59DEA2AC0554}" destId="{97553C45-932E-B64E-92DD-2B633E7B7105}" srcOrd="0" destOrd="1" presId="urn:microsoft.com/office/officeart/2005/8/layout/hList1"/>
    <dgm:cxn modelId="{683ED7D4-2FCD-1F4D-977F-C7F50860A4AF}" srcId="{C015A331-C409-E643-872B-F3E44706BE0A}" destId="{7E8D6CD8-6BFA-2347-8417-40D8035EC1DE}" srcOrd="0" destOrd="0" parTransId="{45DB7120-E821-6B40-A252-FF085388B5BA}" sibTransId="{ABD61B1A-22B0-894F-9F2A-FCF338AAA7AD}"/>
    <dgm:cxn modelId="{E0B724C4-7D82-1044-A0A3-3C3DEA311A73}" type="presOf" srcId="{C015A331-C409-E643-872B-F3E44706BE0A}" destId="{B2DEDA57-9127-0248-8909-03B3298F72F0}" srcOrd="0" destOrd="0" presId="urn:microsoft.com/office/officeart/2005/8/layout/hList1"/>
    <dgm:cxn modelId="{EC03FC86-57AC-9244-9D3F-466E0C947E7A}" srcId="{7E8D6CD8-6BFA-2347-8417-40D8035EC1DE}" destId="{AEE03503-E94F-5346-B825-5D9196C7700C}" srcOrd="0" destOrd="0" parTransId="{C62E1A9D-8703-9D4D-BE11-2321C5AA327C}" sibTransId="{F49E7C5F-03A9-6046-9AE5-FC5D0F4049E7}"/>
    <dgm:cxn modelId="{886A0297-8D4E-DB44-889F-DD2D0BDADDC3}" type="presOf" srcId="{7E8D6CD8-6BFA-2347-8417-40D8035EC1DE}" destId="{9B6C901C-3225-9A49-8E32-8AA62AA2EF15}" srcOrd="0" destOrd="0" presId="urn:microsoft.com/office/officeart/2005/8/layout/hList1"/>
    <dgm:cxn modelId="{C7CB3B05-22CE-4D4D-8BB1-7597E70AE8D7}" srcId="{7E8D6CD8-6BFA-2347-8417-40D8035EC1DE}" destId="{1E73940E-11FB-1E46-AC2D-59DEA2AC0554}" srcOrd="1" destOrd="0" parTransId="{3D9493D0-60FF-784A-8F61-E7708AC06916}" sibTransId="{656299D2-98C9-9342-B0D9-0546B6018889}"/>
    <dgm:cxn modelId="{7B003457-CC3F-DD42-9F9F-8F609772C896}" type="presParOf" srcId="{B2DEDA57-9127-0248-8909-03B3298F72F0}" destId="{606112E6-3DB0-DA46-B863-ADF0EDF96B70}" srcOrd="0" destOrd="0" presId="urn:microsoft.com/office/officeart/2005/8/layout/hList1"/>
    <dgm:cxn modelId="{66FE2624-301B-B144-939C-0ECAA0888A27}" type="presParOf" srcId="{606112E6-3DB0-DA46-B863-ADF0EDF96B70}" destId="{9B6C901C-3225-9A49-8E32-8AA62AA2EF15}" srcOrd="0" destOrd="0" presId="urn:microsoft.com/office/officeart/2005/8/layout/hList1"/>
    <dgm:cxn modelId="{70D77A2D-D9AF-1A4E-A0C1-68819305185C}" type="presParOf" srcId="{606112E6-3DB0-DA46-B863-ADF0EDF96B70}" destId="{97553C45-932E-B64E-92DD-2B633E7B7105}" srcOrd="1" destOrd="0" presId="urn:microsoft.com/office/officeart/2005/8/layout/hList1"/>
  </dgm:cxnLst>
  <dgm:bg/>
  <dgm:whole/>
  <dgm:extLst>
    <a:ext uri="http://schemas.microsoft.com/office/drawing/2008/diagram">
      <dsp:dataModelExt xmlns:dsp="http://schemas.microsoft.com/office/drawing/2008/diagram" xmlns=""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F6EBDC1B-6146-8B4F-ADAA-B1BAE52EE31A}" type="doc">
      <dgm:prSet loTypeId="urn:microsoft.com/office/officeart/2005/8/layout/lProcess2" loCatId="list" qsTypeId="urn:microsoft.com/office/officeart/2005/8/quickstyle/simple4" qsCatId="simple" csTypeId="urn:microsoft.com/office/officeart/2005/8/colors/accent1_2" csCatId="accent1" phldr="1"/>
      <dgm:spPr/>
      <dgm:t>
        <a:bodyPr/>
        <a:lstStyle/>
        <a:p>
          <a:endParaRPr lang="en-US"/>
        </a:p>
      </dgm:t>
    </dgm:pt>
    <dgm:pt modelId="{2168749A-CCED-F94B-85DD-583BF6BB6ECA}">
      <dgm:prSet/>
      <dgm:spPr>
        <a:solidFill>
          <a:schemeClr val="bg1"/>
        </a:solidFill>
        <a:effectLst>
          <a:glow rad="101600">
            <a:schemeClr val="accent1">
              <a:alpha val="75000"/>
            </a:schemeClr>
          </a:glow>
          <a:softEdge rad="101600"/>
        </a:effectLst>
      </dgm:spPr>
      <dgm:t>
        <a:bodyPr/>
        <a:lstStyle/>
        <a:p>
          <a:pPr rtl="0"/>
          <a:r>
            <a:rPr lang="en-US" dirty="0" smtClean="0"/>
            <a:t>Commonly used to create a one-way password file</a:t>
          </a:r>
          <a:endParaRPr lang="en-US" dirty="0"/>
        </a:p>
      </dgm:t>
    </dgm:pt>
    <dgm:pt modelId="{6C916D29-5426-E845-97F0-AA734D75502E}" type="parTrans" cxnId="{49DE799D-F643-4742-B3EA-CFA13418E709}">
      <dgm:prSet/>
      <dgm:spPr/>
      <dgm:t>
        <a:bodyPr/>
        <a:lstStyle/>
        <a:p>
          <a:endParaRPr lang="en-US"/>
        </a:p>
      </dgm:t>
    </dgm:pt>
    <dgm:pt modelId="{2666BCAD-EF2E-ED48-8EB0-7FA10ED7AB39}" type="sibTrans" cxnId="{49DE799D-F643-4742-B3EA-CFA13418E709}">
      <dgm:prSet/>
      <dgm:spPr/>
      <dgm:t>
        <a:bodyPr/>
        <a:lstStyle/>
        <a:p>
          <a:endParaRPr lang="en-US"/>
        </a:p>
      </dgm:t>
    </dgm:pt>
    <dgm:pt modelId="{45CB8223-24EF-DA44-B0F7-261AFC2D85F1}">
      <dgm:prSet/>
      <dgm:spPr>
        <a:ln>
          <a:solidFill>
            <a:schemeClr val="tx1"/>
          </a:solidFill>
        </a:ln>
      </dgm:spPr>
      <dgm:t>
        <a:bodyPr/>
        <a:lstStyle/>
        <a:p>
          <a:pPr rtl="0"/>
          <a:r>
            <a:rPr lang="en-US" dirty="0" smtClean="0"/>
            <a:t>When a user enters a password, the hash of that password is compared to the stored hash value for verification</a:t>
          </a:r>
          <a:endParaRPr lang="en-US" dirty="0"/>
        </a:p>
      </dgm:t>
    </dgm:pt>
    <dgm:pt modelId="{19BDC7F9-204D-BC45-8712-C0E743B3E059}" type="parTrans" cxnId="{A293BFD2-4A86-2A45-A3A9-C86F624029B9}">
      <dgm:prSet/>
      <dgm:spPr/>
      <dgm:t>
        <a:bodyPr/>
        <a:lstStyle/>
        <a:p>
          <a:endParaRPr lang="en-US"/>
        </a:p>
      </dgm:t>
    </dgm:pt>
    <dgm:pt modelId="{6ACE365A-8EE6-3441-BC81-803990CBAA46}" type="sibTrans" cxnId="{A293BFD2-4A86-2A45-A3A9-C86F624029B9}">
      <dgm:prSet/>
      <dgm:spPr/>
      <dgm:t>
        <a:bodyPr/>
        <a:lstStyle/>
        <a:p>
          <a:endParaRPr lang="en-US"/>
        </a:p>
      </dgm:t>
    </dgm:pt>
    <dgm:pt modelId="{60DD25D4-1CB3-834F-9602-C41C798A7F4D}">
      <dgm:prSet/>
      <dgm:spPr>
        <a:ln>
          <a:solidFill>
            <a:schemeClr val="tx1"/>
          </a:solidFill>
        </a:ln>
      </dgm:spPr>
      <dgm:t>
        <a:bodyPr/>
        <a:lstStyle/>
        <a:p>
          <a:pPr rtl="0"/>
          <a:r>
            <a:rPr lang="en-US" dirty="0" smtClean="0"/>
            <a:t>This approach to password protection is used by most operating systems </a:t>
          </a:r>
          <a:endParaRPr lang="en-US" dirty="0"/>
        </a:p>
      </dgm:t>
    </dgm:pt>
    <dgm:pt modelId="{0A089693-76E9-7A4B-9148-82FE024D2EC8}" type="parTrans" cxnId="{B2C7D9A6-28D6-E24B-B4C0-759FBA866AAF}">
      <dgm:prSet/>
      <dgm:spPr/>
      <dgm:t>
        <a:bodyPr/>
        <a:lstStyle/>
        <a:p>
          <a:endParaRPr lang="en-US"/>
        </a:p>
      </dgm:t>
    </dgm:pt>
    <dgm:pt modelId="{05551EFB-9F83-2349-9014-87D3233C4975}" type="sibTrans" cxnId="{B2C7D9A6-28D6-E24B-B4C0-759FBA866AAF}">
      <dgm:prSet/>
      <dgm:spPr/>
      <dgm:t>
        <a:bodyPr/>
        <a:lstStyle/>
        <a:p>
          <a:endParaRPr lang="en-US"/>
        </a:p>
      </dgm:t>
    </dgm:pt>
    <dgm:pt modelId="{C6BFF961-4373-6E4D-90C3-1F201EBAB55E}">
      <dgm:prSet/>
      <dgm:spPr>
        <a:solidFill>
          <a:schemeClr val="bg1"/>
        </a:solidFill>
        <a:effectLst>
          <a:glow rad="101600">
            <a:schemeClr val="accent1">
              <a:alpha val="75000"/>
            </a:schemeClr>
          </a:glow>
          <a:softEdge rad="63500"/>
        </a:effectLst>
      </dgm:spPr>
      <dgm:t>
        <a:bodyPr/>
        <a:lstStyle/>
        <a:p>
          <a:pPr rtl="0"/>
          <a:r>
            <a:rPr lang="en-US" dirty="0" smtClean="0"/>
            <a:t>Can be used for intrusion and virus detection</a:t>
          </a:r>
          <a:endParaRPr lang="en-US" dirty="0"/>
        </a:p>
      </dgm:t>
    </dgm:pt>
    <dgm:pt modelId="{CF7868EC-A98C-5342-8873-CCCF7E182B9A}" type="parTrans" cxnId="{AD6F7AF3-0DDE-E540-947F-337A24E28EEE}">
      <dgm:prSet/>
      <dgm:spPr/>
      <dgm:t>
        <a:bodyPr/>
        <a:lstStyle/>
        <a:p>
          <a:endParaRPr lang="en-US"/>
        </a:p>
      </dgm:t>
    </dgm:pt>
    <dgm:pt modelId="{34C2C00B-100D-8548-88E7-E3DF6B3D1BCE}" type="sibTrans" cxnId="{AD6F7AF3-0DDE-E540-947F-337A24E28EEE}">
      <dgm:prSet/>
      <dgm:spPr/>
      <dgm:t>
        <a:bodyPr/>
        <a:lstStyle/>
        <a:p>
          <a:endParaRPr lang="en-US"/>
        </a:p>
      </dgm:t>
    </dgm:pt>
    <dgm:pt modelId="{E645E13A-A24E-6B48-B19F-89AFAD4995F2}">
      <dgm:prSet/>
      <dgm:spPr>
        <a:ln>
          <a:solidFill>
            <a:schemeClr val="tx1"/>
          </a:solidFill>
        </a:ln>
      </dgm:spPr>
      <dgm:t>
        <a:bodyPr/>
        <a:lstStyle/>
        <a:p>
          <a:pPr rtl="0"/>
          <a:r>
            <a:rPr lang="en-US" dirty="0" smtClean="0"/>
            <a:t>Store H(F) for each file on a system and secure the hash values</a:t>
          </a:r>
          <a:endParaRPr lang="en-US" dirty="0"/>
        </a:p>
      </dgm:t>
    </dgm:pt>
    <dgm:pt modelId="{59B39548-73D2-0249-A7C6-B778D02A4F88}" type="parTrans" cxnId="{42366A1C-2F6A-AE42-8B22-C9D6F383404B}">
      <dgm:prSet/>
      <dgm:spPr/>
      <dgm:t>
        <a:bodyPr/>
        <a:lstStyle/>
        <a:p>
          <a:endParaRPr lang="en-US"/>
        </a:p>
      </dgm:t>
    </dgm:pt>
    <dgm:pt modelId="{29313F91-225C-F043-8F8F-E6D2E14FAD7C}" type="sibTrans" cxnId="{42366A1C-2F6A-AE42-8B22-C9D6F383404B}">
      <dgm:prSet/>
      <dgm:spPr/>
      <dgm:t>
        <a:bodyPr/>
        <a:lstStyle/>
        <a:p>
          <a:endParaRPr lang="en-US"/>
        </a:p>
      </dgm:t>
    </dgm:pt>
    <dgm:pt modelId="{8A46D1A2-AE66-5545-B5C6-68A577BE8DFF}">
      <dgm:prSet/>
      <dgm:spPr>
        <a:ln>
          <a:solidFill>
            <a:schemeClr val="tx1"/>
          </a:solidFill>
        </a:ln>
      </dgm:spPr>
      <dgm:t>
        <a:bodyPr/>
        <a:lstStyle/>
        <a:p>
          <a:pPr rtl="0"/>
          <a:r>
            <a:rPr lang="en-US" dirty="0" smtClean="0"/>
            <a:t>One can later determine if a file has been modified by </a:t>
          </a:r>
          <a:r>
            <a:rPr lang="en-US" dirty="0" err="1" smtClean="0"/>
            <a:t>recomputing</a:t>
          </a:r>
          <a:r>
            <a:rPr lang="en-US" dirty="0" smtClean="0"/>
            <a:t> H(F) </a:t>
          </a:r>
          <a:endParaRPr lang="en-US" dirty="0"/>
        </a:p>
      </dgm:t>
    </dgm:pt>
    <dgm:pt modelId="{6024C005-E62C-944B-A18B-3CA93DF3F49C}" type="parTrans" cxnId="{CF9116B3-8426-9148-A34F-36CDAB7EE007}">
      <dgm:prSet/>
      <dgm:spPr/>
      <dgm:t>
        <a:bodyPr/>
        <a:lstStyle/>
        <a:p>
          <a:endParaRPr lang="en-US"/>
        </a:p>
      </dgm:t>
    </dgm:pt>
    <dgm:pt modelId="{DCC37FF7-A669-D344-BFD1-C182DC2A28CF}" type="sibTrans" cxnId="{CF9116B3-8426-9148-A34F-36CDAB7EE007}">
      <dgm:prSet/>
      <dgm:spPr/>
      <dgm:t>
        <a:bodyPr/>
        <a:lstStyle/>
        <a:p>
          <a:endParaRPr lang="en-US"/>
        </a:p>
      </dgm:t>
    </dgm:pt>
    <dgm:pt modelId="{35D04BC2-6AD2-EF4F-B93B-6DF04AE62FD4}">
      <dgm:prSet/>
      <dgm:spPr>
        <a:ln>
          <a:solidFill>
            <a:schemeClr val="tx1"/>
          </a:solidFill>
        </a:ln>
      </dgm:spPr>
      <dgm:t>
        <a:bodyPr/>
        <a:lstStyle/>
        <a:p>
          <a:pPr rtl="0"/>
          <a:r>
            <a:rPr lang="en-US" dirty="0" smtClean="0"/>
            <a:t>An intruder would need to change F without changing H(F)</a:t>
          </a:r>
          <a:endParaRPr lang="en-US" dirty="0"/>
        </a:p>
      </dgm:t>
    </dgm:pt>
    <dgm:pt modelId="{918F828C-F7CE-4245-BDE4-80D63A70B67C}" type="parTrans" cxnId="{01112895-96DA-4940-BC27-1C63CCAEFCFD}">
      <dgm:prSet/>
      <dgm:spPr/>
      <dgm:t>
        <a:bodyPr/>
        <a:lstStyle/>
        <a:p>
          <a:endParaRPr lang="en-US"/>
        </a:p>
      </dgm:t>
    </dgm:pt>
    <dgm:pt modelId="{D08FEB11-9159-CB47-A020-E7CE4A2E6A60}" type="sibTrans" cxnId="{01112895-96DA-4940-BC27-1C63CCAEFCFD}">
      <dgm:prSet/>
      <dgm:spPr/>
      <dgm:t>
        <a:bodyPr/>
        <a:lstStyle/>
        <a:p>
          <a:endParaRPr lang="en-US"/>
        </a:p>
      </dgm:t>
    </dgm:pt>
    <dgm:pt modelId="{C19458EB-338E-834D-9D24-B265F4C45145}">
      <dgm:prSet/>
      <dgm:spPr>
        <a:solidFill>
          <a:schemeClr val="bg1"/>
        </a:solidFill>
        <a:effectLst>
          <a:glow rad="101600">
            <a:schemeClr val="accent1">
              <a:alpha val="75000"/>
            </a:schemeClr>
          </a:glow>
          <a:softEdge rad="63500"/>
        </a:effectLst>
      </dgm:spPr>
      <dgm:t>
        <a:bodyPr/>
        <a:lstStyle/>
        <a:p>
          <a:pPr rtl="0"/>
          <a:r>
            <a:rPr lang="en-US" dirty="0" smtClean="0"/>
            <a:t>Can be used to construct a pseudorandom function (PRF) or a pseudorandom number generator (PRNG)</a:t>
          </a:r>
          <a:endParaRPr lang="en-US" dirty="0"/>
        </a:p>
      </dgm:t>
    </dgm:pt>
    <dgm:pt modelId="{053173A1-753A-0343-970C-5BE5BAB1D2EC}" type="parTrans" cxnId="{B52114E4-AA6B-0A40-AB14-D739C44CE811}">
      <dgm:prSet/>
      <dgm:spPr/>
      <dgm:t>
        <a:bodyPr/>
        <a:lstStyle/>
        <a:p>
          <a:endParaRPr lang="en-US"/>
        </a:p>
      </dgm:t>
    </dgm:pt>
    <dgm:pt modelId="{98381C18-658F-454A-ABED-C101412FD474}" type="sibTrans" cxnId="{B52114E4-AA6B-0A40-AB14-D739C44CE811}">
      <dgm:prSet/>
      <dgm:spPr/>
      <dgm:t>
        <a:bodyPr/>
        <a:lstStyle/>
        <a:p>
          <a:endParaRPr lang="en-US"/>
        </a:p>
      </dgm:t>
    </dgm:pt>
    <dgm:pt modelId="{A015E574-47A3-E944-B303-D53B4E1815CF}">
      <dgm:prSet/>
      <dgm:spPr>
        <a:ln>
          <a:solidFill>
            <a:schemeClr val="tx1"/>
          </a:solidFill>
        </a:ln>
      </dgm:spPr>
      <dgm:t>
        <a:bodyPr/>
        <a:lstStyle/>
        <a:p>
          <a:pPr rtl="0"/>
          <a:r>
            <a:rPr lang="en-US" dirty="0" smtClean="0"/>
            <a:t>A common application for a hash-based PRF is for the generation of symmetric keys</a:t>
          </a:r>
          <a:endParaRPr lang="en-US" dirty="0"/>
        </a:p>
      </dgm:t>
    </dgm:pt>
    <dgm:pt modelId="{D9B79708-16E5-A444-848C-4BDA40A631A6}" type="parTrans" cxnId="{AAF12A67-E486-CB4B-BE9C-858D90B6B82F}">
      <dgm:prSet/>
      <dgm:spPr/>
      <dgm:t>
        <a:bodyPr/>
        <a:lstStyle/>
        <a:p>
          <a:endParaRPr lang="en-US"/>
        </a:p>
      </dgm:t>
    </dgm:pt>
    <dgm:pt modelId="{ABB6F286-DC2D-F24A-A05D-7C2C2ACA01A9}" type="sibTrans" cxnId="{AAF12A67-E486-CB4B-BE9C-858D90B6B82F}">
      <dgm:prSet/>
      <dgm:spPr/>
      <dgm:t>
        <a:bodyPr/>
        <a:lstStyle/>
        <a:p>
          <a:endParaRPr lang="en-US"/>
        </a:p>
      </dgm:t>
    </dgm:pt>
    <dgm:pt modelId="{3A9DB640-426A-0648-828C-9459C8F29563}" type="pres">
      <dgm:prSet presAssocID="{F6EBDC1B-6146-8B4F-ADAA-B1BAE52EE31A}" presName="theList" presStyleCnt="0">
        <dgm:presLayoutVars>
          <dgm:dir/>
          <dgm:animLvl val="lvl"/>
          <dgm:resizeHandles val="exact"/>
        </dgm:presLayoutVars>
      </dgm:prSet>
      <dgm:spPr/>
      <dgm:t>
        <a:bodyPr/>
        <a:lstStyle/>
        <a:p>
          <a:endParaRPr lang="en-US"/>
        </a:p>
      </dgm:t>
    </dgm:pt>
    <dgm:pt modelId="{0E031654-D7E9-8E48-94E5-BBF8E3A21A9E}" type="pres">
      <dgm:prSet presAssocID="{2168749A-CCED-F94B-85DD-583BF6BB6ECA}" presName="compNode" presStyleCnt="0"/>
      <dgm:spPr/>
    </dgm:pt>
    <dgm:pt modelId="{1886384E-7F5E-0C46-B09E-DD5887B1D990}" type="pres">
      <dgm:prSet presAssocID="{2168749A-CCED-F94B-85DD-583BF6BB6ECA}" presName="aNode" presStyleLbl="bgShp" presStyleIdx="0" presStyleCnt="3"/>
      <dgm:spPr/>
      <dgm:t>
        <a:bodyPr/>
        <a:lstStyle/>
        <a:p>
          <a:endParaRPr lang="en-US"/>
        </a:p>
      </dgm:t>
    </dgm:pt>
    <dgm:pt modelId="{A4F68F0C-ADB1-7E4E-A35C-8C21154957C6}" type="pres">
      <dgm:prSet presAssocID="{2168749A-CCED-F94B-85DD-583BF6BB6ECA}" presName="textNode" presStyleLbl="bgShp" presStyleIdx="0" presStyleCnt="3"/>
      <dgm:spPr/>
      <dgm:t>
        <a:bodyPr/>
        <a:lstStyle/>
        <a:p>
          <a:endParaRPr lang="en-US"/>
        </a:p>
      </dgm:t>
    </dgm:pt>
    <dgm:pt modelId="{604D0E69-2C8A-FF4A-A767-DC104804CBE4}" type="pres">
      <dgm:prSet presAssocID="{2168749A-CCED-F94B-85DD-583BF6BB6ECA}" presName="compChildNode" presStyleCnt="0"/>
      <dgm:spPr/>
    </dgm:pt>
    <dgm:pt modelId="{3A6283B4-62BC-1642-8579-66480AFE9981}" type="pres">
      <dgm:prSet presAssocID="{2168749A-CCED-F94B-85DD-583BF6BB6ECA}" presName="theInnerList" presStyleCnt="0"/>
      <dgm:spPr/>
    </dgm:pt>
    <dgm:pt modelId="{9A5C8B54-E8B9-5144-A712-533FDFDCB980}" type="pres">
      <dgm:prSet presAssocID="{45CB8223-24EF-DA44-B0F7-261AFC2D85F1}" presName="childNode" presStyleLbl="node1" presStyleIdx="0" presStyleCnt="6">
        <dgm:presLayoutVars>
          <dgm:bulletEnabled val="1"/>
        </dgm:presLayoutVars>
      </dgm:prSet>
      <dgm:spPr/>
      <dgm:t>
        <a:bodyPr/>
        <a:lstStyle/>
        <a:p>
          <a:endParaRPr lang="en-US"/>
        </a:p>
      </dgm:t>
    </dgm:pt>
    <dgm:pt modelId="{EF5C0AB9-8408-B444-8622-D43C27D9DAFC}" type="pres">
      <dgm:prSet presAssocID="{45CB8223-24EF-DA44-B0F7-261AFC2D85F1}" presName="aSpace2" presStyleCnt="0"/>
      <dgm:spPr/>
    </dgm:pt>
    <dgm:pt modelId="{32190510-28D4-564D-8C61-CA1C4E71FFDA}" type="pres">
      <dgm:prSet presAssocID="{60DD25D4-1CB3-834F-9602-C41C798A7F4D}" presName="childNode" presStyleLbl="node1" presStyleIdx="1" presStyleCnt="6">
        <dgm:presLayoutVars>
          <dgm:bulletEnabled val="1"/>
        </dgm:presLayoutVars>
      </dgm:prSet>
      <dgm:spPr/>
      <dgm:t>
        <a:bodyPr/>
        <a:lstStyle/>
        <a:p>
          <a:endParaRPr lang="en-US"/>
        </a:p>
      </dgm:t>
    </dgm:pt>
    <dgm:pt modelId="{0A2909FE-8B7B-FD4B-80C1-8E30337A1613}" type="pres">
      <dgm:prSet presAssocID="{2168749A-CCED-F94B-85DD-583BF6BB6ECA}" presName="aSpace" presStyleCnt="0"/>
      <dgm:spPr/>
    </dgm:pt>
    <dgm:pt modelId="{FA2DD86E-B6D3-E94E-958E-153B47809AD4}" type="pres">
      <dgm:prSet presAssocID="{C6BFF961-4373-6E4D-90C3-1F201EBAB55E}" presName="compNode" presStyleCnt="0"/>
      <dgm:spPr/>
    </dgm:pt>
    <dgm:pt modelId="{5F7C211F-9042-EC43-AF3D-42BEB42044BE}" type="pres">
      <dgm:prSet presAssocID="{C6BFF961-4373-6E4D-90C3-1F201EBAB55E}" presName="aNode" presStyleLbl="bgShp" presStyleIdx="1" presStyleCnt="3"/>
      <dgm:spPr/>
      <dgm:t>
        <a:bodyPr/>
        <a:lstStyle/>
        <a:p>
          <a:endParaRPr lang="en-US"/>
        </a:p>
      </dgm:t>
    </dgm:pt>
    <dgm:pt modelId="{42B7F9B9-8348-0C4D-AC9B-CC66D458F7FF}" type="pres">
      <dgm:prSet presAssocID="{C6BFF961-4373-6E4D-90C3-1F201EBAB55E}" presName="textNode" presStyleLbl="bgShp" presStyleIdx="1" presStyleCnt="3"/>
      <dgm:spPr/>
      <dgm:t>
        <a:bodyPr/>
        <a:lstStyle/>
        <a:p>
          <a:endParaRPr lang="en-US"/>
        </a:p>
      </dgm:t>
    </dgm:pt>
    <dgm:pt modelId="{268DBC68-748D-B043-B027-807A4CC41A44}" type="pres">
      <dgm:prSet presAssocID="{C6BFF961-4373-6E4D-90C3-1F201EBAB55E}" presName="compChildNode" presStyleCnt="0"/>
      <dgm:spPr/>
    </dgm:pt>
    <dgm:pt modelId="{0E727FDF-35A6-7145-B311-ECCC0E742A36}" type="pres">
      <dgm:prSet presAssocID="{C6BFF961-4373-6E4D-90C3-1F201EBAB55E}" presName="theInnerList" presStyleCnt="0"/>
      <dgm:spPr/>
    </dgm:pt>
    <dgm:pt modelId="{BB3EEB33-7471-3C46-B37A-EF306DC11397}" type="pres">
      <dgm:prSet presAssocID="{E645E13A-A24E-6B48-B19F-89AFAD4995F2}" presName="childNode" presStyleLbl="node1" presStyleIdx="2" presStyleCnt="6">
        <dgm:presLayoutVars>
          <dgm:bulletEnabled val="1"/>
        </dgm:presLayoutVars>
      </dgm:prSet>
      <dgm:spPr/>
      <dgm:t>
        <a:bodyPr/>
        <a:lstStyle/>
        <a:p>
          <a:endParaRPr lang="en-US"/>
        </a:p>
      </dgm:t>
    </dgm:pt>
    <dgm:pt modelId="{B6AADDC7-19A1-E046-8D58-2090353C4FC2}" type="pres">
      <dgm:prSet presAssocID="{E645E13A-A24E-6B48-B19F-89AFAD4995F2}" presName="aSpace2" presStyleCnt="0"/>
      <dgm:spPr/>
    </dgm:pt>
    <dgm:pt modelId="{219509CF-B5AE-824C-9137-90FE6F41E897}" type="pres">
      <dgm:prSet presAssocID="{8A46D1A2-AE66-5545-B5C6-68A577BE8DFF}" presName="childNode" presStyleLbl="node1" presStyleIdx="3" presStyleCnt="6">
        <dgm:presLayoutVars>
          <dgm:bulletEnabled val="1"/>
        </dgm:presLayoutVars>
      </dgm:prSet>
      <dgm:spPr/>
      <dgm:t>
        <a:bodyPr/>
        <a:lstStyle/>
        <a:p>
          <a:endParaRPr lang="en-US"/>
        </a:p>
      </dgm:t>
    </dgm:pt>
    <dgm:pt modelId="{E0CE05AF-A9AC-F34D-BAE5-F9BF37374EDB}" type="pres">
      <dgm:prSet presAssocID="{8A46D1A2-AE66-5545-B5C6-68A577BE8DFF}" presName="aSpace2" presStyleCnt="0"/>
      <dgm:spPr/>
    </dgm:pt>
    <dgm:pt modelId="{BF798EF9-4DCA-F54E-BDEA-C66F968FF331}" type="pres">
      <dgm:prSet presAssocID="{35D04BC2-6AD2-EF4F-B93B-6DF04AE62FD4}" presName="childNode" presStyleLbl="node1" presStyleIdx="4" presStyleCnt="6">
        <dgm:presLayoutVars>
          <dgm:bulletEnabled val="1"/>
        </dgm:presLayoutVars>
      </dgm:prSet>
      <dgm:spPr/>
      <dgm:t>
        <a:bodyPr/>
        <a:lstStyle/>
        <a:p>
          <a:endParaRPr lang="en-US"/>
        </a:p>
      </dgm:t>
    </dgm:pt>
    <dgm:pt modelId="{A051A7FC-48BE-1849-81A6-2DCDABBA10D4}" type="pres">
      <dgm:prSet presAssocID="{C6BFF961-4373-6E4D-90C3-1F201EBAB55E}" presName="aSpace" presStyleCnt="0"/>
      <dgm:spPr/>
    </dgm:pt>
    <dgm:pt modelId="{194E2B3A-3D7A-354B-B54E-F148D5E0D04C}" type="pres">
      <dgm:prSet presAssocID="{C19458EB-338E-834D-9D24-B265F4C45145}" presName="compNode" presStyleCnt="0"/>
      <dgm:spPr/>
    </dgm:pt>
    <dgm:pt modelId="{847E0B4C-8D6D-244B-9DA0-6F3A49E346AE}" type="pres">
      <dgm:prSet presAssocID="{C19458EB-338E-834D-9D24-B265F4C45145}" presName="aNode" presStyleLbl="bgShp" presStyleIdx="2" presStyleCnt="3"/>
      <dgm:spPr/>
      <dgm:t>
        <a:bodyPr/>
        <a:lstStyle/>
        <a:p>
          <a:endParaRPr lang="en-US"/>
        </a:p>
      </dgm:t>
    </dgm:pt>
    <dgm:pt modelId="{2F0FD1B9-6F06-5F43-8A4B-220409073675}" type="pres">
      <dgm:prSet presAssocID="{C19458EB-338E-834D-9D24-B265F4C45145}" presName="textNode" presStyleLbl="bgShp" presStyleIdx="2" presStyleCnt="3"/>
      <dgm:spPr/>
      <dgm:t>
        <a:bodyPr/>
        <a:lstStyle/>
        <a:p>
          <a:endParaRPr lang="en-US"/>
        </a:p>
      </dgm:t>
    </dgm:pt>
    <dgm:pt modelId="{835EDF3B-C9A5-3246-9510-75B3D6732884}" type="pres">
      <dgm:prSet presAssocID="{C19458EB-338E-834D-9D24-B265F4C45145}" presName="compChildNode" presStyleCnt="0"/>
      <dgm:spPr/>
    </dgm:pt>
    <dgm:pt modelId="{D37A1B7D-60C9-C140-B7DD-4859D7571AC8}" type="pres">
      <dgm:prSet presAssocID="{C19458EB-338E-834D-9D24-B265F4C45145}" presName="theInnerList" presStyleCnt="0"/>
      <dgm:spPr/>
    </dgm:pt>
    <dgm:pt modelId="{2DE2D63A-4790-D443-97AA-DFD90F9B3785}" type="pres">
      <dgm:prSet presAssocID="{A015E574-47A3-E944-B303-D53B4E1815CF}" presName="childNode" presStyleLbl="node1" presStyleIdx="5" presStyleCnt="6">
        <dgm:presLayoutVars>
          <dgm:bulletEnabled val="1"/>
        </dgm:presLayoutVars>
      </dgm:prSet>
      <dgm:spPr/>
      <dgm:t>
        <a:bodyPr/>
        <a:lstStyle/>
        <a:p>
          <a:endParaRPr lang="en-US"/>
        </a:p>
      </dgm:t>
    </dgm:pt>
  </dgm:ptLst>
  <dgm:cxnLst>
    <dgm:cxn modelId="{A293BFD2-4A86-2A45-A3A9-C86F624029B9}" srcId="{2168749A-CCED-F94B-85DD-583BF6BB6ECA}" destId="{45CB8223-24EF-DA44-B0F7-261AFC2D85F1}" srcOrd="0" destOrd="0" parTransId="{19BDC7F9-204D-BC45-8712-C0E743B3E059}" sibTransId="{6ACE365A-8EE6-3441-BC81-803990CBAA46}"/>
    <dgm:cxn modelId="{9AE2DCE7-05CA-074B-B01D-C6FEF106E329}" type="presOf" srcId="{C6BFF961-4373-6E4D-90C3-1F201EBAB55E}" destId="{42B7F9B9-8348-0C4D-AC9B-CC66D458F7FF}" srcOrd="1" destOrd="0" presId="urn:microsoft.com/office/officeart/2005/8/layout/lProcess2"/>
    <dgm:cxn modelId="{49DE799D-F643-4742-B3EA-CFA13418E709}" srcId="{F6EBDC1B-6146-8B4F-ADAA-B1BAE52EE31A}" destId="{2168749A-CCED-F94B-85DD-583BF6BB6ECA}" srcOrd="0" destOrd="0" parTransId="{6C916D29-5426-E845-97F0-AA734D75502E}" sibTransId="{2666BCAD-EF2E-ED48-8EB0-7FA10ED7AB39}"/>
    <dgm:cxn modelId="{E8C8A089-2F88-1A4B-AB2C-E0670115ED5B}" type="presOf" srcId="{F6EBDC1B-6146-8B4F-ADAA-B1BAE52EE31A}" destId="{3A9DB640-426A-0648-828C-9459C8F29563}" srcOrd="0" destOrd="0" presId="urn:microsoft.com/office/officeart/2005/8/layout/lProcess2"/>
    <dgm:cxn modelId="{B2C7D9A6-28D6-E24B-B4C0-759FBA866AAF}" srcId="{2168749A-CCED-F94B-85DD-583BF6BB6ECA}" destId="{60DD25D4-1CB3-834F-9602-C41C798A7F4D}" srcOrd="1" destOrd="0" parTransId="{0A089693-76E9-7A4B-9148-82FE024D2EC8}" sibTransId="{05551EFB-9F83-2349-9014-87D3233C4975}"/>
    <dgm:cxn modelId="{72C011B5-2295-6A45-BE11-28F2182A526C}" type="presOf" srcId="{C19458EB-338E-834D-9D24-B265F4C45145}" destId="{2F0FD1B9-6F06-5F43-8A4B-220409073675}" srcOrd="1" destOrd="0" presId="urn:microsoft.com/office/officeart/2005/8/layout/lProcess2"/>
    <dgm:cxn modelId="{0CA59C97-B8BC-0D43-99F3-6CC05E025D02}" type="presOf" srcId="{C19458EB-338E-834D-9D24-B265F4C45145}" destId="{847E0B4C-8D6D-244B-9DA0-6F3A49E346AE}" srcOrd="0" destOrd="0" presId="urn:microsoft.com/office/officeart/2005/8/layout/lProcess2"/>
    <dgm:cxn modelId="{46CA3FAB-EEB2-FE49-90EE-BEC1461EEAE9}" type="presOf" srcId="{2168749A-CCED-F94B-85DD-583BF6BB6ECA}" destId="{1886384E-7F5E-0C46-B09E-DD5887B1D990}" srcOrd="0" destOrd="0" presId="urn:microsoft.com/office/officeart/2005/8/layout/lProcess2"/>
    <dgm:cxn modelId="{CF9116B3-8426-9148-A34F-36CDAB7EE007}" srcId="{C6BFF961-4373-6E4D-90C3-1F201EBAB55E}" destId="{8A46D1A2-AE66-5545-B5C6-68A577BE8DFF}" srcOrd="1" destOrd="0" parTransId="{6024C005-E62C-944B-A18B-3CA93DF3F49C}" sibTransId="{DCC37FF7-A669-D344-BFD1-C182DC2A28CF}"/>
    <dgm:cxn modelId="{CC5CB549-5090-6C4F-A69B-F64612837DEB}" type="presOf" srcId="{35D04BC2-6AD2-EF4F-B93B-6DF04AE62FD4}" destId="{BF798EF9-4DCA-F54E-BDEA-C66F968FF331}" srcOrd="0" destOrd="0" presId="urn:microsoft.com/office/officeart/2005/8/layout/lProcess2"/>
    <dgm:cxn modelId="{758B056E-8CC3-E74E-8545-FC1DAC17A20E}" type="presOf" srcId="{E645E13A-A24E-6B48-B19F-89AFAD4995F2}" destId="{BB3EEB33-7471-3C46-B37A-EF306DC11397}" srcOrd="0" destOrd="0" presId="urn:microsoft.com/office/officeart/2005/8/layout/lProcess2"/>
    <dgm:cxn modelId="{5F97B4FF-12E9-8E4F-B293-5A29C4EE4186}" type="presOf" srcId="{8A46D1A2-AE66-5545-B5C6-68A577BE8DFF}" destId="{219509CF-B5AE-824C-9137-90FE6F41E897}" srcOrd="0" destOrd="0" presId="urn:microsoft.com/office/officeart/2005/8/layout/lProcess2"/>
    <dgm:cxn modelId="{AD6F7AF3-0DDE-E540-947F-337A24E28EEE}" srcId="{F6EBDC1B-6146-8B4F-ADAA-B1BAE52EE31A}" destId="{C6BFF961-4373-6E4D-90C3-1F201EBAB55E}" srcOrd="1" destOrd="0" parTransId="{CF7868EC-A98C-5342-8873-CCCF7E182B9A}" sibTransId="{34C2C00B-100D-8548-88E7-E3DF6B3D1BCE}"/>
    <dgm:cxn modelId="{42366A1C-2F6A-AE42-8B22-C9D6F383404B}" srcId="{C6BFF961-4373-6E4D-90C3-1F201EBAB55E}" destId="{E645E13A-A24E-6B48-B19F-89AFAD4995F2}" srcOrd="0" destOrd="0" parTransId="{59B39548-73D2-0249-A7C6-B778D02A4F88}" sibTransId="{29313F91-225C-F043-8F8F-E6D2E14FAD7C}"/>
    <dgm:cxn modelId="{AAF12A67-E486-CB4B-BE9C-858D90B6B82F}" srcId="{C19458EB-338E-834D-9D24-B265F4C45145}" destId="{A015E574-47A3-E944-B303-D53B4E1815CF}" srcOrd="0" destOrd="0" parTransId="{D9B79708-16E5-A444-848C-4BDA40A631A6}" sibTransId="{ABB6F286-DC2D-F24A-A05D-7C2C2ACA01A9}"/>
    <dgm:cxn modelId="{AF82A59B-F7F8-CB45-94DC-41AF2A71C81F}" type="presOf" srcId="{C6BFF961-4373-6E4D-90C3-1F201EBAB55E}" destId="{5F7C211F-9042-EC43-AF3D-42BEB42044BE}" srcOrd="0" destOrd="0" presId="urn:microsoft.com/office/officeart/2005/8/layout/lProcess2"/>
    <dgm:cxn modelId="{B52114E4-AA6B-0A40-AB14-D739C44CE811}" srcId="{F6EBDC1B-6146-8B4F-ADAA-B1BAE52EE31A}" destId="{C19458EB-338E-834D-9D24-B265F4C45145}" srcOrd="2" destOrd="0" parTransId="{053173A1-753A-0343-970C-5BE5BAB1D2EC}" sibTransId="{98381C18-658F-454A-ABED-C101412FD474}"/>
    <dgm:cxn modelId="{559E892D-7927-C249-9FB8-9E44772FF545}" type="presOf" srcId="{60DD25D4-1CB3-834F-9602-C41C798A7F4D}" destId="{32190510-28D4-564D-8C61-CA1C4E71FFDA}" srcOrd="0" destOrd="0" presId="urn:microsoft.com/office/officeart/2005/8/layout/lProcess2"/>
    <dgm:cxn modelId="{707D4A32-D877-2349-B7F2-716DDA5684CB}" type="presOf" srcId="{45CB8223-24EF-DA44-B0F7-261AFC2D85F1}" destId="{9A5C8B54-E8B9-5144-A712-533FDFDCB980}" srcOrd="0" destOrd="0" presId="urn:microsoft.com/office/officeart/2005/8/layout/lProcess2"/>
    <dgm:cxn modelId="{C8F87FE0-1097-164B-ABD3-CC52BB94F35C}" type="presOf" srcId="{2168749A-CCED-F94B-85DD-583BF6BB6ECA}" destId="{A4F68F0C-ADB1-7E4E-A35C-8C21154957C6}" srcOrd="1" destOrd="0" presId="urn:microsoft.com/office/officeart/2005/8/layout/lProcess2"/>
    <dgm:cxn modelId="{01112895-96DA-4940-BC27-1C63CCAEFCFD}" srcId="{C6BFF961-4373-6E4D-90C3-1F201EBAB55E}" destId="{35D04BC2-6AD2-EF4F-B93B-6DF04AE62FD4}" srcOrd="2" destOrd="0" parTransId="{918F828C-F7CE-4245-BDE4-80D63A70B67C}" sibTransId="{D08FEB11-9159-CB47-A020-E7CE4A2E6A60}"/>
    <dgm:cxn modelId="{22FFC3AB-841E-0140-839B-8A4AD36269F0}" type="presOf" srcId="{A015E574-47A3-E944-B303-D53B4E1815CF}" destId="{2DE2D63A-4790-D443-97AA-DFD90F9B3785}" srcOrd="0" destOrd="0" presId="urn:microsoft.com/office/officeart/2005/8/layout/lProcess2"/>
    <dgm:cxn modelId="{A331142C-A11F-B94E-90EF-D21E7D37F7C8}" type="presParOf" srcId="{3A9DB640-426A-0648-828C-9459C8F29563}" destId="{0E031654-D7E9-8E48-94E5-BBF8E3A21A9E}" srcOrd="0" destOrd="0" presId="urn:microsoft.com/office/officeart/2005/8/layout/lProcess2"/>
    <dgm:cxn modelId="{17F462F0-535F-9844-A48B-4A9270B35063}" type="presParOf" srcId="{0E031654-D7E9-8E48-94E5-BBF8E3A21A9E}" destId="{1886384E-7F5E-0C46-B09E-DD5887B1D990}" srcOrd="0" destOrd="0" presId="urn:microsoft.com/office/officeart/2005/8/layout/lProcess2"/>
    <dgm:cxn modelId="{CD34E19B-02FB-8F4D-BCEF-3A1861DAD8ED}" type="presParOf" srcId="{0E031654-D7E9-8E48-94E5-BBF8E3A21A9E}" destId="{A4F68F0C-ADB1-7E4E-A35C-8C21154957C6}" srcOrd="1" destOrd="0" presId="urn:microsoft.com/office/officeart/2005/8/layout/lProcess2"/>
    <dgm:cxn modelId="{687E52EA-DAB9-8841-AA12-E181E51381FC}" type="presParOf" srcId="{0E031654-D7E9-8E48-94E5-BBF8E3A21A9E}" destId="{604D0E69-2C8A-FF4A-A767-DC104804CBE4}" srcOrd="2" destOrd="0" presId="urn:microsoft.com/office/officeart/2005/8/layout/lProcess2"/>
    <dgm:cxn modelId="{167D623C-BF09-AC4F-948A-02CD2B8A9CEC}" type="presParOf" srcId="{604D0E69-2C8A-FF4A-A767-DC104804CBE4}" destId="{3A6283B4-62BC-1642-8579-66480AFE9981}" srcOrd="0" destOrd="0" presId="urn:microsoft.com/office/officeart/2005/8/layout/lProcess2"/>
    <dgm:cxn modelId="{3C681CB4-F299-3A44-AD61-2F1739F4D3FC}" type="presParOf" srcId="{3A6283B4-62BC-1642-8579-66480AFE9981}" destId="{9A5C8B54-E8B9-5144-A712-533FDFDCB980}" srcOrd="0" destOrd="0" presId="urn:microsoft.com/office/officeart/2005/8/layout/lProcess2"/>
    <dgm:cxn modelId="{12226C72-20E8-884F-9AA1-C3CA55CED57C}" type="presParOf" srcId="{3A6283B4-62BC-1642-8579-66480AFE9981}" destId="{EF5C0AB9-8408-B444-8622-D43C27D9DAFC}" srcOrd="1" destOrd="0" presId="urn:microsoft.com/office/officeart/2005/8/layout/lProcess2"/>
    <dgm:cxn modelId="{A7B51812-21F4-F34E-AE2A-0F31CB1AD4A6}" type="presParOf" srcId="{3A6283B4-62BC-1642-8579-66480AFE9981}" destId="{32190510-28D4-564D-8C61-CA1C4E71FFDA}" srcOrd="2" destOrd="0" presId="urn:microsoft.com/office/officeart/2005/8/layout/lProcess2"/>
    <dgm:cxn modelId="{BC283709-5845-D74A-B6BF-E573DD70EB33}" type="presParOf" srcId="{3A9DB640-426A-0648-828C-9459C8F29563}" destId="{0A2909FE-8B7B-FD4B-80C1-8E30337A1613}" srcOrd="1" destOrd="0" presId="urn:microsoft.com/office/officeart/2005/8/layout/lProcess2"/>
    <dgm:cxn modelId="{41332DDC-60D8-7E4D-8C81-C1772859E4E2}" type="presParOf" srcId="{3A9DB640-426A-0648-828C-9459C8F29563}" destId="{FA2DD86E-B6D3-E94E-958E-153B47809AD4}" srcOrd="2" destOrd="0" presId="urn:microsoft.com/office/officeart/2005/8/layout/lProcess2"/>
    <dgm:cxn modelId="{4F1C9542-C1B5-5748-8417-4B540F6C7762}" type="presParOf" srcId="{FA2DD86E-B6D3-E94E-958E-153B47809AD4}" destId="{5F7C211F-9042-EC43-AF3D-42BEB42044BE}" srcOrd="0" destOrd="0" presId="urn:microsoft.com/office/officeart/2005/8/layout/lProcess2"/>
    <dgm:cxn modelId="{FAF41E32-9422-6245-85F5-27861BD3CDB8}" type="presParOf" srcId="{FA2DD86E-B6D3-E94E-958E-153B47809AD4}" destId="{42B7F9B9-8348-0C4D-AC9B-CC66D458F7FF}" srcOrd="1" destOrd="0" presId="urn:microsoft.com/office/officeart/2005/8/layout/lProcess2"/>
    <dgm:cxn modelId="{225AD14E-E25D-964D-8FF2-0BC635AA9CF6}" type="presParOf" srcId="{FA2DD86E-B6D3-E94E-958E-153B47809AD4}" destId="{268DBC68-748D-B043-B027-807A4CC41A44}" srcOrd="2" destOrd="0" presId="urn:microsoft.com/office/officeart/2005/8/layout/lProcess2"/>
    <dgm:cxn modelId="{D393D2B9-6BD7-3A4D-A7F5-86CC6AF866EB}" type="presParOf" srcId="{268DBC68-748D-B043-B027-807A4CC41A44}" destId="{0E727FDF-35A6-7145-B311-ECCC0E742A36}" srcOrd="0" destOrd="0" presId="urn:microsoft.com/office/officeart/2005/8/layout/lProcess2"/>
    <dgm:cxn modelId="{A0099B5D-0B9C-A949-884E-24295CF71684}" type="presParOf" srcId="{0E727FDF-35A6-7145-B311-ECCC0E742A36}" destId="{BB3EEB33-7471-3C46-B37A-EF306DC11397}" srcOrd="0" destOrd="0" presId="urn:microsoft.com/office/officeart/2005/8/layout/lProcess2"/>
    <dgm:cxn modelId="{330AB1B0-7D58-D744-93DF-774DC20A006C}" type="presParOf" srcId="{0E727FDF-35A6-7145-B311-ECCC0E742A36}" destId="{B6AADDC7-19A1-E046-8D58-2090353C4FC2}" srcOrd="1" destOrd="0" presId="urn:microsoft.com/office/officeart/2005/8/layout/lProcess2"/>
    <dgm:cxn modelId="{4A394923-4B65-F24D-9BBF-CCD71B87BA5D}" type="presParOf" srcId="{0E727FDF-35A6-7145-B311-ECCC0E742A36}" destId="{219509CF-B5AE-824C-9137-90FE6F41E897}" srcOrd="2" destOrd="0" presId="urn:microsoft.com/office/officeart/2005/8/layout/lProcess2"/>
    <dgm:cxn modelId="{C6774328-92E2-F643-8C4D-F11D0A12B3E9}" type="presParOf" srcId="{0E727FDF-35A6-7145-B311-ECCC0E742A36}" destId="{E0CE05AF-A9AC-F34D-BAE5-F9BF37374EDB}" srcOrd="3" destOrd="0" presId="urn:microsoft.com/office/officeart/2005/8/layout/lProcess2"/>
    <dgm:cxn modelId="{0E47AD68-F8F1-7748-9F4B-387C9B77F2F5}" type="presParOf" srcId="{0E727FDF-35A6-7145-B311-ECCC0E742A36}" destId="{BF798EF9-4DCA-F54E-BDEA-C66F968FF331}" srcOrd="4" destOrd="0" presId="urn:microsoft.com/office/officeart/2005/8/layout/lProcess2"/>
    <dgm:cxn modelId="{C2E829F6-6CA8-7D4A-8703-4D20AD8EBD7C}" type="presParOf" srcId="{3A9DB640-426A-0648-828C-9459C8F29563}" destId="{A051A7FC-48BE-1849-81A6-2DCDABBA10D4}" srcOrd="3" destOrd="0" presId="urn:microsoft.com/office/officeart/2005/8/layout/lProcess2"/>
    <dgm:cxn modelId="{508E6E18-438C-C14F-B40B-5B89709C2C3B}" type="presParOf" srcId="{3A9DB640-426A-0648-828C-9459C8F29563}" destId="{194E2B3A-3D7A-354B-B54E-F148D5E0D04C}" srcOrd="4" destOrd="0" presId="urn:microsoft.com/office/officeart/2005/8/layout/lProcess2"/>
    <dgm:cxn modelId="{27068305-41AD-804A-AE2E-C6CEC3284445}" type="presParOf" srcId="{194E2B3A-3D7A-354B-B54E-F148D5E0D04C}" destId="{847E0B4C-8D6D-244B-9DA0-6F3A49E346AE}" srcOrd="0" destOrd="0" presId="urn:microsoft.com/office/officeart/2005/8/layout/lProcess2"/>
    <dgm:cxn modelId="{F90779AA-C5ED-5143-9ABA-5BAFEBE4DA39}" type="presParOf" srcId="{194E2B3A-3D7A-354B-B54E-F148D5E0D04C}" destId="{2F0FD1B9-6F06-5F43-8A4B-220409073675}" srcOrd="1" destOrd="0" presId="urn:microsoft.com/office/officeart/2005/8/layout/lProcess2"/>
    <dgm:cxn modelId="{36BF6CD9-140A-2746-B0F7-4F5B18E1F3D5}" type="presParOf" srcId="{194E2B3A-3D7A-354B-B54E-F148D5E0D04C}" destId="{835EDF3B-C9A5-3246-9510-75B3D6732884}" srcOrd="2" destOrd="0" presId="urn:microsoft.com/office/officeart/2005/8/layout/lProcess2"/>
    <dgm:cxn modelId="{6C74917E-4BAA-F84A-A12A-17C2E268CD27}" type="presParOf" srcId="{835EDF3B-C9A5-3246-9510-75B3D6732884}" destId="{D37A1B7D-60C9-C140-B7DD-4859D7571AC8}" srcOrd="0" destOrd="0" presId="urn:microsoft.com/office/officeart/2005/8/layout/lProcess2"/>
    <dgm:cxn modelId="{D19CF248-0AFE-7C45-BEF9-F59A8E81A6BA}" type="presParOf" srcId="{D37A1B7D-60C9-C140-B7DD-4859D7571AC8}" destId="{2DE2D63A-4790-D443-97AA-DFD90F9B3785}" srcOrd="0" destOrd="0" presId="urn:microsoft.com/office/officeart/2005/8/layout/lProcess2"/>
  </dgm:cxnLst>
  <dgm:bg/>
  <dgm:whole/>
  <dgm:extLst>
    <a:ext uri="http://schemas.microsoft.com/office/drawing/2008/diagram">
      <dsp:dataModelExt xmlns:dsp="http://schemas.microsoft.com/office/drawing/2008/diagram" xmlns=""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2A58C3BC-FC5A-EF44-A06F-C9156D9901F6}" type="doc">
      <dgm:prSet loTypeId="urn:microsoft.com/office/officeart/2005/8/layout/cycle5" loCatId="cycle" qsTypeId="urn:microsoft.com/office/officeart/2005/8/quickstyle/simple4" qsCatId="simple" csTypeId="urn:microsoft.com/office/officeart/2005/8/colors/accent1_2" csCatId="accent1" phldr="1"/>
      <dgm:spPr/>
      <dgm:t>
        <a:bodyPr/>
        <a:lstStyle/>
        <a:p>
          <a:endParaRPr lang="en-US"/>
        </a:p>
      </dgm:t>
    </dgm:pt>
    <dgm:pt modelId="{B23090A6-CDD9-AA4D-94D3-607B5E5417F0}">
      <dgm:prSet custT="1"/>
      <dgm:spPr>
        <a:solidFill>
          <a:schemeClr val="bg1"/>
        </a:solidFill>
        <a:ln>
          <a:solidFill>
            <a:schemeClr val="accent3"/>
          </a:solidFill>
        </a:ln>
      </dgm:spPr>
      <dgm:t>
        <a:bodyPr/>
        <a:lstStyle/>
        <a:p>
          <a:pPr rtl="0"/>
          <a:r>
            <a:rPr lang="en-US" sz="1600" b="1" i="0" dirty="0" smtClean="0">
              <a:solidFill>
                <a:schemeClr val="tx1"/>
              </a:solidFill>
            </a:rPr>
            <a:t>SHA-1 has not yet been "broken”</a:t>
          </a:r>
          <a:endParaRPr lang="en-US" sz="1600" b="1" i="0" dirty="0">
            <a:solidFill>
              <a:schemeClr val="tx1"/>
            </a:solidFill>
          </a:endParaRPr>
        </a:p>
      </dgm:t>
    </dgm:pt>
    <dgm:pt modelId="{340C0904-40E8-4444-9DD2-CB615B1AF9A4}" type="parTrans" cxnId="{A843E724-9596-3A40-87C1-545C058EE6D6}">
      <dgm:prSet/>
      <dgm:spPr/>
      <dgm:t>
        <a:bodyPr/>
        <a:lstStyle/>
        <a:p>
          <a:endParaRPr lang="en-US"/>
        </a:p>
      </dgm:t>
    </dgm:pt>
    <dgm:pt modelId="{126F67C4-9A61-3847-83D6-7056D217DDA0}" type="sibTrans" cxnId="{A843E724-9596-3A40-87C1-545C058EE6D6}">
      <dgm:prSet/>
      <dgm:spPr>
        <a:ln w="76200"/>
      </dgm:spPr>
      <dgm:t>
        <a:bodyPr/>
        <a:lstStyle/>
        <a:p>
          <a:endParaRPr lang="en-US"/>
        </a:p>
      </dgm:t>
    </dgm:pt>
    <dgm:pt modelId="{CA48A05E-0B7C-7E4F-ABCC-996B1E5555C7}">
      <dgm:prSet custT="1"/>
      <dgm:spPr>
        <a:solidFill>
          <a:schemeClr val="bg1"/>
        </a:solidFill>
        <a:ln>
          <a:solidFill>
            <a:schemeClr val="accent3"/>
          </a:solidFill>
        </a:ln>
      </dgm:spPr>
      <dgm:t>
        <a:bodyPr/>
        <a:lstStyle/>
        <a:p>
          <a:pPr rtl="0"/>
          <a:r>
            <a:rPr lang="en-US" sz="1600" b="1" i="0" dirty="0" smtClean="0">
              <a:solidFill>
                <a:schemeClr val="tx1"/>
              </a:solidFill>
            </a:rPr>
            <a:t>No one has demonstrated a technique for producing collisions in a practical amount of time</a:t>
          </a:r>
          <a:endParaRPr lang="en-US" sz="1600" b="1" i="0" dirty="0">
            <a:solidFill>
              <a:schemeClr val="tx1"/>
            </a:solidFill>
          </a:endParaRPr>
        </a:p>
      </dgm:t>
    </dgm:pt>
    <dgm:pt modelId="{126CB11A-064E-2E4B-9BD7-5FC3C6149A7A}" type="parTrans" cxnId="{1115A795-87AD-3542-9B33-12279A8C4ED1}">
      <dgm:prSet/>
      <dgm:spPr/>
      <dgm:t>
        <a:bodyPr/>
        <a:lstStyle/>
        <a:p>
          <a:endParaRPr lang="en-US"/>
        </a:p>
      </dgm:t>
    </dgm:pt>
    <dgm:pt modelId="{34E440C3-2702-924E-98BF-9B527E6B1277}" type="sibTrans" cxnId="{1115A795-87AD-3542-9B33-12279A8C4ED1}">
      <dgm:prSet/>
      <dgm:spPr/>
      <dgm:t>
        <a:bodyPr/>
        <a:lstStyle/>
        <a:p>
          <a:endParaRPr lang="en-US"/>
        </a:p>
      </dgm:t>
    </dgm:pt>
    <dgm:pt modelId="{1C24CE7F-07E9-1841-9A44-3D07361E51FB}">
      <dgm:prSet custT="1"/>
      <dgm:spPr>
        <a:solidFill>
          <a:schemeClr val="bg1"/>
        </a:solidFill>
        <a:ln>
          <a:solidFill>
            <a:schemeClr val="accent3"/>
          </a:solidFill>
        </a:ln>
      </dgm:spPr>
      <dgm:t>
        <a:bodyPr/>
        <a:lstStyle/>
        <a:p>
          <a:pPr rtl="0"/>
          <a:r>
            <a:rPr lang="en-US" sz="1600" b="1" i="0" dirty="0" smtClean="0">
              <a:solidFill>
                <a:schemeClr val="tx1"/>
              </a:solidFill>
            </a:rPr>
            <a:t>Considered to be insecure and has been phased out for SHA-2</a:t>
          </a:r>
          <a:endParaRPr lang="en-US" sz="1600" b="1" i="0" dirty="0">
            <a:solidFill>
              <a:schemeClr val="tx1"/>
            </a:solidFill>
          </a:endParaRPr>
        </a:p>
      </dgm:t>
    </dgm:pt>
    <dgm:pt modelId="{B6CE00C5-CD16-494B-BA3E-0C671159B146}" type="parTrans" cxnId="{0B555CDB-93D6-0742-9D36-DC897B851A9A}">
      <dgm:prSet/>
      <dgm:spPr/>
      <dgm:t>
        <a:bodyPr/>
        <a:lstStyle/>
        <a:p>
          <a:endParaRPr lang="en-US"/>
        </a:p>
      </dgm:t>
    </dgm:pt>
    <dgm:pt modelId="{9823E08E-C811-FF4D-8943-524E0B6F4B6D}" type="sibTrans" cxnId="{0B555CDB-93D6-0742-9D36-DC897B851A9A}">
      <dgm:prSet/>
      <dgm:spPr/>
      <dgm:t>
        <a:bodyPr/>
        <a:lstStyle/>
        <a:p>
          <a:endParaRPr lang="en-US"/>
        </a:p>
      </dgm:t>
    </dgm:pt>
    <dgm:pt modelId="{2A148A0D-6B73-784B-A98D-866B83307FDE}">
      <dgm:prSet custT="1"/>
      <dgm:spPr>
        <a:solidFill>
          <a:schemeClr val="bg1"/>
        </a:solidFill>
        <a:ln>
          <a:solidFill>
            <a:schemeClr val="accent1"/>
          </a:solidFill>
        </a:ln>
      </dgm:spPr>
      <dgm:t>
        <a:bodyPr/>
        <a:lstStyle/>
        <a:p>
          <a:pPr rtl="0"/>
          <a:r>
            <a:rPr lang="en-US" sz="1600" b="1" i="0" dirty="0" smtClean="0">
              <a:solidFill>
                <a:schemeClr val="tx1"/>
              </a:solidFill>
            </a:rPr>
            <a:t>SHA-2 shares the same structure and mathematical operations as its predecessors so this is a cause for concern</a:t>
          </a:r>
          <a:endParaRPr lang="en-US" sz="1600" b="1" i="0" dirty="0">
            <a:solidFill>
              <a:schemeClr val="tx1"/>
            </a:solidFill>
          </a:endParaRPr>
        </a:p>
      </dgm:t>
    </dgm:pt>
    <dgm:pt modelId="{EFE7775E-8FB8-AD4E-A52A-807DF68DA564}" type="parTrans" cxnId="{12AA2ED7-8FE9-CB42-8E2C-337F3CC04A18}">
      <dgm:prSet/>
      <dgm:spPr/>
      <dgm:t>
        <a:bodyPr/>
        <a:lstStyle/>
        <a:p>
          <a:endParaRPr lang="en-US"/>
        </a:p>
      </dgm:t>
    </dgm:pt>
    <dgm:pt modelId="{494443EA-FBBD-2B4A-BE3C-43DC5489B3B5}" type="sibTrans" cxnId="{12AA2ED7-8FE9-CB42-8E2C-337F3CC04A18}">
      <dgm:prSet/>
      <dgm:spPr>
        <a:ln w="76200"/>
      </dgm:spPr>
      <dgm:t>
        <a:bodyPr/>
        <a:lstStyle/>
        <a:p>
          <a:endParaRPr lang="en-US"/>
        </a:p>
      </dgm:t>
    </dgm:pt>
    <dgm:pt modelId="{A7BB43B6-3FFD-B746-9BAD-6C1235D1A44E}">
      <dgm:prSet custT="1"/>
      <dgm:spPr>
        <a:solidFill>
          <a:schemeClr val="bg1"/>
        </a:solidFill>
        <a:ln>
          <a:solidFill>
            <a:schemeClr val="accent1"/>
          </a:solidFill>
        </a:ln>
      </dgm:spPr>
      <dgm:t>
        <a:bodyPr/>
        <a:lstStyle/>
        <a:p>
          <a:pPr rtl="0"/>
          <a:r>
            <a:rPr lang="en-US" sz="1600" b="1" i="0" dirty="0" smtClean="0">
              <a:solidFill>
                <a:schemeClr val="tx1"/>
              </a:solidFill>
            </a:rPr>
            <a:t>Because it will take years to find a suitable replacement for SHA-2 should it become vulnerable, NIST decided to begin the process of developing a new hash standard</a:t>
          </a:r>
          <a:endParaRPr lang="en-US" sz="1600" b="1" i="0" dirty="0">
            <a:solidFill>
              <a:schemeClr val="tx1"/>
            </a:solidFill>
          </a:endParaRPr>
        </a:p>
      </dgm:t>
    </dgm:pt>
    <dgm:pt modelId="{67877061-52E9-9545-9DF1-9962BF77C82E}" type="parTrans" cxnId="{0AFF51CB-E791-1C42-9062-CA5D2FEF7EA2}">
      <dgm:prSet/>
      <dgm:spPr/>
      <dgm:t>
        <a:bodyPr/>
        <a:lstStyle/>
        <a:p>
          <a:endParaRPr lang="en-US"/>
        </a:p>
      </dgm:t>
    </dgm:pt>
    <dgm:pt modelId="{35F4A5DC-0C16-9E45-8C35-73C21CDF35BC}" type="sibTrans" cxnId="{0AFF51CB-E791-1C42-9062-CA5D2FEF7EA2}">
      <dgm:prSet/>
      <dgm:spPr/>
      <dgm:t>
        <a:bodyPr/>
        <a:lstStyle/>
        <a:p>
          <a:endParaRPr lang="en-US"/>
        </a:p>
      </dgm:t>
    </dgm:pt>
    <dgm:pt modelId="{750CBC8C-A641-FF4A-92E6-AAA68594B951}">
      <dgm:prSet custT="1"/>
      <dgm:spPr>
        <a:solidFill>
          <a:schemeClr val="bg1"/>
        </a:solidFill>
        <a:ln>
          <a:solidFill>
            <a:schemeClr val="accent3"/>
          </a:solidFill>
        </a:ln>
      </dgm:spPr>
      <dgm:t>
        <a:bodyPr/>
        <a:lstStyle/>
        <a:p>
          <a:pPr rtl="0"/>
          <a:r>
            <a:rPr lang="en-US" sz="1600" b="1" i="0" dirty="0" smtClean="0">
              <a:solidFill>
                <a:schemeClr val="tx1"/>
              </a:solidFill>
            </a:rPr>
            <a:t>NIST announced in 2007 a competition for the SHA-3 next generation NIST hash function</a:t>
          </a:r>
          <a:endParaRPr lang="en-US" sz="1600" b="1" i="0" dirty="0">
            <a:solidFill>
              <a:schemeClr val="tx1"/>
            </a:solidFill>
          </a:endParaRPr>
        </a:p>
      </dgm:t>
    </dgm:pt>
    <dgm:pt modelId="{FBCA09AB-4800-0249-9EF1-9C85F9ADE9B8}" type="parTrans" cxnId="{35331520-AAB1-714B-9F7E-7CD94875C8D6}">
      <dgm:prSet/>
      <dgm:spPr/>
      <dgm:t>
        <a:bodyPr/>
        <a:lstStyle/>
        <a:p>
          <a:endParaRPr lang="en-US"/>
        </a:p>
      </dgm:t>
    </dgm:pt>
    <dgm:pt modelId="{4A30461B-54E2-FE43-99CC-72179BD19E20}" type="sibTrans" cxnId="{35331520-AAB1-714B-9F7E-7CD94875C8D6}">
      <dgm:prSet/>
      <dgm:spPr>
        <a:ln>
          <a:noFill/>
        </a:ln>
      </dgm:spPr>
      <dgm:t>
        <a:bodyPr/>
        <a:lstStyle/>
        <a:p>
          <a:endParaRPr lang="en-US"/>
        </a:p>
      </dgm:t>
    </dgm:pt>
    <dgm:pt modelId="{9C09833D-06F3-7E40-907E-63DBCBBF5508}">
      <dgm:prSet custT="1"/>
      <dgm:spPr>
        <a:solidFill>
          <a:schemeClr val="bg1"/>
        </a:solidFill>
        <a:ln>
          <a:solidFill>
            <a:schemeClr val="accent3"/>
          </a:solidFill>
        </a:ln>
      </dgm:spPr>
      <dgm:t>
        <a:bodyPr/>
        <a:lstStyle/>
        <a:p>
          <a:pPr rtl="0"/>
          <a:r>
            <a:rPr lang="en-US" sz="1600" b="1" i="0" dirty="0" smtClean="0">
              <a:solidFill>
                <a:schemeClr val="tx1"/>
              </a:solidFill>
            </a:rPr>
            <a:t>Winning design was announced by NIST in October 2012</a:t>
          </a:r>
          <a:endParaRPr lang="en-US" sz="1600" b="1" i="0" dirty="0">
            <a:solidFill>
              <a:schemeClr val="tx1"/>
            </a:solidFill>
          </a:endParaRPr>
        </a:p>
      </dgm:t>
    </dgm:pt>
    <dgm:pt modelId="{DA89C877-B591-764A-AAB5-C743627A11E5}" type="parTrans" cxnId="{4E05AA83-8BDA-CD48-B925-D4CAF41DD007}">
      <dgm:prSet/>
      <dgm:spPr/>
      <dgm:t>
        <a:bodyPr/>
        <a:lstStyle/>
        <a:p>
          <a:endParaRPr lang="en-US"/>
        </a:p>
      </dgm:t>
    </dgm:pt>
    <dgm:pt modelId="{1FD606E0-C7EA-3A46-A850-CB9DF5D2CFDF}" type="sibTrans" cxnId="{4E05AA83-8BDA-CD48-B925-D4CAF41DD007}">
      <dgm:prSet/>
      <dgm:spPr/>
      <dgm:t>
        <a:bodyPr/>
        <a:lstStyle/>
        <a:p>
          <a:endParaRPr lang="en-US"/>
        </a:p>
      </dgm:t>
    </dgm:pt>
    <dgm:pt modelId="{00EEA401-1779-734C-A8A5-41DC90948BF2}">
      <dgm:prSet custT="1"/>
      <dgm:spPr>
        <a:solidFill>
          <a:schemeClr val="bg1"/>
        </a:solidFill>
        <a:ln>
          <a:solidFill>
            <a:schemeClr val="accent3"/>
          </a:solidFill>
        </a:ln>
      </dgm:spPr>
      <dgm:t>
        <a:bodyPr/>
        <a:lstStyle/>
        <a:p>
          <a:pPr rtl="0"/>
          <a:r>
            <a:rPr lang="en-US" sz="1600" b="1" i="0" dirty="0" smtClean="0">
              <a:solidFill>
                <a:schemeClr val="tx1"/>
              </a:solidFill>
            </a:rPr>
            <a:t>SHA-3 is a cryptographic hash function that is intended to complement SHA-2 as the approved standard for a wide range of applications</a:t>
          </a:r>
          <a:endParaRPr lang="en-US" sz="1600" b="1" i="0" dirty="0">
            <a:solidFill>
              <a:schemeClr val="tx1"/>
            </a:solidFill>
          </a:endParaRPr>
        </a:p>
      </dgm:t>
    </dgm:pt>
    <dgm:pt modelId="{7B87F69D-B36C-DB4D-B087-E150337E4A5A}" type="parTrans" cxnId="{9010EB3A-6F6A-BD4F-A057-61891726065E}">
      <dgm:prSet/>
      <dgm:spPr/>
      <dgm:t>
        <a:bodyPr/>
        <a:lstStyle/>
        <a:p>
          <a:endParaRPr lang="en-US"/>
        </a:p>
      </dgm:t>
    </dgm:pt>
    <dgm:pt modelId="{8278DD95-4D3E-5E46-9521-7F81CD949B94}" type="sibTrans" cxnId="{9010EB3A-6F6A-BD4F-A057-61891726065E}">
      <dgm:prSet/>
      <dgm:spPr/>
      <dgm:t>
        <a:bodyPr/>
        <a:lstStyle/>
        <a:p>
          <a:endParaRPr lang="en-US"/>
        </a:p>
      </dgm:t>
    </dgm:pt>
    <dgm:pt modelId="{1BAB6AF2-59FC-DD42-94C8-E682F2690475}" type="pres">
      <dgm:prSet presAssocID="{2A58C3BC-FC5A-EF44-A06F-C9156D9901F6}" presName="cycle" presStyleCnt="0">
        <dgm:presLayoutVars>
          <dgm:dir/>
          <dgm:resizeHandles val="exact"/>
        </dgm:presLayoutVars>
      </dgm:prSet>
      <dgm:spPr/>
      <dgm:t>
        <a:bodyPr/>
        <a:lstStyle/>
        <a:p>
          <a:endParaRPr lang="en-US"/>
        </a:p>
      </dgm:t>
    </dgm:pt>
    <dgm:pt modelId="{E45CC442-E4C3-BD40-895A-08CC9A6FC852}" type="pres">
      <dgm:prSet presAssocID="{B23090A6-CDD9-AA4D-94D3-607B5E5417F0}" presName="node" presStyleLbl="node1" presStyleIdx="0" presStyleCnt="3" custScaleX="179652" custScaleY="117913">
        <dgm:presLayoutVars>
          <dgm:bulletEnabled val="1"/>
        </dgm:presLayoutVars>
      </dgm:prSet>
      <dgm:spPr/>
      <dgm:t>
        <a:bodyPr/>
        <a:lstStyle/>
        <a:p>
          <a:endParaRPr lang="en-US"/>
        </a:p>
      </dgm:t>
    </dgm:pt>
    <dgm:pt modelId="{52835F9D-82B4-8846-A2B2-EEF10BB9AE31}" type="pres">
      <dgm:prSet presAssocID="{B23090A6-CDD9-AA4D-94D3-607B5E5417F0}" presName="spNode" presStyleCnt="0"/>
      <dgm:spPr/>
    </dgm:pt>
    <dgm:pt modelId="{C1C13A19-CB44-5749-9553-D8637A6F8523}" type="pres">
      <dgm:prSet presAssocID="{126F67C4-9A61-3847-83D6-7056D217DDA0}" presName="sibTrans" presStyleLbl="sibTrans1D1" presStyleIdx="0" presStyleCnt="3"/>
      <dgm:spPr/>
      <dgm:t>
        <a:bodyPr/>
        <a:lstStyle/>
        <a:p>
          <a:endParaRPr lang="en-US"/>
        </a:p>
      </dgm:t>
    </dgm:pt>
    <dgm:pt modelId="{D1805330-05BD-DF4B-8630-51C3CBE7020C}" type="pres">
      <dgm:prSet presAssocID="{2A148A0D-6B73-784B-A98D-866B83307FDE}" presName="node" presStyleLbl="node1" presStyleIdx="1" presStyleCnt="3" custScaleX="161730" custScaleY="160230" custRadScaleRad="125224" custRadScaleInc="-40331">
        <dgm:presLayoutVars>
          <dgm:bulletEnabled val="1"/>
        </dgm:presLayoutVars>
      </dgm:prSet>
      <dgm:spPr/>
      <dgm:t>
        <a:bodyPr/>
        <a:lstStyle/>
        <a:p>
          <a:endParaRPr lang="en-US"/>
        </a:p>
      </dgm:t>
    </dgm:pt>
    <dgm:pt modelId="{5FD0FCA0-4D2A-604B-A0CB-7499830F964D}" type="pres">
      <dgm:prSet presAssocID="{2A148A0D-6B73-784B-A98D-866B83307FDE}" presName="spNode" presStyleCnt="0"/>
      <dgm:spPr/>
    </dgm:pt>
    <dgm:pt modelId="{60022302-D31B-EA46-B338-C7ADF54B83C4}" type="pres">
      <dgm:prSet presAssocID="{494443EA-FBBD-2B4A-BE3C-43DC5489B3B5}" presName="sibTrans" presStyleLbl="sibTrans1D1" presStyleIdx="1" presStyleCnt="3"/>
      <dgm:spPr/>
      <dgm:t>
        <a:bodyPr/>
        <a:lstStyle/>
        <a:p>
          <a:endParaRPr lang="en-US"/>
        </a:p>
      </dgm:t>
    </dgm:pt>
    <dgm:pt modelId="{89ACCF36-868B-9845-8E79-1FDE8D49FD3E}" type="pres">
      <dgm:prSet presAssocID="{750CBC8C-A641-FF4A-92E6-AAA68594B951}" presName="node" presStyleLbl="node1" presStyleIdx="2" presStyleCnt="3" custScaleX="165564" custScaleY="174974" custRadScaleRad="103836" custRadScaleInc="36345">
        <dgm:presLayoutVars>
          <dgm:bulletEnabled val="1"/>
        </dgm:presLayoutVars>
      </dgm:prSet>
      <dgm:spPr/>
      <dgm:t>
        <a:bodyPr/>
        <a:lstStyle/>
        <a:p>
          <a:endParaRPr lang="en-US"/>
        </a:p>
      </dgm:t>
    </dgm:pt>
    <dgm:pt modelId="{F562C040-D93E-DE40-9ED2-CD47D09710D0}" type="pres">
      <dgm:prSet presAssocID="{750CBC8C-A641-FF4A-92E6-AAA68594B951}" presName="spNode" presStyleCnt="0"/>
      <dgm:spPr/>
    </dgm:pt>
    <dgm:pt modelId="{44FB74B7-9D06-F04A-A84D-C928611E2C9F}" type="pres">
      <dgm:prSet presAssocID="{4A30461B-54E2-FE43-99CC-72179BD19E20}" presName="sibTrans" presStyleLbl="sibTrans1D1" presStyleIdx="2" presStyleCnt="3"/>
      <dgm:spPr/>
      <dgm:t>
        <a:bodyPr/>
        <a:lstStyle/>
        <a:p>
          <a:endParaRPr lang="en-US"/>
        </a:p>
      </dgm:t>
    </dgm:pt>
  </dgm:ptLst>
  <dgm:cxnLst>
    <dgm:cxn modelId="{12AA2ED7-8FE9-CB42-8E2C-337F3CC04A18}" srcId="{2A58C3BC-FC5A-EF44-A06F-C9156D9901F6}" destId="{2A148A0D-6B73-784B-A98D-866B83307FDE}" srcOrd="1" destOrd="0" parTransId="{EFE7775E-8FB8-AD4E-A52A-807DF68DA564}" sibTransId="{494443EA-FBBD-2B4A-BE3C-43DC5489B3B5}"/>
    <dgm:cxn modelId="{2C003705-F660-1D4F-9517-39FC1408F670}" type="presOf" srcId="{B23090A6-CDD9-AA4D-94D3-607B5E5417F0}" destId="{E45CC442-E4C3-BD40-895A-08CC9A6FC852}" srcOrd="0" destOrd="0" presId="urn:microsoft.com/office/officeart/2005/8/layout/cycle5"/>
    <dgm:cxn modelId="{2D024916-3DD3-7541-86B9-9CCC37C18872}" type="presOf" srcId="{A7BB43B6-3FFD-B746-9BAD-6C1235D1A44E}" destId="{D1805330-05BD-DF4B-8630-51C3CBE7020C}" srcOrd="0" destOrd="1" presId="urn:microsoft.com/office/officeart/2005/8/layout/cycle5"/>
    <dgm:cxn modelId="{5628602E-0EC6-7F44-9A3D-D6E64BF66F54}" type="presOf" srcId="{750CBC8C-A641-FF4A-92E6-AAA68594B951}" destId="{89ACCF36-868B-9845-8E79-1FDE8D49FD3E}" srcOrd="0" destOrd="0" presId="urn:microsoft.com/office/officeart/2005/8/layout/cycle5"/>
    <dgm:cxn modelId="{A843E724-9596-3A40-87C1-545C058EE6D6}" srcId="{2A58C3BC-FC5A-EF44-A06F-C9156D9901F6}" destId="{B23090A6-CDD9-AA4D-94D3-607B5E5417F0}" srcOrd="0" destOrd="0" parTransId="{340C0904-40E8-4444-9DD2-CB615B1AF9A4}" sibTransId="{126F67C4-9A61-3847-83D6-7056D217DDA0}"/>
    <dgm:cxn modelId="{7522DFDA-B965-1A46-A75D-189006E9AC34}" type="presOf" srcId="{00EEA401-1779-734C-A8A5-41DC90948BF2}" destId="{89ACCF36-868B-9845-8E79-1FDE8D49FD3E}" srcOrd="0" destOrd="2" presId="urn:microsoft.com/office/officeart/2005/8/layout/cycle5"/>
    <dgm:cxn modelId="{61669083-C394-0A46-8071-55EF3BE8D179}" type="presOf" srcId="{494443EA-FBBD-2B4A-BE3C-43DC5489B3B5}" destId="{60022302-D31B-EA46-B338-C7ADF54B83C4}" srcOrd="0" destOrd="0" presId="urn:microsoft.com/office/officeart/2005/8/layout/cycle5"/>
    <dgm:cxn modelId="{35331520-AAB1-714B-9F7E-7CD94875C8D6}" srcId="{2A58C3BC-FC5A-EF44-A06F-C9156D9901F6}" destId="{750CBC8C-A641-FF4A-92E6-AAA68594B951}" srcOrd="2" destOrd="0" parTransId="{FBCA09AB-4800-0249-9EF1-9C85F9ADE9B8}" sibTransId="{4A30461B-54E2-FE43-99CC-72179BD19E20}"/>
    <dgm:cxn modelId="{D3B90D80-4A29-8341-9AD3-54E9EB11A64F}" type="presOf" srcId="{CA48A05E-0B7C-7E4F-ABCC-996B1E5555C7}" destId="{E45CC442-E4C3-BD40-895A-08CC9A6FC852}" srcOrd="0" destOrd="1" presId="urn:microsoft.com/office/officeart/2005/8/layout/cycle5"/>
    <dgm:cxn modelId="{CE5D7B30-28BC-E140-B3A3-1D8E9C4748C5}" type="presOf" srcId="{1C24CE7F-07E9-1841-9A44-3D07361E51FB}" destId="{E45CC442-E4C3-BD40-895A-08CC9A6FC852}" srcOrd="0" destOrd="2" presId="urn:microsoft.com/office/officeart/2005/8/layout/cycle5"/>
    <dgm:cxn modelId="{4E05AA83-8BDA-CD48-B925-D4CAF41DD007}" srcId="{750CBC8C-A641-FF4A-92E6-AAA68594B951}" destId="{9C09833D-06F3-7E40-907E-63DBCBBF5508}" srcOrd="0" destOrd="0" parTransId="{DA89C877-B591-764A-AAB5-C743627A11E5}" sibTransId="{1FD606E0-C7EA-3A46-A850-CB9DF5D2CFDF}"/>
    <dgm:cxn modelId="{1115A795-87AD-3542-9B33-12279A8C4ED1}" srcId="{B23090A6-CDD9-AA4D-94D3-607B5E5417F0}" destId="{CA48A05E-0B7C-7E4F-ABCC-996B1E5555C7}" srcOrd="0" destOrd="0" parTransId="{126CB11A-064E-2E4B-9BD7-5FC3C6149A7A}" sibTransId="{34E440C3-2702-924E-98BF-9B527E6B1277}"/>
    <dgm:cxn modelId="{9010EB3A-6F6A-BD4F-A057-61891726065E}" srcId="{750CBC8C-A641-FF4A-92E6-AAA68594B951}" destId="{00EEA401-1779-734C-A8A5-41DC90948BF2}" srcOrd="1" destOrd="0" parTransId="{7B87F69D-B36C-DB4D-B087-E150337E4A5A}" sibTransId="{8278DD95-4D3E-5E46-9521-7F81CD949B94}"/>
    <dgm:cxn modelId="{D780B85D-B965-214A-A3A6-6D5310D3F8ED}" type="presOf" srcId="{4A30461B-54E2-FE43-99CC-72179BD19E20}" destId="{44FB74B7-9D06-F04A-A84D-C928611E2C9F}" srcOrd="0" destOrd="0" presId="urn:microsoft.com/office/officeart/2005/8/layout/cycle5"/>
    <dgm:cxn modelId="{7F0C048F-0DA0-E848-B3B4-4CDFCA7EBF2C}" type="presOf" srcId="{9C09833D-06F3-7E40-907E-63DBCBBF5508}" destId="{89ACCF36-868B-9845-8E79-1FDE8D49FD3E}" srcOrd="0" destOrd="1" presId="urn:microsoft.com/office/officeart/2005/8/layout/cycle5"/>
    <dgm:cxn modelId="{0B555CDB-93D6-0742-9D36-DC897B851A9A}" srcId="{B23090A6-CDD9-AA4D-94D3-607B5E5417F0}" destId="{1C24CE7F-07E9-1841-9A44-3D07361E51FB}" srcOrd="1" destOrd="0" parTransId="{B6CE00C5-CD16-494B-BA3E-0C671159B146}" sibTransId="{9823E08E-C811-FF4D-8943-524E0B6F4B6D}"/>
    <dgm:cxn modelId="{208350AC-A986-574D-A8D4-3D91B05C2775}" type="presOf" srcId="{2A58C3BC-FC5A-EF44-A06F-C9156D9901F6}" destId="{1BAB6AF2-59FC-DD42-94C8-E682F2690475}" srcOrd="0" destOrd="0" presId="urn:microsoft.com/office/officeart/2005/8/layout/cycle5"/>
    <dgm:cxn modelId="{230BFDC1-A3A8-6D4A-8C3A-CFF29E395F53}" type="presOf" srcId="{2A148A0D-6B73-784B-A98D-866B83307FDE}" destId="{D1805330-05BD-DF4B-8630-51C3CBE7020C}" srcOrd="0" destOrd="0" presId="urn:microsoft.com/office/officeart/2005/8/layout/cycle5"/>
    <dgm:cxn modelId="{DB6CB121-A057-8947-A068-7D49649C5177}" type="presOf" srcId="{126F67C4-9A61-3847-83D6-7056D217DDA0}" destId="{C1C13A19-CB44-5749-9553-D8637A6F8523}" srcOrd="0" destOrd="0" presId="urn:microsoft.com/office/officeart/2005/8/layout/cycle5"/>
    <dgm:cxn modelId="{0AFF51CB-E791-1C42-9062-CA5D2FEF7EA2}" srcId="{2A148A0D-6B73-784B-A98D-866B83307FDE}" destId="{A7BB43B6-3FFD-B746-9BAD-6C1235D1A44E}" srcOrd="0" destOrd="0" parTransId="{67877061-52E9-9545-9DF1-9962BF77C82E}" sibTransId="{35F4A5DC-0C16-9E45-8C35-73C21CDF35BC}"/>
    <dgm:cxn modelId="{1E962E79-DD02-FA4A-A10F-A2861893D181}" type="presParOf" srcId="{1BAB6AF2-59FC-DD42-94C8-E682F2690475}" destId="{E45CC442-E4C3-BD40-895A-08CC9A6FC852}" srcOrd="0" destOrd="0" presId="urn:microsoft.com/office/officeart/2005/8/layout/cycle5"/>
    <dgm:cxn modelId="{D3549147-D231-3646-90D9-C4BAF7E99034}" type="presParOf" srcId="{1BAB6AF2-59FC-DD42-94C8-E682F2690475}" destId="{52835F9D-82B4-8846-A2B2-EEF10BB9AE31}" srcOrd="1" destOrd="0" presId="urn:microsoft.com/office/officeart/2005/8/layout/cycle5"/>
    <dgm:cxn modelId="{A6F48E5A-A688-D648-9FA6-CD9834D35BD2}" type="presParOf" srcId="{1BAB6AF2-59FC-DD42-94C8-E682F2690475}" destId="{C1C13A19-CB44-5749-9553-D8637A6F8523}" srcOrd="2" destOrd="0" presId="urn:microsoft.com/office/officeart/2005/8/layout/cycle5"/>
    <dgm:cxn modelId="{B9515572-087E-B345-A857-29BF3F5E0DFA}" type="presParOf" srcId="{1BAB6AF2-59FC-DD42-94C8-E682F2690475}" destId="{D1805330-05BD-DF4B-8630-51C3CBE7020C}" srcOrd="3" destOrd="0" presId="urn:microsoft.com/office/officeart/2005/8/layout/cycle5"/>
    <dgm:cxn modelId="{0D434738-229E-AB45-BFBA-987163CDBCC7}" type="presParOf" srcId="{1BAB6AF2-59FC-DD42-94C8-E682F2690475}" destId="{5FD0FCA0-4D2A-604B-A0CB-7499830F964D}" srcOrd="4" destOrd="0" presId="urn:microsoft.com/office/officeart/2005/8/layout/cycle5"/>
    <dgm:cxn modelId="{8A7E92AE-BDC5-AC42-9BE1-ABD2E840D8EE}" type="presParOf" srcId="{1BAB6AF2-59FC-DD42-94C8-E682F2690475}" destId="{60022302-D31B-EA46-B338-C7ADF54B83C4}" srcOrd="5" destOrd="0" presId="urn:microsoft.com/office/officeart/2005/8/layout/cycle5"/>
    <dgm:cxn modelId="{8E0C2BE1-A3CC-6141-A728-D1EC89B43D39}" type="presParOf" srcId="{1BAB6AF2-59FC-DD42-94C8-E682F2690475}" destId="{89ACCF36-868B-9845-8E79-1FDE8D49FD3E}" srcOrd="6" destOrd="0" presId="urn:microsoft.com/office/officeart/2005/8/layout/cycle5"/>
    <dgm:cxn modelId="{10DD9325-17A7-C647-AD3D-303A855F708C}" type="presParOf" srcId="{1BAB6AF2-59FC-DD42-94C8-E682F2690475}" destId="{F562C040-D93E-DE40-9ED2-CD47D09710D0}" srcOrd="7" destOrd="0" presId="urn:microsoft.com/office/officeart/2005/8/layout/cycle5"/>
    <dgm:cxn modelId="{08E2DF5B-A322-AE48-9AD7-DB6B1BA1139E}" type="presParOf" srcId="{1BAB6AF2-59FC-DD42-94C8-E682F2690475}" destId="{44FB74B7-9D06-F04A-A84D-C928611E2C9F}" srcOrd="8" destOrd="0" presId="urn:microsoft.com/office/officeart/2005/8/layout/cycle5"/>
  </dgm:cxnLst>
  <dgm:bg/>
  <dgm:whole/>
  <dgm:extLst>
    <a:ext uri="http://schemas.microsoft.com/office/drawing/2008/diagram">
      <dsp:dataModelExt xmlns:dsp="http://schemas.microsoft.com/office/drawing/2008/diagram" xmlns="" relId="rId7" minVer="http://schemas.openxmlformats.org/drawingml/2006/diagram"/>
    </a:ext>
  </dgm:extLst>
</dgm:dataModel>
</file>

<file path=ppt/diagrams/drawing1.xml><?xml version="1.0" encoding="utf-8"?>
<dsp:drawing xmlns:dgm="http://schemas.openxmlformats.org/drawingml/2006/diagram" xmlns:a="http://schemas.openxmlformats.org/drawingml/2006/main" xmlns:dsp="http://schemas.microsoft.com/office/drawing/2008/diagram">
  <dsp:spTree>
    <dsp:nvGrpSpPr>
      <dsp:cNvPr id="0" name=""/>
      <dsp:cNvGrpSpPr/>
    </dsp:nvGrpSpPr>
    <dsp:grpSpPr/>
    <dsp:sp modelId="{9B6C901C-3225-9A49-8E32-8AA62AA2EF15}">
      <dsp:nvSpPr>
        <dsp:cNvPr id="0" name=""/>
        <dsp:cNvSpPr/>
      </dsp:nvSpPr>
      <dsp:spPr>
        <a:xfrm>
          <a:off x="0" y="1396"/>
          <a:ext cx="6781800" cy="1043407"/>
        </a:xfrm>
        <a:prstGeom prst="rect">
          <a:avLst/>
        </a:prstGeom>
        <a:blipFill rotWithShape="0">
          <a:blip xmlns:r="http://schemas.openxmlformats.org/officeDocument/2006/relationships" r:embed="rId1">
            <a:duotone>
              <a:schemeClr val="accent1">
                <a:hueOff val="0"/>
                <a:satOff val="0"/>
                <a:lumOff val="0"/>
                <a:alphaOff val="0"/>
                <a:shade val="70000"/>
                <a:satMod val="120000"/>
              </a:schemeClr>
              <a:schemeClr val="accent1">
                <a:hueOff val="0"/>
                <a:satOff val="0"/>
                <a:lumOff val="0"/>
                <a:alphaOff val="0"/>
                <a:tint val="70000"/>
                <a:satMod val="135000"/>
              </a:schemeClr>
            </a:duotone>
          </a:blip>
          <a:tile tx="0" ty="0" sx="40000" sy="40000" flip="none" algn="tl"/>
        </a:blipFill>
        <a:ln w="38100" cap="flat" cmpd="sng" algn="ctr">
          <a:solidFill>
            <a:schemeClr val="accent1">
              <a:hueOff val="0"/>
              <a:satOff val="0"/>
              <a:lumOff val="0"/>
              <a:alphaOff val="0"/>
            </a:schemeClr>
          </a:solidFill>
          <a:prstDash val="solid"/>
          <a:miter/>
        </a:ln>
        <a:effectLst>
          <a:outerShdw blurRad="38100" dist="25400" dir="5400000" rotWithShape="0">
            <a:srgbClr val="000000">
              <a:alpha val="50000"/>
            </a:srgbClr>
          </a:outerShdw>
        </a:effectLst>
      </dsp:spPr>
      <dsp:style>
        <a:lnRef idx="1">
          <a:scrgbClr r="0" g="0" b="0"/>
        </a:lnRef>
        <a:fillRef idx="3">
          <a:scrgbClr r="0" g="0" b="0"/>
        </a:fillRef>
        <a:effectRef idx="2">
          <a:scrgbClr r="0" g="0" b="0"/>
        </a:effectRef>
        <a:fontRef idx="minor">
          <a:schemeClr val="lt1"/>
        </a:fontRef>
      </dsp:style>
      <dsp:txBody>
        <a:bodyPr spcFirstLastPara="0" vert="horz" wrap="square" lIns="142240" tIns="81280" rIns="142240" bIns="81280" numCol="1" spcCol="1270" anchor="ctr" anchorCtr="0">
          <a:noAutofit/>
        </a:bodyPr>
        <a:lstStyle/>
        <a:p>
          <a:pPr lvl="0" algn="ctr" defTabSz="889000">
            <a:lnSpc>
              <a:spcPct val="90000"/>
            </a:lnSpc>
            <a:spcBef>
              <a:spcPct val="0"/>
            </a:spcBef>
            <a:spcAft>
              <a:spcPct val="35000"/>
            </a:spcAft>
          </a:pPr>
          <a:r>
            <a:rPr lang="en-US" sz="2000" kern="1200" dirty="0" smtClean="0">
              <a:effectLst>
                <a:outerShdw blurRad="38100" dist="38100" dir="2700000" algn="tl">
                  <a:srgbClr val="000000">
                    <a:alpha val="43137"/>
                  </a:srgbClr>
                </a:outerShdw>
              </a:effectLst>
            </a:rPr>
            <a:t>Takes as input a secret key and a data block and produces a hash value (MAC) which is associated with the protected message</a:t>
          </a:r>
          <a:endParaRPr lang="en-US" sz="2000" kern="1200" dirty="0">
            <a:effectLst>
              <a:outerShdw blurRad="38100" dist="38100" dir="2700000" algn="tl">
                <a:srgbClr val="000000">
                  <a:alpha val="43137"/>
                </a:srgbClr>
              </a:outerShdw>
            </a:effectLst>
          </a:endParaRPr>
        </a:p>
      </dsp:txBody>
      <dsp:txXfrm>
        <a:off x="0" y="1396"/>
        <a:ext cx="6781800" cy="1043407"/>
      </dsp:txXfrm>
    </dsp:sp>
    <dsp:sp modelId="{97553C45-932E-B64E-92DD-2B633E7B7105}">
      <dsp:nvSpPr>
        <dsp:cNvPr id="0" name=""/>
        <dsp:cNvSpPr/>
      </dsp:nvSpPr>
      <dsp:spPr>
        <a:xfrm>
          <a:off x="0" y="1044803"/>
          <a:ext cx="6781800" cy="1976399"/>
        </a:xfrm>
        <a:prstGeom prst="rect">
          <a:avLst/>
        </a:prstGeom>
        <a:solidFill>
          <a:schemeClr val="bg1"/>
        </a:solidFill>
        <a:ln w="38100" cap="flat" cmpd="sng" algn="ctr">
          <a:solidFill>
            <a:schemeClr val="accent1">
              <a:alpha val="90000"/>
              <a:tint val="40000"/>
              <a:hueOff val="0"/>
              <a:satOff val="0"/>
              <a:lumOff val="0"/>
              <a:alphaOff val="0"/>
            </a:schemeClr>
          </a:solidFill>
          <a:prstDash val="solid"/>
          <a:miter/>
        </a:ln>
        <a:effectLst/>
      </dsp:spPr>
      <dsp:style>
        <a:lnRef idx="1">
          <a:scrgbClr r="0" g="0" b="0"/>
        </a:lnRef>
        <a:fillRef idx="1">
          <a:scrgbClr r="0" g="0" b="0"/>
        </a:fillRef>
        <a:effectRef idx="0">
          <a:scrgbClr r="0" g="0" b="0"/>
        </a:effectRef>
        <a:fontRef idx="minor"/>
      </dsp:style>
      <dsp:txBody>
        <a:bodyPr spcFirstLastPara="0" vert="horz" wrap="square" lIns="106680" tIns="106680" rIns="142240" bIns="160020" numCol="1" spcCol="1270" anchor="t" anchorCtr="0">
          <a:noAutofit/>
        </a:bodyPr>
        <a:lstStyle/>
        <a:p>
          <a:pPr marL="228600" lvl="1" indent="-228600" algn="l" defTabSz="889000">
            <a:lnSpc>
              <a:spcPct val="90000"/>
            </a:lnSpc>
            <a:spcBef>
              <a:spcPct val="0"/>
            </a:spcBef>
            <a:spcAft>
              <a:spcPct val="15000"/>
            </a:spcAft>
            <a:buChar char="••"/>
          </a:pPr>
          <a:r>
            <a:rPr lang="en-US" sz="2000" kern="1200" dirty="0" smtClean="0"/>
            <a:t>If the integrity of the message needs to be checked, the MAC function can be applied to the message and the result compared with the associated MAC value</a:t>
          </a:r>
        </a:p>
        <a:p>
          <a:pPr marL="228600" lvl="1" indent="-228600" algn="l" defTabSz="889000">
            <a:lnSpc>
              <a:spcPct val="90000"/>
            </a:lnSpc>
            <a:spcBef>
              <a:spcPct val="0"/>
            </a:spcBef>
            <a:spcAft>
              <a:spcPct val="15000"/>
            </a:spcAft>
            <a:buChar char="••"/>
          </a:pPr>
          <a:r>
            <a:rPr lang="en-US" sz="2000" kern="1200" dirty="0" smtClean="0"/>
            <a:t>An attacker who alters the message will be unable to alter the associated MAC value without knowledge of the secret key</a:t>
          </a:r>
          <a:endParaRPr lang="en-US" sz="2000" kern="1200" dirty="0"/>
        </a:p>
      </dsp:txBody>
      <dsp:txXfrm>
        <a:off x="0" y="1044803"/>
        <a:ext cx="6781800" cy="1976399"/>
      </dsp:txXfrm>
    </dsp:sp>
  </dsp:spTree>
</dsp:drawing>
</file>

<file path=ppt/diagrams/drawing2.xml><?xml version="1.0" encoding="utf-8"?>
<dsp:drawing xmlns:dgm="http://schemas.openxmlformats.org/drawingml/2006/diagram" xmlns:a="http://schemas.openxmlformats.org/drawingml/2006/main" xmlns:dsp="http://schemas.microsoft.com/office/drawing/2008/diagram">
  <dsp:spTree>
    <dsp:nvGrpSpPr>
      <dsp:cNvPr id="0" name=""/>
      <dsp:cNvGrpSpPr/>
    </dsp:nvGrpSpPr>
    <dsp:grpSpPr/>
    <dsp:sp modelId="{1886384E-7F5E-0C46-B09E-DD5887B1D990}">
      <dsp:nvSpPr>
        <dsp:cNvPr id="0" name=""/>
        <dsp:cNvSpPr/>
      </dsp:nvSpPr>
      <dsp:spPr>
        <a:xfrm>
          <a:off x="1032" y="0"/>
          <a:ext cx="2684487" cy="4867274"/>
        </a:xfrm>
        <a:prstGeom prst="roundRect">
          <a:avLst>
            <a:gd name="adj" fmla="val 10000"/>
          </a:avLst>
        </a:prstGeom>
        <a:solidFill>
          <a:schemeClr val="bg1"/>
        </a:solidFill>
        <a:ln>
          <a:noFill/>
        </a:ln>
        <a:effectLst>
          <a:glow rad="101600">
            <a:schemeClr val="accent1">
              <a:alpha val="75000"/>
            </a:schemeClr>
          </a:glow>
          <a:softEdge rad="101600"/>
        </a:effectLst>
      </dsp:spPr>
      <dsp:style>
        <a:lnRef idx="0">
          <a:scrgbClr r="0" g="0" b="0"/>
        </a:lnRef>
        <a:fillRef idx="1">
          <a:scrgbClr r="0" g="0" b="0"/>
        </a:fillRef>
        <a:effectRef idx="2">
          <a:scrgbClr r="0" g="0" b="0"/>
        </a:effectRef>
        <a:fontRef idx="minor"/>
      </dsp:style>
      <dsp:txBody>
        <a:bodyPr spcFirstLastPara="0" vert="horz" wrap="square" lIns="72390" tIns="72390" rIns="72390" bIns="72390" numCol="1" spcCol="1270" anchor="ctr" anchorCtr="0">
          <a:noAutofit/>
        </a:bodyPr>
        <a:lstStyle/>
        <a:p>
          <a:pPr lvl="0" algn="ctr" defTabSz="844550" rtl="0">
            <a:lnSpc>
              <a:spcPct val="90000"/>
            </a:lnSpc>
            <a:spcBef>
              <a:spcPct val="0"/>
            </a:spcBef>
            <a:spcAft>
              <a:spcPct val="35000"/>
            </a:spcAft>
          </a:pPr>
          <a:r>
            <a:rPr lang="en-US" sz="1900" kern="1200" dirty="0" smtClean="0"/>
            <a:t>Commonly used to create a one-way password file</a:t>
          </a:r>
          <a:endParaRPr lang="en-US" sz="1900" kern="1200" dirty="0"/>
        </a:p>
      </dsp:txBody>
      <dsp:txXfrm>
        <a:off x="1032" y="0"/>
        <a:ext cx="2684487" cy="1460182"/>
      </dsp:txXfrm>
    </dsp:sp>
    <dsp:sp modelId="{9A5C8B54-E8B9-5144-A712-533FDFDCB980}">
      <dsp:nvSpPr>
        <dsp:cNvPr id="0" name=""/>
        <dsp:cNvSpPr/>
      </dsp:nvSpPr>
      <dsp:spPr>
        <a:xfrm>
          <a:off x="269481" y="1461608"/>
          <a:ext cx="2147589" cy="1467549"/>
        </a:xfrm>
        <a:prstGeom prst="roundRect">
          <a:avLst>
            <a:gd name="adj" fmla="val 10000"/>
          </a:avLst>
        </a:prstGeom>
        <a:blipFill rotWithShape="0">
          <a:blip xmlns:r="http://schemas.openxmlformats.org/officeDocument/2006/relationships" r:embed="rId1">
            <a:duotone>
              <a:schemeClr val="accent1">
                <a:hueOff val="0"/>
                <a:satOff val="0"/>
                <a:lumOff val="0"/>
                <a:alphaOff val="0"/>
                <a:shade val="70000"/>
                <a:satMod val="120000"/>
              </a:schemeClr>
              <a:schemeClr val="accent1">
                <a:hueOff val="0"/>
                <a:satOff val="0"/>
                <a:lumOff val="0"/>
                <a:alphaOff val="0"/>
                <a:tint val="70000"/>
                <a:satMod val="135000"/>
              </a:schemeClr>
            </a:duotone>
          </a:blip>
          <a:tile tx="0" ty="0" sx="40000" sy="40000" flip="none" algn="tl"/>
        </a:blipFill>
        <a:ln>
          <a:solidFill>
            <a:schemeClr val="tx1"/>
          </a:solidFill>
        </a:ln>
        <a:effectLst>
          <a:outerShdw blurRad="38100" dist="25400" dir="5400000" rotWithShape="0">
            <a:srgbClr val="000000">
              <a:alpha val="50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38100" tIns="28575" rIns="38100" bIns="28575" numCol="1" spcCol="1270" anchor="ctr" anchorCtr="0">
          <a:noAutofit/>
        </a:bodyPr>
        <a:lstStyle/>
        <a:p>
          <a:pPr lvl="0" algn="ctr" defTabSz="666750" rtl="0">
            <a:lnSpc>
              <a:spcPct val="90000"/>
            </a:lnSpc>
            <a:spcBef>
              <a:spcPct val="0"/>
            </a:spcBef>
            <a:spcAft>
              <a:spcPct val="35000"/>
            </a:spcAft>
          </a:pPr>
          <a:r>
            <a:rPr lang="en-US" sz="1500" kern="1200" dirty="0" smtClean="0"/>
            <a:t>When a user enters a password, the hash of that password is compared to the stored hash value for verification</a:t>
          </a:r>
          <a:endParaRPr lang="en-US" sz="1500" kern="1200" dirty="0"/>
        </a:p>
      </dsp:txBody>
      <dsp:txXfrm>
        <a:off x="269481" y="1461608"/>
        <a:ext cx="2147589" cy="1467549"/>
      </dsp:txXfrm>
    </dsp:sp>
    <dsp:sp modelId="{32190510-28D4-564D-8C61-CA1C4E71FFDA}">
      <dsp:nvSpPr>
        <dsp:cNvPr id="0" name=""/>
        <dsp:cNvSpPr/>
      </dsp:nvSpPr>
      <dsp:spPr>
        <a:xfrm>
          <a:off x="269481" y="3154935"/>
          <a:ext cx="2147589" cy="1467549"/>
        </a:xfrm>
        <a:prstGeom prst="roundRect">
          <a:avLst>
            <a:gd name="adj" fmla="val 10000"/>
          </a:avLst>
        </a:prstGeom>
        <a:blipFill rotWithShape="0">
          <a:blip xmlns:r="http://schemas.openxmlformats.org/officeDocument/2006/relationships" r:embed="rId1">
            <a:duotone>
              <a:schemeClr val="accent1">
                <a:hueOff val="0"/>
                <a:satOff val="0"/>
                <a:lumOff val="0"/>
                <a:alphaOff val="0"/>
                <a:shade val="70000"/>
                <a:satMod val="120000"/>
              </a:schemeClr>
              <a:schemeClr val="accent1">
                <a:hueOff val="0"/>
                <a:satOff val="0"/>
                <a:lumOff val="0"/>
                <a:alphaOff val="0"/>
                <a:tint val="70000"/>
                <a:satMod val="135000"/>
              </a:schemeClr>
            </a:duotone>
          </a:blip>
          <a:tile tx="0" ty="0" sx="40000" sy="40000" flip="none" algn="tl"/>
        </a:blipFill>
        <a:ln>
          <a:solidFill>
            <a:schemeClr val="tx1"/>
          </a:solidFill>
        </a:ln>
        <a:effectLst>
          <a:outerShdw blurRad="38100" dist="25400" dir="5400000" rotWithShape="0">
            <a:srgbClr val="000000">
              <a:alpha val="50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38100" tIns="28575" rIns="38100" bIns="28575" numCol="1" spcCol="1270" anchor="ctr" anchorCtr="0">
          <a:noAutofit/>
        </a:bodyPr>
        <a:lstStyle/>
        <a:p>
          <a:pPr lvl="0" algn="ctr" defTabSz="666750" rtl="0">
            <a:lnSpc>
              <a:spcPct val="90000"/>
            </a:lnSpc>
            <a:spcBef>
              <a:spcPct val="0"/>
            </a:spcBef>
            <a:spcAft>
              <a:spcPct val="35000"/>
            </a:spcAft>
          </a:pPr>
          <a:r>
            <a:rPr lang="en-US" sz="1500" kern="1200" dirty="0" smtClean="0"/>
            <a:t>This approach to password protection is used by most operating systems </a:t>
          </a:r>
          <a:endParaRPr lang="en-US" sz="1500" kern="1200" dirty="0"/>
        </a:p>
      </dsp:txBody>
      <dsp:txXfrm>
        <a:off x="269481" y="3154935"/>
        <a:ext cx="2147589" cy="1467549"/>
      </dsp:txXfrm>
    </dsp:sp>
    <dsp:sp modelId="{5F7C211F-9042-EC43-AF3D-42BEB42044BE}">
      <dsp:nvSpPr>
        <dsp:cNvPr id="0" name=""/>
        <dsp:cNvSpPr/>
      </dsp:nvSpPr>
      <dsp:spPr>
        <a:xfrm>
          <a:off x="2886856" y="0"/>
          <a:ext cx="2684487" cy="4867274"/>
        </a:xfrm>
        <a:prstGeom prst="roundRect">
          <a:avLst>
            <a:gd name="adj" fmla="val 10000"/>
          </a:avLst>
        </a:prstGeom>
        <a:solidFill>
          <a:schemeClr val="bg1"/>
        </a:solidFill>
        <a:ln>
          <a:noFill/>
        </a:ln>
        <a:effectLst>
          <a:glow rad="101600">
            <a:schemeClr val="accent1">
              <a:alpha val="75000"/>
            </a:schemeClr>
          </a:glow>
          <a:softEdge rad="63500"/>
        </a:effectLst>
      </dsp:spPr>
      <dsp:style>
        <a:lnRef idx="0">
          <a:scrgbClr r="0" g="0" b="0"/>
        </a:lnRef>
        <a:fillRef idx="1">
          <a:scrgbClr r="0" g="0" b="0"/>
        </a:fillRef>
        <a:effectRef idx="2">
          <a:scrgbClr r="0" g="0" b="0"/>
        </a:effectRef>
        <a:fontRef idx="minor"/>
      </dsp:style>
      <dsp:txBody>
        <a:bodyPr spcFirstLastPara="0" vert="horz" wrap="square" lIns="72390" tIns="72390" rIns="72390" bIns="72390" numCol="1" spcCol="1270" anchor="ctr" anchorCtr="0">
          <a:noAutofit/>
        </a:bodyPr>
        <a:lstStyle/>
        <a:p>
          <a:pPr lvl="0" algn="ctr" defTabSz="844550" rtl="0">
            <a:lnSpc>
              <a:spcPct val="90000"/>
            </a:lnSpc>
            <a:spcBef>
              <a:spcPct val="0"/>
            </a:spcBef>
            <a:spcAft>
              <a:spcPct val="35000"/>
            </a:spcAft>
          </a:pPr>
          <a:r>
            <a:rPr lang="en-US" sz="1900" kern="1200" dirty="0" smtClean="0"/>
            <a:t>Can be used for intrusion and virus detection</a:t>
          </a:r>
          <a:endParaRPr lang="en-US" sz="1900" kern="1200" dirty="0"/>
        </a:p>
      </dsp:txBody>
      <dsp:txXfrm>
        <a:off x="2886856" y="0"/>
        <a:ext cx="2684487" cy="1460182"/>
      </dsp:txXfrm>
    </dsp:sp>
    <dsp:sp modelId="{BB3EEB33-7471-3C46-B37A-EF306DC11397}">
      <dsp:nvSpPr>
        <dsp:cNvPr id="0" name=""/>
        <dsp:cNvSpPr/>
      </dsp:nvSpPr>
      <dsp:spPr>
        <a:xfrm>
          <a:off x="3155305" y="1460598"/>
          <a:ext cx="2147589" cy="956224"/>
        </a:xfrm>
        <a:prstGeom prst="roundRect">
          <a:avLst>
            <a:gd name="adj" fmla="val 10000"/>
          </a:avLst>
        </a:prstGeom>
        <a:blipFill rotWithShape="0">
          <a:blip xmlns:r="http://schemas.openxmlformats.org/officeDocument/2006/relationships" r:embed="rId1">
            <a:duotone>
              <a:schemeClr val="accent1">
                <a:hueOff val="0"/>
                <a:satOff val="0"/>
                <a:lumOff val="0"/>
                <a:alphaOff val="0"/>
                <a:shade val="70000"/>
                <a:satMod val="120000"/>
              </a:schemeClr>
              <a:schemeClr val="accent1">
                <a:hueOff val="0"/>
                <a:satOff val="0"/>
                <a:lumOff val="0"/>
                <a:alphaOff val="0"/>
                <a:tint val="70000"/>
                <a:satMod val="135000"/>
              </a:schemeClr>
            </a:duotone>
          </a:blip>
          <a:tile tx="0" ty="0" sx="40000" sy="40000" flip="none" algn="tl"/>
        </a:blipFill>
        <a:ln>
          <a:solidFill>
            <a:schemeClr val="tx1"/>
          </a:solidFill>
        </a:ln>
        <a:effectLst>
          <a:outerShdw blurRad="38100" dist="25400" dir="5400000" rotWithShape="0">
            <a:srgbClr val="000000">
              <a:alpha val="50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38100" tIns="28575" rIns="38100" bIns="28575" numCol="1" spcCol="1270" anchor="ctr" anchorCtr="0">
          <a:noAutofit/>
        </a:bodyPr>
        <a:lstStyle/>
        <a:p>
          <a:pPr lvl="0" algn="ctr" defTabSz="666750" rtl="0">
            <a:lnSpc>
              <a:spcPct val="90000"/>
            </a:lnSpc>
            <a:spcBef>
              <a:spcPct val="0"/>
            </a:spcBef>
            <a:spcAft>
              <a:spcPct val="35000"/>
            </a:spcAft>
          </a:pPr>
          <a:r>
            <a:rPr lang="en-US" sz="1500" kern="1200" dirty="0" smtClean="0"/>
            <a:t>Store H(F) for each file on a system and secure the hash values</a:t>
          </a:r>
          <a:endParaRPr lang="en-US" sz="1500" kern="1200" dirty="0"/>
        </a:p>
      </dsp:txBody>
      <dsp:txXfrm>
        <a:off x="3155305" y="1460598"/>
        <a:ext cx="2147589" cy="956224"/>
      </dsp:txXfrm>
    </dsp:sp>
    <dsp:sp modelId="{219509CF-B5AE-824C-9137-90FE6F41E897}">
      <dsp:nvSpPr>
        <dsp:cNvPr id="0" name=""/>
        <dsp:cNvSpPr/>
      </dsp:nvSpPr>
      <dsp:spPr>
        <a:xfrm>
          <a:off x="3155305" y="2563934"/>
          <a:ext cx="2147589" cy="956224"/>
        </a:xfrm>
        <a:prstGeom prst="roundRect">
          <a:avLst>
            <a:gd name="adj" fmla="val 10000"/>
          </a:avLst>
        </a:prstGeom>
        <a:blipFill rotWithShape="0">
          <a:blip xmlns:r="http://schemas.openxmlformats.org/officeDocument/2006/relationships" r:embed="rId1">
            <a:duotone>
              <a:schemeClr val="accent1">
                <a:hueOff val="0"/>
                <a:satOff val="0"/>
                <a:lumOff val="0"/>
                <a:alphaOff val="0"/>
                <a:shade val="70000"/>
                <a:satMod val="120000"/>
              </a:schemeClr>
              <a:schemeClr val="accent1">
                <a:hueOff val="0"/>
                <a:satOff val="0"/>
                <a:lumOff val="0"/>
                <a:alphaOff val="0"/>
                <a:tint val="70000"/>
                <a:satMod val="135000"/>
              </a:schemeClr>
            </a:duotone>
          </a:blip>
          <a:tile tx="0" ty="0" sx="40000" sy="40000" flip="none" algn="tl"/>
        </a:blipFill>
        <a:ln>
          <a:solidFill>
            <a:schemeClr val="tx1"/>
          </a:solidFill>
        </a:ln>
        <a:effectLst>
          <a:outerShdw blurRad="38100" dist="25400" dir="5400000" rotWithShape="0">
            <a:srgbClr val="000000">
              <a:alpha val="50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38100" tIns="28575" rIns="38100" bIns="28575" numCol="1" spcCol="1270" anchor="ctr" anchorCtr="0">
          <a:noAutofit/>
        </a:bodyPr>
        <a:lstStyle/>
        <a:p>
          <a:pPr lvl="0" algn="ctr" defTabSz="666750" rtl="0">
            <a:lnSpc>
              <a:spcPct val="90000"/>
            </a:lnSpc>
            <a:spcBef>
              <a:spcPct val="0"/>
            </a:spcBef>
            <a:spcAft>
              <a:spcPct val="35000"/>
            </a:spcAft>
          </a:pPr>
          <a:r>
            <a:rPr lang="en-US" sz="1500" kern="1200" dirty="0" smtClean="0"/>
            <a:t>One can later determine if a file has been modified by </a:t>
          </a:r>
          <a:r>
            <a:rPr lang="en-US" sz="1500" kern="1200" dirty="0" err="1" smtClean="0"/>
            <a:t>recomputing</a:t>
          </a:r>
          <a:r>
            <a:rPr lang="en-US" sz="1500" kern="1200" dirty="0" smtClean="0"/>
            <a:t> H(F) </a:t>
          </a:r>
          <a:endParaRPr lang="en-US" sz="1500" kern="1200" dirty="0"/>
        </a:p>
      </dsp:txBody>
      <dsp:txXfrm>
        <a:off x="3155305" y="2563934"/>
        <a:ext cx="2147589" cy="956224"/>
      </dsp:txXfrm>
    </dsp:sp>
    <dsp:sp modelId="{BF798EF9-4DCA-F54E-BDEA-C66F968FF331}">
      <dsp:nvSpPr>
        <dsp:cNvPr id="0" name=""/>
        <dsp:cNvSpPr/>
      </dsp:nvSpPr>
      <dsp:spPr>
        <a:xfrm>
          <a:off x="3155305" y="3667270"/>
          <a:ext cx="2147589" cy="956224"/>
        </a:xfrm>
        <a:prstGeom prst="roundRect">
          <a:avLst>
            <a:gd name="adj" fmla="val 10000"/>
          </a:avLst>
        </a:prstGeom>
        <a:blipFill rotWithShape="0">
          <a:blip xmlns:r="http://schemas.openxmlformats.org/officeDocument/2006/relationships" r:embed="rId1">
            <a:duotone>
              <a:schemeClr val="accent1">
                <a:hueOff val="0"/>
                <a:satOff val="0"/>
                <a:lumOff val="0"/>
                <a:alphaOff val="0"/>
                <a:shade val="70000"/>
                <a:satMod val="120000"/>
              </a:schemeClr>
              <a:schemeClr val="accent1">
                <a:hueOff val="0"/>
                <a:satOff val="0"/>
                <a:lumOff val="0"/>
                <a:alphaOff val="0"/>
                <a:tint val="70000"/>
                <a:satMod val="135000"/>
              </a:schemeClr>
            </a:duotone>
          </a:blip>
          <a:tile tx="0" ty="0" sx="40000" sy="40000" flip="none" algn="tl"/>
        </a:blipFill>
        <a:ln>
          <a:solidFill>
            <a:schemeClr val="tx1"/>
          </a:solidFill>
        </a:ln>
        <a:effectLst>
          <a:outerShdw blurRad="38100" dist="25400" dir="5400000" rotWithShape="0">
            <a:srgbClr val="000000">
              <a:alpha val="50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38100" tIns="28575" rIns="38100" bIns="28575" numCol="1" spcCol="1270" anchor="ctr" anchorCtr="0">
          <a:noAutofit/>
        </a:bodyPr>
        <a:lstStyle/>
        <a:p>
          <a:pPr lvl="0" algn="ctr" defTabSz="666750" rtl="0">
            <a:lnSpc>
              <a:spcPct val="90000"/>
            </a:lnSpc>
            <a:spcBef>
              <a:spcPct val="0"/>
            </a:spcBef>
            <a:spcAft>
              <a:spcPct val="35000"/>
            </a:spcAft>
          </a:pPr>
          <a:r>
            <a:rPr lang="en-US" sz="1500" kern="1200" dirty="0" smtClean="0"/>
            <a:t>An intruder would need to change F without changing H(F)</a:t>
          </a:r>
          <a:endParaRPr lang="en-US" sz="1500" kern="1200" dirty="0"/>
        </a:p>
      </dsp:txBody>
      <dsp:txXfrm>
        <a:off x="3155305" y="3667270"/>
        <a:ext cx="2147589" cy="956224"/>
      </dsp:txXfrm>
    </dsp:sp>
    <dsp:sp modelId="{847E0B4C-8D6D-244B-9DA0-6F3A49E346AE}">
      <dsp:nvSpPr>
        <dsp:cNvPr id="0" name=""/>
        <dsp:cNvSpPr/>
      </dsp:nvSpPr>
      <dsp:spPr>
        <a:xfrm>
          <a:off x="5772680" y="0"/>
          <a:ext cx="2684487" cy="4867274"/>
        </a:xfrm>
        <a:prstGeom prst="roundRect">
          <a:avLst>
            <a:gd name="adj" fmla="val 10000"/>
          </a:avLst>
        </a:prstGeom>
        <a:solidFill>
          <a:schemeClr val="bg1"/>
        </a:solidFill>
        <a:ln>
          <a:noFill/>
        </a:ln>
        <a:effectLst>
          <a:glow rad="101600">
            <a:schemeClr val="accent1">
              <a:alpha val="75000"/>
            </a:schemeClr>
          </a:glow>
          <a:softEdge rad="63500"/>
        </a:effectLst>
      </dsp:spPr>
      <dsp:style>
        <a:lnRef idx="0">
          <a:scrgbClr r="0" g="0" b="0"/>
        </a:lnRef>
        <a:fillRef idx="1">
          <a:scrgbClr r="0" g="0" b="0"/>
        </a:fillRef>
        <a:effectRef idx="2">
          <a:scrgbClr r="0" g="0" b="0"/>
        </a:effectRef>
        <a:fontRef idx="minor"/>
      </dsp:style>
      <dsp:txBody>
        <a:bodyPr spcFirstLastPara="0" vert="horz" wrap="square" lIns="72390" tIns="72390" rIns="72390" bIns="72390" numCol="1" spcCol="1270" anchor="ctr" anchorCtr="0">
          <a:noAutofit/>
        </a:bodyPr>
        <a:lstStyle/>
        <a:p>
          <a:pPr lvl="0" algn="ctr" defTabSz="844550" rtl="0">
            <a:lnSpc>
              <a:spcPct val="90000"/>
            </a:lnSpc>
            <a:spcBef>
              <a:spcPct val="0"/>
            </a:spcBef>
            <a:spcAft>
              <a:spcPct val="35000"/>
            </a:spcAft>
          </a:pPr>
          <a:r>
            <a:rPr lang="en-US" sz="1900" kern="1200" dirty="0" smtClean="0"/>
            <a:t>Can be used to construct a pseudorandom function (PRF) or a pseudorandom number generator (PRNG)</a:t>
          </a:r>
          <a:endParaRPr lang="en-US" sz="1900" kern="1200" dirty="0"/>
        </a:p>
      </dsp:txBody>
      <dsp:txXfrm>
        <a:off x="5772680" y="0"/>
        <a:ext cx="2684487" cy="1460182"/>
      </dsp:txXfrm>
    </dsp:sp>
    <dsp:sp modelId="{2DE2D63A-4790-D443-97AA-DFD90F9B3785}">
      <dsp:nvSpPr>
        <dsp:cNvPr id="0" name=""/>
        <dsp:cNvSpPr/>
      </dsp:nvSpPr>
      <dsp:spPr>
        <a:xfrm>
          <a:off x="6041128" y="1460182"/>
          <a:ext cx="2147589" cy="3163728"/>
        </a:xfrm>
        <a:prstGeom prst="roundRect">
          <a:avLst>
            <a:gd name="adj" fmla="val 10000"/>
          </a:avLst>
        </a:prstGeom>
        <a:blipFill rotWithShape="0">
          <a:blip xmlns:r="http://schemas.openxmlformats.org/officeDocument/2006/relationships" r:embed="rId1">
            <a:duotone>
              <a:schemeClr val="accent1">
                <a:hueOff val="0"/>
                <a:satOff val="0"/>
                <a:lumOff val="0"/>
                <a:alphaOff val="0"/>
                <a:shade val="70000"/>
                <a:satMod val="120000"/>
              </a:schemeClr>
              <a:schemeClr val="accent1">
                <a:hueOff val="0"/>
                <a:satOff val="0"/>
                <a:lumOff val="0"/>
                <a:alphaOff val="0"/>
                <a:tint val="70000"/>
                <a:satMod val="135000"/>
              </a:schemeClr>
            </a:duotone>
          </a:blip>
          <a:tile tx="0" ty="0" sx="40000" sy="40000" flip="none" algn="tl"/>
        </a:blipFill>
        <a:ln>
          <a:solidFill>
            <a:schemeClr val="tx1"/>
          </a:solidFill>
        </a:ln>
        <a:effectLst>
          <a:outerShdw blurRad="38100" dist="25400" dir="5400000" rotWithShape="0">
            <a:srgbClr val="000000">
              <a:alpha val="50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38100" tIns="28575" rIns="38100" bIns="28575" numCol="1" spcCol="1270" anchor="ctr" anchorCtr="0">
          <a:noAutofit/>
        </a:bodyPr>
        <a:lstStyle/>
        <a:p>
          <a:pPr lvl="0" algn="ctr" defTabSz="666750" rtl="0">
            <a:lnSpc>
              <a:spcPct val="90000"/>
            </a:lnSpc>
            <a:spcBef>
              <a:spcPct val="0"/>
            </a:spcBef>
            <a:spcAft>
              <a:spcPct val="35000"/>
            </a:spcAft>
          </a:pPr>
          <a:r>
            <a:rPr lang="en-US" sz="1500" kern="1200" dirty="0" smtClean="0"/>
            <a:t>A common application for a hash-based PRF is for the generation of symmetric keys</a:t>
          </a:r>
          <a:endParaRPr lang="en-US" sz="1500" kern="1200" dirty="0"/>
        </a:p>
      </dsp:txBody>
      <dsp:txXfrm>
        <a:off x="6041128" y="1460182"/>
        <a:ext cx="2147589" cy="3163728"/>
      </dsp:txXfrm>
    </dsp:sp>
  </dsp:spTree>
</dsp:drawing>
</file>

<file path=ppt/diagrams/drawing3.xml><?xml version="1.0" encoding="utf-8"?>
<dsp:drawing xmlns:dgm="http://schemas.openxmlformats.org/drawingml/2006/diagram" xmlns:a="http://schemas.openxmlformats.org/drawingml/2006/main" xmlns:dsp="http://schemas.microsoft.com/office/drawing/2008/diagram">
  <dsp:spTree>
    <dsp:nvGrpSpPr>
      <dsp:cNvPr id="0" name=""/>
      <dsp:cNvGrpSpPr/>
    </dsp:nvGrpSpPr>
    <dsp:grpSpPr/>
    <dsp:sp modelId="{E45CC442-E4C3-BD40-895A-08CC9A6FC852}">
      <dsp:nvSpPr>
        <dsp:cNvPr id="0" name=""/>
        <dsp:cNvSpPr/>
      </dsp:nvSpPr>
      <dsp:spPr>
        <a:xfrm>
          <a:off x="2317566" y="-81313"/>
          <a:ext cx="4018343" cy="1714312"/>
        </a:xfrm>
        <a:prstGeom prst="roundRect">
          <a:avLst/>
        </a:prstGeom>
        <a:solidFill>
          <a:schemeClr val="bg1"/>
        </a:solidFill>
        <a:ln>
          <a:solidFill>
            <a:schemeClr val="accent3"/>
          </a:solidFill>
        </a:ln>
        <a:effectLst>
          <a:outerShdw blurRad="38100" dist="25400" dir="5400000" rotWithShape="0">
            <a:srgbClr val="000000">
              <a:alpha val="50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60960" tIns="60960" rIns="60960" bIns="60960" numCol="1" spcCol="1270" anchor="t" anchorCtr="0">
          <a:noAutofit/>
        </a:bodyPr>
        <a:lstStyle/>
        <a:p>
          <a:pPr lvl="0" algn="l" defTabSz="711200" rtl="0">
            <a:lnSpc>
              <a:spcPct val="90000"/>
            </a:lnSpc>
            <a:spcBef>
              <a:spcPct val="0"/>
            </a:spcBef>
            <a:spcAft>
              <a:spcPct val="35000"/>
            </a:spcAft>
          </a:pPr>
          <a:r>
            <a:rPr lang="en-US" sz="1600" b="1" i="0" kern="1200" dirty="0" smtClean="0">
              <a:solidFill>
                <a:schemeClr val="tx1"/>
              </a:solidFill>
            </a:rPr>
            <a:t>SHA-1 has not yet been "broken”</a:t>
          </a:r>
          <a:endParaRPr lang="en-US" sz="1600" b="1" i="0" kern="1200" dirty="0">
            <a:solidFill>
              <a:schemeClr val="tx1"/>
            </a:solidFill>
          </a:endParaRPr>
        </a:p>
        <a:p>
          <a:pPr marL="171450" lvl="1" indent="-171450" algn="l" defTabSz="711200" rtl="0">
            <a:lnSpc>
              <a:spcPct val="90000"/>
            </a:lnSpc>
            <a:spcBef>
              <a:spcPct val="0"/>
            </a:spcBef>
            <a:spcAft>
              <a:spcPct val="15000"/>
            </a:spcAft>
            <a:buChar char="••"/>
          </a:pPr>
          <a:r>
            <a:rPr lang="en-US" sz="1600" b="1" i="0" kern="1200" dirty="0" smtClean="0">
              <a:solidFill>
                <a:schemeClr val="tx1"/>
              </a:solidFill>
            </a:rPr>
            <a:t>No one has demonstrated a technique for producing collisions in a practical amount of time</a:t>
          </a:r>
          <a:endParaRPr lang="en-US" sz="1600" b="1" i="0" kern="1200" dirty="0">
            <a:solidFill>
              <a:schemeClr val="tx1"/>
            </a:solidFill>
          </a:endParaRPr>
        </a:p>
        <a:p>
          <a:pPr marL="171450" lvl="1" indent="-171450" algn="l" defTabSz="711200" rtl="0">
            <a:lnSpc>
              <a:spcPct val="90000"/>
            </a:lnSpc>
            <a:spcBef>
              <a:spcPct val="0"/>
            </a:spcBef>
            <a:spcAft>
              <a:spcPct val="15000"/>
            </a:spcAft>
            <a:buChar char="••"/>
          </a:pPr>
          <a:r>
            <a:rPr lang="en-US" sz="1600" b="1" i="0" kern="1200" dirty="0" smtClean="0">
              <a:solidFill>
                <a:schemeClr val="tx1"/>
              </a:solidFill>
            </a:rPr>
            <a:t>Considered to be insecure and has been phased out for SHA-2</a:t>
          </a:r>
          <a:endParaRPr lang="en-US" sz="1600" b="1" i="0" kern="1200" dirty="0">
            <a:solidFill>
              <a:schemeClr val="tx1"/>
            </a:solidFill>
          </a:endParaRPr>
        </a:p>
      </dsp:txBody>
      <dsp:txXfrm>
        <a:off x="2317566" y="-81313"/>
        <a:ext cx="4018343" cy="1714312"/>
      </dsp:txXfrm>
    </dsp:sp>
    <dsp:sp modelId="{C1C13A19-CB44-5749-9553-D8637A6F8523}">
      <dsp:nvSpPr>
        <dsp:cNvPr id="0" name=""/>
        <dsp:cNvSpPr/>
      </dsp:nvSpPr>
      <dsp:spPr>
        <a:xfrm>
          <a:off x="2027218" y="1247426"/>
          <a:ext cx="3880419" cy="3880419"/>
        </a:xfrm>
        <a:custGeom>
          <a:avLst/>
          <a:gdLst/>
          <a:ahLst/>
          <a:cxnLst/>
          <a:rect l="0" t="0" r="0" b="0"/>
          <a:pathLst>
            <a:path>
              <a:moveTo>
                <a:pt x="3207882" y="471394"/>
              </a:moveTo>
              <a:arcTo wR="1940209" hR="1940209" stAng="18647766" swAng="735023"/>
            </a:path>
          </a:pathLst>
        </a:custGeom>
        <a:noFill/>
        <a:ln w="76200" cap="flat" cmpd="sng" algn="ctr">
          <a:solidFill>
            <a:scrgbClr r="0" g="0" b="0">
              <a:alpha val="70000"/>
              <a:satMod val="105000"/>
            </a:scrgbClr>
          </a:solidFill>
          <a:prstDash val="solid"/>
          <a:miter/>
          <a:tailEnd type="arrow"/>
        </a:ln>
        <a:effectLst/>
      </dsp:spPr>
      <dsp:style>
        <a:lnRef idx="1">
          <a:scrgbClr r="0" g="0" b="0"/>
        </a:lnRef>
        <a:fillRef idx="0">
          <a:scrgbClr r="0" g="0" b="0"/>
        </a:fillRef>
        <a:effectRef idx="0">
          <a:scrgbClr r="0" g="0" b="0"/>
        </a:effectRef>
        <a:fontRef idx="minor"/>
      </dsp:style>
    </dsp:sp>
    <dsp:sp modelId="{D1805330-05BD-DF4B-8630-51C3CBE7020C}">
      <dsp:nvSpPr>
        <dsp:cNvPr id="0" name=""/>
        <dsp:cNvSpPr/>
      </dsp:nvSpPr>
      <dsp:spPr>
        <a:xfrm>
          <a:off x="4876791" y="2133603"/>
          <a:ext cx="3617475" cy="2329551"/>
        </a:xfrm>
        <a:prstGeom prst="roundRect">
          <a:avLst/>
        </a:prstGeom>
        <a:solidFill>
          <a:schemeClr val="bg1"/>
        </a:solidFill>
        <a:ln>
          <a:solidFill>
            <a:schemeClr val="accent1"/>
          </a:solidFill>
        </a:ln>
        <a:effectLst>
          <a:outerShdw blurRad="38100" dist="25400" dir="5400000" rotWithShape="0">
            <a:srgbClr val="000000">
              <a:alpha val="50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60960" tIns="60960" rIns="60960" bIns="60960" numCol="1" spcCol="1270" anchor="t" anchorCtr="0">
          <a:noAutofit/>
        </a:bodyPr>
        <a:lstStyle/>
        <a:p>
          <a:pPr lvl="0" algn="l" defTabSz="711200" rtl="0">
            <a:lnSpc>
              <a:spcPct val="90000"/>
            </a:lnSpc>
            <a:spcBef>
              <a:spcPct val="0"/>
            </a:spcBef>
            <a:spcAft>
              <a:spcPct val="35000"/>
            </a:spcAft>
          </a:pPr>
          <a:r>
            <a:rPr lang="en-US" sz="1600" b="1" i="0" kern="1200" dirty="0" smtClean="0">
              <a:solidFill>
                <a:schemeClr val="tx1"/>
              </a:solidFill>
            </a:rPr>
            <a:t>SHA-2 shares the same structure and mathematical operations as its predecessors so this is a cause for concern</a:t>
          </a:r>
          <a:endParaRPr lang="en-US" sz="1600" b="1" i="0" kern="1200" dirty="0">
            <a:solidFill>
              <a:schemeClr val="tx1"/>
            </a:solidFill>
          </a:endParaRPr>
        </a:p>
        <a:p>
          <a:pPr marL="171450" lvl="1" indent="-171450" algn="l" defTabSz="711200" rtl="0">
            <a:lnSpc>
              <a:spcPct val="90000"/>
            </a:lnSpc>
            <a:spcBef>
              <a:spcPct val="0"/>
            </a:spcBef>
            <a:spcAft>
              <a:spcPct val="15000"/>
            </a:spcAft>
            <a:buChar char="••"/>
          </a:pPr>
          <a:r>
            <a:rPr lang="en-US" sz="1600" b="1" i="0" kern="1200" dirty="0" smtClean="0">
              <a:solidFill>
                <a:schemeClr val="tx1"/>
              </a:solidFill>
            </a:rPr>
            <a:t>Because it will take years to find a suitable replacement for SHA-2 should it become vulnerable, NIST decided to begin the process of developing a new hash standard</a:t>
          </a:r>
          <a:endParaRPr lang="en-US" sz="1600" b="1" i="0" kern="1200" dirty="0">
            <a:solidFill>
              <a:schemeClr val="tx1"/>
            </a:solidFill>
          </a:endParaRPr>
        </a:p>
      </dsp:txBody>
      <dsp:txXfrm>
        <a:off x="4876791" y="2133603"/>
        <a:ext cx="3617475" cy="2329551"/>
      </dsp:txXfrm>
    </dsp:sp>
    <dsp:sp modelId="{60022302-D31B-EA46-B338-C7ADF54B83C4}">
      <dsp:nvSpPr>
        <dsp:cNvPr id="0" name=""/>
        <dsp:cNvSpPr/>
      </dsp:nvSpPr>
      <dsp:spPr>
        <a:xfrm>
          <a:off x="2752510" y="1103200"/>
          <a:ext cx="3880419" cy="3880419"/>
        </a:xfrm>
        <a:custGeom>
          <a:avLst/>
          <a:gdLst/>
          <a:ahLst/>
          <a:cxnLst/>
          <a:rect l="0" t="0" r="0" b="0"/>
          <a:pathLst>
            <a:path>
              <a:moveTo>
                <a:pt x="2843725" y="3657204"/>
              </a:moveTo>
              <a:arcTo wR="1940209" hR="1940209" stAng="3734747" swAng="3165114"/>
            </a:path>
          </a:pathLst>
        </a:custGeom>
        <a:noFill/>
        <a:ln w="76200" cap="flat" cmpd="sng" algn="ctr">
          <a:solidFill>
            <a:scrgbClr r="0" g="0" b="0">
              <a:alpha val="70000"/>
              <a:satMod val="105000"/>
            </a:scrgbClr>
          </a:solidFill>
          <a:prstDash val="solid"/>
          <a:miter/>
          <a:tailEnd type="arrow"/>
        </a:ln>
        <a:effectLst/>
      </dsp:spPr>
      <dsp:style>
        <a:lnRef idx="1">
          <a:scrgbClr r="0" g="0" b="0"/>
        </a:lnRef>
        <a:fillRef idx="0">
          <a:scrgbClr r="0" g="0" b="0"/>
        </a:fillRef>
        <a:effectRef idx="0">
          <a:scrgbClr r="0" g="0" b="0"/>
        </a:effectRef>
        <a:fontRef idx="minor"/>
      </dsp:style>
    </dsp:sp>
    <dsp:sp modelId="{89ACCF36-868B-9845-8E79-1FDE8D49FD3E}">
      <dsp:nvSpPr>
        <dsp:cNvPr id="0" name=""/>
        <dsp:cNvSpPr/>
      </dsp:nvSpPr>
      <dsp:spPr>
        <a:xfrm>
          <a:off x="533401" y="1981197"/>
          <a:ext cx="3703232" cy="2543911"/>
        </a:xfrm>
        <a:prstGeom prst="roundRect">
          <a:avLst/>
        </a:prstGeom>
        <a:solidFill>
          <a:schemeClr val="bg1"/>
        </a:solidFill>
        <a:ln>
          <a:solidFill>
            <a:schemeClr val="accent3"/>
          </a:solidFill>
        </a:ln>
        <a:effectLst>
          <a:outerShdw blurRad="38100" dist="25400" dir="5400000" rotWithShape="0">
            <a:srgbClr val="000000">
              <a:alpha val="50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60960" tIns="60960" rIns="60960" bIns="60960" numCol="1" spcCol="1270" anchor="t" anchorCtr="0">
          <a:noAutofit/>
        </a:bodyPr>
        <a:lstStyle/>
        <a:p>
          <a:pPr lvl="0" algn="l" defTabSz="711200" rtl="0">
            <a:lnSpc>
              <a:spcPct val="90000"/>
            </a:lnSpc>
            <a:spcBef>
              <a:spcPct val="0"/>
            </a:spcBef>
            <a:spcAft>
              <a:spcPct val="35000"/>
            </a:spcAft>
          </a:pPr>
          <a:r>
            <a:rPr lang="en-US" sz="1600" b="1" i="0" kern="1200" dirty="0" smtClean="0">
              <a:solidFill>
                <a:schemeClr val="tx1"/>
              </a:solidFill>
            </a:rPr>
            <a:t>NIST announced in 2007 a competition for the SHA-3 next generation NIST hash function</a:t>
          </a:r>
          <a:endParaRPr lang="en-US" sz="1600" b="1" i="0" kern="1200" dirty="0">
            <a:solidFill>
              <a:schemeClr val="tx1"/>
            </a:solidFill>
          </a:endParaRPr>
        </a:p>
        <a:p>
          <a:pPr marL="171450" lvl="1" indent="-171450" algn="l" defTabSz="711200" rtl="0">
            <a:lnSpc>
              <a:spcPct val="90000"/>
            </a:lnSpc>
            <a:spcBef>
              <a:spcPct val="0"/>
            </a:spcBef>
            <a:spcAft>
              <a:spcPct val="15000"/>
            </a:spcAft>
            <a:buChar char="••"/>
          </a:pPr>
          <a:r>
            <a:rPr lang="en-US" sz="1600" b="1" i="0" kern="1200" dirty="0" smtClean="0">
              <a:solidFill>
                <a:schemeClr val="tx1"/>
              </a:solidFill>
            </a:rPr>
            <a:t>Winning design was announced by NIST in October 2012</a:t>
          </a:r>
          <a:endParaRPr lang="en-US" sz="1600" b="1" i="0" kern="1200" dirty="0">
            <a:solidFill>
              <a:schemeClr val="tx1"/>
            </a:solidFill>
          </a:endParaRPr>
        </a:p>
        <a:p>
          <a:pPr marL="171450" lvl="1" indent="-171450" algn="l" defTabSz="711200" rtl="0">
            <a:lnSpc>
              <a:spcPct val="90000"/>
            </a:lnSpc>
            <a:spcBef>
              <a:spcPct val="0"/>
            </a:spcBef>
            <a:spcAft>
              <a:spcPct val="15000"/>
            </a:spcAft>
            <a:buChar char="••"/>
          </a:pPr>
          <a:r>
            <a:rPr lang="en-US" sz="1600" b="1" i="0" kern="1200" dirty="0" smtClean="0">
              <a:solidFill>
                <a:schemeClr val="tx1"/>
              </a:solidFill>
            </a:rPr>
            <a:t>SHA-3 is a cryptographic hash function that is intended to complement SHA-2 as the approved standard for a wide range of applications</a:t>
          </a:r>
          <a:endParaRPr lang="en-US" sz="1600" b="1" i="0" kern="1200" dirty="0">
            <a:solidFill>
              <a:schemeClr val="tx1"/>
            </a:solidFill>
          </a:endParaRPr>
        </a:p>
      </dsp:txBody>
      <dsp:txXfrm>
        <a:off x="533401" y="1981197"/>
        <a:ext cx="3703232" cy="2543911"/>
      </dsp:txXfrm>
    </dsp:sp>
    <dsp:sp modelId="{44FB74B7-9D06-F04A-A84D-C928611E2C9F}">
      <dsp:nvSpPr>
        <dsp:cNvPr id="0" name=""/>
        <dsp:cNvSpPr/>
      </dsp:nvSpPr>
      <dsp:spPr>
        <a:xfrm>
          <a:off x="3095311" y="1055981"/>
          <a:ext cx="3880419" cy="3880419"/>
        </a:xfrm>
        <a:custGeom>
          <a:avLst/>
          <a:gdLst/>
          <a:ahLst/>
          <a:cxnLst/>
          <a:rect l="0" t="0" r="0" b="0"/>
          <a:pathLst>
            <a:path>
              <a:moveTo>
                <a:pt x="334658" y="850888"/>
              </a:moveTo>
              <a:arcTo wR="1940209" hR="1940209" stAng="12849348" swAng="472037"/>
            </a:path>
          </a:pathLst>
        </a:custGeom>
        <a:noFill/>
        <a:ln w="38100" cap="flat" cmpd="sng" algn="ctr">
          <a:noFill/>
          <a:prstDash val="solid"/>
          <a:miter/>
          <a:tailEnd type="arrow"/>
        </a:ln>
        <a:effectLst/>
      </dsp:spPr>
      <dsp:style>
        <a:lnRef idx="1">
          <a:scrgbClr r="0" g="0" b="0"/>
        </a:lnRef>
        <a:fillRef idx="0">
          <a:scrgbClr r="0" g="0" b="0"/>
        </a:fillRef>
        <a:effectRef idx="0">
          <a:scrgbClr r="0" g="0" b="0"/>
        </a:effectRef>
        <a:fontRef idx="minor"/>
      </dsp:style>
    </dsp:sp>
  </dsp:spTree>
</dsp:drawing>
</file>

<file path=ppt/diagrams/layout1.xml><?xml version="1.0" encoding="utf-8"?>
<dgm:layoutDef xmlns:dgm="http://schemas.openxmlformats.org/drawingml/2006/diagram" xmlns:a="http://schemas.openxmlformats.org/drawingml/2006/main" uniqueId="urn:microsoft.com/office/officeart/2005/8/layout/hList1">
  <dgm:title val=""/>
  <dgm:desc val=""/>
  <dgm:catLst>
    <dgm:cat type="list" pri="5000"/>
    <dgm:cat type="convert" pri="5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0.8"/>
      <dgm:constr type="h" for="des" forName="desTx" refType="primFontSz" refFor="des" refForName="parTx" fact="1.22"/>
      <dgm:constr type="w" for="ch" forName="space" refType="w" refFor="ch" refForName="composite" op="equ" fact="0.14"/>
    </dgm:constrLst>
    <dgm:ruleLst>
      <dgm:rule type="w" for="ch" forName="composite" val="0" fact="NaN" max="NaN"/>
      <dgm:rule type="primFontSz" for="des" forName="parTx" val="5" fact="NaN" max="NaN"/>
    </dgm:ruleLst>
    <dgm:forEach name="Name4" axis="ch" ptType="node">
      <dgm:layoutNode name="composite">
        <dgm:alg type="composite"/>
        <dgm:shape xmlns:r="http://schemas.openxmlformats.org/officeDocument/2006/relationships" r:blip="">
          <dgm:adjLst/>
        </dgm:shape>
        <dgm:presOf/>
        <dgm:constrLst>
          <dgm:constr type="l" for="ch" forName="parTx"/>
          <dgm:constr type="w" for="ch" forName="parTx" refType="w"/>
          <dgm:constr type="t" for="ch" forName="parTx"/>
          <dgm:constr type="l" for="ch" forName="desTx"/>
          <dgm:constr type="w" for="ch" forName="desTx" refType="w" refFor="ch" refForName="parTx"/>
          <dgm:constr type="t" for="ch" forName="desTx" refType="h" refFor="ch" refForName="parTx"/>
        </dgm:constrLst>
        <dgm:ruleLst>
          <dgm:rule type="h" val="INF" fact="NaN" max="NaN"/>
        </dgm:ruleLst>
        <dgm:layoutNode name="parTx" styleLbl="alignNode1">
          <dgm:varLst>
            <dgm:chMax val="0"/>
            <dgm:chPref val="0"/>
            <dgm:bulletEnabled val="1"/>
          </dgm:varLst>
          <dgm:alg type="tx"/>
          <dgm:shape xmlns:r="http://schemas.openxmlformats.org/officeDocument/2006/relationships" type="rect" r:blip="">
            <dgm:adjLst/>
          </dgm:shape>
          <dgm:presOf axis="self" ptType="node"/>
          <dgm:constrLst>
            <dgm:constr type="h" refType="w" op="lte" fact="0.4"/>
            <dgm:constr type="h"/>
            <dgm:constr type="tMarg" refType="primFontSz" fact="0.32"/>
            <dgm:constr type="bMarg" refType="primFontSz" fact="0.32"/>
          </dgm:constrLst>
          <dgm:ruleLst>
            <dgm:rule type="h" val="INF" fact="NaN" max="NaN"/>
          </dgm:ruleLst>
        </dgm:layoutNode>
        <dgm:layoutNode name="desTx" styleLbl="alignAccFollowNode1">
          <dgm:varLst>
            <dgm:bulletEnabled val="1"/>
          </dgm:varLst>
          <dgm:alg type="tx">
            <dgm:param type="stBulletLvl" val="1"/>
          </dgm:alg>
          <dgm:shape xmlns:r="http://schemas.openxmlformats.org/officeDocument/2006/relationships" type="rect" r:blip="">
            <dgm:adjLst/>
          </dgm:shape>
          <dgm:presOf axis="des" ptType="node"/>
          <dgm:constrLst>
            <dgm:constr type="secFontSz" val="65"/>
            <dgm:constr type="primFontSz" refType="secFontSz"/>
            <dgm:constr type="h"/>
            <dgm:constr type="lMarg" refType="primFontSz" fact="0.42"/>
            <dgm:constr type="tMarg" refType="primFontSz" fact="0.42"/>
            <dgm:constr type="bMarg" refType="primFontSz" fact="0.63"/>
          </dgm:constrLst>
          <dgm:ruleLst>
            <dgm:rule type="h" val="INF" fact="NaN" max="NaN"/>
          </dgm:ruleLst>
        </dgm:layoutNode>
      </dgm:layoutNode>
      <dgm:forEach name="Name5"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lProcess2">
  <dgm:title val=""/>
  <dgm:desc val=""/>
  <dgm:catLst>
    <dgm:cat type="list" pri="10000"/>
    <dgm:cat type="relationship" pri="13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13" srcId="1" destId="11" srcOrd="0" destOrd="0"/>
        <dgm:cxn modelId="14" srcId="1" destId="12" srcOrd="0" destOrd="0"/>
        <dgm:cxn modelId="23" srcId="2" destId="21" srcOrd="0" destOrd="0"/>
        <dgm:cxn modelId="24" srcId="2" destId="22" srcOrd="0" destOrd="0"/>
        <dgm:cxn modelId="33" srcId="3" destId="31" srcOrd="0" destOrd="0"/>
        <dgm:cxn modelId="34" srcId="3" destId="32" srcOrd="0" destOrd="0"/>
      </dgm:cxnLst>
      <dgm:bg/>
      <dgm:whole/>
    </dgm:dataModel>
  </dgm:sampData>
  <dgm:styleData useDef="1">
    <dgm:dataModel>
      <dgm:ptLst/>
      <dgm:bg/>
      <dgm:whole/>
    </dgm:dataModel>
  </dgm:styleData>
  <dgm:clrData useDef="1">
    <dgm:dataModel>
      <dgm:ptLst/>
      <dgm:bg/>
      <dgm:whole/>
    </dgm:dataModel>
  </dgm:clrData>
  <dgm:layoutNode name="theList">
    <dgm:varLst>
      <dgm:dir/>
      <dgm:animLvl val="lvl"/>
      <dgm:resizeHandles val="exact"/>
    </dgm:varLst>
    <dgm:choose name="Name0">
      <dgm:if name="Name1" func="var" arg="dir" op="equ" val="norm">
        <dgm:alg type="lin"/>
      </dgm:if>
      <dgm:else name="Name2">
        <dgm:alg type="lin">
          <dgm:param type="linDir" val="fromR"/>
        </dgm:alg>
      </dgm:else>
    </dgm:choose>
    <dgm:shape xmlns:r="http://schemas.openxmlformats.org/officeDocument/2006/relationships" r:blip="">
      <dgm:adjLst/>
    </dgm:shape>
    <dgm:presOf/>
    <dgm:constrLst>
      <dgm:constr type="w" for="ch" forName="compNode" refType="w"/>
      <dgm:constr type="h" for="ch" forName="compNode" refType="h"/>
      <dgm:constr type="w" for="ch" forName="aSpace" refType="w" fact="0.075"/>
      <dgm:constr type="h" for="des" forName="aSpace2" refType="h" fact="0.1"/>
      <dgm:constr type="primFontSz" for="des" forName="textNode" op="equ"/>
      <dgm:constr type="primFontSz" for="des" forName="childNode" op="equ"/>
    </dgm:constrLst>
    <dgm:ruleLst/>
    <dgm:forEach name="aNodeForEach" axis="ch" ptType="node">
      <dgm:layoutNode name="compNode">
        <dgm:alg type="composite"/>
        <dgm:shape xmlns:r="http://schemas.openxmlformats.org/officeDocument/2006/relationships" r:blip="">
          <dgm:adjLst/>
        </dgm:shape>
        <dgm:presOf/>
        <dgm:constrLst>
          <dgm:constr type="w" for="ch" forName="aNode" refType="w"/>
          <dgm:constr type="h" for="ch" forName="aNode" refType="h"/>
          <dgm:constr type="w" for="ch" forName="textNode" refType="w"/>
          <dgm:constr type="h" for="ch" forName="textNode" refType="h" fact="0.3"/>
          <dgm:constr type="ctrX" for="ch" forName="textNode" refType="w" fact="0.5"/>
          <dgm:constr type="w" for="ch" forName="compChildNode" refType="w" fact="0.8"/>
          <dgm:constr type="h" for="ch" forName="compChildNode" refType="h" fact="0.65"/>
          <dgm:constr type="t" for="ch" forName="compChildNode" refType="h" fact="0.3"/>
          <dgm:constr type="ctrX" for="ch" forName="compChildNode" refType="w" fact="0.5"/>
        </dgm:constrLst>
        <dgm:ruleLst/>
        <dgm:layoutNode name="aNode" styleLbl="bgShp">
          <dgm:alg type="sp"/>
          <dgm:shape xmlns:r="http://schemas.openxmlformats.org/officeDocument/2006/relationships" type="roundRect" r:blip="">
            <dgm:adjLst>
              <dgm:adj idx="1" val="0.1"/>
            </dgm:adjLst>
          </dgm:shape>
          <dgm:presOf axis="self"/>
          <dgm:constrLst/>
          <dgm:ruleLst/>
        </dgm:layoutNode>
        <dgm:layoutNode name="textNode" styleLbl="bgShp">
          <dgm:alg type="tx"/>
          <dgm:shape xmlns:r="http://schemas.openxmlformats.org/officeDocument/2006/relationships" type="rect" r:blip="" hideGeom="1">
            <dgm:adjLst>
              <dgm:adj idx="1" val="0.1"/>
            </dgm:adjLst>
          </dgm:shape>
          <dgm:presOf axis="self"/>
          <dgm:constrLst>
            <dgm:constr type="primFontSz" val="65"/>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compChildNode">
          <dgm:alg type="composite"/>
          <dgm:shape xmlns:r="http://schemas.openxmlformats.org/officeDocument/2006/relationships" r:blip="">
            <dgm:adjLst/>
          </dgm:shape>
          <dgm:presOf/>
          <dgm:constrLst>
            <dgm:constr type="w" for="des" forName="childNode" refType="w"/>
            <dgm:constr type="h" for="des" forName="childNode" refType="h"/>
          </dgm:constrLst>
          <dgm:ruleLst/>
          <dgm:layoutNode name="theInnerList">
            <dgm:alg type="lin">
              <dgm:param type="linDir" val="fromT"/>
            </dgm:alg>
            <dgm:shape xmlns:r="http://schemas.openxmlformats.org/officeDocument/2006/relationships" r:blip="">
              <dgm:adjLst/>
            </dgm:shape>
            <dgm:presOf/>
            <dgm:constrLst/>
            <dgm:ruleLst/>
            <dgm:forEach name="childNodeForEach" axis="ch" ptType="node">
              <dgm:layoutNode name="childNode" styleLbl="node1">
                <dgm:varLst>
                  <dgm:bulletEnabled val="1"/>
                </dgm:varLst>
                <dgm:alg type="tx"/>
                <dgm:shape xmlns:r="http://schemas.openxmlformats.org/officeDocument/2006/relationships" type="roundRect" r:blip="">
                  <dgm:adjLst>
                    <dgm:adj idx="1" val="0.1"/>
                  </dgm:adjLst>
                </dgm:shape>
                <dgm:presOf axis="desOrSelf" ptType="node"/>
                <dgm:constrLst>
                  <dgm:constr type="primFontSz" val="65"/>
                  <dgm:constr type="tMarg" refType="primFontSz" fact="0.15"/>
                  <dgm:constr type="bMarg" refType="primFontSz" fact="0.15"/>
                  <dgm:constr type="lMarg" refType="primFontSz" fact="0.2"/>
                  <dgm:constr type="rMarg" refType="primFontSz" fact="0.2"/>
                </dgm:constrLst>
                <dgm:ruleLst>
                  <dgm:rule type="primFontSz" val="5" fact="NaN" max="NaN"/>
                </dgm:ruleLst>
              </dgm:layoutNode>
              <dgm:choose name="Name3">
                <dgm:if name="Name4" axis="self" ptType="node" func="revPos" op="equ" val="1"/>
                <dgm:else name="Name5">
                  <dgm:layoutNode name="aSpace2">
                    <dgm:alg type="sp"/>
                    <dgm:shape xmlns:r="http://schemas.openxmlformats.org/officeDocument/2006/relationships" r:blip="">
                      <dgm:adjLst/>
                    </dgm:shape>
                    <dgm:presOf/>
                    <dgm:constrLst/>
                    <dgm:ruleLst/>
                  </dgm:layoutNode>
                </dgm:else>
              </dgm:choose>
            </dgm:forEach>
          </dgm:layoutNode>
        </dgm:layoutNode>
      </dgm:layoutNode>
      <dgm:choose name="Name6">
        <dgm:if name="Name7" axis="self" ptType="node" func="revPos" op="equ" val="1"/>
        <dgm:else name="Name8">
          <dgm:layoutNode name="aSpace">
            <dgm:alg type="sp"/>
            <dgm:shape xmlns:r="http://schemas.openxmlformats.org/officeDocument/2006/relationships" r:blip="">
              <dgm:adjLst/>
            </dgm:shape>
            <dgm:presOf/>
            <dgm:constrLst/>
            <dgm:ruleLst/>
          </dgm:layoutNode>
        </dgm:else>
      </dgm:choose>
    </dgm:forEach>
  </dgm:layoutNode>
</dgm:layoutDef>
</file>

<file path=ppt/diagrams/layout3.xml><?xml version="1.0" encoding="utf-8"?>
<dgm:layoutDef xmlns:dgm="http://schemas.openxmlformats.org/drawingml/2006/diagram" xmlns:a="http://schemas.openxmlformats.org/drawingml/2006/main" uniqueId="urn:microsoft.com/office/officeart/2005/8/layout/cycle5">
  <dgm:title val=""/>
  <dgm:desc val=""/>
  <dgm:catLst>
    <dgm:cat type="cycle" pri="3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 modelId="3"/>
      </dgm:ptLst>
      <dgm:cxnLst>
        <dgm:cxn modelId="4" srcId="0" destId="1" srcOrd="0" destOrd="0"/>
        <dgm:cxn modelId="5" srcId="0" destId="2" srcOrd="1" destOrd="0"/>
        <dgm:cxn modelId="6" srcId="0" destId="3" srcOrd="2"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cycle">
    <dgm:varLst>
      <dgm:dir/>
      <dgm:resizeHandles val="exact"/>
    </dgm:varLst>
    <dgm:choose name="Name0">
      <dgm:if name="Name1" func="var" arg="dir" op="equ" val="norm">
        <dgm:choose name="Name2">
          <dgm:if name="Name3" axis="ch" ptType="node" func="cnt" op="gt" val="2">
            <dgm:alg type="cycle">
              <dgm:param type="stAng" val="0"/>
              <dgm:param type="spanAng" val="360"/>
            </dgm:alg>
          </dgm:if>
          <dgm:else name="Name4">
            <dgm:alg type="cycle">
              <dgm:param type="stAng" val="-90"/>
              <dgm:param type="spanAng" val="360"/>
            </dgm:alg>
          </dgm:else>
        </dgm:choose>
      </dgm:if>
      <dgm:else name="Name5">
        <dgm:choose name="Name6">
          <dgm:if name="Name7" axis="ch" ptType="node" func="cnt" op="gt" val="2">
            <dgm:alg type="cycle">
              <dgm:param type="stAng" val="0"/>
              <dgm:param type="spanAng" val="-360"/>
            </dgm:alg>
          </dgm:if>
          <dgm:else name="Name8">
            <dgm:alg type="cycle">
              <dgm:param type="stAng" val="90"/>
              <dgm:param type="spanAng" val="-360"/>
            </dgm:alg>
          </dgm:else>
        </dgm:choose>
      </dgm:else>
    </dgm:choose>
    <dgm:shape xmlns:r="http://schemas.openxmlformats.org/officeDocument/2006/relationships" r:blip="">
      <dgm:adjLst/>
    </dgm:shape>
    <dgm:presOf/>
    <dgm:choose name="Name9">
      <dgm:if name="Name10" func="var" arg="dir" op="equ" val="norm">
        <dgm:constrLst>
          <dgm:constr type="w" for="ch" forName="node" refType="w"/>
          <dgm:constr type="w" for="ch" ptType="sibTrans" refType="w" refFor="ch" refForName="node" op="equ" fact="0.3"/>
          <dgm:constr type="diam" for="ch" ptType="sibTrans" refType="diam" op="equ"/>
          <dgm:constr type="sibSp" refType="w" refFor="ch" refForName="node" op="equ" fact="0.15"/>
          <dgm:constr type="w" for="ch" forName="spNode" refType="sibSp" fact="1.6"/>
          <dgm:constr type="primFontSz" for="ch" forName="node" op="equ" val="65"/>
        </dgm:constrLst>
      </dgm:if>
      <dgm:else name="Name11">
        <dgm:constrLst>
          <dgm:constr type="w" for="ch" forName="node" refType="w"/>
          <dgm:constr type="w" for="ch" ptType="sibTrans" refType="w" refFor="ch" refForName="node" op="equ" fact="0.3"/>
          <dgm:constr type="diam" for="ch" ptType="sibTrans" refType="diam" fact="-1"/>
          <dgm:constr type="diam" for="ch" refType="diam" op="equ" fact="-1"/>
          <dgm:constr type="sibSp" refType="w" refFor="ch" refForName="node" op="equ" fact="0.15"/>
          <dgm:constr type="w" for="ch" forName="spNode" refType="sibSp" fact="1.6"/>
          <dgm:constr type="primFontSz" for="ch" forName="node" op="equ" val="65"/>
        </dgm:constrLst>
      </dgm:else>
    </dgm:choose>
    <dgm:ruleLst/>
    <dgm:forEach name="Name12" axis="ch" ptType="node">
      <dgm:layoutNode name="node">
        <dgm:varLst>
          <dgm:bulletEnabled val="1"/>
        </dgm:varLst>
        <dgm:alg type="tx"/>
        <dgm:shape xmlns:r="http://schemas.openxmlformats.org/officeDocument/2006/relationships" type="roundRect" r:blip="">
          <dgm:adjLst/>
        </dgm:shape>
        <dgm:presOf axis="desOrSelf" ptType="node"/>
        <dgm:constrLst>
          <dgm:constr type="h" refType="w" fact="0.65"/>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13">
        <dgm:if name="Name14" axis="par ch" ptType="doc node" func="cnt" op="gt" val="1">
          <dgm:layoutNode name="spNode">
            <dgm:alg type="sp"/>
            <dgm:shape xmlns:r="http://schemas.openxmlformats.org/officeDocument/2006/relationships" r:blip="">
              <dgm:adjLst/>
            </dgm:shape>
            <dgm:presOf/>
            <dgm:constrLst>
              <dgm:constr type="h" refType="w"/>
            </dgm:constrLst>
            <dgm:ruleLst/>
          </dgm:layoutNode>
          <dgm:forEach name="Name15" axis="followSib" ptType="sibTrans" hideLastTrans="0" cnt="1">
            <dgm:layoutNode name="sibTrans">
              <dgm:alg type="conn">
                <dgm:param type="dim" val="1D"/>
                <dgm:param type="connRout" val="curve"/>
                <dgm:param type="begPts" val="radial"/>
                <dgm:param type="endPts" val="radial"/>
              </dgm:alg>
              <dgm:shape xmlns:r="http://schemas.openxmlformats.org/officeDocument/2006/relationships" type="conn" r:blip="">
                <dgm:adjLst/>
              </dgm:shape>
              <dgm:presOf axis="self"/>
              <dgm:constrLst>
                <dgm:constr type="h" refType="w" fact="0.65"/>
                <dgm:constr type="connDist"/>
                <dgm:constr type="begPad" refType="connDist" fact="0.2"/>
                <dgm:constr type="endPad" refType="connDist" fact="0.2"/>
              </dgm:constrLst>
              <dgm:ruleLst/>
            </dgm:layoutNode>
          </dgm:forEach>
        </dgm:if>
        <dgm:else name="Name16"/>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rawings/_rels/vmlDrawing1.vml.rels><?xml version="1.0" encoding="UTF-8" standalone="yes"?>
<Relationships xmlns="http://schemas.openxmlformats.org/package/2006/relationships"><Relationship Id="rId1" Type="http://schemas.openxmlformats.org/officeDocument/2006/relationships/image" Target="../media/image31.pict"/></Relationships>
</file>

<file path=ppt/drawings/_rels/vmlDrawing2.vml.rels><?xml version="1.0" encoding="UTF-8" standalone="yes"?>
<Relationships xmlns="http://schemas.openxmlformats.org/package/2006/relationships"><Relationship Id="rId1" Type="http://schemas.openxmlformats.org/officeDocument/2006/relationships/image" Target="../media/image65.pict"/></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383AFB73-FC9D-5046-B3B9-84D43B05FE8C}" type="datetimeFigureOut">
              <a:rPr lang="en-US" smtClean="0"/>
              <a:pPr/>
              <a:t>4/14/16</a:t>
            </a:fld>
            <a:endParaRPr lang="en-US"/>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841E4071-D83C-A348-976E-F019E7C49BB1}" type="slidenum">
              <a:rPr lang="en-US" smtClean="0"/>
              <a:pPr/>
              <a:t>‹#›</a:t>
            </a:fld>
            <a:endParaRPr lang="en-US"/>
          </a:p>
        </p:txBody>
      </p:sp>
    </p:spTree>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bg>
      <p:bgPr>
        <a:solidFill>
          <a:schemeClr val="bg1"/>
        </a:solidFill>
        <a:effectLst/>
      </p:bgPr>
    </p:bg>
    <p:spTree>
      <p:nvGrpSpPr>
        <p:cNvPr id="1" name=""/>
        <p:cNvGrpSpPr/>
        <p:nvPr/>
      </p:nvGrpSpPr>
      <p:grpSpPr>
        <a:xfrm>
          <a:off x="0" y="0"/>
          <a:ext cx="0" cy="0"/>
          <a:chOff x="0" y="0"/>
          <a:chExt cx="0" cy="0"/>
        </a:xfrm>
      </p:grpSpPr>
      <p:sp>
        <p:nvSpPr>
          <p:cNvPr id="22530" name="Rectangle 1026"/>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200">
                <a:latin typeface="Arial" pitchFamily="-107" charset="0"/>
              </a:defRPr>
            </a:lvl1pPr>
          </a:lstStyle>
          <a:p>
            <a:pPr>
              <a:defRPr/>
            </a:pPr>
            <a:endParaRPr lang="en-US" dirty="0"/>
          </a:p>
        </p:txBody>
      </p:sp>
      <p:sp>
        <p:nvSpPr>
          <p:cNvPr id="22531" name="Rectangle 1027"/>
          <p:cNvSpPr>
            <a:spLocks noGrp="1" noChangeArrowheads="1"/>
          </p:cNvSpPr>
          <p:nvPr>
            <p:ph type="dt" idx="1"/>
          </p:nvPr>
        </p:nvSpPr>
        <p:spPr bwMode="auto">
          <a:xfrm>
            <a:off x="3884613"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a:latin typeface="Arial" pitchFamily="-107" charset="0"/>
              </a:defRPr>
            </a:lvl1pPr>
          </a:lstStyle>
          <a:p>
            <a:pPr>
              <a:defRPr/>
            </a:pPr>
            <a:endParaRPr lang="en-US" dirty="0"/>
          </a:p>
        </p:txBody>
      </p:sp>
      <p:sp>
        <p:nvSpPr>
          <p:cNvPr id="13316" name="Rectangle 1028"/>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p:spPr>
      </p:sp>
      <p:sp>
        <p:nvSpPr>
          <p:cNvPr id="22533" name="Rectangle 1029"/>
          <p:cNvSpPr>
            <a:spLocks noGrp="1" noChangeArrowheads="1"/>
          </p:cNvSpPr>
          <p:nvPr>
            <p:ph type="body" sz="quarter" idx="3"/>
          </p:nvPr>
        </p:nvSpPr>
        <p:spPr bwMode="auto">
          <a:xfrm>
            <a:off x="685800" y="4343400"/>
            <a:ext cx="54864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AU" noProof="0"/>
              <a:t>Click to edit Master text styles</a:t>
            </a:r>
          </a:p>
          <a:p>
            <a:pPr lvl="1"/>
            <a:r>
              <a:rPr lang="en-AU" noProof="0"/>
              <a:t>Second level</a:t>
            </a:r>
          </a:p>
          <a:p>
            <a:pPr lvl="2"/>
            <a:r>
              <a:rPr lang="en-AU" noProof="0"/>
              <a:t>Third level</a:t>
            </a:r>
          </a:p>
          <a:p>
            <a:pPr lvl="3"/>
            <a:r>
              <a:rPr lang="en-AU" noProof="0"/>
              <a:t>Fourth level</a:t>
            </a:r>
          </a:p>
          <a:p>
            <a:pPr lvl="4"/>
            <a:r>
              <a:rPr lang="en-AU" noProof="0"/>
              <a:t>Fifth level</a:t>
            </a:r>
          </a:p>
        </p:txBody>
      </p:sp>
      <p:sp>
        <p:nvSpPr>
          <p:cNvPr id="22534" name="Rectangle 1030"/>
          <p:cNvSpPr>
            <a:spLocks noGrp="1" noChangeArrowheads="1"/>
          </p:cNvSpPr>
          <p:nvPr>
            <p:ph type="ftr" sz="quarter" idx="4"/>
          </p:nvPr>
        </p:nvSpPr>
        <p:spPr bwMode="auto">
          <a:xfrm>
            <a:off x="0"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sz="1200">
                <a:latin typeface="Arial" pitchFamily="-107" charset="0"/>
              </a:defRPr>
            </a:lvl1pPr>
          </a:lstStyle>
          <a:p>
            <a:pPr>
              <a:defRPr/>
            </a:pPr>
            <a:endParaRPr lang="en-US" dirty="0"/>
          </a:p>
        </p:txBody>
      </p:sp>
      <p:sp>
        <p:nvSpPr>
          <p:cNvPr id="22535" name="Rectangle 1031"/>
          <p:cNvSpPr>
            <a:spLocks noGrp="1" noChangeArrowheads="1"/>
          </p:cNvSpPr>
          <p:nvPr>
            <p:ph type="sldNum" sz="quarter" idx="5"/>
          </p:nvPr>
        </p:nvSpPr>
        <p:spPr bwMode="auto">
          <a:xfrm>
            <a:off x="3884613"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a:latin typeface="Arial" pitchFamily="-107" charset="0"/>
              </a:defRPr>
            </a:lvl1pPr>
          </a:lstStyle>
          <a:p>
            <a:pPr>
              <a:defRPr/>
            </a:pPr>
            <a:fld id="{E83E65D8-9B49-EC43-BBB1-0F187E663737}" type="slidenum">
              <a:rPr lang="en-AU"/>
              <a:pPr>
                <a:defRPr/>
              </a:pPr>
              <a:t>‹#›</a:t>
            </a:fld>
            <a:endParaRPr lang="en-AU" dirty="0"/>
          </a:p>
        </p:txBody>
      </p:sp>
    </p:spTree>
  </p:cSld>
  <p:clrMap bg1="lt1" tx1="dk1" bg2="lt2" tx2="dk2" accent1="accent1" accent2="accent2" accent3="accent3" accent4="accent4" accent5="accent5" accent6="accent6" hlink="hlink" folHlink="folHlink"/>
  <p:hf hdr="0" ftr="0" dt="0"/>
  <p:notesStyle>
    <a:lvl1pPr algn="l" rtl="0" eaLnBrk="0" fontAlgn="base" hangingPunct="0">
      <a:spcBef>
        <a:spcPct val="30000"/>
      </a:spcBef>
      <a:spcAft>
        <a:spcPct val="0"/>
      </a:spcAft>
      <a:defRPr sz="1200" kern="1200">
        <a:solidFill>
          <a:schemeClr val="tx1"/>
        </a:solidFill>
        <a:latin typeface="Arial" charset="0"/>
        <a:ea typeface="ＭＳ Ｐゴシック" charset="-128"/>
        <a:cs typeface="ＭＳ Ｐゴシック" charset="-128"/>
      </a:defRPr>
    </a:lvl1pPr>
    <a:lvl2pPr marL="457200" algn="l" rtl="0" eaLnBrk="0" fontAlgn="base" hangingPunct="0">
      <a:spcBef>
        <a:spcPct val="30000"/>
      </a:spcBef>
      <a:spcAft>
        <a:spcPct val="0"/>
      </a:spcAft>
      <a:defRPr sz="1200" kern="1200">
        <a:solidFill>
          <a:schemeClr val="tx1"/>
        </a:solidFill>
        <a:latin typeface="Arial" charset="0"/>
        <a:ea typeface="ＭＳ Ｐゴシック" charset="-128"/>
        <a:cs typeface="+mn-cs"/>
      </a:defRPr>
    </a:lvl2pPr>
    <a:lvl3pPr marL="914400" algn="l" rtl="0" eaLnBrk="0" fontAlgn="base" hangingPunct="0">
      <a:spcBef>
        <a:spcPct val="30000"/>
      </a:spcBef>
      <a:spcAft>
        <a:spcPct val="0"/>
      </a:spcAft>
      <a:defRPr sz="1200" kern="1200">
        <a:solidFill>
          <a:schemeClr val="tx1"/>
        </a:solidFill>
        <a:latin typeface="Arial" charset="0"/>
        <a:ea typeface="ＭＳ Ｐゴシック" charset="-128"/>
        <a:cs typeface="+mn-cs"/>
      </a:defRPr>
    </a:lvl3pPr>
    <a:lvl4pPr marL="1371600" algn="l" rtl="0" eaLnBrk="0" fontAlgn="base" hangingPunct="0">
      <a:spcBef>
        <a:spcPct val="30000"/>
      </a:spcBef>
      <a:spcAft>
        <a:spcPct val="0"/>
      </a:spcAft>
      <a:defRPr sz="1200" kern="1200">
        <a:solidFill>
          <a:schemeClr val="tx1"/>
        </a:solidFill>
        <a:latin typeface="Arial" charset="0"/>
        <a:ea typeface="ＭＳ Ｐゴシック" charset="-128"/>
        <a:cs typeface="+mn-cs"/>
      </a:defRPr>
    </a:lvl4pPr>
    <a:lvl5pPr marL="1828800" algn="l" rtl="0" eaLnBrk="0" fontAlgn="base" hangingPunct="0">
      <a:spcBef>
        <a:spcPct val="30000"/>
      </a:spcBef>
      <a:spcAft>
        <a:spcPct val="0"/>
      </a:spcAft>
      <a:defRPr sz="1200" kern="1200">
        <a:solidFill>
          <a:schemeClr val="tx1"/>
        </a:solidFill>
        <a:latin typeface="Arial" charset="0"/>
        <a:ea typeface="ＭＳ Ｐゴシック" charset="-128"/>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30722" name="Rectangle 1031"/>
          <p:cNvSpPr>
            <a:spLocks noGrp="1" noChangeArrowheads="1"/>
          </p:cNvSpPr>
          <p:nvPr>
            <p:ph type="sldNum" sz="quarter" idx="5"/>
          </p:nvPr>
        </p:nvSpPr>
        <p:spPr>
          <a:noFill/>
        </p:spPr>
        <p:txBody>
          <a:bodyPr/>
          <a:lstStyle/>
          <a:p>
            <a:fld id="{F8213168-CBB8-004E-B161-E3C8E26BC09B}" type="slidenum">
              <a:rPr lang="en-AU">
                <a:latin typeface="Arial" pitchFamily="-84" charset="0"/>
              </a:rPr>
              <a:pPr/>
              <a:t>1</a:t>
            </a:fld>
            <a:endParaRPr lang="en-AU" dirty="0">
              <a:latin typeface="Arial" pitchFamily="-84" charset="0"/>
            </a:endParaRPr>
          </a:p>
        </p:txBody>
      </p:sp>
      <p:sp>
        <p:nvSpPr>
          <p:cNvPr id="30723" name="Rectangle 2"/>
          <p:cNvSpPr>
            <a:spLocks noGrp="1" noRot="1" noChangeAspect="1" noChangeArrowheads="1" noTextEdit="1"/>
          </p:cNvSpPr>
          <p:nvPr>
            <p:ph type="sldImg"/>
          </p:nvPr>
        </p:nvSpPr>
        <p:spPr>
          <a:ln/>
        </p:spPr>
      </p:sp>
      <p:sp>
        <p:nvSpPr>
          <p:cNvPr id="30724" name="Rectangle 3"/>
          <p:cNvSpPr>
            <a:spLocks noGrp="1" noChangeArrowheads="1"/>
          </p:cNvSpPr>
          <p:nvPr>
            <p:ph type="body" idx="1"/>
          </p:nvPr>
        </p:nvSpPr>
        <p:spPr>
          <a:noFill/>
          <a:ln/>
        </p:spPr>
        <p:txBody>
          <a:bodyPr/>
          <a:lstStyle/>
          <a:p>
            <a:pPr eaLnBrk="1" hangingPunct="1"/>
            <a:r>
              <a:rPr lang="en-US" dirty="0" smtClean="0">
                <a:latin typeface="Times New Roman" pitchFamily="-84" charset="0"/>
                <a:ea typeface="ＭＳ Ｐゴシック" pitchFamily="-84" charset="-128"/>
                <a:cs typeface="ＭＳ Ｐゴシック" pitchFamily="-84" charset="-128"/>
              </a:rPr>
              <a:t>Lecture slides prepared for “Cryptography and Network Security”, 7/e, by William Stallings</a:t>
            </a:r>
            <a:r>
              <a:rPr lang="en-US" dirty="0" smtClean="0">
                <a:latin typeface="Arial" pitchFamily="-84" charset="0"/>
                <a:ea typeface="ＭＳ Ｐゴシック" pitchFamily="-84" charset="-128"/>
                <a:cs typeface="ＭＳ Ｐゴシック" pitchFamily="-84" charset="-128"/>
              </a:rPr>
              <a:t>, Chapter 11 – “Cryptographic Hash Functions”.</a:t>
            </a:r>
            <a:endParaRPr lang="en-AU" dirty="0" smtClean="0">
              <a:latin typeface="Times New Roman" pitchFamily="-84" charset="0"/>
              <a:ea typeface="ＭＳ Ｐゴシック" pitchFamily="-84" charset="-128"/>
              <a:cs typeface="ＭＳ Ｐゴシック" pitchFamily="-84" charset="-128"/>
            </a:endParaRPr>
          </a:p>
          <a:p>
            <a:pPr eaLnBrk="1" hangingPunct="1"/>
            <a:endParaRPr lang="en-US" dirty="0" smtClean="0">
              <a:latin typeface="Arial" pitchFamily="-84" charset="0"/>
              <a:ea typeface="ＭＳ Ｐゴシック" pitchFamily="-84" charset="-128"/>
              <a:cs typeface="ＭＳ Ｐゴシック" pitchFamily="-84" charset="-128"/>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32770" name="Slide Image Placeholder 1"/>
          <p:cNvSpPr>
            <a:spLocks noGrp="1" noRot="1" noChangeAspect="1"/>
          </p:cNvSpPr>
          <p:nvPr>
            <p:ph type="sldImg"/>
          </p:nvPr>
        </p:nvSpPr>
        <p:spPr>
          <a:ln/>
        </p:spPr>
      </p:sp>
      <p:sp>
        <p:nvSpPr>
          <p:cNvPr id="32771" name="Notes Placeholder 2"/>
          <p:cNvSpPr>
            <a:spLocks noGrp="1"/>
          </p:cNvSpPr>
          <p:nvPr>
            <p:ph type="body" idx="1"/>
          </p:nvPr>
        </p:nvSpPr>
        <p:spPr>
          <a:noFill/>
          <a:ln/>
        </p:spPr>
        <p:txBody>
          <a:bodyPr/>
          <a:lstStyle/>
          <a:p>
            <a:r>
              <a:rPr lang="en-US" sz="1200" kern="1200" baseline="0" dirty="0" smtClean="0">
                <a:solidFill>
                  <a:schemeClr val="tx1"/>
                </a:solidFill>
                <a:latin typeface="Arial" charset="0"/>
                <a:ea typeface="ＭＳ Ｐゴシック" charset="-128"/>
                <a:cs typeface="ＭＳ Ｐゴシック" charset="-128"/>
              </a:rPr>
              <a:t> This chapter begins with a discussion of the wide variety of applications for</a:t>
            </a:r>
          </a:p>
          <a:p>
            <a:r>
              <a:rPr lang="en-US" sz="1200" kern="1200" baseline="0" dirty="0" smtClean="0">
                <a:solidFill>
                  <a:schemeClr val="tx1"/>
                </a:solidFill>
                <a:latin typeface="Arial" charset="0"/>
                <a:ea typeface="ＭＳ Ｐゴシック" charset="-128"/>
                <a:cs typeface="ＭＳ Ｐゴシック" charset="-128"/>
              </a:rPr>
              <a:t>cryptographic hash functions. Next, we look at the security requirements for such</a:t>
            </a:r>
          </a:p>
          <a:p>
            <a:r>
              <a:rPr lang="en-US" sz="1200" kern="1200" baseline="0" dirty="0" smtClean="0">
                <a:solidFill>
                  <a:schemeClr val="tx1"/>
                </a:solidFill>
                <a:latin typeface="Arial" charset="0"/>
                <a:ea typeface="ＭＳ Ｐゴシック" charset="-128"/>
                <a:cs typeface="ＭＳ Ｐゴシック" charset="-128"/>
              </a:rPr>
              <a:t>functions. Then we look at the use of cipher block chaining to implement a cryptographic</a:t>
            </a:r>
          </a:p>
          <a:p>
            <a:r>
              <a:rPr lang="en-US" sz="1200" kern="1200" baseline="0" dirty="0" smtClean="0">
                <a:solidFill>
                  <a:schemeClr val="tx1"/>
                </a:solidFill>
                <a:latin typeface="Arial" charset="0"/>
                <a:ea typeface="ＭＳ Ｐゴシック" charset="-128"/>
                <a:cs typeface="ＭＳ Ｐゴシック" charset="-128"/>
              </a:rPr>
              <a:t>hash function. The remainder of the chapter is devoted to the most important</a:t>
            </a:r>
          </a:p>
          <a:p>
            <a:r>
              <a:rPr lang="en-US" sz="1200" kern="1200" baseline="0" dirty="0" smtClean="0">
                <a:solidFill>
                  <a:schemeClr val="tx1"/>
                </a:solidFill>
                <a:latin typeface="Arial" charset="0"/>
                <a:ea typeface="ＭＳ Ｐゴシック" charset="-128"/>
                <a:cs typeface="ＭＳ Ｐゴシック" charset="-128"/>
              </a:rPr>
              <a:t>and widely used family of cryptographic hash functions, the Secure Hash Algorithm</a:t>
            </a:r>
          </a:p>
          <a:p>
            <a:r>
              <a:rPr lang="en-US" sz="1200" kern="1200" baseline="0" dirty="0" smtClean="0">
                <a:solidFill>
                  <a:schemeClr val="tx1"/>
                </a:solidFill>
                <a:latin typeface="Arial" charset="0"/>
                <a:ea typeface="ＭＳ Ｐゴシック" charset="-128"/>
                <a:cs typeface="ＭＳ Ｐゴシック" charset="-128"/>
              </a:rPr>
              <a:t>(SHA) family.</a:t>
            </a:r>
            <a:endParaRPr lang="en-US" dirty="0" smtClean="0">
              <a:latin typeface="Arial" pitchFamily="-84" charset="0"/>
              <a:ea typeface="ＭＳ Ｐゴシック" pitchFamily="-84" charset="-128"/>
              <a:cs typeface="ＭＳ Ｐゴシック" pitchFamily="-84" charset="-128"/>
            </a:endParaRPr>
          </a:p>
        </p:txBody>
      </p:sp>
      <p:sp>
        <p:nvSpPr>
          <p:cNvPr id="32772" name="Slide Number Placeholder 3"/>
          <p:cNvSpPr>
            <a:spLocks noGrp="1"/>
          </p:cNvSpPr>
          <p:nvPr>
            <p:ph type="sldNum" sz="quarter" idx="5"/>
          </p:nvPr>
        </p:nvSpPr>
        <p:spPr>
          <a:noFill/>
        </p:spPr>
        <p:txBody>
          <a:bodyPr/>
          <a:lstStyle/>
          <a:p>
            <a:fld id="{B80C2CB9-0E3F-284F-82E5-C13EA3B1B06E}" type="slidenum">
              <a:rPr lang="en-AU" smtClean="0">
                <a:latin typeface="Arial" pitchFamily="-84" charset="0"/>
              </a:rPr>
              <a:pPr/>
              <a:t>2</a:t>
            </a:fld>
            <a:endParaRPr lang="en-AU" dirty="0" smtClean="0">
              <a:latin typeface="Arial" pitchFamily="-84" charset="0"/>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19458" name="Rectangle 7"/>
          <p:cNvSpPr>
            <a:spLocks noGrp="1" noChangeArrowheads="1"/>
          </p:cNvSpPr>
          <p:nvPr>
            <p:ph type="sldNum" sz="quarter" idx="5"/>
          </p:nvPr>
        </p:nvSpPr>
        <p:spPr>
          <a:noFill/>
        </p:spPr>
        <p:txBody>
          <a:bodyPr/>
          <a:lstStyle/>
          <a:p>
            <a:fld id="{50D6155E-E3CB-4A48-96B5-43BA0E2B1702}" type="slidenum">
              <a:rPr lang="en-AU">
                <a:latin typeface="Arial" pitchFamily="-84" charset="0"/>
              </a:rPr>
              <a:pPr/>
              <a:t>3</a:t>
            </a:fld>
            <a:endParaRPr lang="en-AU" dirty="0">
              <a:latin typeface="Arial" pitchFamily="-84" charset="0"/>
            </a:endParaRPr>
          </a:p>
        </p:txBody>
      </p:sp>
      <p:sp>
        <p:nvSpPr>
          <p:cNvPr id="19459" name="Rectangle 2"/>
          <p:cNvSpPr>
            <a:spLocks noGrp="1" noRot="1" noChangeAspect="1" noChangeArrowheads="1" noTextEdit="1"/>
          </p:cNvSpPr>
          <p:nvPr>
            <p:ph type="sldImg"/>
          </p:nvPr>
        </p:nvSpPr>
        <p:spPr>
          <a:ln/>
        </p:spPr>
      </p:sp>
      <p:sp>
        <p:nvSpPr>
          <p:cNvPr id="19460" name="Rectangle 3"/>
          <p:cNvSpPr>
            <a:spLocks noGrp="1" noChangeArrowheads="1"/>
          </p:cNvSpPr>
          <p:nvPr>
            <p:ph type="body" idx="1"/>
          </p:nvPr>
        </p:nvSpPr>
        <p:spPr>
          <a:noFill/>
          <a:ln/>
        </p:spPr>
        <p:txBody>
          <a:bodyPr/>
          <a:lstStyle/>
          <a:p>
            <a:r>
              <a:rPr lang="en-US" sz="1200" kern="1200" baseline="0" dirty="0" smtClean="0">
                <a:solidFill>
                  <a:schemeClr val="tx1"/>
                </a:solidFill>
                <a:latin typeface="Arial" charset="0"/>
                <a:ea typeface="ＭＳ Ｐゴシック" charset="-128"/>
                <a:cs typeface="ＭＳ Ｐゴシック" charset="-128"/>
              </a:rPr>
              <a:t> A hash function  H accepts a variable-length block of data M  as input and produces</a:t>
            </a:r>
          </a:p>
          <a:p>
            <a:r>
              <a:rPr lang="en-US" sz="1200" kern="1200" baseline="0" dirty="0" smtClean="0">
                <a:solidFill>
                  <a:schemeClr val="tx1"/>
                </a:solidFill>
                <a:latin typeface="Arial" charset="0"/>
                <a:ea typeface="ＭＳ Ｐゴシック" charset="-128"/>
                <a:cs typeface="ＭＳ Ｐゴシック" charset="-128"/>
              </a:rPr>
              <a:t>a fixed-size hash value h =  H(M ). A “good” hash function has the property that the</a:t>
            </a:r>
          </a:p>
          <a:p>
            <a:r>
              <a:rPr lang="en-US" sz="1200" kern="1200" baseline="0" dirty="0" smtClean="0">
                <a:solidFill>
                  <a:schemeClr val="tx1"/>
                </a:solidFill>
                <a:latin typeface="Arial" charset="0"/>
                <a:ea typeface="ＭＳ Ｐゴシック" charset="-128"/>
                <a:cs typeface="ＭＳ Ｐゴシック" charset="-128"/>
              </a:rPr>
              <a:t>results of applying the function to a large set of inputs will produce outputs that are</a:t>
            </a:r>
          </a:p>
          <a:p>
            <a:r>
              <a:rPr lang="en-US" sz="1200" kern="1200" baseline="0" dirty="0" smtClean="0">
                <a:solidFill>
                  <a:schemeClr val="tx1"/>
                </a:solidFill>
                <a:latin typeface="Arial" charset="0"/>
                <a:ea typeface="ＭＳ Ｐゴシック" charset="-128"/>
                <a:cs typeface="ＭＳ Ｐゴシック" charset="-128"/>
              </a:rPr>
              <a:t>evenly distributed and apparently random. In general terms, the principal object of a</a:t>
            </a:r>
          </a:p>
          <a:p>
            <a:r>
              <a:rPr lang="en-US" sz="1200" kern="1200" baseline="0" dirty="0" smtClean="0">
                <a:solidFill>
                  <a:schemeClr val="tx1"/>
                </a:solidFill>
                <a:latin typeface="Arial" charset="0"/>
                <a:ea typeface="ＭＳ Ｐゴシック" charset="-128"/>
                <a:cs typeface="ＭＳ Ｐゴシック" charset="-128"/>
              </a:rPr>
              <a:t>hash function is data integrity. A change to any bit or bits in M  results, with high probability,</a:t>
            </a:r>
          </a:p>
          <a:p>
            <a:r>
              <a:rPr lang="en-US" sz="1200" kern="1200" baseline="0" dirty="0" smtClean="0">
                <a:solidFill>
                  <a:schemeClr val="tx1"/>
                </a:solidFill>
                <a:latin typeface="Arial" charset="0"/>
                <a:ea typeface="ＭＳ Ｐゴシック" charset="-128"/>
                <a:cs typeface="ＭＳ Ｐゴシック" charset="-128"/>
              </a:rPr>
              <a:t>in a change to the hash code.</a:t>
            </a:r>
          </a:p>
          <a:p>
            <a:endParaRPr lang="en-US" sz="1200" kern="1200" baseline="0" dirty="0" smtClean="0">
              <a:solidFill>
                <a:schemeClr val="tx1"/>
              </a:solidFill>
              <a:latin typeface="Arial" charset="0"/>
              <a:ea typeface="ＭＳ Ｐゴシック" charset="-128"/>
              <a:cs typeface="ＭＳ Ｐゴシック" charset="-128"/>
            </a:endParaRPr>
          </a:p>
          <a:p>
            <a:r>
              <a:rPr lang="en-US" sz="1200" kern="1200" baseline="0" dirty="0" smtClean="0">
                <a:solidFill>
                  <a:schemeClr val="tx1"/>
                </a:solidFill>
                <a:latin typeface="Arial" charset="0"/>
                <a:ea typeface="ＭＳ Ｐゴシック" charset="-128"/>
                <a:cs typeface="ＭＳ Ｐゴシック" charset="-128"/>
              </a:rPr>
              <a:t> The kind of hash function needed for security applications is referred to as a</a:t>
            </a:r>
          </a:p>
          <a:p>
            <a:r>
              <a:rPr lang="en-US" sz="1200" kern="1200" baseline="0" dirty="0" smtClean="0">
                <a:solidFill>
                  <a:schemeClr val="tx1"/>
                </a:solidFill>
                <a:latin typeface="Arial" charset="0"/>
                <a:ea typeface="ＭＳ Ｐゴシック" charset="-128"/>
                <a:cs typeface="ＭＳ Ｐゴシック" charset="-128"/>
              </a:rPr>
              <a:t>cryptographic hash function . A cryptographic hash function is an algorithm for which</a:t>
            </a:r>
          </a:p>
          <a:p>
            <a:r>
              <a:rPr lang="en-US" sz="1200" kern="1200" baseline="0" dirty="0" smtClean="0">
                <a:solidFill>
                  <a:schemeClr val="tx1"/>
                </a:solidFill>
                <a:latin typeface="Arial" charset="0"/>
                <a:ea typeface="ＭＳ Ｐゴシック" charset="-128"/>
                <a:cs typeface="ＭＳ Ｐゴシック" charset="-128"/>
              </a:rPr>
              <a:t>it is computationally infeasible (because no attack is significantly more efficient than</a:t>
            </a:r>
          </a:p>
          <a:p>
            <a:r>
              <a:rPr lang="en-US" sz="1200" kern="1200" baseline="0" dirty="0" smtClean="0">
                <a:solidFill>
                  <a:schemeClr val="tx1"/>
                </a:solidFill>
                <a:latin typeface="Arial" charset="0"/>
                <a:ea typeface="ＭＳ Ｐゴシック" charset="-128"/>
                <a:cs typeface="ＭＳ Ｐゴシック" charset="-128"/>
              </a:rPr>
              <a:t>brute force) to find either (a) a data object that maps to a pre-specified hash result</a:t>
            </a:r>
          </a:p>
          <a:p>
            <a:r>
              <a:rPr lang="en-US" sz="1200" kern="1200" baseline="0" dirty="0" smtClean="0">
                <a:solidFill>
                  <a:schemeClr val="tx1"/>
                </a:solidFill>
                <a:latin typeface="Arial" charset="0"/>
                <a:ea typeface="ＭＳ Ｐゴシック" charset="-128"/>
                <a:cs typeface="ＭＳ Ｐゴシック" charset="-128"/>
              </a:rPr>
              <a:t>(the one-way property) or (</a:t>
            </a:r>
            <a:r>
              <a:rPr lang="en-US" sz="1200" kern="1200" baseline="0" dirty="0" err="1" smtClean="0">
                <a:solidFill>
                  <a:schemeClr val="tx1"/>
                </a:solidFill>
                <a:latin typeface="Arial" charset="0"/>
                <a:ea typeface="ＭＳ Ｐゴシック" charset="-128"/>
                <a:cs typeface="ＭＳ Ｐゴシック" charset="-128"/>
              </a:rPr>
              <a:t>b</a:t>
            </a:r>
            <a:r>
              <a:rPr lang="en-US" sz="1200" kern="1200" baseline="0" dirty="0" smtClean="0">
                <a:solidFill>
                  <a:schemeClr val="tx1"/>
                </a:solidFill>
                <a:latin typeface="Arial" charset="0"/>
                <a:ea typeface="ＭＳ Ｐゴシック" charset="-128"/>
                <a:cs typeface="ＭＳ Ｐゴシック" charset="-128"/>
              </a:rPr>
              <a:t>) two data objects that map to the same hash result (the</a:t>
            </a:r>
          </a:p>
          <a:p>
            <a:r>
              <a:rPr lang="en-US" sz="1200" kern="1200" baseline="0" dirty="0" smtClean="0">
                <a:solidFill>
                  <a:schemeClr val="tx1"/>
                </a:solidFill>
                <a:latin typeface="Arial" charset="0"/>
                <a:ea typeface="ＭＳ Ｐゴシック" charset="-128"/>
                <a:cs typeface="ＭＳ Ｐゴシック" charset="-128"/>
              </a:rPr>
              <a:t>collision-free property). Because of these characteristics, hash functions are often used</a:t>
            </a:r>
          </a:p>
          <a:p>
            <a:r>
              <a:rPr lang="en-US" sz="1200" kern="1200" baseline="0" dirty="0" smtClean="0">
                <a:solidFill>
                  <a:schemeClr val="tx1"/>
                </a:solidFill>
                <a:latin typeface="Arial" charset="0"/>
                <a:ea typeface="ＭＳ Ｐゴシック" charset="-128"/>
                <a:cs typeface="ＭＳ Ｐゴシック" charset="-128"/>
              </a:rPr>
              <a:t>to determine whether or not data has changed.</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1506" name="Slide Image Placeholder 1"/>
          <p:cNvSpPr>
            <a:spLocks noGrp="1" noRot="1" noChangeAspect="1"/>
          </p:cNvSpPr>
          <p:nvPr>
            <p:ph type="sldImg"/>
          </p:nvPr>
        </p:nvSpPr>
        <p:spPr>
          <a:ln/>
        </p:spPr>
      </p:sp>
      <p:sp>
        <p:nvSpPr>
          <p:cNvPr id="21507" name="Notes Placeholder 2"/>
          <p:cNvSpPr>
            <a:spLocks noGrp="1"/>
          </p:cNvSpPr>
          <p:nvPr>
            <p:ph type="body" idx="1"/>
          </p:nvPr>
        </p:nvSpPr>
        <p:spPr>
          <a:noFill/>
          <a:ln/>
        </p:spPr>
        <p:txBody>
          <a:bodyPr/>
          <a:lstStyle/>
          <a:p>
            <a:r>
              <a:rPr lang="en-US" sz="1200" kern="1200" baseline="0" dirty="0" smtClean="0">
                <a:solidFill>
                  <a:schemeClr val="tx1"/>
                </a:solidFill>
                <a:latin typeface="Arial" charset="0"/>
                <a:ea typeface="ＭＳ Ｐゴシック" charset="-128"/>
                <a:cs typeface="ＭＳ Ｐゴシック" charset="-128"/>
              </a:rPr>
              <a:t> Figure 11.1 depicts the general operation of a cryptographic hash function.</a:t>
            </a:r>
          </a:p>
          <a:p>
            <a:r>
              <a:rPr lang="en-US" sz="1200" kern="1200" baseline="0" dirty="0" smtClean="0">
                <a:solidFill>
                  <a:schemeClr val="tx1"/>
                </a:solidFill>
                <a:latin typeface="Arial" charset="0"/>
                <a:ea typeface="ＭＳ Ｐゴシック" charset="-128"/>
                <a:cs typeface="ＭＳ Ｐゴシック" charset="-128"/>
              </a:rPr>
              <a:t>Typically, the input is padded out to an integer multiple of some fixed length</a:t>
            </a:r>
          </a:p>
          <a:p>
            <a:r>
              <a:rPr lang="en-US" sz="1200" kern="1200" baseline="0" dirty="0" smtClean="0">
                <a:solidFill>
                  <a:schemeClr val="tx1"/>
                </a:solidFill>
                <a:latin typeface="Arial" charset="0"/>
                <a:ea typeface="ＭＳ Ｐゴシック" charset="-128"/>
                <a:cs typeface="ＭＳ Ｐゴシック" charset="-128"/>
              </a:rPr>
              <a:t>(e.g., 1024 bits), and the padding includes the value of the length of the original message</a:t>
            </a:r>
          </a:p>
          <a:p>
            <a:r>
              <a:rPr lang="en-US" sz="1200" kern="1200" baseline="0" dirty="0" smtClean="0">
                <a:solidFill>
                  <a:schemeClr val="tx1"/>
                </a:solidFill>
                <a:latin typeface="Arial" charset="0"/>
                <a:ea typeface="ＭＳ Ｐゴシック" charset="-128"/>
                <a:cs typeface="ＭＳ Ｐゴシック" charset="-128"/>
              </a:rPr>
              <a:t>in bits. The length field is a security measure to increase the difficulty for an</a:t>
            </a:r>
          </a:p>
          <a:p>
            <a:r>
              <a:rPr lang="en-US" sz="1200" kern="1200" baseline="0" dirty="0" smtClean="0">
                <a:solidFill>
                  <a:schemeClr val="tx1"/>
                </a:solidFill>
                <a:latin typeface="Arial" charset="0"/>
                <a:ea typeface="ＭＳ Ｐゴシック" charset="-128"/>
                <a:cs typeface="ＭＳ Ｐゴシック" charset="-128"/>
              </a:rPr>
              <a:t>attacker to produce an alternative message with the same hash value.</a:t>
            </a:r>
            <a:endParaRPr lang="en-US" dirty="0" smtClean="0">
              <a:latin typeface="Arial" pitchFamily="-84" charset="0"/>
              <a:ea typeface="ＭＳ Ｐゴシック" pitchFamily="-84" charset="-128"/>
              <a:cs typeface="ＭＳ Ｐゴシック" pitchFamily="-84" charset="-128"/>
            </a:endParaRPr>
          </a:p>
        </p:txBody>
      </p:sp>
      <p:sp>
        <p:nvSpPr>
          <p:cNvPr id="21508" name="Slide Number Placeholder 3"/>
          <p:cNvSpPr>
            <a:spLocks noGrp="1"/>
          </p:cNvSpPr>
          <p:nvPr>
            <p:ph type="sldNum" sz="quarter" idx="5"/>
          </p:nvPr>
        </p:nvSpPr>
        <p:spPr>
          <a:noFill/>
        </p:spPr>
        <p:txBody>
          <a:bodyPr/>
          <a:lstStyle/>
          <a:p>
            <a:fld id="{5C5B7352-273A-EB4C-8779-60CE0036EC84}" type="slidenum">
              <a:rPr lang="en-AU" smtClean="0">
                <a:latin typeface="Arial" pitchFamily="-84" charset="0"/>
              </a:rPr>
              <a:pPr/>
              <a:t>4</a:t>
            </a:fld>
            <a:endParaRPr lang="en-AU" dirty="0" smtClean="0">
              <a:latin typeface="Arial" pitchFamily="-84" charset="0"/>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3554" name="Rectangle 7"/>
          <p:cNvSpPr>
            <a:spLocks noGrp="1" noChangeArrowheads="1"/>
          </p:cNvSpPr>
          <p:nvPr>
            <p:ph type="sldNum" sz="quarter" idx="5"/>
          </p:nvPr>
        </p:nvSpPr>
        <p:spPr>
          <a:noFill/>
        </p:spPr>
        <p:txBody>
          <a:bodyPr/>
          <a:lstStyle/>
          <a:p>
            <a:fld id="{F0284054-E12D-3C42-9621-A1064B46B9DD}" type="slidenum">
              <a:rPr lang="en-AU">
                <a:latin typeface="Arial" pitchFamily="-84" charset="0"/>
              </a:rPr>
              <a:pPr/>
              <a:t>5</a:t>
            </a:fld>
            <a:endParaRPr lang="en-AU" dirty="0">
              <a:latin typeface="Arial" pitchFamily="-84" charset="0"/>
            </a:endParaRPr>
          </a:p>
        </p:txBody>
      </p:sp>
      <p:sp>
        <p:nvSpPr>
          <p:cNvPr id="23555" name="Rectangle 2"/>
          <p:cNvSpPr>
            <a:spLocks noGrp="1" noRot="1" noChangeAspect="1" noChangeArrowheads="1" noTextEdit="1"/>
          </p:cNvSpPr>
          <p:nvPr>
            <p:ph type="sldImg"/>
          </p:nvPr>
        </p:nvSpPr>
        <p:spPr>
          <a:ln/>
        </p:spPr>
      </p:sp>
      <p:sp>
        <p:nvSpPr>
          <p:cNvPr id="23556" name="Rectangle 3"/>
          <p:cNvSpPr>
            <a:spLocks noGrp="1" noChangeArrowheads="1"/>
          </p:cNvSpPr>
          <p:nvPr>
            <p:ph type="body" idx="1"/>
          </p:nvPr>
        </p:nvSpPr>
        <p:spPr>
          <a:noFill/>
          <a:ln/>
        </p:spPr>
        <p:txBody>
          <a:bodyPr/>
          <a:lstStyle/>
          <a:p>
            <a:r>
              <a:rPr lang="en-US" sz="1200" kern="1200" baseline="0" dirty="0" smtClean="0">
                <a:solidFill>
                  <a:schemeClr val="tx1"/>
                </a:solidFill>
                <a:latin typeface="Arial" charset="0"/>
                <a:ea typeface="ＭＳ Ｐゴシック" charset="-128"/>
                <a:cs typeface="ＭＳ Ｐゴシック" charset="-128"/>
              </a:rPr>
              <a:t> Message authentication is a mechanism or service used to verify the integrity of</a:t>
            </a:r>
          </a:p>
          <a:p>
            <a:r>
              <a:rPr lang="en-US" sz="1200" kern="1200" baseline="0" dirty="0" smtClean="0">
                <a:solidFill>
                  <a:schemeClr val="tx1"/>
                </a:solidFill>
                <a:latin typeface="Arial" charset="0"/>
                <a:ea typeface="ＭＳ Ｐゴシック" charset="-128"/>
                <a:cs typeface="ＭＳ Ｐゴシック" charset="-128"/>
              </a:rPr>
              <a:t>a message. Message authentication assures that data received are exactly as sent</a:t>
            </a:r>
          </a:p>
          <a:p>
            <a:r>
              <a:rPr lang="en-US" sz="1200" kern="1200" baseline="0" dirty="0" smtClean="0">
                <a:solidFill>
                  <a:schemeClr val="tx1"/>
                </a:solidFill>
                <a:latin typeface="Arial" charset="0"/>
                <a:ea typeface="ＭＳ Ｐゴシック" charset="-128"/>
                <a:cs typeface="ＭＳ Ｐゴシック" charset="-128"/>
              </a:rPr>
              <a:t>(i.e., contain no modification, insertion, deletion, or replay). In many cases, there is</a:t>
            </a:r>
          </a:p>
          <a:p>
            <a:r>
              <a:rPr lang="en-US" sz="1200" kern="1200" baseline="0" dirty="0" smtClean="0">
                <a:solidFill>
                  <a:schemeClr val="tx1"/>
                </a:solidFill>
                <a:latin typeface="Arial" charset="0"/>
                <a:ea typeface="ＭＳ Ｐゴシック" charset="-128"/>
                <a:cs typeface="ＭＳ Ｐゴシック" charset="-128"/>
              </a:rPr>
              <a:t> a requirement that the authentication mechanism assures that purported identity of</a:t>
            </a:r>
          </a:p>
          <a:p>
            <a:r>
              <a:rPr lang="en-US" sz="1200" kern="1200" baseline="0" dirty="0" smtClean="0">
                <a:solidFill>
                  <a:schemeClr val="tx1"/>
                </a:solidFill>
                <a:latin typeface="Arial" charset="0"/>
                <a:ea typeface="ＭＳ Ｐゴシック" charset="-128"/>
                <a:cs typeface="ＭＳ Ｐゴシック" charset="-128"/>
              </a:rPr>
              <a:t>the sender is valid. When a hash function is used to provide message authentication,</a:t>
            </a:r>
          </a:p>
          <a:p>
            <a:r>
              <a:rPr lang="en-US" sz="1200" kern="1200" baseline="0" dirty="0" smtClean="0">
                <a:solidFill>
                  <a:schemeClr val="tx1"/>
                </a:solidFill>
                <a:latin typeface="Arial" charset="0"/>
                <a:ea typeface="ＭＳ Ｐゴシック" charset="-128"/>
                <a:cs typeface="ＭＳ Ｐゴシック" charset="-128"/>
              </a:rPr>
              <a:t>the hash function value is often referred to as a message digest .</a:t>
            </a:r>
          </a:p>
          <a:p>
            <a:endParaRPr lang="en-US" sz="1200" kern="1200" baseline="0" dirty="0" smtClean="0">
              <a:solidFill>
                <a:schemeClr val="tx1"/>
              </a:solidFill>
              <a:latin typeface="Arial" charset="0"/>
              <a:ea typeface="ＭＳ Ｐゴシック" charset="-128"/>
              <a:cs typeface="ＭＳ Ｐゴシック" charset="-128"/>
            </a:endParaRPr>
          </a:p>
          <a:p>
            <a:r>
              <a:rPr lang="en-US" sz="1200" kern="1200" baseline="0" dirty="0" smtClean="0">
                <a:solidFill>
                  <a:schemeClr val="tx1"/>
                </a:solidFill>
                <a:latin typeface="Arial" charset="0"/>
                <a:ea typeface="ＭＳ Ｐゴシック" charset="-128"/>
                <a:cs typeface="ＭＳ Ｐゴシック" charset="-128"/>
              </a:rPr>
              <a:t> The essence of the use of a hash function for message authentication is as</a:t>
            </a:r>
          </a:p>
          <a:p>
            <a:r>
              <a:rPr lang="en-US" sz="1200" kern="1200" baseline="0" dirty="0" smtClean="0">
                <a:solidFill>
                  <a:schemeClr val="tx1"/>
                </a:solidFill>
                <a:latin typeface="Arial" charset="0"/>
                <a:ea typeface="ＭＳ Ｐゴシック" charset="-128"/>
                <a:cs typeface="ＭＳ Ｐゴシック" charset="-128"/>
              </a:rPr>
              <a:t>follows. The sender computes a hash value as a function of the bits in the message</a:t>
            </a:r>
          </a:p>
          <a:p>
            <a:r>
              <a:rPr lang="en-US" sz="1200" kern="1200" baseline="0" dirty="0" smtClean="0">
                <a:solidFill>
                  <a:schemeClr val="tx1"/>
                </a:solidFill>
                <a:latin typeface="Arial" charset="0"/>
                <a:ea typeface="ＭＳ Ｐゴシック" charset="-128"/>
                <a:cs typeface="ＭＳ Ｐゴシック" charset="-128"/>
              </a:rPr>
              <a:t>and transmits both the hash value and the message. The receiver performs the same</a:t>
            </a:r>
          </a:p>
          <a:p>
            <a:r>
              <a:rPr lang="en-US" sz="1200" kern="1200" baseline="0" dirty="0" smtClean="0">
                <a:solidFill>
                  <a:schemeClr val="tx1"/>
                </a:solidFill>
                <a:latin typeface="Arial" charset="0"/>
                <a:ea typeface="ＭＳ Ｐゴシック" charset="-128"/>
                <a:cs typeface="ＭＳ Ｐゴシック" charset="-128"/>
              </a:rPr>
              <a:t>hash calculation on the message bits and compares this value with the incoming</a:t>
            </a:r>
          </a:p>
          <a:p>
            <a:r>
              <a:rPr lang="en-US" sz="1200" kern="1200" baseline="0" dirty="0" smtClean="0">
                <a:solidFill>
                  <a:schemeClr val="tx1"/>
                </a:solidFill>
                <a:latin typeface="Arial" charset="0"/>
                <a:ea typeface="ＭＳ Ｐゴシック" charset="-128"/>
                <a:cs typeface="ＭＳ Ｐゴシック" charset="-128"/>
              </a:rPr>
              <a:t>hash value. If there is a mismatch, the receiver knows that the message (or possibly</a:t>
            </a:r>
          </a:p>
          <a:p>
            <a:r>
              <a:rPr lang="en-US" sz="1200" kern="1200" baseline="0" dirty="0" smtClean="0">
                <a:solidFill>
                  <a:schemeClr val="tx1"/>
                </a:solidFill>
                <a:latin typeface="Arial" charset="0"/>
                <a:ea typeface="ＭＳ Ｐゴシック" charset="-128"/>
                <a:cs typeface="ＭＳ Ｐゴシック" charset="-128"/>
              </a:rPr>
              <a:t>the hash value) has been altered (Figure 11.2a).</a:t>
            </a:r>
          </a:p>
          <a:p>
            <a:endParaRPr lang="en-US" sz="1200" kern="1200" baseline="0" dirty="0" smtClean="0">
              <a:solidFill>
                <a:schemeClr val="tx1"/>
              </a:solidFill>
              <a:latin typeface="Arial" charset="0"/>
              <a:ea typeface="ＭＳ Ｐゴシック" charset="-128"/>
              <a:cs typeface="ＭＳ Ｐゴシック" charset="-128"/>
            </a:endParaRPr>
          </a:p>
          <a:p>
            <a:r>
              <a:rPr lang="en-US" sz="1200" kern="1200" baseline="0" dirty="0" smtClean="0">
                <a:solidFill>
                  <a:schemeClr val="tx1"/>
                </a:solidFill>
                <a:latin typeface="Arial" charset="0"/>
                <a:ea typeface="ＭＳ Ｐゴシック" charset="-128"/>
                <a:cs typeface="ＭＳ Ｐゴシック" charset="-128"/>
              </a:rPr>
              <a:t> The hash function must be transmitted in a secure fashion. That is, the hash</a:t>
            </a:r>
          </a:p>
          <a:p>
            <a:r>
              <a:rPr lang="en-US" sz="1200" kern="1200" baseline="0" dirty="0" smtClean="0">
                <a:solidFill>
                  <a:schemeClr val="tx1"/>
                </a:solidFill>
                <a:latin typeface="Arial" charset="0"/>
                <a:ea typeface="ＭＳ Ｐゴシック" charset="-128"/>
                <a:cs typeface="ＭＳ Ｐゴシック" charset="-128"/>
              </a:rPr>
              <a:t>function must be protected so that if an adversary alters or replaces the message,</a:t>
            </a:r>
          </a:p>
          <a:p>
            <a:r>
              <a:rPr lang="en-US" sz="1200" kern="1200" baseline="0" dirty="0" smtClean="0">
                <a:solidFill>
                  <a:schemeClr val="tx1"/>
                </a:solidFill>
                <a:latin typeface="Arial" charset="0"/>
                <a:ea typeface="ＭＳ Ｐゴシック" charset="-128"/>
                <a:cs typeface="ＭＳ Ｐゴシック" charset="-128"/>
              </a:rPr>
              <a:t>it is not feasible for adversary to also alter the hash value to fool the receiver. This</a:t>
            </a:r>
          </a:p>
          <a:p>
            <a:r>
              <a:rPr lang="en-US" sz="1200" kern="1200" baseline="0" dirty="0" smtClean="0">
                <a:solidFill>
                  <a:schemeClr val="tx1"/>
                </a:solidFill>
                <a:latin typeface="Arial" charset="0"/>
                <a:ea typeface="ＭＳ Ｐゴシック" charset="-128"/>
                <a:cs typeface="ＭＳ Ｐゴシック" charset="-128"/>
              </a:rPr>
              <a:t>type of attack is shown in Figure 11.2b. In this example, Alice transmits a data block</a:t>
            </a:r>
          </a:p>
          <a:p>
            <a:r>
              <a:rPr lang="en-US" sz="1200" kern="1200" baseline="0" dirty="0" smtClean="0">
                <a:solidFill>
                  <a:schemeClr val="tx1"/>
                </a:solidFill>
                <a:latin typeface="Arial" charset="0"/>
                <a:ea typeface="ＭＳ Ｐゴシック" charset="-128"/>
                <a:cs typeface="ＭＳ Ｐゴシック" charset="-128"/>
              </a:rPr>
              <a:t>and attaches a hash value. Darth intercepts the message, alters or replaces the data</a:t>
            </a:r>
          </a:p>
          <a:p>
            <a:r>
              <a:rPr lang="en-US" sz="1200" kern="1200" baseline="0" dirty="0" smtClean="0">
                <a:solidFill>
                  <a:schemeClr val="tx1"/>
                </a:solidFill>
                <a:latin typeface="Arial" charset="0"/>
                <a:ea typeface="ＭＳ Ｐゴシック" charset="-128"/>
                <a:cs typeface="ＭＳ Ｐゴシック" charset="-128"/>
              </a:rPr>
              <a:t>block, and calculates and attaches a new hash value. Bob receives the altered data</a:t>
            </a:r>
          </a:p>
          <a:p>
            <a:r>
              <a:rPr lang="en-US" sz="1200" kern="1200" baseline="0" dirty="0" smtClean="0">
                <a:solidFill>
                  <a:schemeClr val="tx1"/>
                </a:solidFill>
                <a:latin typeface="Arial" charset="0"/>
                <a:ea typeface="ＭＳ Ｐゴシック" charset="-128"/>
                <a:cs typeface="ＭＳ Ｐゴシック" charset="-128"/>
              </a:rPr>
              <a:t>with the new hash value and does not detect the change. To prevent this attack, the</a:t>
            </a:r>
          </a:p>
          <a:p>
            <a:r>
              <a:rPr lang="en-US" sz="1200" kern="1200" baseline="0" dirty="0" smtClean="0">
                <a:solidFill>
                  <a:schemeClr val="tx1"/>
                </a:solidFill>
                <a:latin typeface="Arial" charset="0"/>
                <a:ea typeface="ＭＳ Ｐゴシック" charset="-128"/>
                <a:cs typeface="ＭＳ Ｐゴシック" charset="-128"/>
              </a:rPr>
              <a:t>hash value generated by Alice must be protected.</a:t>
            </a:r>
            <a:endParaRPr lang="en-US" dirty="0">
              <a:latin typeface="Arial" pitchFamily="-84" charset="0"/>
              <a:ea typeface="ＭＳ Ｐゴシック" pitchFamily="-84" charset="-128"/>
              <a:cs typeface="ＭＳ Ｐゴシック" pitchFamily="-84" charset="-128"/>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5602" name="Rectangle 7"/>
          <p:cNvSpPr>
            <a:spLocks noGrp="1" noChangeArrowheads="1"/>
          </p:cNvSpPr>
          <p:nvPr>
            <p:ph type="sldNum" sz="quarter" idx="5"/>
          </p:nvPr>
        </p:nvSpPr>
        <p:spPr>
          <a:noFill/>
        </p:spPr>
        <p:txBody>
          <a:bodyPr/>
          <a:lstStyle/>
          <a:p>
            <a:fld id="{03AD3A50-32C5-6040-9782-496820E555AB}" type="slidenum">
              <a:rPr lang="en-AU">
                <a:latin typeface="Arial" pitchFamily="-84" charset="0"/>
              </a:rPr>
              <a:pPr/>
              <a:t>6</a:t>
            </a:fld>
            <a:endParaRPr lang="en-AU" dirty="0">
              <a:latin typeface="Arial" pitchFamily="-84" charset="0"/>
            </a:endParaRPr>
          </a:p>
        </p:txBody>
      </p:sp>
      <p:sp>
        <p:nvSpPr>
          <p:cNvPr id="25603" name="Rectangle 2"/>
          <p:cNvSpPr>
            <a:spLocks noGrp="1" noRot="1" noChangeAspect="1" noChangeArrowheads="1" noTextEdit="1"/>
          </p:cNvSpPr>
          <p:nvPr>
            <p:ph type="sldImg"/>
          </p:nvPr>
        </p:nvSpPr>
        <p:spPr>
          <a:ln/>
        </p:spPr>
      </p:sp>
      <p:sp>
        <p:nvSpPr>
          <p:cNvPr id="25604" name="Rectangle 3"/>
          <p:cNvSpPr>
            <a:spLocks noGrp="1" noChangeArrowheads="1"/>
          </p:cNvSpPr>
          <p:nvPr>
            <p:ph type="body" idx="1"/>
          </p:nvPr>
        </p:nvSpPr>
        <p:spPr>
          <a:noFill/>
          <a:ln/>
        </p:spPr>
        <p:txBody>
          <a:bodyPr/>
          <a:lstStyle/>
          <a:p>
            <a:r>
              <a:rPr lang="en-US" sz="1200" kern="1200" baseline="0" dirty="0" smtClean="0">
                <a:solidFill>
                  <a:schemeClr val="tx1"/>
                </a:solidFill>
                <a:latin typeface="Arial" charset="0"/>
                <a:ea typeface="ＭＳ Ｐゴシック" charset="-128"/>
                <a:cs typeface="ＭＳ Ｐゴシック" charset="-128"/>
              </a:rPr>
              <a:t> </a:t>
            </a:r>
            <a:r>
              <a:rPr lang="en-US" sz="1200" b="0" kern="1200" baseline="0" dirty="0" smtClean="0">
                <a:solidFill>
                  <a:schemeClr val="tx1"/>
                </a:solidFill>
                <a:latin typeface="Arial" charset="0"/>
                <a:ea typeface="ＭＳ Ｐゴシック" charset="-128"/>
                <a:cs typeface="ＭＳ Ｐゴシック" charset="-128"/>
              </a:rPr>
              <a:t>Figure 11.3 illustrates a variety of ways in which a hash code can be used to</a:t>
            </a:r>
          </a:p>
          <a:p>
            <a:r>
              <a:rPr lang="en-US" sz="1200" b="0" kern="1200" baseline="0" dirty="0" smtClean="0">
                <a:solidFill>
                  <a:schemeClr val="tx1"/>
                </a:solidFill>
                <a:latin typeface="Arial" charset="0"/>
                <a:ea typeface="ＭＳ Ｐゴシック" charset="-128"/>
                <a:cs typeface="ＭＳ Ｐゴシック" charset="-128"/>
              </a:rPr>
              <a:t>provide message authentication, as follows:</a:t>
            </a:r>
          </a:p>
          <a:p>
            <a:endParaRPr lang="en-US" sz="1200" b="0" kern="1200" baseline="0" dirty="0" smtClean="0">
              <a:solidFill>
                <a:schemeClr val="tx1"/>
              </a:solidFill>
              <a:latin typeface="Arial" charset="0"/>
              <a:ea typeface="ＭＳ Ｐゴシック" charset="-128"/>
              <a:cs typeface="ＭＳ Ｐゴシック" charset="-128"/>
            </a:endParaRPr>
          </a:p>
          <a:p>
            <a:r>
              <a:rPr lang="en-US" sz="1200" b="0" kern="1200" baseline="0" dirty="0" smtClean="0">
                <a:solidFill>
                  <a:schemeClr val="tx1"/>
                </a:solidFill>
                <a:latin typeface="Arial" charset="0"/>
                <a:ea typeface="ＭＳ Ｐゴシック" charset="-128"/>
                <a:cs typeface="ＭＳ Ｐゴシック" charset="-128"/>
              </a:rPr>
              <a:t>a. The message plus concatenated hash code is encrypted using symmetric</a:t>
            </a:r>
          </a:p>
          <a:p>
            <a:r>
              <a:rPr lang="en-US" sz="1200" b="0" kern="1200" baseline="0" dirty="0" smtClean="0">
                <a:solidFill>
                  <a:schemeClr val="tx1"/>
                </a:solidFill>
                <a:latin typeface="Arial" charset="0"/>
                <a:ea typeface="ＭＳ Ｐゴシック" charset="-128"/>
                <a:cs typeface="ＭＳ Ｐゴシック" charset="-128"/>
              </a:rPr>
              <a:t>encryption. Because only A and B share the secret key, the message must</a:t>
            </a:r>
          </a:p>
          <a:p>
            <a:r>
              <a:rPr lang="en-US" sz="1200" b="0" kern="1200" baseline="0" dirty="0" smtClean="0">
                <a:solidFill>
                  <a:schemeClr val="tx1"/>
                </a:solidFill>
                <a:latin typeface="Arial" charset="0"/>
                <a:ea typeface="ＭＳ Ｐゴシック" charset="-128"/>
                <a:cs typeface="ＭＳ Ｐゴシック" charset="-128"/>
              </a:rPr>
              <a:t>have come from A and has not been altered. The hash code provides the structure</a:t>
            </a:r>
          </a:p>
          <a:p>
            <a:r>
              <a:rPr lang="en-US" sz="1200" b="0" kern="1200" baseline="0" dirty="0" smtClean="0">
                <a:solidFill>
                  <a:schemeClr val="tx1"/>
                </a:solidFill>
                <a:latin typeface="Arial" charset="0"/>
                <a:ea typeface="ＭＳ Ｐゴシック" charset="-128"/>
                <a:cs typeface="ＭＳ Ｐゴシック" charset="-128"/>
              </a:rPr>
              <a:t>or redundancy required to achieve authentication. Because encryption is</a:t>
            </a:r>
          </a:p>
          <a:p>
            <a:r>
              <a:rPr lang="en-US" sz="1200" b="0" kern="1200" baseline="0" dirty="0" smtClean="0">
                <a:solidFill>
                  <a:schemeClr val="tx1"/>
                </a:solidFill>
                <a:latin typeface="Arial" charset="0"/>
                <a:ea typeface="ＭＳ Ｐゴシック" charset="-128"/>
                <a:cs typeface="ＭＳ Ｐゴシック" charset="-128"/>
              </a:rPr>
              <a:t>applied to the entire message plus hash code, confidentiality is also provided.</a:t>
            </a:r>
          </a:p>
          <a:p>
            <a:endParaRPr lang="en-US" sz="1200" b="0" kern="1200" baseline="0" dirty="0" smtClean="0">
              <a:solidFill>
                <a:schemeClr val="tx1"/>
              </a:solidFill>
              <a:latin typeface="Arial" charset="0"/>
              <a:ea typeface="ＭＳ Ｐゴシック" charset="-128"/>
              <a:cs typeface="ＭＳ Ｐゴシック" charset="-128"/>
            </a:endParaRPr>
          </a:p>
          <a:p>
            <a:r>
              <a:rPr lang="en-US" sz="1200" b="0" kern="1200" baseline="0" dirty="0" smtClean="0">
                <a:solidFill>
                  <a:schemeClr val="tx1"/>
                </a:solidFill>
                <a:latin typeface="Arial" charset="0"/>
                <a:ea typeface="ＭＳ Ｐゴシック" charset="-128"/>
                <a:cs typeface="ＭＳ Ｐゴシック" charset="-128"/>
              </a:rPr>
              <a:t>b. Only the hash code is encrypted, using symmetric encryption. This reduces the</a:t>
            </a:r>
          </a:p>
          <a:p>
            <a:r>
              <a:rPr lang="en-US" sz="1200" b="0" kern="1200" baseline="0" dirty="0" smtClean="0">
                <a:solidFill>
                  <a:schemeClr val="tx1"/>
                </a:solidFill>
                <a:latin typeface="Arial" charset="0"/>
                <a:ea typeface="ＭＳ Ｐゴシック" charset="-128"/>
                <a:cs typeface="ＭＳ Ｐゴシック" charset="-128"/>
              </a:rPr>
              <a:t>processing burden for those applications that do not require confidentiality.</a:t>
            </a:r>
          </a:p>
          <a:p>
            <a:endParaRPr lang="en-US" sz="1200" b="0" kern="1200" baseline="0" dirty="0" smtClean="0">
              <a:solidFill>
                <a:schemeClr val="tx1"/>
              </a:solidFill>
              <a:latin typeface="Arial" charset="0"/>
              <a:ea typeface="ＭＳ Ｐゴシック" charset="-128"/>
              <a:cs typeface="ＭＳ Ｐゴシック" charset="-128"/>
            </a:endParaRPr>
          </a:p>
          <a:p>
            <a:r>
              <a:rPr lang="en-US" sz="1200" b="0" kern="1200" baseline="0" dirty="0" smtClean="0">
                <a:solidFill>
                  <a:schemeClr val="tx1"/>
                </a:solidFill>
                <a:latin typeface="Arial" charset="0"/>
                <a:ea typeface="ＭＳ Ｐゴシック" charset="-128"/>
                <a:cs typeface="ＭＳ Ｐゴシック" charset="-128"/>
              </a:rPr>
              <a:t>c. It is possible to use a hash function but no encryption for message authentication.</a:t>
            </a:r>
          </a:p>
          <a:p>
            <a:r>
              <a:rPr lang="en-US" sz="1200" b="0" kern="1200" baseline="0" dirty="0" smtClean="0">
                <a:solidFill>
                  <a:schemeClr val="tx1"/>
                </a:solidFill>
                <a:latin typeface="Arial" charset="0"/>
                <a:ea typeface="ＭＳ Ｐゴシック" charset="-128"/>
                <a:cs typeface="ＭＳ Ｐゴシック" charset="-128"/>
              </a:rPr>
              <a:t>The technique assumes that the two communicating parties share a common secret</a:t>
            </a:r>
          </a:p>
          <a:p>
            <a:r>
              <a:rPr lang="en-US" sz="1200" b="0" kern="1200" baseline="0" dirty="0" smtClean="0">
                <a:solidFill>
                  <a:schemeClr val="tx1"/>
                </a:solidFill>
                <a:latin typeface="Arial" charset="0"/>
                <a:ea typeface="ＭＳ Ｐゴシック" charset="-128"/>
                <a:cs typeface="ＭＳ Ｐゴシック" charset="-128"/>
              </a:rPr>
              <a:t>value S. A computes the hash value over the concatenation of M and S and</a:t>
            </a:r>
          </a:p>
          <a:p>
            <a:r>
              <a:rPr lang="en-US" sz="1200" b="0" kern="1200" baseline="0" dirty="0" smtClean="0">
                <a:solidFill>
                  <a:schemeClr val="tx1"/>
                </a:solidFill>
                <a:latin typeface="Arial" charset="0"/>
                <a:ea typeface="ＭＳ Ｐゴシック" charset="-128"/>
                <a:cs typeface="ＭＳ Ｐゴシック" charset="-128"/>
              </a:rPr>
              <a:t>appends the resulting hash value to M. Because B possesses S, it can recompute</a:t>
            </a:r>
          </a:p>
          <a:p>
            <a:r>
              <a:rPr lang="en-US" sz="1200" b="0" kern="1200" baseline="0" dirty="0" smtClean="0">
                <a:solidFill>
                  <a:schemeClr val="tx1"/>
                </a:solidFill>
                <a:latin typeface="Arial" charset="0"/>
                <a:ea typeface="ＭＳ Ｐゴシック" charset="-128"/>
                <a:cs typeface="ＭＳ Ｐゴシック" charset="-128"/>
              </a:rPr>
              <a:t>the hash value to verify. Because the secret value itself is not sent, an opponent</a:t>
            </a:r>
          </a:p>
          <a:p>
            <a:r>
              <a:rPr lang="en-US" sz="1200" b="0" kern="1200" baseline="0" dirty="0" smtClean="0">
                <a:solidFill>
                  <a:schemeClr val="tx1"/>
                </a:solidFill>
                <a:latin typeface="Arial" charset="0"/>
                <a:ea typeface="ＭＳ Ｐゴシック" charset="-128"/>
                <a:cs typeface="ＭＳ Ｐゴシック" charset="-128"/>
              </a:rPr>
              <a:t>cannot modify an intercepted message and cannot generate a false message.</a:t>
            </a:r>
          </a:p>
          <a:p>
            <a:endParaRPr lang="en-US" sz="1200" b="0" kern="1200" baseline="0" dirty="0" smtClean="0">
              <a:solidFill>
                <a:schemeClr val="tx1"/>
              </a:solidFill>
              <a:latin typeface="Arial" charset="0"/>
              <a:ea typeface="ＭＳ Ｐゴシック" charset="-128"/>
              <a:cs typeface="ＭＳ Ｐゴシック" charset="-128"/>
            </a:endParaRPr>
          </a:p>
          <a:p>
            <a:r>
              <a:rPr lang="en-US" sz="1200" b="0" kern="1200" baseline="0" dirty="0" smtClean="0">
                <a:solidFill>
                  <a:schemeClr val="tx1"/>
                </a:solidFill>
                <a:latin typeface="Arial" charset="0"/>
                <a:ea typeface="ＭＳ Ｐゴシック" charset="-128"/>
                <a:cs typeface="ＭＳ Ｐゴシック" charset="-128"/>
              </a:rPr>
              <a:t>d. Confidentiality can be added to the approach of method (c) by encrypting the</a:t>
            </a:r>
          </a:p>
          <a:p>
            <a:r>
              <a:rPr lang="en-US" sz="1200" b="0" kern="1200" baseline="0" dirty="0" smtClean="0">
                <a:solidFill>
                  <a:schemeClr val="tx1"/>
                </a:solidFill>
                <a:latin typeface="Arial" charset="0"/>
                <a:ea typeface="ＭＳ Ｐゴシック" charset="-128"/>
                <a:cs typeface="ＭＳ Ｐゴシック" charset="-128"/>
              </a:rPr>
              <a:t>entire message plus the hash code.</a:t>
            </a:r>
          </a:p>
          <a:p>
            <a:endParaRPr lang="en-US" sz="1200" b="0" kern="1200" baseline="0" dirty="0" smtClean="0">
              <a:solidFill>
                <a:schemeClr val="tx1"/>
              </a:solidFill>
              <a:latin typeface="Arial" charset="0"/>
              <a:ea typeface="ＭＳ Ｐゴシック" charset="-128"/>
              <a:cs typeface="ＭＳ Ｐゴシック" charset="-128"/>
            </a:endParaRPr>
          </a:p>
          <a:p>
            <a:r>
              <a:rPr lang="en-US" sz="1200" kern="1200" baseline="0" dirty="0" smtClean="0">
                <a:solidFill>
                  <a:schemeClr val="tx1"/>
                </a:solidFill>
                <a:latin typeface="Arial" charset="0"/>
                <a:ea typeface="ＭＳ Ｐゴシック" charset="-128"/>
                <a:cs typeface="ＭＳ Ｐゴシック" charset="-128"/>
              </a:rPr>
              <a:t>When confidentiality is not required, method (b) has an advantage over</a:t>
            </a:r>
          </a:p>
          <a:p>
            <a:r>
              <a:rPr lang="en-US" sz="1200" kern="1200" baseline="0" dirty="0" smtClean="0">
                <a:solidFill>
                  <a:schemeClr val="tx1"/>
                </a:solidFill>
                <a:latin typeface="Arial" charset="0"/>
                <a:ea typeface="ＭＳ Ｐゴシック" charset="-128"/>
                <a:cs typeface="ＭＳ Ｐゴシック" charset="-128"/>
              </a:rPr>
              <a:t>methods (a) and (d), which encrypts the entire message, in that less computation</a:t>
            </a:r>
          </a:p>
          <a:p>
            <a:r>
              <a:rPr lang="en-US" sz="1200" kern="1200" baseline="0" dirty="0" smtClean="0">
                <a:solidFill>
                  <a:schemeClr val="tx1"/>
                </a:solidFill>
                <a:latin typeface="Arial" charset="0"/>
                <a:ea typeface="ＭＳ Ｐゴシック" charset="-128"/>
                <a:cs typeface="ＭＳ Ｐゴシック" charset="-128"/>
              </a:rPr>
              <a:t>is required. Nevertheless, there has been growing interest in techniques that</a:t>
            </a:r>
          </a:p>
          <a:p>
            <a:r>
              <a:rPr lang="en-US" sz="1200" kern="1200" baseline="0" dirty="0" smtClean="0">
                <a:solidFill>
                  <a:schemeClr val="tx1"/>
                </a:solidFill>
                <a:latin typeface="Arial" charset="0"/>
                <a:ea typeface="ＭＳ Ｐゴシック" charset="-128"/>
                <a:cs typeface="ＭＳ Ｐゴシック" charset="-128"/>
              </a:rPr>
              <a:t>avoid encryption (Figure 11.3c). Several reasons for this interest are pointed out in</a:t>
            </a:r>
          </a:p>
          <a:p>
            <a:r>
              <a:rPr lang="en-US" sz="1200" kern="1200" baseline="0" dirty="0" smtClean="0">
                <a:solidFill>
                  <a:schemeClr val="tx1"/>
                </a:solidFill>
                <a:latin typeface="Arial" charset="0"/>
                <a:ea typeface="ＭＳ Ｐゴシック" charset="-128"/>
                <a:cs typeface="ＭＳ Ｐゴシック" charset="-128"/>
              </a:rPr>
              <a:t>[TSUD92].</a:t>
            </a:r>
          </a:p>
          <a:p>
            <a:endParaRPr lang="en-US" sz="1200" kern="1200" baseline="0" dirty="0" smtClean="0">
              <a:solidFill>
                <a:schemeClr val="tx1"/>
              </a:solidFill>
              <a:latin typeface="Arial" charset="0"/>
              <a:ea typeface="ＭＳ Ｐゴシック" charset="-128"/>
              <a:cs typeface="ＭＳ Ｐゴシック" charset="-128"/>
            </a:endParaRPr>
          </a:p>
          <a:p>
            <a:r>
              <a:rPr lang="en-US" sz="1200" kern="1200" baseline="0" dirty="0" smtClean="0">
                <a:solidFill>
                  <a:schemeClr val="tx1"/>
                </a:solidFill>
                <a:latin typeface="Arial" charset="0"/>
                <a:ea typeface="ＭＳ Ｐゴシック" charset="-128"/>
                <a:cs typeface="ＭＳ Ｐゴシック" charset="-128"/>
              </a:rPr>
              <a:t>•  Encryption software is relatively slow. Even though the amount of data to be</a:t>
            </a:r>
          </a:p>
          <a:p>
            <a:r>
              <a:rPr lang="en-US" sz="1200" kern="1200" baseline="0" dirty="0" smtClean="0">
                <a:solidFill>
                  <a:schemeClr val="tx1"/>
                </a:solidFill>
                <a:latin typeface="Arial" charset="0"/>
                <a:ea typeface="ＭＳ Ｐゴシック" charset="-128"/>
                <a:cs typeface="ＭＳ Ｐゴシック" charset="-128"/>
              </a:rPr>
              <a:t>encrypted per message is small, there may be a steady stream of messages into</a:t>
            </a:r>
          </a:p>
          <a:p>
            <a:r>
              <a:rPr lang="en-US" sz="1200" kern="1200" baseline="0" dirty="0" smtClean="0">
                <a:solidFill>
                  <a:schemeClr val="tx1"/>
                </a:solidFill>
                <a:latin typeface="Arial" charset="0"/>
                <a:ea typeface="ＭＳ Ｐゴシック" charset="-128"/>
                <a:cs typeface="ＭＳ Ｐゴシック" charset="-128"/>
              </a:rPr>
              <a:t>and out of a system.</a:t>
            </a:r>
          </a:p>
          <a:p>
            <a:endParaRPr lang="en-US" sz="1200" kern="1200" baseline="0" dirty="0" smtClean="0">
              <a:solidFill>
                <a:schemeClr val="tx1"/>
              </a:solidFill>
              <a:latin typeface="Arial" charset="0"/>
              <a:ea typeface="ＭＳ Ｐゴシック" charset="-128"/>
              <a:cs typeface="ＭＳ Ｐゴシック" charset="-128"/>
            </a:endParaRPr>
          </a:p>
          <a:p>
            <a:r>
              <a:rPr lang="en-US" sz="1200" kern="1200" baseline="0" dirty="0" smtClean="0">
                <a:solidFill>
                  <a:schemeClr val="tx1"/>
                </a:solidFill>
                <a:latin typeface="Arial" charset="0"/>
                <a:ea typeface="ＭＳ Ｐゴシック" charset="-128"/>
                <a:cs typeface="ＭＳ Ｐゴシック" charset="-128"/>
              </a:rPr>
              <a:t>•  Encryption hardware costs are not negligible. Low-cost chip implementations</a:t>
            </a:r>
          </a:p>
          <a:p>
            <a:r>
              <a:rPr lang="en-US" sz="1200" kern="1200" baseline="0" dirty="0" smtClean="0">
                <a:solidFill>
                  <a:schemeClr val="tx1"/>
                </a:solidFill>
                <a:latin typeface="Arial" charset="0"/>
                <a:ea typeface="ＭＳ Ｐゴシック" charset="-128"/>
                <a:cs typeface="ＭＳ Ｐゴシック" charset="-128"/>
              </a:rPr>
              <a:t>of DES are available, but the cost adds up if all nodes in a network must have</a:t>
            </a:r>
          </a:p>
          <a:p>
            <a:r>
              <a:rPr lang="en-US" sz="1200" kern="1200" baseline="0" dirty="0" smtClean="0">
                <a:solidFill>
                  <a:schemeClr val="tx1"/>
                </a:solidFill>
                <a:latin typeface="Arial" charset="0"/>
                <a:ea typeface="ＭＳ Ｐゴシック" charset="-128"/>
                <a:cs typeface="ＭＳ Ｐゴシック" charset="-128"/>
              </a:rPr>
              <a:t>this capability.</a:t>
            </a:r>
          </a:p>
          <a:p>
            <a:endParaRPr lang="en-US" sz="1200" kern="1200" baseline="0" dirty="0" smtClean="0">
              <a:solidFill>
                <a:schemeClr val="tx1"/>
              </a:solidFill>
              <a:latin typeface="Arial" charset="0"/>
              <a:ea typeface="ＭＳ Ｐゴシック" charset="-128"/>
              <a:cs typeface="ＭＳ Ｐゴシック" charset="-128"/>
            </a:endParaRPr>
          </a:p>
          <a:p>
            <a:r>
              <a:rPr lang="en-US" sz="1200" kern="1200" baseline="0" dirty="0" smtClean="0">
                <a:solidFill>
                  <a:schemeClr val="tx1"/>
                </a:solidFill>
                <a:latin typeface="Arial" charset="0"/>
                <a:ea typeface="ＭＳ Ｐゴシック" charset="-128"/>
                <a:cs typeface="ＭＳ Ｐゴシック" charset="-128"/>
              </a:rPr>
              <a:t>•  Encryption hardware is optimized toward large data sizes. For small blocks</a:t>
            </a:r>
          </a:p>
          <a:p>
            <a:r>
              <a:rPr lang="en-US" sz="1200" kern="1200" baseline="0" dirty="0" smtClean="0">
                <a:solidFill>
                  <a:schemeClr val="tx1"/>
                </a:solidFill>
                <a:latin typeface="Arial" charset="0"/>
                <a:ea typeface="ＭＳ Ｐゴシック" charset="-128"/>
                <a:cs typeface="ＭＳ Ｐゴシック" charset="-128"/>
              </a:rPr>
              <a:t>of data, a high proportion of the time is spent in initialization/invocation</a:t>
            </a:r>
          </a:p>
          <a:p>
            <a:r>
              <a:rPr lang="en-US" sz="1200" kern="1200" baseline="0" dirty="0" smtClean="0">
                <a:solidFill>
                  <a:schemeClr val="tx1"/>
                </a:solidFill>
                <a:latin typeface="Arial" charset="0"/>
                <a:ea typeface="ＭＳ Ｐゴシック" charset="-128"/>
                <a:cs typeface="ＭＳ Ｐゴシック" charset="-128"/>
              </a:rPr>
              <a:t>overhead.</a:t>
            </a:r>
          </a:p>
          <a:p>
            <a:endParaRPr lang="en-US" sz="1200" kern="1200" baseline="0" dirty="0" smtClean="0">
              <a:solidFill>
                <a:schemeClr val="tx1"/>
              </a:solidFill>
              <a:latin typeface="Arial" charset="0"/>
              <a:ea typeface="ＭＳ Ｐゴシック" charset="-128"/>
              <a:cs typeface="ＭＳ Ｐゴシック" charset="-128"/>
            </a:endParaRPr>
          </a:p>
          <a:p>
            <a:r>
              <a:rPr lang="en-US" sz="1200" kern="1200" baseline="0" dirty="0" smtClean="0">
                <a:solidFill>
                  <a:schemeClr val="tx1"/>
                </a:solidFill>
                <a:latin typeface="Arial" charset="0"/>
                <a:ea typeface="ＭＳ Ｐゴシック" charset="-128"/>
                <a:cs typeface="ＭＳ Ｐゴシック" charset="-128"/>
              </a:rPr>
              <a:t>•  Encryption algorithms may be covered by patents, and there is a cost associated</a:t>
            </a:r>
          </a:p>
          <a:p>
            <a:r>
              <a:rPr lang="en-US" sz="1200" kern="1200" baseline="0" dirty="0" smtClean="0">
                <a:solidFill>
                  <a:schemeClr val="tx1"/>
                </a:solidFill>
                <a:latin typeface="Arial" charset="0"/>
                <a:ea typeface="ＭＳ Ｐゴシック" charset="-128"/>
                <a:cs typeface="ＭＳ Ｐゴシック" charset="-128"/>
              </a:rPr>
              <a:t>with licensing their use.</a:t>
            </a:r>
            <a:endParaRPr lang="en-US" b="0" dirty="0">
              <a:latin typeface="Arial" pitchFamily="-84" charset="0"/>
              <a:ea typeface="ＭＳ Ｐゴシック" pitchFamily="-84" charset="-128"/>
              <a:cs typeface="ＭＳ Ｐゴシック" pitchFamily="-84" charset="-128"/>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92500"/>
          </a:bodyPr>
          <a:lstStyle/>
          <a:p>
            <a:r>
              <a:rPr lang="en-US" sz="1200" b="0" kern="1200" baseline="0" dirty="0" smtClean="0">
                <a:solidFill>
                  <a:schemeClr val="tx1"/>
                </a:solidFill>
                <a:latin typeface="Arial" charset="0"/>
                <a:ea typeface="ＭＳ Ｐゴシック" charset="-128"/>
                <a:cs typeface="ＭＳ Ｐゴシック" charset="-128"/>
              </a:rPr>
              <a:t> More commonly, message authentication is achieved using a message authentication</a:t>
            </a:r>
          </a:p>
          <a:p>
            <a:r>
              <a:rPr lang="en-US" sz="1200" b="0" kern="1200" baseline="0" dirty="0" smtClean="0">
                <a:solidFill>
                  <a:schemeClr val="tx1"/>
                </a:solidFill>
                <a:latin typeface="Arial" charset="0"/>
                <a:ea typeface="ＭＳ Ｐゴシック" charset="-128"/>
                <a:cs typeface="ＭＳ Ｐゴシック" charset="-128"/>
              </a:rPr>
              <a:t>code  (MAC ), also known as a keyed hash function . Typically, MACs are</a:t>
            </a:r>
          </a:p>
          <a:p>
            <a:r>
              <a:rPr lang="en-US" sz="1200" b="0" kern="1200" baseline="0" dirty="0" smtClean="0">
                <a:solidFill>
                  <a:schemeClr val="tx1"/>
                </a:solidFill>
                <a:latin typeface="Arial" charset="0"/>
                <a:ea typeface="ＭＳ Ｐゴシック" charset="-128"/>
                <a:cs typeface="ＭＳ Ｐゴシック" charset="-128"/>
              </a:rPr>
              <a:t>used between two parties that share a secret key to authenticate information exchanged</a:t>
            </a:r>
          </a:p>
          <a:p>
            <a:r>
              <a:rPr lang="en-US" sz="1200" b="0" kern="1200" baseline="0" dirty="0" smtClean="0">
                <a:solidFill>
                  <a:schemeClr val="tx1"/>
                </a:solidFill>
                <a:latin typeface="Arial" charset="0"/>
                <a:ea typeface="ＭＳ Ｐゴシック" charset="-128"/>
                <a:cs typeface="ＭＳ Ｐゴシック" charset="-128"/>
              </a:rPr>
              <a:t>between those parties. A MAC function takes as input a secret key and a</a:t>
            </a:r>
          </a:p>
          <a:p>
            <a:r>
              <a:rPr lang="en-US" sz="1200" b="0" kern="1200" baseline="0" dirty="0" smtClean="0">
                <a:solidFill>
                  <a:schemeClr val="tx1"/>
                </a:solidFill>
                <a:latin typeface="Arial" charset="0"/>
                <a:ea typeface="ＭＳ Ｐゴシック" charset="-128"/>
                <a:cs typeface="ＭＳ Ｐゴシック" charset="-128"/>
              </a:rPr>
              <a:t>data block and produces a hash value, referred to as the MAC, which is associated</a:t>
            </a:r>
          </a:p>
          <a:p>
            <a:r>
              <a:rPr lang="en-US" sz="1200" b="0" kern="1200" baseline="0" dirty="0" smtClean="0">
                <a:solidFill>
                  <a:schemeClr val="tx1"/>
                </a:solidFill>
                <a:latin typeface="Arial" charset="0"/>
                <a:ea typeface="ＭＳ Ｐゴシック" charset="-128"/>
                <a:cs typeface="ＭＳ Ｐゴシック" charset="-128"/>
              </a:rPr>
              <a:t>with the protected message. If the integrity of the message needs to be checked, the</a:t>
            </a:r>
          </a:p>
          <a:p>
            <a:r>
              <a:rPr lang="en-US" sz="1200" b="0" kern="1200" baseline="0" dirty="0" smtClean="0">
                <a:solidFill>
                  <a:schemeClr val="tx1"/>
                </a:solidFill>
                <a:latin typeface="Arial" charset="0"/>
                <a:ea typeface="ＭＳ Ｐゴシック" charset="-128"/>
                <a:cs typeface="ＭＳ Ｐゴシック" charset="-128"/>
              </a:rPr>
              <a:t>MAC function can be applied to the message and the result compared with the associated</a:t>
            </a:r>
          </a:p>
          <a:p>
            <a:r>
              <a:rPr lang="en-US" sz="1200" b="0" kern="1200" baseline="0" dirty="0" smtClean="0">
                <a:solidFill>
                  <a:schemeClr val="tx1"/>
                </a:solidFill>
                <a:latin typeface="Arial" charset="0"/>
                <a:ea typeface="ＭＳ Ｐゴシック" charset="-128"/>
                <a:cs typeface="ＭＳ Ｐゴシック" charset="-128"/>
              </a:rPr>
              <a:t>MAC value. An attacker who alters the message will be unable to alter the</a:t>
            </a:r>
          </a:p>
          <a:p>
            <a:r>
              <a:rPr lang="en-US" sz="1200" b="0" kern="1200" baseline="0" dirty="0" smtClean="0">
                <a:solidFill>
                  <a:schemeClr val="tx1"/>
                </a:solidFill>
                <a:latin typeface="Arial" charset="0"/>
                <a:ea typeface="ＭＳ Ｐゴシック" charset="-128"/>
                <a:cs typeface="ＭＳ Ｐゴシック" charset="-128"/>
              </a:rPr>
              <a:t>associated MAC value without knowledge of the secret key. Note that the verifying</a:t>
            </a:r>
          </a:p>
          <a:p>
            <a:r>
              <a:rPr lang="en-US" sz="1200" b="0" kern="1200" baseline="0" dirty="0" smtClean="0">
                <a:solidFill>
                  <a:schemeClr val="tx1"/>
                </a:solidFill>
                <a:latin typeface="Arial" charset="0"/>
                <a:ea typeface="ＭＳ Ｐゴシック" charset="-128"/>
                <a:cs typeface="ＭＳ Ｐゴシック" charset="-128"/>
              </a:rPr>
              <a:t>party also knows who the sending party is because no one else knows the secret key.</a:t>
            </a:r>
          </a:p>
          <a:p>
            <a:endParaRPr lang="en-US" sz="1200" b="0" kern="1200" baseline="0" dirty="0" smtClean="0">
              <a:solidFill>
                <a:schemeClr val="tx1"/>
              </a:solidFill>
              <a:latin typeface="Arial" charset="0"/>
              <a:ea typeface="ＭＳ Ｐゴシック" charset="-128"/>
              <a:cs typeface="ＭＳ Ｐゴシック" charset="-128"/>
            </a:endParaRPr>
          </a:p>
          <a:p>
            <a:r>
              <a:rPr lang="en-US" sz="1200" b="0" kern="1200" baseline="0" dirty="0" smtClean="0">
                <a:solidFill>
                  <a:schemeClr val="tx1"/>
                </a:solidFill>
                <a:latin typeface="Arial" charset="0"/>
                <a:ea typeface="ＭＳ Ｐゴシック" charset="-128"/>
                <a:cs typeface="ＭＳ Ｐゴシック" charset="-128"/>
              </a:rPr>
              <a:t>Note that the combination of hashing and encryption results in an overall</a:t>
            </a:r>
          </a:p>
          <a:p>
            <a:r>
              <a:rPr lang="en-US" sz="1200" b="0" kern="1200" baseline="0" dirty="0" smtClean="0">
                <a:solidFill>
                  <a:schemeClr val="tx1"/>
                </a:solidFill>
                <a:latin typeface="Arial" charset="0"/>
                <a:ea typeface="ＭＳ Ｐゴシック" charset="-128"/>
                <a:cs typeface="ＭＳ Ｐゴシック" charset="-128"/>
              </a:rPr>
              <a:t>function that is, in fact, a MAC (Figure 11.3b). That is, E(K , H(M )) is a function of</a:t>
            </a:r>
          </a:p>
          <a:p>
            <a:r>
              <a:rPr lang="en-US" sz="1200" b="0" kern="1200" baseline="0" dirty="0" smtClean="0">
                <a:solidFill>
                  <a:schemeClr val="tx1"/>
                </a:solidFill>
                <a:latin typeface="Arial" charset="0"/>
                <a:ea typeface="ＭＳ Ｐゴシック" charset="-128"/>
                <a:cs typeface="ＭＳ Ｐゴシック" charset="-128"/>
              </a:rPr>
              <a:t>a variable-length message M  and a secret key K , and it produces a fixed-size output</a:t>
            </a:r>
          </a:p>
          <a:p>
            <a:r>
              <a:rPr lang="en-US" sz="1200" kern="1200" baseline="0" dirty="0" smtClean="0">
                <a:solidFill>
                  <a:schemeClr val="tx1"/>
                </a:solidFill>
                <a:latin typeface="Arial" charset="0"/>
                <a:ea typeface="ＭＳ Ｐゴシック" charset="-128"/>
                <a:cs typeface="ＭＳ Ｐゴシック" charset="-128"/>
              </a:rPr>
              <a:t> that is secure against an opponent who does not know the secret key. In practice,</a:t>
            </a:r>
          </a:p>
          <a:p>
            <a:r>
              <a:rPr lang="en-US" sz="1200" kern="1200" baseline="0" dirty="0" smtClean="0">
                <a:solidFill>
                  <a:schemeClr val="tx1"/>
                </a:solidFill>
                <a:latin typeface="Arial" charset="0"/>
                <a:ea typeface="ＭＳ Ｐゴシック" charset="-128"/>
                <a:cs typeface="ＭＳ Ｐゴシック" charset="-128"/>
              </a:rPr>
              <a:t>specific MAC algorithms are designed that are generally more efficient than an encryption</a:t>
            </a:r>
          </a:p>
          <a:p>
            <a:r>
              <a:rPr lang="en-US" sz="1200" kern="1200" baseline="0" dirty="0" smtClean="0">
                <a:solidFill>
                  <a:schemeClr val="tx1"/>
                </a:solidFill>
                <a:latin typeface="Arial" charset="0"/>
                <a:ea typeface="ＭＳ Ｐゴシック" charset="-128"/>
                <a:cs typeface="ＭＳ Ｐゴシック" charset="-128"/>
              </a:rPr>
              <a:t>algorithm.</a:t>
            </a:r>
            <a:endParaRPr lang="en-US" b="0" dirty="0"/>
          </a:p>
        </p:txBody>
      </p:sp>
      <p:sp>
        <p:nvSpPr>
          <p:cNvPr id="4" name="Slide Number Placeholder 3"/>
          <p:cNvSpPr>
            <a:spLocks noGrp="1"/>
          </p:cNvSpPr>
          <p:nvPr>
            <p:ph type="sldNum" sz="quarter" idx="10"/>
          </p:nvPr>
        </p:nvSpPr>
        <p:spPr/>
        <p:txBody>
          <a:bodyPr/>
          <a:lstStyle/>
          <a:p>
            <a:pPr>
              <a:defRPr/>
            </a:pPr>
            <a:fld id="{E83E65D8-9B49-EC43-BBB1-0F187E663737}" type="slidenum">
              <a:rPr lang="en-AU" smtClean="0"/>
              <a:pPr>
                <a:defRPr/>
              </a:pPr>
              <a:t>7</a:t>
            </a:fld>
            <a:endParaRPr lang="en-AU" dirty="0"/>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b="0" kern="1200" baseline="0" dirty="0" smtClean="0">
                <a:solidFill>
                  <a:schemeClr val="tx1"/>
                </a:solidFill>
                <a:latin typeface="Arial" charset="0"/>
                <a:ea typeface="ＭＳ Ｐゴシック" charset="-128"/>
                <a:cs typeface="ＭＳ Ｐゴシック" charset="-128"/>
              </a:rPr>
              <a:t>Another important application, which is similar to the message authentication</a:t>
            </a:r>
          </a:p>
          <a:p>
            <a:r>
              <a:rPr lang="en-US" sz="1200" b="0" kern="1200" baseline="0" dirty="0" smtClean="0">
                <a:solidFill>
                  <a:schemeClr val="tx1"/>
                </a:solidFill>
                <a:latin typeface="Arial" charset="0"/>
                <a:ea typeface="ＭＳ Ｐゴシック" charset="-128"/>
                <a:cs typeface="ＭＳ Ｐゴシック" charset="-128"/>
              </a:rPr>
              <a:t>Application, is the digital signature . The operation of the digital signature is similar</a:t>
            </a:r>
          </a:p>
          <a:p>
            <a:r>
              <a:rPr lang="en-US" sz="1200" b="0" kern="1200" baseline="0" dirty="0" smtClean="0">
                <a:solidFill>
                  <a:schemeClr val="tx1"/>
                </a:solidFill>
                <a:latin typeface="Arial" charset="0"/>
                <a:ea typeface="ＭＳ Ｐゴシック" charset="-128"/>
                <a:cs typeface="ＭＳ Ｐゴシック" charset="-128"/>
              </a:rPr>
              <a:t>to that of the MAC. In the case of the digital signature, the hash value of a message</a:t>
            </a:r>
          </a:p>
          <a:p>
            <a:r>
              <a:rPr lang="en-US" sz="1200" b="0" kern="1200" baseline="0" dirty="0" smtClean="0">
                <a:solidFill>
                  <a:schemeClr val="tx1"/>
                </a:solidFill>
                <a:latin typeface="Arial" charset="0"/>
                <a:ea typeface="ＭＳ Ｐゴシック" charset="-128"/>
                <a:cs typeface="ＭＳ Ｐゴシック" charset="-128"/>
              </a:rPr>
              <a:t>is encrypted with a user’s private key. Anyone who knows the user’s public key</a:t>
            </a:r>
          </a:p>
          <a:p>
            <a:r>
              <a:rPr lang="en-US" sz="1200" b="0" kern="1200" baseline="0" dirty="0" smtClean="0">
                <a:solidFill>
                  <a:schemeClr val="tx1"/>
                </a:solidFill>
                <a:latin typeface="Arial" charset="0"/>
                <a:ea typeface="ＭＳ Ｐゴシック" charset="-128"/>
                <a:cs typeface="ＭＳ Ｐゴシック" charset="-128"/>
              </a:rPr>
              <a:t>can verify the integrity of the message that is associated with the digital signature.</a:t>
            </a:r>
          </a:p>
          <a:p>
            <a:r>
              <a:rPr lang="en-US" sz="1200" b="0" kern="1200" baseline="0" dirty="0" smtClean="0">
                <a:solidFill>
                  <a:schemeClr val="tx1"/>
                </a:solidFill>
                <a:latin typeface="Arial" charset="0"/>
                <a:ea typeface="ＭＳ Ｐゴシック" charset="-128"/>
                <a:cs typeface="ＭＳ Ｐゴシック" charset="-128"/>
              </a:rPr>
              <a:t>In this case, an attacker who wishes to alter the message would need to know the</a:t>
            </a:r>
          </a:p>
          <a:p>
            <a:r>
              <a:rPr lang="en-US" sz="1200" b="0" kern="1200" baseline="0" dirty="0" smtClean="0">
                <a:solidFill>
                  <a:schemeClr val="tx1"/>
                </a:solidFill>
                <a:latin typeface="Arial" charset="0"/>
                <a:ea typeface="ＭＳ Ｐゴシック" charset="-128"/>
                <a:cs typeface="ＭＳ Ｐゴシック" charset="-128"/>
              </a:rPr>
              <a:t>user’s private key. As we shall see in Chapter 14, the implications of digital signatures</a:t>
            </a:r>
          </a:p>
          <a:p>
            <a:r>
              <a:rPr lang="en-US" sz="1200" b="0" kern="1200" baseline="0" dirty="0" smtClean="0">
                <a:solidFill>
                  <a:schemeClr val="tx1"/>
                </a:solidFill>
                <a:latin typeface="Arial" charset="0"/>
                <a:ea typeface="ＭＳ Ｐゴシック" charset="-128"/>
                <a:cs typeface="ＭＳ Ｐゴシック" charset="-128"/>
              </a:rPr>
              <a:t>go beyond just message authentication.</a:t>
            </a:r>
            <a:endParaRPr lang="en-US" b="0" dirty="0"/>
          </a:p>
        </p:txBody>
      </p:sp>
      <p:sp>
        <p:nvSpPr>
          <p:cNvPr id="4" name="Slide Number Placeholder 3"/>
          <p:cNvSpPr>
            <a:spLocks noGrp="1"/>
          </p:cNvSpPr>
          <p:nvPr>
            <p:ph type="sldNum" sz="quarter" idx="10"/>
          </p:nvPr>
        </p:nvSpPr>
        <p:spPr/>
        <p:txBody>
          <a:bodyPr/>
          <a:lstStyle/>
          <a:p>
            <a:pPr>
              <a:defRPr/>
            </a:pPr>
            <a:fld id="{E83E65D8-9B49-EC43-BBB1-0F187E663737}" type="slidenum">
              <a:rPr lang="en-AU" smtClean="0"/>
              <a:pPr>
                <a:defRPr/>
              </a:pPr>
              <a:t>8</a:t>
            </a:fld>
            <a:endParaRPr lang="en-AU" dirty="0"/>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kern="1200" baseline="0" dirty="0" smtClean="0">
                <a:solidFill>
                  <a:schemeClr val="tx1"/>
                </a:solidFill>
                <a:latin typeface="Arial" charset="0"/>
                <a:ea typeface="ＭＳ Ｐゴシック" charset="-128"/>
                <a:cs typeface="ＭＳ Ｐゴシック" charset="-128"/>
              </a:rPr>
              <a:t>Figure 11.4 illustrates, in a simplified fashion, how a hash code is used to provide</a:t>
            </a:r>
          </a:p>
          <a:p>
            <a:r>
              <a:rPr lang="en-US" sz="1200" kern="1200" baseline="0" dirty="0" smtClean="0">
                <a:solidFill>
                  <a:schemeClr val="tx1"/>
                </a:solidFill>
                <a:latin typeface="Arial" charset="0"/>
                <a:ea typeface="ＭＳ Ｐゴシック" charset="-128"/>
                <a:cs typeface="ＭＳ Ｐゴシック" charset="-128"/>
              </a:rPr>
              <a:t>a digital signature.</a:t>
            </a:r>
          </a:p>
          <a:p>
            <a:endParaRPr lang="en-US" sz="1200" kern="1200" baseline="0" dirty="0" smtClean="0">
              <a:solidFill>
                <a:schemeClr val="tx1"/>
              </a:solidFill>
              <a:latin typeface="Arial" charset="0"/>
              <a:ea typeface="ＭＳ Ｐゴシック" charset="-128"/>
              <a:cs typeface="ＭＳ Ｐゴシック" charset="-128"/>
            </a:endParaRPr>
          </a:p>
          <a:p>
            <a:r>
              <a:rPr lang="en-US" sz="1200" kern="1200" baseline="0" dirty="0" smtClean="0">
                <a:solidFill>
                  <a:schemeClr val="tx1"/>
                </a:solidFill>
                <a:latin typeface="Arial" charset="0"/>
                <a:ea typeface="ＭＳ Ｐゴシック" charset="-128"/>
                <a:cs typeface="ＭＳ Ｐゴシック" charset="-128"/>
              </a:rPr>
              <a:t>a.  The hash code is encrypted, using public-key encryption with the sender’s private</a:t>
            </a:r>
          </a:p>
          <a:p>
            <a:r>
              <a:rPr lang="en-US" sz="1200" kern="1200" baseline="0" dirty="0" smtClean="0">
                <a:solidFill>
                  <a:schemeClr val="tx1"/>
                </a:solidFill>
                <a:latin typeface="Arial" charset="0"/>
                <a:ea typeface="ＭＳ Ｐゴシック" charset="-128"/>
                <a:cs typeface="ＭＳ Ｐゴシック" charset="-128"/>
              </a:rPr>
              <a:t>key. As with Figure 11.3b, this provides authentication. It also provides a</a:t>
            </a:r>
          </a:p>
          <a:p>
            <a:r>
              <a:rPr lang="en-US" sz="1200" kern="1200" baseline="0" dirty="0" smtClean="0">
                <a:solidFill>
                  <a:schemeClr val="tx1"/>
                </a:solidFill>
                <a:latin typeface="Arial" charset="0"/>
                <a:ea typeface="ＭＳ Ｐゴシック" charset="-128"/>
                <a:cs typeface="ＭＳ Ｐゴシック" charset="-128"/>
              </a:rPr>
              <a:t>digital signature, because only the sender could have produced the encrypted</a:t>
            </a:r>
          </a:p>
          <a:p>
            <a:r>
              <a:rPr lang="en-US" sz="1200" kern="1200" baseline="0" dirty="0" smtClean="0">
                <a:solidFill>
                  <a:schemeClr val="tx1"/>
                </a:solidFill>
                <a:latin typeface="Arial" charset="0"/>
                <a:ea typeface="ＭＳ Ｐゴシック" charset="-128"/>
                <a:cs typeface="ＭＳ Ｐゴシック" charset="-128"/>
              </a:rPr>
              <a:t>hash code. In fact, this is the essence of the digital signature technique.</a:t>
            </a:r>
          </a:p>
          <a:p>
            <a:endParaRPr lang="en-US" sz="1200" kern="1200" baseline="0" dirty="0" smtClean="0">
              <a:solidFill>
                <a:schemeClr val="tx1"/>
              </a:solidFill>
              <a:latin typeface="Arial" charset="0"/>
              <a:ea typeface="ＭＳ Ｐゴシック" charset="-128"/>
              <a:cs typeface="ＭＳ Ｐゴシック" charset="-128"/>
            </a:endParaRPr>
          </a:p>
          <a:p>
            <a:r>
              <a:rPr lang="en-US" sz="1200" kern="1200" baseline="0" dirty="0" smtClean="0">
                <a:solidFill>
                  <a:schemeClr val="tx1"/>
                </a:solidFill>
                <a:latin typeface="Arial" charset="0"/>
                <a:ea typeface="ＭＳ Ｐゴシック" charset="-128"/>
                <a:cs typeface="ＭＳ Ｐゴシック" charset="-128"/>
              </a:rPr>
              <a:t>b.  If confidentiality as well as a digital signature is desired, then the message</a:t>
            </a:r>
          </a:p>
          <a:p>
            <a:r>
              <a:rPr lang="en-US" sz="1200" kern="1200" baseline="0" dirty="0" smtClean="0">
                <a:solidFill>
                  <a:schemeClr val="tx1"/>
                </a:solidFill>
                <a:latin typeface="Arial" charset="0"/>
                <a:ea typeface="ＭＳ Ｐゴシック" charset="-128"/>
                <a:cs typeface="ＭＳ Ｐゴシック" charset="-128"/>
              </a:rPr>
              <a:t>plus the private-key-encrypted hash code can be encrypted using a symmetric</a:t>
            </a:r>
          </a:p>
          <a:p>
            <a:r>
              <a:rPr lang="en-US" sz="1200" kern="1200" baseline="0" dirty="0" smtClean="0">
                <a:solidFill>
                  <a:schemeClr val="tx1"/>
                </a:solidFill>
                <a:latin typeface="Arial" charset="0"/>
                <a:ea typeface="ＭＳ Ｐゴシック" charset="-128"/>
                <a:cs typeface="ＭＳ Ｐゴシック" charset="-128"/>
              </a:rPr>
              <a:t>secret key. This is a common technique.</a:t>
            </a:r>
            <a:endParaRPr lang="en-US" dirty="0"/>
          </a:p>
        </p:txBody>
      </p:sp>
      <p:sp>
        <p:nvSpPr>
          <p:cNvPr id="4" name="Slide Number Placeholder 3"/>
          <p:cNvSpPr>
            <a:spLocks noGrp="1"/>
          </p:cNvSpPr>
          <p:nvPr>
            <p:ph type="sldNum" sz="quarter" idx="10"/>
          </p:nvPr>
        </p:nvSpPr>
        <p:spPr/>
        <p:txBody>
          <a:bodyPr/>
          <a:lstStyle/>
          <a:p>
            <a:pPr>
              <a:defRPr/>
            </a:pPr>
            <a:fld id="{E83E65D8-9B49-EC43-BBB1-0F187E663737}" type="slidenum">
              <a:rPr lang="en-AU" smtClean="0"/>
              <a:pPr>
                <a:defRPr/>
              </a:pPr>
              <a:t>9</a:t>
            </a:fld>
            <a:endParaRPr lang="en-AU" dirty="0"/>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7650" name="Slide Image Placeholder 1"/>
          <p:cNvSpPr>
            <a:spLocks noGrp="1" noRot="1" noChangeAspect="1"/>
          </p:cNvSpPr>
          <p:nvPr>
            <p:ph type="sldImg"/>
          </p:nvPr>
        </p:nvSpPr>
        <p:spPr>
          <a:ln/>
        </p:spPr>
      </p:sp>
      <p:sp>
        <p:nvSpPr>
          <p:cNvPr id="27651" name="Notes Placeholder 2"/>
          <p:cNvSpPr>
            <a:spLocks noGrp="1"/>
          </p:cNvSpPr>
          <p:nvPr>
            <p:ph type="body" idx="1"/>
          </p:nvPr>
        </p:nvSpPr>
        <p:spPr>
          <a:noFill/>
          <a:ln/>
        </p:spPr>
        <p:txBody>
          <a:bodyPr/>
          <a:lstStyle/>
          <a:p>
            <a:r>
              <a:rPr lang="en-US" sz="1200" kern="1200" baseline="0" dirty="0" smtClean="0">
                <a:solidFill>
                  <a:schemeClr val="tx1"/>
                </a:solidFill>
                <a:latin typeface="Arial" charset="0"/>
                <a:ea typeface="ＭＳ Ｐゴシック" charset="-128"/>
                <a:cs typeface="ＭＳ Ｐゴシック" charset="-128"/>
              </a:rPr>
              <a:t>Hash functions are commonly used to create a one-way password file . Chapter 21</a:t>
            </a:r>
          </a:p>
          <a:p>
            <a:r>
              <a:rPr lang="en-US" sz="1200" kern="1200" baseline="0" dirty="0" smtClean="0">
                <a:solidFill>
                  <a:schemeClr val="tx1"/>
                </a:solidFill>
                <a:latin typeface="Arial" charset="0"/>
                <a:ea typeface="ＭＳ Ｐゴシック" charset="-128"/>
                <a:cs typeface="ＭＳ Ｐゴシック" charset="-128"/>
              </a:rPr>
              <a:t>explains a scheme in which a hash of a password is stored by an operating system</a:t>
            </a:r>
          </a:p>
          <a:p>
            <a:r>
              <a:rPr lang="en-US" sz="1200" kern="1200" baseline="0" dirty="0" smtClean="0">
                <a:solidFill>
                  <a:schemeClr val="tx1"/>
                </a:solidFill>
                <a:latin typeface="Arial" charset="0"/>
                <a:ea typeface="ＭＳ Ｐゴシック" charset="-128"/>
                <a:cs typeface="ＭＳ Ｐゴシック" charset="-128"/>
              </a:rPr>
              <a:t>rather than the password itself. Thus, the actual password is not retrievable by</a:t>
            </a:r>
          </a:p>
          <a:p>
            <a:r>
              <a:rPr lang="en-US" sz="1200" kern="1200" baseline="0" dirty="0" smtClean="0">
                <a:solidFill>
                  <a:schemeClr val="tx1"/>
                </a:solidFill>
                <a:latin typeface="Arial" charset="0"/>
                <a:ea typeface="ＭＳ Ｐゴシック" charset="-128"/>
                <a:cs typeface="ＭＳ Ｐゴシック" charset="-128"/>
              </a:rPr>
              <a:t>a hacker who gains access to the password file. In simple terms, when a user enters</a:t>
            </a:r>
          </a:p>
          <a:p>
            <a:r>
              <a:rPr lang="en-US" sz="1200" kern="1200" baseline="0" dirty="0" smtClean="0">
                <a:solidFill>
                  <a:schemeClr val="tx1"/>
                </a:solidFill>
                <a:latin typeface="Arial" charset="0"/>
                <a:ea typeface="ＭＳ Ｐゴシック" charset="-128"/>
                <a:cs typeface="ＭＳ Ｐゴシック" charset="-128"/>
              </a:rPr>
              <a:t>a password, the hash of that password is compared to the stored hash value</a:t>
            </a:r>
          </a:p>
          <a:p>
            <a:r>
              <a:rPr lang="en-US" sz="1200" kern="1200" baseline="0" dirty="0" smtClean="0">
                <a:solidFill>
                  <a:schemeClr val="tx1"/>
                </a:solidFill>
                <a:latin typeface="Arial" charset="0"/>
                <a:ea typeface="ＭＳ Ｐゴシック" charset="-128"/>
                <a:cs typeface="ＭＳ Ｐゴシック" charset="-128"/>
              </a:rPr>
              <a:t>for verification. This approach to password protection is used by most operating</a:t>
            </a:r>
          </a:p>
          <a:p>
            <a:r>
              <a:rPr lang="en-US" sz="1200" kern="1200" baseline="0" dirty="0" smtClean="0">
                <a:solidFill>
                  <a:schemeClr val="tx1"/>
                </a:solidFill>
                <a:latin typeface="Arial" charset="0"/>
                <a:ea typeface="ＭＳ Ｐゴシック" charset="-128"/>
                <a:cs typeface="ＭＳ Ｐゴシック" charset="-128"/>
              </a:rPr>
              <a:t>systems.</a:t>
            </a:r>
          </a:p>
          <a:p>
            <a:endParaRPr lang="en-US" sz="1200" kern="1200" baseline="0" dirty="0" smtClean="0">
              <a:solidFill>
                <a:schemeClr val="tx1"/>
              </a:solidFill>
              <a:latin typeface="Arial" charset="0"/>
              <a:ea typeface="ＭＳ Ｐゴシック" charset="-128"/>
              <a:cs typeface="ＭＳ Ｐゴシック" charset="-128"/>
            </a:endParaRPr>
          </a:p>
          <a:p>
            <a:r>
              <a:rPr lang="en-US" sz="1200" kern="1200" baseline="0" dirty="0" smtClean="0">
                <a:solidFill>
                  <a:schemeClr val="tx1"/>
                </a:solidFill>
                <a:latin typeface="Arial" charset="0"/>
                <a:ea typeface="ＭＳ Ｐゴシック" charset="-128"/>
                <a:cs typeface="ＭＳ Ｐゴシック" charset="-128"/>
              </a:rPr>
              <a:t>Hash functions can be used for intrusion detection  and virus detection . Store</a:t>
            </a:r>
          </a:p>
          <a:p>
            <a:r>
              <a:rPr lang="en-US" sz="1200" kern="1200" baseline="0" dirty="0" smtClean="0">
                <a:solidFill>
                  <a:schemeClr val="tx1"/>
                </a:solidFill>
                <a:latin typeface="Arial" charset="0"/>
                <a:ea typeface="ＭＳ Ｐゴシック" charset="-128"/>
                <a:cs typeface="ＭＳ Ｐゴシック" charset="-128"/>
              </a:rPr>
              <a:t>H(F) for each file on a system and secure the hash values (e.g., on a CD-R that is</a:t>
            </a:r>
          </a:p>
          <a:p>
            <a:r>
              <a:rPr lang="en-US" sz="1200" kern="1200" baseline="0" dirty="0" smtClean="0">
                <a:solidFill>
                  <a:schemeClr val="tx1"/>
                </a:solidFill>
                <a:latin typeface="Arial" charset="0"/>
                <a:ea typeface="ＭＳ Ｐゴシック" charset="-128"/>
                <a:cs typeface="ＭＳ Ｐゴシック" charset="-128"/>
              </a:rPr>
              <a:t>kept secure). One can later determine if a file has been modified by recomputing</a:t>
            </a:r>
          </a:p>
          <a:p>
            <a:r>
              <a:rPr lang="en-US" sz="1200" kern="1200" baseline="0" dirty="0" smtClean="0">
                <a:solidFill>
                  <a:schemeClr val="tx1"/>
                </a:solidFill>
                <a:latin typeface="Arial" charset="0"/>
                <a:ea typeface="ＭＳ Ｐゴシック" charset="-128"/>
                <a:cs typeface="ＭＳ Ｐゴシック" charset="-128"/>
              </a:rPr>
              <a:t>H(F). An intruder would need to change F without changing H(F).</a:t>
            </a:r>
          </a:p>
          <a:p>
            <a:endParaRPr lang="en-US" sz="1200" kern="1200" baseline="0" dirty="0" smtClean="0">
              <a:solidFill>
                <a:schemeClr val="tx1"/>
              </a:solidFill>
              <a:latin typeface="Arial" charset="0"/>
              <a:ea typeface="ＭＳ Ｐゴシック" charset="-128"/>
              <a:cs typeface="ＭＳ Ｐゴシック" charset="-128"/>
            </a:endParaRPr>
          </a:p>
          <a:p>
            <a:r>
              <a:rPr lang="en-US" sz="1200" kern="1200" baseline="0" dirty="0" smtClean="0">
                <a:solidFill>
                  <a:schemeClr val="tx1"/>
                </a:solidFill>
                <a:latin typeface="Arial" charset="0"/>
                <a:ea typeface="ＭＳ Ｐゴシック" charset="-128"/>
                <a:cs typeface="ＭＳ Ｐゴシック" charset="-128"/>
              </a:rPr>
              <a:t>A cryptographic hash function can be used to construct a pseudorandom</a:t>
            </a:r>
          </a:p>
          <a:p>
            <a:r>
              <a:rPr lang="en-US" sz="1200" kern="1200" baseline="0" dirty="0" smtClean="0">
                <a:solidFill>
                  <a:schemeClr val="tx1"/>
                </a:solidFill>
                <a:latin typeface="Arial" charset="0"/>
                <a:ea typeface="ＭＳ Ｐゴシック" charset="-128"/>
                <a:cs typeface="ＭＳ Ｐゴシック" charset="-128"/>
              </a:rPr>
              <a:t>function (PRF)  or a pseudorandom number generator (PRNG) . A common application</a:t>
            </a:r>
          </a:p>
          <a:p>
            <a:r>
              <a:rPr lang="en-US" sz="1200" kern="1200" baseline="0" dirty="0" smtClean="0">
                <a:solidFill>
                  <a:schemeClr val="tx1"/>
                </a:solidFill>
                <a:latin typeface="Arial" charset="0"/>
                <a:ea typeface="ＭＳ Ｐゴシック" charset="-128"/>
                <a:cs typeface="ＭＳ Ｐゴシック" charset="-128"/>
              </a:rPr>
              <a:t>for a hash-based PRF is for the generation of symmetric keys. We discuss this</a:t>
            </a:r>
          </a:p>
          <a:p>
            <a:r>
              <a:rPr lang="en-US" sz="1200" kern="1200" baseline="0" dirty="0" smtClean="0">
                <a:solidFill>
                  <a:schemeClr val="tx1"/>
                </a:solidFill>
                <a:latin typeface="Arial" charset="0"/>
                <a:ea typeface="ＭＳ Ｐゴシック" charset="-128"/>
                <a:cs typeface="ＭＳ Ｐゴシック" charset="-128"/>
              </a:rPr>
              <a:t>application in Chapter 12.</a:t>
            </a:r>
            <a:endParaRPr lang="en-US" dirty="0" smtClean="0">
              <a:latin typeface="Arial" pitchFamily="-84" charset="0"/>
              <a:ea typeface="ＭＳ Ｐゴシック" pitchFamily="-84" charset="-128"/>
              <a:cs typeface="ＭＳ Ｐゴシック" pitchFamily="-84" charset="-128"/>
            </a:endParaRPr>
          </a:p>
        </p:txBody>
      </p:sp>
      <p:sp>
        <p:nvSpPr>
          <p:cNvPr id="27652" name="Slide Number Placeholder 3"/>
          <p:cNvSpPr>
            <a:spLocks noGrp="1"/>
          </p:cNvSpPr>
          <p:nvPr>
            <p:ph type="sldNum" sz="quarter" idx="5"/>
          </p:nvPr>
        </p:nvSpPr>
        <p:spPr>
          <a:noFill/>
        </p:spPr>
        <p:txBody>
          <a:bodyPr/>
          <a:lstStyle/>
          <a:p>
            <a:fld id="{FE1005E5-5BE9-0143-A839-41D2A42A8678}" type="slidenum">
              <a:rPr lang="en-AU" smtClean="0">
                <a:latin typeface="Arial" pitchFamily="-84" charset="0"/>
              </a:rPr>
              <a:pPr/>
              <a:t>10</a:t>
            </a:fld>
            <a:endParaRPr lang="en-AU" dirty="0" smtClean="0">
              <a:latin typeface="Arial" pitchFamily="-84" charset="0"/>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9698" name="Slide Image Placeholder 1"/>
          <p:cNvSpPr>
            <a:spLocks noGrp="1" noRot="1" noChangeAspect="1"/>
          </p:cNvSpPr>
          <p:nvPr>
            <p:ph type="sldImg"/>
          </p:nvPr>
        </p:nvSpPr>
        <p:spPr>
          <a:ln/>
        </p:spPr>
      </p:sp>
      <p:sp>
        <p:nvSpPr>
          <p:cNvPr id="29699" name="Notes Placeholder 2"/>
          <p:cNvSpPr>
            <a:spLocks noGrp="1"/>
          </p:cNvSpPr>
          <p:nvPr>
            <p:ph type="body" idx="1"/>
          </p:nvPr>
        </p:nvSpPr>
        <p:spPr>
          <a:noFill/>
          <a:ln/>
        </p:spPr>
        <p:txBody>
          <a:bodyPr/>
          <a:lstStyle/>
          <a:p>
            <a:pPr eaLnBrk="1" hangingPunct="1"/>
            <a:r>
              <a:rPr lang="en-US" dirty="0" smtClean="0">
                <a:latin typeface="Arial" pitchFamily="-84" charset="0"/>
                <a:ea typeface="ＭＳ Ｐゴシック" pitchFamily="-84" charset="-128"/>
                <a:cs typeface="ＭＳ Ｐゴシック" pitchFamily="-84" charset="-128"/>
              </a:rPr>
              <a:t>To get some feel for the security considerations involved in cryptographic hash functions, we present two simple, insecure hash functions in this section. One of the simplest hash functions is the bit-by-bit exclusive-OR (XOR) of every block, which can be expressed as shown. This operation produces a simple parity for each bit position and is known as a longitudinal redundancy check. It is reasonably effective for random data as a data integrity check. Each </a:t>
            </a:r>
            <a:r>
              <a:rPr lang="en-US" i="1" dirty="0" smtClean="0">
                <a:latin typeface="Arial" pitchFamily="-84" charset="0"/>
                <a:ea typeface="ＭＳ Ｐゴシック" pitchFamily="-84" charset="-128"/>
                <a:cs typeface="ＭＳ Ｐゴシック" pitchFamily="-84" charset="-128"/>
              </a:rPr>
              <a:t>n-bit </a:t>
            </a:r>
            <a:r>
              <a:rPr lang="en-US" dirty="0" smtClean="0">
                <a:latin typeface="Arial" pitchFamily="-84" charset="0"/>
                <a:ea typeface="ＭＳ Ｐゴシック" pitchFamily="-84" charset="-128"/>
                <a:cs typeface="ＭＳ Ｐゴシック" pitchFamily="-84" charset="-128"/>
              </a:rPr>
              <a:t>hash value is equally likely. Thus, the probability that a data error will result in an unchanged hash value is 2</a:t>
            </a:r>
            <a:r>
              <a:rPr lang="en-US" baseline="30000" dirty="0" smtClean="0">
                <a:latin typeface="Arial" pitchFamily="-84" charset="0"/>
                <a:ea typeface="ＭＳ Ｐゴシック" pitchFamily="-84" charset="-128"/>
                <a:cs typeface="ＭＳ Ｐゴシック" pitchFamily="-84" charset="-128"/>
              </a:rPr>
              <a:t>–n</a:t>
            </a:r>
            <a:r>
              <a:rPr lang="en-US" dirty="0" smtClean="0">
                <a:latin typeface="Arial" pitchFamily="-84" charset="0"/>
                <a:ea typeface="ＭＳ Ｐゴシック" pitchFamily="-84" charset="-128"/>
                <a:cs typeface="ＭＳ Ｐゴシック" pitchFamily="-84" charset="-128"/>
              </a:rPr>
              <a:t>. With more predictably formatted data, the function is less effective. For example, in most normal text files, the high-order bit of each octet is always zero. So if a 128-bit hash value is used, instead of an effectiveness of 2</a:t>
            </a:r>
            <a:r>
              <a:rPr lang="en-US" baseline="30000" dirty="0" smtClean="0">
                <a:latin typeface="Arial" pitchFamily="-84" charset="0"/>
                <a:ea typeface="ＭＳ Ｐゴシック" pitchFamily="-84" charset="-128"/>
                <a:cs typeface="ＭＳ Ｐゴシック" pitchFamily="-84" charset="-128"/>
              </a:rPr>
              <a:t>–128</a:t>
            </a:r>
            <a:r>
              <a:rPr lang="en-US" dirty="0" smtClean="0">
                <a:latin typeface="Arial" pitchFamily="-84" charset="0"/>
                <a:ea typeface="ＭＳ Ｐゴシック" pitchFamily="-84" charset="-128"/>
                <a:cs typeface="ＭＳ Ｐゴシック" pitchFamily="-84" charset="-128"/>
              </a:rPr>
              <a:t>, the hash function on this type of data has an effectiveness of 2</a:t>
            </a:r>
            <a:r>
              <a:rPr lang="en-US" baseline="30000" dirty="0" smtClean="0">
                <a:latin typeface="Arial" pitchFamily="-84" charset="0"/>
                <a:ea typeface="ＭＳ Ｐゴシック" pitchFamily="-84" charset="-128"/>
                <a:cs typeface="ＭＳ Ｐゴシック" pitchFamily="-84" charset="-128"/>
              </a:rPr>
              <a:t>–112</a:t>
            </a:r>
            <a:r>
              <a:rPr lang="en-US" dirty="0" smtClean="0">
                <a:latin typeface="Arial" pitchFamily="-84" charset="0"/>
                <a:ea typeface="ＭＳ Ｐゴシック" pitchFamily="-84" charset="-128"/>
                <a:cs typeface="ＭＳ Ｐゴシック" pitchFamily="-84" charset="-128"/>
              </a:rPr>
              <a:t>.  </a:t>
            </a:r>
          </a:p>
          <a:p>
            <a:pPr eaLnBrk="1" hangingPunct="1"/>
            <a:endParaRPr lang="en-US" dirty="0" smtClean="0">
              <a:latin typeface="Arial" pitchFamily="-84" charset="0"/>
              <a:ea typeface="ＭＳ Ｐゴシック" pitchFamily="-84" charset="-128"/>
              <a:cs typeface="ＭＳ Ｐゴシック" pitchFamily="-84" charset="-128"/>
            </a:endParaRPr>
          </a:p>
          <a:p>
            <a:pPr eaLnBrk="1" hangingPunct="1"/>
            <a:r>
              <a:rPr lang="en-US" dirty="0" smtClean="0">
                <a:latin typeface="Arial" pitchFamily="-84" charset="0"/>
                <a:ea typeface="ＭＳ Ｐゴシック" pitchFamily="-84" charset="-128"/>
                <a:cs typeface="ＭＳ Ｐゴシック" pitchFamily="-84" charset="-128"/>
              </a:rPr>
              <a:t>A simple way to improve matters is to perform a one-bit circular shift, or rotation, on the hash value after each block is processed. Although this second procedure provides a good measure of data integrity, it is virtually useless for data security when an encrypted hash code is used with a plaintext message. Given a message, it is an easy matter to produce a new message that yields that hash code: Simply prepare the desired alternate message and then append an </a:t>
            </a:r>
            <a:r>
              <a:rPr lang="en-US" i="1" dirty="0" smtClean="0">
                <a:latin typeface="Arial" pitchFamily="-84" charset="0"/>
                <a:ea typeface="ＭＳ Ｐゴシック" pitchFamily="-84" charset="-128"/>
                <a:cs typeface="ＭＳ Ｐゴシック" pitchFamily="-84" charset="-128"/>
              </a:rPr>
              <a:t>n-bit </a:t>
            </a:r>
            <a:r>
              <a:rPr lang="en-US" dirty="0" smtClean="0">
                <a:latin typeface="Arial" pitchFamily="-84" charset="0"/>
                <a:ea typeface="ＭＳ Ｐゴシック" pitchFamily="-84" charset="-128"/>
                <a:cs typeface="ＭＳ Ｐゴシック" pitchFamily="-84" charset="-128"/>
              </a:rPr>
              <a:t>block that forces the new message plus block to yield the desired hash code. </a:t>
            </a:r>
          </a:p>
        </p:txBody>
      </p:sp>
      <p:sp>
        <p:nvSpPr>
          <p:cNvPr id="29700" name="Slide Number Placeholder 3"/>
          <p:cNvSpPr>
            <a:spLocks noGrp="1"/>
          </p:cNvSpPr>
          <p:nvPr>
            <p:ph type="sldNum" sz="quarter" idx="5"/>
          </p:nvPr>
        </p:nvSpPr>
        <p:spPr>
          <a:noFill/>
        </p:spPr>
        <p:txBody>
          <a:bodyPr/>
          <a:lstStyle/>
          <a:p>
            <a:fld id="{FAF3BF75-DE41-DE4A-9CE5-360315318AF0}" type="slidenum">
              <a:rPr lang="en-AU" smtClean="0">
                <a:latin typeface="Arial" pitchFamily="-84" charset="0"/>
              </a:rPr>
              <a:pPr/>
              <a:t>11</a:t>
            </a:fld>
            <a:endParaRPr lang="en-AU" dirty="0" smtClean="0">
              <a:latin typeface="Arial" pitchFamily="-84" charset="0"/>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lnSpcReduction="10000"/>
          </a:bodyPr>
          <a:lstStyle/>
          <a:p>
            <a:r>
              <a:rPr lang="en-US" sz="1200" kern="1200" baseline="0" dirty="0" smtClean="0">
                <a:solidFill>
                  <a:schemeClr val="tx1"/>
                </a:solidFill>
                <a:latin typeface="Arial" charset="0"/>
                <a:ea typeface="ＭＳ Ｐゴシック" charset="-128"/>
                <a:cs typeface="ＭＳ Ｐゴシック" charset="-128"/>
              </a:rPr>
              <a:t>Figure 11.5 illustrates these two types of hash functions for 16-bit hash values.</a:t>
            </a:r>
          </a:p>
          <a:p>
            <a:endParaRPr lang="en-US" sz="1200" kern="1200" baseline="0" dirty="0" smtClean="0">
              <a:solidFill>
                <a:schemeClr val="tx1"/>
              </a:solidFill>
              <a:latin typeface="Arial" charset="0"/>
              <a:ea typeface="ＭＳ Ｐゴシック" charset="-128"/>
              <a:cs typeface="ＭＳ Ｐゴシック" charset="-128"/>
            </a:endParaRPr>
          </a:p>
          <a:p>
            <a:r>
              <a:rPr lang="en-US" sz="1200" kern="1200" baseline="0" dirty="0" smtClean="0">
                <a:solidFill>
                  <a:schemeClr val="tx1"/>
                </a:solidFill>
                <a:latin typeface="Arial" charset="0"/>
                <a:ea typeface="ＭＳ Ｐゴシック" charset="-128"/>
                <a:cs typeface="ＭＳ Ｐゴシック" charset="-128"/>
              </a:rPr>
              <a:t>Although the second procedure provides a good measure of data integrity,</a:t>
            </a:r>
          </a:p>
          <a:p>
            <a:r>
              <a:rPr lang="en-US" sz="1200" kern="1200" baseline="0" dirty="0" smtClean="0">
                <a:solidFill>
                  <a:schemeClr val="tx1"/>
                </a:solidFill>
                <a:latin typeface="Arial" charset="0"/>
                <a:ea typeface="ＭＳ Ｐゴシック" charset="-128"/>
                <a:cs typeface="ＭＳ Ｐゴシック" charset="-128"/>
              </a:rPr>
              <a:t>it is virtually useless for data security when an encrypted hash code is used with a</a:t>
            </a:r>
          </a:p>
          <a:p>
            <a:r>
              <a:rPr lang="en-US" sz="1200" kern="1200" baseline="0" dirty="0" smtClean="0">
                <a:solidFill>
                  <a:schemeClr val="tx1"/>
                </a:solidFill>
                <a:latin typeface="Arial" charset="0"/>
                <a:ea typeface="ＭＳ Ｐゴシック" charset="-128"/>
                <a:cs typeface="ＭＳ Ｐゴシック" charset="-128"/>
              </a:rPr>
              <a:t> plaintext message, as in Figures 11.3b and 11.4a. Given a message, it is an easy matter</a:t>
            </a:r>
          </a:p>
          <a:p>
            <a:r>
              <a:rPr lang="en-US" sz="1200" kern="1200" baseline="0" dirty="0" smtClean="0">
                <a:solidFill>
                  <a:schemeClr val="tx1"/>
                </a:solidFill>
                <a:latin typeface="Arial" charset="0"/>
                <a:ea typeface="ＭＳ Ｐゴシック" charset="-128"/>
                <a:cs typeface="ＭＳ Ｐゴシック" charset="-128"/>
              </a:rPr>
              <a:t>to produce a new message that yields that hash code: Simply prepare the desired</a:t>
            </a:r>
          </a:p>
          <a:p>
            <a:r>
              <a:rPr lang="en-US" sz="1200" kern="1200" baseline="0" dirty="0" smtClean="0">
                <a:solidFill>
                  <a:schemeClr val="tx1"/>
                </a:solidFill>
                <a:latin typeface="Arial" charset="0"/>
                <a:ea typeface="ＭＳ Ｐゴシック" charset="-128"/>
                <a:cs typeface="ＭＳ Ｐゴシック" charset="-128"/>
              </a:rPr>
              <a:t>alternate message and then append an </a:t>
            </a:r>
            <a:r>
              <a:rPr lang="en-US" sz="1200" b="1" kern="1200" baseline="0" dirty="0" smtClean="0">
                <a:solidFill>
                  <a:schemeClr val="tx1"/>
                </a:solidFill>
                <a:latin typeface="Arial" charset="0"/>
                <a:ea typeface="ＭＳ Ｐゴシック" charset="-128"/>
                <a:cs typeface="ＭＳ Ｐゴシック" charset="-128"/>
              </a:rPr>
              <a:t>n -bit block that forces the new message plus</a:t>
            </a:r>
          </a:p>
          <a:p>
            <a:r>
              <a:rPr lang="en-US" sz="1200" kern="1200" baseline="0" dirty="0" smtClean="0">
                <a:solidFill>
                  <a:schemeClr val="tx1"/>
                </a:solidFill>
                <a:latin typeface="Arial" charset="0"/>
                <a:ea typeface="ＭＳ Ｐゴシック" charset="-128"/>
                <a:cs typeface="ＭＳ Ｐゴシック" charset="-128"/>
              </a:rPr>
              <a:t>block to yield the desired hash code.</a:t>
            </a:r>
          </a:p>
          <a:p>
            <a:endParaRPr lang="en-US" sz="1200" kern="1200" baseline="0" dirty="0" smtClean="0">
              <a:solidFill>
                <a:schemeClr val="tx1"/>
              </a:solidFill>
              <a:latin typeface="Arial" charset="0"/>
              <a:ea typeface="ＭＳ Ｐゴシック" charset="-128"/>
              <a:cs typeface="ＭＳ Ｐゴシック" charset="-128"/>
            </a:endParaRPr>
          </a:p>
          <a:p>
            <a:r>
              <a:rPr lang="en-US" sz="1200" kern="1200" baseline="0" dirty="0" smtClean="0">
                <a:solidFill>
                  <a:schemeClr val="tx1"/>
                </a:solidFill>
                <a:latin typeface="Arial" charset="0"/>
                <a:ea typeface="ＭＳ Ｐゴシック" charset="-128"/>
                <a:cs typeface="ＭＳ Ｐゴシック" charset="-128"/>
              </a:rPr>
              <a:t>Although a simple XOR or rotated XOR (RXOR) is insufficient if only the</a:t>
            </a:r>
          </a:p>
          <a:p>
            <a:r>
              <a:rPr lang="en-US" sz="1200" kern="1200" baseline="0" dirty="0" smtClean="0">
                <a:solidFill>
                  <a:schemeClr val="tx1"/>
                </a:solidFill>
                <a:latin typeface="Arial" charset="0"/>
                <a:ea typeface="ＭＳ Ｐゴシック" charset="-128"/>
                <a:cs typeface="ＭＳ Ｐゴシック" charset="-128"/>
              </a:rPr>
              <a:t>hash code is encrypted, you may still feel that such a simple function could be useful</a:t>
            </a:r>
          </a:p>
          <a:p>
            <a:r>
              <a:rPr lang="en-US" sz="1200" kern="1200" baseline="0" dirty="0" smtClean="0">
                <a:solidFill>
                  <a:schemeClr val="tx1"/>
                </a:solidFill>
                <a:latin typeface="Arial" charset="0"/>
                <a:ea typeface="ＭＳ Ｐゴシック" charset="-128"/>
                <a:cs typeface="ＭＳ Ｐゴシック" charset="-128"/>
              </a:rPr>
              <a:t>when the message together with the hash code is encrypted (Figure 11.3a). But</a:t>
            </a:r>
          </a:p>
          <a:p>
            <a:r>
              <a:rPr lang="en-US" sz="1200" kern="1200" baseline="0" dirty="0" smtClean="0">
                <a:solidFill>
                  <a:schemeClr val="tx1"/>
                </a:solidFill>
                <a:latin typeface="Arial" charset="0"/>
                <a:ea typeface="ＭＳ Ｐゴシック" charset="-128"/>
                <a:cs typeface="ＭＳ Ｐゴシック" charset="-128"/>
              </a:rPr>
              <a:t>you must be careful.</a:t>
            </a:r>
            <a:endParaRPr lang="en-US" dirty="0"/>
          </a:p>
        </p:txBody>
      </p:sp>
      <p:sp>
        <p:nvSpPr>
          <p:cNvPr id="4" name="Slide Number Placeholder 3"/>
          <p:cNvSpPr>
            <a:spLocks noGrp="1"/>
          </p:cNvSpPr>
          <p:nvPr>
            <p:ph type="sldNum" sz="quarter" idx="10"/>
          </p:nvPr>
        </p:nvSpPr>
        <p:spPr/>
        <p:txBody>
          <a:bodyPr/>
          <a:lstStyle/>
          <a:p>
            <a:pPr>
              <a:defRPr/>
            </a:pPr>
            <a:fld id="{E83E65D8-9B49-EC43-BBB1-0F187E663737}" type="slidenum">
              <a:rPr lang="en-AU" smtClean="0"/>
              <a:pPr>
                <a:defRPr/>
              </a:pPr>
              <a:t>12</a:t>
            </a:fld>
            <a:endParaRPr lang="en-AU" dirty="0"/>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kern="1200" baseline="0" dirty="0" smtClean="0">
                <a:solidFill>
                  <a:schemeClr val="tx1"/>
                </a:solidFill>
                <a:latin typeface="Arial" charset="0"/>
                <a:ea typeface="ＭＳ Ｐゴシック" charset="-128"/>
                <a:cs typeface="ＭＳ Ｐゴシック" charset="-128"/>
              </a:rPr>
              <a:t>Before proceeding, we need to define two terms. For a hash value h =  H(x ), we say</a:t>
            </a:r>
          </a:p>
          <a:p>
            <a:r>
              <a:rPr lang="en-US" sz="1200" kern="1200" baseline="0" dirty="0" smtClean="0">
                <a:solidFill>
                  <a:schemeClr val="tx1"/>
                </a:solidFill>
                <a:latin typeface="Arial" charset="0"/>
                <a:ea typeface="ＭＳ Ｐゴシック" charset="-128"/>
                <a:cs typeface="ＭＳ Ｐゴシック" charset="-128"/>
              </a:rPr>
              <a:t>that x  is the preimage  of h . That is, x  is a data block whose hash function, using the</a:t>
            </a:r>
          </a:p>
          <a:p>
            <a:r>
              <a:rPr lang="en-US" sz="1200" kern="1200" baseline="0" dirty="0" smtClean="0">
                <a:solidFill>
                  <a:schemeClr val="tx1"/>
                </a:solidFill>
                <a:latin typeface="Arial" charset="0"/>
                <a:ea typeface="ＭＳ Ｐゴシック" charset="-128"/>
                <a:cs typeface="ＭＳ Ｐゴシック" charset="-128"/>
              </a:rPr>
              <a:t>function H, is h . Because H is a many-to-one mapping, for any given hash value h ,</a:t>
            </a:r>
          </a:p>
          <a:p>
            <a:r>
              <a:rPr lang="en-US" sz="1200" kern="1200" baseline="0" dirty="0" smtClean="0">
                <a:solidFill>
                  <a:schemeClr val="tx1"/>
                </a:solidFill>
                <a:latin typeface="Arial" charset="0"/>
                <a:ea typeface="ＭＳ Ｐゴシック" charset="-128"/>
                <a:cs typeface="ＭＳ Ｐゴシック" charset="-128"/>
              </a:rPr>
              <a:t>there will in general be multiple preimages. A collision  occurs if we have x ≠ y  and</a:t>
            </a:r>
          </a:p>
          <a:p>
            <a:r>
              <a:rPr lang="en-US" sz="1200" kern="1200" baseline="0" dirty="0" smtClean="0">
                <a:solidFill>
                  <a:schemeClr val="tx1"/>
                </a:solidFill>
                <a:latin typeface="Arial" charset="0"/>
                <a:ea typeface="ＭＳ Ｐゴシック" charset="-128"/>
                <a:cs typeface="ＭＳ Ｐゴシック" charset="-128"/>
              </a:rPr>
              <a:t>H(x ) =  H(y ). Because we are using hash functions for data integrity, collisions are</a:t>
            </a:r>
          </a:p>
          <a:p>
            <a:r>
              <a:rPr lang="en-US" sz="1200" kern="1200" baseline="0" dirty="0" smtClean="0">
                <a:solidFill>
                  <a:schemeClr val="tx1"/>
                </a:solidFill>
                <a:latin typeface="Arial" charset="0"/>
                <a:ea typeface="ＭＳ Ｐゴシック" charset="-128"/>
                <a:cs typeface="ＭＳ Ｐゴシック" charset="-128"/>
              </a:rPr>
              <a:t>clearly undesirable.</a:t>
            </a:r>
            <a:endParaRPr lang="en-US" dirty="0"/>
          </a:p>
        </p:txBody>
      </p:sp>
      <p:sp>
        <p:nvSpPr>
          <p:cNvPr id="4" name="Slide Number Placeholder 3"/>
          <p:cNvSpPr>
            <a:spLocks noGrp="1"/>
          </p:cNvSpPr>
          <p:nvPr>
            <p:ph type="sldNum" sz="quarter" idx="10"/>
          </p:nvPr>
        </p:nvSpPr>
        <p:spPr/>
        <p:txBody>
          <a:bodyPr/>
          <a:lstStyle/>
          <a:p>
            <a:pPr>
              <a:defRPr/>
            </a:pPr>
            <a:fld id="{E83E65D8-9B49-EC43-BBB1-0F187E663737}" type="slidenum">
              <a:rPr lang="en-AU" smtClean="0"/>
              <a:pPr>
                <a:defRPr/>
              </a:pPr>
              <a:t>13</a:t>
            </a:fld>
            <a:endParaRPr lang="en-AU" dirty="0"/>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31746" name="Rectangle 7"/>
          <p:cNvSpPr>
            <a:spLocks noGrp="1" noChangeArrowheads="1"/>
          </p:cNvSpPr>
          <p:nvPr>
            <p:ph type="sldNum" sz="quarter" idx="5"/>
          </p:nvPr>
        </p:nvSpPr>
        <p:spPr>
          <a:noFill/>
        </p:spPr>
        <p:txBody>
          <a:bodyPr/>
          <a:lstStyle/>
          <a:p>
            <a:fld id="{CEAE94C4-E471-334B-B256-BE789E82723D}" type="slidenum">
              <a:rPr lang="en-AU">
                <a:latin typeface="Arial" pitchFamily="-84" charset="0"/>
              </a:rPr>
              <a:pPr/>
              <a:t>14</a:t>
            </a:fld>
            <a:endParaRPr lang="en-AU" dirty="0">
              <a:latin typeface="Arial" pitchFamily="-84" charset="0"/>
            </a:endParaRPr>
          </a:p>
        </p:txBody>
      </p:sp>
      <p:sp>
        <p:nvSpPr>
          <p:cNvPr id="31747" name="Rectangle 2"/>
          <p:cNvSpPr>
            <a:spLocks noGrp="1" noRot="1" noChangeAspect="1" noChangeArrowheads="1" noTextEdit="1"/>
          </p:cNvSpPr>
          <p:nvPr>
            <p:ph type="sldImg"/>
          </p:nvPr>
        </p:nvSpPr>
        <p:spPr>
          <a:ln/>
        </p:spPr>
      </p:sp>
      <p:sp>
        <p:nvSpPr>
          <p:cNvPr id="31748" name="Rectangle 3"/>
          <p:cNvSpPr>
            <a:spLocks noGrp="1" noChangeArrowheads="1"/>
          </p:cNvSpPr>
          <p:nvPr>
            <p:ph type="body" idx="1"/>
          </p:nvPr>
        </p:nvSpPr>
        <p:spPr>
          <a:noFill/>
          <a:ln/>
        </p:spPr>
        <p:txBody>
          <a:bodyPr/>
          <a:lstStyle/>
          <a:p>
            <a:r>
              <a:rPr lang="en-US" sz="1200" kern="1200" baseline="0" dirty="0" smtClean="0">
                <a:solidFill>
                  <a:schemeClr val="tx1"/>
                </a:solidFill>
                <a:latin typeface="Arial" charset="0"/>
                <a:ea typeface="ＭＳ Ｐゴシック" charset="-128"/>
                <a:cs typeface="ＭＳ Ｐゴシック" charset="-128"/>
              </a:rPr>
              <a:t> Table 11.1 lists the generally accepted requirements for a cryptographic hash function.</a:t>
            </a:r>
          </a:p>
          <a:p>
            <a:r>
              <a:rPr lang="en-US" sz="1200" kern="1200" baseline="0" dirty="0" smtClean="0">
                <a:solidFill>
                  <a:schemeClr val="tx1"/>
                </a:solidFill>
                <a:latin typeface="Arial" charset="0"/>
                <a:ea typeface="ＭＳ Ｐゴシック" charset="-128"/>
                <a:cs typeface="ＭＳ Ｐゴシック" charset="-128"/>
              </a:rPr>
              <a:t>The first three properties are requirements for the practical application of a</a:t>
            </a:r>
          </a:p>
          <a:p>
            <a:r>
              <a:rPr lang="en-US" sz="1200" kern="1200" baseline="0" dirty="0" smtClean="0">
                <a:solidFill>
                  <a:schemeClr val="tx1"/>
                </a:solidFill>
                <a:latin typeface="Arial" charset="0"/>
                <a:ea typeface="ＭＳ Ｐゴシック" charset="-128"/>
                <a:cs typeface="ＭＳ Ｐゴシック" charset="-128"/>
              </a:rPr>
              <a:t>hash function.</a:t>
            </a:r>
          </a:p>
          <a:p>
            <a:endParaRPr lang="en-US" sz="1200" kern="1200" baseline="0" dirty="0" smtClean="0">
              <a:solidFill>
                <a:schemeClr val="tx1"/>
              </a:solidFill>
              <a:latin typeface="Arial" charset="0"/>
              <a:ea typeface="ＭＳ Ｐゴシック" charset="-128"/>
              <a:cs typeface="ＭＳ Ｐゴシック" charset="-128"/>
            </a:endParaRPr>
          </a:p>
          <a:p>
            <a:r>
              <a:rPr lang="en-US" sz="1200" kern="1200" baseline="0" dirty="0" smtClean="0">
                <a:solidFill>
                  <a:schemeClr val="tx1"/>
                </a:solidFill>
                <a:latin typeface="Arial" charset="0"/>
                <a:ea typeface="ＭＳ Ｐゴシック" charset="-128"/>
                <a:cs typeface="ＭＳ Ｐゴシック" charset="-128"/>
              </a:rPr>
              <a:t> The fourth property, preimage resistant , is the one-way property: it is easy</a:t>
            </a:r>
          </a:p>
          <a:p>
            <a:r>
              <a:rPr lang="en-US" sz="1200" kern="1200" baseline="0" dirty="0" smtClean="0">
                <a:solidFill>
                  <a:schemeClr val="tx1"/>
                </a:solidFill>
                <a:latin typeface="Arial" charset="0"/>
                <a:ea typeface="ＭＳ Ｐゴシック" charset="-128"/>
                <a:cs typeface="ＭＳ Ｐゴシック" charset="-128"/>
              </a:rPr>
              <a:t>to generate a code given a message, but virtually impossible to generate a message</a:t>
            </a:r>
          </a:p>
          <a:p>
            <a:r>
              <a:rPr lang="en-US" sz="1200" kern="1200" baseline="0" dirty="0" smtClean="0">
                <a:solidFill>
                  <a:schemeClr val="tx1"/>
                </a:solidFill>
                <a:latin typeface="Arial" charset="0"/>
                <a:ea typeface="ＭＳ Ｐゴシック" charset="-128"/>
                <a:cs typeface="ＭＳ Ｐゴシック" charset="-128"/>
              </a:rPr>
              <a:t>given a code. This property is important if the authentication technique involves the</a:t>
            </a:r>
          </a:p>
          <a:p>
            <a:r>
              <a:rPr lang="en-US" sz="1200" kern="1200" baseline="0" dirty="0" smtClean="0">
                <a:solidFill>
                  <a:schemeClr val="tx1"/>
                </a:solidFill>
                <a:latin typeface="Arial" charset="0"/>
                <a:ea typeface="ＭＳ Ｐゴシック" charset="-128"/>
                <a:cs typeface="ＭＳ Ｐゴシック" charset="-128"/>
              </a:rPr>
              <a:t>use of a secret value (Figure 11.3c). The secret value itself is not sent.</a:t>
            </a:r>
          </a:p>
          <a:p>
            <a:endParaRPr lang="en-US" sz="1200" kern="1200" baseline="0" dirty="0" smtClean="0">
              <a:solidFill>
                <a:schemeClr val="tx1"/>
              </a:solidFill>
              <a:latin typeface="Arial" charset="0"/>
              <a:ea typeface="ＭＳ Ｐゴシック" charset="-128"/>
              <a:cs typeface="ＭＳ Ｐゴシック" charset="-128"/>
            </a:endParaRPr>
          </a:p>
          <a:p>
            <a:r>
              <a:rPr lang="en-US" sz="1200" kern="1200" baseline="0" dirty="0" smtClean="0">
                <a:solidFill>
                  <a:schemeClr val="tx1"/>
                </a:solidFill>
                <a:latin typeface="Arial" charset="0"/>
                <a:ea typeface="ＭＳ Ｐゴシック" charset="-128"/>
                <a:cs typeface="ＭＳ Ｐゴシック" charset="-128"/>
              </a:rPr>
              <a:t> The fifth property, second preimage resistant , guarantees that it is impossible</a:t>
            </a:r>
          </a:p>
          <a:p>
            <a:r>
              <a:rPr lang="en-US" sz="1200" kern="1200" baseline="0" dirty="0" smtClean="0">
                <a:solidFill>
                  <a:schemeClr val="tx1"/>
                </a:solidFill>
                <a:latin typeface="Arial" charset="0"/>
                <a:ea typeface="ＭＳ Ｐゴシック" charset="-128"/>
                <a:cs typeface="ＭＳ Ｐゴシック" charset="-128"/>
              </a:rPr>
              <a:t>to find an alternative message with the same hash value as a given message. This</a:t>
            </a:r>
          </a:p>
          <a:p>
            <a:r>
              <a:rPr lang="en-US" sz="1200" kern="1200" baseline="0" dirty="0" smtClean="0">
                <a:solidFill>
                  <a:schemeClr val="tx1"/>
                </a:solidFill>
                <a:latin typeface="Arial" charset="0"/>
                <a:ea typeface="ＭＳ Ｐゴシック" charset="-128"/>
                <a:cs typeface="ＭＳ Ｐゴシック" charset="-128"/>
              </a:rPr>
              <a:t>prevents forgery when an encrypted hash code is used (Figures 11.3b and 11.4a). If</a:t>
            </a:r>
          </a:p>
          <a:p>
            <a:r>
              <a:rPr lang="en-US" sz="1200" kern="1200" baseline="0" dirty="0" smtClean="0">
                <a:solidFill>
                  <a:schemeClr val="tx1"/>
                </a:solidFill>
                <a:latin typeface="Arial" charset="0"/>
                <a:ea typeface="ＭＳ Ｐゴシック" charset="-128"/>
                <a:cs typeface="ＭＳ Ｐゴシック" charset="-128"/>
              </a:rPr>
              <a:t>this property were not true, an attacker would be capable of the following sequence:</a:t>
            </a:r>
          </a:p>
          <a:p>
            <a:r>
              <a:rPr lang="en-US" sz="1200" kern="1200" baseline="0" dirty="0" smtClean="0">
                <a:solidFill>
                  <a:schemeClr val="tx1"/>
                </a:solidFill>
                <a:latin typeface="Arial" charset="0"/>
                <a:ea typeface="ＭＳ Ｐゴシック" charset="-128"/>
                <a:cs typeface="ＭＳ Ｐゴシック" charset="-128"/>
              </a:rPr>
              <a:t>First, observe or intercept a message plus its encrypted hash code; second, generate</a:t>
            </a:r>
          </a:p>
          <a:p>
            <a:r>
              <a:rPr lang="en-US" sz="1200" kern="1200" baseline="0" dirty="0" smtClean="0">
                <a:solidFill>
                  <a:schemeClr val="tx1"/>
                </a:solidFill>
                <a:latin typeface="Arial" charset="0"/>
                <a:ea typeface="ＭＳ Ｐゴシック" charset="-128"/>
                <a:cs typeface="ＭＳ Ｐゴシック" charset="-128"/>
              </a:rPr>
              <a:t>an unencrypted hash code from the message; third, generate an alternate message</a:t>
            </a:r>
          </a:p>
          <a:p>
            <a:r>
              <a:rPr lang="en-US" sz="1200" kern="1200" baseline="0" dirty="0" smtClean="0">
                <a:solidFill>
                  <a:schemeClr val="tx1"/>
                </a:solidFill>
                <a:latin typeface="Arial" charset="0"/>
                <a:ea typeface="ＭＳ Ｐゴシック" charset="-128"/>
                <a:cs typeface="ＭＳ Ｐゴシック" charset="-128"/>
              </a:rPr>
              <a:t>with the same hash code.</a:t>
            </a:r>
          </a:p>
          <a:p>
            <a:endParaRPr lang="en-US" sz="1200" kern="1200" baseline="0" dirty="0" smtClean="0">
              <a:solidFill>
                <a:schemeClr val="tx1"/>
              </a:solidFill>
              <a:latin typeface="Arial" charset="0"/>
              <a:ea typeface="ＭＳ Ｐゴシック" charset="-128"/>
              <a:cs typeface="ＭＳ Ｐゴシック" charset="-128"/>
            </a:endParaRPr>
          </a:p>
          <a:p>
            <a:r>
              <a:rPr lang="en-US" sz="1200" kern="1200" baseline="0" dirty="0" smtClean="0">
                <a:solidFill>
                  <a:schemeClr val="tx1"/>
                </a:solidFill>
                <a:latin typeface="Arial" charset="0"/>
                <a:ea typeface="ＭＳ Ｐゴシック" charset="-128"/>
                <a:cs typeface="ＭＳ Ｐゴシック" charset="-128"/>
              </a:rPr>
              <a:t> A hash function that satisfies the first five properties in Table 11.1 is referred</a:t>
            </a:r>
          </a:p>
          <a:p>
            <a:r>
              <a:rPr lang="en-US" sz="1200" kern="1200" baseline="0" dirty="0" smtClean="0">
                <a:solidFill>
                  <a:schemeClr val="tx1"/>
                </a:solidFill>
                <a:latin typeface="Arial" charset="0"/>
                <a:ea typeface="ＭＳ Ｐゴシック" charset="-128"/>
                <a:cs typeface="ＭＳ Ｐゴシック" charset="-128"/>
              </a:rPr>
              <a:t>to as a weak hash function. If the sixth property, collision resistant , is also satisfied,</a:t>
            </a:r>
          </a:p>
          <a:p>
            <a:r>
              <a:rPr lang="en-US" sz="1200" kern="1200" baseline="0" dirty="0" smtClean="0">
                <a:solidFill>
                  <a:schemeClr val="tx1"/>
                </a:solidFill>
                <a:latin typeface="Arial" charset="0"/>
                <a:ea typeface="ＭＳ Ｐゴシック" charset="-128"/>
                <a:cs typeface="ＭＳ Ｐゴシック" charset="-128"/>
              </a:rPr>
              <a:t>then it is referred to as a strong hash function. A strong hash function protects</a:t>
            </a:r>
          </a:p>
          <a:p>
            <a:r>
              <a:rPr lang="en-US" sz="1200" kern="1200" baseline="0" dirty="0" smtClean="0">
                <a:solidFill>
                  <a:schemeClr val="tx1"/>
                </a:solidFill>
                <a:latin typeface="Arial" charset="0"/>
                <a:ea typeface="ＭＳ Ｐゴシック" charset="-128"/>
                <a:cs typeface="ＭＳ Ｐゴシック" charset="-128"/>
              </a:rPr>
              <a:t> against an attack in which one party generates a message for another party to sign.</a:t>
            </a:r>
          </a:p>
          <a:p>
            <a:r>
              <a:rPr lang="en-US" sz="1200" kern="1200" baseline="0" dirty="0" smtClean="0">
                <a:solidFill>
                  <a:schemeClr val="tx1"/>
                </a:solidFill>
                <a:latin typeface="Arial" charset="0"/>
                <a:ea typeface="ＭＳ Ｐゴシック" charset="-128"/>
                <a:cs typeface="ＭＳ Ｐゴシック" charset="-128"/>
              </a:rPr>
              <a:t>For example, suppose Bob writes an IOU message, sends it to Alice, and she signs</a:t>
            </a:r>
          </a:p>
          <a:p>
            <a:r>
              <a:rPr lang="en-US" sz="1200" kern="1200" baseline="0" dirty="0" smtClean="0">
                <a:solidFill>
                  <a:schemeClr val="tx1"/>
                </a:solidFill>
                <a:latin typeface="Arial" charset="0"/>
                <a:ea typeface="ＭＳ Ｐゴシック" charset="-128"/>
                <a:cs typeface="ＭＳ Ｐゴシック" charset="-128"/>
              </a:rPr>
              <a:t>it. Bob finds two messages with the same hash, one of which requires Alice to pay a</a:t>
            </a:r>
          </a:p>
          <a:p>
            <a:r>
              <a:rPr lang="en-US" sz="1200" kern="1200" baseline="0" dirty="0" smtClean="0">
                <a:solidFill>
                  <a:schemeClr val="tx1"/>
                </a:solidFill>
                <a:latin typeface="Arial" charset="0"/>
                <a:ea typeface="ＭＳ Ｐゴシック" charset="-128"/>
                <a:cs typeface="ＭＳ Ｐゴシック" charset="-128"/>
              </a:rPr>
              <a:t>small amount and one that requires a large payment. Alice signs the first message,</a:t>
            </a:r>
          </a:p>
          <a:p>
            <a:r>
              <a:rPr lang="en-US" sz="1200" kern="1200" baseline="0" dirty="0" smtClean="0">
                <a:solidFill>
                  <a:schemeClr val="tx1"/>
                </a:solidFill>
                <a:latin typeface="Arial" charset="0"/>
                <a:ea typeface="ＭＳ Ｐゴシック" charset="-128"/>
                <a:cs typeface="ＭＳ Ｐゴシック" charset="-128"/>
              </a:rPr>
              <a:t>and Bob is then able to claim that the second message is authentic</a:t>
            </a:r>
          </a:p>
          <a:p>
            <a:endParaRPr lang="en-US" sz="1200" kern="1200" baseline="0" dirty="0" smtClean="0">
              <a:solidFill>
                <a:schemeClr val="tx1"/>
              </a:solidFill>
              <a:latin typeface="Arial" charset="0"/>
              <a:ea typeface="ＭＳ Ｐゴシック" charset="-128"/>
              <a:cs typeface="ＭＳ Ｐゴシック" charset="-128"/>
            </a:endParaRPr>
          </a:p>
          <a:p>
            <a:r>
              <a:rPr lang="en-US" sz="1200" kern="1200" baseline="0" dirty="0" smtClean="0">
                <a:solidFill>
                  <a:schemeClr val="tx1"/>
                </a:solidFill>
                <a:latin typeface="Arial" charset="0"/>
                <a:ea typeface="ＭＳ Ｐゴシック" charset="-128"/>
                <a:cs typeface="ＭＳ Ｐゴシック" charset="-128"/>
              </a:rPr>
              <a:t> The final requirement in Table 11.1, pseudorandomness , has not traditionally</a:t>
            </a:r>
          </a:p>
          <a:p>
            <a:r>
              <a:rPr lang="en-US" sz="1200" kern="1200" baseline="0" dirty="0" smtClean="0">
                <a:solidFill>
                  <a:schemeClr val="tx1"/>
                </a:solidFill>
                <a:latin typeface="Arial" charset="0"/>
                <a:ea typeface="ＭＳ Ｐゴシック" charset="-128"/>
                <a:cs typeface="ＭＳ Ｐゴシック" charset="-128"/>
              </a:rPr>
              <a:t>been listed as a requirement of cryptographic hash functions but is more or less implied.</a:t>
            </a:r>
          </a:p>
          <a:p>
            <a:r>
              <a:rPr lang="en-US" sz="1200" kern="1200" baseline="0" dirty="0" smtClean="0">
                <a:solidFill>
                  <a:schemeClr val="tx1"/>
                </a:solidFill>
                <a:latin typeface="Arial" charset="0"/>
                <a:ea typeface="ＭＳ Ｐゴシック" charset="-128"/>
                <a:cs typeface="ＭＳ Ｐゴシック" charset="-128"/>
              </a:rPr>
              <a:t>[JOHN05] points out that cryptographic hash functions are commonly used</a:t>
            </a:r>
          </a:p>
          <a:p>
            <a:r>
              <a:rPr lang="en-US" sz="1200" kern="1200" baseline="0" dirty="0" smtClean="0">
                <a:solidFill>
                  <a:schemeClr val="tx1"/>
                </a:solidFill>
                <a:latin typeface="Arial" charset="0"/>
                <a:ea typeface="ＭＳ Ｐゴシック" charset="-128"/>
                <a:cs typeface="ＭＳ Ｐゴシック" charset="-128"/>
              </a:rPr>
              <a:t>for key derivation and pseudorandom number generation, and that in message integrity</a:t>
            </a:r>
          </a:p>
          <a:p>
            <a:r>
              <a:rPr lang="en-US" sz="1200" kern="1200" baseline="0" dirty="0" smtClean="0">
                <a:solidFill>
                  <a:schemeClr val="tx1"/>
                </a:solidFill>
                <a:latin typeface="Arial" charset="0"/>
                <a:ea typeface="ＭＳ Ｐゴシック" charset="-128"/>
                <a:cs typeface="ＭＳ Ｐゴシック" charset="-128"/>
              </a:rPr>
              <a:t>applications, the three resistant properties depend on the output of the hash</a:t>
            </a:r>
          </a:p>
          <a:p>
            <a:r>
              <a:rPr lang="en-US" sz="1200" kern="1200" baseline="0" dirty="0" smtClean="0">
                <a:solidFill>
                  <a:schemeClr val="tx1"/>
                </a:solidFill>
                <a:latin typeface="Arial" charset="0"/>
                <a:ea typeface="ＭＳ Ｐゴシック" charset="-128"/>
                <a:cs typeface="ＭＳ Ｐゴシック" charset="-128"/>
              </a:rPr>
              <a:t>function appearing to be random. Thus, it makes sense to verify that in fact a given</a:t>
            </a:r>
          </a:p>
          <a:p>
            <a:r>
              <a:rPr lang="en-US" sz="1200" kern="1200" baseline="0" dirty="0" smtClean="0">
                <a:solidFill>
                  <a:schemeClr val="tx1"/>
                </a:solidFill>
                <a:latin typeface="Arial" charset="0"/>
                <a:ea typeface="ＭＳ Ｐゴシック" charset="-128"/>
                <a:cs typeface="ＭＳ Ｐゴシック" charset="-128"/>
              </a:rPr>
              <a:t>hash function produces pseudorandom output..</a:t>
            </a:r>
            <a:endParaRPr lang="en-AU" dirty="0" smtClean="0">
              <a:latin typeface="Arial" pitchFamily="-84" charset="0"/>
              <a:ea typeface="ＭＳ Ｐゴシック" pitchFamily="-84" charset="-128"/>
              <a:cs typeface="ＭＳ Ｐゴシック" pitchFamily="-84" charset="-128"/>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kern="1200" baseline="0" dirty="0" smtClean="0">
                <a:solidFill>
                  <a:schemeClr val="tx1"/>
                </a:solidFill>
                <a:latin typeface="Arial" charset="0"/>
                <a:ea typeface="ＭＳ Ｐゴシック" charset="-128"/>
                <a:cs typeface="ＭＳ Ｐゴシック" charset="-128"/>
              </a:rPr>
              <a:t> Figure 11.6 shows the relationships among the three resistant properties.</a:t>
            </a:r>
          </a:p>
          <a:p>
            <a:r>
              <a:rPr lang="en-US" sz="1200" kern="1200" baseline="0" dirty="0" smtClean="0">
                <a:solidFill>
                  <a:schemeClr val="tx1"/>
                </a:solidFill>
                <a:latin typeface="Arial" charset="0"/>
                <a:ea typeface="ＭＳ Ｐゴシック" charset="-128"/>
                <a:cs typeface="ＭＳ Ｐゴシック" charset="-128"/>
              </a:rPr>
              <a:t>A function that is collision resistant is also second preimage resistant, but the</a:t>
            </a:r>
          </a:p>
          <a:p>
            <a:r>
              <a:rPr lang="en-US" sz="1200" kern="1200" baseline="0" dirty="0" smtClean="0">
                <a:solidFill>
                  <a:schemeClr val="tx1"/>
                </a:solidFill>
                <a:latin typeface="Arial" charset="0"/>
                <a:ea typeface="ＭＳ Ｐゴシック" charset="-128"/>
                <a:cs typeface="ＭＳ Ｐゴシック" charset="-128"/>
              </a:rPr>
              <a:t>reverse is not necessarily true. A function can be collision resistant but not preimage</a:t>
            </a:r>
          </a:p>
          <a:p>
            <a:r>
              <a:rPr lang="en-US" sz="1200" kern="1200" baseline="0" dirty="0" smtClean="0">
                <a:solidFill>
                  <a:schemeClr val="tx1"/>
                </a:solidFill>
                <a:latin typeface="Arial" charset="0"/>
                <a:ea typeface="ＭＳ Ｐゴシック" charset="-128"/>
                <a:cs typeface="ＭＳ Ｐゴシック" charset="-128"/>
              </a:rPr>
              <a:t>resistant and vice versa. A function can be preimage resistant but not second</a:t>
            </a:r>
          </a:p>
          <a:p>
            <a:r>
              <a:rPr lang="en-US" sz="1200" kern="1200" baseline="0" dirty="0" smtClean="0">
                <a:solidFill>
                  <a:schemeClr val="tx1"/>
                </a:solidFill>
                <a:latin typeface="Arial" charset="0"/>
                <a:ea typeface="ＭＳ Ｐゴシック" charset="-128"/>
                <a:cs typeface="ＭＳ Ｐゴシック" charset="-128"/>
              </a:rPr>
              <a:t>preimage resistant and vice versa. See [MENE97] for a discussion.</a:t>
            </a:r>
            <a:endParaRPr lang="en-US" dirty="0"/>
          </a:p>
        </p:txBody>
      </p:sp>
      <p:sp>
        <p:nvSpPr>
          <p:cNvPr id="4" name="Slide Number Placeholder 3"/>
          <p:cNvSpPr>
            <a:spLocks noGrp="1"/>
          </p:cNvSpPr>
          <p:nvPr>
            <p:ph type="sldNum" sz="quarter" idx="10"/>
          </p:nvPr>
        </p:nvSpPr>
        <p:spPr/>
        <p:txBody>
          <a:bodyPr/>
          <a:lstStyle/>
          <a:p>
            <a:pPr>
              <a:defRPr/>
            </a:pPr>
            <a:fld id="{E83E65D8-9B49-EC43-BBB1-0F187E663737}" type="slidenum">
              <a:rPr lang="en-AU" smtClean="0"/>
              <a:pPr>
                <a:defRPr/>
              </a:pPr>
              <a:t>15</a:t>
            </a:fld>
            <a:endParaRPr lang="en-AU" dirty="0"/>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kern="1200" baseline="0" dirty="0" smtClean="0">
                <a:solidFill>
                  <a:schemeClr val="tx1"/>
                </a:solidFill>
                <a:latin typeface="Arial" charset="0"/>
                <a:ea typeface="ＭＳ Ｐゴシック" charset="-128"/>
                <a:cs typeface="ＭＳ Ｐゴシック" charset="-128"/>
              </a:rPr>
              <a:t> Table 11.2 shows the resistant properties required for various hash function</a:t>
            </a:r>
          </a:p>
          <a:p>
            <a:r>
              <a:rPr lang="en-US" sz="1200" kern="1200" baseline="0" dirty="0" smtClean="0">
                <a:solidFill>
                  <a:schemeClr val="tx1"/>
                </a:solidFill>
                <a:latin typeface="Arial" charset="0"/>
                <a:ea typeface="ＭＳ Ｐゴシック" charset="-128"/>
                <a:cs typeface="ＭＳ Ｐゴシック" charset="-128"/>
              </a:rPr>
              <a:t>applications.</a:t>
            </a:r>
            <a:endParaRPr lang="en-US" dirty="0"/>
          </a:p>
        </p:txBody>
      </p:sp>
      <p:sp>
        <p:nvSpPr>
          <p:cNvPr id="4" name="Slide Number Placeholder 3"/>
          <p:cNvSpPr>
            <a:spLocks noGrp="1"/>
          </p:cNvSpPr>
          <p:nvPr>
            <p:ph type="sldNum" sz="quarter" idx="10"/>
          </p:nvPr>
        </p:nvSpPr>
        <p:spPr/>
        <p:txBody>
          <a:bodyPr/>
          <a:lstStyle/>
          <a:p>
            <a:pPr>
              <a:defRPr/>
            </a:pPr>
            <a:fld id="{E83E65D8-9B49-EC43-BBB1-0F187E663737}" type="slidenum">
              <a:rPr lang="en-AU" smtClean="0"/>
              <a:pPr>
                <a:defRPr/>
              </a:pPr>
              <a:t>16</a:t>
            </a:fld>
            <a:endParaRPr lang="en-AU" dirty="0"/>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33794" name="Slide Image Placeholder 1"/>
          <p:cNvSpPr>
            <a:spLocks noGrp="1" noRot="1" noChangeAspect="1"/>
          </p:cNvSpPr>
          <p:nvPr>
            <p:ph type="sldImg"/>
          </p:nvPr>
        </p:nvSpPr>
        <p:spPr>
          <a:ln/>
        </p:spPr>
      </p:sp>
      <p:sp>
        <p:nvSpPr>
          <p:cNvPr id="33795" name="Notes Placeholder 2"/>
          <p:cNvSpPr>
            <a:spLocks noGrp="1"/>
          </p:cNvSpPr>
          <p:nvPr>
            <p:ph type="body" idx="1"/>
          </p:nvPr>
        </p:nvSpPr>
        <p:spPr>
          <a:xfrm>
            <a:off x="457200" y="4343400"/>
            <a:ext cx="6019800" cy="4341813"/>
          </a:xfrm>
          <a:noFill/>
          <a:ln/>
        </p:spPr>
        <p:txBody>
          <a:bodyPr/>
          <a:lstStyle/>
          <a:p>
            <a:r>
              <a:rPr lang="en-US" sz="1200" kern="1200" baseline="0" dirty="0" smtClean="0">
                <a:solidFill>
                  <a:schemeClr val="tx1"/>
                </a:solidFill>
                <a:latin typeface="Arial" charset="0"/>
                <a:ea typeface="ＭＳ Ｐゴシック" charset="-128"/>
                <a:cs typeface="ＭＳ Ｐゴシック" charset="-128"/>
              </a:rPr>
              <a:t> As with encryption algorithms, there are two categories of attacks on hash</a:t>
            </a:r>
          </a:p>
          <a:p>
            <a:r>
              <a:rPr lang="en-US" sz="1200" kern="1200" baseline="0" dirty="0" smtClean="0">
                <a:solidFill>
                  <a:schemeClr val="tx1"/>
                </a:solidFill>
                <a:latin typeface="Arial" charset="0"/>
                <a:ea typeface="ＭＳ Ｐゴシック" charset="-128"/>
                <a:cs typeface="ＭＳ Ｐゴシック" charset="-128"/>
              </a:rPr>
              <a:t>functions: brute-force attacks and cryptanalysis. A brute-force attack does not depend</a:t>
            </a:r>
          </a:p>
          <a:p>
            <a:r>
              <a:rPr lang="en-US" sz="1200" kern="1200" baseline="0" dirty="0" smtClean="0">
                <a:solidFill>
                  <a:schemeClr val="tx1"/>
                </a:solidFill>
                <a:latin typeface="Arial" charset="0"/>
                <a:ea typeface="ＭＳ Ｐゴシック" charset="-128"/>
                <a:cs typeface="ＭＳ Ｐゴシック" charset="-128"/>
              </a:rPr>
              <a:t>on the specific algorithm but depends only on bit length. In the case of a hash</a:t>
            </a:r>
          </a:p>
          <a:p>
            <a:r>
              <a:rPr lang="en-US" sz="1200" kern="1200" baseline="0" dirty="0" smtClean="0">
                <a:solidFill>
                  <a:schemeClr val="tx1"/>
                </a:solidFill>
                <a:latin typeface="Arial" charset="0"/>
                <a:ea typeface="ＭＳ Ｐゴシック" charset="-128"/>
                <a:cs typeface="ＭＳ Ｐゴシック" charset="-128"/>
              </a:rPr>
              <a:t>function, a brute-force attack depends only on the bit length of the hash value. A</a:t>
            </a:r>
          </a:p>
          <a:p>
            <a:r>
              <a:rPr lang="en-US" sz="1200" kern="1200" baseline="0" dirty="0" smtClean="0">
                <a:solidFill>
                  <a:schemeClr val="tx1"/>
                </a:solidFill>
                <a:latin typeface="Arial" charset="0"/>
                <a:ea typeface="ＭＳ Ｐゴシック" charset="-128"/>
                <a:cs typeface="ＭＳ Ｐゴシック" charset="-128"/>
              </a:rPr>
              <a:t>cryptanalysis, in contrast, is an attack based on weaknesses in a particular cryptographic</a:t>
            </a:r>
          </a:p>
          <a:p>
            <a:r>
              <a:rPr lang="en-US" sz="1200" kern="1200" baseline="0" dirty="0" smtClean="0">
                <a:solidFill>
                  <a:schemeClr val="tx1"/>
                </a:solidFill>
                <a:latin typeface="Arial" charset="0"/>
                <a:ea typeface="ＭＳ Ｐゴシック" charset="-128"/>
                <a:cs typeface="ＭＳ Ｐゴシック" charset="-128"/>
              </a:rPr>
              <a:t>algorithm. </a:t>
            </a:r>
          </a:p>
          <a:p>
            <a:endParaRPr lang="en-US" sz="1200" kern="1200" baseline="0" dirty="0" smtClean="0">
              <a:solidFill>
                <a:schemeClr val="tx1"/>
              </a:solidFill>
              <a:latin typeface="Arial" charset="0"/>
              <a:ea typeface="ＭＳ Ｐゴシック" charset="-128"/>
              <a:cs typeface="ＭＳ Ｐゴシック" charset="-128"/>
            </a:endParaRPr>
          </a:p>
          <a:p>
            <a:endParaRPr lang="en-US" sz="1200" kern="1200" baseline="0" dirty="0" smtClean="0">
              <a:solidFill>
                <a:schemeClr val="tx1"/>
              </a:solidFill>
              <a:latin typeface="Arial" charset="0"/>
              <a:ea typeface="ＭＳ Ｐゴシック" charset="-128"/>
              <a:cs typeface="ＭＳ Ｐゴシック" charset="-128"/>
            </a:endParaRPr>
          </a:p>
          <a:p>
            <a:endParaRPr lang="en-US" sz="1200" kern="1200" baseline="0" dirty="0" smtClean="0">
              <a:solidFill>
                <a:schemeClr val="tx1"/>
              </a:solidFill>
              <a:latin typeface="Arial" charset="0"/>
              <a:ea typeface="ＭＳ Ｐゴシック" charset="-128"/>
              <a:cs typeface="ＭＳ Ｐゴシック" charset="-128"/>
            </a:endParaRPr>
          </a:p>
          <a:p>
            <a:endParaRPr lang="en-US" dirty="0" smtClean="0">
              <a:latin typeface="Arial" pitchFamily="-84" charset="0"/>
              <a:ea typeface="ＭＳ Ｐゴシック" pitchFamily="-84" charset="-128"/>
              <a:cs typeface="ＭＳ Ｐゴシック" pitchFamily="-84" charset="-128"/>
            </a:endParaRPr>
          </a:p>
        </p:txBody>
      </p:sp>
      <p:sp>
        <p:nvSpPr>
          <p:cNvPr id="33796" name="Slide Number Placeholder 3"/>
          <p:cNvSpPr>
            <a:spLocks noGrp="1"/>
          </p:cNvSpPr>
          <p:nvPr>
            <p:ph type="sldNum" sz="quarter" idx="5"/>
          </p:nvPr>
        </p:nvSpPr>
        <p:spPr>
          <a:noFill/>
        </p:spPr>
        <p:txBody>
          <a:bodyPr/>
          <a:lstStyle/>
          <a:p>
            <a:fld id="{56DF2600-5D05-8E4F-A181-08737FF03C5F}" type="slidenum">
              <a:rPr lang="en-AU" smtClean="0">
                <a:latin typeface="Arial" pitchFamily="-84" charset="0"/>
              </a:rPr>
              <a:pPr/>
              <a:t>17</a:t>
            </a:fld>
            <a:endParaRPr lang="en-AU" dirty="0" smtClean="0">
              <a:latin typeface="Arial" pitchFamily="-84" charset="0"/>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35842" name="Rectangle 7"/>
          <p:cNvSpPr>
            <a:spLocks noGrp="1" noChangeArrowheads="1"/>
          </p:cNvSpPr>
          <p:nvPr>
            <p:ph type="sldNum" sz="quarter" idx="5"/>
          </p:nvPr>
        </p:nvSpPr>
        <p:spPr>
          <a:noFill/>
        </p:spPr>
        <p:txBody>
          <a:bodyPr/>
          <a:lstStyle/>
          <a:p>
            <a:fld id="{C27248A7-0C3D-BE42-AD30-26B10311FFD1}" type="slidenum">
              <a:rPr lang="en-AU">
                <a:latin typeface="Arial" pitchFamily="-84" charset="0"/>
              </a:rPr>
              <a:pPr/>
              <a:t>18</a:t>
            </a:fld>
            <a:endParaRPr lang="en-AU" dirty="0">
              <a:latin typeface="Arial" pitchFamily="-84" charset="0"/>
            </a:endParaRPr>
          </a:p>
        </p:txBody>
      </p:sp>
      <p:sp>
        <p:nvSpPr>
          <p:cNvPr id="35843" name="Rectangle 2"/>
          <p:cNvSpPr>
            <a:spLocks noGrp="1" noRot="1" noChangeAspect="1" noChangeArrowheads="1" noTextEdit="1"/>
          </p:cNvSpPr>
          <p:nvPr>
            <p:ph type="sldImg"/>
          </p:nvPr>
        </p:nvSpPr>
        <p:spPr>
          <a:ln/>
        </p:spPr>
      </p:sp>
      <p:sp>
        <p:nvSpPr>
          <p:cNvPr id="35844" name="Rectangle 3"/>
          <p:cNvSpPr>
            <a:spLocks noGrp="1" noChangeArrowheads="1"/>
          </p:cNvSpPr>
          <p:nvPr>
            <p:ph type="body" idx="1"/>
          </p:nvPr>
        </p:nvSpPr>
        <p:spPr>
          <a:noFill/>
          <a:ln/>
        </p:spPr>
        <p:txBody>
          <a:bodyPr/>
          <a:lstStyle/>
          <a:p>
            <a:r>
              <a:rPr lang="en-US" sz="1200" kern="1200" baseline="0" dirty="0" smtClean="0">
                <a:solidFill>
                  <a:schemeClr val="tx1"/>
                </a:solidFill>
                <a:latin typeface="Arial" charset="0"/>
                <a:ea typeface="ＭＳ Ｐゴシック" charset="-128"/>
                <a:cs typeface="ＭＳ Ｐゴシック" charset="-128"/>
              </a:rPr>
              <a:t>For a collision resistant attack, an adversary wishes</a:t>
            </a:r>
          </a:p>
          <a:p>
            <a:r>
              <a:rPr lang="en-US" sz="1200" kern="1200" baseline="0" dirty="0" smtClean="0">
                <a:solidFill>
                  <a:schemeClr val="tx1"/>
                </a:solidFill>
                <a:latin typeface="Arial" charset="0"/>
                <a:ea typeface="ＭＳ Ｐゴシック" charset="-128"/>
                <a:cs typeface="ＭＳ Ｐゴシック" charset="-128"/>
              </a:rPr>
              <a:t>to find two messages or data blocks,</a:t>
            </a:r>
            <a:r>
              <a:rPr lang="en-US" sz="1200" i="1" kern="1200" baseline="0" dirty="0" smtClean="0">
                <a:solidFill>
                  <a:schemeClr val="tx1"/>
                </a:solidFill>
                <a:latin typeface="Arial" charset="0"/>
                <a:ea typeface="ＭＳ Ｐゴシック" charset="-128"/>
                <a:cs typeface="ＭＳ Ｐゴシック" charset="-128"/>
              </a:rPr>
              <a:t> </a:t>
            </a:r>
            <a:r>
              <a:rPr lang="en-US" sz="1200" i="1" kern="1200" baseline="0" dirty="0" err="1" smtClean="0">
                <a:solidFill>
                  <a:schemeClr val="tx1"/>
                </a:solidFill>
                <a:latin typeface="Arial" charset="0"/>
                <a:ea typeface="ＭＳ Ｐゴシック" charset="-128"/>
                <a:cs typeface="ＭＳ Ｐゴシック" charset="-128"/>
              </a:rPr>
              <a:t>x</a:t>
            </a:r>
            <a:r>
              <a:rPr lang="en-US" sz="1200" i="1" kern="1200" baseline="0" dirty="0" smtClean="0">
                <a:solidFill>
                  <a:schemeClr val="tx1"/>
                </a:solidFill>
                <a:latin typeface="Arial" charset="0"/>
                <a:ea typeface="ＭＳ Ｐゴシック" charset="-128"/>
                <a:cs typeface="ＭＳ Ｐゴシック" charset="-128"/>
              </a:rPr>
              <a:t>  </a:t>
            </a:r>
            <a:r>
              <a:rPr lang="en-US" sz="1200" kern="1200" baseline="0" dirty="0" smtClean="0">
                <a:solidFill>
                  <a:schemeClr val="tx1"/>
                </a:solidFill>
                <a:latin typeface="Arial" charset="0"/>
                <a:ea typeface="ＭＳ Ｐゴシック" charset="-128"/>
                <a:cs typeface="ＭＳ Ｐゴシック" charset="-128"/>
              </a:rPr>
              <a:t>and </a:t>
            </a:r>
            <a:r>
              <a:rPr lang="en-US" sz="1200" i="1" kern="1200" baseline="0" dirty="0" err="1" smtClean="0">
                <a:solidFill>
                  <a:schemeClr val="tx1"/>
                </a:solidFill>
                <a:latin typeface="Arial" charset="0"/>
                <a:ea typeface="ＭＳ Ｐゴシック" charset="-128"/>
                <a:cs typeface="ＭＳ Ｐゴシック" charset="-128"/>
              </a:rPr>
              <a:t>y</a:t>
            </a:r>
            <a:r>
              <a:rPr lang="en-US" sz="1200" kern="1200" baseline="0" dirty="0" smtClean="0">
                <a:solidFill>
                  <a:schemeClr val="tx1"/>
                </a:solidFill>
                <a:latin typeface="Arial" charset="0"/>
                <a:ea typeface="ＭＳ Ｐゴシック" charset="-128"/>
                <a:cs typeface="ＭＳ Ｐゴシック" charset="-128"/>
              </a:rPr>
              <a:t> , that yield the same hash function:</a:t>
            </a:r>
          </a:p>
          <a:p>
            <a:r>
              <a:rPr lang="en-US" sz="1200" kern="1200" baseline="0" dirty="0" err="1" smtClean="0">
                <a:solidFill>
                  <a:schemeClr val="tx1"/>
                </a:solidFill>
                <a:latin typeface="Arial" charset="0"/>
                <a:ea typeface="ＭＳ Ｐゴシック" charset="-128"/>
                <a:cs typeface="ＭＳ Ｐゴシック" charset="-128"/>
              </a:rPr>
              <a:t>H(</a:t>
            </a:r>
            <a:r>
              <a:rPr lang="en-US" sz="1200" i="1" kern="1200" baseline="0" dirty="0" err="1" smtClean="0">
                <a:solidFill>
                  <a:schemeClr val="tx1"/>
                </a:solidFill>
                <a:latin typeface="Arial" charset="0"/>
                <a:ea typeface="ＭＳ Ｐゴシック" charset="-128"/>
                <a:cs typeface="ＭＳ Ｐゴシック" charset="-128"/>
              </a:rPr>
              <a:t>x</a:t>
            </a:r>
            <a:r>
              <a:rPr lang="en-US" sz="1200" kern="1200" baseline="0" dirty="0" smtClean="0">
                <a:solidFill>
                  <a:schemeClr val="tx1"/>
                </a:solidFill>
                <a:latin typeface="Arial" charset="0"/>
                <a:ea typeface="ＭＳ Ｐゴシック" charset="-128"/>
                <a:cs typeface="ＭＳ Ｐゴシック" charset="-128"/>
              </a:rPr>
              <a:t>) =  </a:t>
            </a:r>
            <a:r>
              <a:rPr lang="en-US" sz="1200" kern="1200" baseline="0" dirty="0" err="1" smtClean="0">
                <a:solidFill>
                  <a:schemeClr val="tx1"/>
                </a:solidFill>
                <a:latin typeface="Arial" charset="0"/>
                <a:ea typeface="ＭＳ Ｐゴシック" charset="-128"/>
                <a:cs typeface="ＭＳ Ｐゴシック" charset="-128"/>
              </a:rPr>
              <a:t>H(</a:t>
            </a:r>
            <a:r>
              <a:rPr lang="en-US" sz="1200" i="1" kern="1200" baseline="0" dirty="0" err="1" smtClean="0">
                <a:solidFill>
                  <a:schemeClr val="tx1"/>
                </a:solidFill>
                <a:latin typeface="Arial" charset="0"/>
                <a:ea typeface="ＭＳ Ｐゴシック" charset="-128"/>
                <a:cs typeface="ＭＳ Ｐゴシック" charset="-128"/>
              </a:rPr>
              <a:t>y</a:t>
            </a:r>
            <a:r>
              <a:rPr lang="en-US" sz="1200" kern="1200" baseline="0" dirty="0" smtClean="0">
                <a:solidFill>
                  <a:schemeClr val="tx1"/>
                </a:solidFill>
                <a:latin typeface="Arial" charset="0"/>
                <a:ea typeface="ＭＳ Ｐゴシック" charset="-128"/>
                <a:cs typeface="ＭＳ Ｐゴシック" charset="-128"/>
              </a:rPr>
              <a:t>). This turns out to require considerably less effort than a </a:t>
            </a:r>
            <a:r>
              <a:rPr lang="en-US" sz="1200" kern="1200" baseline="0" dirty="0" err="1" smtClean="0">
                <a:solidFill>
                  <a:schemeClr val="tx1"/>
                </a:solidFill>
                <a:latin typeface="Arial" charset="0"/>
                <a:ea typeface="ＭＳ Ｐゴシック" charset="-128"/>
                <a:cs typeface="ＭＳ Ｐゴシック" charset="-128"/>
              </a:rPr>
              <a:t>preimage</a:t>
            </a:r>
            <a:r>
              <a:rPr lang="en-US" sz="1200" kern="1200" baseline="0" dirty="0" smtClean="0">
                <a:solidFill>
                  <a:schemeClr val="tx1"/>
                </a:solidFill>
                <a:latin typeface="Arial" charset="0"/>
                <a:ea typeface="ＭＳ Ｐゴシック" charset="-128"/>
                <a:cs typeface="ＭＳ Ｐゴシック" charset="-128"/>
              </a:rPr>
              <a:t> or</a:t>
            </a:r>
          </a:p>
          <a:p>
            <a:r>
              <a:rPr lang="en-US" sz="1200" kern="1200" baseline="0" dirty="0" smtClean="0">
                <a:solidFill>
                  <a:schemeClr val="tx1"/>
                </a:solidFill>
                <a:latin typeface="Arial" charset="0"/>
                <a:ea typeface="ＭＳ Ｐゴシック" charset="-128"/>
                <a:cs typeface="ＭＳ Ｐゴシック" charset="-128"/>
              </a:rPr>
              <a:t>second </a:t>
            </a:r>
            <a:r>
              <a:rPr lang="en-US" sz="1200" kern="1200" baseline="0" dirty="0" err="1" smtClean="0">
                <a:solidFill>
                  <a:schemeClr val="tx1"/>
                </a:solidFill>
                <a:latin typeface="Arial" charset="0"/>
                <a:ea typeface="ＭＳ Ｐゴシック" charset="-128"/>
                <a:cs typeface="ＭＳ Ｐゴシック" charset="-128"/>
              </a:rPr>
              <a:t>preimage</a:t>
            </a:r>
            <a:r>
              <a:rPr lang="en-US" sz="1200" kern="1200" baseline="0" dirty="0" smtClean="0">
                <a:solidFill>
                  <a:schemeClr val="tx1"/>
                </a:solidFill>
                <a:latin typeface="Arial" charset="0"/>
                <a:ea typeface="ＭＳ Ｐゴシック" charset="-128"/>
                <a:cs typeface="ＭＳ Ｐゴシック" charset="-128"/>
              </a:rPr>
              <a:t> attack. The effort required is explained by a mathematical result</a:t>
            </a:r>
          </a:p>
          <a:p>
            <a:r>
              <a:rPr lang="en-US" sz="1200" kern="1200" baseline="0" dirty="0" smtClean="0">
                <a:solidFill>
                  <a:schemeClr val="tx1"/>
                </a:solidFill>
                <a:latin typeface="Arial" charset="0"/>
                <a:ea typeface="ＭＳ Ｐゴシック" charset="-128"/>
                <a:cs typeface="ＭＳ Ｐゴシック" charset="-128"/>
              </a:rPr>
              <a:t>referred to as the </a:t>
            </a:r>
            <a:r>
              <a:rPr lang="en-US" sz="1200" b="1" kern="1200" baseline="0" dirty="0" smtClean="0">
                <a:solidFill>
                  <a:schemeClr val="tx1"/>
                </a:solidFill>
                <a:latin typeface="Arial" charset="0"/>
                <a:ea typeface="ＭＳ Ｐゴシック" charset="-128"/>
                <a:cs typeface="ＭＳ Ｐゴシック" charset="-128"/>
              </a:rPr>
              <a:t>birthday paradox</a:t>
            </a:r>
            <a:r>
              <a:rPr lang="en-US" sz="1200" kern="1200" baseline="0" dirty="0" smtClean="0">
                <a:solidFill>
                  <a:schemeClr val="tx1"/>
                </a:solidFill>
                <a:latin typeface="Arial" charset="0"/>
                <a:ea typeface="ＭＳ Ｐゴシック" charset="-128"/>
                <a:cs typeface="ＭＳ Ｐゴシック" charset="-128"/>
              </a:rPr>
              <a:t>. In essence, if we choose random variables from</a:t>
            </a:r>
          </a:p>
          <a:p>
            <a:r>
              <a:rPr lang="en-US" sz="1200" kern="1200" baseline="0" dirty="0" smtClean="0">
                <a:solidFill>
                  <a:schemeClr val="tx1"/>
                </a:solidFill>
                <a:latin typeface="Arial" charset="0"/>
                <a:ea typeface="ＭＳ Ｐゴシック" charset="-128"/>
                <a:cs typeface="ＭＳ Ｐゴシック" charset="-128"/>
              </a:rPr>
              <a:t>a uniform distribution in the range 0 through N -  1, then the probability that a</a:t>
            </a:r>
          </a:p>
          <a:p>
            <a:r>
              <a:rPr lang="en-US" sz="1200" kern="1200" baseline="0" dirty="0" smtClean="0">
                <a:solidFill>
                  <a:schemeClr val="tx1"/>
                </a:solidFill>
                <a:latin typeface="Arial" charset="0"/>
                <a:ea typeface="ＭＳ Ｐゴシック" charset="-128"/>
                <a:cs typeface="ＭＳ Ｐゴシック" charset="-128"/>
              </a:rPr>
              <a:t>repeated element is encountered exceeds 0.5 after √</a:t>
            </a:r>
            <a:r>
              <a:rPr lang="en-US" sz="1200" b="0" kern="1200" baseline="0" dirty="0" smtClean="0">
                <a:solidFill>
                  <a:schemeClr val="tx1"/>
                </a:solidFill>
                <a:latin typeface="Arial" charset="0"/>
                <a:ea typeface="ＭＳ Ｐゴシック" charset="-128"/>
                <a:cs typeface="ＭＳ Ｐゴシック" charset="-128"/>
              </a:rPr>
              <a:t>N  choices have been made.</a:t>
            </a:r>
          </a:p>
          <a:p>
            <a:r>
              <a:rPr lang="en-US" sz="1200" kern="1200" baseline="0" dirty="0" smtClean="0">
                <a:solidFill>
                  <a:schemeClr val="tx1"/>
                </a:solidFill>
                <a:latin typeface="Arial" charset="0"/>
                <a:ea typeface="ＭＳ Ｐゴシック" charset="-128"/>
                <a:cs typeface="ＭＳ Ｐゴシック" charset="-128"/>
              </a:rPr>
              <a:t>Thus, for an </a:t>
            </a:r>
            <a:r>
              <a:rPr lang="en-US" sz="1200" i="1" kern="1200" baseline="0" dirty="0" err="1" smtClean="0">
                <a:solidFill>
                  <a:schemeClr val="tx1"/>
                </a:solidFill>
                <a:latin typeface="Arial" charset="0"/>
                <a:ea typeface="ＭＳ Ｐゴシック" charset="-128"/>
                <a:cs typeface="ＭＳ Ｐゴシック" charset="-128"/>
              </a:rPr>
              <a:t>m</a:t>
            </a:r>
            <a:r>
              <a:rPr lang="en-US" sz="1200" kern="1200" baseline="0" dirty="0" smtClean="0">
                <a:solidFill>
                  <a:schemeClr val="tx1"/>
                </a:solidFill>
                <a:latin typeface="Arial" charset="0"/>
                <a:ea typeface="ＭＳ Ｐゴシック" charset="-128"/>
                <a:cs typeface="ＭＳ Ｐゴシック" charset="-128"/>
              </a:rPr>
              <a:t>-bit hash value, if we pick data blocks at random, we can expect to</a:t>
            </a:r>
          </a:p>
          <a:p>
            <a:r>
              <a:rPr lang="en-US" sz="1200" kern="1200" baseline="0" dirty="0" smtClean="0">
                <a:solidFill>
                  <a:schemeClr val="tx1"/>
                </a:solidFill>
                <a:latin typeface="Arial" charset="0"/>
                <a:ea typeface="ＭＳ Ｐゴシック" charset="-128"/>
                <a:cs typeface="ＭＳ Ｐゴシック" charset="-128"/>
              </a:rPr>
              <a:t>find two data blocks with the same hash value within √</a:t>
            </a:r>
            <a:r>
              <a:rPr lang="en-US" sz="1200" b="0" kern="1200" baseline="0" dirty="0" smtClean="0">
                <a:solidFill>
                  <a:schemeClr val="tx1"/>
                </a:solidFill>
                <a:latin typeface="Arial" charset="0"/>
                <a:ea typeface="ＭＳ Ｐゴシック" charset="-128"/>
                <a:cs typeface="ＭＳ Ｐゴシック" charset="-128"/>
              </a:rPr>
              <a:t>2</a:t>
            </a:r>
            <a:r>
              <a:rPr lang="en-US" sz="1200" b="0" kern="1200" baseline="30000" dirty="0" smtClean="0">
                <a:solidFill>
                  <a:schemeClr val="tx1"/>
                </a:solidFill>
                <a:latin typeface="Arial" charset="0"/>
                <a:ea typeface="ＭＳ Ｐゴシック" charset="-128"/>
                <a:cs typeface="ＭＳ Ｐゴシック" charset="-128"/>
              </a:rPr>
              <a:t>m</a:t>
            </a:r>
            <a:r>
              <a:rPr lang="en-US" sz="1200" b="0" kern="1200" baseline="0" dirty="0" smtClean="0">
                <a:solidFill>
                  <a:schemeClr val="tx1"/>
                </a:solidFill>
                <a:latin typeface="Arial" charset="0"/>
                <a:ea typeface="ＭＳ Ｐゴシック" charset="-128"/>
                <a:cs typeface="ＭＳ Ｐゴシック" charset="-128"/>
              </a:rPr>
              <a:t> =  2</a:t>
            </a:r>
            <a:r>
              <a:rPr lang="en-US" sz="1200" b="0" kern="1200" baseline="30000" dirty="0" smtClean="0">
                <a:solidFill>
                  <a:schemeClr val="tx1"/>
                </a:solidFill>
                <a:latin typeface="Arial" charset="0"/>
                <a:ea typeface="ＭＳ Ｐゴシック" charset="-128"/>
                <a:cs typeface="ＭＳ Ｐゴシック" charset="-128"/>
              </a:rPr>
              <a:t>m/2  </a:t>
            </a:r>
            <a:r>
              <a:rPr lang="en-US" sz="1200" b="0" kern="1200" baseline="0" dirty="0" smtClean="0">
                <a:solidFill>
                  <a:schemeClr val="tx1"/>
                </a:solidFill>
                <a:latin typeface="Arial" charset="0"/>
                <a:ea typeface="ＭＳ Ｐゴシック" charset="-128"/>
                <a:cs typeface="ＭＳ Ｐゴシック" charset="-128"/>
              </a:rPr>
              <a:t>attempts. The</a:t>
            </a:r>
          </a:p>
          <a:p>
            <a:r>
              <a:rPr lang="en-US" sz="1200" kern="1200" baseline="0" dirty="0" smtClean="0">
                <a:solidFill>
                  <a:schemeClr val="tx1"/>
                </a:solidFill>
                <a:latin typeface="Arial" charset="0"/>
                <a:ea typeface="ＭＳ Ｐゴシック" charset="-128"/>
                <a:cs typeface="ＭＳ Ｐゴシック" charset="-128"/>
              </a:rPr>
              <a:t>mathematical derivation of this result is found in Appendix U.</a:t>
            </a:r>
          </a:p>
          <a:p>
            <a:endParaRPr lang="en-US" sz="1200" kern="1200" baseline="0" dirty="0" smtClean="0">
              <a:solidFill>
                <a:schemeClr val="tx1"/>
              </a:solidFill>
              <a:latin typeface="Arial" charset="0"/>
              <a:ea typeface="ＭＳ Ｐゴシック" charset="-128"/>
              <a:cs typeface="ＭＳ Ｐゴシック" charset="-128"/>
            </a:endParaRPr>
          </a:p>
          <a:p>
            <a:r>
              <a:rPr lang="en-US" sz="1200" kern="1200" baseline="0" dirty="0" smtClean="0">
                <a:solidFill>
                  <a:schemeClr val="tx1"/>
                </a:solidFill>
                <a:latin typeface="Arial" charset="0"/>
                <a:ea typeface="ＭＳ Ｐゴシック" charset="-128"/>
                <a:cs typeface="ＭＳ Ｐゴシック" charset="-128"/>
              </a:rPr>
              <a:t> Yuval proposed the following strategy to exploit the birthday paradox in a</a:t>
            </a:r>
          </a:p>
          <a:p>
            <a:r>
              <a:rPr lang="en-US" sz="1200" kern="1200" baseline="0" dirty="0" smtClean="0">
                <a:solidFill>
                  <a:schemeClr val="tx1"/>
                </a:solidFill>
                <a:latin typeface="Arial" charset="0"/>
                <a:ea typeface="ＭＳ Ｐゴシック" charset="-128"/>
                <a:cs typeface="ＭＳ Ｐゴシック" charset="-128"/>
              </a:rPr>
              <a:t>Collision resistant attack [YUVA79].</a:t>
            </a:r>
          </a:p>
          <a:p>
            <a:endParaRPr lang="en-US" sz="1200" kern="1200" baseline="0" dirty="0" smtClean="0">
              <a:solidFill>
                <a:schemeClr val="tx1"/>
              </a:solidFill>
              <a:latin typeface="Arial" charset="0"/>
              <a:ea typeface="ＭＳ Ｐゴシック" charset="-128"/>
              <a:cs typeface="ＭＳ Ｐゴシック" charset="-128"/>
            </a:endParaRPr>
          </a:p>
          <a:p>
            <a:pPr marL="228600" indent="-228600">
              <a:buAutoNum type="arabicPeriod"/>
            </a:pPr>
            <a:r>
              <a:rPr lang="en-US" sz="1200" kern="1200" baseline="0" dirty="0" smtClean="0">
                <a:solidFill>
                  <a:schemeClr val="tx1"/>
                </a:solidFill>
                <a:latin typeface="Arial" charset="0"/>
                <a:ea typeface="ＭＳ Ｐゴシック" charset="-128"/>
                <a:cs typeface="ＭＳ Ｐゴシック" charset="-128"/>
              </a:rPr>
              <a:t>The source, A, is prepared to sign a legitimate message </a:t>
            </a:r>
            <a:r>
              <a:rPr lang="en-US" sz="1200" kern="1200" baseline="0" dirty="0" err="1" smtClean="0">
                <a:solidFill>
                  <a:schemeClr val="tx1"/>
                </a:solidFill>
                <a:latin typeface="Arial" charset="0"/>
                <a:ea typeface="ＭＳ Ｐゴシック" charset="-128"/>
                <a:cs typeface="ＭＳ Ｐゴシック" charset="-128"/>
              </a:rPr>
              <a:t>x</a:t>
            </a:r>
            <a:r>
              <a:rPr lang="en-US" sz="1200" kern="1200" baseline="0" dirty="0" smtClean="0">
                <a:solidFill>
                  <a:schemeClr val="tx1"/>
                </a:solidFill>
                <a:latin typeface="Arial" charset="0"/>
                <a:ea typeface="ＭＳ Ｐゴシック" charset="-128"/>
                <a:cs typeface="ＭＳ Ｐゴシック" charset="-128"/>
              </a:rPr>
              <a:t> by appending the appropriate </a:t>
            </a:r>
            <a:r>
              <a:rPr lang="en-US" sz="1200" kern="1200" baseline="0" dirty="0" err="1" smtClean="0">
                <a:solidFill>
                  <a:schemeClr val="tx1"/>
                </a:solidFill>
                <a:latin typeface="Arial" charset="0"/>
                <a:ea typeface="ＭＳ Ｐゴシック" charset="-128"/>
                <a:cs typeface="ＭＳ Ｐゴシック" charset="-128"/>
              </a:rPr>
              <a:t>m</a:t>
            </a:r>
            <a:r>
              <a:rPr lang="en-US" sz="1200" kern="1200" baseline="0" dirty="0" smtClean="0">
                <a:solidFill>
                  <a:schemeClr val="tx1"/>
                </a:solidFill>
                <a:latin typeface="Arial" charset="0"/>
                <a:ea typeface="ＭＳ Ｐゴシック" charset="-128"/>
                <a:cs typeface="ＭＳ Ｐゴシック" charset="-128"/>
              </a:rPr>
              <a:t>-bit hash code and encrypting that hash code with A’s private key (Figure 11.4a).</a:t>
            </a:r>
          </a:p>
          <a:p>
            <a:pPr marL="228600" indent="-228600">
              <a:buAutoNum type="arabicPeriod"/>
            </a:pPr>
            <a:endParaRPr lang="en-US" sz="1200" kern="1200" baseline="0" dirty="0" smtClean="0">
              <a:solidFill>
                <a:schemeClr val="tx1"/>
              </a:solidFill>
              <a:latin typeface="Arial" charset="0"/>
              <a:ea typeface="ＭＳ Ｐゴシック" charset="-128"/>
              <a:cs typeface="ＭＳ Ｐゴシック" charset="-128"/>
            </a:endParaRPr>
          </a:p>
          <a:p>
            <a:r>
              <a:rPr lang="en-US" sz="1200" kern="1200" baseline="0" dirty="0" smtClean="0">
                <a:solidFill>
                  <a:schemeClr val="tx1"/>
                </a:solidFill>
                <a:latin typeface="Arial" charset="0"/>
                <a:ea typeface="ＭＳ Ｐゴシック" charset="-128"/>
                <a:cs typeface="ＭＳ Ｐゴシック" charset="-128"/>
              </a:rPr>
              <a:t>2.  The opponent generates 2</a:t>
            </a:r>
            <a:r>
              <a:rPr lang="en-US" sz="1200" kern="1200" baseline="30000" dirty="0" smtClean="0">
                <a:solidFill>
                  <a:schemeClr val="tx1"/>
                </a:solidFill>
                <a:latin typeface="Arial" charset="0"/>
                <a:ea typeface="ＭＳ Ｐゴシック" charset="-128"/>
                <a:cs typeface="ＭＳ Ｐゴシック" charset="-128"/>
              </a:rPr>
              <a:t>m/2  </a:t>
            </a:r>
            <a:r>
              <a:rPr lang="en-US" sz="1200" kern="1200" baseline="0" dirty="0" smtClean="0">
                <a:solidFill>
                  <a:schemeClr val="tx1"/>
                </a:solidFill>
                <a:latin typeface="Arial" charset="0"/>
                <a:ea typeface="ＭＳ Ｐゴシック" charset="-128"/>
                <a:cs typeface="ＭＳ Ｐゴシック" charset="-128"/>
              </a:rPr>
              <a:t>variations </a:t>
            </a:r>
            <a:r>
              <a:rPr lang="en-US" sz="1200" kern="1200" baseline="0" dirty="0" err="1" smtClean="0">
                <a:solidFill>
                  <a:schemeClr val="tx1"/>
                </a:solidFill>
                <a:latin typeface="Arial" charset="0"/>
                <a:ea typeface="ＭＳ Ｐゴシック" charset="-128"/>
                <a:cs typeface="ＭＳ Ｐゴシック" charset="-128"/>
              </a:rPr>
              <a:t>x</a:t>
            </a:r>
            <a:r>
              <a:rPr lang="en-US" sz="1200" kern="1200" baseline="0" dirty="0" smtClean="0">
                <a:solidFill>
                  <a:schemeClr val="tx1"/>
                </a:solidFill>
                <a:latin typeface="Arial" charset="0"/>
                <a:ea typeface="ＭＳ Ｐゴシック" charset="-128"/>
                <a:cs typeface="ＭＳ Ｐゴシック" charset="-128"/>
              </a:rPr>
              <a:t>’ of </a:t>
            </a:r>
            <a:r>
              <a:rPr lang="en-US" sz="1200" kern="1200" baseline="0" dirty="0" err="1" smtClean="0">
                <a:solidFill>
                  <a:schemeClr val="tx1"/>
                </a:solidFill>
                <a:latin typeface="Arial" charset="0"/>
                <a:ea typeface="ＭＳ Ｐゴシック" charset="-128"/>
                <a:cs typeface="ＭＳ Ｐゴシック" charset="-128"/>
              </a:rPr>
              <a:t>x</a:t>
            </a:r>
            <a:r>
              <a:rPr lang="en-US" sz="1200" kern="1200" baseline="0" dirty="0" smtClean="0">
                <a:solidFill>
                  <a:schemeClr val="tx1"/>
                </a:solidFill>
                <a:latin typeface="Arial" charset="0"/>
                <a:ea typeface="ＭＳ Ｐゴシック" charset="-128"/>
                <a:cs typeface="ＭＳ Ｐゴシック" charset="-128"/>
              </a:rPr>
              <a:t>, all of which convey essentially</a:t>
            </a:r>
          </a:p>
          <a:p>
            <a:r>
              <a:rPr lang="en-US" sz="1200" kern="1200" baseline="0" dirty="0" smtClean="0">
                <a:solidFill>
                  <a:schemeClr val="tx1"/>
                </a:solidFill>
                <a:latin typeface="Arial" charset="0"/>
                <a:ea typeface="ＭＳ Ｐゴシック" charset="-128"/>
                <a:cs typeface="ＭＳ Ｐゴシック" charset="-128"/>
              </a:rPr>
              <a:t>the same meaning, and stores the messages and their hash values.</a:t>
            </a:r>
          </a:p>
          <a:p>
            <a:endParaRPr lang="en-US" sz="1200" kern="1200" baseline="0" dirty="0" smtClean="0">
              <a:solidFill>
                <a:schemeClr val="tx1"/>
              </a:solidFill>
              <a:latin typeface="Arial" charset="0"/>
              <a:ea typeface="ＭＳ Ｐゴシック" charset="-128"/>
              <a:cs typeface="ＭＳ Ｐゴシック" charset="-128"/>
            </a:endParaRPr>
          </a:p>
          <a:p>
            <a:r>
              <a:rPr lang="en-US" sz="1200" kern="1200" baseline="0" dirty="0" smtClean="0">
                <a:solidFill>
                  <a:schemeClr val="tx1"/>
                </a:solidFill>
                <a:latin typeface="Arial" charset="0"/>
                <a:ea typeface="ＭＳ Ｐゴシック" charset="-128"/>
                <a:cs typeface="ＭＳ Ｐゴシック" charset="-128"/>
              </a:rPr>
              <a:t>3.  The opponent prepares a fraudulent message </a:t>
            </a:r>
            <a:r>
              <a:rPr lang="en-US" sz="1200" kern="1200" baseline="0" dirty="0" err="1" smtClean="0">
                <a:solidFill>
                  <a:schemeClr val="tx1"/>
                </a:solidFill>
                <a:latin typeface="Arial" charset="0"/>
                <a:ea typeface="ＭＳ Ｐゴシック" charset="-128"/>
                <a:cs typeface="ＭＳ Ｐゴシック" charset="-128"/>
              </a:rPr>
              <a:t>y</a:t>
            </a:r>
            <a:r>
              <a:rPr lang="en-US" sz="1200" kern="1200" baseline="0" dirty="0" smtClean="0">
                <a:solidFill>
                  <a:schemeClr val="tx1"/>
                </a:solidFill>
                <a:latin typeface="Arial" charset="0"/>
                <a:ea typeface="ＭＳ Ｐゴシック" charset="-128"/>
                <a:cs typeface="ＭＳ Ｐゴシック" charset="-128"/>
              </a:rPr>
              <a:t> for which A’s signature is</a:t>
            </a:r>
          </a:p>
          <a:p>
            <a:r>
              <a:rPr lang="en-US" sz="1200" kern="1200" baseline="0" dirty="0" smtClean="0">
                <a:solidFill>
                  <a:schemeClr val="tx1"/>
                </a:solidFill>
                <a:latin typeface="Arial" charset="0"/>
                <a:ea typeface="ＭＳ Ｐゴシック" charset="-128"/>
                <a:cs typeface="ＭＳ Ｐゴシック" charset="-128"/>
              </a:rPr>
              <a:t>desired.</a:t>
            </a:r>
          </a:p>
          <a:p>
            <a:endParaRPr lang="en-US" sz="1200" kern="1200" baseline="0" dirty="0" smtClean="0">
              <a:solidFill>
                <a:schemeClr val="tx1"/>
              </a:solidFill>
              <a:latin typeface="Arial" charset="0"/>
              <a:ea typeface="ＭＳ Ｐゴシック" charset="-128"/>
              <a:cs typeface="ＭＳ Ｐゴシック" charset="-128"/>
            </a:endParaRPr>
          </a:p>
          <a:p>
            <a:r>
              <a:rPr lang="en-US" sz="1200" kern="1200" baseline="0" dirty="0" smtClean="0">
                <a:solidFill>
                  <a:schemeClr val="tx1"/>
                </a:solidFill>
                <a:latin typeface="Arial" charset="0"/>
                <a:ea typeface="ＭＳ Ｐゴシック" charset="-128"/>
                <a:cs typeface="ＭＳ Ｐゴシック" charset="-128"/>
              </a:rPr>
              <a:t>4.  The opponent generates minor variations </a:t>
            </a:r>
            <a:r>
              <a:rPr lang="en-US" sz="1200" kern="1200" baseline="0" dirty="0" err="1" smtClean="0">
                <a:solidFill>
                  <a:schemeClr val="tx1"/>
                </a:solidFill>
                <a:latin typeface="Arial" charset="0"/>
                <a:ea typeface="ＭＳ Ｐゴシック" charset="-128"/>
                <a:cs typeface="ＭＳ Ｐゴシック" charset="-128"/>
              </a:rPr>
              <a:t>y</a:t>
            </a:r>
            <a:r>
              <a:rPr lang="en-US" sz="1200" kern="1200" baseline="0" dirty="0" smtClean="0">
                <a:solidFill>
                  <a:schemeClr val="tx1"/>
                </a:solidFill>
                <a:latin typeface="Arial" charset="0"/>
                <a:ea typeface="ＭＳ Ｐゴシック" charset="-128"/>
                <a:cs typeface="ＭＳ Ｐゴシック" charset="-128"/>
              </a:rPr>
              <a:t>’ of </a:t>
            </a:r>
            <a:r>
              <a:rPr lang="en-US" sz="1200" kern="1200" baseline="0" dirty="0" err="1" smtClean="0">
                <a:solidFill>
                  <a:schemeClr val="tx1"/>
                </a:solidFill>
                <a:latin typeface="Arial" charset="0"/>
                <a:ea typeface="ＭＳ Ｐゴシック" charset="-128"/>
                <a:cs typeface="ＭＳ Ｐゴシック" charset="-128"/>
              </a:rPr>
              <a:t>y</a:t>
            </a:r>
            <a:r>
              <a:rPr lang="en-US" sz="1200" kern="1200" baseline="0" dirty="0" smtClean="0">
                <a:solidFill>
                  <a:schemeClr val="tx1"/>
                </a:solidFill>
                <a:latin typeface="Arial" charset="0"/>
                <a:ea typeface="ＭＳ Ｐゴシック" charset="-128"/>
                <a:cs typeface="ＭＳ Ｐゴシック" charset="-128"/>
              </a:rPr>
              <a:t>, all of which convey essentially</a:t>
            </a:r>
          </a:p>
          <a:p>
            <a:r>
              <a:rPr lang="en-US" sz="1200" kern="1200" baseline="0" dirty="0" smtClean="0">
                <a:solidFill>
                  <a:schemeClr val="tx1"/>
                </a:solidFill>
                <a:latin typeface="Arial" charset="0"/>
                <a:ea typeface="ＭＳ Ｐゴシック" charset="-128"/>
                <a:cs typeface="ＭＳ Ｐゴシック" charset="-128"/>
              </a:rPr>
              <a:t>the same meaning. For each </a:t>
            </a:r>
            <a:r>
              <a:rPr lang="en-US" sz="1200" kern="1200" baseline="0" dirty="0" err="1" smtClean="0">
                <a:solidFill>
                  <a:schemeClr val="tx1"/>
                </a:solidFill>
                <a:latin typeface="Arial" charset="0"/>
                <a:ea typeface="ＭＳ Ｐゴシック" charset="-128"/>
                <a:cs typeface="ＭＳ Ｐゴシック" charset="-128"/>
              </a:rPr>
              <a:t>y</a:t>
            </a:r>
            <a:r>
              <a:rPr lang="en-US" sz="1200" kern="1200" baseline="0" dirty="0" smtClean="0">
                <a:solidFill>
                  <a:schemeClr val="tx1"/>
                </a:solidFill>
                <a:latin typeface="Arial" charset="0"/>
                <a:ea typeface="ＭＳ Ｐゴシック" charset="-128"/>
                <a:cs typeface="ＭＳ Ｐゴシック" charset="-128"/>
              </a:rPr>
              <a:t>’, the opponent computes </a:t>
            </a:r>
            <a:r>
              <a:rPr lang="en-US" sz="1200" kern="1200" baseline="0" dirty="0" err="1" smtClean="0">
                <a:solidFill>
                  <a:schemeClr val="tx1"/>
                </a:solidFill>
                <a:latin typeface="Arial" charset="0"/>
                <a:ea typeface="ＭＳ Ｐゴシック" charset="-128"/>
                <a:cs typeface="ＭＳ Ｐゴシック" charset="-128"/>
              </a:rPr>
              <a:t>H(y</a:t>
            </a:r>
            <a:r>
              <a:rPr lang="en-US" sz="1200" kern="1200" baseline="0" dirty="0" smtClean="0">
                <a:solidFill>
                  <a:schemeClr val="tx1"/>
                </a:solidFill>
                <a:latin typeface="Arial" charset="0"/>
                <a:ea typeface="ＭＳ Ｐゴシック" charset="-128"/>
                <a:cs typeface="ＭＳ Ｐゴシック" charset="-128"/>
              </a:rPr>
              <a:t>’), checks</a:t>
            </a:r>
          </a:p>
          <a:p>
            <a:r>
              <a:rPr lang="en-US" sz="1200" kern="1200" baseline="0" dirty="0" smtClean="0">
                <a:solidFill>
                  <a:schemeClr val="tx1"/>
                </a:solidFill>
                <a:latin typeface="Arial" charset="0"/>
                <a:ea typeface="ＭＳ Ｐゴシック" charset="-128"/>
                <a:cs typeface="ＭＳ Ｐゴシック" charset="-128"/>
              </a:rPr>
              <a:t>for matches with any of the </a:t>
            </a:r>
            <a:r>
              <a:rPr lang="en-US" sz="1200" kern="1200" baseline="0" dirty="0" err="1" smtClean="0">
                <a:solidFill>
                  <a:schemeClr val="tx1"/>
                </a:solidFill>
                <a:latin typeface="Arial" charset="0"/>
                <a:ea typeface="ＭＳ Ｐゴシック" charset="-128"/>
                <a:cs typeface="ＭＳ Ｐゴシック" charset="-128"/>
              </a:rPr>
              <a:t>H(x</a:t>
            </a:r>
            <a:r>
              <a:rPr lang="en-US" sz="1200" kern="1200" baseline="0" dirty="0" smtClean="0">
                <a:solidFill>
                  <a:schemeClr val="tx1"/>
                </a:solidFill>
                <a:latin typeface="Arial" charset="0"/>
                <a:ea typeface="ＭＳ Ｐゴシック" charset="-128"/>
                <a:cs typeface="ＭＳ Ｐゴシック" charset="-128"/>
              </a:rPr>
              <a:t>’) values, and continues until a match is found.</a:t>
            </a:r>
          </a:p>
          <a:p>
            <a:r>
              <a:rPr lang="en-US" sz="1200" kern="1200" baseline="0" dirty="0" smtClean="0">
                <a:solidFill>
                  <a:schemeClr val="tx1"/>
                </a:solidFill>
                <a:latin typeface="Arial" charset="0"/>
                <a:ea typeface="ＭＳ Ｐゴシック" charset="-128"/>
                <a:cs typeface="ＭＳ Ｐゴシック" charset="-128"/>
              </a:rPr>
              <a:t>That is, the process continues until a </a:t>
            </a:r>
            <a:r>
              <a:rPr lang="en-US" sz="1200" kern="1200" baseline="0" dirty="0" err="1" smtClean="0">
                <a:solidFill>
                  <a:schemeClr val="tx1"/>
                </a:solidFill>
                <a:latin typeface="Arial" charset="0"/>
                <a:ea typeface="ＭＳ Ｐゴシック" charset="-128"/>
                <a:cs typeface="ＭＳ Ｐゴシック" charset="-128"/>
              </a:rPr>
              <a:t>y</a:t>
            </a:r>
            <a:r>
              <a:rPr lang="en-US" sz="1200" kern="1200" baseline="0" dirty="0" smtClean="0">
                <a:solidFill>
                  <a:schemeClr val="tx1"/>
                </a:solidFill>
                <a:latin typeface="Arial" charset="0"/>
                <a:ea typeface="ＭＳ Ｐゴシック" charset="-128"/>
                <a:cs typeface="ＭＳ Ｐゴシック" charset="-128"/>
              </a:rPr>
              <a:t>’ is generated with a hash value equal to</a:t>
            </a:r>
          </a:p>
          <a:p>
            <a:r>
              <a:rPr lang="en-US" sz="1200" kern="1200" baseline="0" dirty="0" smtClean="0">
                <a:solidFill>
                  <a:schemeClr val="tx1"/>
                </a:solidFill>
                <a:latin typeface="Arial" charset="0"/>
                <a:ea typeface="ＭＳ Ｐゴシック" charset="-128"/>
                <a:cs typeface="ＭＳ Ｐゴシック" charset="-128"/>
              </a:rPr>
              <a:t>the hash value of one of the </a:t>
            </a:r>
            <a:r>
              <a:rPr lang="en-US" sz="1200" kern="1200" baseline="0" dirty="0" err="1" smtClean="0">
                <a:solidFill>
                  <a:schemeClr val="tx1"/>
                </a:solidFill>
                <a:latin typeface="Arial" charset="0"/>
                <a:ea typeface="ＭＳ Ｐゴシック" charset="-128"/>
                <a:cs typeface="ＭＳ Ｐゴシック" charset="-128"/>
              </a:rPr>
              <a:t>x</a:t>
            </a:r>
            <a:r>
              <a:rPr lang="en-US" sz="1200" kern="1200" baseline="0" dirty="0" smtClean="0">
                <a:solidFill>
                  <a:schemeClr val="tx1"/>
                </a:solidFill>
                <a:latin typeface="Arial" charset="0"/>
                <a:ea typeface="ＭＳ Ｐゴシック" charset="-128"/>
                <a:cs typeface="ＭＳ Ｐゴシック" charset="-128"/>
              </a:rPr>
              <a:t>’ values.</a:t>
            </a:r>
          </a:p>
          <a:p>
            <a:endParaRPr lang="en-US" sz="1200" kern="1200" baseline="0" dirty="0" smtClean="0">
              <a:solidFill>
                <a:schemeClr val="tx1"/>
              </a:solidFill>
              <a:latin typeface="Arial" charset="0"/>
              <a:ea typeface="ＭＳ Ｐゴシック" charset="-128"/>
              <a:cs typeface="ＭＳ Ｐゴシック" charset="-128"/>
            </a:endParaRPr>
          </a:p>
          <a:p>
            <a:r>
              <a:rPr lang="en-US" sz="1200" kern="1200" baseline="0" dirty="0" smtClean="0">
                <a:solidFill>
                  <a:schemeClr val="tx1"/>
                </a:solidFill>
                <a:latin typeface="Arial" charset="0"/>
                <a:ea typeface="ＭＳ Ｐゴシック" charset="-128"/>
                <a:cs typeface="ＭＳ Ｐゴシック" charset="-128"/>
              </a:rPr>
              <a:t>5.  The opponent offers the valid variation to A for signature. This signature can</a:t>
            </a:r>
          </a:p>
          <a:p>
            <a:r>
              <a:rPr lang="en-US" sz="1200" kern="1200" baseline="0" dirty="0" smtClean="0">
                <a:solidFill>
                  <a:schemeClr val="tx1"/>
                </a:solidFill>
                <a:latin typeface="Arial" charset="0"/>
                <a:ea typeface="ＭＳ Ｐゴシック" charset="-128"/>
                <a:cs typeface="ＭＳ Ｐゴシック" charset="-128"/>
              </a:rPr>
              <a:t>then be attached to the fraudulent variation for transmission to the intended</a:t>
            </a:r>
          </a:p>
          <a:p>
            <a:r>
              <a:rPr lang="en-US" sz="1200" kern="1200" baseline="0" dirty="0" smtClean="0">
                <a:solidFill>
                  <a:schemeClr val="tx1"/>
                </a:solidFill>
                <a:latin typeface="Arial" charset="0"/>
                <a:ea typeface="ＭＳ Ｐゴシック" charset="-128"/>
                <a:cs typeface="ＭＳ Ｐゴシック" charset="-128"/>
              </a:rPr>
              <a:t>recipient. Because the two variations have the same hash code, they will produce</a:t>
            </a:r>
          </a:p>
          <a:p>
            <a:r>
              <a:rPr lang="en-US" sz="1200" kern="1200" baseline="0" dirty="0" smtClean="0">
                <a:solidFill>
                  <a:schemeClr val="tx1"/>
                </a:solidFill>
                <a:latin typeface="Arial" charset="0"/>
                <a:ea typeface="ＭＳ Ｐゴシック" charset="-128"/>
                <a:cs typeface="ＭＳ Ｐゴシック" charset="-128"/>
              </a:rPr>
              <a:t>the same signature; the opponent is assured of success even though the</a:t>
            </a:r>
          </a:p>
          <a:p>
            <a:r>
              <a:rPr lang="en-US" sz="1200" kern="1200" baseline="0" dirty="0" smtClean="0">
                <a:solidFill>
                  <a:schemeClr val="tx1"/>
                </a:solidFill>
                <a:latin typeface="Arial" charset="0"/>
                <a:ea typeface="ＭＳ Ｐゴシック" charset="-128"/>
                <a:cs typeface="ＭＳ Ｐゴシック" charset="-128"/>
              </a:rPr>
              <a:t>encryption key is not known.</a:t>
            </a:r>
          </a:p>
          <a:p>
            <a:endParaRPr lang="en-US" sz="1200" kern="1200" baseline="0" dirty="0" smtClean="0">
              <a:solidFill>
                <a:schemeClr val="tx1"/>
              </a:solidFill>
              <a:latin typeface="Arial" charset="0"/>
              <a:ea typeface="ＭＳ Ｐゴシック" charset="-128"/>
              <a:cs typeface="ＭＳ Ｐゴシック" charset="-128"/>
            </a:endParaRPr>
          </a:p>
          <a:p>
            <a:r>
              <a:rPr lang="en-US" sz="1200" kern="1200" baseline="0" dirty="0" smtClean="0">
                <a:solidFill>
                  <a:schemeClr val="tx1"/>
                </a:solidFill>
                <a:latin typeface="Arial" charset="0"/>
                <a:ea typeface="ＭＳ Ｐゴシック" charset="-128"/>
                <a:cs typeface="ＭＳ Ｐゴシック" charset="-128"/>
              </a:rPr>
              <a:t> Thus, if a 64-bit hash code is used, the level of effort required is only on the</a:t>
            </a:r>
          </a:p>
          <a:p>
            <a:r>
              <a:rPr lang="en-US" sz="1200" kern="1200" baseline="0" dirty="0" smtClean="0">
                <a:solidFill>
                  <a:schemeClr val="tx1"/>
                </a:solidFill>
                <a:latin typeface="Arial" charset="0"/>
                <a:ea typeface="ＭＳ Ｐゴシック" charset="-128"/>
                <a:cs typeface="ＭＳ Ｐゴシック" charset="-128"/>
              </a:rPr>
              <a:t>order of 2</a:t>
            </a:r>
            <a:r>
              <a:rPr lang="en-US" sz="1200" kern="1200" baseline="30000" dirty="0" smtClean="0">
                <a:solidFill>
                  <a:schemeClr val="tx1"/>
                </a:solidFill>
                <a:latin typeface="Arial" charset="0"/>
                <a:ea typeface="ＭＳ Ｐゴシック" charset="-128"/>
                <a:cs typeface="ＭＳ Ｐゴシック" charset="-128"/>
              </a:rPr>
              <a:t>32</a:t>
            </a:r>
            <a:r>
              <a:rPr lang="en-US" sz="1200" kern="1200" baseline="0" dirty="0" smtClean="0">
                <a:solidFill>
                  <a:schemeClr val="tx1"/>
                </a:solidFill>
                <a:latin typeface="Arial" charset="0"/>
                <a:ea typeface="ＭＳ Ｐゴシック" charset="-128"/>
                <a:cs typeface="ＭＳ Ｐゴシック" charset="-128"/>
              </a:rPr>
              <a:t>  [see Appendix U, Equation (U.7)].</a:t>
            </a:r>
          </a:p>
          <a:p>
            <a:endParaRPr lang="en-US" sz="1200" kern="1200" baseline="0" dirty="0" smtClean="0">
              <a:solidFill>
                <a:schemeClr val="tx1"/>
              </a:solidFill>
              <a:latin typeface="Arial" charset="0"/>
              <a:ea typeface="ＭＳ Ｐゴシック" charset="-128"/>
              <a:cs typeface="ＭＳ Ｐゴシック" charset="-128"/>
            </a:endParaRPr>
          </a:p>
          <a:p>
            <a:r>
              <a:rPr lang="en-US" sz="1200" kern="1200" baseline="0" dirty="0" smtClean="0">
                <a:solidFill>
                  <a:schemeClr val="tx1"/>
                </a:solidFill>
                <a:latin typeface="Arial" charset="0"/>
                <a:ea typeface="ＭＳ Ｐゴシック" charset="-128"/>
                <a:cs typeface="ＭＳ Ｐゴシック" charset="-128"/>
              </a:rPr>
              <a:t>The generation of many variations that convey the same meaning is not difficult.</a:t>
            </a:r>
          </a:p>
          <a:p>
            <a:r>
              <a:rPr lang="en-US" sz="1200" kern="1200" baseline="0" dirty="0" smtClean="0">
                <a:solidFill>
                  <a:schemeClr val="tx1"/>
                </a:solidFill>
                <a:latin typeface="Arial" charset="0"/>
                <a:ea typeface="ＭＳ Ｐゴシック" charset="-128"/>
                <a:cs typeface="ＭＳ Ｐゴシック" charset="-128"/>
              </a:rPr>
              <a:t>For example, the opponent could insert a number of “space-space-backspace”</a:t>
            </a:r>
          </a:p>
          <a:p>
            <a:r>
              <a:rPr lang="en-US" sz="1200" kern="1200" baseline="0" dirty="0" smtClean="0">
                <a:solidFill>
                  <a:schemeClr val="tx1"/>
                </a:solidFill>
                <a:latin typeface="Arial" charset="0"/>
                <a:ea typeface="ＭＳ Ｐゴシック" charset="-128"/>
                <a:cs typeface="ＭＳ Ｐゴシック" charset="-128"/>
              </a:rPr>
              <a:t>character pairs between words throughout the document. Variations could then</a:t>
            </a:r>
          </a:p>
          <a:p>
            <a:r>
              <a:rPr lang="en-US" sz="1200" kern="1200" baseline="0" dirty="0" smtClean="0">
                <a:solidFill>
                  <a:schemeClr val="tx1"/>
                </a:solidFill>
                <a:latin typeface="Arial" charset="0"/>
                <a:ea typeface="ＭＳ Ｐゴシック" charset="-128"/>
                <a:cs typeface="ＭＳ Ｐゴシック" charset="-128"/>
              </a:rPr>
              <a:t>be generated by substituting “space-backspace-space” in selected instances.</a:t>
            </a:r>
          </a:p>
          <a:p>
            <a:endParaRPr lang="en-US" sz="1200" kern="1200" baseline="0" dirty="0" smtClean="0">
              <a:solidFill>
                <a:schemeClr val="tx1"/>
              </a:solidFill>
              <a:latin typeface="Arial" charset="0"/>
              <a:ea typeface="ＭＳ Ｐゴシック" charset="-128"/>
              <a:cs typeface="ＭＳ Ｐゴシック" charset="-128"/>
            </a:endParaRPr>
          </a:p>
          <a:p>
            <a:r>
              <a:rPr lang="en-US" sz="1200" kern="1200" baseline="0" dirty="0" smtClean="0">
                <a:solidFill>
                  <a:schemeClr val="tx1"/>
                </a:solidFill>
                <a:latin typeface="Arial" charset="0"/>
                <a:ea typeface="ＭＳ Ｐゴシック" charset="-128"/>
                <a:cs typeface="ＭＳ Ｐゴシック" charset="-128"/>
              </a:rPr>
              <a:t> Alternatively, the opponent could simply reword the message but retain the</a:t>
            </a:r>
          </a:p>
          <a:p>
            <a:r>
              <a:rPr lang="en-US" sz="1200" kern="1200" baseline="0" dirty="0" smtClean="0">
                <a:solidFill>
                  <a:schemeClr val="tx1"/>
                </a:solidFill>
                <a:latin typeface="Arial" charset="0"/>
                <a:ea typeface="ＭＳ Ｐゴシック" charset="-128"/>
                <a:cs typeface="ＭＳ Ｐゴシック" charset="-128"/>
              </a:rPr>
              <a:t>Meaning.  Figure 11.7 provides an example.</a:t>
            </a:r>
          </a:p>
          <a:p>
            <a:endParaRPr lang="en-US" sz="1200" kern="1200" baseline="0" dirty="0" smtClean="0">
              <a:solidFill>
                <a:schemeClr val="tx1"/>
              </a:solidFill>
              <a:latin typeface="Arial" charset="0"/>
              <a:ea typeface="ＭＳ Ｐゴシック" charset="-128"/>
              <a:cs typeface="ＭＳ Ｐゴシック" charset="-128"/>
            </a:endParaRPr>
          </a:p>
          <a:p>
            <a:r>
              <a:rPr lang="en-US" sz="1200" kern="1200" baseline="0" dirty="0" smtClean="0">
                <a:solidFill>
                  <a:schemeClr val="tx1"/>
                </a:solidFill>
                <a:latin typeface="Arial" charset="0"/>
                <a:ea typeface="ＭＳ Ｐゴシック" charset="-128"/>
                <a:cs typeface="ＭＳ Ｐゴシック" charset="-128"/>
              </a:rPr>
              <a:t> To summarize, for a hash code of length </a:t>
            </a:r>
            <a:r>
              <a:rPr lang="en-US" sz="1200" b="0" i="1" kern="1200" baseline="0" dirty="0" err="1" smtClean="0">
                <a:solidFill>
                  <a:schemeClr val="tx1"/>
                </a:solidFill>
                <a:latin typeface="Arial" charset="0"/>
                <a:ea typeface="ＭＳ Ｐゴシック" charset="-128"/>
                <a:cs typeface="ＭＳ Ｐゴシック" charset="-128"/>
              </a:rPr>
              <a:t>m</a:t>
            </a:r>
            <a:r>
              <a:rPr lang="en-US" sz="1200" b="0" kern="1200" baseline="0" dirty="0" smtClean="0">
                <a:solidFill>
                  <a:schemeClr val="tx1"/>
                </a:solidFill>
                <a:latin typeface="Arial" charset="0"/>
                <a:ea typeface="ＭＳ Ｐゴシック" charset="-128"/>
                <a:cs typeface="ＭＳ Ｐゴシック" charset="-128"/>
              </a:rPr>
              <a:t>, the level of effort required, as we</a:t>
            </a:r>
          </a:p>
          <a:p>
            <a:r>
              <a:rPr lang="en-US" sz="1200" b="0" kern="1200" baseline="0" dirty="0" smtClean="0">
                <a:solidFill>
                  <a:schemeClr val="tx1"/>
                </a:solidFill>
                <a:latin typeface="Arial" charset="0"/>
                <a:ea typeface="ＭＳ Ｐゴシック" charset="-128"/>
                <a:cs typeface="ＭＳ Ｐゴシック" charset="-128"/>
              </a:rPr>
              <a:t>have seen, is proportional to the following.</a:t>
            </a:r>
          </a:p>
          <a:p>
            <a:endParaRPr lang="en-US" sz="1200" b="0" kern="1200" baseline="0" dirty="0" smtClean="0">
              <a:solidFill>
                <a:schemeClr val="tx1"/>
              </a:solidFill>
              <a:latin typeface="Arial" charset="0"/>
              <a:ea typeface="ＭＳ Ｐゴシック" charset="-128"/>
              <a:cs typeface="ＭＳ Ｐゴシック" charset="-128"/>
            </a:endParaRPr>
          </a:p>
          <a:p>
            <a:r>
              <a:rPr lang="en-US" sz="1200" b="0" kern="1200" baseline="0" dirty="0" err="1" smtClean="0">
                <a:solidFill>
                  <a:schemeClr val="tx1"/>
                </a:solidFill>
                <a:latin typeface="Arial" charset="0"/>
                <a:ea typeface="ＭＳ Ｐゴシック" charset="-128"/>
                <a:cs typeface="ＭＳ Ｐゴシック" charset="-128"/>
              </a:rPr>
              <a:t>Preimage</a:t>
            </a:r>
            <a:r>
              <a:rPr lang="en-US" sz="1200" b="0" kern="1200" baseline="0" dirty="0" smtClean="0">
                <a:solidFill>
                  <a:schemeClr val="tx1"/>
                </a:solidFill>
                <a:latin typeface="Arial" charset="0"/>
                <a:ea typeface="ＭＳ Ｐゴシック" charset="-128"/>
                <a:cs typeface="ＭＳ Ｐゴシック" charset="-128"/>
              </a:rPr>
              <a:t> resistant 		2</a:t>
            </a:r>
            <a:r>
              <a:rPr lang="en-US" sz="1600" kern="1200" baseline="30000" dirty="0" smtClean="0">
                <a:solidFill>
                  <a:schemeClr val="tx2"/>
                </a:solidFill>
                <a:latin typeface="+mn-lt"/>
                <a:ea typeface="ＭＳ Ｐゴシック" pitchFamily="-84" charset="-128"/>
                <a:cs typeface="+mn-cs"/>
              </a:rPr>
              <a:t>m</a:t>
            </a:r>
          </a:p>
          <a:p>
            <a:r>
              <a:rPr lang="en-US" sz="1200" b="0" kern="1200" baseline="0" dirty="0" smtClean="0">
                <a:solidFill>
                  <a:schemeClr val="tx1"/>
                </a:solidFill>
                <a:latin typeface="Arial" charset="0"/>
                <a:ea typeface="ＭＳ Ｐゴシック" charset="-128"/>
                <a:cs typeface="ＭＳ Ｐゴシック" charset="-128"/>
              </a:rPr>
              <a:t>Second </a:t>
            </a:r>
            <a:r>
              <a:rPr lang="en-US" sz="1200" b="0" kern="1200" baseline="0" dirty="0" err="1" smtClean="0">
                <a:solidFill>
                  <a:schemeClr val="tx1"/>
                </a:solidFill>
                <a:latin typeface="Arial" charset="0"/>
                <a:ea typeface="ＭＳ Ｐゴシック" charset="-128"/>
                <a:cs typeface="ＭＳ Ｐゴシック" charset="-128"/>
              </a:rPr>
              <a:t>preimage</a:t>
            </a:r>
            <a:r>
              <a:rPr lang="en-US" sz="1200" b="0" kern="1200" baseline="0" dirty="0" smtClean="0">
                <a:solidFill>
                  <a:schemeClr val="tx1"/>
                </a:solidFill>
                <a:latin typeface="Arial" charset="0"/>
                <a:ea typeface="ＭＳ Ｐゴシック" charset="-128"/>
                <a:cs typeface="ＭＳ Ｐゴシック" charset="-128"/>
              </a:rPr>
              <a:t> resistant		2</a:t>
            </a:r>
            <a:r>
              <a:rPr lang="en-US" sz="1600" kern="1200" baseline="30000" dirty="0" smtClean="0">
                <a:solidFill>
                  <a:schemeClr val="tx2"/>
                </a:solidFill>
                <a:latin typeface="+mn-lt"/>
                <a:ea typeface="ＭＳ Ｐゴシック" pitchFamily="-84" charset="-128"/>
                <a:cs typeface="+mn-cs"/>
              </a:rPr>
              <a:t>m</a:t>
            </a:r>
          </a:p>
          <a:p>
            <a:r>
              <a:rPr lang="en-US" sz="1200" b="0" kern="1200" baseline="0" dirty="0" smtClean="0">
                <a:solidFill>
                  <a:schemeClr val="tx1"/>
                </a:solidFill>
                <a:latin typeface="Arial" charset="0"/>
                <a:ea typeface="ＭＳ Ｐゴシック" charset="-128"/>
                <a:cs typeface="ＭＳ Ｐゴシック" charset="-128"/>
              </a:rPr>
              <a:t>Collision resistant 		2</a:t>
            </a:r>
            <a:r>
              <a:rPr lang="en-US" sz="1600" kern="1200" baseline="30000" dirty="0" smtClean="0">
                <a:solidFill>
                  <a:schemeClr val="tx2"/>
                </a:solidFill>
                <a:latin typeface="+mn-lt"/>
                <a:ea typeface="ＭＳ Ｐゴシック" pitchFamily="-84" charset="-128"/>
                <a:cs typeface="+mn-cs"/>
              </a:rPr>
              <a:t>m/2</a:t>
            </a:r>
            <a:endParaRPr lang="en-AU" sz="1600" kern="1200" baseline="30000" dirty="0">
              <a:solidFill>
                <a:schemeClr val="tx2"/>
              </a:solidFill>
              <a:latin typeface="+mn-lt"/>
              <a:ea typeface="ＭＳ Ｐゴシック" pitchFamily="-84" charset="-128"/>
              <a:cs typeface="+mn-cs"/>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kern="1200" baseline="0" dirty="0" smtClean="0">
                <a:solidFill>
                  <a:schemeClr val="tx1"/>
                </a:solidFill>
                <a:latin typeface="Arial" charset="0"/>
                <a:ea typeface="ＭＳ Ｐゴシック" charset="-128"/>
                <a:cs typeface="ＭＳ Ｐゴシック" charset="-128"/>
              </a:rPr>
              <a:t>If collision resistance is required (and this is desirable for a general-purpose</a:t>
            </a:r>
          </a:p>
          <a:p>
            <a:r>
              <a:rPr lang="en-US" sz="1200" kern="1200" baseline="0" dirty="0" smtClean="0">
                <a:solidFill>
                  <a:schemeClr val="tx1"/>
                </a:solidFill>
                <a:latin typeface="Arial" charset="0"/>
                <a:ea typeface="ＭＳ Ｐゴシック" charset="-128"/>
                <a:cs typeface="ＭＳ Ｐゴシック" charset="-128"/>
              </a:rPr>
              <a:t>secure hash code), then the value </a:t>
            </a:r>
            <a:r>
              <a:rPr lang="en-US" sz="1200" b="0" kern="1200" baseline="0" dirty="0" smtClean="0">
                <a:solidFill>
                  <a:schemeClr val="tx1"/>
                </a:solidFill>
                <a:latin typeface="Arial" charset="0"/>
                <a:ea typeface="ＭＳ Ｐゴシック" charset="-128"/>
                <a:cs typeface="ＭＳ Ｐゴシック" charset="-128"/>
              </a:rPr>
              <a:t>2</a:t>
            </a:r>
            <a:r>
              <a:rPr lang="en-US" sz="1200" b="0" kern="1200" baseline="30000" dirty="0" smtClean="0">
                <a:solidFill>
                  <a:schemeClr val="tx1"/>
                </a:solidFill>
                <a:latin typeface="Arial" charset="0"/>
                <a:ea typeface="ＭＳ Ｐゴシック" charset="-128"/>
                <a:cs typeface="ＭＳ Ｐゴシック" charset="-128"/>
              </a:rPr>
              <a:t>m/2  </a:t>
            </a:r>
            <a:r>
              <a:rPr lang="en-US" sz="1200" b="0" kern="1200" baseline="0" dirty="0" smtClean="0">
                <a:solidFill>
                  <a:schemeClr val="tx1"/>
                </a:solidFill>
                <a:latin typeface="Arial" charset="0"/>
                <a:ea typeface="ＭＳ Ｐゴシック" charset="-128"/>
                <a:cs typeface="ＭＳ Ｐゴシック" charset="-128"/>
              </a:rPr>
              <a:t>determines the strength of the hash code</a:t>
            </a:r>
          </a:p>
          <a:p>
            <a:r>
              <a:rPr lang="en-US" sz="1200" kern="1200" baseline="0" dirty="0" smtClean="0">
                <a:solidFill>
                  <a:schemeClr val="tx1"/>
                </a:solidFill>
                <a:latin typeface="Arial" charset="0"/>
                <a:ea typeface="ＭＳ Ｐゴシック" charset="-128"/>
                <a:cs typeface="ＭＳ Ｐゴシック" charset="-128"/>
              </a:rPr>
              <a:t>against brute-force attacks. Van </a:t>
            </a:r>
            <a:r>
              <a:rPr lang="en-US" sz="1200" kern="1200" baseline="0" dirty="0" err="1" smtClean="0">
                <a:solidFill>
                  <a:schemeClr val="tx1"/>
                </a:solidFill>
                <a:latin typeface="Arial" charset="0"/>
                <a:ea typeface="ＭＳ Ｐゴシック" charset="-128"/>
                <a:cs typeface="ＭＳ Ｐゴシック" charset="-128"/>
              </a:rPr>
              <a:t>Oorschot</a:t>
            </a:r>
            <a:r>
              <a:rPr lang="en-US" sz="1200" kern="1200" baseline="0" dirty="0" smtClean="0">
                <a:solidFill>
                  <a:schemeClr val="tx1"/>
                </a:solidFill>
                <a:latin typeface="Arial" charset="0"/>
                <a:ea typeface="ＭＳ Ｐゴシック" charset="-128"/>
                <a:cs typeface="ＭＳ Ｐゴシック" charset="-128"/>
              </a:rPr>
              <a:t> and Wiener [VANO94] presented</a:t>
            </a:r>
          </a:p>
          <a:p>
            <a:r>
              <a:rPr lang="en-US" sz="1200" kern="1200" baseline="0" smtClean="0">
                <a:solidFill>
                  <a:schemeClr val="tx1"/>
                </a:solidFill>
                <a:latin typeface="Arial" charset="0"/>
                <a:ea typeface="ＭＳ Ｐゴシック" charset="-128"/>
                <a:cs typeface="ＭＳ Ｐゴシック" charset="-128"/>
              </a:rPr>
              <a:t>a design for </a:t>
            </a:r>
            <a:r>
              <a:rPr lang="en-US" sz="1200" kern="1200" baseline="0" dirty="0" smtClean="0">
                <a:solidFill>
                  <a:schemeClr val="tx1"/>
                </a:solidFill>
                <a:latin typeface="Arial" charset="0"/>
                <a:ea typeface="ＭＳ Ｐゴシック" charset="-128"/>
                <a:cs typeface="ＭＳ Ｐゴシック" charset="-128"/>
              </a:rPr>
              <a:t>a $10 million collision search machine for MD5, which has a 128-bit hash</a:t>
            </a:r>
          </a:p>
          <a:p>
            <a:r>
              <a:rPr lang="en-US" sz="1200" kern="1200" baseline="0" dirty="0" smtClean="0">
                <a:solidFill>
                  <a:schemeClr val="tx1"/>
                </a:solidFill>
                <a:latin typeface="Arial" charset="0"/>
                <a:ea typeface="ＭＳ Ｐゴシック" charset="-128"/>
                <a:cs typeface="ＭＳ Ｐゴシック" charset="-128"/>
              </a:rPr>
              <a:t>length, that could find a collision in 24 days. Thus, a 128-bit code may be viewed as</a:t>
            </a:r>
          </a:p>
          <a:p>
            <a:r>
              <a:rPr lang="en-US" sz="1200" kern="1200" baseline="0" dirty="0" smtClean="0">
                <a:solidFill>
                  <a:schemeClr val="tx1"/>
                </a:solidFill>
                <a:latin typeface="Arial" charset="0"/>
                <a:ea typeface="ＭＳ Ｐゴシック" charset="-128"/>
                <a:cs typeface="ＭＳ Ｐゴシック" charset="-128"/>
              </a:rPr>
              <a:t>inadequate. The next step up, if a hash code is treated as a sequence of 32 bits,</a:t>
            </a:r>
          </a:p>
          <a:p>
            <a:r>
              <a:rPr lang="en-US" sz="1200" kern="1200" baseline="0" dirty="0" smtClean="0">
                <a:solidFill>
                  <a:schemeClr val="tx1"/>
                </a:solidFill>
                <a:latin typeface="Arial" charset="0"/>
                <a:ea typeface="ＭＳ Ｐゴシック" charset="-128"/>
                <a:cs typeface="ＭＳ Ｐゴシック" charset="-128"/>
              </a:rPr>
              <a:t>is a 160-bit hash length. With a hash length of 160 bits, the same search machine</a:t>
            </a:r>
          </a:p>
          <a:p>
            <a:r>
              <a:rPr lang="en-US" sz="1200" kern="1200" baseline="0" dirty="0" smtClean="0">
                <a:solidFill>
                  <a:schemeClr val="tx1"/>
                </a:solidFill>
                <a:latin typeface="Arial" charset="0"/>
                <a:ea typeface="ＭＳ Ｐゴシック" charset="-128"/>
                <a:cs typeface="ＭＳ Ｐゴシック" charset="-128"/>
              </a:rPr>
              <a:t>would require over four thousand years to find a collision. With today’s technology,</a:t>
            </a:r>
          </a:p>
          <a:p>
            <a:r>
              <a:rPr lang="en-US" sz="1200" kern="1200" baseline="0" dirty="0" smtClean="0">
                <a:solidFill>
                  <a:schemeClr val="tx1"/>
                </a:solidFill>
                <a:latin typeface="Arial" charset="0"/>
                <a:ea typeface="ＭＳ Ｐゴシック" charset="-128"/>
                <a:cs typeface="ＭＳ Ｐゴシック" charset="-128"/>
              </a:rPr>
              <a:t>the time would be much shorter, so that 160 bits now appears suspect.</a:t>
            </a:r>
            <a:endParaRPr lang="en-US" dirty="0"/>
          </a:p>
        </p:txBody>
      </p:sp>
      <p:sp>
        <p:nvSpPr>
          <p:cNvPr id="4" name="Slide Number Placeholder 3"/>
          <p:cNvSpPr>
            <a:spLocks noGrp="1"/>
          </p:cNvSpPr>
          <p:nvPr>
            <p:ph type="sldNum" sz="quarter" idx="10"/>
          </p:nvPr>
        </p:nvSpPr>
        <p:spPr/>
        <p:txBody>
          <a:bodyPr/>
          <a:lstStyle/>
          <a:p>
            <a:pPr>
              <a:defRPr/>
            </a:pPr>
            <a:fld id="{E83E65D8-9B49-EC43-BBB1-0F187E663737}" type="slidenum">
              <a:rPr lang="en-AU" smtClean="0"/>
              <a:pPr>
                <a:defRPr/>
              </a:pPr>
              <a:t>19</a:t>
            </a:fld>
            <a:endParaRPr lang="en-AU" dirty="0"/>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37890" name="Slide Image Placeholder 1"/>
          <p:cNvSpPr>
            <a:spLocks noGrp="1" noRot="1" noChangeAspect="1"/>
          </p:cNvSpPr>
          <p:nvPr>
            <p:ph type="sldImg"/>
          </p:nvPr>
        </p:nvSpPr>
        <p:spPr>
          <a:ln/>
        </p:spPr>
      </p:sp>
      <p:sp>
        <p:nvSpPr>
          <p:cNvPr id="37891" name="Notes Placeholder 2"/>
          <p:cNvSpPr>
            <a:spLocks noGrp="1"/>
          </p:cNvSpPr>
          <p:nvPr>
            <p:ph type="body" idx="1"/>
          </p:nvPr>
        </p:nvSpPr>
        <p:spPr>
          <a:xfrm>
            <a:off x="457200" y="4343400"/>
            <a:ext cx="6019800" cy="4114800"/>
          </a:xfrm>
          <a:noFill/>
          <a:ln/>
        </p:spPr>
        <p:txBody>
          <a:bodyPr/>
          <a:lstStyle/>
          <a:p>
            <a:r>
              <a:rPr lang="en-US" sz="1200" b="0" kern="1200" baseline="0" dirty="0" smtClean="0">
                <a:solidFill>
                  <a:schemeClr val="tx1"/>
                </a:solidFill>
                <a:latin typeface="Arial" charset="0"/>
                <a:ea typeface="ＭＳ Ｐゴシック" charset="-128"/>
                <a:cs typeface="ＭＳ Ｐゴシック" charset="-128"/>
              </a:rPr>
              <a:t> In recent years, there has been considerable effort, and some successes,</a:t>
            </a:r>
          </a:p>
          <a:p>
            <a:r>
              <a:rPr lang="en-US" sz="1200" b="0" kern="1200" baseline="0" dirty="0" smtClean="0">
                <a:solidFill>
                  <a:schemeClr val="tx1"/>
                </a:solidFill>
                <a:latin typeface="Arial" charset="0"/>
                <a:ea typeface="ＭＳ Ｐゴシック" charset="-128"/>
                <a:cs typeface="ＭＳ Ｐゴシック" charset="-128"/>
              </a:rPr>
              <a:t>in developing cryptanalytic attacks on hash functions. To understand these, we</a:t>
            </a:r>
          </a:p>
          <a:p>
            <a:r>
              <a:rPr lang="en-US" sz="1200" b="0" kern="1200" baseline="0" dirty="0" smtClean="0">
                <a:solidFill>
                  <a:schemeClr val="tx1"/>
                </a:solidFill>
                <a:latin typeface="Arial" charset="0"/>
                <a:ea typeface="ＭＳ Ｐゴシック" charset="-128"/>
                <a:cs typeface="ＭＳ Ｐゴシック" charset="-128"/>
              </a:rPr>
              <a:t>need to look at the overall structure of a typical secure hash function, indicated in</a:t>
            </a:r>
          </a:p>
          <a:p>
            <a:r>
              <a:rPr lang="en-US" sz="1200" b="0" kern="1200" baseline="0" dirty="0" smtClean="0">
                <a:solidFill>
                  <a:schemeClr val="tx1"/>
                </a:solidFill>
                <a:latin typeface="Arial" charset="0"/>
                <a:ea typeface="ＭＳ Ｐゴシック" charset="-128"/>
                <a:cs typeface="ＭＳ Ｐゴシック" charset="-128"/>
              </a:rPr>
              <a:t>Figure 11.8. This structure, referred to as an iterated hash function, was proposed</a:t>
            </a:r>
          </a:p>
          <a:p>
            <a:r>
              <a:rPr lang="en-US" sz="1200" b="0" kern="1200" baseline="0" dirty="0" smtClean="0">
                <a:solidFill>
                  <a:schemeClr val="tx1"/>
                </a:solidFill>
                <a:latin typeface="Arial" charset="0"/>
                <a:ea typeface="ＭＳ Ｐゴシック" charset="-128"/>
                <a:cs typeface="ＭＳ Ｐゴシック" charset="-128"/>
              </a:rPr>
              <a:t>by Merkle [MERK79, MERK89] and is the structure of most hash functions in use</a:t>
            </a:r>
          </a:p>
          <a:p>
            <a:r>
              <a:rPr lang="en-US" sz="1200" b="0" kern="1200" baseline="0" dirty="0" smtClean="0">
                <a:solidFill>
                  <a:schemeClr val="tx1"/>
                </a:solidFill>
                <a:latin typeface="Arial" charset="0"/>
                <a:ea typeface="ＭＳ Ｐゴシック" charset="-128"/>
                <a:cs typeface="ＭＳ Ｐゴシック" charset="-128"/>
              </a:rPr>
              <a:t>today, including SHA, which is discussed later in this chapter. The hash function</a:t>
            </a:r>
          </a:p>
          <a:p>
            <a:r>
              <a:rPr lang="en-US" sz="1200" b="0" kern="1200" baseline="0" dirty="0" smtClean="0">
                <a:solidFill>
                  <a:schemeClr val="tx1"/>
                </a:solidFill>
                <a:latin typeface="Arial" charset="0"/>
                <a:ea typeface="ＭＳ Ｐゴシック" charset="-128"/>
                <a:cs typeface="ＭＳ Ｐゴシック" charset="-128"/>
              </a:rPr>
              <a:t>takes an input message and partitions it into L</a:t>
            </a:r>
            <a:r>
              <a:rPr lang="en-US" sz="1200" b="0" kern="1200" baseline="0" dirty="0" smtClean="0">
                <a:solidFill>
                  <a:schemeClr val="tx1"/>
                </a:solidFill>
                <a:latin typeface="Arial" charset="0"/>
                <a:ea typeface="ＭＳ Ｐゴシック" charset="-128"/>
                <a:cs typeface="ＭＳ Ｐゴシック" charset="-128"/>
              </a:rPr>
              <a:t> fixed</a:t>
            </a:r>
            <a:r>
              <a:rPr lang="en-US" sz="1200" b="0" kern="1200" baseline="0" dirty="0" smtClean="0">
                <a:solidFill>
                  <a:schemeClr val="tx1"/>
                </a:solidFill>
                <a:latin typeface="Arial" charset="0"/>
                <a:ea typeface="ＭＳ Ｐゴシック" charset="-128"/>
                <a:cs typeface="ＭＳ Ｐゴシック" charset="-128"/>
              </a:rPr>
              <a:t>-sized blocks of b  bits each.</a:t>
            </a:r>
          </a:p>
          <a:p>
            <a:r>
              <a:rPr lang="en-US" sz="1200" b="0" kern="1200" baseline="0" dirty="0" smtClean="0">
                <a:solidFill>
                  <a:schemeClr val="tx1"/>
                </a:solidFill>
                <a:latin typeface="Arial" charset="0"/>
                <a:ea typeface="ＭＳ Ｐゴシック" charset="-128"/>
                <a:cs typeface="ＭＳ Ｐゴシック" charset="-128"/>
              </a:rPr>
              <a:t>If necessary, the final block is padded to b  bits. The final block also includes the</a:t>
            </a:r>
          </a:p>
          <a:p>
            <a:r>
              <a:rPr lang="en-US" sz="1200" b="0" kern="1200" baseline="0" dirty="0" smtClean="0">
                <a:solidFill>
                  <a:schemeClr val="tx1"/>
                </a:solidFill>
                <a:latin typeface="Arial" charset="0"/>
                <a:ea typeface="ＭＳ Ｐゴシック" charset="-128"/>
                <a:cs typeface="ＭＳ Ｐゴシック" charset="-128"/>
              </a:rPr>
              <a:t>value of the total length of the input to the hash function. The inclusion of the</a:t>
            </a:r>
          </a:p>
          <a:p>
            <a:r>
              <a:rPr lang="en-US" sz="1200" b="0" kern="1200" baseline="0" dirty="0" smtClean="0">
                <a:solidFill>
                  <a:schemeClr val="tx1"/>
                </a:solidFill>
                <a:latin typeface="Arial" charset="0"/>
                <a:ea typeface="ＭＳ Ｐゴシック" charset="-128"/>
                <a:cs typeface="ＭＳ Ｐゴシック" charset="-128"/>
              </a:rPr>
              <a:t>length makes the job of the opponent more difficult. Either the opponent must</a:t>
            </a:r>
          </a:p>
          <a:p>
            <a:r>
              <a:rPr lang="en-US" sz="1200" b="0" kern="1200" baseline="0" dirty="0" smtClean="0">
                <a:solidFill>
                  <a:schemeClr val="tx1"/>
                </a:solidFill>
                <a:latin typeface="Arial" charset="0"/>
                <a:ea typeface="ＭＳ Ｐゴシック" charset="-128"/>
                <a:cs typeface="ＭＳ Ｐゴシック" charset="-128"/>
              </a:rPr>
              <a:t>find two messages of equal length that hash to the same value or two messages of</a:t>
            </a:r>
          </a:p>
          <a:p>
            <a:r>
              <a:rPr lang="en-US" sz="1200" b="0" kern="1200" baseline="0" dirty="0" smtClean="0">
                <a:solidFill>
                  <a:schemeClr val="tx1"/>
                </a:solidFill>
                <a:latin typeface="Arial" charset="0"/>
                <a:ea typeface="ＭＳ Ｐゴシック" charset="-128"/>
                <a:cs typeface="ＭＳ Ｐゴシック" charset="-128"/>
              </a:rPr>
              <a:t>differing lengths that, together with their length values, hash to the same value.</a:t>
            </a:r>
          </a:p>
          <a:p>
            <a:endParaRPr lang="en-US" sz="1200" b="0" kern="1200" baseline="0" dirty="0" smtClean="0">
              <a:solidFill>
                <a:schemeClr val="tx1"/>
              </a:solidFill>
              <a:latin typeface="Arial" charset="0"/>
              <a:ea typeface="ＭＳ Ｐゴシック" charset="-128"/>
              <a:cs typeface="ＭＳ Ｐゴシック" charset="-128"/>
            </a:endParaRPr>
          </a:p>
          <a:p>
            <a:r>
              <a:rPr lang="en-US" sz="1200" b="0" kern="1200" baseline="0" dirty="0" smtClean="0">
                <a:solidFill>
                  <a:schemeClr val="tx1"/>
                </a:solidFill>
                <a:latin typeface="Arial" charset="0"/>
                <a:ea typeface="ＭＳ Ｐゴシック" charset="-128"/>
                <a:cs typeface="ＭＳ Ｐゴシック" charset="-128"/>
              </a:rPr>
              <a:t> The hash algorithm involves repeated use of a compression </a:t>
            </a:r>
            <a:r>
              <a:rPr lang="en-US" sz="1200" b="0" kern="1200" baseline="0" dirty="0" smtClean="0">
                <a:solidFill>
                  <a:schemeClr val="tx1"/>
                </a:solidFill>
                <a:latin typeface="Arial" charset="0"/>
                <a:ea typeface="ＭＳ Ｐゴシック" charset="-128"/>
                <a:cs typeface="ＭＳ Ｐゴシック" charset="-128"/>
              </a:rPr>
              <a:t>function, </a:t>
            </a:r>
            <a:r>
              <a:rPr lang="en-US" sz="1200" b="0" kern="1200" baseline="0" dirty="0" err="1" smtClean="0">
                <a:solidFill>
                  <a:schemeClr val="tx1"/>
                </a:solidFill>
                <a:latin typeface="Arial" charset="0"/>
                <a:ea typeface="ＭＳ Ｐゴシック" charset="-128"/>
                <a:cs typeface="ＭＳ Ｐゴシック" charset="-128"/>
              </a:rPr>
              <a:t>f</a:t>
            </a:r>
            <a:r>
              <a:rPr lang="en-US" sz="1200" b="0" kern="1200" baseline="0" dirty="0" smtClean="0">
                <a:solidFill>
                  <a:schemeClr val="tx1"/>
                </a:solidFill>
                <a:latin typeface="Arial" charset="0"/>
                <a:ea typeface="ＭＳ Ｐゴシック" charset="-128"/>
                <a:cs typeface="ＭＳ Ｐゴシック" charset="-128"/>
              </a:rPr>
              <a:t>, that</a:t>
            </a:r>
            <a:endParaRPr lang="en-US" sz="1200" b="0" kern="1200" baseline="0" dirty="0" smtClean="0">
              <a:solidFill>
                <a:schemeClr val="tx1"/>
              </a:solidFill>
              <a:latin typeface="Arial" charset="0"/>
              <a:ea typeface="ＭＳ Ｐゴシック" charset="-128"/>
              <a:cs typeface="ＭＳ Ｐゴシック" charset="-128"/>
            </a:endParaRPr>
          </a:p>
          <a:p>
            <a:r>
              <a:rPr lang="en-US" sz="1200" b="0" kern="1200" baseline="0" dirty="0" smtClean="0">
                <a:solidFill>
                  <a:schemeClr val="tx1"/>
                </a:solidFill>
                <a:latin typeface="Arial" charset="0"/>
                <a:ea typeface="ＭＳ Ｐゴシック" charset="-128"/>
                <a:cs typeface="ＭＳ Ｐゴシック" charset="-128"/>
              </a:rPr>
              <a:t>takes two inputs (an </a:t>
            </a:r>
            <a:r>
              <a:rPr lang="en-US" sz="1200" b="0" kern="1200" baseline="0" dirty="0" err="1" smtClean="0">
                <a:solidFill>
                  <a:schemeClr val="tx1"/>
                </a:solidFill>
                <a:latin typeface="Arial" charset="0"/>
                <a:ea typeface="ＭＳ Ｐゴシック" charset="-128"/>
                <a:cs typeface="ＭＳ Ｐゴシック" charset="-128"/>
              </a:rPr>
              <a:t>n</a:t>
            </a:r>
            <a:r>
              <a:rPr lang="en-US" sz="1200" b="0" kern="1200" baseline="0" dirty="0" smtClean="0">
                <a:solidFill>
                  <a:schemeClr val="tx1"/>
                </a:solidFill>
                <a:latin typeface="Arial" charset="0"/>
                <a:ea typeface="ＭＳ Ｐゴシック" charset="-128"/>
                <a:cs typeface="ＭＳ Ｐゴシック" charset="-128"/>
              </a:rPr>
              <a:t>-</a:t>
            </a:r>
            <a:r>
              <a:rPr lang="en-US" sz="1200" b="0" kern="1200" baseline="0" dirty="0" smtClean="0">
                <a:solidFill>
                  <a:schemeClr val="tx1"/>
                </a:solidFill>
                <a:latin typeface="Arial" charset="0"/>
                <a:ea typeface="ＭＳ Ｐゴシック" charset="-128"/>
                <a:cs typeface="ＭＳ Ｐゴシック" charset="-128"/>
              </a:rPr>
              <a:t>bit input from the previous step, called the chaining variable ,</a:t>
            </a:r>
          </a:p>
          <a:p>
            <a:r>
              <a:rPr lang="en-US" sz="1200" b="0" kern="1200" baseline="0" dirty="0" smtClean="0">
                <a:solidFill>
                  <a:schemeClr val="tx1"/>
                </a:solidFill>
                <a:latin typeface="Arial" charset="0"/>
                <a:ea typeface="ＭＳ Ｐゴシック" charset="-128"/>
                <a:cs typeface="ＭＳ Ｐゴシック" charset="-128"/>
              </a:rPr>
              <a:t>and a b -bit block) and produces an n -bit output. At the start of hashing, the chaining</a:t>
            </a:r>
          </a:p>
          <a:p>
            <a:r>
              <a:rPr lang="en-US" sz="1200" b="0" kern="1200" baseline="0" dirty="0" smtClean="0">
                <a:solidFill>
                  <a:schemeClr val="tx1"/>
                </a:solidFill>
                <a:latin typeface="Arial" charset="0"/>
                <a:ea typeface="ＭＳ Ｐゴシック" charset="-128"/>
                <a:cs typeface="ＭＳ Ｐゴシック" charset="-128"/>
              </a:rPr>
              <a:t>variable has an initial value that is specified as part of the algorithm. The final</a:t>
            </a:r>
          </a:p>
          <a:p>
            <a:r>
              <a:rPr lang="en-US" sz="1200" kern="1200" baseline="0" dirty="0" smtClean="0">
                <a:solidFill>
                  <a:schemeClr val="tx1"/>
                </a:solidFill>
                <a:latin typeface="Arial" charset="0"/>
                <a:ea typeface="ＭＳ Ｐゴシック" charset="-128"/>
                <a:cs typeface="ＭＳ Ｐゴシック" charset="-128"/>
              </a:rPr>
              <a:t> value of the chaining variable is the hash value.</a:t>
            </a:r>
            <a:endParaRPr lang="en-US" b="0" dirty="0" smtClean="0">
              <a:latin typeface="Arial" pitchFamily="-84" charset="0"/>
              <a:ea typeface="ＭＳ Ｐゴシック" pitchFamily="-84" charset="-128"/>
              <a:cs typeface="ＭＳ Ｐゴシック" pitchFamily="-84" charset="-128"/>
            </a:endParaRPr>
          </a:p>
        </p:txBody>
      </p:sp>
      <p:sp>
        <p:nvSpPr>
          <p:cNvPr id="37892" name="Slide Number Placeholder 3"/>
          <p:cNvSpPr>
            <a:spLocks noGrp="1"/>
          </p:cNvSpPr>
          <p:nvPr>
            <p:ph type="sldNum" sz="quarter" idx="5"/>
          </p:nvPr>
        </p:nvSpPr>
        <p:spPr>
          <a:noFill/>
        </p:spPr>
        <p:txBody>
          <a:bodyPr/>
          <a:lstStyle/>
          <a:p>
            <a:fld id="{877E4939-CD6A-2B48-B88C-687E529A775F}" type="slidenum">
              <a:rPr lang="en-AU" smtClean="0">
                <a:latin typeface="Arial" pitchFamily="-84" charset="0"/>
              </a:rPr>
              <a:pPr/>
              <a:t>20</a:t>
            </a:fld>
            <a:endParaRPr lang="en-AU" dirty="0" smtClean="0">
              <a:latin typeface="Arial" pitchFamily="-84" charset="0"/>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39938" name="Rectangle 7"/>
          <p:cNvSpPr>
            <a:spLocks noGrp="1" noChangeArrowheads="1"/>
          </p:cNvSpPr>
          <p:nvPr>
            <p:ph type="sldNum" sz="quarter" idx="5"/>
          </p:nvPr>
        </p:nvSpPr>
        <p:spPr>
          <a:noFill/>
        </p:spPr>
        <p:txBody>
          <a:bodyPr/>
          <a:lstStyle/>
          <a:p>
            <a:fld id="{5B4B440A-352F-594A-A952-D32955BAE96C}" type="slidenum">
              <a:rPr lang="en-AU">
                <a:latin typeface="Arial" pitchFamily="-84" charset="0"/>
              </a:rPr>
              <a:pPr/>
              <a:t>21</a:t>
            </a:fld>
            <a:endParaRPr lang="en-AU" dirty="0">
              <a:latin typeface="Arial" pitchFamily="-84" charset="0"/>
            </a:endParaRPr>
          </a:p>
        </p:txBody>
      </p:sp>
      <p:sp>
        <p:nvSpPr>
          <p:cNvPr id="39939" name="Rectangle 2"/>
          <p:cNvSpPr>
            <a:spLocks noGrp="1" noRot="1" noChangeAspect="1" noChangeArrowheads="1" noTextEdit="1"/>
          </p:cNvSpPr>
          <p:nvPr>
            <p:ph type="sldImg"/>
          </p:nvPr>
        </p:nvSpPr>
        <p:spPr>
          <a:ln/>
        </p:spPr>
      </p:sp>
      <p:sp>
        <p:nvSpPr>
          <p:cNvPr id="39940" name="Rectangle 3"/>
          <p:cNvSpPr>
            <a:spLocks noGrp="1" noChangeArrowheads="1"/>
          </p:cNvSpPr>
          <p:nvPr>
            <p:ph type="body" idx="1"/>
          </p:nvPr>
        </p:nvSpPr>
        <p:spPr>
          <a:noFill/>
          <a:ln/>
        </p:spPr>
        <p:txBody>
          <a:bodyPr/>
          <a:lstStyle/>
          <a:p>
            <a:pPr eaLnBrk="1" hangingPunct="1"/>
            <a:r>
              <a:rPr lang="en-US" dirty="0">
                <a:latin typeface="Arial" pitchFamily="-84" charset="0"/>
                <a:ea typeface="ＭＳ Ｐゴシック" pitchFamily="-84" charset="-128"/>
                <a:cs typeface="ＭＳ Ｐゴシック" pitchFamily="-84" charset="-128"/>
              </a:rPr>
              <a:t>A number of proposals have been made for hash functions based on using a cipher block chaining technique, but without the secret key (instead using the message blocks as keys). One of the first such proposals was that of Rabin,</a:t>
            </a:r>
            <a:r>
              <a:rPr lang="en-US" b="0" dirty="0" smtClean="0">
                <a:latin typeface="Arial" pitchFamily="-84" charset="0"/>
                <a:ea typeface="ＭＳ Ｐゴシック" pitchFamily="-84" charset="-128"/>
                <a:cs typeface="ＭＳ Ｐゴシック" pitchFamily="-84" charset="-128"/>
              </a:rPr>
              <a:t> </a:t>
            </a:r>
            <a:r>
              <a:rPr lang="en-US" sz="1200" b="0" kern="1200" baseline="0" dirty="0" smtClean="0">
                <a:solidFill>
                  <a:schemeClr val="tx1"/>
                </a:solidFill>
                <a:latin typeface="Arial" charset="0"/>
                <a:ea typeface="ＭＳ Ｐゴシック" charset="-128"/>
                <a:cs typeface="ＭＳ Ｐゴシック" charset="-128"/>
              </a:rPr>
              <a:t>[RABI78]. Divide </a:t>
            </a:r>
            <a:r>
              <a:rPr lang="en-US" dirty="0" smtClean="0">
                <a:latin typeface="Arial" pitchFamily="-84" charset="0"/>
                <a:ea typeface="ＭＳ Ｐゴシック" pitchFamily="-84" charset="-128"/>
                <a:cs typeface="ＭＳ Ｐゴシック" pitchFamily="-84" charset="-128"/>
              </a:rPr>
              <a:t>a </a:t>
            </a:r>
            <a:r>
              <a:rPr lang="en-US" dirty="0">
                <a:latin typeface="Arial" pitchFamily="-84" charset="0"/>
                <a:ea typeface="ＭＳ Ｐゴシック" pitchFamily="-84" charset="-128"/>
                <a:cs typeface="ＭＳ Ｐゴシック" pitchFamily="-84" charset="-128"/>
              </a:rPr>
              <a:t>message M into fixed-size blocks, and </a:t>
            </a:r>
            <a:r>
              <a:rPr lang="en-US" dirty="0" smtClean="0">
                <a:latin typeface="Arial" pitchFamily="-84" charset="0"/>
                <a:ea typeface="ＭＳ Ｐゴシック" pitchFamily="-84" charset="-128"/>
                <a:cs typeface="ＭＳ Ｐゴシック" pitchFamily="-84" charset="-128"/>
              </a:rPr>
              <a:t>use </a:t>
            </a:r>
            <a:r>
              <a:rPr lang="en-US" dirty="0">
                <a:latin typeface="Arial" pitchFamily="-84" charset="0"/>
                <a:ea typeface="ＭＳ Ｐゴシック" pitchFamily="-84" charset="-128"/>
                <a:cs typeface="ＭＳ Ｐゴシック" pitchFamily="-84" charset="-128"/>
              </a:rPr>
              <a:t>a symmetric encryption system such as DES to compute the hash code G as shown. This is similar to the CBC technique, but in this case there is no secret key. As with any hash code, this scheme is subject to the birthday attack, and if the encryption algorithm is DES and only a 64-bit hash code is produced, then the system is vulnerable.</a:t>
            </a:r>
            <a:r>
              <a:rPr lang="en-US" dirty="0" smtClean="0">
                <a:latin typeface="Arial" pitchFamily="-84" charset="0"/>
                <a:ea typeface="ＭＳ Ｐゴシック" pitchFamily="-84" charset="-128"/>
                <a:cs typeface="ＭＳ Ｐゴシック" pitchFamily="-84" charset="-128"/>
              </a:rPr>
              <a:t> </a:t>
            </a:r>
          </a:p>
          <a:p>
            <a:pPr eaLnBrk="1" hangingPunct="1"/>
            <a:endParaRPr lang="en-US" dirty="0" smtClean="0">
              <a:latin typeface="Arial" pitchFamily="-84" charset="0"/>
              <a:ea typeface="ＭＳ Ｐゴシック" pitchFamily="-84" charset="-128"/>
              <a:cs typeface="ＭＳ Ｐゴシック" pitchFamily="-84" charset="-128"/>
            </a:endParaRPr>
          </a:p>
          <a:p>
            <a:pPr eaLnBrk="1" hangingPunct="1"/>
            <a:r>
              <a:rPr lang="en-US" dirty="0" smtClean="0">
                <a:latin typeface="Arial" pitchFamily="-84" charset="0"/>
                <a:ea typeface="ＭＳ Ｐゴシック" pitchFamily="-84" charset="-128"/>
                <a:cs typeface="ＭＳ Ｐゴシック" pitchFamily="-84" charset="-128"/>
              </a:rPr>
              <a:t>Furthermore</a:t>
            </a:r>
            <a:r>
              <a:rPr lang="en-US" dirty="0">
                <a:latin typeface="Arial" pitchFamily="-84" charset="0"/>
                <a:ea typeface="ＭＳ Ｐゴシック" pitchFamily="-84" charset="-128"/>
                <a:cs typeface="ＭＳ Ｐゴシック" pitchFamily="-84" charset="-128"/>
              </a:rPr>
              <a:t>, another version of the birthday attack can be used even if the opponent has access to only one message and its valid signature and cannot obtain multiple </a:t>
            </a:r>
            <a:r>
              <a:rPr lang="en-US" dirty="0" smtClean="0">
                <a:latin typeface="Arial" pitchFamily="-84" charset="0"/>
                <a:ea typeface="ＭＳ Ｐゴシック" pitchFamily="-84" charset="-128"/>
                <a:cs typeface="ＭＳ Ｐゴシック" pitchFamily="-84" charset="-128"/>
              </a:rPr>
              <a:t>signings. </a:t>
            </a:r>
          </a:p>
          <a:p>
            <a:pPr eaLnBrk="1" hangingPunct="1"/>
            <a:endParaRPr lang="en-US" dirty="0" smtClean="0">
              <a:latin typeface="Arial" pitchFamily="-84" charset="0"/>
              <a:ea typeface="ＭＳ Ｐゴシック" pitchFamily="-84" charset="-128"/>
              <a:cs typeface="ＭＳ Ｐゴシック" pitchFamily="-84" charset="-128"/>
            </a:endParaRPr>
          </a:p>
          <a:p>
            <a:r>
              <a:rPr lang="en-US" sz="1200" kern="1200" baseline="0" dirty="0" smtClean="0">
                <a:solidFill>
                  <a:schemeClr val="tx1"/>
                </a:solidFill>
                <a:latin typeface="Arial" charset="0"/>
                <a:ea typeface="ＭＳ Ｐゴシック" charset="-128"/>
                <a:cs typeface="ＭＳ Ｐゴシック" charset="-128"/>
              </a:rPr>
              <a:t>It can be shown that some form of birthday attack will succeed against any hash scheme involving the use of cipher block chaining without a secret key, provided that either the resulting hash code is small enough</a:t>
            </a:r>
          </a:p>
          <a:p>
            <a:r>
              <a:rPr lang="en-US" sz="1200" kern="1200" baseline="0" dirty="0" smtClean="0">
                <a:solidFill>
                  <a:schemeClr val="tx1"/>
                </a:solidFill>
                <a:latin typeface="Arial" charset="0"/>
                <a:ea typeface="ＭＳ Ｐゴシック" charset="-128"/>
                <a:cs typeface="ＭＳ Ｐゴシック" charset="-128"/>
              </a:rPr>
              <a:t>(e.g., 64 bits or less) or that a larger hash code can be decomposed into independent subcodes [JUEN87].</a:t>
            </a:r>
          </a:p>
          <a:p>
            <a:endParaRPr lang="en-US" sz="1200" kern="1200" baseline="0" dirty="0" smtClean="0">
              <a:solidFill>
                <a:schemeClr val="tx1"/>
              </a:solidFill>
              <a:latin typeface="Arial" charset="0"/>
              <a:ea typeface="ＭＳ Ｐゴシック" charset="-128"/>
              <a:cs typeface="ＭＳ Ｐゴシック" charset="-128"/>
            </a:endParaRPr>
          </a:p>
          <a:p>
            <a:r>
              <a:rPr lang="en-US" sz="1200" kern="1200" baseline="0" dirty="0" smtClean="0">
                <a:solidFill>
                  <a:schemeClr val="tx1"/>
                </a:solidFill>
                <a:latin typeface="Arial" charset="0"/>
                <a:ea typeface="ＭＳ Ｐゴシック" charset="-128"/>
                <a:cs typeface="ＭＳ Ｐゴシック" charset="-128"/>
              </a:rPr>
              <a:t>Thus, attention has been directed at finding other approaches to hashing.</a:t>
            </a:r>
          </a:p>
          <a:p>
            <a:r>
              <a:rPr lang="en-US" sz="1200" kern="1200" baseline="0" dirty="0" smtClean="0">
                <a:solidFill>
                  <a:schemeClr val="tx1"/>
                </a:solidFill>
                <a:latin typeface="Arial" charset="0"/>
                <a:ea typeface="ＭＳ Ｐゴシック" charset="-128"/>
                <a:cs typeface="ＭＳ Ｐゴシック" charset="-128"/>
              </a:rPr>
              <a:t>Many of these have also been shown to have weaknesses [MITC92].</a:t>
            </a:r>
            <a:endParaRPr lang="en-US" dirty="0" smtClean="0">
              <a:latin typeface="Arial" pitchFamily="-84" charset="0"/>
              <a:ea typeface="ＭＳ Ｐゴシック" pitchFamily="-84" charset="-128"/>
              <a:cs typeface="ＭＳ Ｐゴシック" pitchFamily="-84" charset="-128"/>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41986" name="Rectangle 1031"/>
          <p:cNvSpPr>
            <a:spLocks noGrp="1" noChangeArrowheads="1"/>
          </p:cNvSpPr>
          <p:nvPr>
            <p:ph type="sldNum" sz="quarter" idx="5"/>
          </p:nvPr>
        </p:nvSpPr>
        <p:spPr>
          <a:noFill/>
        </p:spPr>
        <p:txBody>
          <a:bodyPr/>
          <a:lstStyle/>
          <a:p>
            <a:fld id="{AEFDFB2B-967D-2347-9C52-094724F4DA56}" type="slidenum">
              <a:rPr lang="en-AU">
                <a:latin typeface="Arial" pitchFamily="-84" charset="0"/>
              </a:rPr>
              <a:pPr/>
              <a:t>22</a:t>
            </a:fld>
            <a:endParaRPr lang="en-AU" dirty="0">
              <a:latin typeface="Arial" pitchFamily="-84" charset="0"/>
            </a:endParaRPr>
          </a:p>
        </p:txBody>
      </p:sp>
      <p:sp>
        <p:nvSpPr>
          <p:cNvPr id="41987" name="Rectangle 2"/>
          <p:cNvSpPr>
            <a:spLocks noGrp="1" noRot="1" noChangeAspect="1" noChangeArrowheads="1" noTextEdit="1"/>
          </p:cNvSpPr>
          <p:nvPr>
            <p:ph type="sldImg"/>
          </p:nvPr>
        </p:nvSpPr>
        <p:spPr>
          <a:ln/>
        </p:spPr>
      </p:sp>
      <p:sp>
        <p:nvSpPr>
          <p:cNvPr id="41988" name="Rectangle 3"/>
          <p:cNvSpPr>
            <a:spLocks noGrp="1" noChangeArrowheads="1"/>
          </p:cNvSpPr>
          <p:nvPr>
            <p:ph type="body" idx="1"/>
          </p:nvPr>
        </p:nvSpPr>
        <p:spPr>
          <a:noFill/>
          <a:ln/>
        </p:spPr>
        <p:txBody>
          <a:bodyPr/>
          <a:lstStyle/>
          <a:p>
            <a:r>
              <a:rPr lang="en-US" sz="1200" b="0" kern="1200" baseline="0" dirty="0" smtClean="0">
                <a:solidFill>
                  <a:schemeClr val="tx1"/>
                </a:solidFill>
                <a:latin typeface="Arial" charset="0"/>
                <a:ea typeface="ＭＳ Ｐゴシック" charset="-128"/>
                <a:cs typeface="ＭＳ Ｐゴシック" charset="-128"/>
              </a:rPr>
              <a:t> In recent years, the most widely used hash function has been the Secure Hash</a:t>
            </a:r>
          </a:p>
          <a:p>
            <a:r>
              <a:rPr lang="en-US" sz="1200" b="0" kern="1200" baseline="0" dirty="0" smtClean="0">
                <a:solidFill>
                  <a:schemeClr val="tx1"/>
                </a:solidFill>
                <a:latin typeface="Arial" charset="0"/>
                <a:ea typeface="ＭＳ Ｐゴシック" charset="-128"/>
                <a:cs typeface="ＭＳ Ｐゴシック" charset="-128"/>
              </a:rPr>
              <a:t>Algorithm (SHA). Indeed, because virtually every other widely used hash function</a:t>
            </a:r>
          </a:p>
          <a:p>
            <a:r>
              <a:rPr lang="en-US" sz="1200" b="0" kern="1200" baseline="0" dirty="0" smtClean="0">
                <a:solidFill>
                  <a:schemeClr val="tx1"/>
                </a:solidFill>
                <a:latin typeface="Arial" charset="0"/>
                <a:ea typeface="ＭＳ Ｐゴシック" charset="-128"/>
                <a:cs typeface="ＭＳ Ｐゴシック" charset="-128"/>
              </a:rPr>
              <a:t>had been found to have substantial cryptanalytic weaknesses, SHA was more or</a:t>
            </a:r>
          </a:p>
          <a:p>
            <a:r>
              <a:rPr lang="en-US" sz="1200" b="0" kern="1200" baseline="0" dirty="0" smtClean="0">
                <a:solidFill>
                  <a:schemeClr val="tx1"/>
                </a:solidFill>
                <a:latin typeface="Arial" charset="0"/>
                <a:ea typeface="ＭＳ Ｐゴシック" charset="-128"/>
                <a:cs typeface="ＭＳ Ｐゴシック" charset="-128"/>
              </a:rPr>
              <a:t>less the last remaining standardized hash algorithm by 2005. SHA was developed</a:t>
            </a:r>
          </a:p>
          <a:p>
            <a:r>
              <a:rPr lang="en-US" sz="1200" b="0" kern="1200" baseline="0" dirty="0" smtClean="0">
                <a:solidFill>
                  <a:schemeClr val="tx1"/>
                </a:solidFill>
                <a:latin typeface="Arial" charset="0"/>
                <a:ea typeface="ＭＳ Ｐゴシック" charset="-128"/>
                <a:cs typeface="ＭＳ Ｐゴシック" charset="-128"/>
              </a:rPr>
              <a:t>by the National Institute of Standards and Technology (NIST) and published as a</a:t>
            </a:r>
          </a:p>
          <a:p>
            <a:r>
              <a:rPr lang="en-US" sz="1200" b="0" kern="1200" baseline="0" dirty="0" smtClean="0">
                <a:solidFill>
                  <a:schemeClr val="tx1"/>
                </a:solidFill>
                <a:latin typeface="Arial" charset="0"/>
                <a:ea typeface="ＭＳ Ｐゴシック" charset="-128"/>
                <a:cs typeface="ＭＳ Ｐゴシック" charset="-128"/>
              </a:rPr>
              <a:t>federal information processing standard (FIPS 180) in 1993. When weaknesses were</a:t>
            </a:r>
          </a:p>
          <a:p>
            <a:r>
              <a:rPr lang="en-US" sz="1200" b="0" kern="1200" baseline="0" dirty="0" smtClean="0">
                <a:solidFill>
                  <a:schemeClr val="tx1"/>
                </a:solidFill>
                <a:latin typeface="Arial" charset="0"/>
                <a:ea typeface="ＭＳ Ｐゴシック" charset="-128"/>
                <a:cs typeface="ＭＳ Ｐゴシック" charset="-128"/>
              </a:rPr>
              <a:t>discovered in SHA, now known as SHA-</a:t>
            </a:r>
            <a:r>
              <a:rPr lang="en-US" sz="1200" b="0" kern="1200" baseline="0" dirty="0" smtClean="0">
                <a:solidFill>
                  <a:schemeClr val="tx1"/>
                </a:solidFill>
                <a:latin typeface="Arial" charset="0"/>
                <a:ea typeface="ＭＳ Ｐゴシック" charset="-128"/>
                <a:cs typeface="ＭＳ Ｐゴシック" charset="-128"/>
              </a:rPr>
              <a:t>0, </a:t>
            </a:r>
            <a:r>
              <a:rPr lang="en-US" sz="1200" b="0" kern="1200" baseline="0" dirty="0" smtClean="0">
                <a:solidFill>
                  <a:schemeClr val="tx1"/>
                </a:solidFill>
                <a:latin typeface="Arial" charset="0"/>
                <a:ea typeface="ＭＳ Ｐゴシック" charset="-128"/>
                <a:cs typeface="ＭＳ Ｐゴシック" charset="-128"/>
              </a:rPr>
              <a:t>a revised version was issued as FIPS</a:t>
            </a:r>
          </a:p>
          <a:p>
            <a:r>
              <a:rPr lang="en-US" sz="1200" b="0" kern="1200" baseline="0" dirty="0" smtClean="0">
                <a:solidFill>
                  <a:schemeClr val="tx1"/>
                </a:solidFill>
                <a:latin typeface="Arial" charset="0"/>
                <a:ea typeface="ＭＳ Ｐゴシック" charset="-128"/>
                <a:cs typeface="ＭＳ Ｐゴシック" charset="-128"/>
              </a:rPr>
              <a:t>180-1 in 1995 and is referred to as SHA-</a:t>
            </a:r>
            <a:r>
              <a:rPr lang="en-US" sz="1200" b="0" kern="1200" baseline="0" dirty="0" smtClean="0">
                <a:solidFill>
                  <a:schemeClr val="tx1"/>
                </a:solidFill>
                <a:latin typeface="Arial" charset="0"/>
                <a:ea typeface="ＭＳ Ｐゴシック" charset="-128"/>
                <a:cs typeface="ＭＳ Ｐゴシック" charset="-128"/>
              </a:rPr>
              <a:t>1. </a:t>
            </a:r>
            <a:r>
              <a:rPr lang="en-US" sz="1200" b="0" kern="1200" baseline="0" dirty="0" smtClean="0">
                <a:solidFill>
                  <a:schemeClr val="tx1"/>
                </a:solidFill>
                <a:latin typeface="Arial" charset="0"/>
                <a:ea typeface="ＭＳ Ｐゴシック" charset="-128"/>
                <a:cs typeface="ＭＳ Ｐゴシック" charset="-128"/>
              </a:rPr>
              <a:t>The actual standards document is entitled</a:t>
            </a:r>
          </a:p>
          <a:p>
            <a:r>
              <a:rPr lang="en-US" sz="1200" b="0" kern="1200" baseline="0" dirty="0" smtClean="0">
                <a:solidFill>
                  <a:schemeClr val="tx1"/>
                </a:solidFill>
                <a:latin typeface="Arial" charset="0"/>
                <a:ea typeface="ＭＳ Ｐゴシック" charset="-128"/>
                <a:cs typeface="ＭＳ Ｐゴシック" charset="-128"/>
              </a:rPr>
              <a:t>“Secure Hash Standard.” SHA is based on the hash function MD4, and its design</a:t>
            </a:r>
          </a:p>
          <a:p>
            <a:r>
              <a:rPr lang="en-US" sz="1200" b="0" kern="1200" baseline="0" dirty="0" smtClean="0">
                <a:solidFill>
                  <a:schemeClr val="tx1"/>
                </a:solidFill>
                <a:latin typeface="Arial" charset="0"/>
                <a:ea typeface="ＭＳ Ｐゴシック" charset="-128"/>
                <a:cs typeface="ＭＳ Ｐゴシック" charset="-128"/>
              </a:rPr>
              <a:t>closely models MD4.</a:t>
            </a:r>
          </a:p>
          <a:p>
            <a:endParaRPr lang="en-US" sz="1200" b="0" kern="1200" baseline="0" dirty="0" smtClean="0">
              <a:solidFill>
                <a:schemeClr val="tx1"/>
              </a:solidFill>
              <a:latin typeface="Arial" charset="0"/>
              <a:ea typeface="ＭＳ Ｐゴシック" charset="-128"/>
              <a:cs typeface="ＭＳ Ｐゴシック" charset="-128"/>
            </a:endParaRPr>
          </a:p>
          <a:p>
            <a:r>
              <a:rPr lang="en-US" sz="1200" kern="1200" baseline="0" dirty="0" smtClean="0">
                <a:solidFill>
                  <a:schemeClr val="tx1"/>
                </a:solidFill>
                <a:latin typeface="Arial" charset="0"/>
                <a:ea typeface="ＭＳ Ｐゴシック" charset="-128"/>
                <a:cs typeface="ＭＳ Ｐゴシック" charset="-128"/>
              </a:rPr>
              <a:t> SHA-1 produces a hash value of 160 bits. In 2002, NIST produced a revised</a:t>
            </a:r>
          </a:p>
          <a:p>
            <a:r>
              <a:rPr lang="en-US" sz="1200" kern="1200" baseline="0" dirty="0" smtClean="0">
                <a:solidFill>
                  <a:schemeClr val="tx1"/>
                </a:solidFill>
                <a:latin typeface="Arial" charset="0"/>
                <a:ea typeface="ＭＳ Ｐゴシック" charset="-128"/>
                <a:cs typeface="ＭＳ Ｐゴシック" charset="-128"/>
              </a:rPr>
              <a:t>version of the standard, FIPS 180-2, that defined three new versions of SHA, with</a:t>
            </a:r>
          </a:p>
          <a:p>
            <a:r>
              <a:rPr lang="en-US" sz="1200" kern="1200" baseline="0" dirty="0" smtClean="0">
                <a:solidFill>
                  <a:schemeClr val="tx1"/>
                </a:solidFill>
                <a:latin typeface="Arial" charset="0"/>
                <a:ea typeface="ＭＳ Ｐゴシック" charset="-128"/>
                <a:cs typeface="ＭＳ Ｐゴシック" charset="-128"/>
              </a:rPr>
              <a:t>hash value lengths of 256, 384, and 512 bits, known as SHA-256, SHA-384, and</a:t>
            </a:r>
          </a:p>
          <a:p>
            <a:r>
              <a:rPr lang="en-US" sz="1200" kern="1200" baseline="0" dirty="0" smtClean="0">
                <a:solidFill>
                  <a:schemeClr val="tx1"/>
                </a:solidFill>
                <a:latin typeface="Arial" charset="0"/>
                <a:ea typeface="ＭＳ Ｐゴシック" charset="-128"/>
                <a:cs typeface="ＭＳ Ｐゴシック" charset="-128"/>
              </a:rPr>
              <a:t>SHA-512, respectively. Collectively, these hash algorithms are known as SHA-2 .</a:t>
            </a:r>
          </a:p>
          <a:p>
            <a:r>
              <a:rPr lang="en-US" sz="1200" kern="1200" baseline="0" dirty="0" smtClean="0">
                <a:solidFill>
                  <a:schemeClr val="tx1"/>
                </a:solidFill>
                <a:latin typeface="Arial" charset="0"/>
                <a:ea typeface="ＭＳ Ｐゴシック" charset="-128"/>
                <a:cs typeface="ＭＳ Ｐゴシック" charset="-128"/>
              </a:rPr>
              <a:t>These new versions have the same underlying structure and use the same types of</a:t>
            </a:r>
          </a:p>
          <a:p>
            <a:r>
              <a:rPr lang="en-US" sz="1200" kern="1200" baseline="0" dirty="0" smtClean="0">
                <a:solidFill>
                  <a:schemeClr val="tx1"/>
                </a:solidFill>
                <a:latin typeface="Arial" charset="0"/>
                <a:ea typeface="ＭＳ Ｐゴシック" charset="-128"/>
                <a:cs typeface="ＭＳ Ｐゴシック" charset="-128"/>
              </a:rPr>
              <a:t>modular arithmetic and logical binary operations as SHA-1.</a:t>
            </a:r>
            <a:endParaRPr lang="en-US" sz="1200" b="0" kern="1200" baseline="0" dirty="0" smtClean="0">
              <a:solidFill>
                <a:schemeClr val="tx1"/>
              </a:solidFill>
              <a:latin typeface="Arial" charset="0"/>
              <a:ea typeface="ＭＳ Ｐゴシック" charset="-128"/>
              <a:cs typeface="ＭＳ Ｐゴシック" charset="-128"/>
            </a:endParaRPr>
          </a:p>
          <a:p>
            <a:endParaRPr lang="en-AU" b="0" dirty="0" smtClean="0">
              <a:latin typeface="Arial" pitchFamily="-84" charset="0"/>
              <a:ea typeface="ＭＳ Ｐゴシック" pitchFamily="-84" charset="-128"/>
              <a:cs typeface="ＭＳ Ｐゴシック" pitchFamily="-84" charset="-128"/>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46082" name="Slide Image Placeholder 1"/>
          <p:cNvSpPr>
            <a:spLocks noGrp="1" noRot="1" noChangeAspect="1"/>
          </p:cNvSpPr>
          <p:nvPr>
            <p:ph type="sldImg"/>
          </p:nvPr>
        </p:nvSpPr>
        <p:spPr>
          <a:ln/>
        </p:spPr>
      </p:sp>
      <p:sp>
        <p:nvSpPr>
          <p:cNvPr id="46083" name="Notes Placeholder 2"/>
          <p:cNvSpPr>
            <a:spLocks noGrp="1"/>
          </p:cNvSpPr>
          <p:nvPr>
            <p:ph type="body" idx="1"/>
          </p:nvPr>
        </p:nvSpPr>
        <p:spPr>
          <a:noFill/>
          <a:ln/>
        </p:spPr>
        <p:txBody>
          <a:bodyPr/>
          <a:lstStyle/>
          <a:p>
            <a:r>
              <a:rPr lang="en-US" sz="1200" kern="1200" baseline="0" dirty="0" smtClean="0">
                <a:solidFill>
                  <a:schemeClr val="tx1"/>
                </a:solidFill>
                <a:latin typeface="Arial" charset="0"/>
                <a:ea typeface="ＭＳ Ｐゴシック" charset="-128"/>
                <a:cs typeface="ＭＳ Ｐゴシック" charset="-128"/>
              </a:rPr>
              <a:t> A revised document was issued as FIP PUB 180-3 in 2008, which added a 224-bit version (Table 11.3).</a:t>
            </a:r>
          </a:p>
          <a:p>
            <a:r>
              <a:rPr lang="en-US" sz="1200" kern="1200" baseline="0" dirty="0" smtClean="0">
                <a:solidFill>
                  <a:schemeClr val="tx1"/>
                </a:solidFill>
                <a:latin typeface="Arial" charset="0"/>
                <a:ea typeface="ＭＳ Ｐゴシック" charset="-128"/>
                <a:cs typeface="ＭＳ Ｐゴシック" charset="-128"/>
              </a:rPr>
              <a:t>In 2015, NIST issued FIPS 180-4, which added two additional algorithms:</a:t>
            </a:r>
          </a:p>
          <a:p>
            <a:r>
              <a:rPr lang="en-US" sz="1200" kern="1200" baseline="0" dirty="0" smtClean="0">
                <a:solidFill>
                  <a:schemeClr val="tx1"/>
                </a:solidFill>
                <a:latin typeface="Arial" charset="0"/>
                <a:ea typeface="ＭＳ Ｐゴシック" charset="-128"/>
                <a:cs typeface="ＭＳ Ｐゴシック" charset="-128"/>
              </a:rPr>
              <a:t>SHA-512/224 and SHA-512/256. SHA-1 and SHA-2 are also specified in RFC</a:t>
            </a:r>
          </a:p>
          <a:p>
            <a:r>
              <a:rPr lang="en-US" sz="1200" kern="1200" baseline="0" dirty="0" smtClean="0">
                <a:solidFill>
                  <a:schemeClr val="tx1"/>
                </a:solidFill>
                <a:latin typeface="Arial" charset="0"/>
                <a:ea typeface="ＭＳ Ｐゴシック" charset="-128"/>
                <a:cs typeface="ＭＳ Ｐゴシック" charset="-128"/>
              </a:rPr>
              <a:t>6234, which essentially duplicates the material in FIPS 180-3 but adds a C code</a:t>
            </a:r>
          </a:p>
          <a:p>
            <a:r>
              <a:rPr lang="en-US" sz="1200" kern="1200" baseline="0" dirty="0" smtClean="0">
                <a:solidFill>
                  <a:schemeClr val="tx1"/>
                </a:solidFill>
                <a:latin typeface="Arial" charset="0"/>
                <a:ea typeface="ＭＳ Ｐゴシック" charset="-128"/>
                <a:cs typeface="ＭＳ Ｐゴシック" charset="-128"/>
              </a:rPr>
              <a:t>implementation.</a:t>
            </a:r>
          </a:p>
          <a:p>
            <a:endParaRPr lang="en-US" sz="1200" kern="1200" baseline="0" dirty="0" smtClean="0">
              <a:solidFill>
                <a:schemeClr val="tx1"/>
              </a:solidFill>
              <a:latin typeface="Arial" charset="0"/>
              <a:ea typeface="ＭＳ Ｐゴシック" charset="-128"/>
              <a:cs typeface="ＭＳ Ｐゴシック" charset="-128"/>
            </a:endParaRPr>
          </a:p>
          <a:p>
            <a:r>
              <a:rPr lang="en-US" sz="1200" kern="1200" baseline="0" dirty="0" smtClean="0">
                <a:solidFill>
                  <a:schemeClr val="tx1"/>
                </a:solidFill>
                <a:latin typeface="Arial" charset="0"/>
                <a:ea typeface="ＭＳ Ｐゴシック" charset="-128"/>
                <a:cs typeface="ＭＳ Ｐゴシック" charset="-128"/>
              </a:rPr>
              <a:t>In </a:t>
            </a:r>
            <a:r>
              <a:rPr lang="en-US" sz="1200" kern="1200" baseline="0" dirty="0" smtClean="0">
                <a:solidFill>
                  <a:schemeClr val="tx1"/>
                </a:solidFill>
                <a:latin typeface="Arial" charset="0"/>
                <a:ea typeface="ＭＳ Ｐゴシック" charset="-128"/>
                <a:cs typeface="ＭＳ Ｐゴシック" charset="-128"/>
              </a:rPr>
              <a:t>2005, NIST announced the intention to phase out approval of SHA-1</a:t>
            </a:r>
          </a:p>
          <a:p>
            <a:r>
              <a:rPr lang="en-US" sz="1200" kern="1200" baseline="0" dirty="0" smtClean="0">
                <a:solidFill>
                  <a:schemeClr val="tx1"/>
                </a:solidFill>
                <a:latin typeface="Arial" charset="0"/>
                <a:ea typeface="ＭＳ Ｐゴシック" charset="-128"/>
                <a:cs typeface="ＭＳ Ｐゴシック" charset="-128"/>
              </a:rPr>
              <a:t>and move to a reliance on SHA-2 by 2010. Shortly thereafter, a research team described</a:t>
            </a:r>
          </a:p>
          <a:p>
            <a:r>
              <a:rPr lang="en-US" sz="1200" kern="1200" baseline="0" dirty="0" smtClean="0">
                <a:solidFill>
                  <a:schemeClr val="tx1"/>
                </a:solidFill>
                <a:latin typeface="Arial" charset="0"/>
                <a:ea typeface="ＭＳ Ｐゴシック" charset="-128"/>
                <a:cs typeface="ＭＳ Ｐゴシック" charset="-128"/>
              </a:rPr>
              <a:t>an attack in which two separate messages could be found that deliver the</a:t>
            </a:r>
          </a:p>
          <a:p>
            <a:r>
              <a:rPr lang="en-US" sz="1200" kern="1200" baseline="0" dirty="0" smtClean="0">
                <a:solidFill>
                  <a:schemeClr val="tx1"/>
                </a:solidFill>
                <a:latin typeface="Arial" charset="0"/>
                <a:ea typeface="ＭＳ Ｐゴシック" charset="-128"/>
                <a:cs typeface="ＭＳ Ｐゴシック" charset="-128"/>
              </a:rPr>
              <a:t>same SHA-1 hash using 2</a:t>
            </a:r>
            <a:r>
              <a:rPr lang="en-US" sz="1200" kern="1200" baseline="30000" dirty="0" smtClean="0">
                <a:solidFill>
                  <a:schemeClr val="tx1"/>
                </a:solidFill>
                <a:latin typeface="Arial" charset="0"/>
                <a:ea typeface="ＭＳ Ｐゴシック" charset="-128"/>
                <a:cs typeface="ＭＳ Ｐゴシック" charset="-128"/>
              </a:rPr>
              <a:t>69</a:t>
            </a:r>
            <a:r>
              <a:rPr lang="en-US" sz="1200" kern="1200" baseline="0" dirty="0" smtClean="0">
                <a:solidFill>
                  <a:schemeClr val="tx1"/>
                </a:solidFill>
                <a:latin typeface="Arial" charset="0"/>
                <a:ea typeface="ＭＳ Ｐゴシック" charset="-128"/>
                <a:cs typeface="ＭＳ Ｐゴシック" charset="-128"/>
              </a:rPr>
              <a:t>  operations, far fewer than the 2</a:t>
            </a:r>
            <a:r>
              <a:rPr lang="en-US" sz="1200" kern="1200" baseline="30000" dirty="0" smtClean="0">
                <a:solidFill>
                  <a:schemeClr val="tx1"/>
                </a:solidFill>
                <a:latin typeface="Arial" charset="0"/>
                <a:ea typeface="ＭＳ Ｐゴシック" charset="-128"/>
                <a:cs typeface="ＭＳ Ｐゴシック" charset="-128"/>
              </a:rPr>
              <a:t>80</a:t>
            </a:r>
            <a:r>
              <a:rPr lang="en-US" sz="1200" kern="1200" baseline="0" dirty="0" smtClean="0">
                <a:solidFill>
                  <a:schemeClr val="tx1"/>
                </a:solidFill>
                <a:latin typeface="Arial" charset="0"/>
                <a:ea typeface="ＭＳ Ｐゴシック" charset="-128"/>
                <a:cs typeface="ＭＳ Ｐゴシック" charset="-128"/>
              </a:rPr>
              <a:t>  operations previously</a:t>
            </a:r>
          </a:p>
          <a:p>
            <a:r>
              <a:rPr lang="en-US" sz="1200" kern="1200" baseline="0" dirty="0" smtClean="0">
                <a:solidFill>
                  <a:schemeClr val="tx1"/>
                </a:solidFill>
                <a:latin typeface="Arial" charset="0"/>
                <a:ea typeface="ＭＳ Ｐゴシック" charset="-128"/>
                <a:cs typeface="ＭＳ Ｐゴシック" charset="-128"/>
              </a:rPr>
              <a:t>thought needed to find a collision with an SHA-1 hash [WANG05]. This result</a:t>
            </a:r>
          </a:p>
          <a:p>
            <a:r>
              <a:rPr lang="en-US" sz="1200" kern="1200" baseline="0" dirty="0" smtClean="0">
                <a:solidFill>
                  <a:schemeClr val="tx1"/>
                </a:solidFill>
                <a:latin typeface="Arial" charset="0"/>
                <a:ea typeface="ＭＳ Ｐゴシック" charset="-128"/>
                <a:cs typeface="ＭＳ Ｐゴシック" charset="-128"/>
              </a:rPr>
              <a:t>should hasten the transition to SHA-2.</a:t>
            </a:r>
            <a:endParaRPr lang="en-US" dirty="0" smtClean="0">
              <a:latin typeface="Arial" pitchFamily="-84" charset="0"/>
              <a:ea typeface="ＭＳ Ｐゴシック" pitchFamily="-84" charset="-128"/>
              <a:cs typeface="ＭＳ Ｐゴシック" pitchFamily="-84" charset="-128"/>
            </a:endParaRPr>
          </a:p>
        </p:txBody>
      </p:sp>
      <p:sp>
        <p:nvSpPr>
          <p:cNvPr id="46084" name="Slide Number Placeholder 3"/>
          <p:cNvSpPr>
            <a:spLocks noGrp="1"/>
          </p:cNvSpPr>
          <p:nvPr>
            <p:ph type="sldNum" sz="quarter" idx="5"/>
          </p:nvPr>
        </p:nvSpPr>
        <p:spPr>
          <a:noFill/>
        </p:spPr>
        <p:txBody>
          <a:bodyPr/>
          <a:lstStyle/>
          <a:p>
            <a:fld id="{488178CB-0DBC-3C49-8795-EFDBF16EC5FC}" type="slidenum">
              <a:rPr lang="en-AU" smtClean="0">
                <a:latin typeface="Arial" pitchFamily="-84" charset="0"/>
              </a:rPr>
              <a:pPr/>
              <a:t>23</a:t>
            </a:fld>
            <a:endParaRPr lang="en-AU" dirty="0" smtClean="0">
              <a:latin typeface="Arial" pitchFamily="-84" charset="0"/>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48130" name="Rectangle 1031"/>
          <p:cNvSpPr>
            <a:spLocks noGrp="1" noChangeArrowheads="1"/>
          </p:cNvSpPr>
          <p:nvPr>
            <p:ph type="sldNum" sz="quarter" idx="5"/>
          </p:nvPr>
        </p:nvSpPr>
        <p:spPr>
          <a:noFill/>
        </p:spPr>
        <p:txBody>
          <a:bodyPr/>
          <a:lstStyle/>
          <a:p>
            <a:fld id="{52949735-5420-BD45-AC21-09153687CD99}" type="slidenum">
              <a:rPr lang="en-AU">
                <a:latin typeface="Arial" pitchFamily="-84" charset="0"/>
              </a:rPr>
              <a:pPr/>
              <a:t>24</a:t>
            </a:fld>
            <a:endParaRPr lang="en-AU" dirty="0">
              <a:latin typeface="Arial" pitchFamily="-84" charset="0"/>
            </a:endParaRPr>
          </a:p>
        </p:txBody>
      </p:sp>
      <p:sp>
        <p:nvSpPr>
          <p:cNvPr id="48131" name="Rectangle 2"/>
          <p:cNvSpPr>
            <a:spLocks noGrp="1" noRot="1" noChangeAspect="1" noChangeArrowheads="1" noTextEdit="1"/>
          </p:cNvSpPr>
          <p:nvPr>
            <p:ph type="sldImg"/>
          </p:nvPr>
        </p:nvSpPr>
        <p:spPr>
          <a:ln/>
        </p:spPr>
      </p:sp>
      <p:sp>
        <p:nvSpPr>
          <p:cNvPr id="48132" name="Rectangle 3"/>
          <p:cNvSpPr>
            <a:spLocks noGrp="1" noChangeArrowheads="1"/>
          </p:cNvSpPr>
          <p:nvPr>
            <p:ph type="body" idx="1"/>
          </p:nvPr>
        </p:nvSpPr>
        <p:spPr>
          <a:noFill/>
          <a:ln/>
        </p:spPr>
        <p:txBody>
          <a:bodyPr/>
          <a:lstStyle/>
          <a:p>
            <a:r>
              <a:rPr lang="en-US" sz="1200" kern="1200" baseline="0" dirty="0" smtClean="0">
                <a:solidFill>
                  <a:schemeClr val="tx1"/>
                </a:solidFill>
                <a:latin typeface="Arial" charset="0"/>
                <a:ea typeface="ＭＳ Ｐゴシック" charset="-128"/>
                <a:cs typeface="ＭＳ Ｐゴシック" charset="-128"/>
              </a:rPr>
              <a:t>The algorithm takes as input a message with a maximum length of less than 2</a:t>
            </a:r>
            <a:r>
              <a:rPr lang="en-US" sz="1200" kern="1200" baseline="30000" dirty="0" smtClean="0">
                <a:solidFill>
                  <a:schemeClr val="tx1"/>
                </a:solidFill>
                <a:latin typeface="Arial" charset="0"/>
                <a:ea typeface="ＭＳ Ｐゴシック" charset="-128"/>
                <a:cs typeface="ＭＳ Ｐゴシック" charset="-128"/>
              </a:rPr>
              <a:t>128</a:t>
            </a:r>
            <a:r>
              <a:rPr lang="en-US" sz="1200" kern="1200" baseline="0" dirty="0" smtClean="0">
                <a:solidFill>
                  <a:schemeClr val="tx1"/>
                </a:solidFill>
                <a:latin typeface="Arial" charset="0"/>
                <a:ea typeface="ＭＳ Ｐゴシック" charset="-128"/>
                <a:cs typeface="ＭＳ Ｐゴシック" charset="-128"/>
              </a:rPr>
              <a:t>  bits</a:t>
            </a:r>
          </a:p>
          <a:p>
            <a:r>
              <a:rPr lang="en-US" sz="1200" kern="1200" baseline="0" dirty="0" smtClean="0">
                <a:solidFill>
                  <a:schemeClr val="tx1"/>
                </a:solidFill>
                <a:latin typeface="Arial" charset="0"/>
                <a:ea typeface="ＭＳ Ｐゴシック" charset="-128"/>
                <a:cs typeface="ＭＳ Ｐゴシック" charset="-128"/>
              </a:rPr>
              <a:t>and produces as output a 512-bit message digest. The input is processed in 1024-bit</a:t>
            </a:r>
          </a:p>
          <a:p>
            <a:r>
              <a:rPr lang="en-US" sz="1200" kern="1200" baseline="0" dirty="0" smtClean="0">
                <a:solidFill>
                  <a:schemeClr val="tx1"/>
                </a:solidFill>
                <a:latin typeface="Arial" charset="0"/>
                <a:ea typeface="ＭＳ Ｐゴシック" charset="-128"/>
                <a:cs typeface="ＭＳ Ｐゴシック" charset="-128"/>
              </a:rPr>
              <a:t>blocks. Figure 11.9 depicts the overall processing of a message to produce a digest.</a:t>
            </a:r>
          </a:p>
          <a:p>
            <a:r>
              <a:rPr lang="en-US" sz="1200" kern="1200" baseline="0" dirty="0" smtClean="0">
                <a:solidFill>
                  <a:schemeClr val="tx1"/>
                </a:solidFill>
                <a:latin typeface="Arial" charset="0"/>
                <a:ea typeface="ＭＳ Ｐゴシック" charset="-128"/>
                <a:cs typeface="ＭＳ Ｐゴシック" charset="-128"/>
              </a:rPr>
              <a:t>This follows the general structure depicted in Figure 11.8. The processing consists</a:t>
            </a:r>
          </a:p>
          <a:p>
            <a:r>
              <a:rPr lang="en-US" sz="1200" kern="1200" baseline="0" dirty="0" smtClean="0">
                <a:solidFill>
                  <a:schemeClr val="tx1"/>
                </a:solidFill>
                <a:latin typeface="Arial" charset="0"/>
                <a:ea typeface="ＭＳ Ｐゴシック" charset="-128"/>
                <a:cs typeface="ＭＳ Ｐゴシック" charset="-128"/>
              </a:rPr>
              <a:t>of the following steps.</a:t>
            </a:r>
          </a:p>
          <a:p>
            <a:endParaRPr lang="en-US" sz="1200" kern="1200" baseline="0" dirty="0" smtClean="0">
              <a:solidFill>
                <a:schemeClr val="tx1"/>
              </a:solidFill>
              <a:latin typeface="Arial" charset="0"/>
              <a:ea typeface="ＭＳ Ｐゴシック" charset="-128"/>
              <a:cs typeface="ＭＳ Ｐゴシック" charset="-128"/>
            </a:endParaRPr>
          </a:p>
          <a:p>
            <a:r>
              <a:rPr lang="en-US" sz="1200" kern="1200" baseline="0" dirty="0" smtClean="0">
                <a:solidFill>
                  <a:schemeClr val="tx1"/>
                </a:solidFill>
                <a:latin typeface="Arial" charset="0"/>
                <a:ea typeface="ＭＳ Ｐゴシック" charset="-128"/>
                <a:cs typeface="ＭＳ Ｐゴシック" charset="-128"/>
              </a:rPr>
              <a:t>Step 1 Append padding bits.  The message is padded so that its length is congruent</a:t>
            </a:r>
          </a:p>
          <a:p>
            <a:r>
              <a:rPr lang="en-US" sz="1200" kern="1200" baseline="0" dirty="0" smtClean="0">
                <a:solidFill>
                  <a:schemeClr val="tx1"/>
                </a:solidFill>
                <a:latin typeface="Arial" charset="0"/>
                <a:ea typeface="ＭＳ Ｐゴシック" charset="-128"/>
                <a:cs typeface="ＭＳ Ｐゴシック" charset="-128"/>
              </a:rPr>
              <a:t>to 896 modulo 1024 [length =  896(mod 1024)]. Padding is always added,</a:t>
            </a:r>
          </a:p>
          <a:p>
            <a:r>
              <a:rPr lang="en-US" sz="1200" kern="1200" baseline="0" dirty="0" smtClean="0">
                <a:solidFill>
                  <a:schemeClr val="tx1"/>
                </a:solidFill>
                <a:latin typeface="Arial" charset="0"/>
                <a:ea typeface="ＭＳ Ｐゴシック" charset="-128"/>
                <a:cs typeface="ＭＳ Ｐゴシック" charset="-128"/>
              </a:rPr>
              <a:t>even if the message is already of the desired length. Thus, the number of</a:t>
            </a:r>
          </a:p>
          <a:p>
            <a:r>
              <a:rPr lang="en-US" sz="1200" kern="1200" baseline="0" dirty="0" smtClean="0">
                <a:solidFill>
                  <a:schemeClr val="tx1"/>
                </a:solidFill>
                <a:latin typeface="Arial" charset="0"/>
                <a:ea typeface="ＭＳ Ｐゴシック" charset="-128"/>
                <a:cs typeface="ＭＳ Ｐゴシック" charset="-128"/>
              </a:rPr>
              <a:t>padding bits is in the range of 1 to 1024. The padding consists of a single 1</a:t>
            </a:r>
          </a:p>
          <a:p>
            <a:r>
              <a:rPr lang="en-US" sz="1200" kern="1200" baseline="0" dirty="0" smtClean="0">
                <a:solidFill>
                  <a:schemeClr val="tx1"/>
                </a:solidFill>
                <a:latin typeface="Arial" charset="0"/>
                <a:ea typeface="ＭＳ Ｐゴシック" charset="-128"/>
                <a:cs typeface="ＭＳ Ｐゴシック" charset="-128"/>
              </a:rPr>
              <a:t>bit followed by the necessary number of 0 bits.</a:t>
            </a:r>
          </a:p>
          <a:p>
            <a:endParaRPr lang="en-US" sz="1200" kern="1200" baseline="0" dirty="0" smtClean="0">
              <a:solidFill>
                <a:schemeClr val="tx1"/>
              </a:solidFill>
              <a:latin typeface="Arial" charset="0"/>
              <a:ea typeface="ＭＳ Ｐゴシック" charset="-128"/>
              <a:cs typeface="ＭＳ Ｐゴシック" charset="-128"/>
            </a:endParaRPr>
          </a:p>
          <a:p>
            <a:r>
              <a:rPr lang="en-US" sz="1200" kern="1200" baseline="0" dirty="0" smtClean="0">
                <a:solidFill>
                  <a:schemeClr val="tx1"/>
                </a:solidFill>
                <a:latin typeface="Arial" charset="0"/>
                <a:ea typeface="ＭＳ Ｐゴシック" charset="-128"/>
                <a:cs typeface="ＭＳ Ｐゴシック" charset="-128"/>
              </a:rPr>
              <a:t>Step 2 Append length.  A block of 128 bits is appended to the message. This block</a:t>
            </a:r>
          </a:p>
          <a:p>
            <a:r>
              <a:rPr lang="en-US" sz="1200" kern="1200" baseline="0" dirty="0" smtClean="0">
                <a:solidFill>
                  <a:schemeClr val="tx1"/>
                </a:solidFill>
                <a:latin typeface="Arial" charset="0"/>
                <a:ea typeface="ＭＳ Ｐゴシック" charset="-128"/>
                <a:cs typeface="ＭＳ Ｐゴシック" charset="-128"/>
              </a:rPr>
              <a:t>is treated as an unsigned 128-bit integer (most significant byte first) and</a:t>
            </a:r>
          </a:p>
          <a:p>
            <a:r>
              <a:rPr lang="en-US" sz="1200" kern="1200" baseline="0" dirty="0" smtClean="0">
                <a:solidFill>
                  <a:schemeClr val="tx1"/>
                </a:solidFill>
                <a:latin typeface="Arial" charset="0"/>
                <a:ea typeface="ＭＳ Ｐゴシック" charset="-128"/>
                <a:cs typeface="ＭＳ Ｐゴシック" charset="-128"/>
              </a:rPr>
              <a:t>contains the length of the original message (before the padding).</a:t>
            </a:r>
          </a:p>
          <a:p>
            <a:endParaRPr lang="en-US" sz="1200" kern="1200" baseline="0" dirty="0" smtClean="0">
              <a:solidFill>
                <a:schemeClr val="tx1"/>
              </a:solidFill>
              <a:latin typeface="Arial" charset="0"/>
              <a:ea typeface="ＭＳ Ｐゴシック" charset="-128"/>
              <a:cs typeface="ＭＳ Ｐゴシック" charset="-128"/>
            </a:endParaRPr>
          </a:p>
          <a:p>
            <a:r>
              <a:rPr lang="en-US" sz="1200" kern="1200" baseline="0" dirty="0" smtClean="0">
                <a:solidFill>
                  <a:schemeClr val="tx1"/>
                </a:solidFill>
                <a:latin typeface="Arial" charset="0"/>
                <a:ea typeface="ＭＳ Ｐゴシック" charset="-128"/>
                <a:cs typeface="ＭＳ Ｐゴシック" charset="-128"/>
              </a:rPr>
              <a:t> The outcome of the first two steps yields a message that is an integer</a:t>
            </a:r>
          </a:p>
          <a:p>
            <a:r>
              <a:rPr lang="en-US" sz="1200" b="0" kern="1200" baseline="0" dirty="0" smtClean="0">
                <a:solidFill>
                  <a:schemeClr val="tx1"/>
                </a:solidFill>
                <a:latin typeface="Arial" charset="0"/>
                <a:ea typeface="ＭＳ Ｐゴシック" charset="-128"/>
                <a:cs typeface="ＭＳ Ｐゴシック" charset="-128"/>
              </a:rPr>
              <a:t>multiple of 1024 bits in length. In Figure 11.9, the expanded message is</a:t>
            </a:r>
          </a:p>
          <a:p>
            <a:r>
              <a:rPr lang="en-US" sz="1200" b="0" kern="1200" baseline="0" dirty="0" smtClean="0">
                <a:solidFill>
                  <a:schemeClr val="tx1"/>
                </a:solidFill>
                <a:latin typeface="Arial" charset="0"/>
                <a:ea typeface="ＭＳ Ｐゴシック" charset="-128"/>
                <a:cs typeface="ＭＳ Ｐゴシック" charset="-128"/>
              </a:rPr>
              <a:t>represented as the sequence of 1024-bit blocks M</a:t>
            </a:r>
            <a:r>
              <a:rPr lang="en-US" sz="1200" b="0" kern="1200" baseline="-25000" dirty="0" smtClean="0">
                <a:solidFill>
                  <a:schemeClr val="tx1"/>
                </a:solidFill>
                <a:latin typeface="Arial" charset="0"/>
                <a:ea typeface="ＭＳ Ｐゴシック" charset="-128"/>
                <a:cs typeface="ＭＳ Ｐゴシック" charset="-128"/>
              </a:rPr>
              <a:t>1</a:t>
            </a:r>
            <a:r>
              <a:rPr lang="en-US" sz="1200" b="0" kern="1200" baseline="0" dirty="0" smtClean="0">
                <a:solidFill>
                  <a:schemeClr val="tx1"/>
                </a:solidFill>
                <a:latin typeface="Arial" charset="0"/>
                <a:ea typeface="ＭＳ Ｐゴシック" charset="-128"/>
                <a:cs typeface="ＭＳ Ｐゴシック" charset="-128"/>
              </a:rPr>
              <a:t> , M</a:t>
            </a:r>
            <a:r>
              <a:rPr lang="en-US" sz="1200" b="0" kern="1200" baseline="-25000" dirty="0" smtClean="0">
                <a:solidFill>
                  <a:schemeClr val="tx1"/>
                </a:solidFill>
                <a:latin typeface="Arial" charset="0"/>
                <a:ea typeface="ＭＳ Ｐゴシック" charset="-128"/>
                <a:cs typeface="ＭＳ Ｐゴシック" charset="-128"/>
              </a:rPr>
              <a:t>2</a:t>
            </a:r>
            <a:r>
              <a:rPr lang="en-US" sz="1200" b="0" kern="1200" baseline="0" dirty="0" smtClean="0">
                <a:solidFill>
                  <a:schemeClr val="tx1"/>
                </a:solidFill>
                <a:latin typeface="Arial" charset="0"/>
                <a:ea typeface="ＭＳ Ｐゴシック" charset="-128"/>
                <a:cs typeface="ＭＳ Ｐゴシック" charset="-128"/>
              </a:rPr>
              <a:t> , . . .  , M</a:t>
            </a:r>
            <a:r>
              <a:rPr lang="en-US" sz="1200" b="0" kern="1200" baseline="-25000" dirty="0" smtClean="0">
                <a:solidFill>
                  <a:schemeClr val="tx1"/>
                </a:solidFill>
                <a:latin typeface="Arial" charset="0"/>
                <a:ea typeface="ＭＳ Ｐゴシック" charset="-128"/>
                <a:cs typeface="ＭＳ Ｐゴシック" charset="-128"/>
              </a:rPr>
              <a:t>N</a:t>
            </a:r>
            <a:r>
              <a:rPr lang="en-US" sz="1200" b="0" kern="1200" baseline="0" dirty="0" smtClean="0">
                <a:solidFill>
                  <a:schemeClr val="tx1"/>
                </a:solidFill>
                <a:latin typeface="Arial" charset="0"/>
                <a:ea typeface="ＭＳ Ｐゴシック" charset="-128"/>
                <a:cs typeface="ＭＳ Ｐゴシック" charset="-128"/>
              </a:rPr>
              <a:t> , so that the</a:t>
            </a:r>
          </a:p>
          <a:p>
            <a:r>
              <a:rPr lang="en-US" sz="1200" b="0" kern="1200" baseline="0" dirty="0" smtClean="0">
                <a:solidFill>
                  <a:schemeClr val="tx1"/>
                </a:solidFill>
                <a:latin typeface="Arial" charset="0"/>
                <a:ea typeface="ＭＳ Ｐゴシック" charset="-128"/>
                <a:cs typeface="ＭＳ Ｐゴシック" charset="-128"/>
              </a:rPr>
              <a:t>total length of the expanded message is N *  1024 bits.</a:t>
            </a:r>
          </a:p>
          <a:p>
            <a:endParaRPr lang="en-US" sz="1200" b="0" kern="1200" baseline="0" dirty="0" smtClean="0">
              <a:solidFill>
                <a:schemeClr val="tx1"/>
              </a:solidFill>
              <a:latin typeface="Arial" charset="0"/>
              <a:ea typeface="ＭＳ Ｐゴシック" charset="-128"/>
              <a:cs typeface="ＭＳ Ｐゴシック" charset="-128"/>
            </a:endParaRPr>
          </a:p>
          <a:p>
            <a:r>
              <a:rPr lang="en-US" sz="1200" b="0" kern="1200" baseline="0" dirty="0" smtClean="0">
                <a:solidFill>
                  <a:schemeClr val="tx1"/>
                </a:solidFill>
                <a:latin typeface="Arial" charset="0"/>
                <a:ea typeface="ＭＳ Ｐゴシック" charset="-128"/>
                <a:cs typeface="ＭＳ Ｐゴシック" charset="-128"/>
              </a:rPr>
              <a:t>Step 3 Initialize hash buffer.  A 512-bit buffer is used to hold intermediate</a:t>
            </a:r>
          </a:p>
          <a:p>
            <a:r>
              <a:rPr lang="en-US" sz="1200" kern="1200" baseline="0" dirty="0" smtClean="0">
                <a:solidFill>
                  <a:schemeClr val="tx1"/>
                </a:solidFill>
                <a:latin typeface="Arial" charset="0"/>
                <a:ea typeface="ＭＳ Ｐゴシック" charset="-128"/>
                <a:cs typeface="ＭＳ Ｐゴシック" charset="-128"/>
              </a:rPr>
              <a:t> and final results of the hash function. The buffer can be represented as eight 64-bit</a:t>
            </a:r>
          </a:p>
          <a:p>
            <a:r>
              <a:rPr lang="en-US" sz="1200" kern="1200" baseline="0" dirty="0" smtClean="0">
                <a:solidFill>
                  <a:schemeClr val="tx1"/>
                </a:solidFill>
                <a:latin typeface="Arial" charset="0"/>
                <a:ea typeface="ＭＳ Ｐゴシック" charset="-128"/>
                <a:cs typeface="ＭＳ Ｐゴシック" charset="-128"/>
              </a:rPr>
              <a:t>registers (a, b, c, d, e, f, g, h)</a:t>
            </a:r>
            <a:r>
              <a:rPr lang="en-US" sz="1200" b="0" kern="1200" baseline="0" dirty="0" smtClean="0">
                <a:solidFill>
                  <a:schemeClr val="tx1"/>
                </a:solidFill>
                <a:latin typeface="Arial" charset="0"/>
                <a:ea typeface="ＭＳ Ｐゴシック" charset="-128"/>
                <a:cs typeface="ＭＳ Ｐゴシック" charset="-128"/>
              </a:rPr>
              <a:t>. These registers are initialized to the following</a:t>
            </a:r>
          </a:p>
          <a:p>
            <a:r>
              <a:rPr lang="en-US" sz="1200" b="0" kern="1200" baseline="0" dirty="0" smtClean="0">
                <a:solidFill>
                  <a:schemeClr val="tx1"/>
                </a:solidFill>
                <a:latin typeface="Arial" charset="0"/>
                <a:ea typeface="ＭＳ Ｐゴシック" charset="-128"/>
                <a:cs typeface="ＭＳ Ｐゴシック" charset="-128"/>
              </a:rPr>
              <a:t>64-bit integers (hexadecimal values):</a:t>
            </a:r>
          </a:p>
          <a:p>
            <a:endParaRPr lang="en-US" sz="1200" b="0" kern="1200" baseline="0" dirty="0" smtClean="0">
              <a:solidFill>
                <a:schemeClr val="tx1"/>
              </a:solidFill>
              <a:latin typeface="Arial" charset="0"/>
              <a:ea typeface="ＭＳ Ｐゴシック" charset="-128"/>
              <a:cs typeface="ＭＳ Ｐゴシック" charset="-128"/>
            </a:endParaRPr>
          </a:p>
          <a:p>
            <a:r>
              <a:rPr lang="en-US" sz="1200" b="0" kern="1200" baseline="0" dirty="0" smtClean="0">
                <a:solidFill>
                  <a:schemeClr val="tx1"/>
                </a:solidFill>
                <a:latin typeface="Arial" charset="0"/>
                <a:ea typeface="ＭＳ Ｐゴシック" charset="-128"/>
                <a:cs typeface="ＭＳ Ｐゴシック" charset="-128"/>
              </a:rPr>
              <a:t>a = 6A09E667F3BCC908 		</a:t>
            </a:r>
            <a:r>
              <a:rPr lang="en-US" sz="1200" b="0" kern="1200" baseline="0" dirty="0" err="1" smtClean="0">
                <a:solidFill>
                  <a:schemeClr val="tx1"/>
                </a:solidFill>
                <a:latin typeface="Arial" charset="0"/>
                <a:ea typeface="ＭＳ Ｐゴシック" charset="-128"/>
                <a:cs typeface="ＭＳ Ｐゴシック" charset="-128"/>
              </a:rPr>
              <a:t>e</a:t>
            </a:r>
            <a:r>
              <a:rPr lang="en-US" sz="1200" b="0" kern="1200" baseline="0" dirty="0" smtClean="0">
                <a:solidFill>
                  <a:schemeClr val="tx1"/>
                </a:solidFill>
                <a:latin typeface="Arial" charset="0"/>
                <a:ea typeface="ＭＳ Ｐゴシック" charset="-128"/>
                <a:cs typeface="ＭＳ Ｐゴシック" charset="-128"/>
              </a:rPr>
              <a:t> = 510E527FADE682D1</a:t>
            </a:r>
          </a:p>
          <a:p>
            <a:r>
              <a:rPr lang="en-US" sz="1200" b="0" kern="1200" baseline="0" dirty="0" err="1" smtClean="0">
                <a:solidFill>
                  <a:schemeClr val="tx1"/>
                </a:solidFill>
                <a:latin typeface="Arial" charset="0"/>
                <a:ea typeface="ＭＳ Ｐゴシック" charset="-128"/>
                <a:cs typeface="ＭＳ Ｐゴシック" charset="-128"/>
              </a:rPr>
              <a:t>b</a:t>
            </a:r>
            <a:r>
              <a:rPr lang="en-US" sz="1200" b="0" kern="1200" baseline="0" dirty="0" smtClean="0">
                <a:solidFill>
                  <a:schemeClr val="tx1"/>
                </a:solidFill>
                <a:latin typeface="Arial" charset="0"/>
                <a:ea typeface="ＭＳ Ｐゴシック" charset="-128"/>
                <a:cs typeface="ＭＳ Ｐゴシック" charset="-128"/>
              </a:rPr>
              <a:t> = BB67AE8584CAA73B	 	</a:t>
            </a:r>
            <a:r>
              <a:rPr lang="en-US" sz="1200" b="0" kern="1200" baseline="0" dirty="0" err="1" smtClean="0">
                <a:solidFill>
                  <a:schemeClr val="tx1"/>
                </a:solidFill>
                <a:latin typeface="Arial" charset="0"/>
                <a:ea typeface="ＭＳ Ｐゴシック" charset="-128"/>
                <a:cs typeface="ＭＳ Ｐゴシック" charset="-128"/>
              </a:rPr>
              <a:t>f</a:t>
            </a:r>
            <a:r>
              <a:rPr lang="en-US" sz="1200" b="0" kern="1200" baseline="0" dirty="0" smtClean="0">
                <a:solidFill>
                  <a:schemeClr val="tx1"/>
                </a:solidFill>
                <a:latin typeface="Arial" charset="0"/>
                <a:ea typeface="ＭＳ Ｐゴシック" charset="-128"/>
                <a:cs typeface="ＭＳ Ｐゴシック" charset="-128"/>
              </a:rPr>
              <a:t> = 9B05688C2B3E6C1F</a:t>
            </a:r>
          </a:p>
          <a:p>
            <a:r>
              <a:rPr lang="en-US" sz="1200" b="0" kern="1200" baseline="0" dirty="0" err="1" smtClean="0">
                <a:solidFill>
                  <a:schemeClr val="tx1"/>
                </a:solidFill>
                <a:latin typeface="Arial" charset="0"/>
                <a:ea typeface="ＭＳ Ｐゴシック" charset="-128"/>
                <a:cs typeface="ＭＳ Ｐゴシック" charset="-128"/>
              </a:rPr>
              <a:t>c</a:t>
            </a:r>
            <a:r>
              <a:rPr lang="en-US" sz="1200" b="0" kern="1200" baseline="0" dirty="0" smtClean="0">
                <a:solidFill>
                  <a:schemeClr val="tx1"/>
                </a:solidFill>
                <a:latin typeface="Arial" charset="0"/>
                <a:ea typeface="ＭＳ Ｐゴシック" charset="-128"/>
                <a:cs typeface="ＭＳ Ｐゴシック" charset="-128"/>
              </a:rPr>
              <a:t> = 3C6EF372FE94F82B 		</a:t>
            </a:r>
            <a:r>
              <a:rPr lang="en-US" sz="1200" b="0" kern="1200" baseline="0" dirty="0" err="1" smtClean="0">
                <a:solidFill>
                  <a:schemeClr val="tx1"/>
                </a:solidFill>
                <a:latin typeface="Arial" charset="0"/>
                <a:ea typeface="ＭＳ Ｐゴシック" charset="-128"/>
                <a:cs typeface="ＭＳ Ｐゴシック" charset="-128"/>
              </a:rPr>
              <a:t>g</a:t>
            </a:r>
            <a:r>
              <a:rPr lang="en-US" sz="1200" b="0" kern="1200" baseline="0" dirty="0" smtClean="0">
                <a:solidFill>
                  <a:schemeClr val="tx1"/>
                </a:solidFill>
                <a:latin typeface="Arial" charset="0"/>
                <a:ea typeface="ＭＳ Ｐゴシック" charset="-128"/>
                <a:cs typeface="ＭＳ Ｐゴシック" charset="-128"/>
              </a:rPr>
              <a:t> = 1F83D9ABFB41BD6B</a:t>
            </a:r>
          </a:p>
          <a:p>
            <a:r>
              <a:rPr lang="en-US" sz="1200" b="0" kern="1200" baseline="0" dirty="0" err="1" smtClean="0">
                <a:solidFill>
                  <a:schemeClr val="tx1"/>
                </a:solidFill>
                <a:latin typeface="Arial" charset="0"/>
                <a:ea typeface="ＭＳ Ｐゴシック" charset="-128"/>
                <a:cs typeface="ＭＳ Ｐゴシック" charset="-128"/>
              </a:rPr>
              <a:t>d</a:t>
            </a:r>
            <a:r>
              <a:rPr lang="en-US" sz="1200" b="0" kern="1200" baseline="0" dirty="0" smtClean="0">
                <a:solidFill>
                  <a:schemeClr val="tx1"/>
                </a:solidFill>
                <a:latin typeface="Arial" charset="0"/>
                <a:ea typeface="ＭＳ Ｐゴシック" charset="-128"/>
                <a:cs typeface="ＭＳ Ｐゴシック" charset="-128"/>
              </a:rPr>
              <a:t> = A54FF53A5F1D36F1 		</a:t>
            </a:r>
            <a:r>
              <a:rPr lang="en-US" sz="1200" b="0" kern="1200" baseline="0" dirty="0" err="1" smtClean="0">
                <a:solidFill>
                  <a:schemeClr val="tx1"/>
                </a:solidFill>
                <a:latin typeface="Arial" charset="0"/>
                <a:ea typeface="ＭＳ Ｐゴシック" charset="-128"/>
                <a:cs typeface="ＭＳ Ｐゴシック" charset="-128"/>
              </a:rPr>
              <a:t>h</a:t>
            </a:r>
            <a:r>
              <a:rPr lang="en-US" sz="1200" b="0" kern="1200" baseline="0" dirty="0" smtClean="0">
                <a:solidFill>
                  <a:schemeClr val="tx1"/>
                </a:solidFill>
                <a:latin typeface="Arial" charset="0"/>
                <a:ea typeface="ＭＳ Ｐゴシック" charset="-128"/>
                <a:cs typeface="ＭＳ Ｐゴシック" charset="-128"/>
              </a:rPr>
              <a:t> = 5BE0CD19137E2179</a:t>
            </a:r>
          </a:p>
          <a:p>
            <a:endParaRPr lang="en-US" sz="1200" b="0" kern="1200" baseline="0" dirty="0" smtClean="0">
              <a:solidFill>
                <a:schemeClr val="tx1"/>
              </a:solidFill>
              <a:latin typeface="Arial" charset="0"/>
              <a:ea typeface="ＭＳ Ｐゴシック" charset="-128"/>
              <a:cs typeface="ＭＳ Ｐゴシック" charset="-128"/>
            </a:endParaRPr>
          </a:p>
          <a:p>
            <a:r>
              <a:rPr lang="en-US" sz="1200" kern="1200" baseline="0" dirty="0" smtClean="0">
                <a:solidFill>
                  <a:schemeClr val="tx1"/>
                </a:solidFill>
                <a:latin typeface="Arial" charset="0"/>
                <a:ea typeface="ＭＳ Ｐゴシック" charset="-128"/>
                <a:cs typeface="ＭＳ Ｐゴシック" charset="-128"/>
              </a:rPr>
              <a:t>These values are stored in big-endian  format, which is the most significant</a:t>
            </a:r>
          </a:p>
          <a:p>
            <a:r>
              <a:rPr lang="en-US" sz="1200" kern="1200" baseline="0" dirty="0" smtClean="0">
                <a:solidFill>
                  <a:schemeClr val="tx1"/>
                </a:solidFill>
                <a:latin typeface="Arial" charset="0"/>
                <a:ea typeface="ＭＳ Ｐゴシック" charset="-128"/>
                <a:cs typeface="ＭＳ Ｐゴシック" charset="-128"/>
              </a:rPr>
              <a:t>byte of a word in the low-address (leftmost) byte position. These words</a:t>
            </a:r>
          </a:p>
          <a:p>
            <a:r>
              <a:rPr lang="en-US" sz="1200" kern="1200" baseline="0" dirty="0" smtClean="0">
                <a:solidFill>
                  <a:schemeClr val="tx1"/>
                </a:solidFill>
                <a:latin typeface="Arial" charset="0"/>
                <a:ea typeface="ＭＳ Ｐゴシック" charset="-128"/>
                <a:cs typeface="ＭＳ Ｐゴシック" charset="-128"/>
              </a:rPr>
              <a:t>were obtained by taking the first sixty-four bits of the fractional parts of the</a:t>
            </a:r>
          </a:p>
          <a:p>
            <a:r>
              <a:rPr lang="en-US" sz="1200" kern="1200" baseline="0" dirty="0" smtClean="0">
                <a:solidFill>
                  <a:schemeClr val="tx1"/>
                </a:solidFill>
                <a:latin typeface="Arial" charset="0"/>
                <a:ea typeface="ＭＳ Ｐゴシック" charset="-128"/>
                <a:cs typeface="ＭＳ Ｐゴシック" charset="-128"/>
              </a:rPr>
              <a:t>square roots of the first eight prime numbers.</a:t>
            </a:r>
            <a:endParaRPr lang="en-US" sz="1200" b="0" kern="1200" baseline="0" dirty="0" smtClean="0">
              <a:solidFill>
                <a:schemeClr val="tx1"/>
              </a:solidFill>
              <a:latin typeface="Arial" charset="0"/>
              <a:ea typeface="ＭＳ Ｐゴシック" charset="-128"/>
              <a:cs typeface="ＭＳ Ｐゴシック" charset="-128"/>
            </a:endParaRPr>
          </a:p>
          <a:p>
            <a:endParaRPr lang="en-US" sz="1200" b="0" kern="1200" baseline="0" dirty="0" smtClean="0">
              <a:solidFill>
                <a:schemeClr val="tx1"/>
              </a:solidFill>
              <a:latin typeface="Arial" charset="0"/>
              <a:ea typeface="ＭＳ Ｐゴシック" charset="-128"/>
              <a:cs typeface="ＭＳ Ｐゴシック" charset="-128"/>
            </a:endParaRPr>
          </a:p>
          <a:p>
            <a:r>
              <a:rPr lang="en-US" sz="1200" kern="1200" baseline="0" dirty="0" smtClean="0">
                <a:solidFill>
                  <a:schemeClr val="tx1"/>
                </a:solidFill>
                <a:latin typeface="Arial" charset="0"/>
                <a:ea typeface="ＭＳ Ｐゴシック" charset="-128"/>
                <a:cs typeface="ＭＳ Ｐゴシック" charset="-128"/>
              </a:rPr>
              <a:t> Step 4 Process message in 1024-bit (128-word) blocks. The heart of the algorithm</a:t>
            </a:r>
          </a:p>
          <a:p>
            <a:r>
              <a:rPr lang="en-US" sz="1200" kern="1200" baseline="0" dirty="0" smtClean="0">
                <a:solidFill>
                  <a:schemeClr val="tx1"/>
                </a:solidFill>
                <a:latin typeface="Arial" charset="0"/>
                <a:ea typeface="ＭＳ Ｐゴシック" charset="-128"/>
                <a:cs typeface="ＭＳ Ｐゴシック" charset="-128"/>
              </a:rPr>
              <a:t>is a module that consists of 80 rounds; this module is labeled F in Figure 11.9.</a:t>
            </a:r>
          </a:p>
          <a:p>
            <a:r>
              <a:rPr lang="en-US" sz="1200" kern="1200" baseline="0" dirty="0" smtClean="0">
                <a:solidFill>
                  <a:schemeClr val="tx1"/>
                </a:solidFill>
                <a:latin typeface="Arial" charset="0"/>
                <a:ea typeface="ＭＳ Ｐゴシック" charset="-128"/>
                <a:cs typeface="ＭＳ Ｐゴシック" charset="-128"/>
              </a:rPr>
              <a:t>The logic is illustrated in Figure 11.10</a:t>
            </a:r>
            <a:r>
              <a:rPr lang="en-US" sz="1200" kern="1200" baseline="0" dirty="0" smtClean="0">
                <a:solidFill>
                  <a:schemeClr val="tx1"/>
                </a:solidFill>
                <a:latin typeface="Arial" charset="0"/>
                <a:ea typeface="ＭＳ Ｐゴシック" charset="-128"/>
                <a:cs typeface="ＭＳ Ｐゴシック" charset="-128"/>
              </a:rPr>
              <a:t>.</a:t>
            </a:r>
          </a:p>
          <a:p>
            <a:endParaRPr lang="en-US" sz="1200" kern="1200" baseline="0" dirty="0" smtClean="0">
              <a:solidFill>
                <a:schemeClr val="tx1"/>
              </a:solidFill>
              <a:latin typeface="Arial" charset="0"/>
              <a:ea typeface="ＭＳ Ｐゴシック" charset="-128"/>
              <a:cs typeface="ＭＳ Ｐゴシック" charset="-128"/>
            </a:endParaRPr>
          </a:p>
          <a:p>
            <a:r>
              <a:rPr lang="en-US" sz="1200" kern="1200" baseline="0" dirty="0" smtClean="0">
                <a:solidFill>
                  <a:schemeClr val="tx1"/>
                </a:solidFill>
                <a:latin typeface="Arial" charset="0"/>
                <a:ea typeface="ＭＳ Ｐゴシック" charset="-128"/>
                <a:cs typeface="ＭＳ Ｐゴシック" charset="-128"/>
              </a:rPr>
              <a:t> Each round takes as input the 512-bit buffer value, </a:t>
            </a:r>
            <a:r>
              <a:rPr lang="en-US" sz="1200" kern="1200" baseline="0" dirty="0" err="1" smtClean="0">
                <a:solidFill>
                  <a:schemeClr val="tx1"/>
                </a:solidFill>
                <a:latin typeface="Arial" charset="0"/>
                <a:ea typeface="ＭＳ Ｐゴシック" charset="-128"/>
                <a:cs typeface="ＭＳ Ｐゴシック" charset="-128"/>
              </a:rPr>
              <a:t>abcdefgh</a:t>
            </a:r>
            <a:r>
              <a:rPr lang="en-US" sz="1200" kern="1200" baseline="0" dirty="0" smtClean="0">
                <a:solidFill>
                  <a:schemeClr val="tx1"/>
                </a:solidFill>
                <a:latin typeface="Arial" charset="0"/>
                <a:ea typeface="ＭＳ Ｐゴシック" charset="-128"/>
                <a:cs typeface="ＭＳ Ｐゴシック" charset="-128"/>
              </a:rPr>
              <a:t>, and</a:t>
            </a:r>
          </a:p>
          <a:p>
            <a:r>
              <a:rPr lang="en-US" sz="1200" kern="1200" baseline="0" dirty="0" smtClean="0">
                <a:solidFill>
                  <a:schemeClr val="tx1"/>
                </a:solidFill>
                <a:latin typeface="Arial" charset="0"/>
                <a:ea typeface="ＭＳ Ｐゴシック" charset="-128"/>
                <a:cs typeface="ＭＳ Ｐゴシック" charset="-128"/>
              </a:rPr>
              <a:t>updates the contents of the buffer. At input to the first round, the buffer</a:t>
            </a:r>
          </a:p>
          <a:p>
            <a:r>
              <a:rPr lang="en-US" sz="1200" kern="1200" baseline="0" dirty="0" smtClean="0">
                <a:solidFill>
                  <a:schemeClr val="tx1"/>
                </a:solidFill>
                <a:latin typeface="Arial" charset="0"/>
                <a:ea typeface="ＭＳ Ｐゴシック" charset="-128"/>
                <a:cs typeface="ＭＳ Ｐゴシック" charset="-128"/>
              </a:rPr>
              <a:t>has the value of the intermediate hash </a:t>
            </a:r>
            <a:r>
              <a:rPr lang="en-US" sz="1200" b="0" kern="1200" baseline="0" dirty="0" smtClean="0">
                <a:solidFill>
                  <a:schemeClr val="tx1"/>
                </a:solidFill>
                <a:latin typeface="Arial" charset="0"/>
                <a:ea typeface="ＭＳ Ｐゴシック" charset="-128"/>
                <a:cs typeface="ＭＳ Ｐゴシック" charset="-128"/>
              </a:rPr>
              <a:t>value, </a:t>
            </a:r>
            <a:r>
              <a:rPr lang="en-US" sz="1200" b="0" i="1" kern="1200" baseline="0" dirty="0" smtClean="0">
                <a:solidFill>
                  <a:schemeClr val="tx1"/>
                </a:solidFill>
                <a:latin typeface="Arial" charset="0"/>
                <a:ea typeface="ＭＳ Ｐゴシック" charset="-128"/>
                <a:cs typeface="ＭＳ Ｐゴシック" charset="-128"/>
              </a:rPr>
              <a:t>H</a:t>
            </a:r>
            <a:r>
              <a:rPr lang="en-US" sz="1200" b="0" i="1" kern="1200" baseline="-25000" dirty="0" smtClean="0">
                <a:solidFill>
                  <a:schemeClr val="tx1"/>
                </a:solidFill>
                <a:latin typeface="Arial" charset="0"/>
                <a:ea typeface="ＭＳ Ｐゴシック" charset="-128"/>
                <a:cs typeface="ＭＳ Ｐゴシック" charset="-128"/>
              </a:rPr>
              <a:t>i-</a:t>
            </a:r>
            <a:r>
              <a:rPr lang="en-US" sz="1200" b="0" kern="1200" baseline="-25000" dirty="0" smtClean="0">
                <a:solidFill>
                  <a:schemeClr val="tx1"/>
                </a:solidFill>
                <a:latin typeface="Arial" charset="0"/>
                <a:ea typeface="ＭＳ Ｐゴシック" charset="-128"/>
                <a:cs typeface="ＭＳ Ｐゴシック" charset="-128"/>
              </a:rPr>
              <a:t>1 </a:t>
            </a:r>
            <a:r>
              <a:rPr lang="en-US" sz="1200" b="0" kern="1200" baseline="0" dirty="0" smtClean="0">
                <a:solidFill>
                  <a:schemeClr val="tx1"/>
                </a:solidFill>
                <a:latin typeface="Arial" charset="0"/>
                <a:ea typeface="ＭＳ Ｐゴシック" charset="-128"/>
                <a:cs typeface="ＭＳ Ｐゴシック" charset="-128"/>
              </a:rPr>
              <a:t>. Each round </a:t>
            </a:r>
            <a:r>
              <a:rPr lang="en-US" sz="1200" b="0" i="1" kern="1200" baseline="0" dirty="0" err="1" smtClean="0">
                <a:solidFill>
                  <a:schemeClr val="tx1"/>
                </a:solidFill>
                <a:latin typeface="Arial" charset="0"/>
                <a:ea typeface="ＭＳ Ｐゴシック" charset="-128"/>
                <a:cs typeface="ＭＳ Ｐゴシック" charset="-128"/>
              </a:rPr>
              <a:t>t</a:t>
            </a:r>
            <a:r>
              <a:rPr lang="en-US" sz="1200" b="0" kern="1200" baseline="0" dirty="0" smtClean="0">
                <a:solidFill>
                  <a:schemeClr val="tx1"/>
                </a:solidFill>
                <a:latin typeface="Arial" charset="0"/>
                <a:ea typeface="ＭＳ Ｐゴシック" charset="-128"/>
                <a:cs typeface="ＭＳ Ｐゴシック" charset="-128"/>
              </a:rPr>
              <a:t> makes</a:t>
            </a:r>
          </a:p>
          <a:p>
            <a:r>
              <a:rPr lang="en-US" sz="1200" b="0" kern="1200" baseline="0" dirty="0" smtClean="0">
                <a:solidFill>
                  <a:schemeClr val="tx1"/>
                </a:solidFill>
                <a:latin typeface="Arial" charset="0"/>
                <a:ea typeface="ＭＳ Ｐゴシック" charset="-128"/>
                <a:cs typeface="ＭＳ Ｐゴシック" charset="-128"/>
              </a:rPr>
              <a:t>use of a 64-bit value </a:t>
            </a:r>
            <a:r>
              <a:rPr lang="en-US" sz="1200" b="0" i="1" kern="1200" baseline="0" dirty="0" smtClean="0">
                <a:solidFill>
                  <a:schemeClr val="tx1"/>
                </a:solidFill>
                <a:latin typeface="Arial" charset="0"/>
                <a:ea typeface="ＭＳ Ｐゴシック" charset="-128"/>
                <a:cs typeface="ＭＳ Ｐゴシック" charset="-128"/>
              </a:rPr>
              <a:t>W</a:t>
            </a:r>
            <a:r>
              <a:rPr lang="en-US" sz="1200" b="0" kern="1200" baseline="-25000" dirty="0" smtClean="0">
                <a:solidFill>
                  <a:schemeClr val="tx1"/>
                </a:solidFill>
                <a:latin typeface="Arial" charset="0"/>
                <a:ea typeface="ＭＳ Ｐゴシック" charset="-128"/>
                <a:cs typeface="ＭＳ Ｐゴシック" charset="-128"/>
              </a:rPr>
              <a:t>t</a:t>
            </a:r>
            <a:r>
              <a:rPr lang="en-US" sz="1200" b="0" kern="1200" baseline="0" dirty="0" smtClean="0">
                <a:solidFill>
                  <a:schemeClr val="tx1"/>
                </a:solidFill>
                <a:latin typeface="Arial" charset="0"/>
                <a:ea typeface="ＭＳ Ｐゴシック" charset="-128"/>
                <a:cs typeface="ＭＳ Ｐゴシック" charset="-128"/>
              </a:rPr>
              <a:t>, derived from the current 1024-bit block being processed</a:t>
            </a:r>
          </a:p>
          <a:p>
            <a:r>
              <a:rPr lang="en-US" sz="1200" b="0" kern="1200" baseline="0" dirty="0" smtClean="0">
                <a:solidFill>
                  <a:schemeClr val="tx1"/>
                </a:solidFill>
                <a:latin typeface="Arial" charset="0"/>
                <a:ea typeface="ＭＳ Ｐゴシック" charset="-128"/>
                <a:cs typeface="ＭＳ Ｐゴシック" charset="-128"/>
              </a:rPr>
              <a:t>(</a:t>
            </a:r>
            <a:r>
              <a:rPr lang="en-US" sz="1200" b="0" i="1" kern="1200" baseline="0" dirty="0" smtClean="0">
                <a:solidFill>
                  <a:schemeClr val="tx1"/>
                </a:solidFill>
                <a:latin typeface="Arial" charset="0"/>
                <a:ea typeface="ＭＳ Ｐゴシック" charset="-128"/>
                <a:cs typeface="ＭＳ Ｐゴシック" charset="-128"/>
              </a:rPr>
              <a:t>M</a:t>
            </a:r>
            <a:r>
              <a:rPr lang="en-US" sz="1200" b="0" i="1" kern="1200" baseline="-25000" dirty="0" smtClean="0">
                <a:solidFill>
                  <a:schemeClr val="tx1"/>
                </a:solidFill>
                <a:latin typeface="Arial" charset="0"/>
                <a:ea typeface="ＭＳ Ｐゴシック" charset="-128"/>
                <a:cs typeface="ＭＳ Ｐゴシック" charset="-128"/>
              </a:rPr>
              <a:t>i</a:t>
            </a:r>
            <a:r>
              <a:rPr lang="en-US" sz="1200" b="0" kern="1200" baseline="0" dirty="0" smtClean="0">
                <a:solidFill>
                  <a:schemeClr val="tx1"/>
                </a:solidFill>
                <a:latin typeface="Arial" charset="0"/>
                <a:ea typeface="ＭＳ Ｐゴシック" charset="-128"/>
                <a:cs typeface="ＭＳ Ｐゴシック" charset="-128"/>
              </a:rPr>
              <a:t> ). These values are derived using a message schedule described</a:t>
            </a:r>
          </a:p>
          <a:p>
            <a:r>
              <a:rPr lang="en-US" sz="1200" b="0" kern="1200" baseline="0" dirty="0" smtClean="0">
                <a:solidFill>
                  <a:schemeClr val="tx1"/>
                </a:solidFill>
                <a:latin typeface="Arial" charset="0"/>
                <a:ea typeface="ＭＳ Ｐゴシック" charset="-128"/>
                <a:cs typeface="ＭＳ Ｐゴシック" charset="-128"/>
              </a:rPr>
              <a:t>subsequently. Each round also makes use of an additive constant </a:t>
            </a:r>
            <a:r>
              <a:rPr lang="en-US" sz="1200" b="0" i="1" kern="1200" baseline="0" dirty="0" smtClean="0">
                <a:solidFill>
                  <a:schemeClr val="tx1"/>
                </a:solidFill>
                <a:latin typeface="Arial" charset="0"/>
                <a:ea typeface="ＭＳ Ｐゴシック" charset="-128"/>
                <a:cs typeface="ＭＳ Ｐゴシック" charset="-128"/>
              </a:rPr>
              <a:t>K</a:t>
            </a:r>
            <a:r>
              <a:rPr lang="en-US" sz="1200" b="0" i="1" kern="1200" baseline="-25000" dirty="0" smtClean="0">
                <a:solidFill>
                  <a:schemeClr val="tx1"/>
                </a:solidFill>
                <a:latin typeface="Arial" charset="0"/>
                <a:ea typeface="ＭＳ Ｐゴシック" charset="-128"/>
                <a:cs typeface="ＭＳ Ｐゴシック" charset="-128"/>
              </a:rPr>
              <a:t>t</a:t>
            </a:r>
            <a:r>
              <a:rPr lang="en-US" sz="1200" b="0" kern="1200" baseline="0" dirty="0" smtClean="0">
                <a:solidFill>
                  <a:schemeClr val="tx1"/>
                </a:solidFill>
                <a:latin typeface="Arial" charset="0"/>
                <a:ea typeface="ＭＳ Ｐゴシック" charset="-128"/>
                <a:cs typeface="ＭＳ Ｐゴシック" charset="-128"/>
              </a:rPr>
              <a:t> , where</a:t>
            </a:r>
          </a:p>
          <a:p>
            <a:r>
              <a:rPr lang="en-US" sz="1200" b="0" kern="1200" baseline="0" dirty="0" smtClean="0">
                <a:solidFill>
                  <a:schemeClr val="tx1"/>
                </a:solidFill>
                <a:latin typeface="Arial" charset="0"/>
                <a:ea typeface="ＭＳ Ｐゴシック" charset="-128"/>
                <a:cs typeface="ＭＳ Ｐゴシック" charset="-128"/>
              </a:rPr>
              <a:t>0 </a:t>
            </a:r>
            <a:r>
              <a:rPr lang="en-US" sz="1200" b="0" i="1" kern="1200" baseline="0" dirty="0" smtClean="0">
                <a:solidFill>
                  <a:schemeClr val="tx1"/>
                </a:solidFill>
                <a:latin typeface="Arial" charset="0"/>
                <a:ea typeface="ＭＳ Ｐゴシック" charset="-128"/>
                <a:cs typeface="ＭＳ Ｐゴシック" charset="-128"/>
              </a:rPr>
              <a:t>≤ </a:t>
            </a:r>
            <a:r>
              <a:rPr lang="en-US" sz="1200" b="0" i="1" kern="1200" baseline="0" dirty="0" err="1" smtClean="0">
                <a:solidFill>
                  <a:schemeClr val="tx1"/>
                </a:solidFill>
                <a:latin typeface="Arial" charset="0"/>
                <a:ea typeface="ＭＳ Ｐゴシック" charset="-128"/>
                <a:cs typeface="ＭＳ Ｐゴシック" charset="-128"/>
              </a:rPr>
              <a:t>t</a:t>
            </a:r>
            <a:r>
              <a:rPr lang="en-US" sz="1200" b="0" kern="1200" baseline="0" dirty="0" smtClean="0">
                <a:solidFill>
                  <a:schemeClr val="tx1"/>
                </a:solidFill>
                <a:latin typeface="Arial" charset="0"/>
                <a:ea typeface="ＭＳ Ｐゴシック" charset="-128"/>
                <a:cs typeface="ＭＳ Ｐゴシック" charset="-128"/>
              </a:rPr>
              <a:t> ≤ 79 indicates one of the 80 rounds. These words represent the first</a:t>
            </a:r>
          </a:p>
          <a:p>
            <a:r>
              <a:rPr lang="en-US" sz="1200" b="0" kern="1200" baseline="0" dirty="0" smtClean="0">
                <a:solidFill>
                  <a:schemeClr val="tx1"/>
                </a:solidFill>
                <a:latin typeface="Arial" charset="0"/>
                <a:ea typeface="ＭＳ Ｐゴシック" charset="-128"/>
                <a:cs typeface="ＭＳ Ｐゴシック" charset="-128"/>
              </a:rPr>
              <a:t>64 bits of the fractional parts of the cube roots of the first 80 prime </a:t>
            </a:r>
            <a:r>
              <a:rPr lang="en-US" sz="1200" kern="1200" baseline="0" dirty="0" smtClean="0">
                <a:solidFill>
                  <a:schemeClr val="tx1"/>
                </a:solidFill>
                <a:latin typeface="Arial" charset="0"/>
                <a:ea typeface="ＭＳ Ｐゴシック" charset="-128"/>
                <a:cs typeface="ＭＳ Ｐゴシック" charset="-128"/>
              </a:rPr>
              <a:t>numbers.</a:t>
            </a:r>
          </a:p>
          <a:p>
            <a:endParaRPr lang="en-AU" b="0" dirty="0" smtClean="0">
              <a:latin typeface="Arial" pitchFamily="-84" charset="0"/>
              <a:ea typeface="ＭＳ Ｐゴシック" pitchFamily="-84" charset="-128"/>
              <a:cs typeface="ＭＳ Ｐゴシック" pitchFamily="-84" charset="-128"/>
            </a:endParaRPr>
          </a:p>
          <a:p>
            <a:r>
              <a:rPr lang="en-US" sz="1200" kern="1200" baseline="0" dirty="0" smtClean="0">
                <a:solidFill>
                  <a:schemeClr val="tx1"/>
                </a:solidFill>
                <a:latin typeface="Arial" charset="0"/>
                <a:ea typeface="ＭＳ Ｐゴシック" charset="-128"/>
                <a:cs typeface="ＭＳ Ｐゴシック" charset="-128"/>
              </a:rPr>
              <a:t> Step 5 Output. After all N 1024-bit blocks have been processed, the output from</a:t>
            </a:r>
          </a:p>
          <a:p>
            <a:r>
              <a:rPr lang="en-US" sz="1200" kern="1200" baseline="0" dirty="0" smtClean="0">
                <a:solidFill>
                  <a:schemeClr val="tx1"/>
                </a:solidFill>
                <a:latin typeface="Arial" charset="0"/>
                <a:ea typeface="ＭＳ Ｐゴシック" charset="-128"/>
                <a:cs typeface="ＭＳ Ｐゴシック" charset="-128"/>
              </a:rPr>
              <a:t>the Nth stage is the 512-bit message digest.</a:t>
            </a:r>
            <a:endParaRPr lang="en-AU" b="0" dirty="0">
              <a:latin typeface="Arial" pitchFamily="-84" charset="0"/>
              <a:ea typeface="ＭＳ Ｐゴシック" pitchFamily="-84" charset="-128"/>
              <a:cs typeface="ＭＳ Ｐゴシック" pitchFamily="-84" charset="-128"/>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kern="1200" baseline="0" dirty="0" smtClean="0">
                <a:solidFill>
                  <a:schemeClr val="tx1"/>
                </a:solidFill>
                <a:latin typeface="Arial" charset="0"/>
                <a:ea typeface="ＭＳ Ｐゴシック" charset="-128"/>
                <a:cs typeface="ＭＳ Ｐゴシック" charset="-128"/>
              </a:rPr>
              <a:t>The heart of the </a:t>
            </a:r>
            <a:r>
              <a:rPr lang="en-US" sz="1200" kern="1200" baseline="0" dirty="0" smtClean="0">
                <a:solidFill>
                  <a:schemeClr val="tx1"/>
                </a:solidFill>
                <a:latin typeface="Arial" charset="0"/>
                <a:ea typeface="ＭＳ Ｐゴシック" charset="-128"/>
                <a:cs typeface="ＭＳ Ｐゴシック" charset="-128"/>
              </a:rPr>
              <a:t>algorithm is </a:t>
            </a:r>
            <a:r>
              <a:rPr lang="en-US" sz="1200" kern="1200" baseline="0" dirty="0" smtClean="0">
                <a:solidFill>
                  <a:schemeClr val="tx1"/>
                </a:solidFill>
                <a:latin typeface="Arial" charset="0"/>
                <a:ea typeface="ＭＳ Ｐゴシック" charset="-128"/>
                <a:cs typeface="ＭＳ Ｐゴシック" charset="-128"/>
              </a:rPr>
              <a:t>a module that consists of 80 rounds; this module is labeled F in Figure 11.9.</a:t>
            </a:r>
          </a:p>
          <a:p>
            <a:r>
              <a:rPr lang="en-US" sz="1200" kern="1200" baseline="0" dirty="0" smtClean="0">
                <a:solidFill>
                  <a:schemeClr val="tx1"/>
                </a:solidFill>
                <a:latin typeface="Arial" charset="0"/>
                <a:ea typeface="ＭＳ Ｐゴシック" charset="-128"/>
                <a:cs typeface="ＭＳ Ｐゴシック" charset="-128"/>
              </a:rPr>
              <a:t>The logic is illustrated in Figure 11.10.</a:t>
            </a:r>
            <a:endParaRPr lang="en-US" dirty="0"/>
          </a:p>
        </p:txBody>
      </p:sp>
      <p:sp>
        <p:nvSpPr>
          <p:cNvPr id="4" name="Slide Number Placeholder 3"/>
          <p:cNvSpPr>
            <a:spLocks noGrp="1"/>
          </p:cNvSpPr>
          <p:nvPr>
            <p:ph type="sldNum" sz="quarter" idx="10"/>
          </p:nvPr>
        </p:nvSpPr>
        <p:spPr/>
        <p:txBody>
          <a:bodyPr/>
          <a:lstStyle/>
          <a:p>
            <a:pPr>
              <a:defRPr/>
            </a:pPr>
            <a:fld id="{E83E65D8-9B49-EC43-BBB1-0F187E663737}" type="slidenum">
              <a:rPr lang="en-AU" smtClean="0"/>
              <a:pPr>
                <a:defRPr/>
              </a:pPr>
              <a:t>25</a:t>
            </a:fld>
            <a:endParaRPr lang="en-AU" dirty="0"/>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kern="1200" baseline="0" dirty="0" smtClean="0">
                <a:solidFill>
                  <a:schemeClr val="tx1"/>
                </a:solidFill>
                <a:latin typeface="Arial" charset="0"/>
                <a:ea typeface="ＭＳ Ｐゴシック" charset="-128"/>
                <a:cs typeface="ＭＳ Ｐゴシック" charset="-128"/>
              </a:rPr>
              <a:t> The constants provide a “randomized” set of 64-bit patterns, which should</a:t>
            </a:r>
          </a:p>
          <a:p>
            <a:r>
              <a:rPr lang="en-US" sz="1200" kern="1200" baseline="0" dirty="0" smtClean="0">
                <a:solidFill>
                  <a:schemeClr val="tx1"/>
                </a:solidFill>
                <a:latin typeface="Arial" charset="0"/>
                <a:ea typeface="ＭＳ Ｐゴシック" charset="-128"/>
                <a:cs typeface="ＭＳ Ｐゴシック" charset="-128"/>
              </a:rPr>
              <a:t>eliminate any regularities in the input data. Table 11.4 shows these constants</a:t>
            </a:r>
          </a:p>
          <a:p>
            <a:r>
              <a:rPr lang="en-US" sz="1200" kern="1200" baseline="0" dirty="0" smtClean="0">
                <a:solidFill>
                  <a:schemeClr val="tx1"/>
                </a:solidFill>
                <a:latin typeface="Arial" charset="0"/>
                <a:ea typeface="ＭＳ Ｐゴシック" charset="-128"/>
                <a:cs typeface="ＭＳ Ｐゴシック" charset="-128"/>
              </a:rPr>
              <a:t>in hexadecimal format (from left to right).</a:t>
            </a:r>
            <a:endParaRPr lang="en-US" dirty="0"/>
          </a:p>
        </p:txBody>
      </p:sp>
      <p:sp>
        <p:nvSpPr>
          <p:cNvPr id="4" name="Slide Number Placeholder 3"/>
          <p:cNvSpPr>
            <a:spLocks noGrp="1"/>
          </p:cNvSpPr>
          <p:nvPr>
            <p:ph type="sldNum" sz="quarter" idx="10"/>
          </p:nvPr>
        </p:nvSpPr>
        <p:spPr/>
        <p:txBody>
          <a:bodyPr/>
          <a:lstStyle/>
          <a:p>
            <a:pPr>
              <a:defRPr/>
            </a:pPr>
            <a:fld id="{E83E65D8-9B49-EC43-BBB1-0F187E663737}" type="slidenum">
              <a:rPr lang="en-AU" smtClean="0"/>
              <a:pPr>
                <a:defRPr/>
              </a:pPr>
              <a:t>26</a:t>
            </a:fld>
            <a:endParaRPr lang="en-AU" dirty="0"/>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52226" name="Rectangle 1031"/>
          <p:cNvSpPr>
            <a:spLocks noGrp="1" noChangeArrowheads="1"/>
          </p:cNvSpPr>
          <p:nvPr>
            <p:ph type="sldNum" sz="quarter" idx="5"/>
          </p:nvPr>
        </p:nvSpPr>
        <p:spPr>
          <a:noFill/>
        </p:spPr>
        <p:txBody>
          <a:bodyPr/>
          <a:lstStyle/>
          <a:p>
            <a:fld id="{4C981E55-D322-A24F-A0FE-2493CFD7E013}" type="slidenum">
              <a:rPr lang="en-AU">
                <a:latin typeface="Arial" pitchFamily="-84" charset="0"/>
              </a:rPr>
              <a:pPr/>
              <a:t>27</a:t>
            </a:fld>
            <a:endParaRPr lang="en-AU" dirty="0">
              <a:latin typeface="Arial" pitchFamily="-84" charset="0"/>
            </a:endParaRPr>
          </a:p>
        </p:txBody>
      </p:sp>
      <p:sp>
        <p:nvSpPr>
          <p:cNvPr id="52227" name="Rectangle 2"/>
          <p:cNvSpPr>
            <a:spLocks noGrp="1" noRot="1" noChangeAspect="1" noChangeArrowheads="1" noTextEdit="1"/>
          </p:cNvSpPr>
          <p:nvPr>
            <p:ph type="sldImg"/>
          </p:nvPr>
        </p:nvSpPr>
        <p:spPr>
          <a:ln/>
        </p:spPr>
      </p:sp>
      <p:sp>
        <p:nvSpPr>
          <p:cNvPr id="52228" name="Rectangle 3"/>
          <p:cNvSpPr>
            <a:spLocks noGrp="1" noChangeArrowheads="1"/>
          </p:cNvSpPr>
          <p:nvPr>
            <p:ph type="body" idx="1"/>
          </p:nvPr>
        </p:nvSpPr>
        <p:spPr>
          <a:noFill/>
          <a:ln/>
        </p:spPr>
        <p:txBody>
          <a:bodyPr/>
          <a:lstStyle/>
          <a:p>
            <a:r>
              <a:rPr lang="en-US" sz="1200" kern="1200" baseline="0" dirty="0" smtClean="0">
                <a:solidFill>
                  <a:schemeClr val="tx1"/>
                </a:solidFill>
                <a:latin typeface="Arial" charset="0"/>
                <a:ea typeface="ＭＳ Ｐゴシック" charset="-128"/>
                <a:cs typeface="ＭＳ Ｐゴシック" charset="-128"/>
              </a:rPr>
              <a:t> Let us look in more detail at the logic in each of the 80 steps of the processing</a:t>
            </a:r>
          </a:p>
          <a:p>
            <a:r>
              <a:rPr lang="en-US" sz="1200" kern="1200" baseline="0" dirty="0" smtClean="0">
                <a:solidFill>
                  <a:schemeClr val="tx1"/>
                </a:solidFill>
                <a:latin typeface="Arial" charset="0"/>
                <a:ea typeface="ＭＳ Ｐゴシック" charset="-128"/>
                <a:cs typeface="ＭＳ Ｐゴシック" charset="-128"/>
              </a:rPr>
              <a:t>of one 512-bit block (Figure 11.11).</a:t>
            </a:r>
            <a:endParaRPr lang="en-US" dirty="0">
              <a:latin typeface="Arial" pitchFamily="-84" charset="0"/>
              <a:ea typeface="ＭＳ Ｐゴシック" pitchFamily="-84" charset="-128"/>
              <a:cs typeface="ＭＳ Ｐゴシック" pitchFamily="-84" charset="-128"/>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kern="1200" baseline="0" dirty="0" smtClean="0">
                <a:solidFill>
                  <a:schemeClr val="tx1"/>
                </a:solidFill>
                <a:latin typeface="Arial" charset="0"/>
                <a:ea typeface="ＭＳ Ｐゴシック" charset="-128"/>
                <a:cs typeface="ＭＳ Ｐゴシック" charset="-128"/>
              </a:rPr>
              <a:t>Figure 11.12 Creation of 80-word Input Sequence for SHA-512 Processing of Single Block</a:t>
            </a:r>
            <a:endParaRPr lang="en-US" dirty="0"/>
          </a:p>
        </p:txBody>
      </p:sp>
      <p:sp>
        <p:nvSpPr>
          <p:cNvPr id="4" name="Slide Number Placeholder 3"/>
          <p:cNvSpPr>
            <a:spLocks noGrp="1"/>
          </p:cNvSpPr>
          <p:nvPr>
            <p:ph type="sldNum" sz="quarter" idx="10"/>
          </p:nvPr>
        </p:nvSpPr>
        <p:spPr/>
        <p:txBody>
          <a:bodyPr/>
          <a:lstStyle/>
          <a:p>
            <a:pPr>
              <a:defRPr/>
            </a:pPr>
            <a:fld id="{E83E65D8-9B49-EC43-BBB1-0F187E663737}" type="slidenum">
              <a:rPr lang="en-AU" smtClean="0"/>
              <a:pPr>
                <a:defRPr/>
              </a:pPr>
              <a:t>28</a:t>
            </a:fld>
            <a:endParaRPr lang="en-AU" dirty="0"/>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kern="1200" baseline="0" dirty="0" smtClean="0">
                <a:solidFill>
                  <a:schemeClr val="tx1"/>
                </a:solidFill>
                <a:latin typeface="Arial" charset="0"/>
                <a:ea typeface="ＭＳ Ｐゴシック" charset="-128"/>
                <a:cs typeface="ＭＳ Ｐゴシック" charset="-128"/>
              </a:rPr>
              <a:t> Figure 11.13 summarizes the SHA-512 logic.</a:t>
            </a:r>
          </a:p>
          <a:p>
            <a:endParaRPr lang="en-US" sz="1200" kern="1200" baseline="0" dirty="0" smtClean="0">
              <a:solidFill>
                <a:schemeClr val="tx1"/>
              </a:solidFill>
              <a:latin typeface="Arial" charset="0"/>
              <a:ea typeface="ＭＳ Ｐゴシック" charset="-128"/>
              <a:cs typeface="ＭＳ Ｐゴシック" charset="-128"/>
            </a:endParaRPr>
          </a:p>
          <a:p>
            <a:r>
              <a:rPr lang="en-US" sz="1200" kern="1200" baseline="0" dirty="0" smtClean="0">
                <a:solidFill>
                  <a:schemeClr val="tx1"/>
                </a:solidFill>
                <a:latin typeface="Arial" charset="0"/>
                <a:ea typeface="ＭＳ Ｐゴシック" charset="-128"/>
                <a:cs typeface="ＭＳ Ｐゴシック" charset="-128"/>
              </a:rPr>
              <a:t> The SHA-512 algorithm has the property that every bit of the hash code is a</a:t>
            </a:r>
          </a:p>
          <a:p>
            <a:r>
              <a:rPr lang="en-US" sz="1200" kern="1200" baseline="0" dirty="0" smtClean="0">
                <a:solidFill>
                  <a:schemeClr val="tx1"/>
                </a:solidFill>
                <a:latin typeface="Arial" charset="0"/>
                <a:ea typeface="ＭＳ Ｐゴシック" charset="-128"/>
                <a:cs typeface="ＭＳ Ｐゴシック" charset="-128"/>
              </a:rPr>
              <a:t>function of every bit of the input. The complex repetition of the basic function F</a:t>
            </a:r>
          </a:p>
          <a:p>
            <a:r>
              <a:rPr lang="en-US" sz="1200" kern="1200" baseline="0" dirty="0" smtClean="0">
                <a:solidFill>
                  <a:schemeClr val="tx1"/>
                </a:solidFill>
                <a:latin typeface="Arial" charset="0"/>
                <a:ea typeface="ＭＳ Ｐゴシック" charset="-128"/>
                <a:cs typeface="ＭＳ Ｐゴシック" charset="-128"/>
              </a:rPr>
              <a:t>produces results that are well mixed; that is, it is unlikely that two messages chosen</a:t>
            </a:r>
          </a:p>
          <a:p>
            <a:r>
              <a:rPr lang="en-US" sz="1200" kern="1200" baseline="0" dirty="0" smtClean="0">
                <a:solidFill>
                  <a:schemeClr val="tx1"/>
                </a:solidFill>
                <a:latin typeface="Arial" charset="0"/>
                <a:ea typeface="ＭＳ Ｐゴシック" charset="-128"/>
                <a:cs typeface="ＭＳ Ｐゴシック" charset="-128"/>
              </a:rPr>
              <a:t>at random, even if they exhibit similar regularities, will have the same hash code.</a:t>
            </a:r>
          </a:p>
          <a:p>
            <a:r>
              <a:rPr lang="en-US" sz="1200" kern="1200" baseline="0" dirty="0" smtClean="0">
                <a:solidFill>
                  <a:schemeClr val="tx1"/>
                </a:solidFill>
                <a:latin typeface="Arial" charset="0"/>
                <a:ea typeface="ＭＳ Ｐゴシック" charset="-128"/>
                <a:cs typeface="ＭＳ Ｐゴシック" charset="-128"/>
              </a:rPr>
              <a:t>Unless there is some hidden weakness in SHA-512, which has not so far been published,</a:t>
            </a:r>
          </a:p>
          <a:p>
            <a:r>
              <a:rPr lang="en-US" sz="1200" kern="1200" baseline="0" dirty="0" smtClean="0">
                <a:solidFill>
                  <a:schemeClr val="tx1"/>
                </a:solidFill>
                <a:latin typeface="Arial" charset="0"/>
                <a:ea typeface="ＭＳ Ｐゴシック" charset="-128"/>
                <a:cs typeface="ＭＳ Ｐゴシック" charset="-128"/>
              </a:rPr>
              <a:t>the difficulty of coming up with two messages having the same message digest</a:t>
            </a:r>
          </a:p>
          <a:p>
            <a:r>
              <a:rPr lang="en-US" sz="1200" kern="1200" baseline="0" dirty="0" smtClean="0">
                <a:solidFill>
                  <a:schemeClr val="tx1"/>
                </a:solidFill>
                <a:latin typeface="Arial" charset="0"/>
                <a:ea typeface="ＭＳ Ｐゴシック" charset="-128"/>
                <a:cs typeface="ＭＳ Ｐゴシック" charset="-128"/>
              </a:rPr>
              <a:t>is on the order of 2</a:t>
            </a:r>
            <a:r>
              <a:rPr lang="en-US" sz="1200" kern="1200" baseline="30000" dirty="0" smtClean="0">
                <a:solidFill>
                  <a:schemeClr val="tx1"/>
                </a:solidFill>
                <a:latin typeface="Arial" charset="0"/>
                <a:ea typeface="ＭＳ Ｐゴシック" charset="-128"/>
                <a:cs typeface="ＭＳ Ｐゴシック" charset="-128"/>
              </a:rPr>
              <a:t>256</a:t>
            </a:r>
            <a:r>
              <a:rPr lang="en-US" sz="1200" kern="1200" baseline="0" dirty="0" smtClean="0">
                <a:solidFill>
                  <a:schemeClr val="tx1"/>
                </a:solidFill>
                <a:latin typeface="Arial" charset="0"/>
                <a:ea typeface="ＭＳ Ｐゴシック" charset="-128"/>
                <a:cs typeface="ＭＳ Ｐゴシック" charset="-128"/>
              </a:rPr>
              <a:t>  operations, while the difficulty of finding a message with</a:t>
            </a:r>
          </a:p>
          <a:p>
            <a:r>
              <a:rPr lang="en-US" sz="1200" kern="1200" baseline="0" dirty="0" smtClean="0">
                <a:solidFill>
                  <a:schemeClr val="tx1"/>
                </a:solidFill>
                <a:latin typeface="Arial" charset="0"/>
                <a:ea typeface="ＭＳ Ｐゴシック" charset="-128"/>
                <a:cs typeface="ＭＳ Ｐゴシック" charset="-128"/>
              </a:rPr>
              <a:t>a given digest is on the order of 2</a:t>
            </a:r>
            <a:r>
              <a:rPr lang="en-US" sz="1200" kern="1200" baseline="30000" dirty="0" smtClean="0">
                <a:solidFill>
                  <a:schemeClr val="tx1"/>
                </a:solidFill>
                <a:latin typeface="Arial" charset="0"/>
                <a:ea typeface="ＭＳ Ｐゴシック" charset="-128"/>
                <a:cs typeface="ＭＳ Ｐゴシック" charset="-128"/>
              </a:rPr>
              <a:t>512</a:t>
            </a:r>
            <a:r>
              <a:rPr lang="en-US" sz="1200" kern="1200" baseline="0" dirty="0" smtClean="0">
                <a:solidFill>
                  <a:schemeClr val="tx1"/>
                </a:solidFill>
                <a:latin typeface="Arial" charset="0"/>
                <a:ea typeface="ＭＳ Ｐゴシック" charset="-128"/>
                <a:cs typeface="ＭＳ Ｐゴシック" charset="-128"/>
              </a:rPr>
              <a:t>  operations.</a:t>
            </a:r>
            <a:endParaRPr lang="en-US" dirty="0"/>
          </a:p>
        </p:txBody>
      </p:sp>
      <p:sp>
        <p:nvSpPr>
          <p:cNvPr id="4" name="Slide Number Placeholder 3"/>
          <p:cNvSpPr>
            <a:spLocks noGrp="1"/>
          </p:cNvSpPr>
          <p:nvPr>
            <p:ph type="sldNum" sz="quarter" idx="10"/>
          </p:nvPr>
        </p:nvSpPr>
        <p:spPr/>
        <p:txBody>
          <a:bodyPr/>
          <a:lstStyle/>
          <a:p>
            <a:pPr>
              <a:defRPr/>
            </a:pPr>
            <a:fld id="{E83E65D8-9B49-EC43-BBB1-0F187E663737}" type="slidenum">
              <a:rPr lang="en-AU" smtClean="0"/>
              <a:pPr>
                <a:defRPr/>
              </a:pPr>
              <a:t>29</a:t>
            </a:fld>
            <a:endParaRPr lang="en-AU" dirty="0"/>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56322" name="Slide Image Placeholder 1"/>
          <p:cNvSpPr>
            <a:spLocks noGrp="1" noRot="1" noChangeAspect="1"/>
          </p:cNvSpPr>
          <p:nvPr>
            <p:ph type="sldImg"/>
          </p:nvPr>
        </p:nvSpPr>
        <p:spPr>
          <a:ln/>
        </p:spPr>
      </p:sp>
      <p:sp>
        <p:nvSpPr>
          <p:cNvPr id="56323" name="Notes Placeholder 2"/>
          <p:cNvSpPr>
            <a:spLocks noGrp="1"/>
          </p:cNvSpPr>
          <p:nvPr>
            <p:ph type="body" idx="1"/>
          </p:nvPr>
        </p:nvSpPr>
        <p:spPr>
          <a:noFill/>
          <a:ln/>
        </p:spPr>
        <p:txBody>
          <a:bodyPr/>
          <a:lstStyle/>
          <a:p>
            <a:r>
              <a:rPr lang="en-US" sz="1200" kern="1200" baseline="0" dirty="0" smtClean="0">
                <a:solidFill>
                  <a:schemeClr val="tx1"/>
                </a:solidFill>
                <a:latin typeface="Arial" charset="0"/>
                <a:ea typeface="ＭＳ Ｐゴシック" charset="-128"/>
                <a:cs typeface="ＭＳ Ｐゴシック" charset="-128"/>
              </a:rPr>
              <a:t>As of this writing, the Secure Hash Algorithm (SHA-1) has not yet been “broken.”</a:t>
            </a:r>
          </a:p>
          <a:p>
            <a:r>
              <a:rPr lang="en-US" sz="1200" kern="1200" baseline="0" dirty="0" smtClean="0">
                <a:solidFill>
                  <a:schemeClr val="tx1"/>
                </a:solidFill>
                <a:latin typeface="Arial" charset="0"/>
                <a:ea typeface="ＭＳ Ｐゴシック" charset="-128"/>
                <a:cs typeface="ＭＳ Ｐゴシック" charset="-128"/>
              </a:rPr>
              <a:t>That is, no one has demonstrated a technique for producing collisions in a practical</a:t>
            </a:r>
          </a:p>
          <a:p>
            <a:r>
              <a:rPr lang="en-US" sz="1200" kern="1200" baseline="0" dirty="0" smtClean="0">
                <a:solidFill>
                  <a:schemeClr val="tx1"/>
                </a:solidFill>
                <a:latin typeface="Arial" charset="0"/>
                <a:ea typeface="ＭＳ Ｐゴシック" charset="-128"/>
                <a:cs typeface="ＭＳ Ｐゴシック" charset="-128"/>
              </a:rPr>
              <a:t>amount of time. However, because SHA-1 is very similar, in structure and in the</a:t>
            </a:r>
          </a:p>
          <a:p>
            <a:r>
              <a:rPr lang="en-US" sz="1200" kern="1200" baseline="0" dirty="0" smtClean="0">
                <a:solidFill>
                  <a:schemeClr val="tx1"/>
                </a:solidFill>
                <a:latin typeface="Arial" charset="0"/>
                <a:ea typeface="ＭＳ Ｐゴシック" charset="-128"/>
                <a:cs typeface="ＭＳ Ｐゴシック" charset="-128"/>
              </a:rPr>
              <a:t>basic mathematical operations used, to MD5 and SHA-0, both of which have been</a:t>
            </a:r>
          </a:p>
          <a:p>
            <a:r>
              <a:rPr lang="en-US" sz="1200" kern="1200" baseline="0" dirty="0" smtClean="0">
                <a:solidFill>
                  <a:schemeClr val="tx1"/>
                </a:solidFill>
                <a:latin typeface="Arial" charset="0"/>
                <a:ea typeface="ＭＳ Ｐゴシック" charset="-128"/>
                <a:cs typeface="ＭＳ Ｐゴシック" charset="-128"/>
              </a:rPr>
              <a:t>broken, SHA-1 is considered insecure and has been phased out for SHA-2.</a:t>
            </a:r>
          </a:p>
          <a:p>
            <a:endParaRPr lang="en-US" sz="1200" kern="1200" baseline="0" dirty="0" smtClean="0">
              <a:solidFill>
                <a:schemeClr val="tx1"/>
              </a:solidFill>
              <a:latin typeface="Arial" charset="0"/>
              <a:ea typeface="ＭＳ Ｐゴシック" charset="-128"/>
              <a:cs typeface="ＭＳ Ｐゴシック" charset="-128"/>
            </a:endParaRPr>
          </a:p>
          <a:p>
            <a:r>
              <a:rPr lang="en-US" sz="1200" kern="1200" baseline="0" dirty="0" smtClean="0">
                <a:solidFill>
                  <a:schemeClr val="tx1"/>
                </a:solidFill>
                <a:latin typeface="Arial" charset="0"/>
                <a:ea typeface="ＭＳ Ｐゴシック" charset="-128"/>
                <a:cs typeface="ＭＳ Ｐゴシック" charset="-128"/>
              </a:rPr>
              <a:t>SHA-2, particularly the 512-bit version, would appear to provide unassailable</a:t>
            </a:r>
          </a:p>
          <a:p>
            <a:r>
              <a:rPr lang="en-US" sz="1200" kern="1200" baseline="0" dirty="0" smtClean="0">
                <a:solidFill>
                  <a:schemeClr val="tx1"/>
                </a:solidFill>
                <a:latin typeface="Arial" charset="0"/>
                <a:ea typeface="ＭＳ Ｐゴシック" charset="-128"/>
                <a:cs typeface="ＭＳ Ｐゴシック" charset="-128"/>
              </a:rPr>
              <a:t>security. However, SHA-2 shares the same structure and mathematical operations</a:t>
            </a:r>
          </a:p>
          <a:p>
            <a:r>
              <a:rPr lang="en-US" sz="1200" kern="1200" baseline="0" dirty="0" smtClean="0">
                <a:solidFill>
                  <a:schemeClr val="tx1"/>
                </a:solidFill>
                <a:latin typeface="Arial" charset="0"/>
                <a:ea typeface="ＭＳ Ｐゴシック" charset="-128"/>
                <a:cs typeface="ＭＳ Ｐゴシック" charset="-128"/>
              </a:rPr>
              <a:t>as its predecessors, and this is a cause for concern. Because it will take years to find</a:t>
            </a:r>
          </a:p>
          <a:p>
            <a:r>
              <a:rPr lang="en-US" sz="1200" kern="1200" baseline="0" dirty="0" smtClean="0">
                <a:solidFill>
                  <a:schemeClr val="tx1"/>
                </a:solidFill>
                <a:latin typeface="Arial" charset="0"/>
                <a:ea typeface="ＭＳ Ｐゴシック" charset="-128"/>
                <a:cs typeface="ＭＳ Ｐゴシック" charset="-128"/>
              </a:rPr>
              <a:t>a suitable replacement for SHA-2, should it become vulnerable, NIST decided to</a:t>
            </a:r>
          </a:p>
          <a:p>
            <a:r>
              <a:rPr lang="en-US" sz="1200" kern="1200" baseline="0" dirty="0" smtClean="0">
                <a:solidFill>
                  <a:schemeClr val="tx1"/>
                </a:solidFill>
                <a:latin typeface="Arial" charset="0"/>
                <a:ea typeface="ＭＳ Ｐゴシック" charset="-128"/>
                <a:cs typeface="ＭＳ Ｐゴシック" charset="-128"/>
              </a:rPr>
              <a:t>begin the process of developing a new hash standard.</a:t>
            </a:r>
          </a:p>
          <a:p>
            <a:endParaRPr lang="en-US" sz="1200" kern="1200" baseline="0" dirty="0" smtClean="0">
              <a:solidFill>
                <a:schemeClr val="tx1"/>
              </a:solidFill>
              <a:latin typeface="Arial" charset="0"/>
              <a:ea typeface="ＭＳ Ｐゴシック" charset="-128"/>
              <a:cs typeface="ＭＳ Ｐゴシック" charset="-128"/>
            </a:endParaRPr>
          </a:p>
          <a:p>
            <a:r>
              <a:rPr lang="en-US" sz="1200" kern="1200" baseline="0" dirty="0" smtClean="0">
                <a:solidFill>
                  <a:schemeClr val="tx1"/>
                </a:solidFill>
                <a:latin typeface="Arial" charset="0"/>
                <a:ea typeface="ＭＳ Ｐゴシック" charset="-128"/>
                <a:cs typeface="ＭＳ Ｐゴシック" charset="-128"/>
              </a:rPr>
              <a:t>Accordingly, NIST announced in 2007 a competition to produce the next generation</a:t>
            </a:r>
          </a:p>
          <a:p>
            <a:r>
              <a:rPr lang="en-US" sz="1200" kern="1200" baseline="0" dirty="0" smtClean="0">
                <a:solidFill>
                  <a:schemeClr val="tx1"/>
                </a:solidFill>
                <a:latin typeface="Arial" charset="0"/>
                <a:ea typeface="ＭＳ Ｐゴシック" charset="-128"/>
                <a:cs typeface="ＭＳ Ｐゴシック" charset="-128"/>
              </a:rPr>
              <a:t>NIST hash function, to be called SHA-3. The winning design for SHA-3</a:t>
            </a:r>
          </a:p>
          <a:p>
            <a:r>
              <a:rPr lang="en-US" sz="1200" kern="1200" baseline="0" dirty="0" smtClean="0">
                <a:solidFill>
                  <a:schemeClr val="tx1"/>
                </a:solidFill>
                <a:latin typeface="Arial" charset="0"/>
                <a:ea typeface="ＭＳ Ｐゴシック" charset="-128"/>
                <a:cs typeface="ＭＳ Ｐゴシック" charset="-128"/>
              </a:rPr>
              <a:t>was announced by NIST in October 2012. SHA-3 is a cryptographic hash function</a:t>
            </a:r>
          </a:p>
          <a:p>
            <a:r>
              <a:rPr lang="en-US" sz="1200" kern="1200" baseline="0" dirty="0" smtClean="0">
                <a:solidFill>
                  <a:schemeClr val="tx1"/>
                </a:solidFill>
                <a:latin typeface="Arial" charset="0"/>
                <a:ea typeface="ＭＳ Ｐゴシック" charset="-128"/>
                <a:cs typeface="ＭＳ Ｐゴシック" charset="-128"/>
              </a:rPr>
              <a:t>that is intended to complement SHA-2 as the approved standard for a wide range</a:t>
            </a:r>
          </a:p>
          <a:p>
            <a:r>
              <a:rPr lang="en-US" sz="1200" kern="1200" baseline="0" dirty="0" smtClean="0">
                <a:solidFill>
                  <a:schemeClr val="tx1"/>
                </a:solidFill>
                <a:latin typeface="Arial" charset="0"/>
                <a:ea typeface="ＭＳ Ｐゴシック" charset="-128"/>
                <a:cs typeface="ＭＳ Ｐゴシック" charset="-128"/>
              </a:rPr>
              <a:t>of applications.</a:t>
            </a:r>
          </a:p>
          <a:p>
            <a:endParaRPr lang="en-US" sz="1200" kern="1200" baseline="0" dirty="0" smtClean="0">
              <a:solidFill>
                <a:schemeClr val="tx1"/>
              </a:solidFill>
              <a:latin typeface="Arial" charset="0"/>
              <a:ea typeface="ＭＳ Ｐゴシック" charset="-128"/>
              <a:cs typeface="ＭＳ Ｐゴシック" charset="-128"/>
            </a:endParaRPr>
          </a:p>
          <a:p>
            <a:r>
              <a:rPr lang="en-US" sz="1200" kern="1200" baseline="0" dirty="0" smtClean="0">
                <a:solidFill>
                  <a:schemeClr val="tx1"/>
                </a:solidFill>
                <a:latin typeface="Arial" charset="0"/>
                <a:ea typeface="ＭＳ Ｐゴシック" charset="-128"/>
                <a:cs typeface="ＭＳ Ｐゴシック" charset="-128"/>
              </a:rPr>
              <a:t>Appendix V looks at the evaluation criteria used by NIST to select from</a:t>
            </a:r>
          </a:p>
          <a:p>
            <a:r>
              <a:rPr lang="en-US" sz="1200" kern="1200" baseline="0" dirty="0" smtClean="0">
                <a:solidFill>
                  <a:schemeClr val="tx1"/>
                </a:solidFill>
                <a:latin typeface="Arial" charset="0"/>
                <a:ea typeface="ＭＳ Ｐゴシック" charset="-128"/>
                <a:cs typeface="ＭＳ Ｐゴシック" charset="-128"/>
              </a:rPr>
              <a:t>among the candidates for AES, plus the rationale for picking Keccak, which was</a:t>
            </a:r>
          </a:p>
          <a:p>
            <a:r>
              <a:rPr lang="en-US" sz="1200" kern="1200" baseline="0" dirty="0" smtClean="0">
                <a:solidFill>
                  <a:schemeClr val="tx1"/>
                </a:solidFill>
                <a:latin typeface="Arial" charset="0"/>
                <a:ea typeface="ＭＳ Ｐゴシック" charset="-128"/>
                <a:cs typeface="ＭＳ Ｐゴシック" charset="-128"/>
              </a:rPr>
              <a:t>the winning candidate. This material is useful in understanding not just the SHA-3</a:t>
            </a:r>
          </a:p>
          <a:p>
            <a:r>
              <a:rPr lang="en-US" sz="1200" kern="1200" baseline="0" dirty="0" smtClean="0">
                <a:solidFill>
                  <a:schemeClr val="tx1"/>
                </a:solidFill>
                <a:latin typeface="Arial" charset="0"/>
                <a:ea typeface="ＭＳ Ｐゴシック" charset="-128"/>
                <a:cs typeface="ＭＳ Ｐゴシック" charset="-128"/>
              </a:rPr>
              <a:t>design but also the criteria by which to judge any cryptographic hash algorithm.</a:t>
            </a:r>
            <a:endParaRPr lang="en-US" dirty="0" smtClean="0">
              <a:latin typeface="Arial" pitchFamily="-84" charset="0"/>
              <a:ea typeface="ＭＳ Ｐゴシック" pitchFamily="-84" charset="-128"/>
              <a:cs typeface="ＭＳ Ｐゴシック" pitchFamily="-84" charset="-128"/>
            </a:endParaRPr>
          </a:p>
        </p:txBody>
      </p:sp>
      <p:sp>
        <p:nvSpPr>
          <p:cNvPr id="56324" name="Slide Number Placeholder 3"/>
          <p:cNvSpPr>
            <a:spLocks noGrp="1"/>
          </p:cNvSpPr>
          <p:nvPr>
            <p:ph type="sldNum" sz="quarter" idx="5"/>
          </p:nvPr>
        </p:nvSpPr>
        <p:spPr>
          <a:noFill/>
        </p:spPr>
        <p:txBody>
          <a:bodyPr/>
          <a:lstStyle/>
          <a:p>
            <a:fld id="{62FF653A-F53A-5B43-AFE9-D90E573ABCBA}" type="slidenum">
              <a:rPr lang="en-AU" smtClean="0">
                <a:latin typeface="Arial" pitchFamily="-84" charset="0"/>
              </a:rPr>
              <a:pPr/>
              <a:t>30</a:t>
            </a:fld>
            <a:endParaRPr lang="en-AU" dirty="0" smtClean="0">
              <a:latin typeface="Arial" pitchFamily="-84" charset="0"/>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58370" name="Slide Image Placeholder 1"/>
          <p:cNvSpPr>
            <a:spLocks noGrp="1" noRot="1" noChangeAspect="1"/>
          </p:cNvSpPr>
          <p:nvPr>
            <p:ph type="sldImg"/>
          </p:nvPr>
        </p:nvSpPr>
        <p:spPr>
          <a:ln/>
        </p:spPr>
      </p:sp>
      <p:sp>
        <p:nvSpPr>
          <p:cNvPr id="58371" name="Notes Placeholder 2"/>
          <p:cNvSpPr>
            <a:spLocks noGrp="1"/>
          </p:cNvSpPr>
          <p:nvPr>
            <p:ph type="body" idx="1"/>
          </p:nvPr>
        </p:nvSpPr>
        <p:spPr>
          <a:noFill/>
          <a:ln/>
        </p:spPr>
        <p:txBody>
          <a:bodyPr/>
          <a:lstStyle/>
          <a:p>
            <a:r>
              <a:rPr lang="en-US" sz="1200" kern="1200" baseline="0" dirty="0" smtClean="0">
                <a:solidFill>
                  <a:schemeClr val="tx1"/>
                </a:solidFill>
                <a:latin typeface="Arial" charset="0"/>
                <a:ea typeface="ＭＳ Ｐゴシック" charset="-128"/>
                <a:cs typeface="ＭＳ Ｐゴシック" charset="-128"/>
              </a:rPr>
              <a:t> The underlying structure of SHA-3 is a scheme referred to by its designers as a</a:t>
            </a:r>
          </a:p>
          <a:p>
            <a:r>
              <a:rPr lang="en-US" sz="1200" kern="1200" baseline="0" dirty="0" smtClean="0">
                <a:solidFill>
                  <a:schemeClr val="tx1"/>
                </a:solidFill>
                <a:latin typeface="Arial" charset="0"/>
                <a:ea typeface="ＭＳ Ｐゴシック" charset="-128"/>
                <a:cs typeface="ＭＳ Ｐゴシック" charset="-128"/>
              </a:rPr>
              <a:t>sponge construction  [BERT07, BERT11]. The sponge construction has the same</a:t>
            </a:r>
          </a:p>
          <a:p>
            <a:r>
              <a:rPr lang="en-US" sz="1200" kern="1200" baseline="0" dirty="0" smtClean="0">
                <a:solidFill>
                  <a:schemeClr val="tx1"/>
                </a:solidFill>
                <a:latin typeface="Arial" charset="0"/>
                <a:ea typeface="ＭＳ Ｐゴシック" charset="-128"/>
                <a:cs typeface="ＭＳ Ｐゴシック" charset="-128"/>
              </a:rPr>
              <a:t>general structure as other iterated hash functions (Figure 11.8). The sponge function</a:t>
            </a:r>
          </a:p>
          <a:p>
            <a:r>
              <a:rPr lang="en-US" sz="1200" kern="1200" baseline="0" dirty="0" smtClean="0">
                <a:solidFill>
                  <a:schemeClr val="tx1"/>
                </a:solidFill>
                <a:latin typeface="Arial" charset="0"/>
                <a:ea typeface="ＭＳ Ｐゴシック" charset="-128"/>
                <a:cs typeface="ＭＳ Ｐゴシック" charset="-128"/>
              </a:rPr>
              <a:t>takes an input message and partitions it into fixed-size blocks. Each block is</a:t>
            </a:r>
          </a:p>
          <a:p>
            <a:r>
              <a:rPr lang="en-US" sz="1200" kern="1200" baseline="0" dirty="0" smtClean="0">
                <a:solidFill>
                  <a:schemeClr val="tx1"/>
                </a:solidFill>
                <a:latin typeface="Arial" charset="0"/>
                <a:ea typeface="ＭＳ Ｐゴシック" charset="-128"/>
                <a:cs typeface="ＭＳ Ｐゴシック" charset="-128"/>
              </a:rPr>
              <a:t>processed in turn with the output of each iteration fed into the next iteration, finally</a:t>
            </a:r>
          </a:p>
          <a:p>
            <a:r>
              <a:rPr lang="en-US" sz="1200" kern="1200" baseline="0" dirty="0" smtClean="0">
                <a:solidFill>
                  <a:schemeClr val="tx1"/>
                </a:solidFill>
                <a:latin typeface="Arial" charset="0"/>
                <a:ea typeface="ＭＳ Ｐゴシック" charset="-128"/>
                <a:cs typeface="ＭＳ Ｐゴシック" charset="-128"/>
              </a:rPr>
              <a:t>producing an output block.</a:t>
            </a:r>
          </a:p>
          <a:p>
            <a:endParaRPr lang="en-US" sz="1200" kern="1200" baseline="0" dirty="0" smtClean="0">
              <a:solidFill>
                <a:schemeClr val="tx1"/>
              </a:solidFill>
              <a:latin typeface="Arial" charset="0"/>
              <a:ea typeface="ＭＳ Ｐゴシック" charset="-128"/>
              <a:cs typeface="ＭＳ Ｐゴシック" charset="-128"/>
            </a:endParaRPr>
          </a:p>
          <a:p>
            <a:r>
              <a:rPr lang="en-US" sz="1200" kern="1200" baseline="0" dirty="0" smtClean="0">
                <a:solidFill>
                  <a:schemeClr val="tx1"/>
                </a:solidFill>
                <a:latin typeface="Arial" charset="0"/>
                <a:ea typeface="ＭＳ Ｐゴシック" charset="-128"/>
                <a:cs typeface="ＭＳ Ｐゴシック" charset="-128"/>
              </a:rPr>
              <a:t> The sponge function is defined by three parameters:</a:t>
            </a:r>
          </a:p>
          <a:p>
            <a:endParaRPr lang="en-US" sz="1200" kern="1200" baseline="0" dirty="0" smtClean="0">
              <a:solidFill>
                <a:schemeClr val="tx1"/>
              </a:solidFill>
              <a:latin typeface="Arial" charset="0"/>
              <a:ea typeface="ＭＳ Ｐゴシック" charset="-128"/>
              <a:cs typeface="ＭＳ Ｐゴシック" charset="-128"/>
            </a:endParaRPr>
          </a:p>
          <a:p>
            <a:r>
              <a:rPr lang="en-US" sz="1200" kern="1200" baseline="0" dirty="0" smtClean="0">
                <a:solidFill>
                  <a:schemeClr val="tx1"/>
                </a:solidFill>
                <a:latin typeface="Arial" charset="0"/>
                <a:ea typeface="ＭＳ Ｐゴシック" charset="-128"/>
                <a:cs typeface="ＭＳ Ｐゴシック" charset="-128"/>
              </a:rPr>
              <a:t>f =  the internal function used to process each input block</a:t>
            </a:r>
          </a:p>
          <a:p>
            <a:endParaRPr lang="en-US" sz="1200" kern="1200" baseline="0" dirty="0" smtClean="0">
              <a:solidFill>
                <a:schemeClr val="tx1"/>
              </a:solidFill>
              <a:latin typeface="Arial" charset="0"/>
              <a:ea typeface="ＭＳ Ｐゴシック" charset="-128"/>
              <a:cs typeface="ＭＳ Ｐゴシック" charset="-128"/>
            </a:endParaRPr>
          </a:p>
          <a:p>
            <a:r>
              <a:rPr lang="en-US" sz="1200" kern="1200" baseline="0" dirty="0" smtClean="0">
                <a:solidFill>
                  <a:schemeClr val="tx1"/>
                </a:solidFill>
                <a:latin typeface="Arial" charset="0"/>
                <a:ea typeface="ＭＳ Ｐゴシック" charset="-128"/>
                <a:cs typeface="ＭＳ Ｐゴシック" charset="-128"/>
              </a:rPr>
              <a:t>r =  the size in bits of the input blocks, called the bitrate</a:t>
            </a:r>
          </a:p>
          <a:p>
            <a:endParaRPr lang="en-US" sz="1200" kern="1200" baseline="0" dirty="0" smtClean="0">
              <a:solidFill>
                <a:schemeClr val="tx1"/>
              </a:solidFill>
              <a:latin typeface="Arial" charset="0"/>
              <a:ea typeface="ＭＳ Ｐゴシック" charset="-128"/>
              <a:cs typeface="ＭＳ Ｐゴシック" charset="-128"/>
            </a:endParaRPr>
          </a:p>
          <a:p>
            <a:r>
              <a:rPr lang="en-US" sz="1200" kern="1200" baseline="0" dirty="0" smtClean="0">
                <a:solidFill>
                  <a:schemeClr val="tx1"/>
                </a:solidFill>
                <a:latin typeface="Arial" charset="0"/>
                <a:ea typeface="ＭＳ Ｐゴシック" charset="-128"/>
                <a:cs typeface="ＭＳ Ｐゴシック" charset="-128"/>
              </a:rPr>
              <a:t>pad =  the padding algorithm</a:t>
            </a:r>
          </a:p>
          <a:p>
            <a:endParaRPr lang="en-US" sz="1200" kern="1200" baseline="0" dirty="0" smtClean="0">
              <a:solidFill>
                <a:schemeClr val="tx1"/>
              </a:solidFill>
              <a:latin typeface="Arial" charset="0"/>
              <a:ea typeface="ＭＳ Ｐゴシック" charset="-128"/>
              <a:cs typeface="ＭＳ Ｐゴシック" charset="-128"/>
            </a:endParaRPr>
          </a:p>
          <a:p>
            <a:endParaRPr lang="en-US" dirty="0">
              <a:latin typeface="Arial" pitchFamily="-84" charset="0"/>
              <a:ea typeface="ＭＳ Ｐゴシック" pitchFamily="-84" charset="-128"/>
              <a:cs typeface="ＭＳ Ｐゴシック" pitchFamily="-84" charset="-128"/>
            </a:endParaRPr>
          </a:p>
        </p:txBody>
      </p:sp>
      <p:sp>
        <p:nvSpPr>
          <p:cNvPr id="58372" name="Slide Number Placeholder 3"/>
          <p:cNvSpPr>
            <a:spLocks noGrp="1"/>
          </p:cNvSpPr>
          <p:nvPr>
            <p:ph type="sldNum" sz="quarter" idx="5"/>
          </p:nvPr>
        </p:nvSpPr>
        <p:spPr>
          <a:noFill/>
        </p:spPr>
        <p:txBody>
          <a:bodyPr/>
          <a:lstStyle/>
          <a:p>
            <a:fld id="{E20E3A00-078D-1745-B608-9B8564CA0A3B}" type="slidenum">
              <a:rPr lang="en-AU" smtClean="0">
                <a:latin typeface="Arial" pitchFamily="-84" charset="0"/>
              </a:rPr>
              <a:pPr/>
              <a:t>31</a:t>
            </a:fld>
            <a:endParaRPr lang="en-AU" dirty="0" smtClean="0">
              <a:latin typeface="Arial" pitchFamily="-84" charset="0"/>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kern="1200" baseline="0" dirty="0" smtClean="0">
                <a:solidFill>
                  <a:schemeClr val="tx1"/>
                </a:solidFill>
                <a:latin typeface="Arial" charset="0"/>
                <a:ea typeface="ＭＳ Ｐゴシック" charset="-128"/>
                <a:cs typeface="ＭＳ Ｐゴシック" charset="-128"/>
              </a:rPr>
              <a:t> A sponge function allows both variable length input and output, making it a</a:t>
            </a:r>
          </a:p>
          <a:p>
            <a:r>
              <a:rPr lang="en-US" sz="1200" kern="1200" baseline="0" dirty="0" smtClean="0">
                <a:solidFill>
                  <a:schemeClr val="tx1"/>
                </a:solidFill>
                <a:latin typeface="Arial" charset="0"/>
                <a:ea typeface="ＭＳ Ｐゴシック" charset="-128"/>
                <a:cs typeface="ＭＳ Ｐゴシック" charset="-128"/>
              </a:rPr>
              <a:t>flexible structure that can be used for a hash function (fixed-length output), a pseudorandom</a:t>
            </a:r>
          </a:p>
          <a:p>
            <a:r>
              <a:rPr lang="en-US" sz="1200" kern="1200" baseline="0" dirty="0" smtClean="0">
                <a:solidFill>
                  <a:schemeClr val="tx1"/>
                </a:solidFill>
                <a:latin typeface="Arial" charset="0"/>
                <a:ea typeface="ＭＳ Ｐゴシック" charset="-128"/>
                <a:cs typeface="ＭＳ Ｐゴシック" charset="-128"/>
              </a:rPr>
              <a:t>number generator (fixed-length input), and other cryptographic functions.</a:t>
            </a:r>
          </a:p>
          <a:p>
            <a:r>
              <a:rPr lang="en-US" sz="1200" kern="1200" baseline="0" dirty="0" smtClean="0">
                <a:solidFill>
                  <a:schemeClr val="tx1"/>
                </a:solidFill>
                <a:latin typeface="Arial" charset="0"/>
                <a:ea typeface="ＭＳ Ｐゴシック" charset="-128"/>
                <a:cs typeface="ＭＳ Ｐゴシック" charset="-128"/>
              </a:rPr>
              <a:t>Figure 11.14 illustrates this point.</a:t>
            </a:r>
          </a:p>
          <a:p>
            <a:endParaRPr lang="en-US" sz="1200" kern="1200" baseline="0" dirty="0" smtClean="0">
              <a:solidFill>
                <a:schemeClr val="tx1"/>
              </a:solidFill>
              <a:latin typeface="Arial" charset="0"/>
              <a:ea typeface="ＭＳ Ｐゴシック" charset="-128"/>
              <a:cs typeface="ＭＳ Ｐゴシック" charset="-128"/>
            </a:endParaRPr>
          </a:p>
          <a:p>
            <a:r>
              <a:rPr lang="en-US" sz="1200" kern="1200" baseline="0" dirty="0" smtClean="0">
                <a:solidFill>
                  <a:schemeClr val="tx1"/>
                </a:solidFill>
                <a:latin typeface="Arial" charset="0"/>
                <a:ea typeface="ＭＳ Ｐゴシック" charset="-128"/>
                <a:cs typeface="ＭＳ Ｐゴシック" charset="-128"/>
              </a:rPr>
              <a:t> The sponge specification proposes [BERT11] proposes</a:t>
            </a:r>
          </a:p>
          <a:p>
            <a:r>
              <a:rPr lang="en-US" sz="1200" kern="1200" baseline="0" dirty="0" smtClean="0">
                <a:solidFill>
                  <a:schemeClr val="tx1"/>
                </a:solidFill>
                <a:latin typeface="Arial" charset="0"/>
                <a:ea typeface="ＭＳ Ｐゴシック" charset="-128"/>
                <a:cs typeface="ＭＳ Ｐゴシック" charset="-128"/>
              </a:rPr>
              <a:t>two padding schemes:</a:t>
            </a:r>
          </a:p>
          <a:p>
            <a:endParaRPr lang="en-US" sz="1200" kern="1200" baseline="0" dirty="0" smtClean="0">
              <a:solidFill>
                <a:schemeClr val="tx1"/>
              </a:solidFill>
              <a:latin typeface="Arial" charset="0"/>
              <a:ea typeface="ＭＳ Ｐゴシック" charset="-128"/>
              <a:cs typeface="ＭＳ Ｐゴシック" charset="-128"/>
            </a:endParaRPr>
          </a:p>
          <a:p>
            <a:r>
              <a:rPr lang="en-US" sz="1200" kern="1200" baseline="0" dirty="0" smtClean="0">
                <a:solidFill>
                  <a:schemeClr val="tx1"/>
                </a:solidFill>
                <a:latin typeface="Arial" charset="0"/>
                <a:ea typeface="ＭＳ Ｐゴシック" charset="-128"/>
                <a:cs typeface="ＭＳ Ｐゴシック" charset="-128"/>
              </a:rPr>
              <a:t>• Simple padding:  Denoted by pad10*, appends a single bit 1 followed by the</a:t>
            </a:r>
          </a:p>
          <a:p>
            <a:r>
              <a:rPr lang="en-US" sz="1200" kern="1200" baseline="0" dirty="0" smtClean="0">
                <a:solidFill>
                  <a:schemeClr val="tx1"/>
                </a:solidFill>
                <a:latin typeface="Arial" charset="0"/>
                <a:ea typeface="ＭＳ Ｐゴシック" charset="-128"/>
                <a:cs typeface="ＭＳ Ｐゴシック" charset="-128"/>
              </a:rPr>
              <a:t>minimum number of bits 0 such that the length of the result is a multiple of the</a:t>
            </a:r>
          </a:p>
          <a:p>
            <a:r>
              <a:rPr lang="en-US" sz="1200" kern="1200" baseline="0" dirty="0" smtClean="0">
                <a:solidFill>
                  <a:schemeClr val="tx1"/>
                </a:solidFill>
                <a:latin typeface="Arial" charset="0"/>
                <a:ea typeface="ＭＳ Ｐゴシック" charset="-128"/>
                <a:cs typeface="ＭＳ Ｐゴシック" charset="-128"/>
              </a:rPr>
              <a:t>block length.</a:t>
            </a:r>
          </a:p>
          <a:p>
            <a:endParaRPr lang="en-US" sz="1200" kern="1200" baseline="0" dirty="0" smtClean="0">
              <a:solidFill>
                <a:schemeClr val="tx1"/>
              </a:solidFill>
              <a:latin typeface="Arial" charset="0"/>
              <a:ea typeface="ＭＳ Ｐゴシック" charset="-128"/>
              <a:cs typeface="ＭＳ Ｐゴシック" charset="-128"/>
            </a:endParaRPr>
          </a:p>
          <a:p>
            <a:r>
              <a:rPr lang="en-US" sz="1200" kern="1200" baseline="0" dirty="0" smtClean="0">
                <a:solidFill>
                  <a:schemeClr val="tx1"/>
                </a:solidFill>
                <a:latin typeface="Arial" charset="0"/>
                <a:ea typeface="ＭＳ Ｐゴシック" charset="-128"/>
                <a:cs typeface="ＭＳ Ｐゴシック" charset="-128"/>
              </a:rPr>
              <a:t>• Multirate padding:  Denoted by pad10*1, appends a single bit 1 followed by</a:t>
            </a:r>
          </a:p>
          <a:p>
            <a:r>
              <a:rPr lang="en-US" sz="1200" kern="1200" baseline="0" dirty="0" smtClean="0">
                <a:solidFill>
                  <a:schemeClr val="tx1"/>
                </a:solidFill>
                <a:latin typeface="Arial" charset="0"/>
                <a:ea typeface="ＭＳ Ｐゴシック" charset="-128"/>
                <a:cs typeface="ＭＳ Ｐゴシック" charset="-128"/>
              </a:rPr>
              <a:t>the minimum number of bits 0 followed by a single bit 1 such that the length of</a:t>
            </a:r>
          </a:p>
          <a:p>
            <a:r>
              <a:rPr lang="en-US" sz="1200" kern="1200" baseline="0" dirty="0" smtClean="0">
                <a:solidFill>
                  <a:schemeClr val="tx1"/>
                </a:solidFill>
                <a:latin typeface="Arial" charset="0"/>
                <a:ea typeface="ＭＳ Ｐゴシック" charset="-128"/>
                <a:cs typeface="ＭＳ Ｐゴシック" charset="-128"/>
              </a:rPr>
              <a:t>the result is a multiple of the block length. This is the simplest padding scheme</a:t>
            </a:r>
          </a:p>
          <a:p>
            <a:r>
              <a:rPr lang="en-US" sz="1200" kern="1200" baseline="0" dirty="0" smtClean="0">
                <a:solidFill>
                  <a:schemeClr val="tx1"/>
                </a:solidFill>
                <a:latin typeface="Arial" charset="0"/>
                <a:ea typeface="ＭＳ Ｐゴシック" charset="-128"/>
                <a:cs typeface="ＭＳ Ｐゴシック" charset="-128"/>
              </a:rPr>
              <a:t>that allows secure use of the same f  with different rates </a:t>
            </a:r>
            <a:r>
              <a:rPr lang="en-US" sz="1200" kern="1200" baseline="0" dirty="0" err="1" smtClean="0">
                <a:solidFill>
                  <a:schemeClr val="tx1"/>
                </a:solidFill>
                <a:latin typeface="Arial" charset="0"/>
                <a:ea typeface="ＭＳ Ｐゴシック" charset="-128"/>
                <a:cs typeface="ＭＳ Ｐゴシック" charset="-128"/>
              </a:rPr>
              <a:t>r</a:t>
            </a:r>
            <a:r>
              <a:rPr lang="en-US" sz="1200" kern="1200" baseline="0" dirty="0" smtClean="0">
                <a:solidFill>
                  <a:schemeClr val="tx1"/>
                </a:solidFill>
                <a:latin typeface="Arial" charset="0"/>
                <a:ea typeface="ＭＳ Ｐゴシック" charset="-128"/>
                <a:cs typeface="ＭＳ Ｐゴシック" charset="-128"/>
              </a:rPr>
              <a:t> </a:t>
            </a:r>
            <a:r>
              <a:rPr lang="en-US" sz="1200" kern="1200" baseline="0" dirty="0" smtClean="0">
                <a:solidFill>
                  <a:schemeClr val="tx1"/>
                </a:solidFill>
                <a:latin typeface="Arial" charset="0"/>
                <a:ea typeface="ＭＳ Ｐゴシック" charset="-128"/>
                <a:cs typeface="ＭＳ Ｐゴシック" charset="-128"/>
              </a:rPr>
              <a:t>. FIPS 202</a:t>
            </a:r>
          </a:p>
          <a:p>
            <a:r>
              <a:rPr lang="en-US" sz="1200" kern="1200" baseline="0" dirty="0" smtClean="0">
                <a:solidFill>
                  <a:schemeClr val="tx1"/>
                </a:solidFill>
                <a:latin typeface="Arial" charset="0"/>
                <a:ea typeface="ＭＳ Ｐゴシック" charset="-128"/>
                <a:cs typeface="ＭＳ Ｐゴシック" charset="-128"/>
              </a:rPr>
              <a:t>uses </a:t>
            </a:r>
            <a:r>
              <a:rPr lang="en-US" sz="1200" kern="1200" baseline="0" dirty="0" err="1" smtClean="0">
                <a:solidFill>
                  <a:schemeClr val="tx1"/>
                </a:solidFill>
                <a:latin typeface="Arial" charset="0"/>
                <a:ea typeface="ＭＳ Ｐゴシック" charset="-128"/>
                <a:cs typeface="ＭＳ Ｐゴシック" charset="-128"/>
              </a:rPr>
              <a:t>multirate</a:t>
            </a:r>
            <a:r>
              <a:rPr lang="en-US" sz="1200" kern="1200" baseline="0" dirty="0" smtClean="0">
                <a:solidFill>
                  <a:schemeClr val="tx1"/>
                </a:solidFill>
                <a:latin typeface="Arial" charset="0"/>
                <a:ea typeface="ＭＳ Ｐゴシック" charset="-128"/>
                <a:cs typeface="ＭＳ Ｐゴシック" charset="-128"/>
              </a:rPr>
              <a:t> padding.</a:t>
            </a:r>
            <a:endParaRPr lang="en-US" dirty="0"/>
          </a:p>
        </p:txBody>
      </p:sp>
      <p:sp>
        <p:nvSpPr>
          <p:cNvPr id="4" name="Slide Number Placeholder 3"/>
          <p:cNvSpPr>
            <a:spLocks noGrp="1"/>
          </p:cNvSpPr>
          <p:nvPr>
            <p:ph type="sldNum" sz="quarter" idx="10"/>
          </p:nvPr>
        </p:nvSpPr>
        <p:spPr/>
        <p:txBody>
          <a:bodyPr/>
          <a:lstStyle/>
          <a:p>
            <a:pPr>
              <a:defRPr/>
            </a:pPr>
            <a:fld id="{E83E65D8-9B49-EC43-BBB1-0F187E663737}" type="slidenum">
              <a:rPr lang="en-AU" smtClean="0"/>
              <a:pPr>
                <a:defRPr/>
              </a:pPr>
              <a:t>32</a:t>
            </a:fld>
            <a:endParaRPr lang="en-AU" dirty="0"/>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92500"/>
          </a:bodyPr>
          <a:lstStyle/>
          <a:p>
            <a:r>
              <a:rPr lang="en-US" sz="1200" kern="1200" baseline="0" dirty="0" smtClean="0">
                <a:solidFill>
                  <a:schemeClr val="tx1"/>
                </a:solidFill>
                <a:latin typeface="Arial" charset="0"/>
                <a:ea typeface="ＭＳ Ｐゴシック" charset="-128"/>
                <a:cs typeface="ＭＳ Ｐゴシック" charset="-128"/>
              </a:rPr>
              <a:t> Figure 11.15 shows the iterated structure of the sponge function. The sponge</a:t>
            </a:r>
          </a:p>
          <a:p>
            <a:r>
              <a:rPr lang="en-US" sz="1200" kern="1200" baseline="0" dirty="0" smtClean="0">
                <a:solidFill>
                  <a:schemeClr val="tx1"/>
                </a:solidFill>
                <a:latin typeface="Arial" charset="0"/>
                <a:ea typeface="ＭＳ Ｐゴシック" charset="-128"/>
                <a:cs typeface="ＭＳ Ｐゴシック" charset="-128"/>
              </a:rPr>
              <a:t>construction operates on a state variable </a:t>
            </a:r>
            <a:r>
              <a:rPr lang="en-US" sz="1200" i="1" kern="1200" baseline="0" dirty="0" err="1" smtClean="0">
                <a:solidFill>
                  <a:schemeClr val="tx1"/>
                </a:solidFill>
                <a:latin typeface="Arial" charset="0"/>
                <a:ea typeface="ＭＳ Ｐゴシック" charset="-128"/>
                <a:cs typeface="ＭＳ Ｐゴシック" charset="-128"/>
              </a:rPr>
              <a:t>s</a:t>
            </a:r>
            <a:r>
              <a:rPr lang="en-US" sz="1200" kern="1200" baseline="0" dirty="0" smtClean="0">
                <a:solidFill>
                  <a:schemeClr val="tx1"/>
                </a:solidFill>
                <a:latin typeface="Arial" charset="0"/>
                <a:ea typeface="ＭＳ Ｐゴシック" charset="-128"/>
                <a:cs typeface="ＭＳ Ｐゴシック" charset="-128"/>
              </a:rPr>
              <a:t> of </a:t>
            </a:r>
            <a:r>
              <a:rPr lang="en-US" sz="1200" i="1" kern="1200" baseline="0" dirty="0" smtClean="0">
                <a:solidFill>
                  <a:schemeClr val="tx1"/>
                </a:solidFill>
                <a:latin typeface="Arial" charset="0"/>
                <a:ea typeface="ＭＳ Ｐゴシック" charset="-128"/>
                <a:cs typeface="ＭＳ Ｐゴシック" charset="-128"/>
              </a:rPr>
              <a:t>b = r + c  </a:t>
            </a:r>
            <a:r>
              <a:rPr lang="en-US" sz="1200" kern="1200" baseline="0" dirty="0" smtClean="0">
                <a:solidFill>
                  <a:schemeClr val="tx1"/>
                </a:solidFill>
                <a:latin typeface="Arial" charset="0"/>
                <a:ea typeface="ＭＳ Ｐゴシック" charset="-128"/>
                <a:cs typeface="ＭＳ Ｐゴシック" charset="-128"/>
              </a:rPr>
              <a:t>bits, which is initialized to all</a:t>
            </a:r>
          </a:p>
          <a:p>
            <a:r>
              <a:rPr lang="en-US" sz="1200" kern="1200" baseline="0" dirty="0" smtClean="0">
                <a:solidFill>
                  <a:schemeClr val="tx1"/>
                </a:solidFill>
                <a:latin typeface="Arial" charset="0"/>
                <a:ea typeface="ＭＳ Ｐゴシック" charset="-128"/>
                <a:cs typeface="ＭＳ Ｐゴシック" charset="-128"/>
              </a:rPr>
              <a:t>zeros and modified at each iteration. The value r  is called the bitrate. This value is</a:t>
            </a:r>
          </a:p>
          <a:p>
            <a:r>
              <a:rPr lang="en-US" sz="1200" kern="1200" baseline="0" dirty="0" smtClean="0">
                <a:solidFill>
                  <a:schemeClr val="tx1"/>
                </a:solidFill>
                <a:latin typeface="Arial" charset="0"/>
                <a:ea typeface="ＭＳ Ｐゴシック" charset="-128"/>
                <a:cs typeface="ＭＳ Ｐゴシック" charset="-128"/>
              </a:rPr>
              <a:t>the block size used to partition the input message. The term bitrate  reflects the fact</a:t>
            </a:r>
          </a:p>
          <a:p>
            <a:r>
              <a:rPr lang="en-US" sz="1200" kern="1200" baseline="0" dirty="0" smtClean="0">
                <a:solidFill>
                  <a:schemeClr val="tx1"/>
                </a:solidFill>
                <a:latin typeface="Arial" charset="0"/>
                <a:ea typeface="ＭＳ Ｐゴシック" charset="-128"/>
                <a:cs typeface="ＭＳ Ｐゴシック" charset="-128"/>
              </a:rPr>
              <a:t>that r  is the number of bits processed at each iteration: the larger the value of </a:t>
            </a:r>
            <a:r>
              <a:rPr lang="en-US" sz="1200" i="1" kern="1200" baseline="0" dirty="0" err="1" smtClean="0">
                <a:solidFill>
                  <a:schemeClr val="tx1"/>
                </a:solidFill>
                <a:latin typeface="Arial" charset="0"/>
                <a:ea typeface="ＭＳ Ｐゴシック" charset="-128"/>
                <a:cs typeface="ＭＳ Ｐゴシック" charset="-128"/>
              </a:rPr>
              <a:t>r</a:t>
            </a:r>
            <a:r>
              <a:rPr lang="en-US" sz="1200" kern="1200" baseline="0" dirty="0" smtClean="0">
                <a:solidFill>
                  <a:schemeClr val="tx1"/>
                </a:solidFill>
                <a:latin typeface="Arial" charset="0"/>
                <a:ea typeface="ＭＳ Ｐゴシック" charset="-128"/>
                <a:cs typeface="ＭＳ Ｐゴシック" charset="-128"/>
              </a:rPr>
              <a:t>, </a:t>
            </a:r>
            <a:r>
              <a:rPr lang="en-US" sz="1200" kern="1200" baseline="0" dirty="0" smtClean="0">
                <a:solidFill>
                  <a:schemeClr val="tx1"/>
                </a:solidFill>
                <a:latin typeface="Arial" charset="0"/>
                <a:ea typeface="ＭＳ Ｐゴシック" charset="-128"/>
                <a:cs typeface="ＭＳ Ｐゴシック" charset="-128"/>
              </a:rPr>
              <a:t>the</a:t>
            </a:r>
          </a:p>
          <a:p>
            <a:r>
              <a:rPr lang="en-US" sz="1200" kern="1200" baseline="0" dirty="0" smtClean="0">
                <a:solidFill>
                  <a:schemeClr val="tx1"/>
                </a:solidFill>
                <a:latin typeface="Arial" charset="0"/>
                <a:ea typeface="ＭＳ Ｐゴシック" charset="-128"/>
                <a:cs typeface="ＭＳ Ｐゴシック" charset="-128"/>
              </a:rPr>
              <a:t>greater the rate at which message bits are processed by the sponge construction.</a:t>
            </a:r>
          </a:p>
          <a:p>
            <a:r>
              <a:rPr lang="en-US" sz="1200" kern="1200" baseline="0" dirty="0" smtClean="0">
                <a:solidFill>
                  <a:schemeClr val="tx1"/>
                </a:solidFill>
                <a:latin typeface="Arial" charset="0"/>
                <a:ea typeface="ＭＳ Ｐゴシック" charset="-128"/>
                <a:cs typeface="ＭＳ Ｐゴシック" charset="-128"/>
              </a:rPr>
              <a:t>The value c  is referred to as the capacity . A discussion of the security implications of</a:t>
            </a:r>
          </a:p>
          <a:p>
            <a:r>
              <a:rPr lang="en-US" sz="1200" kern="1200" baseline="0" dirty="0" smtClean="0">
                <a:solidFill>
                  <a:schemeClr val="tx1"/>
                </a:solidFill>
                <a:latin typeface="Arial" charset="0"/>
                <a:ea typeface="ＭＳ Ｐゴシック" charset="-128"/>
                <a:cs typeface="ＭＳ Ｐゴシック" charset="-128"/>
              </a:rPr>
              <a:t>the capacity is beyond our scope. In essence, the capacity is a measure of the achievable</a:t>
            </a:r>
          </a:p>
          <a:p>
            <a:r>
              <a:rPr lang="en-US" sz="1200" kern="1200" baseline="0" dirty="0" smtClean="0">
                <a:solidFill>
                  <a:schemeClr val="tx1"/>
                </a:solidFill>
                <a:latin typeface="Arial" charset="0"/>
                <a:ea typeface="ＭＳ Ｐゴシック" charset="-128"/>
                <a:cs typeface="ＭＳ Ｐゴシック" charset="-128"/>
              </a:rPr>
              <a:t>complexity of the sponge construction and therefore the achievable level of</a:t>
            </a:r>
          </a:p>
          <a:p>
            <a:r>
              <a:rPr lang="en-US" sz="1200" kern="1200" baseline="0" dirty="0" smtClean="0">
                <a:solidFill>
                  <a:schemeClr val="tx1"/>
                </a:solidFill>
                <a:latin typeface="Arial" charset="0"/>
                <a:ea typeface="ＭＳ Ｐゴシック" charset="-128"/>
                <a:cs typeface="ＭＳ Ｐゴシック" charset="-128"/>
              </a:rPr>
              <a:t>security. A given implementation can trade claimed security for speed by increasing</a:t>
            </a:r>
          </a:p>
          <a:p>
            <a:r>
              <a:rPr lang="en-US" sz="1200" kern="1200" baseline="0" dirty="0" smtClean="0">
                <a:solidFill>
                  <a:schemeClr val="tx1"/>
                </a:solidFill>
                <a:latin typeface="Arial" charset="0"/>
                <a:ea typeface="ＭＳ Ｐゴシック" charset="-128"/>
                <a:cs typeface="ＭＳ Ｐゴシック" charset="-128"/>
              </a:rPr>
              <a:t> the capacity c  and decreasing the bitrate r  accordingly, or vice versa. The default</a:t>
            </a:r>
          </a:p>
          <a:p>
            <a:r>
              <a:rPr lang="en-US" sz="1200" kern="1200" baseline="0" dirty="0" smtClean="0">
                <a:solidFill>
                  <a:schemeClr val="tx1"/>
                </a:solidFill>
                <a:latin typeface="Arial" charset="0"/>
                <a:ea typeface="ＭＳ Ｐゴシック" charset="-128"/>
                <a:cs typeface="ＭＳ Ｐゴシック" charset="-128"/>
              </a:rPr>
              <a:t>values for Keccak are c =  1024 bits, r =  576 bits, and therefore b =  1600 bits.</a:t>
            </a:r>
            <a:endParaRPr lang="en-US" dirty="0"/>
          </a:p>
        </p:txBody>
      </p:sp>
      <p:sp>
        <p:nvSpPr>
          <p:cNvPr id="4" name="Slide Number Placeholder 3"/>
          <p:cNvSpPr>
            <a:spLocks noGrp="1"/>
          </p:cNvSpPr>
          <p:nvPr>
            <p:ph type="sldNum" sz="quarter" idx="10"/>
          </p:nvPr>
        </p:nvSpPr>
        <p:spPr/>
        <p:txBody>
          <a:bodyPr/>
          <a:lstStyle/>
          <a:p>
            <a:pPr>
              <a:defRPr/>
            </a:pPr>
            <a:fld id="{E83E65D8-9B49-EC43-BBB1-0F187E663737}" type="slidenum">
              <a:rPr lang="en-AU" smtClean="0"/>
              <a:pPr>
                <a:defRPr/>
              </a:pPr>
              <a:t>33</a:t>
            </a:fld>
            <a:endParaRPr lang="en-AU" dirty="0"/>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kern="1200" baseline="0" dirty="0" smtClean="0">
                <a:solidFill>
                  <a:schemeClr val="tx1"/>
                </a:solidFill>
                <a:latin typeface="Arial" charset="0"/>
                <a:ea typeface="ＭＳ Ｐゴシック" charset="-128"/>
                <a:cs typeface="ＭＳ Ｐゴシック" charset="-128"/>
              </a:rPr>
              <a:t> Table 11.5 shows</a:t>
            </a:r>
          </a:p>
          <a:p>
            <a:r>
              <a:rPr lang="en-US" sz="1200" kern="1200" baseline="0" dirty="0" smtClean="0">
                <a:solidFill>
                  <a:schemeClr val="tx1"/>
                </a:solidFill>
                <a:latin typeface="Arial" charset="0"/>
                <a:ea typeface="ＭＳ Ｐゴシック" charset="-128"/>
                <a:cs typeface="ＭＳ Ｐゴシック" charset="-128"/>
              </a:rPr>
              <a:t>the supported values of </a:t>
            </a:r>
            <a:r>
              <a:rPr lang="en-US" sz="1200" kern="1200" baseline="0" dirty="0" err="1" smtClean="0">
                <a:solidFill>
                  <a:schemeClr val="tx1"/>
                </a:solidFill>
                <a:latin typeface="Arial" charset="0"/>
                <a:ea typeface="ＭＳ Ｐゴシック" charset="-128"/>
                <a:cs typeface="ＭＳ Ｐゴシック" charset="-128"/>
              </a:rPr>
              <a:t>r</a:t>
            </a:r>
            <a:r>
              <a:rPr lang="en-US" sz="1200" kern="1200" baseline="0" dirty="0" smtClean="0">
                <a:solidFill>
                  <a:schemeClr val="tx1"/>
                </a:solidFill>
                <a:latin typeface="Arial" charset="0"/>
                <a:ea typeface="ＭＳ Ｐゴシック" charset="-128"/>
                <a:cs typeface="ＭＳ Ｐゴシック" charset="-128"/>
              </a:rPr>
              <a:t> and </a:t>
            </a:r>
            <a:r>
              <a:rPr lang="en-US" sz="1200" kern="1200" baseline="0" dirty="0" err="1" smtClean="0">
                <a:solidFill>
                  <a:schemeClr val="tx1"/>
                </a:solidFill>
                <a:latin typeface="Arial" charset="0"/>
                <a:ea typeface="ＭＳ Ｐゴシック" charset="-128"/>
                <a:cs typeface="ＭＳ Ｐゴシック" charset="-128"/>
              </a:rPr>
              <a:t>c</a:t>
            </a:r>
            <a:r>
              <a:rPr lang="en-US" sz="1200" kern="1200" baseline="0" dirty="0" smtClean="0">
                <a:solidFill>
                  <a:schemeClr val="tx1"/>
                </a:solidFill>
                <a:latin typeface="Arial" charset="0"/>
                <a:ea typeface="ＭＳ Ｐゴシック" charset="-128"/>
                <a:cs typeface="ＭＳ Ｐゴシック" charset="-128"/>
              </a:rPr>
              <a:t>.  </a:t>
            </a:r>
            <a:r>
              <a:rPr lang="en-US" sz="1200" kern="1200" baseline="0" dirty="0" smtClean="0">
                <a:solidFill>
                  <a:schemeClr val="tx1"/>
                </a:solidFill>
                <a:latin typeface="Arial" charset="0"/>
                <a:ea typeface="ＭＳ Ｐゴシック" charset="-128"/>
                <a:cs typeface="ＭＳ Ｐゴシック" charset="-128"/>
              </a:rPr>
              <a:t>As Table 11.5 shows, the hash function security associated</a:t>
            </a:r>
          </a:p>
          <a:p>
            <a:r>
              <a:rPr lang="en-US" sz="1200" kern="1200" baseline="0" dirty="0" smtClean="0">
                <a:solidFill>
                  <a:schemeClr val="tx1"/>
                </a:solidFill>
                <a:latin typeface="Arial" charset="0"/>
                <a:ea typeface="ＭＳ Ｐゴシック" charset="-128"/>
                <a:cs typeface="ＭＳ Ｐゴシック" charset="-128"/>
              </a:rPr>
              <a:t>with the sponge construction is a function of the capacity c .</a:t>
            </a:r>
            <a:endParaRPr lang="en-US" dirty="0"/>
          </a:p>
        </p:txBody>
      </p:sp>
      <p:sp>
        <p:nvSpPr>
          <p:cNvPr id="4" name="Slide Number Placeholder 3"/>
          <p:cNvSpPr>
            <a:spLocks noGrp="1"/>
          </p:cNvSpPr>
          <p:nvPr>
            <p:ph type="sldNum" sz="quarter" idx="10"/>
          </p:nvPr>
        </p:nvSpPr>
        <p:spPr/>
        <p:txBody>
          <a:bodyPr/>
          <a:lstStyle/>
          <a:p>
            <a:pPr>
              <a:defRPr/>
            </a:pPr>
            <a:fld id="{E83E65D8-9B49-EC43-BBB1-0F187E663737}" type="slidenum">
              <a:rPr lang="en-AU" smtClean="0"/>
              <a:pPr>
                <a:defRPr/>
              </a:pPr>
              <a:t>34</a:t>
            </a:fld>
            <a:endParaRPr lang="en-AU" dirty="0"/>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lnSpcReduction="10000"/>
          </a:bodyPr>
          <a:lstStyle/>
          <a:p>
            <a:r>
              <a:rPr lang="en-US" sz="1200" kern="1200" baseline="0" dirty="0" smtClean="0">
                <a:solidFill>
                  <a:schemeClr val="tx1"/>
                </a:solidFill>
                <a:latin typeface="Arial" charset="0"/>
                <a:ea typeface="ＭＳ Ｐゴシック" charset="-128"/>
                <a:cs typeface="ＭＳ Ｐゴシック" charset="-128"/>
              </a:rPr>
              <a:t>We now examine the iteration function Keccak-</a:t>
            </a:r>
            <a:r>
              <a:rPr lang="en-US" sz="1200" i="1" kern="1200" baseline="0" dirty="0" smtClean="0">
                <a:solidFill>
                  <a:schemeClr val="tx1"/>
                </a:solidFill>
                <a:latin typeface="Arial" charset="0"/>
                <a:ea typeface="ＭＳ Ｐゴシック" charset="-128"/>
                <a:cs typeface="ＭＳ Ｐゴシック" charset="-128"/>
              </a:rPr>
              <a:t>f</a:t>
            </a:r>
            <a:r>
              <a:rPr lang="en-US" sz="1200" kern="1200" baseline="0" dirty="0" smtClean="0">
                <a:solidFill>
                  <a:schemeClr val="tx1"/>
                </a:solidFill>
                <a:latin typeface="Arial" charset="0"/>
                <a:ea typeface="ＭＳ Ｐゴシック" charset="-128"/>
                <a:cs typeface="ＭＳ Ｐゴシック" charset="-128"/>
              </a:rPr>
              <a:t>  used to process each successive</a:t>
            </a:r>
          </a:p>
          <a:p>
            <a:r>
              <a:rPr lang="en-US" sz="1200" kern="1200" baseline="0" dirty="0" smtClean="0">
                <a:solidFill>
                  <a:schemeClr val="tx1"/>
                </a:solidFill>
                <a:latin typeface="Arial" charset="0"/>
                <a:ea typeface="ＭＳ Ｐゴシック" charset="-128"/>
                <a:cs typeface="ＭＳ Ｐゴシック" charset="-128"/>
              </a:rPr>
              <a:t>block of the input message. Recall that f  takes as input a 1600-bit variable s  consisting</a:t>
            </a:r>
          </a:p>
          <a:p>
            <a:r>
              <a:rPr lang="en-US" sz="1200" kern="1200" baseline="0" dirty="0" smtClean="0">
                <a:solidFill>
                  <a:schemeClr val="tx1"/>
                </a:solidFill>
                <a:latin typeface="Arial" charset="0"/>
                <a:ea typeface="ＭＳ Ｐゴシック" charset="-128"/>
                <a:cs typeface="ＭＳ Ｐゴシック" charset="-128"/>
              </a:rPr>
              <a:t>of r  bits, corresponding to the message block size followed by c  bits, referred to as the</a:t>
            </a:r>
          </a:p>
          <a:p>
            <a:r>
              <a:rPr lang="en-US" sz="1200" kern="1200" baseline="0" dirty="0" smtClean="0">
                <a:solidFill>
                  <a:schemeClr val="tx1"/>
                </a:solidFill>
                <a:latin typeface="Arial" charset="0"/>
                <a:ea typeface="ＭＳ Ｐゴシック" charset="-128"/>
                <a:cs typeface="ＭＳ Ｐゴシック" charset="-128"/>
              </a:rPr>
              <a:t>capacity. For internal processing within f , the input state variable s  is organized as a</a:t>
            </a:r>
          </a:p>
          <a:p>
            <a:r>
              <a:rPr lang="en-US" sz="1200" kern="1200" baseline="0" dirty="0" smtClean="0">
                <a:solidFill>
                  <a:schemeClr val="tx1"/>
                </a:solidFill>
                <a:latin typeface="Arial" charset="0"/>
                <a:ea typeface="ＭＳ Ｐゴシック" charset="-128"/>
                <a:cs typeface="ＭＳ Ｐゴシック" charset="-128"/>
              </a:rPr>
              <a:t>5 *  5 *  64 array </a:t>
            </a:r>
            <a:r>
              <a:rPr lang="en-US" sz="1200" i="1" kern="1200" baseline="0" dirty="0" smtClean="0">
                <a:solidFill>
                  <a:schemeClr val="tx1"/>
                </a:solidFill>
                <a:latin typeface="Arial" charset="0"/>
                <a:ea typeface="ＭＳ Ｐゴシック" charset="-128"/>
                <a:cs typeface="ＭＳ Ｐゴシック" charset="-128"/>
              </a:rPr>
              <a:t>a</a:t>
            </a:r>
            <a:r>
              <a:rPr lang="en-US" sz="1200" kern="1200" baseline="0" dirty="0" smtClean="0">
                <a:solidFill>
                  <a:schemeClr val="tx1"/>
                </a:solidFill>
                <a:latin typeface="Arial" charset="0"/>
                <a:ea typeface="ＭＳ Ｐゴシック" charset="-128"/>
                <a:cs typeface="ＭＳ Ｐゴシック" charset="-128"/>
              </a:rPr>
              <a:t>. </a:t>
            </a:r>
            <a:r>
              <a:rPr lang="en-US" sz="1200" kern="1200" baseline="0" dirty="0" smtClean="0">
                <a:solidFill>
                  <a:schemeClr val="tx1"/>
                </a:solidFill>
                <a:latin typeface="Arial" charset="0"/>
                <a:ea typeface="ＭＳ Ｐゴシック" charset="-128"/>
                <a:cs typeface="ＭＳ Ｐゴシック" charset="-128"/>
              </a:rPr>
              <a:t>The 64-bit units are referred to as </a:t>
            </a:r>
            <a:r>
              <a:rPr lang="en-US" sz="1200" kern="1200" baseline="0" dirty="0" smtClean="0">
                <a:solidFill>
                  <a:schemeClr val="tx1"/>
                </a:solidFill>
                <a:latin typeface="Arial" charset="0"/>
                <a:ea typeface="ＭＳ Ｐゴシック" charset="-128"/>
                <a:cs typeface="ＭＳ Ｐゴシック" charset="-128"/>
              </a:rPr>
              <a:t>lanes. </a:t>
            </a:r>
            <a:r>
              <a:rPr lang="en-US" sz="1200" kern="1200" baseline="0" dirty="0" smtClean="0">
                <a:solidFill>
                  <a:schemeClr val="tx1"/>
                </a:solidFill>
                <a:latin typeface="Arial" charset="0"/>
                <a:ea typeface="ＭＳ Ｐゴシック" charset="-128"/>
                <a:cs typeface="ＭＳ Ｐゴシック" charset="-128"/>
              </a:rPr>
              <a:t>For our purposes, we generally</a:t>
            </a:r>
          </a:p>
          <a:p>
            <a:r>
              <a:rPr lang="en-US" sz="1200" kern="1200" baseline="0" dirty="0" smtClean="0">
                <a:solidFill>
                  <a:schemeClr val="tx1"/>
                </a:solidFill>
                <a:latin typeface="Arial" charset="0"/>
                <a:ea typeface="ＭＳ Ｐゴシック" charset="-128"/>
                <a:cs typeface="ＭＳ Ｐゴシック" charset="-128"/>
              </a:rPr>
              <a:t>use the notation a [x , y , z ] to refer to an individual bit with the state array. When</a:t>
            </a:r>
          </a:p>
          <a:p>
            <a:r>
              <a:rPr lang="en-US" sz="1200" kern="1200" baseline="0" dirty="0" smtClean="0">
                <a:solidFill>
                  <a:schemeClr val="tx1"/>
                </a:solidFill>
                <a:latin typeface="Arial" charset="0"/>
                <a:ea typeface="ＭＳ Ｐゴシック" charset="-128"/>
                <a:cs typeface="ＭＳ Ｐゴシック" charset="-128"/>
              </a:rPr>
              <a:t>we are more concerned with operations that affect entire lanes, we designate the</a:t>
            </a:r>
          </a:p>
          <a:p>
            <a:r>
              <a:rPr lang="en-US" sz="1200" kern="1200" baseline="0" dirty="0" smtClean="0">
                <a:solidFill>
                  <a:schemeClr val="tx1"/>
                </a:solidFill>
                <a:latin typeface="Arial" charset="0"/>
                <a:ea typeface="ＭＳ Ｐゴシック" charset="-128"/>
                <a:cs typeface="ＭＳ Ｐゴシック" charset="-128"/>
              </a:rPr>
              <a:t>5 *  5 matrix as L [x , y ], where each entry in L  is a 64-bit lane. The use of indices</a:t>
            </a:r>
          </a:p>
          <a:p>
            <a:r>
              <a:rPr lang="en-US" sz="1200" kern="1200" baseline="0" dirty="0" smtClean="0">
                <a:solidFill>
                  <a:schemeClr val="tx1"/>
                </a:solidFill>
                <a:latin typeface="Arial" charset="0"/>
                <a:ea typeface="ＭＳ Ｐゴシック" charset="-128"/>
                <a:cs typeface="ＭＳ Ｐゴシック" charset="-128"/>
              </a:rPr>
              <a:t>within this matrix is shown in Figure 11.16.  Thus, the columns are labeled x =  0</a:t>
            </a:r>
          </a:p>
          <a:p>
            <a:r>
              <a:rPr lang="en-US" sz="1200" kern="1200" baseline="0" dirty="0" smtClean="0">
                <a:solidFill>
                  <a:schemeClr val="tx1"/>
                </a:solidFill>
                <a:latin typeface="Arial" charset="0"/>
                <a:ea typeface="ＭＳ Ｐゴシック" charset="-128"/>
                <a:cs typeface="ＭＳ Ｐゴシック" charset="-128"/>
              </a:rPr>
              <a:t>through x =  4, the rows are labeled y =  0 through y =  4, and the individual bits</a:t>
            </a:r>
          </a:p>
          <a:p>
            <a:r>
              <a:rPr lang="en-US" sz="1200" kern="1200" baseline="0" dirty="0" smtClean="0">
                <a:solidFill>
                  <a:schemeClr val="tx1"/>
                </a:solidFill>
                <a:latin typeface="Arial" charset="0"/>
                <a:ea typeface="ＭＳ Ｐゴシック" charset="-128"/>
                <a:cs typeface="ＭＳ Ｐゴシック" charset="-128"/>
              </a:rPr>
              <a:t> within a lane are labeled z =  0 through z =  63.</a:t>
            </a:r>
          </a:p>
          <a:p>
            <a:endParaRPr lang="en-US" sz="1200" kern="1200" baseline="0" dirty="0" smtClean="0">
              <a:solidFill>
                <a:schemeClr val="tx1"/>
              </a:solidFill>
              <a:latin typeface="Arial" charset="0"/>
              <a:ea typeface="ＭＳ Ｐゴシック" charset="-128"/>
              <a:cs typeface="ＭＳ Ｐゴシック" charset="-128"/>
            </a:endParaRPr>
          </a:p>
          <a:p>
            <a:r>
              <a:rPr lang="en-US" sz="1200" kern="1200" baseline="0" dirty="0" smtClean="0">
                <a:solidFill>
                  <a:schemeClr val="tx1"/>
                </a:solidFill>
                <a:latin typeface="Arial" charset="0"/>
                <a:ea typeface="ＭＳ Ｐゴシック" charset="-128"/>
                <a:cs typeface="ＭＳ Ｐゴシック" charset="-128"/>
              </a:rPr>
              <a:t> </a:t>
            </a:r>
            <a:r>
              <a:rPr lang="en-US" sz="1200" b="0" kern="1200" baseline="0" dirty="0" smtClean="0">
                <a:solidFill>
                  <a:schemeClr val="tx1"/>
                </a:solidFill>
                <a:latin typeface="Arial" charset="0"/>
                <a:ea typeface="ＭＳ Ｐゴシック" charset="-128"/>
                <a:cs typeface="ＭＳ Ｐゴシック" charset="-128"/>
              </a:rPr>
              <a:t>The mapping between the bits of s</a:t>
            </a:r>
          </a:p>
          <a:p>
            <a:r>
              <a:rPr lang="en-US" sz="1200" b="0" kern="1200" baseline="0" dirty="0" smtClean="0">
                <a:solidFill>
                  <a:schemeClr val="tx1"/>
                </a:solidFill>
                <a:latin typeface="Arial" charset="0"/>
                <a:ea typeface="ＭＳ Ｐゴシック" charset="-128"/>
                <a:cs typeface="ＭＳ Ｐゴシック" charset="-128"/>
              </a:rPr>
              <a:t> and those of a  is</a:t>
            </a:r>
          </a:p>
          <a:p>
            <a:r>
              <a:rPr lang="en-US" sz="1200" b="0" kern="1200" baseline="0" dirty="0" smtClean="0">
                <a:solidFill>
                  <a:schemeClr val="tx1"/>
                </a:solidFill>
                <a:latin typeface="Arial" charset="0"/>
                <a:ea typeface="ＭＳ Ｐゴシック" charset="-128"/>
                <a:cs typeface="ＭＳ Ｐゴシック" charset="-128"/>
              </a:rPr>
              <a:t>s [64(5y + x ) + z ] = a [x , y , z ]</a:t>
            </a:r>
          </a:p>
          <a:p>
            <a:endParaRPr lang="en-US" sz="1200" b="0" kern="1200" baseline="0" dirty="0" smtClean="0">
              <a:solidFill>
                <a:schemeClr val="tx1"/>
              </a:solidFill>
              <a:latin typeface="Arial" charset="0"/>
              <a:ea typeface="ＭＳ Ｐゴシック" charset="-128"/>
              <a:cs typeface="ＭＳ Ｐゴシック" charset="-128"/>
            </a:endParaRPr>
          </a:p>
          <a:p>
            <a:r>
              <a:rPr lang="en-US" sz="1200" b="0" kern="1200" baseline="0" dirty="0" smtClean="0">
                <a:solidFill>
                  <a:schemeClr val="tx1"/>
                </a:solidFill>
                <a:latin typeface="Arial" charset="0"/>
                <a:ea typeface="ＭＳ Ｐゴシック" charset="-128"/>
                <a:cs typeface="ＭＳ Ｐゴシック" charset="-128"/>
              </a:rPr>
              <a:t> We can visualize this with respect to the matrix in Figure 11.16. When treating</a:t>
            </a:r>
          </a:p>
          <a:p>
            <a:r>
              <a:rPr lang="en-US" sz="1200" b="0" kern="1200" baseline="0" dirty="0" smtClean="0">
                <a:solidFill>
                  <a:schemeClr val="tx1"/>
                </a:solidFill>
                <a:latin typeface="Arial" charset="0"/>
                <a:ea typeface="ＭＳ Ｐゴシック" charset="-128"/>
                <a:cs typeface="ＭＳ Ｐゴシック" charset="-128"/>
              </a:rPr>
              <a:t>the state as a matrix of lanes, the first lane in the lower left corner, L [0, 0], corresponds</a:t>
            </a:r>
          </a:p>
          <a:p>
            <a:r>
              <a:rPr lang="en-US" sz="1200" b="0" kern="1200" baseline="0" dirty="0" smtClean="0">
                <a:solidFill>
                  <a:schemeClr val="tx1"/>
                </a:solidFill>
                <a:latin typeface="Arial" charset="0"/>
                <a:ea typeface="ＭＳ Ｐゴシック" charset="-128"/>
                <a:cs typeface="ＭＳ Ｐゴシック" charset="-128"/>
              </a:rPr>
              <a:t>to the first 64 bits of </a:t>
            </a:r>
            <a:r>
              <a:rPr lang="en-US" sz="1200" b="0" kern="1200" baseline="0" dirty="0" err="1" smtClean="0">
                <a:solidFill>
                  <a:schemeClr val="tx1"/>
                </a:solidFill>
                <a:latin typeface="Arial" charset="0"/>
                <a:ea typeface="ＭＳ Ｐゴシック" charset="-128"/>
                <a:cs typeface="ＭＳ Ｐゴシック" charset="-128"/>
              </a:rPr>
              <a:t>s</a:t>
            </a:r>
            <a:r>
              <a:rPr lang="en-US" sz="1200" b="0" kern="1200" baseline="0" dirty="0" smtClean="0">
                <a:solidFill>
                  <a:schemeClr val="tx1"/>
                </a:solidFill>
                <a:latin typeface="Arial" charset="0"/>
                <a:ea typeface="ＭＳ Ｐゴシック" charset="-128"/>
                <a:cs typeface="ＭＳ Ｐゴシック" charset="-128"/>
              </a:rPr>
              <a:t>. </a:t>
            </a:r>
            <a:r>
              <a:rPr lang="en-US" sz="1200" b="0" kern="1200" baseline="0" dirty="0" smtClean="0">
                <a:solidFill>
                  <a:schemeClr val="tx1"/>
                </a:solidFill>
                <a:latin typeface="Arial" charset="0"/>
                <a:ea typeface="ＭＳ Ｐゴシック" charset="-128"/>
                <a:cs typeface="ＭＳ Ｐゴシック" charset="-128"/>
              </a:rPr>
              <a:t>The lane in the second column, lowest row, L [1, 0],</a:t>
            </a:r>
          </a:p>
          <a:p>
            <a:r>
              <a:rPr lang="en-US" sz="1200" b="0" kern="1200" baseline="0" dirty="0" smtClean="0">
                <a:solidFill>
                  <a:schemeClr val="tx1"/>
                </a:solidFill>
                <a:latin typeface="Arial" charset="0"/>
                <a:ea typeface="ＭＳ Ｐゴシック" charset="-128"/>
                <a:cs typeface="ＭＳ Ｐゴシック" charset="-128"/>
              </a:rPr>
              <a:t>corresponds to the next 64 bits of </a:t>
            </a:r>
            <a:r>
              <a:rPr lang="en-US" sz="1200" b="0" kern="1200" baseline="0" dirty="0" err="1" smtClean="0">
                <a:solidFill>
                  <a:schemeClr val="tx1"/>
                </a:solidFill>
                <a:latin typeface="Arial" charset="0"/>
                <a:ea typeface="ＭＳ Ｐゴシック" charset="-128"/>
                <a:cs typeface="ＭＳ Ｐゴシック" charset="-128"/>
              </a:rPr>
              <a:t>s</a:t>
            </a:r>
            <a:r>
              <a:rPr lang="en-US" sz="1200" b="0" kern="1200" baseline="0" dirty="0" smtClean="0">
                <a:solidFill>
                  <a:schemeClr val="tx1"/>
                </a:solidFill>
                <a:latin typeface="Arial" charset="0"/>
                <a:ea typeface="ＭＳ Ｐゴシック" charset="-128"/>
                <a:cs typeface="ＭＳ Ｐゴシック" charset="-128"/>
              </a:rPr>
              <a:t>. </a:t>
            </a:r>
            <a:r>
              <a:rPr lang="en-US" sz="1200" b="0" kern="1200" baseline="0" dirty="0" smtClean="0">
                <a:solidFill>
                  <a:schemeClr val="tx1"/>
                </a:solidFill>
                <a:latin typeface="Arial" charset="0"/>
                <a:ea typeface="ＭＳ Ｐゴシック" charset="-128"/>
                <a:cs typeface="ＭＳ Ｐゴシック" charset="-128"/>
              </a:rPr>
              <a:t>Thus, the array a  is filled with the bits of s  starting</a:t>
            </a:r>
          </a:p>
          <a:p>
            <a:r>
              <a:rPr lang="en-US" sz="1200" b="0" kern="1200" baseline="0" dirty="0" smtClean="0">
                <a:solidFill>
                  <a:schemeClr val="tx1"/>
                </a:solidFill>
                <a:latin typeface="Arial" charset="0"/>
                <a:ea typeface="ＭＳ Ｐゴシック" charset="-128"/>
                <a:cs typeface="ＭＳ Ｐゴシック" charset="-128"/>
              </a:rPr>
              <a:t>with row y =  0 and proceeding row by row.</a:t>
            </a:r>
            <a:endParaRPr lang="en-US" b="0" dirty="0"/>
          </a:p>
        </p:txBody>
      </p:sp>
      <p:sp>
        <p:nvSpPr>
          <p:cNvPr id="4" name="Slide Number Placeholder 3"/>
          <p:cNvSpPr>
            <a:spLocks noGrp="1"/>
          </p:cNvSpPr>
          <p:nvPr>
            <p:ph type="sldNum" sz="quarter" idx="10"/>
          </p:nvPr>
        </p:nvSpPr>
        <p:spPr/>
        <p:txBody>
          <a:bodyPr/>
          <a:lstStyle/>
          <a:p>
            <a:pPr>
              <a:defRPr/>
            </a:pPr>
            <a:fld id="{E83E65D8-9B49-EC43-BBB1-0F187E663737}" type="slidenum">
              <a:rPr lang="en-AU" smtClean="0"/>
              <a:pPr>
                <a:defRPr/>
              </a:pPr>
              <a:t>35</a:t>
            </a:fld>
            <a:endParaRPr lang="en-AU" dirty="0"/>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kern="1200" baseline="0" dirty="0" smtClean="0">
                <a:solidFill>
                  <a:schemeClr val="tx1"/>
                </a:solidFill>
                <a:latin typeface="Arial" charset="0"/>
                <a:ea typeface="ＭＳ Ｐゴシック" charset="-128"/>
                <a:cs typeface="ＭＳ Ｐゴシック" charset="-128"/>
              </a:rPr>
              <a:t>The function </a:t>
            </a:r>
            <a:r>
              <a:rPr lang="en-US" sz="1200" i="1" kern="1200" baseline="0" dirty="0" err="1" smtClean="0">
                <a:solidFill>
                  <a:schemeClr val="tx1"/>
                </a:solidFill>
                <a:latin typeface="Arial" charset="0"/>
                <a:ea typeface="ＭＳ Ｐゴシック" charset="-128"/>
                <a:cs typeface="ＭＳ Ｐゴシック" charset="-128"/>
              </a:rPr>
              <a:t>f</a:t>
            </a:r>
            <a:r>
              <a:rPr lang="en-US" sz="1200" i="0" kern="1200" baseline="0" dirty="0" smtClean="0">
                <a:solidFill>
                  <a:schemeClr val="tx1"/>
                </a:solidFill>
                <a:latin typeface="Arial" charset="0"/>
                <a:ea typeface="ＭＳ Ｐゴシック" charset="-128"/>
                <a:cs typeface="ＭＳ Ｐゴシック" charset="-128"/>
              </a:rPr>
              <a:t> </a:t>
            </a:r>
            <a:r>
              <a:rPr lang="en-US" sz="1200" kern="1200" baseline="0" dirty="0" smtClean="0">
                <a:solidFill>
                  <a:schemeClr val="tx1"/>
                </a:solidFill>
                <a:latin typeface="Arial" charset="0"/>
                <a:ea typeface="ＭＳ Ｐゴシック" charset="-128"/>
                <a:cs typeface="ＭＳ Ｐゴシック" charset="-128"/>
              </a:rPr>
              <a:t>is </a:t>
            </a:r>
            <a:r>
              <a:rPr lang="en-US" sz="1200" kern="1200" baseline="0" dirty="0" smtClean="0">
                <a:solidFill>
                  <a:schemeClr val="tx1"/>
                </a:solidFill>
                <a:latin typeface="Arial" charset="0"/>
                <a:ea typeface="ＭＳ Ｐゴシック" charset="-128"/>
                <a:cs typeface="ＭＳ Ｐゴシック" charset="-128"/>
              </a:rPr>
              <a:t>executed once for each input block of the message</a:t>
            </a:r>
          </a:p>
          <a:p>
            <a:r>
              <a:rPr lang="en-US" sz="1200" kern="1200" baseline="0" dirty="0" smtClean="0">
                <a:solidFill>
                  <a:schemeClr val="tx1"/>
                </a:solidFill>
                <a:latin typeface="Arial" charset="0"/>
                <a:ea typeface="ＭＳ Ｐゴシック" charset="-128"/>
                <a:cs typeface="ＭＳ Ｐゴシック" charset="-128"/>
              </a:rPr>
              <a:t>to be hashed. The function takes as input the 1600-bit state variable and converts</a:t>
            </a:r>
          </a:p>
          <a:p>
            <a:r>
              <a:rPr lang="en-US" sz="1200" kern="1200" baseline="0" dirty="0" smtClean="0">
                <a:solidFill>
                  <a:schemeClr val="tx1"/>
                </a:solidFill>
                <a:latin typeface="Arial" charset="0"/>
                <a:ea typeface="ＭＳ Ｐゴシック" charset="-128"/>
                <a:cs typeface="ＭＳ Ｐゴシック" charset="-128"/>
              </a:rPr>
              <a:t>it into a 5 *  5 matrix of 64-bit lanes. This matrix then passes through 24 rounds of</a:t>
            </a:r>
          </a:p>
          <a:p>
            <a:r>
              <a:rPr lang="en-US" sz="1200" kern="1200" baseline="0" dirty="0" smtClean="0">
                <a:solidFill>
                  <a:schemeClr val="tx1"/>
                </a:solidFill>
                <a:latin typeface="Arial" charset="0"/>
                <a:ea typeface="ＭＳ Ｐゴシック" charset="-128"/>
                <a:cs typeface="ＭＳ Ｐゴシック" charset="-128"/>
              </a:rPr>
              <a:t>processing. Each round consists of five steps, and each step updates the state matrix</a:t>
            </a:r>
          </a:p>
          <a:p>
            <a:r>
              <a:rPr lang="en-US" sz="1200" kern="1200" baseline="0" dirty="0" smtClean="0">
                <a:solidFill>
                  <a:schemeClr val="tx1"/>
                </a:solidFill>
                <a:latin typeface="Arial" charset="0"/>
                <a:ea typeface="ＭＳ Ｐゴシック" charset="-128"/>
                <a:cs typeface="ＭＳ Ｐゴシック" charset="-128"/>
              </a:rPr>
              <a:t>by permutation or substitution operations. As shown in Figure 11.17, the rounds are</a:t>
            </a:r>
          </a:p>
          <a:p>
            <a:r>
              <a:rPr lang="en-US" sz="1200" kern="1200" baseline="0" dirty="0" smtClean="0">
                <a:solidFill>
                  <a:schemeClr val="tx1"/>
                </a:solidFill>
                <a:latin typeface="Arial" charset="0"/>
                <a:ea typeface="ＭＳ Ｐゴシック" charset="-128"/>
                <a:cs typeface="ＭＳ Ｐゴシック" charset="-128"/>
              </a:rPr>
              <a:t>identical with the exception of the final step in each round, which is modified by a</a:t>
            </a:r>
          </a:p>
          <a:p>
            <a:r>
              <a:rPr lang="en-US" sz="1200" kern="1200" baseline="0" dirty="0" smtClean="0">
                <a:solidFill>
                  <a:schemeClr val="tx1"/>
                </a:solidFill>
                <a:latin typeface="Arial" charset="0"/>
                <a:ea typeface="ＭＳ Ｐゴシック" charset="-128"/>
                <a:cs typeface="ＭＳ Ｐゴシック" charset="-128"/>
              </a:rPr>
              <a:t>round constant that differs for each round.</a:t>
            </a:r>
            <a:endParaRPr lang="en-US" dirty="0"/>
          </a:p>
        </p:txBody>
      </p:sp>
      <p:sp>
        <p:nvSpPr>
          <p:cNvPr id="4" name="Slide Number Placeholder 3"/>
          <p:cNvSpPr>
            <a:spLocks noGrp="1"/>
          </p:cNvSpPr>
          <p:nvPr>
            <p:ph type="sldNum" sz="quarter" idx="10"/>
          </p:nvPr>
        </p:nvSpPr>
        <p:spPr/>
        <p:txBody>
          <a:bodyPr/>
          <a:lstStyle/>
          <a:p>
            <a:pPr>
              <a:defRPr/>
            </a:pPr>
            <a:fld id="{E83E65D8-9B49-EC43-BBB1-0F187E663737}" type="slidenum">
              <a:rPr lang="en-AU" smtClean="0"/>
              <a:pPr>
                <a:defRPr/>
              </a:pPr>
              <a:t>36</a:t>
            </a:fld>
            <a:endParaRPr lang="en-AU" dirty="0"/>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kern="1200" baseline="0" dirty="0" smtClean="0">
                <a:solidFill>
                  <a:schemeClr val="tx1"/>
                </a:solidFill>
                <a:latin typeface="Arial" charset="0"/>
                <a:ea typeface="ＭＳ Ｐゴシック" charset="-128"/>
                <a:cs typeface="ＭＳ Ｐゴシック" charset="-128"/>
              </a:rPr>
              <a:t> Table 11.6 summarizes the operation of the five steps. The steps have a simple</a:t>
            </a:r>
          </a:p>
          <a:p>
            <a:r>
              <a:rPr lang="en-US" sz="1200" kern="1200" baseline="0" dirty="0" smtClean="0">
                <a:solidFill>
                  <a:schemeClr val="tx1"/>
                </a:solidFill>
                <a:latin typeface="Arial" charset="0"/>
                <a:ea typeface="ＭＳ Ｐゴシック" charset="-128"/>
                <a:cs typeface="ＭＳ Ｐゴシック" charset="-128"/>
              </a:rPr>
              <a:t>description leading to a specification that is compact and in which no trapdoor</a:t>
            </a:r>
          </a:p>
          <a:p>
            <a:r>
              <a:rPr lang="en-US" sz="1200" kern="1200" baseline="0" dirty="0" smtClean="0">
                <a:solidFill>
                  <a:schemeClr val="tx1"/>
                </a:solidFill>
                <a:latin typeface="Arial" charset="0"/>
                <a:ea typeface="ＭＳ Ｐゴシック" charset="-128"/>
                <a:cs typeface="ＭＳ Ｐゴシック" charset="-128"/>
              </a:rPr>
              <a:t>can be hidden. The operations on lanes in the specification are limited to bitwise</a:t>
            </a:r>
          </a:p>
          <a:p>
            <a:r>
              <a:rPr lang="en-US" sz="1200" kern="1200" baseline="0" dirty="0" smtClean="0">
                <a:solidFill>
                  <a:schemeClr val="tx1"/>
                </a:solidFill>
                <a:latin typeface="Arial" charset="0"/>
                <a:ea typeface="ＭＳ Ｐゴシック" charset="-128"/>
                <a:cs typeface="ＭＳ Ｐゴシック" charset="-128"/>
              </a:rPr>
              <a:t> Boolean operations (XOR, AND, NOT) and rotations. There is no need for table</a:t>
            </a:r>
          </a:p>
          <a:p>
            <a:r>
              <a:rPr lang="en-US" sz="1200" kern="1200" baseline="0" dirty="0" smtClean="0">
                <a:solidFill>
                  <a:schemeClr val="tx1"/>
                </a:solidFill>
                <a:latin typeface="Arial" charset="0"/>
                <a:ea typeface="ＭＳ Ｐゴシック" charset="-128"/>
                <a:cs typeface="ＭＳ Ｐゴシック" charset="-128"/>
              </a:rPr>
              <a:t>lookups, arithmetic operations, or data-dependent rotations. Thus, SHA-3 is easily</a:t>
            </a:r>
          </a:p>
          <a:p>
            <a:r>
              <a:rPr lang="en-US" sz="1200" kern="1200" baseline="0" dirty="0" smtClean="0">
                <a:solidFill>
                  <a:schemeClr val="tx1"/>
                </a:solidFill>
                <a:latin typeface="Arial" charset="0"/>
                <a:ea typeface="ＭＳ Ｐゴシック" charset="-128"/>
                <a:cs typeface="ＭＳ Ｐゴシック" charset="-128"/>
              </a:rPr>
              <a:t>and efficiently implemented in either hardware or software.</a:t>
            </a:r>
            <a:endParaRPr lang="en-US" dirty="0"/>
          </a:p>
        </p:txBody>
      </p:sp>
      <p:sp>
        <p:nvSpPr>
          <p:cNvPr id="4" name="Slide Number Placeholder 3"/>
          <p:cNvSpPr>
            <a:spLocks noGrp="1"/>
          </p:cNvSpPr>
          <p:nvPr>
            <p:ph type="sldNum" sz="quarter" idx="10"/>
          </p:nvPr>
        </p:nvSpPr>
        <p:spPr/>
        <p:txBody>
          <a:bodyPr/>
          <a:lstStyle/>
          <a:p>
            <a:pPr>
              <a:defRPr/>
            </a:pPr>
            <a:fld id="{E83E65D8-9B49-EC43-BBB1-0F187E663737}" type="slidenum">
              <a:rPr lang="en-AU" smtClean="0"/>
              <a:pPr>
                <a:defRPr/>
              </a:pPr>
              <a:t>37</a:t>
            </a:fld>
            <a:endParaRPr lang="en-AU" dirty="0"/>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b="0" kern="1200" baseline="0" dirty="0" smtClean="0">
                <a:solidFill>
                  <a:schemeClr val="tx1"/>
                </a:solidFill>
                <a:latin typeface="Arial" charset="0"/>
                <a:ea typeface="ＭＳ Ｐゴシック" charset="-128"/>
                <a:cs typeface="ＭＳ Ｐゴシック" charset="-128"/>
              </a:rPr>
              <a:t> Figure 11.18b illustrates the operation of the </a:t>
            </a:r>
            <a:r>
              <a:rPr lang="en-US" sz="1200" b="0" kern="1200" baseline="0" dirty="0" err="1" smtClean="0">
                <a:solidFill>
                  <a:schemeClr val="tx1"/>
                </a:solidFill>
                <a:latin typeface="Arial" charset="0"/>
                <a:ea typeface="ＭＳ Ｐゴシック" charset="-128"/>
                <a:cs typeface="ＭＳ Ｐゴシック" charset="-128"/>
              </a:rPr>
              <a:t>x</a:t>
            </a:r>
            <a:r>
              <a:rPr lang="en-US" sz="1200" b="0" kern="1200" baseline="0" dirty="0" smtClean="0">
                <a:solidFill>
                  <a:schemeClr val="tx1"/>
                </a:solidFill>
                <a:latin typeface="Arial" charset="0"/>
                <a:ea typeface="ＭＳ Ｐゴシック" charset="-128"/>
                <a:cs typeface="ＭＳ Ｐゴシック" charset="-128"/>
              </a:rPr>
              <a:t>  function on the bits of the</a:t>
            </a:r>
          </a:p>
          <a:p>
            <a:r>
              <a:rPr lang="en-US" sz="1200" b="0" kern="1200" baseline="0" dirty="0" smtClean="0">
                <a:solidFill>
                  <a:schemeClr val="tx1"/>
                </a:solidFill>
                <a:latin typeface="Arial" charset="0"/>
                <a:ea typeface="ＭＳ Ｐゴシック" charset="-128"/>
                <a:cs typeface="ＭＳ Ｐゴシック" charset="-128"/>
              </a:rPr>
              <a:t>lane L [3, 2]. This is the only one of the step functions that is a nonlinear mapping.</a:t>
            </a:r>
          </a:p>
          <a:p>
            <a:r>
              <a:rPr lang="en-US" sz="1200" b="0" kern="1200" baseline="0" dirty="0" smtClean="0">
                <a:solidFill>
                  <a:schemeClr val="tx1"/>
                </a:solidFill>
                <a:latin typeface="Arial" charset="0"/>
                <a:ea typeface="ＭＳ Ｐゴシック" charset="-128"/>
                <a:cs typeface="ＭＳ Ｐゴシック" charset="-128"/>
              </a:rPr>
              <a:t>Without it, the SHA-3 round function would be linear.</a:t>
            </a:r>
            <a:endParaRPr lang="en-US" b="0" dirty="0"/>
          </a:p>
        </p:txBody>
      </p:sp>
      <p:sp>
        <p:nvSpPr>
          <p:cNvPr id="4" name="Slide Number Placeholder 3"/>
          <p:cNvSpPr>
            <a:spLocks noGrp="1"/>
          </p:cNvSpPr>
          <p:nvPr>
            <p:ph type="sldNum" sz="quarter" idx="10"/>
          </p:nvPr>
        </p:nvSpPr>
        <p:spPr/>
        <p:txBody>
          <a:bodyPr/>
          <a:lstStyle/>
          <a:p>
            <a:pPr>
              <a:defRPr/>
            </a:pPr>
            <a:fld id="{E83E65D8-9B49-EC43-BBB1-0F187E663737}" type="slidenum">
              <a:rPr lang="en-AU" smtClean="0"/>
              <a:pPr>
                <a:defRPr/>
              </a:pPr>
              <a:t>38</a:t>
            </a:fld>
            <a:endParaRPr lang="en-AU" dirty="0"/>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Figure 11.19  Pi Step Function</a:t>
            </a:r>
            <a:endParaRPr lang="en-US" dirty="0"/>
          </a:p>
        </p:txBody>
      </p:sp>
      <p:sp>
        <p:nvSpPr>
          <p:cNvPr id="4" name="Slide Number Placeholder 3"/>
          <p:cNvSpPr>
            <a:spLocks noGrp="1"/>
          </p:cNvSpPr>
          <p:nvPr>
            <p:ph type="sldNum" sz="quarter" idx="10"/>
          </p:nvPr>
        </p:nvSpPr>
        <p:spPr/>
        <p:txBody>
          <a:bodyPr/>
          <a:lstStyle/>
          <a:p>
            <a:pPr>
              <a:defRPr/>
            </a:pPr>
            <a:fld id="{E83E65D8-9B49-EC43-BBB1-0F187E663737}" type="slidenum">
              <a:rPr lang="en-AU" smtClean="0"/>
              <a:pPr>
                <a:defRPr/>
              </a:pPr>
              <a:t>39</a:t>
            </a:fld>
            <a:endParaRPr lang="en-AU" dirty="0"/>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kern="1200" baseline="0" dirty="0" smtClean="0">
                <a:solidFill>
                  <a:schemeClr val="tx1"/>
                </a:solidFill>
                <a:latin typeface="Arial" charset="0"/>
                <a:ea typeface="ＭＳ Ｐゴシック" charset="-128"/>
                <a:cs typeface="ＭＳ Ｐゴシック" charset="-128"/>
              </a:rPr>
              <a:t> Table 11.8 lists the 24 64-bit round constants. Note that the Hamming weight,</a:t>
            </a:r>
          </a:p>
          <a:p>
            <a:r>
              <a:rPr lang="en-US" sz="1200" kern="1200" baseline="0" dirty="0" smtClean="0">
                <a:solidFill>
                  <a:schemeClr val="tx1"/>
                </a:solidFill>
                <a:latin typeface="Arial" charset="0"/>
                <a:ea typeface="ＭＳ Ｐゴシック" charset="-128"/>
                <a:cs typeface="ＭＳ Ｐゴシック" charset="-128"/>
              </a:rPr>
              <a:t>or number of 1 bits, in the round constants ranges from 1 to 6. Most of the bit positions</a:t>
            </a:r>
          </a:p>
          <a:p>
            <a:r>
              <a:rPr lang="en-US" sz="1200" kern="1200" baseline="0" dirty="0" smtClean="0">
                <a:solidFill>
                  <a:schemeClr val="tx1"/>
                </a:solidFill>
                <a:latin typeface="Arial" charset="0"/>
                <a:ea typeface="ＭＳ Ｐゴシック" charset="-128"/>
                <a:cs typeface="ＭＳ Ｐゴシック" charset="-128"/>
              </a:rPr>
              <a:t>are zero and thus do not change the </a:t>
            </a:r>
            <a:r>
              <a:rPr lang="en-US" sz="1200" b="0" kern="1200" baseline="0" dirty="0" smtClean="0">
                <a:solidFill>
                  <a:schemeClr val="tx1"/>
                </a:solidFill>
                <a:latin typeface="Arial" charset="0"/>
                <a:ea typeface="ＭＳ Ｐゴシック" charset="-128"/>
                <a:cs typeface="ＭＳ Ｐゴシック" charset="-128"/>
              </a:rPr>
              <a:t>corresponding bits in L [0, 0].</a:t>
            </a:r>
            <a:endParaRPr lang="en-US" b="0" dirty="0"/>
          </a:p>
        </p:txBody>
      </p:sp>
      <p:sp>
        <p:nvSpPr>
          <p:cNvPr id="4" name="Slide Number Placeholder 3"/>
          <p:cNvSpPr>
            <a:spLocks noGrp="1"/>
          </p:cNvSpPr>
          <p:nvPr>
            <p:ph type="sldNum" sz="quarter" idx="10"/>
          </p:nvPr>
        </p:nvSpPr>
        <p:spPr/>
        <p:txBody>
          <a:bodyPr/>
          <a:lstStyle/>
          <a:p>
            <a:pPr>
              <a:defRPr/>
            </a:pPr>
            <a:fld id="{E83E65D8-9B49-EC43-BBB1-0F187E663737}" type="slidenum">
              <a:rPr lang="en-AU" smtClean="0"/>
              <a:pPr>
                <a:defRPr/>
              </a:pPr>
              <a:t>40</a:t>
            </a:fld>
            <a:endParaRPr lang="en-AU" dirty="0"/>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131074" name="Rectangle 1031"/>
          <p:cNvSpPr>
            <a:spLocks noGrp="1" noChangeArrowheads="1"/>
          </p:cNvSpPr>
          <p:nvPr>
            <p:ph type="sldNum" sz="quarter" idx="5"/>
          </p:nvPr>
        </p:nvSpPr>
        <p:spPr>
          <a:noFill/>
        </p:spPr>
        <p:txBody>
          <a:bodyPr/>
          <a:lstStyle/>
          <a:p>
            <a:fld id="{800FD7ED-C008-874C-A44A-6FBCC1FFE7C2}" type="slidenum">
              <a:rPr lang="en-AU">
                <a:latin typeface="Arial" pitchFamily="-84" charset="0"/>
              </a:rPr>
              <a:pPr/>
              <a:t>41</a:t>
            </a:fld>
            <a:endParaRPr lang="en-AU" dirty="0">
              <a:latin typeface="Arial" pitchFamily="-84" charset="0"/>
            </a:endParaRPr>
          </a:p>
        </p:txBody>
      </p:sp>
      <p:sp>
        <p:nvSpPr>
          <p:cNvPr id="131075" name="Rectangle 2"/>
          <p:cNvSpPr>
            <a:spLocks noGrp="1" noRot="1" noChangeAspect="1" noChangeArrowheads="1" noTextEdit="1"/>
          </p:cNvSpPr>
          <p:nvPr>
            <p:ph type="sldImg"/>
          </p:nvPr>
        </p:nvSpPr>
        <p:spPr>
          <a:ln/>
        </p:spPr>
      </p:sp>
      <p:sp>
        <p:nvSpPr>
          <p:cNvPr id="131076" name="Rectangle 3"/>
          <p:cNvSpPr>
            <a:spLocks noGrp="1" noChangeArrowheads="1"/>
          </p:cNvSpPr>
          <p:nvPr>
            <p:ph type="body" idx="1"/>
          </p:nvPr>
        </p:nvSpPr>
        <p:spPr>
          <a:noFill/>
          <a:ln/>
        </p:spPr>
        <p:txBody>
          <a:bodyPr/>
          <a:lstStyle/>
          <a:p>
            <a:pPr eaLnBrk="1" hangingPunct="1"/>
            <a:r>
              <a:rPr lang="en-US" dirty="0">
                <a:latin typeface="Arial" pitchFamily="-84" charset="0"/>
                <a:ea typeface="ＭＳ Ｐゴシック" pitchFamily="-84" charset="-128"/>
                <a:cs typeface="ＭＳ Ｐゴシック" pitchFamily="-84" charset="-128"/>
              </a:rPr>
              <a:t>Chapter</a:t>
            </a:r>
            <a:r>
              <a:rPr lang="en-US" dirty="0" smtClean="0">
                <a:latin typeface="Arial" pitchFamily="-84" charset="0"/>
                <a:ea typeface="ＭＳ Ｐゴシック" pitchFamily="-84" charset="-128"/>
                <a:cs typeface="ＭＳ Ｐゴシック" pitchFamily="-84" charset="-128"/>
              </a:rPr>
              <a:t> 11 </a:t>
            </a:r>
            <a:r>
              <a:rPr lang="en-US" dirty="0">
                <a:latin typeface="Arial" pitchFamily="-84" charset="0"/>
                <a:ea typeface="ＭＳ Ｐゴシック" pitchFamily="-84" charset="-128"/>
                <a:cs typeface="ＭＳ Ｐゴシック" pitchFamily="-84" charset="-128"/>
              </a:rPr>
              <a:t>summary.</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7.png"/><Relationship Id="rId4" Type="http://schemas.openxmlformats.org/officeDocument/2006/relationships/image" Target="../media/image8.png"/><Relationship Id="rId1" Type="http://schemas.openxmlformats.org/officeDocument/2006/relationships/slideMaster" Target="../slideMasters/slideMaster2.xml"/><Relationship Id="rId2" Type="http://schemas.openxmlformats.org/officeDocument/2006/relationships/image" Target="../media/image6.jpe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6.jpeg"/><Relationship Id="rId3" Type="http://schemas.openxmlformats.org/officeDocument/2006/relationships/image" Target="../media/image9.png"/></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7.png"/><Relationship Id="rId4" Type="http://schemas.openxmlformats.org/officeDocument/2006/relationships/image" Target="../media/image8.png"/><Relationship Id="rId1" Type="http://schemas.openxmlformats.org/officeDocument/2006/relationships/slideMaster" Target="../slideMasters/slideMaster2.xml"/><Relationship Id="rId2" Type="http://schemas.openxmlformats.org/officeDocument/2006/relationships/image" Target="../media/image6.jpeg"/></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9.png"/><Relationship Id="rId4" Type="http://schemas.openxmlformats.org/officeDocument/2006/relationships/image" Target="../media/image8.png"/><Relationship Id="rId1" Type="http://schemas.openxmlformats.org/officeDocument/2006/relationships/slideMaster" Target="../slideMasters/slideMaster2.xml"/><Relationship Id="rId2" Type="http://schemas.openxmlformats.org/officeDocument/2006/relationships/image" Target="../media/image6.jpe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6.jpeg"/><Relationship Id="rId3" Type="http://schemas.openxmlformats.org/officeDocument/2006/relationships/image" Target="../media/image9.pn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6.jpeg"/><Relationship Id="rId3" Type="http://schemas.openxmlformats.org/officeDocument/2006/relationships/image" Target="../media/image9.png"/></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6.jpeg"/><Relationship Id="rId3" Type="http://schemas.openxmlformats.org/officeDocument/2006/relationships/image" Target="../media/image9.png"/></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6.jpeg"/></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6.jpeg"/><Relationship Id="rId3" Type="http://schemas.openxmlformats.org/officeDocument/2006/relationships/image" Target="../media/image7.png"/></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6.jpeg"/></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6.jpeg"/><Relationship Id="rId3" Type="http://schemas.openxmlformats.org/officeDocument/2006/relationships/image" Target="../media/image7.png"/></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6.jpeg"/><Relationship Id="rId3" Type="http://schemas.openxmlformats.org/officeDocument/2006/relationships/image" Target="../media/image9.png"/></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6.jpeg"/><Relationship Id="rId3" Type="http://schemas.openxmlformats.org/officeDocument/2006/relationships/image" Target="../media/image7.png"/></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showMasterSp="0" type="title" preserve="1">
  <p:cSld name="Title Slide">
    <p:spTree>
      <p:nvGrpSpPr>
        <p:cNvPr id="1" name=""/>
        <p:cNvGrpSpPr/>
        <p:nvPr/>
      </p:nvGrpSpPr>
      <p:grpSpPr>
        <a:xfrm>
          <a:off x="0" y="0"/>
          <a:ext cx="0" cy="0"/>
          <a:chOff x="0" y="0"/>
          <a:chExt cx="0" cy="0"/>
        </a:xfrm>
      </p:grpSpPr>
      <p:grpSp>
        <p:nvGrpSpPr>
          <p:cNvPr id="4" name="Group 2"/>
          <p:cNvGrpSpPr>
            <a:grpSpLocks/>
          </p:cNvGrpSpPr>
          <p:nvPr/>
        </p:nvGrpSpPr>
        <p:grpSpPr bwMode="auto">
          <a:xfrm>
            <a:off x="3175" y="4267200"/>
            <a:ext cx="9140825" cy="2590800"/>
            <a:chOff x="2" y="2688"/>
            <a:chExt cx="5758" cy="1632"/>
          </a:xfrm>
        </p:grpSpPr>
        <p:sp>
          <p:nvSpPr>
            <p:cNvPr id="5" name="Freeform 3"/>
            <p:cNvSpPr>
              <a:spLocks/>
            </p:cNvSpPr>
            <p:nvPr/>
          </p:nvSpPr>
          <p:spPr bwMode="hidden">
            <a:xfrm>
              <a:off x="2" y="2688"/>
              <a:ext cx="5758" cy="1632"/>
            </a:xfrm>
            <a:custGeom>
              <a:avLst/>
              <a:gdLst/>
              <a:ahLst/>
              <a:cxnLst>
                <a:cxn ang="0">
                  <a:pos x="5740" y="4316"/>
                </a:cxn>
                <a:cxn ang="0">
                  <a:pos x="0" y="4316"/>
                </a:cxn>
                <a:cxn ang="0">
                  <a:pos x="0" y="0"/>
                </a:cxn>
                <a:cxn ang="0">
                  <a:pos x="5740" y="0"/>
                </a:cxn>
                <a:cxn ang="0">
                  <a:pos x="5740" y="4316"/>
                </a:cxn>
                <a:cxn ang="0">
                  <a:pos x="5740" y="4316"/>
                </a:cxn>
              </a:cxnLst>
              <a:rect l="0" t="0" r="r" b="b"/>
              <a:pathLst>
                <a:path w="5740" h="4316">
                  <a:moveTo>
                    <a:pt x="5740" y="4316"/>
                  </a:moveTo>
                  <a:lnTo>
                    <a:pt x="0" y="4316"/>
                  </a:lnTo>
                  <a:lnTo>
                    <a:pt x="0" y="0"/>
                  </a:lnTo>
                  <a:lnTo>
                    <a:pt x="5740" y="0"/>
                  </a:lnTo>
                  <a:lnTo>
                    <a:pt x="5740" y="4316"/>
                  </a:lnTo>
                  <a:lnTo>
                    <a:pt x="5740" y="4316"/>
                  </a:lnTo>
                  <a:close/>
                </a:path>
              </a:pathLst>
            </a:custGeom>
            <a:gradFill rotWithShape="0">
              <a:gsLst>
                <a:gs pos="0">
                  <a:schemeClr val="bg1"/>
                </a:gs>
                <a:gs pos="100000">
                  <a:schemeClr val="accent1"/>
                </a:gs>
              </a:gsLst>
              <a:lin ang="5400000" scaled="1"/>
            </a:gradFill>
            <a:ln w="9525">
              <a:noFill/>
              <a:round/>
              <a:headEnd/>
              <a:tailEnd/>
            </a:ln>
          </p:spPr>
          <p:txBody>
            <a:bodyPr>
              <a:prstTxWarp prst="textNoShape">
                <a:avLst/>
              </a:prstTxWarp>
            </a:bodyPr>
            <a:lstStyle/>
            <a:p>
              <a:pPr>
                <a:defRPr/>
              </a:pPr>
              <a:endParaRPr lang="en-US" dirty="0">
                <a:latin typeface="Arial" pitchFamily="-107" charset="0"/>
              </a:endParaRPr>
            </a:p>
          </p:txBody>
        </p:sp>
        <p:grpSp>
          <p:nvGrpSpPr>
            <p:cNvPr id="6" name="Group 4"/>
            <p:cNvGrpSpPr>
              <a:grpSpLocks/>
            </p:cNvGrpSpPr>
            <p:nvPr/>
          </p:nvGrpSpPr>
          <p:grpSpPr bwMode="auto">
            <a:xfrm>
              <a:off x="1776" y="3024"/>
              <a:ext cx="3929" cy="1290"/>
              <a:chOff x="1776" y="3024"/>
              <a:chExt cx="3929" cy="1290"/>
            </a:xfrm>
          </p:grpSpPr>
          <p:grpSp>
            <p:nvGrpSpPr>
              <p:cNvPr id="7" name="Group 5"/>
              <p:cNvGrpSpPr>
                <a:grpSpLocks/>
              </p:cNvGrpSpPr>
              <p:nvPr/>
            </p:nvGrpSpPr>
            <p:grpSpPr bwMode="auto">
              <a:xfrm>
                <a:off x="2268" y="3934"/>
                <a:ext cx="638" cy="377"/>
                <a:chOff x="2268" y="3934"/>
                <a:chExt cx="638" cy="377"/>
              </a:xfrm>
            </p:grpSpPr>
            <p:sp>
              <p:nvSpPr>
                <p:cNvPr id="60" name="Oval 6"/>
                <p:cNvSpPr>
                  <a:spLocks noChangeArrowheads="1"/>
                </p:cNvSpPr>
                <p:nvPr/>
              </p:nvSpPr>
              <p:spPr bwMode="hidden">
                <a:xfrm>
                  <a:off x="2268" y="3934"/>
                  <a:ext cx="638" cy="377"/>
                </a:xfrm>
                <a:prstGeom prst="ellipse">
                  <a:avLst/>
                </a:prstGeom>
                <a:gradFill rotWithShape="0">
                  <a:gsLst>
                    <a:gs pos="0">
                      <a:schemeClr val="accent1">
                        <a:gamma/>
                        <a:shade val="87843"/>
                        <a:invGamma/>
                      </a:schemeClr>
                    </a:gs>
                    <a:gs pos="100000">
                      <a:schemeClr val="accent1"/>
                    </a:gs>
                  </a:gsLst>
                  <a:lin ang="2700000" scaled="1"/>
                </a:gradFill>
                <a:ln w="9525">
                  <a:noFill/>
                  <a:round/>
                  <a:headEnd/>
                  <a:tailEnd/>
                </a:ln>
                <a:effectLst/>
              </p:spPr>
              <p:txBody>
                <a:bodyPr>
                  <a:prstTxWarp prst="textNoShape">
                    <a:avLst/>
                  </a:prstTxWarp>
                </a:bodyPr>
                <a:lstStyle/>
                <a:p>
                  <a:pPr>
                    <a:defRPr/>
                  </a:pPr>
                  <a:endParaRPr lang="en-US" dirty="0">
                    <a:latin typeface="Arial" pitchFamily="-107" charset="0"/>
                  </a:endParaRPr>
                </a:p>
              </p:txBody>
            </p:sp>
            <p:sp>
              <p:nvSpPr>
                <p:cNvPr id="61" name="Oval 7"/>
                <p:cNvSpPr>
                  <a:spLocks noChangeArrowheads="1"/>
                </p:cNvSpPr>
                <p:nvPr/>
              </p:nvSpPr>
              <p:spPr bwMode="hidden">
                <a:xfrm>
                  <a:off x="2314" y="3958"/>
                  <a:ext cx="543" cy="332"/>
                </a:xfrm>
                <a:prstGeom prst="ellipse">
                  <a:avLst/>
                </a:prstGeom>
                <a:gradFill rotWithShape="0">
                  <a:gsLst>
                    <a:gs pos="0">
                      <a:schemeClr val="accent1"/>
                    </a:gs>
                    <a:gs pos="100000">
                      <a:schemeClr val="accent1">
                        <a:gamma/>
                        <a:shade val="87843"/>
                        <a:invGamma/>
                      </a:schemeClr>
                    </a:gs>
                  </a:gsLst>
                  <a:lin ang="2700000" scaled="1"/>
                </a:gradFill>
                <a:ln w="9525">
                  <a:noFill/>
                  <a:round/>
                  <a:headEnd/>
                  <a:tailEnd/>
                </a:ln>
                <a:effectLst/>
              </p:spPr>
              <p:txBody>
                <a:bodyPr>
                  <a:prstTxWarp prst="textNoShape">
                    <a:avLst/>
                  </a:prstTxWarp>
                </a:bodyPr>
                <a:lstStyle/>
                <a:p>
                  <a:pPr>
                    <a:defRPr/>
                  </a:pPr>
                  <a:endParaRPr lang="en-US" dirty="0">
                    <a:latin typeface="Arial" pitchFamily="-107" charset="0"/>
                  </a:endParaRPr>
                </a:p>
              </p:txBody>
            </p:sp>
            <p:sp>
              <p:nvSpPr>
                <p:cNvPr id="62" name="Oval 8"/>
                <p:cNvSpPr>
                  <a:spLocks noChangeArrowheads="1"/>
                </p:cNvSpPr>
                <p:nvPr/>
              </p:nvSpPr>
              <p:spPr bwMode="hidden">
                <a:xfrm>
                  <a:off x="2341" y="3979"/>
                  <a:ext cx="501" cy="299"/>
                </a:xfrm>
                <a:prstGeom prst="ellipse">
                  <a:avLst/>
                </a:prstGeom>
                <a:gradFill rotWithShape="0">
                  <a:gsLst>
                    <a:gs pos="0">
                      <a:schemeClr val="accent1">
                        <a:gamma/>
                        <a:shade val="90980"/>
                        <a:invGamma/>
                      </a:schemeClr>
                    </a:gs>
                    <a:gs pos="100000">
                      <a:schemeClr val="accent1"/>
                    </a:gs>
                  </a:gsLst>
                  <a:lin ang="2700000" scaled="1"/>
                </a:gradFill>
                <a:ln w="9525">
                  <a:noFill/>
                  <a:round/>
                  <a:headEnd/>
                  <a:tailEnd/>
                </a:ln>
                <a:effectLst/>
              </p:spPr>
              <p:txBody>
                <a:bodyPr>
                  <a:prstTxWarp prst="textNoShape">
                    <a:avLst/>
                  </a:prstTxWarp>
                </a:bodyPr>
                <a:lstStyle/>
                <a:p>
                  <a:pPr>
                    <a:defRPr/>
                  </a:pPr>
                  <a:endParaRPr lang="en-US" dirty="0">
                    <a:latin typeface="Arial" pitchFamily="-107" charset="0"/>
                  </a:endParaRPr>
                </a:p>
              </p:txBody>
            </p:sp>
            <p:sp>
              <p:nvSpPr>
                <p:cNvPr id="63" name="Oval 9"/>
                <p:cNvSpPr>
                  <a:spLocks noChangeArrowheads="1"/>
                </p:cNvSpPr>
                <p:nvPr/>
              </p:nvSpPr>
              <p:spPr bwMode="hidden">
                <a:xfrm>
                  <a:off x="2368" y="3997"/>
                  <a:ext cx="444" cy="258"/>
                </a:xfrm>
                <a:prstGeom prst="ellipse">
                  <a:avLst/>
                </a:prstGeom>
                <a:gradFill rotWithShape="0">
                  <a:gsLst>
                    <a:gs pos="0">
                      <a:schemeClr val="accent1">
                        <a:gamma/>
                        <a:shade val="87843"/>
                        <a:invGamma/>
                      </a:schemeClr>
                    </a:gs>
                    <a:gs pos="100000">
                      <a:schemeClr val="accent1"/>
                    </a:gs>
                  </a:gsLst>
                  <a:lin ang="5400000" scaled="1"/>
                </a:gradFill>
                <a:ln w="9525">
                  <a:noFill/>
                  <a:round/>
                  <a:headEnd/>
                  <a:tailEnd/>
                </a:ln>
                <a:effectLst/>
              </p:spPr>
              <p:txBody>
                <a:bodyPr>
                  <a:prstTxWarp prst="textNoShape">
                    <a:avLst/>
                  </a:prstTxWarp>
                </a:bodyPr>
                <a:lstStyle/>
                <a:p>
                  <a:pPr>
                    <a:defRPr/>
                  </a:pPr>
                  <a:endParaRPr lang="en-US" dirty="0">
                    <a:latin typeface="Arial" pitchFamily="-107" charset="0"/>
                  </a:endParaRPr>
                </a:p>
              </p:txBody>
            </p:sp>
            <p:sp>
              <p:nvSpPr>
                <p:cNvPr id="64" name="Oval 10"/>
                <p:cNvSpPr>
                  <a:spLocks noChangeArrowheads="1"/>
                </p:cNvSpPr>
                <p:nvPr/>
              </p:nvSpPr>
              <p:spPr bwMode="hidden">
                <a:xfrm>
                  <a:off x="2385" y="4005"/>
                  <a:ext cx="413" cy="240"/>
                </a:xfrm>
                <a:prstGeom prst="ellipse">
                  <a:avLst/>
                </a:prstGeom>
                <a:gradFill rotWithShape="0">
                  <a:gsLst>
                    <a:gs pos="0">
                      <a:schemeClr val="accent1">
                        <a:gamma/>
                        <a:shade val="94118"/>
                        <a:invGamma/>
                      </a:schemeClr>
                    </a:gs>
                    <a:gs pos="100000">
                      <a:schemeClr val="accent1"/>
                    </a:gs>
                  </a:gsLst>
                  <a:lin ang="5400000" scaled="1"/>
                </a:gradFill>
                <a:ln w="9525">
                  <a:noFill/>
                  <a:round/>
                  <a:headEnd/>
                  <a:tailEnd/>
                </a:ln>
                <a:effectLst/>
              </p:spPr>
              <p:txBody>
                <a:bodyPr>
                  <a:prstTxWarp prst="textNoShape">
                    <a:avLst/>
                  </a:prstTxWarp>
                </a:bodyPr>
                <a:lstStyle/>
                <a:p>
                  <a:pPr>
                    <a:defRPr/>
                  </a:pPr>
                  <a:endParaRPr lang="en-US" dirty="0">
                    <a:latin typeface="Arial" pitchFamily="-107" charset="0"/>
                  </a:endParaRPr>
                </a:p>
              </p:txBody>
            </p:sp>
            <p:sp>
              <p:nvSpPr>
                <p:cNvPr id="65" name="Oval 11"/>
                <p:cNvSpPr>
                  <a:spLocks noChangeArrowheads="1"/>
                </p:cNvSpPr>
                <p:nvPr/>
              </p:nvSpPr>
              <p:spPr bwMode="hidden">
                <a:xfrm>
                  <a:off x="2437" y="4026"/>
                  <a:ext cx="306" cy="192"/>
                </a:xfrm>
                <a:prstGeom prst="ellipse">
                  <a:avLst/>
                </a:prstGeom>
                <a:gradFill rotWithShape="0">
                  <a:gsLst>
                    <a:gs pos="0">
                      <a:schemeClr val="accent1">
                        <a:gamma/>
                        <a:shade val="87843"/>
                        <a:invGamma/>
                      </a:schemeClr>
                    </a:gs>
                    <a:gs pos="100000">
                      <a:schemeClr val="accent1"/>
                    </a:gs>
                  </a:gsLst>
                  <a:lin ang="5400000" scaled="1"/>
                </a:gradFill>
                <a:ln w="9525">
                  <a:noFill/>
                  <a:round/>
                  <a:headEnd/>
                  <a:tailEnd/>
                </a:ln>
                <a:effectLst/>
              </p:spPr>
              <p:txBody>
                <a:bodyPr>
                  <a:prstTxWarp prst="textNoShape">
                    <a:avLst/>
                  </a:prstTxWarp>
                </a:bodyPr>
                <a:lstStyle/>
                <a:p>
                  <a:pPr>
                    <a:defRPr/>
                  </a:pPr>
                  <a:endParaRPr lang="en-US" dirty="0">
                    <a:latin typeface="Arial" pitchFamily="-107" charset="0"/>
                  </a:endParaRPr>
                </a:p>
              </p:txBody>
            </p:sp>
            <p:sp>
              <p:nvSpPr>
                <p:cNvPr id="66" name="Oval 12"/>
                <p:cNvSpPr>
                  <a:spLocks noChangeArrowheads="1"/>
                </p:cNvSpPr>
                <p:nvPr/>
              </p:nvSpPr>
              <p:spPr bwMode="hidden">
                <a:xfrm>
                  <a:off x="2476" y="4056"/>
                  <a:ext cx="227" cy="135"/>
                </a:xfrm>
                <a:prstGeom prst="ellipse">
                  <a:avLst/>
                </a:prstGeom>
                <a:gradFill rotWithShape="0">
                  <a:gsLst>
                    <a:gs pos="0">
                      <a:schemeClr val="accent1"/>
                    </a:gs>
                    <a:gs pos="100000">
                      <a:schemeClr val="accent1">
                        <a:gamma/>
                        <a:shade val="90980"/>
                        <a:invGamma/>
                      </a:schemeClr>
                    </a:gs>
                  </a:gsLst>
                  <a:lin ang="2700000" scaled="1"/>
                </a:gradFill>
                <a:ln w="9525">
                  <a:noFill/>
                  <a:round/>
                  <a:headEnd/>
                  <a:tailEnd/>
                </a:ln>
                <a:effectLst/>
              </p:spPr>
              <p:txBody>
                <a:bodyPr>
                  <a:prstTxWarp prst="textNoShape">
                    <a:avLst/>
                  </a:prstTxWarp>
                </a:bodyPr>
                <a:lstStyle/>
                <a:p>
                  <a:pPr>
                    <a:defRPr/>
                  </a:pPr>
                  <a:endParaRPr lang="en-US" dirty="0">
                    <a:latin typeface="Arial" pitchFamily="-107" charset="0"/>
                  </a:endParaRPr>
                </a:p>
              </p:txBody>
            </p:sp>
            <p:sp>
              <p:nvSpPr>
                <p:cNvPr id="67" name="Oval 13"/>
                <p:cNvSpPr>
                  <a:spLocks noChangeArrowheads="1"/>
                </p:cNvSpPr>
                <p:nvPr/>
              </p:nvSpPr>
              <p:spPr bwMode="hidden">
                <a:xfrm>
                  <a:off x="2542" y="4097"/>
                  <a:ext cx="90" cy="60"/>
                </a:xfrm>
                <a:prstGeom prst="ellipse">
                  <a:avLst/>
                </a:prstGeom>
                <a:gradFill rotWithShape="0">
                  <a:gsLst>
                    <a:gs pos="0">
                      <a:schemeClr val="accent1"/>
                    </a:gs>
                    <a:gs pos="100000">
                      <a:schemeClr val="accent1">
                        <a:gamma/>
                        <a:shade val="90980"/>
                        <a:invGamma/>
                      </a:schemeClr>
                    </a:gs>
                  </a:gsLst>
                  <a:lin ang="0" scaled="1"/>
                </a:gradFill>
                <a:ln w="9525">
                  <a:noFill/>
                  <a:round/>
                  <a:headEnd/>
                  <a:tailEnd/>
                </a:ln>
                <a:effectLst/>
              </p:spPr>
              <p:txBody>
                <a:bodyPr>
                  <a:prstTxWarp prst="textNoShape">
                    <a:avLst/>
                  </a:prstTxWarp>
                </a:bodyPr>
                <a:lstStyle/>
                <a:p>
                  <a:pPr>
                    <a:defRPr/>
                  </a:pPr>
                  <a:endParaRPr lang="en-US" dirty="0">
                    <a:latin typeface="Arial" pitchFamily="-107" charset="0"/>
                  </a:endParaRPr>
                </a:p>
              </p:txBody>
            </p:sp>
          </p:grpSp>
          <p:sp>
            <p:nvSpPr>
              <p:cNvPr id="8" name="Oval 14"/>
              <p:cNvSpPr>
                <a:spLocks noChangeArrowheads="1"/>
              </p:cNvSpPr>
              <p:nvPr/>
            </p:nvSpPr>
            <p:spPr bwMode="hidden">
              <a:xfrm>
                <a:off x="3686" y="3810"/>
                <a:ext cx="532" cy="327"/>
              </a:xfrm>
              <a:prstGeom prst="ellipse">
                <a:avLst/>
              </a:prstGeom>
              <a:gradFill rotWithShape="0">
                <a:gsLst>
                  <a:gs pos="0">
                    <a:schemeClr val="accent1"/>
                  </a:gs>
                  <a:gs pos="100000">
                    <a:schemeClr val="accent1">
                      <a:gamma/>
                      <a:shade val="90980"/>
                      <a:invGamma/>
                    </a:schemeClr>
                  </a:gs>
                </a:gsLst>
                <a:path path="shape">
                  <a:fillToRect l="50000" t="50000" r="50000" b="50000"/>
                </a:path>
              </a:gradFill>
              <a:ln w="9525">
                <a:noFill/>
                <a:round/>
                <a:headEnd/>
                <a:tailEnd/>
              </a:ln>
              <a:effectLst/>
            </p:spPr>
            <p:txBody>
              <a:bodyPr>
                <a:prstTxWarp prst="textNoShape">
                  <a:avLst/>
                </a:prstTxWarp>
              </a:bodyPr>
              <a:lstStyle/>
              <a:p>
                <a:pPr>
                  <a:defRPr/>
                </a:pPr>
                <a:endParaRPr lang="en-US" dirty="0">
                  <a:latin typeface="Arial" pitchFamily="-107" charset="0"/>
                </a:endParaRPr>
              </a:p>
            </p:txBody>
          </p:sp>
          <p:sp>
            <p:nvSpPr>
              <p:cNvPr id="9" name="Oval 15"/>
              <p:cNvSpPr>
                <a:spLocks noChangeArrowheads="1"/>
              </p:cNvSpPr>
              <p:nvPr/>
            </p:nvSpPr>
            <p:spPr bwMode="hidden">
              <a:xfrm>
                <a:off x="3726" y="3840"/>
                <a:ext cx="452" cy="275"/>
              </a:xfrm>
              <a:prstGeom prst="ellipse">
                <a:avLst/>
              </a:prstGeom>
              <a:gradFill rotWithShape="0">
                <a:gsLst>
                  <a:gs pos="0">
                    <a:schemeClr val="accent1">
                      <a:gamma/>
                      <a:shade val="90980"/>
                      <a:invGamma/>
                    </a:schemeClr>
                  </a:gs>
                  <a:gs pos="100000">
                    <a:schemeClr val="accent1"/>
                  </a:gs>
                </a:gsLst>
                <a:lin ang="5400000" scaled="1"/>
              </a:gradFill>
              <a:ln w="9525">
                <a:noFill/>
                <a:round/>
                <a:headEnd/>
                <a:tailEnd/>
              </a:ln>
              <a:effectLst/>
            </p:spPr>
            <p:txBody>
              <a:bodyPr>
                <a:prstTxWarp prst="textNoShape">
                  <a:avLst/>
                </a:prstTxWarp>
              </a:bodyPr>
              <a:lstStyle/>
              <a:p>
                <a:pPr>
                  <a:defRPr/>
                </a:pPr>
                <a:endParaRPr lang="en-US" dirty="0">
                  <a:latin typeface="Arial" pitchFamily="-107" charset="0"/>
                </a:endParaRPr>
              </a:p>
            </p:txBody>
          </p:sp>
          <p:sp>
            <p:nvSpPr>
              <p:cNvPr id="10" name="Oval 16"/>
              <p:cNvSpPr>
                <a:spLocks noChangeArrowheads="1"/>
              </p:cNvSpPr>
              <p:nvPr/>
            </p:nvSpPr>
            <p:spPr bwMode="hidden">
              <a:xfrm>
                <a:off x="3782" y="3872"/>
                <a:ext cx="344" cy="207"/>
              </a:xfrm>
              <a:prstGeom prst="ellipse">
                <a:avLst/>
              </a:prstGeom>
              <a:gradFill rotWithShape="0">
                <a:gsLst>
                  <a:gs pos="0">
                    <a:schemeClr val="accent1"/>
                  </a:gs>
                  <a:gs pos="100000">
                    <a:schemeClr val="accent1">
                      <a:gamma/>
                      <a:shade val="94118"/>
                      <a:invGamma/>
                    </a:schemeClr>
                  </a:gs>
                </a:gsLst>
                <a:lin ang="5400000" scaled="1"/>
              </a:gradFill>
              <a:ln w="9525">
                <a:noFill/>
                <a:round/>
                <a:headEnd/>
                <a:tailEnd/>
              </a:ln>
              <a:effectLst/>
            </p:spPr>
            <p:txBody>
              <a:bodyPr>
                <a:prstTxWarp prst="textNoShape">
                  <a:avLst/>
                </a:prstTxWarp>
              </a:bodyPr>
              <a:lstStyle/>
              <a:p>
                <a:pPr>
                  <a:defRPr/>
                </a:pPr>
                <a:endParaRPr lang="en-US" dirty="0">
                  <a:latin typeface="Arial" pitchFamily="-107" charset="0"/>
                </a:endParaRPr>
              </a:p>
            </p:txBody>
          </p:sp>
          <p:sp>
            <p:nvSpPr>
              <p:cNvPr id="11" name="Oval 17"/>
              <p:cNvSpPr>
                <a:spLocks noChangeArrowheads="1"/>
              </p:cNvSpPr>
              <p:nvPr/>
            </p:nvSpPr>
            <p:spPr bwMode="hidden">
              <a:xfrm>
                <a:off x="3822" y="3896"/>
                <a:ext cx="262" cy="159"/>
              </a:xfrm>
              <a:prstGeom prst="ellipse">
                <a:avLst/>
              </a:prstGeom>
              <a:gradFill rotWithShape="0">
                <a:gsLst>
                  <a:gs pos="0">
                    <a:schemeClr val="accent1">
                      <a:gamma/>
                      <a:shade val="96863"/>
                      <a:invGamma/>
                    </a:schemeClr>
                  </a:gs>
                  <a:gs pos="100000">
                    <a:schemeClr val="accent1"/>
                  </a:gs>
                </a:gsLst>
                <a:lin ang="5400000" scaled="1"/>
              </a:gradFill>
              <a:ln w="9525">
                <a:noFill/>
                <a:round/>
                <a:headEnd/>
                <a:tailEnd/>
              </a:ln>
              <a:effectLst/>
            </p:spPr>
            <p:txBody>
              <a:bodyPr>
                <a:prstTxWarp prst="textNoShape">
                  <a:avLst/>
                </a:prstTxWarp>
              </a:bodyPr>
              <a:lstStyle/>
              <a:p>
                <a:pPr>
                  <a:defRPr/>
                </a:pPr>
                <a:endParaRPr lang="en-US" dirty="0">
                  <a:latin typeface="Arial" pitchFamily="-107" charset="0"/>
                </a:endParaRPr>
              </a:p>
            </p:txBody>
          </p:sp>
          <p:sp>
            <p:nvSpPr>
              <p:cNvPr id="12" name="Oval 18"/>
              <p:cNvSpPr>
                <a:spLocks noChangeArrowheads="1"/>
              </p:cNvSpPr>
              <p:nvPr/>
            </p:nvSpPr>
            <p:spPr bwMode="hidden">
              <a:xfrm>
                <a:off x="3856" y="3922"/>
                <a:ext cx="192" cy="107"/>
              </a:xfrm>
              <a:prstGeom prst="ellipse">
                <a:avLst/>
              </a:prstGeom>
              <a:gradFill rotWithShape="0">
                <a:gsLst>
                  <a:gs pos="0">
                    <a:schemeClr val="accent1"/>
                  </a:gs>
                  <a:gs pos="100000">
                    <a:schemeClr val="accent1">
                      <a:gamma/>
                      <a:shade val="94118"/>
                      <a:invGamma/>
                    </a:schemeClr>
                  </a:gs>
                </a:gsLst>
                <a:lin ang="5400000" scaled="1"/>
              </a:gradFill>
              <a:ln w="9525">
                <a:noFill/>
                <a:round/>
                <a:headEnd/>
                <a:tailEnd/>
              </a:ln>
              <a:effectLst/>
            </p:spPr>
            <p:txBody>
              <a:bodyPr>
                <a:prstTxWarp prst="textNoShape">
                  <a:avLst/>
                </a:prstTxWarp>
              </a:bodyPr>
              <a:lstStyle/>
              <a:p>
                <a:pPr>
                  <a:defRPr/>
                </a:pPr>
                <a:endParaRPr lang="en-US" dirty="0">
                  <a:latin typeface="Arial" pitchFamily="-107" charset="0"/>
                </a:endParaRPr>
              </a:p>
            </p:txBody>
          </p:sp>
          <p:sp>
            <p:nvSpPr>
              <p:cNvPr id="13" name="Freeform 19"/>
              <p:cNvSpPr>
                <a:spLocks/>
              </p:cNvSpPr>
              <p:nvPr/>
            </p:nvSpPr>
            <p:spPr bwMode="hidden">
              <a:xfrm>
                <a:off x="3575" y="3715"/>
                <a:ext cx="383" cy="161"/>
              </a:xfrm>
              <a:custGeom>
                <a:avLst/>
                <a:gdLst/>
                <a:ahLst/>
                <a:cxnLst>
                  <a:cxn ang="0">
                    <a:pos x="376" y="12"/>
                  </a:cxn>
                  <a:cxn ang="0">
                    <a:pos x="257" y="24"/>
                  </a:cxn>
                  <a:cxn ang="0">
                    <a:pos x="149" y="54"/>
                  </a:cxn>
                  <a:cxn ang="0">
                    <a:pos x="101" y="77"/>
                  </a:cxn>
                  <a:cxn ang="0">
                    <a:pos x="59" y="101"/>
                  </a:cxn>
                  <a:cxn ang="0">
                    <a:pos x="24" y="131"/>
                  </a:cxn>
                  <a:cxn ang="0">
                    <a:pos x="0" y="161"/>
                  </a:cxn>
                  <a:cxn ang="0">
                    <a:pos x="0" y="137"/>
                  </a:cxn>
                  <a:cxn ang="0">
                    <a:pos x="29" y="107"/>
                  </a:cxn>
                  <a:cxn ang="0">
                    <a:pos x="65" y="83"/>
                  </a:cxn>
                  <a:cxn ang="0">
                    <a:pos x="155" y="36"/>
                  </a:cxn>
                  <a:cxn ang="0">
                    <a:pos x="257" y="12"/>
                  </a:cxn>
                  <a:cxn ang="0">
                    <a:pos x="376" y="0"/>
                  </a:cxn>
                  <a:cxn ang="0">
                    <a:pos x="376" y="0"/>
                  </a:cxn>
                  <a:cxn ang="0">
                    <a:pos x="382" y="0"/>
                  </a:cxn>
                  <a:cxn ang="0">
                    <a:pos x="382" y="12"/>
                  </a:cxn>
                  <a:cxn ang="0">
                    <a:pos x="376" y="12"/>
                  </a:cxn>
                  <a:cxn ang="0">
                    <a:pos x="376" y="12"/>
                  </a:cxn>
                  <a:cxn ang="0">
                    <a:pos x="376" y="12"/>
                  </a:cxn>
                </a:cxnLst>
                <a:rect l="0" t="0" r="r" b="b"/>
                <a:pathLst>
                  <a:path w="382" h="161">
                    <a:moveTo>
                      <a:pt x="376" y="12"/>
                    </a:moveTo>
                    <a:lnTo>
                      <a:pt x="257" y="24"/>
                    </a:lnTo>
                    <a:lnTo>
                      <a:pt x="149" y="54"/>
                    </a:lnTo>
                    <a:lnTo>
                      <a:pt x="101" y="77"/>
                    </a:lnTo>
                    <a:lnTo>
                      <a:pt x="59" y="101"/>
                    </a:lnTo>
                    <a:lnTo>
                      <a:pt x="24" y="131"/>
                    </a:lnTo>
                    <a:lnTo>
                      <a:pt x="0" y="161"/>
                    </a:lnTo>
                    <a:lnTo>
                      <a:pt x="0" y="137"/>
                    </a:lnTo>
                    <a:lnTo>
                      <a:pt x="29" y="107"/>
                    </a:lnTo>
                    <a:lnTo>
                      <a:pt x="65" y="83"/>
                    </a:lnTo>
                    <a:lnTo>
                      <a:pt x="155" y="36"/>
                    </a:lnTo>
                    <a:lnTo>
                      <a:pt x="257" y="12"/>
                    </a:lnTo>
                    <a:lnTo>
                      <a:pt x="376" y="0"/>
                    </a:lnTo>
                    <a:lnTo>
                      <a:pt x="376" y="0"/>
                    </a:lnTo>
                    <a:lnTo>
                      <a:pt x="382" y="0"/>
                    </a:lnTo>
                    <a:lnTo>
                      <a:pt x="382" y="12"/>
                    </a:lnTo>
                    <a:lnTo>
                      <a:pt x="376" y="12"/>
                    </a:lnTo>
                    <a:lnTo>
                      <a:pt x="376" y="12"/>
                    </a:lnTo>
                    <a:lnTo>
                      <a:pt x="376" y="12"/>
                    </a:lnTo>
                    <a:close/>
                  </a:path>
                </a:pathLst>
              </a:custGeom>
              <a:gradFill rotWithShape="0">
                <a:gsLst>
                  <a:gs pos="0">
                    <a:schemeClr val="accent1">
                      <a:gamma/>
                      <a:shade val="94118"/>
                      <a:invGamma/>
                    </a:schemeClr>
                  </a:gs>
                  <a:gs pos="100000">
                    <a:schemeClr val="accent1"/>
                  </a:gs>
                </a:gsLst>
                <a:lin ang="5400000" scaled="1"/>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14" name="Freeform 20"/>
              <p:cNvSpPr>
                <a:spLocks/>
              </p:cNvSpPr>
              <p:nvPr/>
            </p:nvSpPr>
            <p:spPr bwMode="hidden">
              <a:xfrm>
                <a:off x="3695" y="4170"/>
                <a:ext cx="444" cy="66"/>
              </a:xfrm>
              <a:custGeom>
                <a:avLst/>
                <a:gdLst/>
                <a:ahLst/>
                <a:cxnLst>
                  <a:cxn ang="0">
                    <a:pos x="257" y="54"/>
                  </a:cxn>
                  <a:cxn ang="0">
                    <a:pos x="353" y="48"/>
                  </a:cxn>
                  <a:cxn ang="0">
                    <a:pos x="443" y="24"/>
                  </a:cxn>
                  <a:cxn ang="0">
                    <a:pos x="443" y="36"/>
                  </a:cxn>
                  <a:cxn ang="0">
                    <a:pos x="353" y="60"/>
                  </a:cxn>
                  <a:cxn ang="0">
                    <a:pos x="257" y="66"/>
                  </a:cxn>
                  <a:cxn ang="0">
                    <a:pos x="186" y="60"/>
                  </a:cxn>
                  <a:cxn ang="0">
                    <a:pos x="120" y="48"/>
                  </a:cxn>
                  <a:cxn ang="0">
                    <a:pos x="60" y="36"/>
                  </a:cxn>
                  <a:cxn ang="0">
                    <a:pos x="0" y="12"/>
                  </a:cxn>
                  <a:cxn ang="0">
                    <a:pos x="0" y="0"/>
                  </a:cxn>
                  <a:cxn ang="0">
                    <a:pos x="54" y="24"/>
                  </a:cxn>
                  <a:cxn ang="0">
                    <a:pos x="120" y="36"/>
                  </a:cxn>
                  <a:cxn ang="0">
                    <a:pos x="186" y="48"/>
                  </a:cxn>
                  <a:cxn ang="0">
                    <a:pos x="257" y="54"/>
                  </a:cxn>
                  <a:cxn ang="0">
                    <a:pos x="257" y="54"/>
                  </a:cxn>
                </a:cxnLst>
                <a:rect l="0" t="0" r="r" b="b"/>
                <a:pathLst>
                  <a:path w="443" h="66">
                    <a:moveTo>
                      <a:pt x="257" y="54"/>
                    </a:moveTo>
                    <a:lnTo>
                      <a:pt x="353" y="48"/>
                    </a:lnTo>
                    <a:lnTo>
                      <a:pt x="443" y="24"/>
                    </a:lnTo>
                    <a:lnTo>
                      <a:pt x="443" y="36"/>
                    </a:lnTo>
                    <a:lnTo>
                      <a:pt x="353" y="60"/>
                    </a:lnTo>
                    <a:lnTo>
                      <a:pt x="257" y="66"/>
                    </a:lnTo>
                    <a:lnTo>
                      <a:pt x="186" y="60"/>
                    </a:lnTo>
                    <a:lnTo>
                      <a:pt x="120" y="48"/>
                    </a:lnTo>
                    <a:lnTo>
                      <a:pt x="60" y="36"/>
                    </a:lnTo>
                    <a:lnTo>
                      <a:pt x="0" y="12"/>
                    </a:lnTo>
                    <a:lnTo>
                      <a:pt x="0" y="0"/>
                    </a:lnTo>
                    <a:lnTo>
                      <a:pt x="54" y="24"/>
                    </a:lnTo>
                    <a:lnTo>
                      <a:pt x="120" y="36"/>
                    </a:lnTo>
                    <a:lnTo>
                      <a:pt x="186" y="48"/>
                    </a:lnTo>
                    <a:lnTo>
                      <a:pt x="257" y="54"/>
                    </a:lnTo>
                    <a:lnTo>
                      <a:pt x="257" y="54"/>
                    </a:lnTo>
                    <a:close/>
                  </a:path>
                </a:pathLst>
              </a:custGeom>
              <a:gradFill rotWithShape="0">
                <a:gsLst>
                  <a:gs pos="0">
                    <a:schemeClr val="accent1">
                      <a:gamma/>
                      <a:shade val="84706"/>
                      <a:invGamma/>
                    </a:schemeClr>
                  </a:gs>
                  <a:gs pos="100000">
                    <a:schemeClr val="accent1"/>
                  </a:gs>
                </a:gsLst>
                <a:lin ang="18900000" scaled="1"/>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15" name="Freeform 21"/>
              <p:cNvSpPr>
                <a:spLocks/>
              </p:cNvSpPr>
              <p:nvPr/>
            </p:nvSpPr>
            <p:spPr bwMode="hidden">
              <a:xfrm>
                <a:off x="3527" y="3906"/>
                <a:ext cx="89" cy="216"/>
              </a:xfrm>
              <a:custGeom>
                <a:avLst/>
                <a:gdLst/>
                <a:ahLst/>
                <a:cxnLst>
                  <a:cxn ang="0">
                    <a:pos x="12" y="66"/>
                  </a:cxn>
                  <a:cxn ang="0">
                    <a:pos x="18" y="108"/>
                  </a:cxn>
                  <a:cxn ang="0">
                    <a:pos x="36" y="144"/>
                  </a:cxn>
                  <a:cxn ang="0">
                    <a:pos x="60" y="180"/>
                  </a:cxn>
                  <a:cxn ang="0">
                    <a:pos x="89" y="216"/>
                  </a:cxn>
                  <a:cxn ang="0">
                    <a:pos x="72" y="216"/>
                  </a:cxn>
                  <a:cxn ang="0">
                    <a:pos x="42" y="180"/>
                  </a:cxn>
                  <a:cxn ang="0">
                    <a:pos x="18" y="144"/>
                  </a:cxn>
                  <a:cxn ang="0">
                    <a:pos x="6" y="108"/>
                  </a:cxn>
                  <a:cxn ang="0">
                    <a:pos x="0" y="66"/>
                  </a:cxn>
                  <a:cxn ang="0">
                    <a:pos x="0" y="30"/>
                  </a:cxn>
                  <a:cxn ang="0">
                    <a:pos x="12" y="0"/>
                  </a:cxn>
                  <a:cxn ang="0">
                    <a:pos x="30" y="0"/>
                  </a:cxn>
                  <a:cxn ang="0">
                    <a:pos x="18" y="30"/>
                  </a:cxn>
                  <a:cxn ang="0">
                    <a:pos x="12" y="66"/>
                  </a:cxn>
                  <a:cxn ang="0">
                    <a:pos x="12" y="66"/>
                  </a:cxn>
                </a:cxnLst>
                <a:rect l="0" t="0" r="r" b="b"/>
                <a:pathLst>
                  <a:path w="89" h="216">
                    <a:moveTo>
                      <a:pt x="12" y="66"/>
                    </a:moveTo>
                    <a:lnTo>
                      <a:pt x="18" y="108"/>
                    </a:lnTo>
                    <a:lnTo>
                      <a:pt x="36" y="144"/>
                    </a:lnTo>
                    <a:lnTo>
                      <a:pt x="60" y="180"/>
                    </a:lnTo>
                    <a:lnTo>
                      <a:pt x="89" y="216"/>
                    </a:lnTo>
                    <a:lnTo>
                      <a:pt x="72" y="216"/>
                    </a:lnTo>
                    <a:lnTo>
                      <a:pt x="42" y="180"/>
                    </a:lnTo>
                    <a:lnTo>
                      <a:pt x="18" y="144"/>
                    </a:lnTo>
                    <a:lnTo>
                      <a:pt x="6" y="108"/>
                    </a:lnTo>
                    <a:lnTo>
                      <a:pt x="0" y="66"/>
                    </a:lnTo>
                    <a:lnTo>
                      <a:pt x="0" y="30"/>
                    </a:lnTo>
                    <a:lnTo>
                      <a:pt x="12" y="0"/>
                    </a:lnTo>
                    <a:lnTo>
                      <a:pt x="30" y="0"/>
                    </a:lnTo>
                    <a:lnTo>
                      <a:pt x="18" y="30"/>
                    </a:lnTo>
                    <a:lnTo>
                      <a:pt x="12" y="66"/>
                    </a:lnTo>
                    <a:lnTo>
                      <a:pt x="12" y="66"/>
                    </a:lnTo>
                    <a:close/>
                  </a:path>
                </a:pathLst>
              </a:custGeom>
              <a:gradFill rotWithShape="0">
                <a:gsLst>
                  <a:gs pos="0">
                    <a:schemeClr val="accent1"/>
                  </a:gs>
                  <a:gs pos="100000">
                    <a:schemeClr val="accent1">
                      <a:gamma/>
                      <a:shade val="87843"/>
                      <a:invGamma/>
                    </a:schemeClr>
                  </a:gs>
                </a:gsLst>
                <a:lin ang="5400000" scaled="1"/>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16" name="Freeform 22"/>
              <p:cNvSpPr>
                <a:spLocks/>
              </p:cNvSpPr>
              <p:nvPr/>
            </p:nvSpPr>
            <p:spPr bwMode="hidden">
              <a:xfrm>
                <a:off x="3569" y="3745"/>
                <a:ext cx="750" cy="461"/>
              </a:xfrm>
              <a:custGeom>
                <a:avLst/>
                <a:gdLst/>
                <a:ahLst/>
                <a:cxnLst>
                  <a:cxn ang="0">
                    <a:pos x="382" y="443"/>
                  </a:cxn>
                  <a:cxn ang="0">
                    <a:pos x="311" y="437"/>
                  </a:cxn>
                  <a:cxn ang="0">
                    <a:pos x="245" y="425"/>
                  </a:cxn>
                  <a:cxn ang="0">
                    <a:pos x="185" y="407"/>
                  </a:cxn>
                  <a:cxn ang="0">
                    <a:pos x="131" y="383"/>
                  </a:cxn>
                  <a:cxn ang="0">
                    <a:pos x="83" y="347"/>
                  </a:cxn>
                  <a:cxn ang="0">
                    <a:pos x="53" y="311"/>
                  </a:cxn>
                  <a:cxn ang="0">
                    <a:pos x="30" y="269"/>
                  </a:cxn>
                  <a:cxn ang="0">
                    <a:pos x="24" y="227"/>
                  </a:cxn>
                  <a:cxn ang="0">
                    <a:pos x="30" y="185"/>
                  </a:cxn>
                  <a:cxn ang="0">
                    <a:pos x="53" y="143"/>
                  </a:cxn>
                  <a:cxn ang="0">
                    <a:pos x="83" y="107"/>
                  </a:cxn>
                  <a:cxn ang="0">
                    <a:pos x="131" y="77"/>
                  </a:cxn>
                  <a:cxn ang="0">
                    <a:pos x="185" y="47"/>
                  </a:cxn>
                  <a:cxn ang="0">
                    <a:pos x="245" y="30"/>
                  </a:cxn>
                  <a:cxn ang="0">
                    <a:pos x="311" y="18"/>
                  </a:cxn>
                  <a:cxn ang="0">
                    <a:pos x="382" y="12"/>
                  </a:cxn>
                  <a:cxn ang="0">
                    <a:pos x="478" y="18"/>
                  </a:cxn>
                  <a:cxn ang="0">
                    <a:pos x="562" y="41"/>
                  </a:cxn>
                  <a:cxn ang="0">
                    <a:pos x="562" y="36"/>
                  </a:cxn>
                  <a:cxn ang="0">
                    <a:pos x="562" y="30"/>
                  </a:cxn>
                  <a:cxn ang="0">
                    <a:pos x="478" y="6"/>
                  </a:cxn>
                  <a:cxn ang="0">
                    <a:pos x="382" y="0"/>
                  </a:cxn>
                  <a:cxn ang="0">
                    <a:pos x="305" y="6"/>
                  </a:cxn>
                  <a:cxn ang="0">
                    <a:pos x="233" y="18"/>
                  </a:cxn>
                  <a:cxn ang="0">
                    <a:pos x="167" y="41"/>
                  </a:cxn>
                  <a:cxn ang="0">
                    <a:pos x="113" y="65"/>
                  </a:cxn>
                  <a:cxn ang="0">
                    <a:pos x="65" y="101"/>
                  </a:cxn>
                  <a:cxn ang="0">
                    <a:pos x="30" y="137"/>
                  </a:cxn>
                  <a:cxn ang="0">
                    <a:pos x="6" y="179"/>
                  </a:cxn>
                  <a:cxn ang="0">
                    <a:pos x="0" y="227"/>
                  </a:cxn>
                  <a:cxn ang="0">
                    <a:pos x="6" y="275"/>
                  </a:cxn>
                  <a:cxn ang="0">
                    <a:pos x="30" y="317"/>
                  </a:cxn>
                  <a:cxn ang="0">
                    <a:pos x="65" y="359"/>
                  </a:cxn>
                  <a:cxn ang="0">
                    <a:pos x="113" y="395"/>
                  </a:cxn>
                  <a:cxn ang="0">
                    <a:pos x="167" y="419"/>
                  </a:cxn>
                  <a:cxn ang="0">
                    <a:pos x="233" y="443"/>
                  </a:cxn>
                  <a:cxn ang="0">
                    <a:pos x="305" y="455"/>
                  </a:cxn>
                  <a:cxn ang="0">
                    <a:pos x="382" y="461"/>
                  </a:cxn>
                  <a:cxn ang="0">
                    <a:pos x="448" y="455"/>
                  </a:cxn>
                  <a:cxn ang="0">
                    <a:pos x="508" y="449"/>
                  </a:cxn>
                  <a:cxn ang="0">
                    <a:pos x="609" y="413"/>
                  </a:cxn>
                  <a:cxn ang="0">
                    <a:pos x="657" y="389"/>
                  </a:cxn>
                  <a:cxn ang="0">
                    <a:pos x="693" y="359"/>
                  </a:cxn>
                  <a:cxn ang="0">
                    <a:pos x="723" y="329"/>
                  </a:cxn>
                  <a:cxn ang="0">
                    <a:pos x="747" y="293"/>
                  </a:cxn>
                  <a:cxn ang="0">
                    <a:pos x="741" y="287"/>
                  </a:cxn>
                  <a:cxn ang="0">
                    <a:pos x="729" y="281"/>
                  </a:cxn>
                  <a:cxn ang="0">
                    <a:pos x="711" y="317"/>
                  </a:cxn>
                  <a:cxn ang="0">
                    <a:pos x="681" y="347"/>
                  </a:cxn>
                  <a:cxn ang="0">
                    <a:pos x="645" y="377"/>
                  </a:cxn>
                  <a:cxn ang="0">
                    <a:pos x="604" y="401"/>
                  </a:cxn>
                  <a:cxn ang="0">
                    <a:pos x="502" y="431"/>
                  </a:cxn>
                  <a:cxn ang="0">
                    <a:pos x="442" y="443"/>
                  </a:cxn>
                  <a:cxn ang="0">
                    <a:pos x="382" y="443"/>
                  </a:cxn>
                  <a:cxn ang="0">
                    <a:pos x="382" y="443"/>
                  </a:cxn>
                </a:cxnLst>
                <a:rect l="0" t="0" r="r" b="b"/>
                <a:pathLst>
                  <a:path w="747" h="461">
                    <a:moveTo>
                      <a:pt x="382" y="443"/>
                    </a:moveTo>
                    <a:lnTo>
                      <a:pt x="311" y="437"/>
                    </a:lnTo>
                    <a:lnTo>
                      <a:pt x="245" y="425"/>
                    </a:lnTo>
                    <a:lnTo>
                      <a:pt x="185" y="407"/>
                    </a:lnTo>
                    <a:lnTo>
                      <a:pt x="131" y="383"/>
                    </a:lnTo>
                    <a:lnTo>
                      <a:pt x="83" y="347"/>
                    </a:lnTo>
                    <a:lnTo>
                      <a:pt x="53" y="311"/>
                    </a:lnTo>
                    <a:lnTo>
                      <a:pt x="30" y="269"/>
                    </a:lnTo>
                    <a:lnTo>
                      <a:pt x="24" y="227"/>
                    </a:lnTo>
                    <a:lnTo>
                      <a:pt x="30" y="185"/>
                    </a:lnTo>
                    <a:lnTo>
                      <a:pt x="53" y="143"/>
                    </a:lnTo>
                    <a:lnTo>
                      <a:pt x="83" y="107"/>
                    </a:lnTo>
                    <a:lnTo>
                      <a:pt x="131" y="77"/>
                    </a:lnTo>
                    <a:lnTo>
                      <a:pt x="185" y="47"/>
                    </a:lnTo>
                    <a:lnTo>
                      <a:pt x="245" y="30"/>
                    </a:lnTo>
                    <a:lnTo>
                      <a:pt x="311" y="18"/>
                    </a:lnTo>
                    <a:lnTo>
                      <a:pt x="382" y="12"/>
                    </a:lnTo>
                    <a:lnTo>
                      <a:pt x="478" y="18"/>
                    </a:lnTo>
                    <a:lnTo>
                      <a:pt x="562" y="41"/>
                    </a:lnTo>
                    <a:lnTo>
                      <a:pt x="562" y="36"/>
                    </a:lnTo>
                    <a:lnTo>
                      <a:pt x="562" y="30"/>
                    </a:lnTo>
                    <a:lnTo>
                      <a:pt x="478" y="6"/>
                    </a:lnTo>
                    <a:lnTo>
                      <a:pt x="382" y="0"/>
                    </a:lnTo>
                    <a:lnTo>
                      <a:pt x="305" y="6"/>
                    </a:lnTo>
                    <a:lnTo>
                      <a:pt x="233" y="18"/>
                    </a:lnTo>
                    <a:lnTo>
                      <a:pt x="167" y="41"/>
                    </a:lnTo>
                    <a:lnTo>
                      <a:pt x="113" y="65"/>
                    </a:lnTo>
                    <a:lnTo>
                      <a:pt x="65" y="101"/>
                    </a:lnTo>
                    <a:lnTo>
                      <a:pt x="30" y="137"/>
                    </a:lnTo>
                    <a:lnTo>
                      <a:pt x="6" y="179"/>
                    </a:lnTo>
                    <a:lnTo>
                      <a:pt x="0" y="227"/>
                    </a:lnTo>
                    <a:lnTo>
                      <a:pt x="6" y="275"/>
                    </a:lnTo>
                    <a:lnTo>
                      <a:pt x="30" y="317"/>
                    </a:lnTo>
                    <a:lnTo>
                      <a:pt x="65" y="359"/>
                    </a:lnTo>
                    <a:lnTo>
                      <a:pt x="113" y="395"/>
                    </a:lnTo>
                    <a:lnTo>
                      <a:pt x="167" y="419"/>
                    </a:lnTo>
                    <a:lnTo>
                      <a:pt x="233" y="443"/>
                    </a:lnTo>
                    <a:lnTo>
                      <a:pt x="305" y="455"/>
                    </a:lnTo>
                    <a:lnTo>
                      <a:pt x="382" y="461"/>
                    </a:lnTo>
                    <a:lnTo>
                      <a:pt x="448" y="455"/>
                    </a:lnTo>
                    <a:lnTo>
                      <a:pt x="508" y="449"/>
                    </a:lnTo>
                    <a:lnTo>
                      <a:pt x="609" y="413"/>
                    </a:lnTo>
                    <a:lnTo>
                      <a:pt x="657" y="389"/>
                    </a:lnTo>
                    <a:lnTo>
                      <a:pt x="693" y="359"/>
                    </a:lnTo>
                    <a:lnTo>
                      <a:pt x="723" y="329"/>
                    </a:lnTo>
                    <a:lnTo>
                      <a:pt x="747" y="293"/>
                    </a:lnTo>
                    <a:lnTo>
                      <a:pt x="741" y="287"/>
                    </a:lnTo>
                    <a:lnTo>
                      <a:pt x="729" y="281"/>
                    </a:lnTo>
                    <a:lnTo>
                      <a:pt x="711" y="317"/>
                    </a:lnTo>
                    <a:lnTo>
                      <a:pt x="681" y="347"/>
                    </a:lnTo>
                    <a:lnTo>
                      <a:pt x="645" y="377"/>
                    </a:lnTo>
                    <a:lnTo>
                      <a:pt x="604" y="401"/>
                    </a:lnTo>
                    <a:lnTo>
                      <a:pt x="502" y="431"/>
                    </a:lnTo>
                    <a:lnTo>
                      <a:pt x="442" y="443"/>
                    </a:lnTo>
                    <a:lnTo>
                      <a:pt x="382" y="443"/>
                    </a:lnTo>
                    <a:lnTo>
                      <a:pt x="382" y="443"/>
                    </a:lnTo>
                    <a:close/>
                  </a:path>
                </a:pathLst>
              </a:custGeom>
              <a:gradFill rotWithShape="0">
                <a:gsLst>
                  <a:gs pos="0">
                    <a:schemeClr val="accent1"/>
                  </a:gs>
                  <a:gs pos="100000">
                    <a:schemeClr val="accent1">
                      <a:gamma/>
                      <a:shade val="90980"/>
                      <a:invGamma/>
                    </a:schemeClr>
                  </a:gs>
                </a:gsLst>
                <a:path path="rect">
                  <a:fillToRect l="50000" t="50000" r="50000" b="50000"/>
                </a:path>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17" name="Freeform 23"/>
              <p:cNvSpPr>
                <a:spLocks/>
              </p:cNvSpPr>
              <p:nvPr/>
            </p:nvSpPr>
            <p:spPr bwMode="hidden">
              <a:xfrm>
                <a:off x="4037" y="3721"/>
                <a:ext cx="96" cy="30"/>
              </a:xfrm>
              <a:custGeom>
                <a:avLst/>
                <a:gdLst/>
                <a:ahLst/>
                <a:cxnLst>
                  <a:cxn ang="0">
                    <a:pos x="0" y="0"/>
                  </a:cxn>
                  <a:cxn ang="0">
                    <a:pos x="0" y="12"/>
                  </a:cxn>
                  <a:cxn ang="0">
                    <a:pos x="48" y="18"/>
                  </a:cxn>
                  <a:cxn ang="0">
                    <a:pos x="96" y="30"/>
                  </a:cxn>
                  <a:cxn ang="0">
                    <a:pos x="96" y="24"/>
                  </a:cxn>
                  <a:cxn ang="0">
                    <a:pos x="96" y="18"/>
                  </a:cxn>
                  <a:cxn ang="0">
                    <a:pos x="48" y="12"/>
                  </a:cxn>
                  <a:cxn ang="0">
                    <a:pos x="0" y="0"/>
                  </a:cxn>
                  <a:cxn ang="0">
                    <a:pos x="0" y="0"/>
                  </a:cxn>
                </a:cxnLst>
                <a:rect l="0" t="0" r="r" b="b"/>
                <a:pathLst>
                  <a:path w="96" h="30">
                    <a:moveTo>
                      <a:pt x="0" y="0"/>
                    </a:moveTo>
                    <a:lnTo>
                      <a:pt x="0" y="12"/>
                    </a:lnTo>
                    <a:lnTo>
                      <a:pt x="48" y="18"/>
                    </a:lnTo>
                    <a:lnTo>
                      <a:pt x="96" y="30"/>
                    </a:lnTo>
                    <a:lnTo>
                      <a:pt x="96" y="24"/>
                    </a:lnTo>
                    <a:lnTo>
                      <a:pt x="96" y="18"/>
                    </a:lnTo>
                    <a:lnTo>
                      <a:pt x="48" y="12"/>
                    </a:lnTo>
                    <a:lnTo>
                      <a:pt x="0" y="0"/>
                    </a:lnTo>
                    <a:lnTo>
                      <a:pt x="0" y="0"/>
                    </a:lnTo>
                    <a:close/>
                  </a:path>
                </a:pathLst>
              </a:custGeom>
              <a:gradFill rotWithShape="0">
                <a:gsLst>
                  <a:gs pos="0">
                    <a:schemeClr val="accent1"/>
                  </a:gs>
                  <a:gs pos="100000">
                    <a:schemeClr val="accent1">
                      <a:gamma/>
                      <a:shade val="87843"/>
                      <a:invGamma/>
                    </a:schemeClr>
                  </a:gs>
                </a:gsLst>
                <a:lin ang="0" scaled="1"/>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18" name="Freeform 24"/>
              <p:cNvSpPr>
                <a:spLocks/>
              </p:cNvSpPr>
              <p:nvPr/>
            </p:nvSpPr>
            <p:spPr bwMode="hidden">
              <a:xfrm>
                <a:off x="4175" y="4050"/>
                <a:ext cx="180" cy="132"/>
              </a:xfrm>
              <a:custGeom>
                <a:avLst/>
                <a:gdLst/>
                <a:ahLst/>
                <a:cxnLst>
                  <a:cxn ang="0">
                    <a:pos x="0" y="132"/>
                  </a:cxn>
                  <a:cxn ang="0">
                    <a:pos x="29" y="132"/>
                  </a:cxn>
                  <a:cxn ang="0">
                    <a:pos x="77" y="108"/>
                  </a:cxn>
                  <a:cxn ang="0">
                    <a:pos x="119" y="78"/>
                  </a:cxn>
                  <a:cxn ang="0">
                    <a:pos x="155" y="48"/>
                  </a:cxn>
                  <a:cxn ang="0">
                    <a:pos x="179" y="12"/>
                  </a:cxn>
                  <a:cxn ang="0">
                    <a:pos x="173" y="6"/>
                  </a:cxn>
                  <a:cxn ang="0">
                    <a:pos x="167" y="0"/>
                  </a:cxn>
                  <a:cxn ang="0">
                    <a:pos x="137" y="42"/>
                  </a:cxn>
                  <a:cxn ang="0">
                    <a:pos x="101" y="78"/>
                  </a:cxn>
                  <a:cxn ang="0">
                    <a:pos x="53" y="108"/>
                  </a:cxn>
                  <a:cxn ang="0">
                    <a:pos x="0" y="132"/>
                  </a:cxn>
                  <a:cxn ang="0">
                    <a:pos x="0" y="132"/>
                  </a:cxn>
                </a:cxnLst>
                <a:rect l="0" t="0" r="r" b="b"/>
                <a:pathLst>
                  <a:path w="179" h="132">
                    <a:moveTo>
                      <a:pt x="0" y="132"/>
                    </a:moveTo>
                    <a:lnTo>
                      <a:pt x="29" y="132"/>
                    </a:lnTo>
                    <a:lnTo>
                      <a:pt x="77" y="108"/>
                    </a:lnTo>
                    <a:lnTo>
                      <a:pt x="119" y="78"/>
                    </a:lnTo>
                    <a:lnTo>
                      <a:pt x="155" y="48"/>
                    </a:lnTo>
                    <a:lnTo>
                      <a:pt x="179" y="12"/>
                    </a:lnTo>
                    <a:lnTo>
                      <a:pt x="173" y="6"/>
                    </a:lnTo>
                    <a:lnTo>
                      <a:pt x="167" y="0"/>
                    </a:lnTo>
                    <a:lnTo>
                      <a:pt x="137" y="42"/>
                    </a:lnTo>
                    <a:lnTo>
                      <a:pt x="101" y="78"/>
                    </a:lnTo>
                    <a:lnTo>
                      <a:pt x="53" y="108"/>
                    </a:lnTo>
                    <a:lnTo>
                      <a:pt x="0" y="132"/>
                    </a:lnTo>
                    <a:lnTo>
                      <a:pt x="0" y="132"/>
                    </a:lnTo>
                    <a:close/>
                  </a:path>
                </a:pathLst>
              </a:custGeom>
              <a:gradFill rotWithShape="0">
                <a:gsLst>
                  <a:gs pos="0">
                    <a:schemeClr val="accent1"/>
                  </a:gs>
                  <a:gs pos="100000">
                    <a:schemeClr val="accent1">
                      <a:gamma/>
                      <a:shade val="87843"/>
                      <a:invGamma/>
                    </a:schemeClr>
                  </a:gs>
                </a:gsLst>
                <a:lin ang="18900000" scaled="1"/>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19" name="Freeform 25"/>
              <p:cNvSpPr>
                <a:spLocks/>
              </p:cNvSpPr>
              <p:nvPr/>
            </p:nvSpPr>
            <p:spPr bwMode="hidden">
              <a:xfrm>
                <a:off x="2585" y="3822"/>
                <a:ext cx="449" cy="186"/>
              </a:xfrm>
              <a:custGeom>
                <a:avLst/>
                <a:gdLst/>
                <a:ahLst/>
                <a:cxnLst>
                  <a:cxn ang="0">
                    <a:pos x="6" y="6"/>
                  </a:cxn>
                  <a:cxn ang="0">
                    <a:pos x="78" y="12"/>
                  </a:cxn>
                  <a:cxn ang="0">
                    <a:pos x="150" y="18"/>
                  </a:cxn>
                  <a:cxn ang="0">
                    <a:pos x="215" y="36"/>
                  </a:cxn>
                  <a:cxn ang="0">
                    <a:pos x="275" y="60"/>
                  </a:cxn>
                  <a:cxn ang="0">
                    <a:pos x="329" y="84"/>
                  </a:cxn>
                  <a:cxn ang="0">
                    <a:pos x="377" y="114"/>
                  </a:cxn>
                  <a:cxn ang="0">
                    <a:pos x="419" y="150"/>
                  </a:cxn>
                  <a:cxn ang="0">
                    <a:pos x="448" y="186"/>
                  </a:cxn>
                  <a:cxn ang="0">
                    <a:pos x="448" y="162"/>
                  </a:cxn>
                  <a:cxn ang="0">
                    <a:pos x="413" y="126"/>
                  </a:cxn>
                  <a:cxn ang="0">
                    <a:pos x="371" y="96"/>
                  </a:cxn>
                  <a:cxn ang="0">
                    <a:pos x="323" y="66"/>
                  </a:cxn>
                  <a:cxn ang="0">
                    <a:pos x="269" y="48"/>
                  </a:cxn>
                  <a:cxn ang="0">
                    <a:pos x="144" y="12"/>
                  </a:cxn>
                  <a:cxn ang="0">
                    <a:pos x="78" y="6"/>
                  </a:cxn>
                  <a:cxn ang="0">
                    <a:pos x="6" y="0"/>
                  </a:cxn>
                  <a:cxn ang="0">
                    <a:pos x="0" y="0"/>
                  </a:cxn>
                  <a:cxn ang="0">
                    <a:pos x="0" y="0"/>
                  </a:cxn>
                  <a:cxn ang="0">
                    <a:pos x="0" y="6"/>
                  </a:cxn>
                  <a:cxn ang="0">
                    <a:pos x="0" y="6"/>
                  </a:cxn>
                  <a:cxn ang="0">
                    <a:pos x="6" y="6"/>
                  </a:cxn>
                  <a:cxn ang="0">
                    <a:pos x="6" y="6"/>
                  </a:cxn>
                </a:cxnLst>
                <a:rect l="0" t="0" r="r" b="b"/>
                <a:pathLst>
                  <a:path w="448" h="186">
                    <a:moveTo>
                      <a:pt x="6" y="6"/>
                    </a:moveTo>
                    <a:lnTo>
                      <a:pt x="78" y="12"/>
                    </a:lnTo>
                    <a:lnTo>
                      <a:pt x="150" y="18"/>
                    </a:lnTo>
                    <a:lnTo>
                      <a:pt x="215" y="36"/>
                    </a:lnTo>
                    <a:lnTo>
                      <a:pt x="275" y="60"/>
                    </a:lnTo>
                    <a:lnTo>
                      <a:pt x="329" y="84"/>
                    </a:lnTo>
                    <a:lnTo>
                      <a:pt x="377" y="114"/>
                    </a:lnTo>
                    <a:lnTo>
                      <a:pt x="419" y="150"/>
                    </a:lnTo>
                    <a:lnTo>
                      <a:pt x="448" y="186"/>
                    </a:lnTo>
                    <a:lnTo>
                      <a:pt x="448" y="162"/>
                    </a:lnTo>
                    <a:lnTo>
                      <a:pt x="413" y="126"/>
                    </a:lnTo>
                    <a:lnTo>
                      <a:pt x="371" y="96"/>
                    </a:lnTo>
                    <a:lnTo>
                      <a:pt x="323" y="66"/>
                    </a:lnTo>
                    <a:lnTo>
                      <a:pt x="269" y="48"/>
                    </a:lnTo>
                    <a:lnTo>
                      <a:pt x="144" y="12"/>
                    </a:lnTo>
                    <a:lnTo>
                      <a:pt x="78" y="6"/>
                    </a:lnTo>
                    <a:lnTo>
                      <a:pt x="6" y="0"/>
                    </a:lnTo>
                    <a:lnTo>
                      <a:pt x="0" y="0"/>
                    </a:lnTo>
                    <a:lnTo>
                      <a:pt x="0" y="0"/>
                    </a:lnTo>
                    <a:lnTo>
                      <a:pt x="0" y="6"/>
                    </a:lnTo>
                    <a:lnTo>
                      <a:pt x="0" y="6"/>
                    </a:lnTo>
                    <a:lnTo>
                      <a:pt x="6" y="6"/>
                    </a:lnTo>
                    <a:lnTo>
                      <a:pt x="6" y="6"/>
                    </a:lnTo>
                    <a:close/>
                  </a:path>
                </a:pathLst>
              </a:custGeom>
              <a:gradFill rotWithShape="0">
                <a:gsLst>
                  <a:gs pos="0">
                    <a:schemeClr val="accent1">
                      <a:gamma/>
                      <a:shade val="90980"/>
                      <a:invGamma/>
                    </a:schemeClr>
                  </a:gs>
                  <a:gs pos="100000">
                    <a:schemeClr val="accent1"/>
                  </a:gs>
                </a:gsLst>
                <a:lin ang="5400000" scaled="1"/>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20" name="Freeform 26"/>
              <p:cNvSpPr>
                <a:spLocks/>
              </p:cNvSpPr>
              <p:nvPr/>
            </p:nvSpPr>
            <p:spPr bwMode="hidden">
              <a:xfrm>
                <a:off x="2142" y="3852"/>
                <a:ext cx="892" cy="462"/>
              </a:xfrm>
              <a:custGeom>
                <a:avLst/>
                <a:gdLst/>
                <a:ahLst/>
                <a:cxnLst>
                  <a:cxn ang="0">
                    <a:pos x="23" y="276"/>
                  </a:cxn>
                  <a:cxn ang="0">
                    <a:pos x="29" y="222"/>
                  </a:cxn>
                  <a:cxn ang="0">
                    <a:pos x="59" y="174"/>
                  </a:cxn>
                  <a:cxn ang="0">
                    <a:pos x="95" y="132"/>
                  </a:cxn>
                  <a:cxn ang="0">
                    <a:pos x="149" y="96"/>
                  </a:cxn>
                  <a:cxn ang="0">
                    <a:pos x="209" y="60"/>
                  </a:cxn>
                  <a:cxn ang="0">
                    <a:pos x="281" y="36"/>
                  </a:cxn>
                  <a:cxn ang="0">
                    <a:pos x="364" y="24"/>
                  </a:cxn>
                  <a:cxn ang="0">
                    <a:pos x="448" y="18"/>
                  </a:cxn>
                  <a:cxn ang="0">
                    <a:pos x="532" y="24"/>
                  </a:cxn>
                  <a:cxn ang="0">
                    <a:pos x="609" y="36"/>
                  </a:cxn>
                  <a:cxn ang="0">
                    <a:pos x="681" y="60"/>
                  </a:cxn>
                  <a:cxn ang="0">
                    <a:pos x="741" y="96"/>
                  </a:cxn>
                  <a:cxn ang="0">
                    <a:pos x="795" y="132"/>
                  </a:cxn>
                  <a:cxn ang="0">
                    <a:pos x="831" y="174"/>
                  </a:cxn>
                  <a:cxn ang="0">
                    <a:pos x="861" y="222"/>
                  </a:cxn>
                  <a:cxn ang="0">
                    <a:pos x="867" y="276"/>
                  </a:cxn>
                  <a:cxn ang="0">
                    <a:pos x="855" y="330"/>
                  </a:cxn>
                  <a:cxn ang="0">
                    <a:pos x="831" y="378"/>
                  </a:cxn>
                  <a:cxn ang="0">
                    <a:pos x="783" y="426"/>
                  </a:cxn>
                  <a:cxn ang="0">
                    <a:pos x="723" y="462"/>
                  </a:cxn>
                  <a:cxn ang="0">
                    <a:pos x="765" y="462"/>
                  </a:cxn>
                  <a:cxn ang="0">
                    <a:pos x="819" y="426"/>
                  </a:cxn>
                  <a:cxn ang="0">
                    <a:pos x="855" y="378"/>
                  </a:cxn>
                  <a:cxn ang="0">
                    <a:pos x="884" y="330"/>
                  </a:cxn>
                  <a:cxn ang="0">
                    <a:pos x="890" y="276"/>
                  </a:cxn>
                  <a:cxn ang="0">
                    <a:pos x="884" y="222"/>
                  </a:cxn>
                  <a:cxn ang="0">
                    <a:pos x="855" y="168"/>
                  </a:cxn>
                  <a:cxn ang="0">
                    <a:pos x="813" y="120"/>
                  </a:cxn>
                  <a:cxn ang="0">
                    <a:pos x="759" y="84"/>
                  </a:cxn>
                  <a:cxn ang="0">
                    <a:pos x="693" y="48"/>
                  </a:cxn>
                  <a:cxn ang="0">
                    <a:pos x="621" y="24"/>
                  </a:cxn>
                  <a:cxn ang="0">
                    <a:pos x="538" y="6"/>
                  </a:cxn>
                  <a:cxn ang="0">
                    <a:pos x="448" y="0"/>
                  </a:cxn>
                  <a:cxn ang="0">
                    <a:pos x="358" y="6"/>
                  </a:cxn>
                  <a:cxn ang="0">
                    <a:pos x="275" y="24"/>
                  </a:cxn>
                  <a:cxn ang="0">
                    <a:pos x="197" y="48"/>
                  </a:cxn>
                  <a:cxn ang="0">
                    <a:pos x="131" y="84"/>
                  </a:cxn>
                  <a:cxn ang="0">
                    <a:pos x="77" y="120"/>
                  </a:cxn>
                  <a:cxn ang="0">
                    <a:pos x="35" y="168"/>
                  </a:cxn>
                  <a:cxn ang="0">
                    <a:pos x="12" y="222"/>
                  </a:cxn>
                  <a:cxn ang="0">
                    <a:pos x="0" y="276"/>
                  </a:cxn>
                  <a:cxn ang="0">
                    <a:pos x="6" y="330"/>
                  </a:cxn>
                  <a:cxn ang="0">
                    <a:pos x="35" y="378"/>
                  </a:cxn>
                  <a:cxn ang="0">
                    <a:pos x="71" y="426"/>
                  </a:cxn>
                  <a:cxn ang="0">
                    <a:pos x="125" y="462"/>
                  </a:cxn>
                  <a:cxn ang="0">
                    <a:pos x="167" y="462"/>
                  </a:cxn>
                  <a:cxn ang="0">
                    <a:pos x="107" y="426"/>
                  </a:cxn>
                  <a:cxn ang="0">
                    <a:pos x="59" y="378"/>
                  </a:cxn>
                  <a:cxn ang="0">
                    <a:pos x="35" y="330"/>
                  </a:cxn>
                  <a:cxn ang="0">
                    <a:pos x="23" y="276"/>
                  </a:cxn>
                  <a:cxn ang="0">
                    <a:pos x="23" y="276"/>
                  </a:cxn>
                </a:cxnLst>
                <a:rect l="0" t="0" r="r" b="b"/>
                <a:pathLst>
                  <a:path w="890" h="462">
                    <a:moveTo>
                      <a:pt x="23" y="276"/>
                    </a:moveTo>
                    <a:lnTo>
                      <a:pt x="29" y="222"/>
                    </a:lnTo>
                    <a:lnTo>
                      <a:pt x="59" y="174"/>
                    </a:lnTo>
                    <a:lnTo>
                      <a:pt x="95" y="132"/>
                    </a:lnTo>
                    <a:lnTo>
                      <a:pt x="149" y="96"/>
                    </a:lnTo>
                    <a:lnTo>
                      <a:pt x="209" y="60"/>
                    </a:lnTo>
                    <a:lnTo>
                      <a:pt x="281" y="36"/>
                    </a:lnTo>
                    <a:lnTo>
                      <a:pt x="364" y="24"/>
                    </a:lnTo>
                    <a:lnTo>
                      <a:pt x="448" y="18"/>
                    </a:lnTo>
                    <a:lnTo>
                      <a:pt x="532" y="24"/>
                    </a:lnTo>
                    <a:lnTo>
                      <a:pt x="609" y="36"/>
                    </a:lnTo>
                    <a:lnTo>
                      <a:pt x="681" y="60"/>
                    </a:lnTo>
                    <a:lnTo>
                      <a:pt x="741" y="96"/>
                    </a:lnTo>
                    <a:lnTo>
                      <a:pt x="795" y="132"/>
                    </a:lnTo>
                    <a:lnTo>
                      <a:pt x="831" y="174"/>
                    </a:lnTo>
                    <a:lnTo>
                      <a:pt x="861" y="222"/>
                    </a:lnTo>
                    <a:lnTo>
                      <a:pt x="867" y="276"/>
                    </a:lnTo>
                    <a:lnTo>
                      <a:pt x="855" y="330"/>
                    </a:lnTo>
                    <a:lnTo>
                      <a:pt x="831" y="378"/>
                    </a:lnTo>
                    <a:lnTo>
                      <a:pt x="783" y="426"/>
                    </a:lnTo>
                    <a:lnTo>
                      <a:pt x="723" y="462"/>
                    </a:lnTo>
                    <a:lnTo>
                      <a:pt x="765" y="462"/>
                    </a:lnTo>
                    <a:lnTo>
                      <a:pt x="819" y="426"/>
                    </a:lnTo>
                    <a:lnTo>
                      <a:pt x="855" y="378"/>
                    </a:lnTo>
                    <a:lnTo>
                      <a:pt x="884" y="330"/>
                    </a:lnTo>
                    <a:lnTo>
                      <a:pt x="890" y="276"/>
                    </a:lnTo>
                    <a:lnTo>
                      <a:pt x="884" y="222"/>
                    </a:lnTo>
                    <a:lnTo>
                      <a:pt x="855" y="168"/>
                    </a:lnTo>
                    <a:lnTo>
                      <a:pt x="813" y="120"/>
                    </a:lnTo>
                    <a:lnTo>
                      <a:pt x="759" y="84"/>
                    </a:lnTo>
                    <a:lnTo>
                      <a:pt x="693" y="48"/>
                    </a:lnTo>
                    <a:lnTo>
                      <a:pt x="621" y="24"/>
                    </a:lnTo>
                    <a:lnTo>
                      <a:pt x="538" y="6"/>
                    </a:lnTo>
                    <a:lnTo>
                      <a:pt x="448" y="0"/>
                    </a:lnTo>
                    <a:lnTo>
                      <a:pt x="358" y="6"/>
                    </a:lnTo>
                    <a:lnTo>
                      <a:pt x="275" y="24"/>
                    </a:lnTo>
                    <a:lnTo>
                      <a:pt x="197" y="48"/>
                    </a:lnTo>
                    <a:lnTo>
                      <a:pt x="131" y="84"/>
                    </a:lnTo>
                    <a:lnTo>
                      <a:pt x="77" y="120"/>
                    </a:lnTo>
                    <a:lnTo>
                      <a:pt x="35" y="168"/>
                    </a:lnTo>
                    <a:lnTo>
                      <a:pt x="12" y="222"/>
                    </a:lnTo>
                    <a:lnTo>
                      <a:pt x="0" y="276"/>
                    </a:lnTo>
                    <a:lnTo>
                      <a:pt x="6" y="330"/>
                    </a:lnTo>
                    <a:lnTo>
                      <a:pt x="35" y="378"/>
                    </a:lnTo>
                    <a:lnTo>
                      <a:pt x="71" y="426"/>
                    </a:lnTo>
                    <a:lnTo>
                      <a:pt x="125" y="462"/>
                    </a:lnTo>
                    <a:lnTo>
                      <a:pt x="167" y="462"/>
                    </a:lnTo>
                    <a:lnTo>
                      <a:pt x="107" y="426"/>
                    </a:lnTo>
                    <a:lnTo>
                      <a:pt x="59" y="378"/>
                    </a:lnTo>
                    <a:lnTo>
                      <a:pt x="35" y="330"/>
                    </a:lnTo>
                    <a:lnTo>
                      <a:pt x="23" y="276"/>
                    </a:lnTo>
                    <a:lnTo>
                      <a:pt x="23" y="276"/>
                    </a:lnTo>
                    <a:close/>
                  </a:path>
                </a:pathLst>
              </a:custGeom>
              <a:gradFill rotWithShape="0">
                <a:gsLst>
                  <a:gs pos="0">
                    <a:schemeClr val="accent1"/>
                  </a:gs>
                  <a:gs pos="100000">
                    <a:schemeClr val="accent1">
                      <a:gamma/>
                      <a:shade val="84706"/>
                      <a:invGamma/>
                    </a:schemeClr>
                  </a:gs>
                </a:gsLst>
                <a:lin ang="2700000" scaled="1"/>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21" name="Freeform 27"/>
              <p:cNvSpPr>
                <a:spLocks/>
              </p:cNvSpPr>
              <p:nvPr/>
            </p:nvSpPr>
            <p:spPr bwMode="hidden">
              <a:xfrm>
                <a:off x="2082" y="3828"/>
                <a:ext cx="407" cy="486"/>
              </a:xfrm>
              <a:custGeom>
                <a:avLst/>
                <a:gdLst/>
                <a:ahLst/>
                <a:cxnLst>
                  <a:cxn ang="0">
                    <a:pos x="18" y="300"/>
                  </a:cxn>
                  <a:cxn ang="0">
                    <a:pos x="24" y="246"/>
                  </a:cxn>
                  <a:cxn ang="0">
                    <a:pos x="48" y="198"/>
                  </a:cxn>
                  <a:cxn ang="0">
                    <a:pos x="83" y="150"/>
                  </a:cxn>
                  <a:cxn ang="0">
                    <a:pos x="131" y="108"/>
                  </a:cxn>
                  <a:cxn ang="0">
                    <a:pos x="185" y="72"/>
                  </a:cxn>
                  <a:cxn ang="0">
                    <a:pos x="251" y="42"/>
                  </a:cxn>
                  <a:cxn ang="0">
                    <a:pos x="329" y="24"/>
                  </a:cxn>
                  <a:cxn ang="0">
                    <a:pos x="406" y="6"/>
                  </a:cxn>
                  <a:cxn ang="0">
                    <a:pos x="406" y="0"/>
                  </a:cxn>
                  <a:cxn ang="0">
                    <a:pos x="323" y="12"/>
                  </a:cxn>
                  <a:cxn ang="0">
                    <a:pos x="245" y="36"/>
                  </a:cxn>
                  <a:cxn ang="0">
                    <a:pos x="179" y="66"/>
                  </a:cxn>
                  <a:cxn ang="0">
                    <a:pos x="119" y="102"/>
                  </a:cxn>
                  <a:cxn ang="0">
                    <a:pos x="72" y="144"/>
                  </a:cxn>
                  <a:cxn ang="0">
                    <a:pos x="30" y="192"/>
                  </a:cxn>
                  <a:cxn ang="0">
                    <a:pos x="6" y="246"/>
                  </a:cxn>
                  <a:cxn ang="0">
                    <a:pos x="0" y="300"/>
                  </a:cxn>
                  <a:cxn ang="0">
                    <a:pos x="6" y="348"/>
                  </a:cxn>
                  <a:cxn ang="0">
                    <a:pos x="30" y="396"/>
                  </a:cxn>
                  <a:cxn ang="0">
                    <a:pos x="66" y="444"/>
                  </a:cxn>
                  <a:cxn ang="0">
                    <a:pos x="107" y="486"/>
                  </a:cxn>
                  <a:cxn ang="0">
                    <a:pos x="131" y="486"/>
                  </a:cxn>
                  <a:cxn ang="0">
                    <a:pos x="83" y="450"/>
                  </a:cxn>
                  <a:cxn ang="0">
                    <a:pos x="48" y="402"/>
                  </a:cxn>
                  <a:cxn ang="0">
                    <a:pos x="24" y="354"/>
                  </a:cxn>
                  <a:cxn ang="0">
                    <a:pos x="18" y="300"/>
                  </a:cxn>
                  <a:cxn ang="0">
                    <a:pos x="18" y="300"/>
                  </a:cxn>
                </a:cxnLst>
                <a:rect l="0" t="0" r="r" b="b"/>
                <a:pathLst>
                  <a:path w="406" h="486">
                    <a:moveTo>
                      <a:pt x="18" y="300"/>
                    </a:moveTo>
                    <a:lnTo>
                      <a:pt x="24" y="246"/>
                    </a:lnTo>
                    <a:lnTo>
                      <a:pt x="48" y="198"/>
                    </a:lnTo>
                    <a:lnTo>
                      <a:pt x="83" y="150"/>
                    </a:lnTo>
                    <a:lnTo>
                      <a:pt x="131" y="108"/>
                    </a:lnTo>
                    <a:lnTo>
                      <a:pt x="185" y="72"/>
                    </a:lnTo>
                    <a:lnTo>
                      <a:pt x="251" y="42"/>
                    </a:lnTo>
                    <a:lnTo>
                      <a:pt x="329" y="24"/>
                    </a:lnTo>
                    <a:lnTo>
                      <a:pt x="406" y="6"/>
                    </a:lnTo>
                    <a:lnTo>
                      <a:pt x="406" y="0"/>
                    </a:lnTo>
                    <a:lnTo>
                      <a:pt x="323" y="12"/>
                    </a:lnTo>
                    <a:lnTo>
                      <a:pt x="245" y="36"/>
                    </a:lnTo>
                    <a:lnTo>
                      <a:pt x="179" y="66"/>
                    </a:lnTo>
                    <a:lnTo>
                      <a:pt x="119" y="102"/>
                    </a:lnTo>
                    <a:lnTo>
                      <a:pt x="72" y="144"/>
                    </a:lnTo>
                    <a:lnTo>
                      <a:pt x="30" y="192"/>
                    </a:lnTo>
                    <a:lnTo>
                      <a:pt x="6" y="246"/>
                    </a:lnTo>
                    <a:lnTo>
                      <a:pt x="0" y="300"/>
                    </a:lnTo>
                    <a:lnTo>
                      <a:pt x="6" y="348"/>
                    </a:lnTo>
                    <a:lnTo>
                      <a:pt x="30" y="396"/>
                    </a:lnTo>
                    <a:lnTo>
                      <a:pt x="66" y="444"/>
                    </a:lnTo>
                    <a:lnTo>
                      <a:pt x="107" y="486"/>
                    </a:lnTo>
                    <a:lnTo>
                      <a:pt x="131" y="486"/>
                    </a:lnTo>
                    <a:lnTo>
                      <a:pt x="83" y="450"/>
                    </a:lnTo>
                    <a:lnTo>
                      <a:pt x="48" y="402"/>
                    </a:lnTo>
                    <a:lnTo>
                      <a:pt x="24" y="354"/>
                    </a:lnTo>
                    <a:lnTo>
                      <a:pt x="18" y="300"/>
                    </a:lnTo>
                    <a:lnTo>
                      <a:pt x="18" y="300"/>
                    </a:lnTo>
                    <a:close/>
                  </a:path>
                </a:pathLst>
              </a:custGeom>
              <a:gradFill rotWithShape="0">
                <a:gsLst>
                  <a:gs pos="0">
                    <a:schemeClr val="accent1"/>
                  </a:gs>
                  <a:gs pos="100000">
                    <a:schemeClr val="accent1">
                      <a:gamma/>
                      <a:shade val="90980"/>
                      <a:invGamma/>
                    </a:schemeClr>
                  </a:gs>
                </a:gsLst>
                <a:lin ang="0" scaled="1"/>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22" name="Freeform 28"/>
              <p:cNvSpPr>
                <a:spLocks/>
              </p:cNvSpPr>
              <p:nvPr/>
            </p:nvSpPr>
            <p:spPr bwMode="hidden">
              <a:xfrm>
                <a:off x="2987" y="4044"/>
                <a:ext cx="108" cy="252"/>
              </a:xfrm>
              <a:custGeom>
                <a:avLst/>
                <a:gdLst/>
                <a:ahLst/>
                <a:cxnLst>
                  <a:cxn ang="0">
                    <a:pos x="89" y="84"/>
                  </a:cxn>
                  <a:cxn ang="0">
                    <a:pos x="83" y="132"/>
                  </a:cxn>
                  <a:cxn ang="0">
                    <a:pos x="65" y="174"/>
                  </a:cxn>
                  <a:cxn ang="0">
                    <a:pos x="36" y="216"/>
                  </a:cxn>
                  <a:cxn ang="0">
                    <a:pos x="0" y="252"/>
                  </a:cxn>
                  <a:cxn ang="0">
                    <a:pos x="18" y="252"/>
                  </a:cxn>
                  <a:cxn ang="0">
                    <a:pos x="53" y="216"/>
                  </a:cxn>
                  <a:cxn ang="0">
                    <a:pos x="83" y="174"/>
                  </a:cxn>
                  <a:cxn ang="0">
                    <a:pos x="101" y="132"/>
                  </a:cxn>
                  <a:cxn ang="0">
                    <a:pos x="107" y="84"/>
                  </a:cxn>
                  <a:cxn ang="0">
                    <a:pos x="101" y="42"/>
                  </a:cxn>
                  <a:cxn ang="0">
                    <a:pos x="89" y="0"/>
                  </a:cxn>
                  <a:cxn ang="0">
                    <a:pos x="65" y="0"/>
                  </a:cxn>
                  <a:cxn ang="0">
                    <a:pos x="83" y="42"/>
                  </a:cxn>
                  <a:cxn ang="0">
                    <a:pos x="89" y="84"/>
                  </a:cxn>
                  <a:cxn ang="0">
                    <a:pos x="89" y="84"/>
                  </a:cxn>
                </a:cxnLst>
                <a:rect l="0" t="0" r="r" b="b"/>
                <a:pathLst>
                  <a:path w="107" h="252">
                    <a:moveTo>
                      <a:pt x="89" y="84"/>
                    </a:moveTo>
                    <a:lnTo>
                      <a:pt x="83" y="132"/>
                    </a:lnTo>
                    <a:lnTo>
                      <a:pt x="65" y="174"/>
                    </a:lnTo>
                    <a:lnTo>
                      <a:pt x="36" y="216"/>
                    </a:lnTo>
                    <a:lnTo>
                      <a:pt x="0" y="252"/>
                    </a:lnTo>
                    <a:lnTo>
                      <a:pt x="18" y="252"/>
                    </a:lnTo>
                    <a:lnTo>
                      <a:pt x="53" y="216"/>
                    </a:lnTo>
                    <a:lnTo>
                      <a:pt x="83" y="174"/>
                    </a:lnTo>
                    <a:lnTo>
                      <a:pt x="101" y="132"/>
                    </a:lnTo>
                    <a:lnTo>
                      <a:pt x="107" y="84"/>
                    </a:lnTo>
                    <a:lnTo>
                      <a:pt x="101" y="42"/>
                    </a:lnTo>
                    <a:lnTo>
                      <a:pt x="89" y="0"/>
                    </a:lnTo>
                    <a:lnTo>
                      <a:pt x="65" y="0"/>
                    </a:lnTo>
                    <a:lnTo>
                      <a:pt x="83" y="42"/>
                    </a:lnTo>
                    <a:lnTo>
                      <a:pt x="89" y="84"/>
                    </a:lnTo>
                    <a:lnTo>
                      <a:pt x="89" y="84"/>
                    </a:lnTo>
                    <a:close/>
                  </a:path>
                </a:pathLst>
              </a:custGeom>
              <a:gradFill rotWithShape="0">
                <a:gsLst>
                  <a:gs pos="0">
                    <a:schemeClr val="accent1"/>
                  </a:gs>
                  <a:gs pos="100000">
                    <a:schemeClr val="accent1">
                      <a:gamma/>
                      <a:shade val="81961"/>
                      <a:invGamma/>
                    </a:schemeClr>
                  </a:gs>
                </a:gsLst>
                <a:lin ang="5400000" scaled="1"/>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23" name="Freeform 29"/>
              <p:cNvSpPr>
                <a:spLocks/>
              </p:cNvSpPr>
              <p:nvPr/>
            </p:nvSpPr>
            <p:spPr bwMode="hidden">
              <a:xfrm>
                <a:off x="2068" y="3685"/>
                <a:ext cx="835" cy="150"/>
              </a:xfrm>
              <a:custGeom>
                <a:avLst/>
                <a:gdLst/>
                <a:ahLst/>
                <a:cxnLst>
                  <a:cxn ang="0">
                    <a:pos x="518" y="18"/>
                  </a:cxn>
                  <a:cxn ang="0">
                    <a:pos x="597" y="24"/>
                  </a:cxn>
                  <a:cxn ang="0">
                    <a:pos x="682" y="30"/>
                  </a:cxn>
                  <a:cxn ang="0">
                    <a:pos x="755" y="42"/>
                  </a:cxn>
                  <a:cxn ang="0">
                    <a:pos x="828" y="60"/>
                  </a:cxn>
                  <a:cxn ang="0">
                    <a:pos x="835" y="42"/>
                  </a:cxn>
                  <a:cxn ang="0">
                    <a:pos x="761" y="24"/>
                  </a:cxn>
                  <a:cxn ang="0">
                    <a:pos x="688" y="12"/>
                  </a:cxn>
                  <a:cxn ang="0">
                    <a:pos x="603" y="6"/>
                  </a:cxn>
                  <a:cxn ang="0">
                    <a:pos x="518" y="0"/>
                  </a:cxn>
                  <a:cxn ang="0">
                    <a:pos x="372" y="12"/>
                  </a:cxn>
                  <a:cxn ang="0">
                    <a:pos x="232" y="36"/>
                  </a:cxn>
                  <a:cxn ang="0">
                    <a:pos x="110" y="78"/>
                  </a:cxn>
                  <a:cxn ang="0">
                    <a:pos x="0" y="132"/>
                  </a:cxn>
                  <a:cxn ang="0">
                    <a:pos x="19" y="150"/>
                  </a:cxn>
                  <a:cxn ang="0">
                    <a:pos x="122" y="96"/>
                  </a:cxn>
                  <a:cxn ang="0">
                    <a:pos x="244" y="54"/>
                  </a:cxn>
                  <a:cxn ang="0">
                    <a:pos x="378" y="30"/>
                  </a:cxn>
                  <a:cxn ang="0">
                    <a:pos x="518" y="18"/>
                  </a:cxn>
                  <a:cxn ang="0">
                    <a:pos x="518" y="18"/>
                  </a:cxn>
                </a:cxnLst>
                <a:rect l="0" t="0" r="r" b="b"/>
                <a:pathLst>
                  <a:path w="835" h="150">
                    <a:moveTo>
                      <a:pt x="518" y="18"/>
                    </a:moveTo>
                    <a:lnTo>
                      <a:pt x="597" y="24"/>
                    </a:lnTo>
                    <a:lnTo>
                      <a:pt x="682" y="30"/>
                    </a:lnTo>
                    <a:lnTo>
                      <a:pt x="755" y="42"/>
                    </a:lnTo>
                    <a:lnTo>
                      <a:pt x="828" y="60"/>
                    </a:lnTo>
                    <a:lnTo>
                      <a:pt x="835" y="42"/>
                    </a:lnTo>
                    <a:lnTo>
                      <a:pt x="761" y="24"/>
                    </a:lnTo>
                    <a:lnTo>
                      <a:pt x="688" y="12"/>
                    </a:lnTo>
                    <a:lnTo>
                      <a:pt x="603" y="6"/>
                    </a:lnTo>
                    <a:lnTo>
                      <a:pt x="518" y="0"/>
                    </a:lnTo>
                    <a:lnTo>
                      <a:pt x="372" y="12"/>
                    </a:lnTo>
                    <a:lnTo>
                      <a:pt x="232" y="36"/>
                    </a:lnTo>
                    <a:lnTo>
                      <a:pt x="110" y="78"/>
                    </a:lnTo>
                    <a:lnTo>
                      <a:pt x="0" y="132"/>
                    </a:lnTo>
                    <a:lnTo>
                      <a:pt x="19" y="150"/>
                    </a:lnTo>
                    <a:lnTo>
                      <a:pt x="122" y="96"/>
                    </a:lnTo>
                    <a:lnTo>
                      <a:pt x="244" y="54"/>
                    </a:lnTo>
                    <a:lnTo>
                      <a:pt x="378" y="30"/>
                    </a:lnTo>
                    <a:lnTo>
                      <a:pt x="518" y="18"/>
                    </a:lnTo>
                    <a:lnTo>
                      <a:pt x="518" y="18"/>
                    </a:lnTo>
                    <a:close/>
                  </a:path>
                </a:pathLst>
              </a:custGeom>
              <a:solidFill>
                <a:schemeClr val="accent1"/>
              </a:soli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24" name="Freeform 30"/>
              <p:cNvSpPr>
                <a:spLocks/>
              </p:cNvSpPr>
              <p:nvPr/>
            </p:nvSpPr>
            <p:spPr bwMode="hidden">
              <a:xfrm>
                <a:off x="1867" y="3853"/>
                <a:ext cx="171" cy="461"/>
              </a:xfrm>
              <a:custGeom>
                <a:avLst/>
                <a:gdLst/>
                <a:ahLst/>
                <a:cxnLst>
                  <a:cxn ang="0">
                    <a:pos x="31" y="263"/>
                  </a:cxn>
                  <a:cxn ang="0">
                    <a:pos x="43" y="191"/>
                  </a:cxn>
                  <a:cxn ang="0">
                    <a:pos x="67" y="131"/>
                  </a:cxn>
                  <a:cxn ang="0">
                    <a:pos x="116" y="72"/>
                  </a:cxn>
                  <a:cxn ang="0">
                    <a:pos x="171" y="18"/>
                  </a:cxn>
                  <a:cxn ang="0">
                    <a:pos x="153" y="0"/>
                  </a:cxn>
                  <a:cxn ang="0">
                    <a:pos x="86" y="60"/>
                  </a:cxn>
                  <a:cxn ang="0">
                    <a:pos x="43" y="120"/>
                  </a:cxn>
                  <a:cxn ang="0">
                    <a:pos x="13" y="191"/>
                  </a:cxn>
                  <a:cxn ang="0">
                    <a:pos x="0" y="263"/>
                  </a:cxn>
                  <a:cxn ang="0">
                    <a:pos x="6" y="317"/>
                  </a:cxn>
                  <a:cxn ang="0">
                    <a:pos x="25" y="365"/>
                  </a:cxn>
                  <a:cxn ang="0">
                    <a:pos x="49" y="413"/>
                  </a:cxn>
                  <a:cxn ang="0">
                    <a:pos x="86" y="461"/>
                  </a:cxn>
                  <a:cxn ang="0">
                    <a:pos x="122" y="461"/>
                  </a:cxn>
                  <a:cxn ang="0">
                    <a:pos x="86" y="413"/>
                  </a:cxn>
                  <a:cxn ang="0">
                    <a:pos x="55" y="365"/>
                  </a:cxn>
                  <a:cxn ang="0">
                    <a:pos x="37" y="317"/>
                  </a:cxn>
                  <a:cxn ang="0">
                    <a:pos x="31" y="263"/>
                  </a:cxn>
                  <a:cxn ang="0">
                    <a:pos x="31" y="263"/>
                  </a:cxn>
                </a:cxnLst>
                <a:rect l="0" t="0" r="r" b="b"/>
                <a:pathLst>
                  <a:path w="171" h="461">
                    <a:moveTo>
                      <a:pt x="31" y="263"/>
                    </a:moveTo>
                    <a:lnTo>
                      <a:pt x="43" y="191"/>
                    </a:lnTo>
                    <a:lnTo>
                      <a:pt x="67" y="131"/>
                    </a:lnTo>
                    <a:lnTo>
                      <a:pt x="116" y="72"/>
                    </a:lnTo>
                    <a:lnTo>
                      <a:pt x="171" y="18"/>
                    </a:lnTo>
                    <a:lnTo>
                      <a:pt x="153" y="0"/>
                    </a:lnTo>
                    <a:lnTo>
                      <a:pt x="86" y="60"/>
                    </a:lnTo>
                    <a:lnTo>
                      <a:pt x="43" y="120"/>
                    </a:lnTo>
                    <a:lnTo>
                      <a:pt x="13" y="191"/>
                    </a:lnTo>
                    <a:lnTo>
                      <a:pt x="0" y="263"/>
                    </a:lnTo>
                    <a:lnTo>
                      <a:pt x="6" y="317"/>
                    </a:lnTo>
                    <a:lnTo>
                      <a:pt x="25" y="365"/>
                    </a:lnTo>
                    <a:lnTo>
                      <a:pt x="49" y="413"/>
                    </a:lnTo>
                    <a:lnTo>
                      <a:pt x="86" y="461"/>
                    </a:lnTo>
                    <a:lnTo>
                      <a:pt x="122" y="461"/>
                    </a:lnTo>
                    <a:lnTo>
                      <a:pt x="86" y="413"/>
                    </a:lnTo>
                    <a:lnTo>
                      <a:pt x="55" y="365"/>
                    </a:lnTo>
                    <a:lnTo>
                      <a:pt x="37" y="317"/>
                    </a:lnTo>
                    <a:lnTo>
                      <a:pt x="31" y="263"/>
                    </a:lnTo>
                    <a:lnTo>
                      <a:pt x="31" y="263"/>
                    </a:lnTo>
                    <a:close/>
                  </a:path>
                </a:pathLst>
              </a:custGeom>
              <a:solidFill>
                <a:schemeClr val="accent1"/>
              </a:soli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25" name="Freeform 31"/>
              <p:cNvSpPr>
                <a:spLocks/>
              </p:cNvSpPr>
              <p:nvPr/>
            </p:nvSpPr>
            <p:spPr bwMode="hidden">
              <a:xfrm>
                <a:off x="2951" y="3751"/>
                <a:ext cx="360" cy="563"/>
              </a:xfrm>
              <a:custGeom>
                <a:avLst/>
                <a:gdLst/>
                <a:ahLst/>
                <a:cxnLst>
                  <a:cxn ang="0">
                    <a:pos x="360" y="365"/>
                  </a:cxn>
                  <a:cxn ang="0">
                    <a:pos x="353" y="305"/>
                  </a:cxn>
                  <a:cxn ang="0">
                    <a:pos x="335" y="251"/>
                  </a:cxn>
                  <a:cxn ang="0">
                    <a:pos x="305" y="204"/>
                  </a:cxn>
                  <a:cxn ang="0">
                    <a:pos x="262" y="156"/>
                  </a:cxn>
                  <a:cxn ang="0">
                    <a:pos x="213" y="108"/>
                  </a:cxn>
                  <a:cxn ang="0">
                    <a:pos x="159" y="66"/>
                  </a:cxn>
                  <a:cxn ang="0">
                    <a:pos x="92" y="30"/>
                  </a:cxn>
                  <a:cxn ang="0">
                    <a:pos x="19" y="0"/>
                  </a:cxn>
                  <a:cxn ang="0">
                    <a:pos x="0" y="12"/>
                  </a:cxn>
                  <a:cxn ang="0">
                    <a:pos x="67" y="42"/>
                  </a:cxn>
                  <a:cxn ang="0">
                    <a:pos x="134" y="78"/>
                  </a:cxn>
                  <a:cxn ang="0">
                    <a:pos x="189" y="114"/>
                  </a:cxn>
                  <a:cxn ang="0">
                    <a:pos x="238" y="162"/>
                  </a:cxn>
                  <a:cxn ang="0">
                    <a:pos x="274" y="210"/>
                  </a:cxn>
                  <a:cxn ang="0">
                    <a:pos x="299" y="257"/>
                  </a:cxn>
                  <a:cxn ang="0">
                    <a:pos x="317" y="311"/>
                  </a:cxn>
                  <a:cxn ang="0">
                    <a:pos x="323" y="365"/>
                  </a:cxn>
                  <a:cxn ang="0">
                    <a:pos x="317" y="419"/>
                  </a:cxn>
                  <a:cxn ang="0">
                    <a:pos x="299" y="467"/>
                  </a:cxn>
                  <a:cxn ang="0">
                    <a:pos x="274" y="515"/>
                  </a:cxn>
                  <a:cxn ang="0">
                    <a:pos x="238" y="563"/>
                  </a:cxn>
                  <a:cxn ang="0">
                    <a:pos x="268" y="563"/>
                  </a:cxn>
                  <a:cxn ang="0">
                    <a:pos x="311" y="515"/>
                  </a:cxn>
                  <a:cxn ang="0">
                    <a:pos x="335" y="467"/>
                  </a:cxn>
                  <a:cxn ang="0">
                    <a:pos x="353" y="419"/>
                  </a:cxn>
                  <a:cxn ang="0">
                    <a:pos x="360" y="365"/>
                  </a:cxn>
                  <a:cxn ang="0">
                    <a:pos x="360" y="365"/>
                  </a:cxn>
                </a:cxnLst>
                <a:rect l="0" t="0" r="r" b="b"/>
                <a:pathLst>
                  <a:path w="360" h="563">
                    <a:moveTo>
                      <a:pt x="360" y="365"/>
                    </a:moveTo>
                    <a:lnTo>
                      <a:pt x="353" y="305"/>
                    </a:lnTo>
                    <a:lnTo>
                      <a:pt x="335" y="251"/>
                    </a:lnTo>
                    <a:lnTo>
                      <a:pt x="305" y="204"/>
                    </a:lnTo>
                    <a:lnTo>
                      <a:pt x="262" y="156"/>
                    </a:lnTo>
                    <a:lnTo>
                      <a:pt x="213" y="108"/>
                    </a:lnTo>
                    <a:lnTo>
                      <a:pt x="159" y="66"/>
                    </a:lnTo>
                    <a:lnTo>
                      <a:pt x="92" y="30"/>
                    </a:lnTo>
                    <a:lnTo>
                      <a:pt x="19" y="0"/>
                    </a:lnTo>
                    <a:lnTo>
                      <a:pt x="0" y="12"/>
                    </a:lnTo>
                    <a:lnTo>
                      <a:pt x="67" y="42"/>
                    </a:lnTo>
                    <a:lnTo>
                      <a:pt x="134" y="78"/>
                    </a:lnTo>
                    <a:lnTo>
                      <a:pt x="189" y="114"/>
                    </a:lnTo>
                    <a:lnTo>
                      <a:pt x="238" y="162"/>
                    </a:lnTo>
                    <a:lnTo>
                      <a:pt x="274" y="210"/>
                    </a:lnTo>
                    <a:lnTo>
                      <a:pt x="299" y="257"/>
                    </a:lnTo>
                    <a:lnTo>
                      <a:pt x="317" y="311"/>
                    </a:lnTo>
                    <a:lnTo>
                      <a:pt x="323" y="365"/>
                    </a:lnTo>
                    <a:lnTo>
                      <a:pt x="317" y="419"/>
                    </a:lnTo>
                    <a:lnTo>
                      <a:pt x="299" y="467"/>
                    </a:lnTo>
                    <a:lnTo>
                      <a:pt x="274" y="515"/>
                    </a:lnTo>
                    <a:lnTo>
                      <a:pt x="238" y="563"/>
                    </a:lnTo>
                    <a:lnTo>
                      <a:pt x="268" y="563"/>
                    </a:lnTo>
                    <a:lnTo>
                      <a:pt x="311" y="515"/>
                    </a:lnTo>
                    <a:lnTo>
                      <a:pt x="335" y="467"/>
                    </a:lnTo>
                    <a:lnTo>
                      <a:pt x="353" y="419"/>
                    </a:lnTo>
                    <a:lnTo>
                      <a:pt x="360" y="365"/>
                    </a:lnTo>
                    <a:lnTo>
                      <a:pt x="360" y="365"/>
                    </a:lnTo>
                    <a:close/>
                  </a:path>
                </a:pathLst>
              </a:custGeom>
              <a:gradFill rotWithShape="0">
                <a:gsLst>
                  <a:gs pos="0">
                    <a:schemeClr val="accent1"/>
                  </a:gs>
                  <a:gs pos="100000">
                    <a:schemeClr val="accent1">
                      <a:gamma/>
                      <a:shade val="87843"/>
                      <a:invGamma/>
                    </a:schemeClr>
                  </a:gs>
                </a:gsLst>
                <a:lin ang="5400000" scaled="1"/>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26" name="Freeform 32"/>
              <p:cNvSpPr>
                <a:spLocks/>
              </p:cNvSpPr>
              <p:nvPr/>
            </p:nvSpPr>
            <p:spPr bwMode="hidden">
              <a:xfrm>
                <a:off x="2318" y="3631"/>
                <a:ext cx="1078" cy="425"/>
              </a:xfrm>
              <a:custGeom>
                <a:avLst/>
                <a:gdLst/>
                <a:ahLst/>
                <a:cxnLst>
                  <a:cxn ang="0">
                    <a:pos x="1053" y="425"/>
                  </a:cxn>
                  <a:cxn ang="0">
                    <a:pos x="1078" y="419"/>
                  </a:cxn>
                  <a:cxn ang="0">
                    <a:pos x="1066" y="377"/>
                  </a:cxn>
                  <a:cxn ang="0">
                    <a:pos x="1047" y="336"/>
                  </a:cxn>
                  <a:cxn ang="0">
                    <a:pos x="986" y="252"/>
                  </a:cxn>
                  <a:cxn ang="0">
                    <a:pos x="907" y="180"/>
                  </a:cxn>
                  <a:cxn ang="0">
                    <a:pos x="810" y="120"/>
                  </a:cxn>
                  <a:cxn ang="0">
                    <a:pos x="694" y="72"/>
                  </a:cxn>
                  <a:cxn ang="0">
                    <a:pos x="560" y="30"/>
                  </a:cxn>
                  <a:cxn ang="0">
                    <a:pos x="420" y="6"/>
                  </a:cxn>
                  <a:cxn ang="0">
                    <a:pos x="268" y="0"/>
                  </a:cxn>
                  <a:cxn ang="0">
                    <a:pos x="134" y="6"/>
                  </a:cxn>
                  <a:cxn ang="0">
                    <a:pos x="0" y="24"/>
                  </a:cxn>
                  <a:cxn ang="0">
                    <a:pos x="12" y="36"/>
                  </a:cxn>
                  <a:cxn ang="0">
                    <a:pos x="134" y="18"/>
                  </a:cxn>
                  <a:cxn ang="0">
                    <a:pos x="268" y="12"/>
                  </a:cxn>
                  <a:cxn ang="0">
                    <a:pos x="420" y="18"/>
                  </a:cxn>
                  <a:cxn ang="0">
                    <a:pos x="554" y="42"/>
                  </a:cxn>
                  <a:cxn ang="0">
                    <a:pos x="682" y="84"/>
                  </a:cxn>
                  <a:cxn ang="0">
                    <a:pos x="798" y="132"/>
                  </a:cxn>
                  <a:cxn ang="0">
                    <a:pos x="895" y="192"/>
                  </a:cxn>
                  <a:cxn ang="0">
                    <a:pos x="968" y="264"/>
                  </a:cxn>
                  <a:cxn ang="0">
                    <a:pos x="999" y="300"/>
                  </a:cxn>
                  <a:cxn ang="0">
                    <a:pos x="1023" y="342"/>
                  </a:cxn>
                  <a:cxn ang="0">
                    <a:pos x="1041" y="383"/>
                  </a:cxn>
                  <a:cxn ang="0">
                    <a:pos x="1053" y="425"/>
                  </a:cxn>
                  <a:cxn ang="0">
                    <a:pos x="1053" y="425"/>
                  </a:cxn>
                </a:cxnLst>
                <a:rect l="0" t="0" r="r" b="b"/>
                <a:pathLst>
                  <a:path w="1078" h="425">
                    <a:moveTo>
                      <a:pt x="1053" y="425"/>
                    </a:moveTo>
                    <a:lnTo>
                      <a:pt x="1078" y="419"/>
                    </a:lnTo>
                    <a:lnTo>
                      <a:pt x="1066" y="377"/>
                    </a:lnTo>
                    <a:lnTo>
                      <a:pt x="1047" y="336"/>
                    </a:lnTo>
                    <a:lnTo>
                      <a:pt x="986" y="252"/>
                    </a:lnTo>
                    <a:lnTo>
                      <a:pt x="907" y="180"/>
                    </a:lnTo>
                    <a:lnTo>
                      <a:pt x="810" y="120"/>
                    </a:lnTo>
                    <a:lnTo>
                      <a:pt x="694" y="72"/>
                    </a:lnTo>
                    <a:lnTo>
                      <a:pt x="560" y="30"/>
                    </a:lnTo>
                    <a:lnTo>
                      <a:pt x="420" y="6"/>
                    </a:lnTo>
                    <a:lnTo>
                      <a:pt x="268" y="0"/>
                    </a:lnTo>
                    <a:lnTo>
                      <a:pt x="134" y="6"/>
                    </a:lnTo>
                    <a:lnTo>
                      <a:pt x="0" y="24"/>
                    </a:lnTo>
                    <a:lnTo>
                      <a:pt x="12" y="36"/>
                    </a:lnTo>
                    <a:lnTo>
                      <a:pt x="134" y="18"/>
                    </a:lnTo>
                    <a:lnTo>
                      <a:pt x="268" y="12"/>
                    </a:lnTo>
                    <a:lnTo>
                      <a:pt x="420" y="18"/>
                    </a:lnTo>
                    <a:lnTo>
                      <a:pt x="554" y="42"/>
                    </a:lnTo>
                    <a:lnTo>
                      <a:pt x="682" y="84"/>
                    </a:lnTo>
                    <a:lnTo>
                      <a:pt x="798" y="132"/>
                    </a:lnTo>
                    <a:lnTo>
                      <a:pt x="895" y="192"/>
                    </a:lnTo>
                    <a:lnTo>
                      <a:pt x="968" y="264"/>
                    </a:lnTo>
                    <a:lnTo>
                      <a:pt x="999" y="300"/>
                    </a:lnTo>
                    <a:lnTo>
                      <a:pt x="1023" y="342"/>
                    </a:lnTo>
                    <a:lnTo>
                      <a:pt x="1041" y="383"/>
                    </a:lnTo>
                    <a:lnTo>
                      <a:pt x="1053" y="425"/>
                    </a:lnTo>
                    <a:lnTo>
                      <a:pt x="1053" y="425"/>
                    </a:lnTo>
                    <a:close/>
                  </a:path>
                </a:pathLst>
              </a:custGeom>
              <a:gradFill rotWithShape="0">
                <a:gsLst>
                  <a:gs pos="0">
                    <a:schemeClr val="accent1"/>
                  </a:gs>
                  <a:gs pos="100000">
                    <a:schemeClr val="accent1">
                      <a:gamma/>
                      <a:shade val="87843"/>
                      <a:invGamma/>
                    </a:schemeClr>
                  </a:gs>
                </a:gsLst>
                <a:lin ang="5400000" scaled="1"/>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27" name="Freeform 33"/>
              <p:cNvSpPr>
                <a:spLocks/>
              </p:cNvSpPr>
              <p:nvPr/>
            </p:nvSpPr>
            <p:spPr bwMode="hidden">
              <a:xfrm>
                <a:off x="3304" y="4080"/>
                <a:ext cx="98" cy="234"/>
              </a:xfrm>
              <a:custGeom>
                <a:avLst/>
                <a:gdLst/>
                <a:ahLst/>
                <a:cxnLst>
                  <a:cxn ang="0">
                    <a:pos x="0" y="234"/>
                  </a:cxn>
                  <a:cxn ang="0">
                    <a:pos x="25" y="234"/>
                  </a:cxn>
                  <a:cxn ang="0">
                    <a:pos x="55" y="186"/>
                  </a:cxn>
                  <a:cxn ang="0">
                    <a:pos x="80" y="138"/>
                  </a:cxn>
                  <a:cxn ang="0">
                    <a:pos x="92" y="90"/>
                  </a:cxn>
                  <a:cxn ang="0">
                    <a:pos x="98" y="36"/>
                  </a:cxn>
                  <a:cxn ang="0">
                    <a:pos x="98" y="0"/>
                  </a:cxn>
                  <a:cxn ang="0">
                    <a:pos x="74" y="0"/>
                  </a:cxn>
                  <a:cxn ang="0">
                    <a:pos x="74" y="36"/>
                  </a:cxn>
                  <a:cxn ang="0">
                    <a:pos x="67" y="90"/>
                  </a:cxn>
                  <a:cxn ang="0">
                    <a:pos x="55" y="138"/>
                  </a:cxn>
                  <a:cxn ang="0">
                    <a:pos x="31" y="186"/>
                  </a:cxn>
                  <a:cxn ang="0">
                    <a:pos x="0" y="234"/>
                  </a:cxn>
                  <a:cxn ang="0">
                    <a:pos x="0" y="234"/>
                  </a:cxn>
                </a:cxnLst>
                <a:rect l="0" t="0" r="r" b="b"/>
                <a:pathLst>
                  <a:path w="98" h="234">
                    <a:moveTo>
                      <a:pt x="0" y="234"/>
                    </a:moveTo>
                    <a:lnTo>
                      <a:pt x="25" y="234"/>
                    </a:lnTo>
                    <a:lnTo>
                      <a:pt x="55" y="186"/>
                    </a:lnTo>
                    <a:lnTo>
                      <a:pt x="80" y="138"/>
                    </a:lnTo>
                    <a:lnTo>
                      <a:pt x="92" y="90"/>
                    </a:lnTo>
                    <a:lnTo>
                      <a:pt x="98" y="36"/>
                    </a:lnTo>
                    <a:lnTo>
                      <a:pt x="98" y="0"/>
                    </a:lnTo>
                    <a:lnTo>
                      <a:pt x="74" y="0"/>
                    </a:lnTo>
                    <a:lnTo>
                      <a:pt x="74" y="36"/>
                    </a:lnTo>
                    <a:lnTo>
                      <a:pt x="67" y="90"/>
                    </a:lnTo>
                    <a:lnTo>
                      <a:pt x="55" y="138"/>
                    </a:lnTo>
                    <a:lnTo>
                      <a:pt x="31" y="186"/>
                    </a:lnTo>
                    <a:lnTo>
                      <a:pt x="0" y="234"/>
                    </a:lnTo>
                    <a:lnTo>
                      <a:pt x="0" y="234"/>
                    </a:lnTo>
                    <a:close/>
                  </a:path>
                </a:pathLst>
              </a:custGeom>
              <a:gradFill rotWithShape="0">
                <a:gsLst>
                  <a:gs pos="0">
                    <a:schemeClr val="accent1"/>
                  </a:gs>
                  <a:gs pos="100000">
                    <a:schemeClr val="accent1">
                      <a:gamma/>
                      <a:shade val="87843"/>
                      <a:invGamma/>
                    </a:schemeClr>
                  </a:gs>
                </a:gsLst>
                <a:lin ang="5400000" scaled="1"/>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28" name="Freeform 34"/>
              <p:cNvSpPr>
                <a:spLocks/>
              </p:cNvSpPr>
              <p:nvPr/>
            </p:nvSpPr>
            <p:spPr bwMode="hidden">
              <a:xfrm>
                <a:off x="1776" y="3673"/>
                <a:ext cx="481" cy="641"/>
              </a:xfrm>
              <a:custGeom>
                <a:avLst/>
                <a:gdLst/>
                <a:ahLst/>
                <a:cxnLst>
                  <a:cxn ang="0">
                    <a:pos x="18" y="443"/>
                  </a:cxn>
                  <a:cxn ang="0">
                    <a:pos x="24" y="371"/>
                  </a:cxn>
                  <a:cxn ang="0">
                    <a:pos x="55" y="305"/>
                  </a:cxn>
                  <a:cxn ang="0">
                    <a:pos x="91" y="246"/>
                  </a:cxn>
                  <a:cxn ang="0">
                    <a:pos x="146" y="186"/>
                  </a:cxn>
                  <a:cxn ang="0">
                    <a:pos x="213" y="132"/>
                  </a:cxn>
                  <a:cxn ang="0">
                    <a:pos x="292" y="84"/>
                  </a:cxn>
                  <a:cxn ang="0">
                    <a:pos x="384" y="48"/>
                  </a:cxn>
                  <a:cxn ang="0">
                    <a:pos x="481" y="12"/>
                  </a:cxn>
                  <a:cxn ang="0">
                    <a:pos x="457" y="0"/>
                  </a:cxn>
                  <a:cxn ang="0">
                    <a:pos x="359" y="36"/>
                  </a:cxn>
                  <a:cxn ang="0">
                    <a:pos x="274" y="78"/>
                  </a:cxn>
                  <a:cxn ang="0">
                    <a:pos x="195" y="126"/>
                  </a:cxn>
                  <a:cxn ang="0">
                    <a:pos x="128" y="180"/>
                  </a:cxn>
                  <a:cxn ang="0">
                    <a:pos x="73" y="240"/>
                  </a:cxn>
                  <a:cxn ang="0">
                    <a:pos x="37" y="305"/>
                  </a:cxn>
                  <a:cxn ang="0">
                    <a:pos x="6" y="371"/>
                  </a:cxn>
                  <a:cxn ang="0">
                    <a:pos x="0" y="443"/>
                  </a:cxn>
                  <a:cxn ang="0">
                    <a:pos x="6" y="497"/>
                  </a:cxn>
                  <a:cxn ang="0">
                    <a:pos x="18" y="545"/>
                  </a:cxn>
                  <a:cxn ang="0">
                    <a:pos x="43" y="593"/>
                  </a:cxn>
                  <a:cxn ang="0">
                    <a:pos x="73" y="641"/>
                  </a:cxn>
                  <a:cxn ang="0">
                    <a:pos x="97" y="641"/>
                  </a:cxn>
                  <a:cxn ang="0">
                    <a:pos x="67" y="593"/>
                  </a:cxn>
                  <a:cxn ang="0">
                    <a:pos x="43" y="545"/>
                  </a:cxn>
                  <a:cxn ang="0">
                    <a:pos x="24" y="497"/>
                  </a:cxn>
                  <a:cxn ang="0">
                    <a:pos x="18" y="443"/>
                  </a:cxn>
                  <a:cxn ang="0">
                    <a:pos x="18" y="443"/>
                  </a:cxn>
                </a:cxnLst>
                <a:rect l="0" t="0" r="r" b="b"/>
                <a:pathLst>
                  <a:path w="481" h="641">
                    <a:moveTo>
                      <a:pt x="18" y="443"/>
                    </a:moveTo>
                    <a:lnTo>
                      <a:pt x="24" y="371"/>
                    </a:lnTo>
                    <a:lnTo>
                      <a:pt x="55" y="305"/>
                    </a:lnTo>
                    <a:lnTo>
                      <a:pt x="91" y="246"/>
                    </a:lnTo>
                    <a:lnTo>
                      <a:pt x="146" y="186"/>
                    </a:lnTo>
                    <a:lnTo>
                      <a:pt x="213" y="132"/>
                    </a:lnTo>
                    <a:lnTo>
                      <a:pt x="292" y="84"/>
                    </a:lnTo>
                    <a:lnTo>
                      <a:pt x="384" y="48"/>
                    </a:lnTo>
                    <a:lnTo>
                      <a:pt x="481" y="12"/>
                    </a:lnTo>
                    <a:lnTo>
                      <a:pt x="457" y="0"/>
                    </a:lnTo>
                    <a:lnTo>
                      <a:pt x="359" y="36"/>
                    </a:lnTo>
                    <a:lnTo>
                      <a:pt x="274" y="78"/>
                    </a:lnTo>
                    <a:lnTo>
                      <a:pt x="195" y="126"/>
                    </a:lnTo>
                    <a:lnTo>
                      <a:pt x="128" y="180"/>
                    </a:lnTo>
                    <a:lnTo>
                      <a:pt x="73" y="240"/>
                    </a:lnTo>
                    <a:lnTo>
                      <a:pt x="37" y="305"/>
                    </a:lnTo>
                    <a:lnTo>
                      <a:pt x="6" y="371"/>
                    </a:lnTo>
                    <a:lnTo>
                      <a:pt x="0" y="443"/>
                    </a:lnTo>
                    <a:lnTo>
                      <a:pt x="6" y="497"/>
                    </a:lnTo>
                    <a:lnTo>
                      <a:pt x="18" y="545"/>
                    </a:lnTo>
                    <a:lnTo>
                      <a:pt x="43" y="593"/>
                    </a:lnTo>
                    <a:lnTo>
                      <a:pt x="73" y="641"/>
                    </a:lnTo>
                    <a:lnTo>
                      <a:pt x="97" y="641"/>
                    </a:lnTo>
                    <a:lnTo>
                      <a:pt x="67" y="593"/>
                    </a:lnTo>
                    <a:lnTo>
                      <a:pt x="43" y="545"/>
                    </a:lnTo>
                    <a:lnTo>
                      <a:pt x="24" y="497"/>
                    </a:lnTo>
                    <a:lnTo>
                      <a:pt x="18" y="443"/>
                    </a:lnTo>
                    <a:lnTo>
                      <a:pt x="18" y="443"/>
                    </a:lnTo>
                    <a:close/>
                  </a:path>
                </a:pathLst>
              </a:custGeom>
              <a:solidFill>
                <a:schemeClr val="accent1"/>
              </a:soli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29" name="Freeform 35"/>
              <p:cNvSpPr>
                <a:spLocks noEditPoints="1"/>
              </p:cNvSpPr>
              <p:nvPr/>
            </p:nvSpPr>
            <p:spPr bwMode="hidden">
              <a:xfrm>
                <a:off x="4200" y="3402"/>
                <a:ext cx="1201" cy="731"/>
              </a:xfrm>
              <a:custGeom>
                <a:avLst/>
                <a:gdLst/>
                <a:ahLst/>
                <a:cxnLst>
                  <a:cxn ang="0">
                    <a:pos x="484" y="6"/>
                  </a:cxn>
                  <a:cxn ang="0">
                    <a:pos x="263" y="60"/>
                  </a:cxn>
                  <a:cxn ang="0">
                    <a:pos x="101" y="162"/>
                  </a:cxn>
                  <a:cxn ang="0">
                    <a:pos x="12" y="294"/>
                  </a:cxn>
                  <a:cxn ang="0">
                    <a:pos x="0" y="366"/>
                  </a:cxn>
                  <a:cxn ang="0">
                    <a:pos x="12" y="437"/>
                  </a:cxn>
                  <a:cxn ang="0">
                    <a:pos x="101" y="569"/>
                  </a:cxn>
                  <a:cxn ang="0">
                    <a:pos x="263" y="671"/>
                  </a:cxn>
                  <a:cxn ang="0">
                    <a:pos x="484" y="725"/>
                  </a:cxn>
                  <a:cxn ang="0">
                    <a:pos x="723" y="725"/>
                  </a:cxn>
                  <a:cxn ang="0">
                    <a:pos x="938" y="671"/>
                  </a:cxn>
                  <a:cxn ang="0">
                    <a:pos x="1100" y="569"/>
                  </a:cxn>
                  <a:cxn ang="0">
                    <a:pos x="1189" y="437"/>
                  </a:cxn>
                  <a:cxn ang="0">
                    <a:pos x="1201" y="366"/>
                  </a:cxn>
                  <a:cxn ang="0">
                    <a:pos x="1189" y="294"/>
                  </a:cxn>
                  <a:cxn ang="0">
                    <a:pos x="1100" y="162"/>
                  </a:cxn>
                  <a:cxn ang="0">
                    <a:pos x="938" y="60"/>
                  </a:cxn>
                  <a:cxn ang="0">
                    <a:pos x="723" y="6"/>
                  </a:cxn>
                  <a:cxn ang="0">
                    <a:pos x="604" y="0"/>
                  </a:cxn>
                  <a:cxn ang="0">
                    <a:pos x="490" y="701"/>
                  </a:cxn>
                  <a:cxn ang="0">
                    <a:pos x="287" y="647"/>
                  </a:cxn>
                  <a:cxn ang="0">
                    <a:pos x="131" y="557"/>
                  </a:cxn>
                  <a:cxn ang="0">
                    <a:pos x="48" y="437"/>
                  </a:cxn>
                  <a:cxn ang="0">
                    <a:pos x="36" y="366"/>
                  </a:cxn>
                  <a:cxn ang="0">
                    <a:pos x="48" y="300"/>
                  </a:cxn>
                  <a:cxn ang="0">
                    <a:pos x="131" y="174"/>
                  </a:cxn>
                  <a:cxn ang="0">
                    <a:pos x="287" y="84"/>
                  </a:cxn>
                  <a:cxn ang="0">
                    <a:pos x="490" y="30"/>
                  </a:cxn>
                  <a:cxn ang="0">
                    <a:pos x="717" y="30"/>
                  </a:cxn>
                  <a:cxn ang="0">
                    <a:pos x="920" y="84"/>
                  </a:cxn>
                  <a:cxn ang="0">
                    <a:pos x="1070" y="174"/>
                  </a:cxn>
                  <a:cxn ang="0">
                    <a:pos x="1153" y="300"/>
                  </a:cxn>
                  <a:cxn ang="0">
                    <a:pos x="1153" y="437"/>
                  </a:cxn>
                  <a:cxn ang="0">
                    <a:pos x="1070" y="557"/>
                  </a:cxn>
                  <a:cxn ang="0">
                    <a:pos x="920" y="647"/>
                  </a:cxn>
                  <a:cxn ang="0">
                    <a:pos x="717" y="701"/>
                  </a:cxn>
                  <a:cxn ang="0">
                    <a:pos x="604" y="707"/>
                  </a:cxn>
                </a:cxnLst>
                <a:rect l="0" t="0" r="r" b="b"/>
                <a:pathLst>
                  <a:path w="1201" h="731">
                    <a:moveTo>
                      <a:pt x="604" y="0"/>
                    </a:moveTo>
                    <a:lnTo>
                      <a:pt x="484" y="6"/>
                    </a:lnTo>
                    <a:lnTo>
                      <a:pt x="370" y="30"/>
                    </a:lnTo>
                    <a:lnTo>
                      <a:pt x="263" y="60"/>
                    </a:lnTo>
                    <a:lnTo>
                      <a:pt x="179" y="108"/>
                    </a:lnTo>
                    <a:lnTo>
                      <a:pt x="101" y="162"/>
                    </a:lnTo>
                    <a:lnTo>
                      <a:pt x="48" y="222"/>
                    </a:lnTo>
                    <a:lnTo>
                      <a:pt x="12" y="294"/>
                    </a:lnTo>
                    <a:lnTo>
                      <a:pt x="6" y="330"/>
                    </a:lnTo>
                    <a:lnTo>
                      <a:pt x="0" y="366"/>
                    </a:lnTo>
                    <a:lnTo>
                      <a:pt x="6" y="401"/>
                    </a:lnTo>
                    <a:lnTo>
                      <a:pt x="12" y="437"/>
                    </a:lnTo>
                    <a:lnTo>
                      <a:pt x="48" y="509"/>
                    </a:lnTo>
                    <a:lnTo>
                      <a:pt x="101" y="569"/>
                    </a:lnTo>
                    <a:lnTo>
                      <a:pt x="179" y="623"/>
                    </a:lnTo>
                    <a:lnTo>
                      <a:pt x="263" y="671"/>
                    </a:lnTo>
                    <a:lnTo>
                      <a:pt x="370" y="701"/>
                    </a:lnTo>
                    <a:lnTo>
                      <a:pt x="484" y="725"/>
                    </a:lnTo>
                    <a:lnTo>
                      <a:pt x="604" y="731"/>
                    </a:lnTo>
                    <a:lnTo>
                      <a:pt x="723" y="725"/>
                    </a:lnTo>
                    <a:lnTo>
                      <a:pt x="837" y="701"/>
                    </a:lnTo>
                    <a:lnTo>
                      <a:pt x="938" y="671"/>
                    </a:lnTo>
                    <a:lnTo>
                      <a:pt x="1028" y="623"/>
                    </a:lnTo>
                    <a:lnTo>
                      <a:pt x="1100" y="569"/>
                    </a:lnTo>
                    <a:lnTo>
                      <a:pt x="1153" y="509"/>
                    </a:lnTo>
                    <a:lnTo>
                      <a:pt x="1189" y="437"/>
                    </a:lnTo>
                    <a:lnTo>
                      <a:pt x="1201" y="401"/>
                    </a:lnTo>
                    <a:lnTo>
                      <a:pt x="1201" y="366"/>
                    </a:lnTo>
                    <a:lnTo>
                      <a:pt x="1201" y="330"/>
                    </a:lnTo>
                    <a:lnTo>
                      <a:pt x="1189" y="294"/>
                    </a:lnTo>
                    <a:lnTo>
                      <a:pt x="1153" y="222"/>
                    </a:lnTo>
                    <a:lnTo>
                      <a:pt x="1100" y="162"/>
                    </a:lnTo>
                    <a:lnTo>
                      <a:pt x="1028" y="108"/>
                    </a:lnTo>
                    <a:lnTo>
                      <a:pt x="938" y="60"/>
                    </a:lnTo>
                    <a:lnTo>
                      <a:pt x="837" y="30"/>
                    </a:lnTo>
                    <a:lnTo>
                      <a:pt x="723" y="6"/>
                    </a:lnTo>
                    <a:lnTo>
                      <a:pt x="604" y="0"/>
                    </a:lnTo>
                    <a:lnTo>
                      <a:pt x="604" y="0"/>
                    </a:lnTo>
                    <a:close/>
                    <a:moveTo>
                      <a:pt x="604" y="707"/>
                    </a:moveTo>
                    <a:lnTo>
                      <a:pt x="490" y="701"/>
                    </a:lnTo>
                    <a:lnTo>
                      <a:pt x="382" y="683"/>
                    </a:lnTo>
                    <a:lnTo>
                      <a:pt x="287" y="647"/>
                    </a:lnTo>
                    <a:lnTo>
                      <a:pt x="203" y="611"/>
                    </a:lnTo>
                    <a:lnTo>
                      <a:pt x="131" y="557"/>
                    </a:lnTo>
                    <a:lnTo>
                      <a:pt x="83" y="497"/>
                    </a:lnTo>
                    <a:lnTo>
                      <a:pt x="48" y="437"/>
                    </a:lnTo>
                    <a:lnTo>
                      <a:pt x="42" y="401"/>
                    </a:lnTo>
                    <a:lnTo>
                      <a:pt x="36" y="366"/>
                    </a:lnTo>
                    <a:lnTo>
                      <a:pt x="42" y="330"/>
                    </a:lnTo>
                    <a:lnTo>
                      <a:pt x="48" y="300"/>
                    </a:lnTo>
                    <a:lnTo>
                      <a:pt x="83" y="234"/>
                    </a:lnTo>
                    <a:lnTo>
                      <a:pt x="131" y="174"/>
                    </a:lnTo>
                    <a:lnTo>
                      <a:pt x="203" y="126"/>
                    </a:lnTo>
                    <a:lnTo>
                      <a:pt x="287" y="84"/>
                    </a:lnTo>
                    <a:lnTo>
                      <a:pt x="382" y="54"/>
                    </a:lnTo>
                    <a:lnTo>
                      <a:pt x="490" y="30"/>
                    </a:lnTo>
                    <a:lnTo>
                      <a:pt x="604" y="24"/>
                    </a:lnTo>
                    <a:lnTo>
                      <a:pt x="717" y="30"/>
                    </a:lnTo>
                    <a:lnTo>
                      <a:pt x="825" y="54"/>
                    </a:lnTo>
                    <a:lnTo>
                      <a:pt x="920" y="84"/>
                    </a:lnTo>
                    <a:lnTo>
                      <a:pt x="1004" y="126"/>
                    </a:lnTo>
                    <a:lnTo>
                      <a:pt x="1070" y="174"/>
                    </a:lnTo>
                    <a:lnTo>
                      <a:pt x="1124" y="234"/>
                    </a:lnTo>
                    <a:lnTo>
                      <a:pt x="1153" y="300"/>
                    </a:lnTo>
                    <a:lnTo>
                      <a:pt x="1165" y="366"/>
                    </a:lnTo>
                    <a:lnTo>
                      <a:pt x="1153" y="437"/>
                    </a:lnTo>
                    <a:lnTo>
                      <a:pt x="1124" y="497"/>
                    </a:lnTo>
                    <a:lnTo>
                      <a:pt x="1070" y="557"/>
                    </a:lnTo>
                    <a:lnTo>
                      <a:pt x="1004" y="611"/>
                    </a:lnTo>
                    <a:lnTo>
                      <a:pt x="920" y="647"/>
                    </a:lnTo>
                    <a:lnTo>
                      <a:pt x="825" y="683"/>
                    </a:lnTo>
                    <a:lnTo>
                      <a:pt x="717" y="701"/>
                    </a:lnTo>
                    <a:lnTo>
                      <a:pt x="604" y="707"/>
                    </a:lnTo>
                    <a:lnTo>
                      <a:pt x="604" y="707"/>
                    </a:lnTo>
                    <a:close/>
                  </a:path>
                </a:pathLst>
              </a:custGeom>
              <a:gradFill rotWithShape="0">
                <a:gsLst>
                  <a:gs pos="0">
                    <a:schemeClr val="accent1">
                      <a:gamma/>
                      <a:tint val="96863"/>
                      <a:invGamma/>
                    </a:schemeClr>
                  </a:gs>
                  <a:gs pos="100000">
                    <a:schemeClr val="accent1"/>
                  </a:gs>
                </a:gsLst>
                <a:lin ang="5400000" scaled="1"/>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30" name="Freeform 36"/>
              <p:cNvSpPr>
                <a:spLocks/>
              </p:cNvSpPr>
              <p:nvPr/>
            </p:nvSpPr>
            <p:spPr bwMode="hidden">
              <a:xfrm>
                <a:off x="4128" y="3366"/>
                <a:ext cx="544" cy="737"/>
              </a:xfrm>
              <a:custGeom>
                <a:avLst/>
                <a:gdLst/>
                <a:ahLst/>
                <a:cxnLst>
                  <a:cxn ang="0">
                    <a:pos x="24" y="402"/>
                  </a:cxn>
                  <a:cxn ang="0">
                    <a:pos x="36" y="330"/>
                  </a:cxn>
                  <a:cxn ang="0">
                    <a:pos x="66" y="264"/>
                  </a:cxn>
                  <a:cxn ang="0">
                    <a:pos x="108" y="204"/>
                  </a:cxn>
                  <a:cxn ang="0">
                    <a:pos x="173" y="150"/>
                  </a:cxn>
                  <a:cxn ang="0">
                    <a:pos x="251" y="102"/>
                  </a:cxn>
                  <a:cxn ang="0">
                    <a:pos x="335" y="60"/>
                  </a:cxn>
                  <a:cxn ang="0">
                    <a:pos x="436" y="30"/>
                  </a:cxn>
                  <a:cxn ang="0">
                    <a:pos x="544" y="12"/>
                  </a:cxn>
                  <a:cxn ang="0">
                    <a:pos x="544" y="0"/>
                  </a:cxn>
                  <a:cxn ang="0">
                    <a:pos x="430" y="18"/>
                  </a:cxn>
                  <a:cxn ang="0">
                    <a:pos x="329" y="48"/>
                  </a:cxn>
                  <a:cxn ang="0">
                    <a:pos x="233" y="90"/>
                  </a:cxn>
                  <a:cxn ang="0">
                    <a:pos x="155" y="138"/>
                  </a:cxn>
                  <a:cxn ang="0">
                    <a:pos x="90" y="198"/>
                  </a:cxn>
                  <a:cxn ang="0">
                    <a:pos x="42" y="258"/>
                  </a:cxn>
                  <a:cxn ang="0">
                    <a:pos x="12" y="330"/>
                  </a:cxn>
                  <a:cxn ang="0">
                    <a:pos x="0" y="402"/>
                  </a:cxn>
                  <a:cxn ang="0">
                    <a:pos x="6" y="455"/>
                  </a:cxn>
                  <a:cxn ang="0">
                    <a:pos x="18" y="503"/>
                  </a:cxn>
                  <a:cxn ang="0">
                    <a:pos x="42" y="545"/>
                  </a:cxn>
                  <a:cxn ang="0">
                    <a:pos x="78" y="593"/>
                  </a:cxn>
                  <a:cxn ang="0">
                    <a:pos x="114" y="635"/>
                  </a:cxn>
                  <a:cxn ang="0">
                    <a:pos x="161" y="671"/>
                  </a:cxn>
                  <a:cxn ang="0">
                    <a:pos x="221" y="707"/>
                  </a:cxn>
                  <a:cxn ang="0">
                    <a:pos x="281" y="737"/>
                  </a:cxn>
                  <a:cxn ang="0">
                    <a:pos x="323" y="737"/>
                  </a:cxn>
                  <a:cxn ang="0">
                    <a:pos x="257" y="707"/>
                  </a:cxn>
                  <a:cxn ang="0">
                    <a:pos x="203" y="671"/>
                  </a:cxn>
                  <a:cxn ang="0">
                    <a:pos x="149" y="635"/>
                  </a:cxn>
                  <a:cxn ang="0">
                    <a:pos x="108" y="593"/>
                  </a:cxn>
                  <a:cxn ang="0">
                    <a:pos x="72" y="551"/>
                  </a:cxn>
                  <a:cxn ang="0">
                    <a:pos x="48" y="503"/>
                  </a:cxn>
                  <a:cxn ang="0">
                    <a:pos x="30" y="455"/>
                  </a:cxn>
                  <a:cxn ang="0">
                    <a:pos x="24" y="402"/>
                  </a:cxn>
                  <a:cxn ang="0">
                    <a:pos x="24" y="402"/>
                  </a:cxn>
                </a:cxnLst>
                <a:rect l="0" t="0" r="r" b="b"/>
                <a:pathLst>
                  <a:path w="544" h="737">
                    <a:moveTo>
                      <a:pt x="24" y="402"/>
                    </a:moveTo>
                    <a:lnTo>
                      <a:pt x="36" y="330"/>
                    </a:lnTo>
                    <a:lnTo>
                      <a:pt x="66" y="264"/>
                    </a:lnTo>
                    <a:lnTo>
                      <a:pt x="108" y="204"/>
                    </a:lnTo>
                    <a:lnTo>
                      <a:pt x="173" y="150"/>
                    </a:lnTo>
                    <a:lnTo>
                      <a:pt x="251" y="102"/>
                    </a:lnTo>
                    <a:lnTo>
                      <a:pt x="335" y="60"/>
                    </a:lnTo>
                    <a:lnTo>
                      <a:pt x="436" y="30"/>
                    </a:lnTo>
                    <a:lnTo>
                      <a:pt x="544" y="12"/>
                    </a:lnTo>
                    <a:lnTo>
                      <a:pt x="544" y="0"/>
                    </a:lnTo>
                    <a:lnTo>
                      <a:pt x="430" y="18"/>
                    </a:lnTo>
                    <a:lnTo>
                      <a:pt x="329" y="48"/>
                    </a:lnTo>
                    <a:lnTo>
                      <a:pt x="233" y="90"/>
                    </a:lnTo>
                    <a:lnTo>
                      <a:pt x="155" y="138"/>
                    </a:lnTo>
                    <a:lnTo>
                      <a:pt x="90" y="198"/>
                    </a:lnTo>
                    <a:lnTo>
                      <a:pt x="42" y="258"/>
                    </a:lnTo>
                    <a:lnTo>
                      <a:pt x="12" y="330"/>
                    </a:lnTo>
                    <a:lnTo>
                      <a:pt x="0" y="402"/>
                    </a:lnTo>
                    <a:lnTo>
                      <a:pt x="6" y="455"/>
                    </a:lnTo>
                    <a:lnTo>
                      <a:pt x="18" y="503"/>
                    </a:lnTo>
                    <a:lnTo>
                      <a:pt x="42" y="545"/>
                    </a:lnTo>
                    <a:lnTo>
                      <a:pt x="78" y="593"/>
                    </a:lnTo>
                    <a:lnTo>
                      <a:pt x="114" y="635"/>
                    </a:lnTo>
                    <a:lnTo>
                      <a:pt x="161" y="671"/>
                    </a:lnTo>
                    <a:lnTo>
                      <a:pt x="221" y="707"/>
                    </a:lnTo>
                    <a:lnTo>
                      <a:pt x="281" y="737"/>
                    </a:lnTo>
                    <a:lnTo>
                      <a:pt x="323" y="737"/>
                    </a:lnTo>
                    <a:lnTo>
                      <a:pt x="257" y="707"/>
                    </a:lnTo>
                    <a:lnTo>
                      <a:pt x="203" y="671"/>
                    </a:lnTo>
                    <a:lnTo>
                      <a:pt x="149" y="635"/>
                    </a:lnTo>
                    <a:lnTo>
                      <a:pt x="108" y="593"/>
                    </a:lnTo>
                    <a:lnTo>
                      <a:pt x="72" y="551"/>
                    </a:lnTo>
                    <a:lnTo>
                      <a:pt x="48" y="503"/>
                    </a:lnTo>
                    <a:lnTo>
                      <a:pt x="30" y="455"/>
                    </a:lnTo>
                    <a:lnTo>
                      <a:pt x="24" y="402"/>
                    </a:lnTo>
                    <a:lnTo>
                      <a:pt x="24" y="402"/>
                    </a:lnTo>
                    <a:close/>
                  </a:path>
                </a:pathLst>
              </a:custGeom>
              <a:gradFill rotWithShape="0">
                <a:gsLst>
                  <a:gs pos="0">
                    <a:schemeClr val="accent1">
                      <a:gamma/>
                      <a:tint val="96863"/>
                      <a:invGamma/>
                    </a:schemeClr>
                  </a:gs>
                  <a:gs pos="100000">
                    <a:schemeClr val="accent1"/>
                  </a:gs>
                </a:gsLst>
                <a:lin ang="5400000" scaled="1"/>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31" name="Freeform 37"/>
              <p:cNvSpPr>
                <a:spLocks/>
              </p:cNvSpPr>
              <p:nvPr/>
            </p:nvSpPr>
            <p:spPr bwMode="hidden">
              <a:xfrm>
                <a:off x="4792" y="3360"/>
                <a:ext cx="609" cy="252"/>
              </a:xfrm>
              <a:custGeom>
                <a:avLst/>
                <a:gdLst/>
                <a:ahLst/>
                <a:cxnLst>
                  <a:cxn ang="0">
                    <a:pos x="12" y="12"/>
                  </a:cxn>
                  <a:cxn ang="0">
                    <a:pos x="113" y="18"/>
                  </a:cxn>
                  <a:cxn ang="0">
                    <a:pos x="203" y="30"/>
                  </a:cxn>
                  <a:cxn ang="0">
                    <a:pos x="292" y="48"/>
                  </a:cxn>
                  <a:cxn ang="0">
                    <a:pos x="376" y="78"/>
                  </a:cxn>
                  <a:cxn ang="0">
                    <a:pos x="448" y="114"/>
                  </a:cxn>
                  <a:cxn ang="0">
                    <a:pos x="514" y="156"/>
                  </a:cxn>
                  <a:cxn ang="0">
                    <a:pos x="567" y="198"/>
                  </a:cxn>
                  <a:cxn ang="0">
                    <a:pos x="609" y="252"/>
                  </a:cxn>
                  <a:cxn ang="0">
                    <a:pos x="609" y="216"/>
                  </a:cxn>
                  <a:cxn ang="0">
                    <a:pos x="561" y="168"/>
                  </a:cxn>
                  <a:cxn ang="0">
                    <a:pos x="502" y="126"/>
                  </a:cxn>
                  <a:cxn ang="0">
                    <a:pos x="436" y="90"/>
                  </a:cxn>
                  <a:cxn ang="0">
                    <a:pos x="364" y="60"/>
                  </a:cxn>
                  <a:cxn ang="0">
                    <a:pos x="286" y="36"/>
                  </a:cxn>
                  <a:cxn ang="0">
                    <a:pos x="197" y="18"/>
                  </a:cxn>
                  <a:cxn ang="0">
                    <a:pos x="107" y="6"/>
                  </a:cxn>
                  <a:cxn ang="0">
                    <a:pos x="12" y="0"/>
                  </a:cxn>
                  <a:cxn ang="0">
                    <a:pos x="6" y="0"/>
                  </a:cxn>
                  <a:cxn ang="0">
                    <a:pos x="0" y="0"/>
                  </a:cxn>
                  <a:cxn ang="0">
                    <a:pos x="0" y="12"/>
                  </a:cxn>
                  <a:cxn ang="0">
                    <a:pos x="6" y="12"/>
                  </a:cxn>
                  <a:cxn ang="0">
                    <a:pos x="12" y="12"/>
                  </a:cxn>
                  <a:cxn ang="0">
                    <a:pos x="12" y="12"/>
                  </a:cxn>
                </a:cxnLst>
                <a:rect l="0" t="0" r="r" b="b"/>
                <a:pathLst>
                  <a:path w="609" h="252">
                    <a:moveTo>
                      <a:pt x="12" y="12"/>
                    </a:moveTo>
                    <a:lnTo>
                      <a:pt x="113" y="18"/>
                    </a:lnTo>
                    <a:lnTo>
                      <a:pt x="203" y="30"/>
                    </a:lnTo>
                    <a:lnTo>
                      <a:pt x="292" y="48"/>
                    </a:lnTo>
                    <a:lnTo>
                      <a:pt x="376" y="78"/>
                    </a:lnTo>
                    <a:lnTo>
                      <a:pt x="448" y="114"/>
                    </a:lnTo>
                    <a:lnTo>
                      <a:pt x="514" y="156"/>
                    </a:lnTo>
                    <a:lnTo>
                      <a:pt x="567" y="198"/>
                    </a:lnTo>
                    <a:lnTo>
                      <a:pt x="609" y="252"/>
                    </a:lnTo>
                    <a:lnTo>
                      <a:pt x="609" y="216"/>
                    </a:lnTo>
                    <a:lnTo>
                      <a:pt x="561" y="168"/>
                    </a:lnTo>
                    <a:lnTo>
                      <a:pt x="502" y="126"/>
                    </a:lnTo>
                    <a:lnTo>
                      <a:pt x="436" y="90"/>
                    </a:lnTo>
                    <a:lnTo>
                      <a:pt x="364" y="60"/>
                    </a:lnTo>
                    <a:lnTo>
                      <a:pt x="286" y="36"/>
                    </a:lnTo>
                    <a:lnTo>
                      <a:pt x="197" y="18"/>
                    </a:lnTo>
                    <a:lnTo>
                      <a:pt x="107" y="6"/>
                    </a:lnTo>
                    <a:lnTo>
                      <a:pt x="12" y="0"/>
                    </a:lnTo>
                    <a:lnTo>
                      <a:pt x="6" y="0"/>
                    </a:lnTo>
                    <a:lnTo>
                      <a:pt x="0" y="0"/>
                    </a:lnTo>
                    <a:lnTo>
                      <a:pt x="0" y="12"/>
                    </a:lnTo>
                    <a:lnTo>
                      <a:pt x="6" y="12"/>
                    </a:lnTo>
                    <a:lnTo>
                      <a:pt x="12" y="12"/>
                    </a:lnTo>
                    <a:lnTo>
                      <a:pt x="12" y="12"/>
                    </a:lnTo>
                    <a:close/>
                  </a:path>
                </a:pathLst>
              </a:custGeom>
              <a:gradFill rotWithShape="0">
                <a:gsLst>
                  <a:gs pos="0">
                    <a:schemeClr val="accent1">
                      <a:gamma/>
                      <a:tint val="94118"/>
                      <a:invGamma/>
                    </a:schemeClr>
                  </a:gs>
                  <a:gs pos="100000">
                    <a:schemeClr val="accent1"/>
                  </a:gs>
                </a:gsLst>
                <a:lin ang="5400000" scaled="1"/>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32" name="Freeform 38"/>
              <p:cNvSpPr>
                <a:spLocks/>
              </p:cNvSpPr>
              <p:nvPr/>
            </p:nvSpPr>
            <p:spPr bwMode="hidden">
              <a:xfrm>
                <a:off x="5246" y="4007"/>
                <a:ext cx="72" cy="54"/>
              </a:xfrm>
              <a:custGeom>
                <a:avLst/>
                <a:gdLst/>
                <a:ahLst/>
                <a:cxnLst>
                  <a:cxn ang="0">
                    <a:pos x="72" y="0"/>
                  </a:cxn>
                  <a:cxn ang="0">
                    <a:pos x="36" y="30"/>
                  </a:cxn>
                  <a:cxn ang="0">
                    <a:pos x="0" y="54"/>
                  </a:cxn>
                  <a:cxn ang="0">
                    <a:pos x="36" y="54"/>
                  </a:cxn>
                  <a:cxn ang="0">
                    <a:pos x="54" y="42"/>
                  </a:cxn>
                  <a:cxn ang="0">
                    <a:pos x="72" y="24"/>
                  </a:cxn>
                  <a:cxn ang="0">
                    <a:pos x="72" y="24"/>
                  </a:cxn>
                  <a:cxn ang="0">
                    <a:pos x="72" y="0"/>
                  </a:cxn>
                  <a:cxn ang="0">
                    <a:pos x="72" y="0"/>
                  </a:cxn>
                </a:cxnLst>
                <a:rect l="0" t="0" r="r" b="b"/>
                <a:pathLst>
                  <a:path w="72" h="54">
                    <a:moveTo>
                      <a:pt x="72" y="0"/>
                    </a:moveTo>
                    <a:lnTo>
                      <a:pt x="36" y="30"/>
                    </a:lnTo>
                    <a:lnTo>
                      <a:pt x="0" y="54"/>
                    </a:lnTo>
                    <a:lnTo>
                      <a:pt x="36" y="54"/>
                    </a:lnTo>
                    <a:lnTo>
                      <a:pt x="54" y="42"/>
                    </a:lnTo>
                    <a:lnTo>
                      <a:pt x="72" y="24"/>
                    </a:lnTo>
                    <a:lnTo>
                      <a:pt x="72" y="24"/>
                    </a:lnTo>
                    <a:lnTo>
                      <a:pt x="72" y="0"/>
                    </a:lnTo>
                    <a:lnTo>
                      <a:pt x="72" y="0"/>
                    </a:lnTo>
                    <a:close/>
                  </a:path>
                </a:pathLst>
              </a:custGeom>
              <a:gradFill rotWithShape="0">
                <a:gsLst>
                  <a:gs pos="0">
                    <a:schemeClr val="accent1"/>
                  </a:gs>
                  <a:gs pos="100000">
                    <a:schemeClr val="accent1">
                      <a:gamma/>
                      <a:shade val="94118"/>
                      <a:invGamma/>
                    </a:schemeClr>
                  </a:gs>
                </a:gsLst>
                <a:lin ang="5400000" scaled="1"/>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33" name="Freeform 39"/>
              <p:cNvSpPr>
                <a:spLocks/>
              </p:cNvSpPr>
              <p:nvPr/>
            </p:nvSpPr>
            <p:spPr bwMode="hidden">
              <a:xfrm>
                <a:off x="4505" y="4073"/>
                <a:ext cx="705" cy="108"/>
              </a:xfrm>
              <a:custGeom>
                <a:avLst/>
                <a:gdLst/>
                <a:ahLst/>
                <a:cxnLst>
                  <a:cxn ang="0">
                    <a:pos x="299" y="90"/>
                  </a:cxn>
                  <a:cxn ang="0">
                    <a:pos x="221" y="90"/>
                  </a:cxn>
                  <a:cxn ang="0">
                    <a:pos x="143" y="78"/>
                  </a:cxn>
                  <a:cxn ang="0">
                    <a:pos x="0" y="48"/>
                  </a:cxn>
                  <a:cxn ang="0">
                    <a:pos x="0" y="66"/>
                  </a:cxn>
                  <a:cxn ang="0">
                    <a:pos x="143" y="96"/>
                  </a:cxn>
                  <a:cxn ang="0">
                    <a:pos x="221" y="108"/>
                  </a:cxn>
                  <a:cxn ang="0">
                    <a:pos x="299" y="108"/>
                  </a:cxn>
                  <a:cxn ang="0">
                    <a:pos x="412" y="102"/>
                  </a:cxn>
                  <a:cxn ang="0">
                    <a:pos x="520" y="84"/>
                  </a:cxn>
                  <a:cxn ang="0">
                    <a:pos x="615" y="60"/>
                  </a:cxn>
                  <a:cxn ang="0">
                    <a:pos x="705" y="24"/>
                  </a:cxn>
                  <a:cxn ang="0">
                    <a:pos x="705" y="0"/>
                  </a:cxn>
                  <a:cxn ang="0">
                    <a:pos x="615" y="42"/>
                  </a:cxn>
                  <a:cxn ang="0">
                    <a:pos x="520" y="66"/>
                  </a:cxn>
                  <a:cxn ang="0">
                    <a:pos x="412" y="84"/>
                  </a:cxn>
                  <a:cxn ang="0">
                    <a:pos x="299" y="90"/>
                  </a:cxn>
                  <a:cxn ang="0">
                    <a:pos x="299" y="90"/>
                  </a:cxn>
                </a:cxnLst>
                <a:rect l="0" t="0" r="r" b="b"/>
                <a:pathLst>
                  <a:path w="705" h="108">
                    <a:moveTo>
                      <a:pt x="299" y="90"/>
                    </a:moveTo>
                    <a:lnTo>
                      <a:pt x="221" y="90"/>
                    </a:lnTo>
                    <a:lnTo>
                      <a:pt x="143" y="78"/>
                    </a:lnTo>
                    <a:lnTo>
                      <a:pt x="0" y="48"/>
                    </a:lnTo>
                    <a:lnTo>
                      <a:pt x="0" y="66"/>
                    </a:lnTo>
                    <a:lnTo>
                      <a:pt x="143" y="96"/>
                    </a:lnTo>
                    <a:lnTo>
                      <a:pt x="221" y="108"/>
                    </a:lnTo>
                    <a:lnTo>
                      <a:pt x="299" y="108"/>
                    </a:lnTo>
                    <a:lnTo>
                      <a:pt x="412" y="102"/>
                    </a:lnTo>
                    <a:lnTo>
                      <a:pt x="520" y="84"/>
                    </a:lnTo>
                    <a:lnTo>
                      <a:pt x="615" y="60"/>
                    </a:lnTo>
                    <a:lnTo>
                      <a:pt x="705" y="24"/>
                    </a:lnTo>
                    <a:lnTo>
                      <a:pt x="705" y="0"/>
                    </a:lnTo>
                    <a:lnTo>
                      <a:pt x="615" y="42"/>
                    </a:lnTo>
                    <a:lnTo>
                      <a:pt x="520" y="66"/>
                    </a:lnTo>
                    <a:lnTo>
                      <a:pt x="412" y="84"/>
                    </a:lnTo>
                    <a:lnTo>
                      <a:pt x="299" y="90"/>
                    </a:lnTo>
                    <a:lnTo>
                      <a:pt x="299" y="90"/>
                    </a:lnTo>
                    <a:close/>
                  </a:path>
                </a:pathLst>
              </a:custGeom>
              <a:gradFill rotWithShape="0">
                <a:gsLst>
                  <a:gs pos="0">
                    <a:schemeClr val="accent1"/>
                  </a:gs>
                  <a:gs pos="100000">
                    <a:schemeClr val="accent1">
                      <a:gamma/>
                      <a:shade val="94118"/>
                      <a:invGamma/>
                    </a:schemeClr>
                  </a:gs>
                </a:gsLst>
                <a:lin ang="5400000" scaled="1"/>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34" name="Freeform 40"/>
              <p:cNvSpPr>
                <a:spLocks/>
              </p:cNvSpPr>
              <p:nvPr/>
            </p:nvSpPr>
            <p:spPr bwMode="hidden">
              <a:xfrm>
                <a:off x="5336" y="3654"/>
                <a:ext cx="143" cy="341"/>
              </a:xfrm>
              <a:custGeom>
                <a:avLst/>
                <a:gdLst/>
                <a:ahLst/>
                <a:cxnLst>
                  <a:cxn ang="0">
                    <a:pos x="119" y="114"/>
                  </a:cxn>
                  <a:cxn ang="0">
                    <a:pos x="113" y="173"/>
                  </a:cxn>
                  <a:cxn ang="0">
                    <a:pos x="89" y="239"/>
                  </a:cxn>
                  <a:cxn ang="0">
                    <a:pos x="47" y="293"/>
                  </a:cxn>
                  <a:cxn ang="0">
                    <a:pos x="0" y="341"/>
                  </a:cxn>
                  <a:cxn ang="0">
                    <a:pos x="29" y="341"/>
                  </a:cxn>
                  <a:cxn ang="0">
                    <a:pos x="77" y="287"/>
                  </a:cxn>
                  <a:cxn ang="0">
                    <a:pos x="113" y="233"/>
                  </a:cxn>
                  <a:cxn ang="0">
                    <a:pos x="137" y="173"/>
                  </a:cxn>
                  <a:cxn ang="0">
                    <a:pos x="143" y="114"/>
                  </a:cxn>
                  <a:cxn ang="0">
                    <a:pos x="137" y="60"/>
                  </a:cxn>
                  <a:cxn ang="0">
                    <a:pos x="119" y="0"/>
                  </a:cxn>
                  <a:cxn ang="0">
                    <a:pos x="89" y="0"/>
                  </a:cxn>
                  <a:cxn ang="0">
                    <a:pos x="113" y="60"/>
                  </a:cxn>
                  <a:cxn ang="0">
                    <a:pos x="119" y="114"/>
                  </a:cxn>
                  <a:cxn ang="0">
                    <a:pos x="119" y="114"/>
                  </a:cxn>
                </a:cxnLst>
                <a:rect l="0" t="0" r="r" b="b"/>
                <a:pathLst>
                  <a:path w="143" h="341">
                    <a:moveTo>
                      <a:pt x="119" y="114"/>
                    </a:moveTo>
                    <a:lnTo>
                      <a:pt x="113" y="173"/>
                    </a:lnTo>
                    <a:lnTo>
                      <a:pt x="89" y="239"/>
                    </a:lnTo>
                    <a:lnTo>
                      <a:pt x="47" y="293"/>
                    </a:lnTo>
                    <a:lnTo>
                      <a:pt x="0" y="341"/>
                    </a:lnTo>
                    <a:lnTo>
                      <a:pt x="29" y="341"/>
                    </a:lnTo>
                    <a:lnTo>
                      <a:pt x="77" y="287"/>
                    </a:lnTo>
                    <a:lnTo>
                      <a:pt x="113" y="233"/>
                    </a:lnTo>
                    <a:lnTo>
                      <a:pt x="137" y="173"/>
                    </a:lnTo>
                    <a:lnTo>
                      <a:pt x="143" y="114"/>
                    </a:lnTo>
                    <a:lnTo>
                      <a:pt x="137" y="60"/>
                    </a:lnTo>
                    <a:lnTo>
                      <a:pt x="119" y="0"/>
                    </a:lnTo>
                    <a:lnTo>
                      <a:pt x="89" y="0"/>
                    </a:lnTo>
                    <a:lnTo>
                      <a:pt x="113" y="60"/>
                    </a:lnTo>
                    <a:lnTo>
                      <a:pt x="119" y="114"/>
                    </a:lnTo>
                    <a:lnTo>
                      <a:pt x="119" y="114"/>
                    </a:lnTo>
                    <a:close/>
                  </a:path>
                </a:pathLst>
              </a:custGeom>
              <a:gradFill rotWithShape="0">
                <a:gsLst>
                  <a:gs pos="0">
                    <a:schemeClr val="accent1"/>
                  </a:gs>
                  <a:gs pos="100000">
                    <a:schemeClr val="accent1">
                      <a:gamma/>
                      <a:shade val="94118"/>
                      <a:invGamma/>
                    </a:schemeClr>
                  </a:gs>
                </a:gsLst>
                <a:lin ang="5400000" scaled="1"/>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35" name="Freeform 41"/>
              <p:cNvSpPr>
                <a:spLocks/>
              </p:cNvSpPr>
              <p:nvPr/>
            </p:nvSpPr>
            <p:spPr bwMode="hidden">
              <a:xfrm>
                <a:off x="5061" y="3624"/>
                <a:ext cx="83" cy="90"/>
              </a:xfrm>
              <a:custGeom>
                <a:avLst/>
                <a:gdLst/>
                <a:ahLst/>
                <a:cxnLst>
                  <a:cxn ang="0">
                    <a:pos x="59" y="90"/>
                  </a:cxn>
                  <a:cxn ang="0">
                    <a:pos x="83" y="84"/>
                  </a:cxn>
                  <a:cxn ang="0">
                    <a:pos x="71" y="60"/>
                  </a:cxn>
                  <a:cxn ang="0">
                    <a:pos x="53" y="42"/>
                  </a:cxn>
                  <a:cxn ang="0">
                    <a:pos x="6" y="0"/>
                  </a:cxn>
                  <a:cxn ang="0">
                    <a:pos x="0" y="18"/>
                  </a:cxn>
                  <a:cxn ang="0">
                    <a:pos x="35" y="48"/>
                  </a:cxn>
                  <a:cxn ang="0">
                    <a:pos x="59" y="90"/>
                  </a:cxn>
                  <a:cxn ang="0">
                    <a:pos x="59" y="90"/>
                  </a:cxn>
                </a:cxnLst>
                <a:rect l="0" t="0" r="r" b="b"/>
                <a:pathLst>
                  <a:path w="83" h="90">
                    <a:moveTo>
                      <a:pt x="59" y="90"/>
                    </a:moveTo>
                    <a:lnTo>
                      <a:pt x="83" y="84"/>
                    </a:lnTo>
                    <a:lnTo>
                      <a:pt x="71" y="60"/>
                    </a:lnTo>
                    <a:lnTo>
                      <a:pt x="53" y="42"/>
                    </a:lnTo>
                    <a:lnTo>
                      <a:pt x="6" y="0"/>
                    </a:lnTo>
                    <a:lnTo>
                      <a:pt x="0" y="18"/>
                    </a:lnTo>
                    <a:lnTo>
                      <a:pt x="35" y="48"/>
                    </a:lnTo>
                    <a:lnTo>
                      <a:pt x="59" y="90"/>
                    </a:lnTo>
                    <a:lnTo>
                      <a:pt x="59" y="90"/>
                    </a:lnTo>
                    <a:close/>
                  </a:path>
                </a:pathLst>
              </a:custGeom>
              <a:gradFill rotWithShape="0">
                <a:gsLst>
                  <a:gs pos="0">
                    <a:schemeClr val="accent1"/>
                  </a:gs>
                  <a:gs pos="100000">
                    <a:schemeClr val="accent1">
                      <a:gamma/>
                      <a:shade val="94118"/>
                      <a:invGamma/>
                    </a:schemeClr>
                  </a:gs>
                </a:gsLst>
                <a:lin ang="5400000" scaled="1"/>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36" name="Freeform 42"/>
              <p:cNvSpPr>
                <a:spLocks/>
              </p:cNvSpPr>
              <p:nvPr/>
            </p:nvSpPr>
            <p:spPr bwMode="hidden">
              <a:xfrm>
                <a:off x="4445" y="3552"/>
                <a:ext cx="717" cy="431"/>
              </a:xfrm>
              <a:custGeom>
                <a:avLst/>
                <a:gdLst/>
                <a:ahLst/>
                <a:cxnLst>
                  <a:cxn ang="0">
                    <a:pos x="693" y="216"/>
                  </a:cxn>
                  <a:cxn ang="0">
                    <a:pos x="687" y="257"/>
                  </a:cxn>
                  <a:cxn ang="0">
                    <a:pos x="669" y="293"/>
                  </a:cxn>
                  <a:cxn ang="0">
                    <a:pos x="633" y="329"/>
                  </a:cxn>
                  <a:cxn ang="0">
                    <a:pos x="598" y="359"/>
                  </a:cxn>
                  <a:cxn ang="0">
                    <a:pos x="544" y="383"/>
                  </a:cxn>
                  <a:cxn ang="0">
                    <a:pos x="490" y="401"/>
                  </a:cxn>
                  <a:cxn ang="0">
                    <a:pos x="424" y="413"/>
                  </a:cxn>
                  <a:cxn ang="0">
                    <a:pos x="359" y="419"/>
                  </a:cxn>
                  <a:cxn ang="0">
                    <a:pos x="293" y="413"/>
                  </a:cxn>
                  <a:cxn ang="0">
                    <a:pos x="227" y="401"/>
                  </a:cxn>
                  <a:cxn ang="0">
                    <a:pos x="173" y="383"/>
                  </a:cxn>
                  <a:cxn ang="0">
                    <a:pos x="119" y="359"/>
                  </a:cxn>
                  <a:cxn ang="0">
                    <a:pos x="84" y="329"/>
                  </a:cxn>
                  <a:cxn ang="0">
                    <a:pos x="48" y="293"/>
                  </a:cxn>
                  <a:cxn ang="0">
                    <a:pos x="30" y="257"/>
                  </a:cxn>
                  <a:cxn ang="0">
                    <a:pos x="24" y="216"/>
                  </a:cxn>
                  <a:cxn ang="0">
                    <a:pos x="30" y="174"/>
                  </a:cxn>
                  <a:cxn ang="0">
                    <a:pos x="48" y="138"/>
                  </a:cxn>
                  <a:cxn ang="0">
                    <a:pos x="84" y="102"/>
                  </a:cxn>
                  <a:cxn ang="0">
                    <a:pos x="119" y="72"/>
                  </a:cxn>
                  <a:cxn ang="0">
                    <a:pos x="173" y="48"/>
                  </a:cxn>
                  <a:cxn ang="0">
                    <a:pos x="227" y="30"/>
                  </a:cxn>
                  <a:cxn ang="0">
                    <a:pos x="293" y="18"/>
                  </a:cxn>
                  <a:cxn ang="0">
                    <a:pos x="359" y="12"/>
                  </a:cxn>
                  <a:cxn ang="0">
                    <a:pos x="418" y="18"/>
                  </a:cxn>
                  <a:cxn ang="0">
                    <a:pos x="478" y="30"/>
                  </a:cxn>
                  <a:cxn ang="0">
                    <a:pos x="532" y="48"/>
                  </a:cxn>
                  <a:cxn ang="0">
                    <a:pos x="580" y="66"/>
                  </a:cxn>
                  <a:cxn ang="0">
                    <a:pos x="586" y="48"/>
                  </a:cxn>
                  <a:cxn ang="0">
                    <a:pos x="478" y="12"/>
                  </a:cxn>
                  <a:cxn ang="0">
                    <a:pos x="418" y="6"/>
                  </a:cxn>
                  <a:cxn ang="0">
                    <a:pos x="359" y="0"/>
                  </a:cxn>
                  <a:cxn ang="0">
                    <a:pos x="287" y="6"/>
                  </a:cxn>
                  <a:cxn ang="0">
                    <a:pos x="221" y="18"/>
                  </a:cxn>
                  <a:cxn ang="0">
                    <a:pos x="161" y="36"/>
                  </a:cxn>
                  <a:cxn ang="0">
                    <a:pos x="107" y="66"/>
                  </a:cxn>
                  <a:cxn ang="0">
                    <a:pos x="60" y="96"/>
                  </a:cxn>
                  <a:cxn ang="0">
                    <a:pos x="30" y="132"/>
                  </a:cxn>
                  <a:cxn ang="0">
                    <a:pos x="6" y="174"/>
                  </a:cxn>
                  <a:cxn ang="0">
                    <a:pos x="0" y="216"/>
                  </a:cxn>
                  <a:cxn ang="0">
                    <a:pos x="6" y="257"/>
                  </a:cxn>
                  <a:cxn ang="0">
                    <a:pos x="30" y="299"/>
                  </a:cxn>
                  <a:cxn ang="0">
                    <a:pos x="60" y="335"/>
                  </a:cxn>
                  <a:cxn ang="0">
                    <a:pos x="107" y="371"/>
                  </a:cxn>
                  <a:cxn ang="0">
                    <a:pos x="161" y="395"/>
                  </a:cxn>
                  <a:cxn ang="0">
                    <a:pos x="221" y="413"/>
                  </a:cxn>
                  <a:cxn ang="0">
                    <a:pos x="287" y="425"/>
                  </a:cxn>
                  <a:cxn ang="0">
                    <a:pos x="359" y="431"/>
                  </a:cxn>
                  <a:cxn ang="0">
                    <a:pos x="430" y="425"/>
                  </a:cxn>
                  <a:cxn ang="0">
                    <a:pos x="496" y="413"/>
                  </a:cxn>
                  <a:cxn ang="0">
                    <a:pos x="562" y="395"/>
                  </a:cxn>
                  <a:cxn ang="0">
                    <a:pos x="610" y="371"/>
                  </a:cxn>
                  <a:cxn ang="0">
                    <a:pos x="657" y="335"/>
                  </a:cxn>
                  <a:cxn ang="0">
                    <a:pos x="687" y="299"/>
                  </a:cxn>
                  <a:cxn ang="0">
                    <a:pos x="711" y="257"/>
                  </a:cxn>
                  <a:cxn ang="0">
                    <a:pos x="717" y="216"/>
                  </a:cxn>
                  <a:cxn ang="0">
                    <a:pos x="717" y="204"/>
                  </a:cxn>
                  <a:cxn ang="0">
                    <a:pos x="711" y="192"/>
                  </a:cxn>
                  <a:cxn ang="0">
                    <a:pos x="687" y="198"/>
                  </a:cxn>
                  <a:cxn ang="0">
                    <a:pos x="693" y="210"/>
                  </a:cxn>
                  <a:cxn ang="0">
                    <a:pos x="693" y="216"/>
                  </a:cxn>
                  <a:cxn ang="0">
                    <a:pos x="693" y="216"/>
                  </a:cxn>
                </a:cxnLst>
                <a:rect l="0" t="0" r="r" b="b"/>
                <a:pathLst>
                  <a:path w="717" h="431">
                    <a:moveTo>
                      <a:pt x="693" y="216"/>
                    </a:moveTo>
                    <a:lnTo>
                      <a:pt x="687" y="257"/>
                    </a:lnTo>
                    <a:lnTo>
                      <a:pt x="669" y="293"/>
                    </a:lnTo>
                    <a:lnTo>
                      <a:pt x="633" y="329"/>
                    </a:lnTo>
                    <a:lnTo>
                      <a:pt x="598" y="359"/>
                    </a:lnTo>
                    <a:lnTo>
                      <a:pt x="544" y="383"/>
                    </a:lnTo>
                    <a:lnTo>
                      <a:pt x="490" y="401"/>
                    </a:lnTo>
                    <a:lnTo>
                      <a:pt x="424" y="413"/>
                    </a:lnTo>
                    <a:lnTo>
                      <a:pt x="359" y="419"/>
                    </a:lnTo>
                    <a:lnTo>
                      <a:pt x="293" y="413"/>
                    </a:lnTo>
                    <a:lnTo>
                      <a:pt x="227" y="401"/>
                    </a:lnTo>
                    <a:lnTo>
                      <a:pt x="173" y="383"/>
                    </a:lnTo>
                    <a:lnTo>
                      <a:pt x="119" y="359"/>
                    </a:lnTo>
                    <a:lnTo>
                      <a:pt x="84" y="329"/>
                    </a:lnTo>
                    <a:lnTo>
                      <a:pt x="48" y="293"/>
                    </a:lnTo>
                    <a:lnTo>
                      <a:pt x="30" y="257"/>
                    </a:lnTo>
                    <a:lnTo>
                      <a:pt x="24" y="216"/>
                    </a:lnTo>
                    <a:lnTo>
                      <a:pt x="30" y="174"/>
                    </a:lnTo>
                    <a:lnTo>
                      <a:pt x="48" y="138"/>
                    </a:lnTo>
                    <a:lnTo>
                      <a:pt x="84" y="102"/>
                    </a:lnTo>
                    <a:lnTo>
                      <a:pt x="119" y="72"/>
                    </a:lnTo>
                    <a:lnTo>
                      <a:pt x="173" y="48"/>
                    </a:lnTo>
                    <a:lnTo>
                      <a:pt x="227" y="30"/>
                    </a:lnTo>
                    <a:lnTo>
                      <a:pt x="293" y="18"/>
                    </a:lnTo>
                    <a:lnTo>
                      <a:pt x="359" y="12"/>
                    </a:lnTo>
                    <a:lnTo>
                      <a:pt x="418" y="18"/>
                    </a:lnTo>
                    <a:lnTo>
                      <a:pt x="478" y="30"/>
                    </a:lnTo>
                    <a:lnTo>
                      <a:pt x="532" y="48"/>
                    </a:lnTo>
                    <a:lnTo>
                      <a:pt x="580" y="66"/>
                    </a:lnTo>
                    <a:lnTo>
                      <a:pt x="586" y="48"/>
                    </a:lnTo>
                    <a:lnTo>
                      <a:pt x="478" y="12"/>
                    </a:lnTo>
                    <a:lnTo>
                      <a:pt x="418" y="6"/>
                    </a:lnTo>
                    <a:lnTo>
                      <a:pt x="359" y="0"/>
                    </a:lnTo>
                    <a:lnTo>
                      <a:pt x="287" y="6"/>
                    </a:lnTo>
                    <a:lnTo>
                      <a:pt x="221" y="18"/>
                    </a:lnTo>
                    <a:lnTo>
                      <a:pt x="161" y="36"/>
                    </a:lnTo>
                    <a:lnTo>
                      <a:pt x="107" y="66"/>
                    </a:lnTo>
                    <a:lnTo>
                      <a:pt x="60" y="96"/>
                    </a:lnTo>
                    <a:lnTo>
                      <a:pt x="30" y="132"/>
                    </a:lnTo>
                    <a:lnTo>
                      <a:pt x="6" y="174"/>
                    </a:lnTo>
                    <a:lnTo>
                      <a:pt x="0" y="216"/>
                    </a:lnTo>
                    <a:lnTo>
                      <a:pt x="6" y="257"/>
                    </a:lnTo>
                    <a:lnTo>
                      <a:pt x="30" y="299"/>
                    </a:lnTo>
                    <a:lnTo>
                      <a:pt x="60" y="335"/>
                    </a:lnTo>
                    <a:lnTo>
                      <a:pt x="107" y="371"/>
                    </a:lnTo>
                    <a:lnTo>
                      <a:pt x="161" y="395"/>
                    </a:lnTo>
                    <a:lnTo>
                      <a:pt x="221" y="413"/>
                    </a:lnTo>
                    <a:lnTo>
                      <a:pt x="287" y="425"/>
                    </a:lnTo>
                    <a:lnTo>
                      <a:pt x="359" y="431"/>
                    </a:lnTo>
                    <a:lnTo>
                      <a:pt x="430" y="425"/>
                    </a:lnTo>
                    <a:lnTo>
                      <a:pt x="496" y="413"/>
                    </a:lnTo>
                    <a:lnTo>
                      <a:pt x="562" y="395"/>
                    </a:lnTo>
                    <a:lnTo>
                      <a:pt x="610" y="371"/>
                    </a:lnTo>
                    <a:lnTo>
                      <a:pt x="657" y="335"/>
                    </a:lnTo>
                    <a:lnTo>
                      <a:pt x="687" y="299"/>
                    </a:lnTo>
                    <a:lnTo>
                      <a:pt x="711" y="257"/>
                    </a:lnTo>
                    <a:lnTo>
                      <a:pt x="717" y="216"/>
                    </a:lnTo>
                    <a:lnTo>
                      <a:pt x="717" y="204"/>
                    </a:lnTo>
                    <a:lnTo>
                      <a:pt x="711" y="192"/>
                    </a:lnTo>
                    <a:lnTo>
                      <a:pt x="687" y="198"/>
                    </a:lnTo>
                    <a:lnTo>
                      <a:pt x="693" y="210"/>
                    </a:lnTo>
                    <a:lnTo>
                      <a:pt x="693" y="216"/>
                    </a:lnTo>
                    <a:lnTo>
                      <a:pt x="693" y="216"/>
                    </a:lnTo>
                    <a:close/>
                  </a:path>
                </a:pathLst>
              </a:custGeom>
              <a:gradFill rotWithShape="0">
                <a:gsLst>
                  <a:gs pos="0">
                    <a:schemeClr val="accent1"/>
                  </a:gs>
                  <a:gs pos="100000">
                    <a:schemeClr val="accent1">
                      <a:gamma/>
                      <a:shade val="96863"/>
                      <a:invGamma/>
                    </a:schemeClr>
                  </a:gs>
                </a:gsLst>
                <a:lin ang="5400000" scaled="1"/>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37" name="Freeform 43"/>
              <p:cNvSpPr>
                <a:spLocks/>
              </p:cNvSpPr>
              <p:nvPr/>
            </p:nvSpPr>
            <p:spPr bwMode="hidden">
              <a:xfrm>
                <a:off x="4349" y="3510"/>
                <a:ext cx="909" cy="533"/>
              </a:xfrm>
              <a:custGeom>
                <a:avLst/>
                <a:gdLst/>
                <a:ahLst/>
                <a:cxnLst>
                  <a:cxn ang="0">
                    <a:pos x="616" y="0"/>
                  </a:cxn>
                  <a:cxn ang="0">
                    <a:pos x="616" y="18"/>
                  </a:cxn>
                  <a:cxn ang="0">
                    <a:pos x="724" y="60"/>
                  </a:cxn>
                  <a:cxn ang="0">
                    <a:pos x="765" y="84"/>
                  </a:cxn>
                  <a:cxn ang="0">
                    <a:pos x="807" y="114"/>
                  </a:cxn>
                  <a:cxn ang="0">
                    <a:pos x="837" y="144"/>
                  </a:cxn>
                  <a:cxn ang="0">
                    <a:pos x="861" y="180"/>
                  </a:cxn>
                  <a:cxn ang="0">
                    <a:pos x="873" y="216"/>
                  </a:cxn>
                  <a:cxn ang="0">
                    <a:pos x="879" y="258"/>
                  </a:cxn>
                  <a:cxn ang="0">
                    <a:pos x="873" y="311"/>
                  </a:cxn>
                  <a:cxn ang="0">
                    <a:pos x="843" y="359"/>
                  </a:cxn>
                  <a:cxn ang="0">
                    <a:pos x="807" y="401"/>
                  </a:cxn>
                  <a:cxn ang="0">
                    <a:pos x="753" y="443"/>
                  </a:cxn>
                  <a:cxn ang="0">
                    <a:pos x="694" y="473"/>
                  </a:cxn>
                  <a:cxn ang="0">
                    <a:pos x="622" y="497"/>
                  </a:cxn>
                  <a:cxn ang="0">
                    <a:pos x="538" y="509"/>
                  </a:cxn>
                  <a:cxn ang="0">
                    <a:pos x="455" y="515"/>
                  </a:cxn>
                  <a:cxn ang="0">
                    <a:pos x="371" y="509"/>
                  </a:cxn>
                  <a:cxn ang="0">
                    <a:pos x="287" y="497"/>
                  </a:cxn>
                  <a:cxn ang="0">
                    <a:pos x="215" y="473"/>
                  </a:cxn>
                  <a:cxn ang="0">
                    <a:pos x="156" y="443"/>
                  </a:cxn>
                  <a:cxn ang="0">
                    <a:pos x="102" y="401"/>
                  </a:cxn>
                  <a:cxn ang="0">
                    <a:pos x="66" y="359"/>
                  </a:cxn>
                  <a:cxn ang="0">
                    <a:pos x="36" y="311"/>
                  </a:cxn>
                  <a:cxn ang="0">
                    <a:pos x="30" y="258"/>
                  </a:cxn>
                  <a:cxn ang="0">
                    <a:pos x="36" y="222"/>
                  </a:cxn>
                  <a:cxn ang="0">
                    <a:pos x="48" y="186"/>
                  </a:cxn>
                  <a:cxn ang="0">
                    <a:pos x="66" y="156"/>
                  </a:cxn>
                  <a:cxn ang="0">
                    <a:pos x="90" y="126"/>
                  </a:cxn>
                  <a:cxn ang="0">
                    <a:pos x="66" y="114"/>
                  </a:cxn>
                  <a:cxn ang="0">
                    <a:pos x="36" y="144"/>
                  </a:cxn>
                  <a:cxn ang="0">
                    <a:pos x="18" y="180"/>
                  </a:cxn>
                  <a:cxn ang="0">
                    <a:pos x="6" y="216"/>
                  </a:cxn>
                  <a:cxn ang="0">
                    <a:pos x="0" y="258"/>
                  </a:cxn>
                  <a:cxn ang="0">
                    <a:pos x="12" y="311"/>
                  </a:cxn>
                  <a:cxn ang="0">
                    <a:pos x="36" y="365"/>
                  </a:cxn>
                  <a:cxn ang="0">
                    <a:pos x="78" y="413"/>
                  </a:cxn>
                  <a:cxn ang="0">
                    <a:pos x="132" y="449"/>
                  </a:cxn>
                  <a:cxn ang="0">
                    <a:pos x="203" y="485"/>
                  </a:cxn>
                  <a:cxn ang="0">
                    <a:pos x="275" y="509"/>
                  </a:cxn>
                  <a:cxn ang="0">
                    <a:pos x="365" y="527"/>
                  </a:cxn>
                  <a:cxn ang="0">
                    <a:pos x="455" y="533"/>
                  </a:cxn>
                  <a:cxn ang="0">
                    <a:pos x="544" y="527"/>
                  </a:cxn>
                  <a:cxn ang="0">
                    <a:pos x="634" y="509"/>
                  </a:cxn>
                  <a:cxn ang="0">
                    <a:pos x="712" y="485"/>
                  </a:cxn>
                  <a:cxn ang="0">
                    <a:pos x="777" y="449"/>
                  </a:cxn>
                  <a:cxn ang="0">
                    <a:pos x="831" y="413"/>
                  </a:cxn>
                  <a:cxn ang="0">
                    <a:pos x="873" y="365"/>
                  </a:cxn>
                  <a:cxn ang="0">
                    <a:pos x="897" y="311"/>
                  </a:cxn>
                  <a:cxn ang="0">
                    <a:pos x="909" y="258"/>
                  </a:cxn>
                  <a:cxn ang="0">
                    <a:pos x="903" y="216"/>
                  </a:cxn>
                  <a:cxn ang="0">
                    <a:pos x="885" y="174"/>
                  </a:cxn>
                  <a:cxn ang="0">
                    <a:pos x="861" y="132"/>
                  </a:cxn>
                  <a:cxn ang="0">
                    <a:pos x="825" y="102"/>
                  </a:cxn>
                  <a:cxn ang="0">
                    <a:pos x="783" y="66"/>
                  </a:cxn>
                  <a:cxn ang="0">
                    <a:pos x="735" y="42"/>
                  </a:cxn>
                  <a:cxn ang="0">
                    <a:pos x="616" y="0"/>
                  </a:cxn>
                  <a:cxn ang="0">
                    <a:pos x="616" y="0"/>
                  </a:cxn>
                </a:cxnLst>
                <a:rect l="0" t="0" r="r" b="b"/>
                <a:pathLst>
                  <a:path w="909" h="533">
                    <a:moveTo>
                      <a:pt x="616" y="0"/>
                    </a:moveTo>
                    <a:lnTo>
                      <a:pt x="616" y="18"/>
                    </a:lnTo>
                    <a:lnTo>
                      <a:pt x="724" y="60"/>
                    </a:lnTo>
                    <a:lnTo>
                      <a:pt x="765" y="84"/>
                    </a:lnTo>
                    <a:lnTo>
                      <a:pt x="807" y="114"/>
                    </a:lnTo>
                    <a:lnTo>
                      <a:pt x="837" y="144"/>
                    </a:lnTo>
                    <a:lnTo>
                      <a:pt x="861" y="180"/>
                    </a:lnTo>
                    <a:lnTo>
                      <a:pt x="873" y="216"/>
                    </a:lnTo>
                    <a:lnTo>
                      <a:pt x="879" y="258"/>
                    </a:lnTo>
                    <a:lnTo>
                      <a:pt x="873" y="311"/>
                    </a:lnTo>
                    <a:lnTo>
                      <a:pt x="843" y="359"/>
                    </a:lnTo>
                    <a:lnTo>
                      <a:pt x="807" y="401"/>
                    </a:lnTo>
                    <a:lnTo>
                      <a:pt x="753" y="443"/>
                    </a:lnTo>
                    <a:lnTo>
                      <a:pt x="694" y="473"/>
                    </a:lnTo>
                    <a:lnTo>
                      <a:pt x="622" y="497"/>
                    </a:lnTo>
                    <a:lnTo>
                      <a:pt x="538" y="509"/>
                    </a:lnTo>
                    <a:lnTo>
                      <a:pt x="455" y="515"/>
                    </a:lnTo>
                    <a:lnTo>
                      <a:pt x="371" y="509"/>
                    </a:lnTo>
                    <a:lnTo>
                      <a:pt x="287" y="497"/>
                    </a:lnTo>
                    <a:lnTo>
                      <a:pt x="215" y="473"/>
                    </a:lnTo>
                    <a:lnTo>
                      <a:pt x="156" y="443"/>
                    </a:lnTo>
                    <a:lnTo>
                      <a:pt x="102" y="401"/>
                    </a:lnTo>
                    <a:lnTo>
                      <a:pt x="66" y="359"/>
                    </a:lnTo>
                    <a:lnTo>
                      <a:pt x="36" y="311"/>
                    </a:lnTo>
                    <a:lnTo>
                      <a:pt x="30" y="258"/>
                    </a:lnTo>
                    <a:lnTo>
                      <a:pt x="36" y="222"/>
                    </a:lnTo>
                    <a:lnTo>
                      <a:pt x="48" y="186"/>
                    </a:lnTo>
                    <a:lnTo>
                      <a:pt x="66" y="156"/>
                    </a:lnTo>
                    <a:lnTo>
                      <a:pt x="90" y="126"/>
                    </a:lnTo>
                    <a:lnTo>
                      <a:pt x="66" y="114"/>
                    </a:lnTo>
                    <a:lnTo>
                      <a:pt x="36" y="144"/>
                    </a:lnTo>
                    <a:lnTo>
                      <a:pt x="18" y="180"/>
                    </a:lnTo>
                    <a:lnTo>
                      <a:pt x="6" y="216"/>
                    </a:lnTo>
                    <a:lnTo>
                      <a:pt x="0" y="258"/>
                    </a:lnTo>
                    <a:lnTo>
                      <a:pt x="12" y="311"/>
                    </a:lnTo>
                    <a:lnTo>
                      <a:pt x="36" y="365"/>
                    </a:lnTo>
                    <a:lnTo>
                      <a:pt x="78" y="413"/>
                    </a:lnTo>
                    <a:lnTo>
                      <a:pt x="132" y="449"/>
                    </a:lnTo>
                    <a:lnTo>
                      <a:pt x="203" y="485"/>
                    </a:lnTo>
                    <a:lnTo>
                      <a:pt x="275" y="509"/>
                    </a:lnTo>
                    <a:lnTo>
                      <a:pt x="365" y="527"/>
                    </a:lnTo>
                    <a:lnTo>
                      <a:pt x="455" y="533"/>
                    </a:lnTo>
                    <a:lnTo>
                      <a:pt x="544" y="527"/>
                    </a:lnTo>
                    <a:lnTo>
                      <a:pt x="634" y="509"/>
                    </a:lnTo>
                    <a:lnTo>
                      <a:pt x="712" y="485"/>
                    </a:lnTo>
                    <a:lnTo>
                      <a:pt x="777" y="449"/>
                    </a:lnTo>
                    <a:lnTo>
                      <a:pt x="831" y="413"/>
                    </a:lnTo>
                    <a:lnTo>
                      <a:pt x="873" y="365"/>
                    </a:lnTo>
                    <a:lnTo>
                      <a:pt x="897" y="311"/>
                    </a:lnTo>
                    <a:lnTo>
                      <a:pt x="909" y="258"/>
                    </a:lnTo>
                    <a:lnTo>
                      <a:pt x="903" y="216"/>
                    </a:lnTo>
                    <a:lnTo>
                      <a:pt x="885" y="174"/>
                    </a:lnTo>
                    <a:lnTo>
                      <a:pt x="861" y="132"/>
                    </a:lnTo>
                    <a:lnTo>
                      <a:pt x="825" y="102"/>
                    </a:lnTo>
                    <a:lnTo>
                      <a:pt x="783" y="66"/>
                    </a:lnTo>
                    <a:lnTo>
                      <a:pt x="735" y="42"/>
                    </a:lnTo>
                    <a:lnTo>
                      <a:pt x="616" y="0"/>
                    </a:lnTo>
                    <a:lnTo>
                      <a:pt x="616" y="0"/>
                    </a:lnTo>
                    <a:close/>
                  </a:path>
                </a:pathLst>
              </a:custGeom>
              <a:gradFill rotWithShape="0">
                <a:gsLst>
                  <a:gs pos="0">
                    <a:schemeClr val="accent1">
                      <a:gamma/>
                      <a:tint val="96863"/>
                      <a:invGamma/>
                    </a:schemeClr>
                  </a:gs>
                  <a:gs pos="100000">
                    <a:schemeClr val="accent1"/>
                  </a:gs>
                </a:gsLst>
                <a:lin ang="0" scaled="1"/>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38" name="Freeform 44"/>
              <p:cNvSpPr>
                <a:spLocks/>
              </p:cNvSpPr>
              <p:nvPr/>
            </p:nvSpPr>
            <p:spPr bwMode="hidden">
              <a:xfrm>
                <a:off x="4564" y="3492"/>
                <a:ext cx="365" cy="66"/>
              </a:xfrm>
              <a:custGeom>
                <a:avLst/>
                <a:gdLst/>
                <a:ahLst/>
                <a:cxnLst>
                  <a:cxn ang="0">
                    <a:pos x="240" y="18"/>
                  </a:cxn>
                  <a:cxn ang="0">
                    <a:pos x="299" y="24"/>
                  </a:cxn>
                  <a:cxn ang="0">
                    <a:pos x="359" y="30"/>
                  </a:cxn>
                  <a:cxn ang="0">
                    <a:pos x="365" y="12"/>
                  </a:cxn>
                  <a:cxn ang="0">
                    <a:pos x="305" y="6"/>
                  </a:cxn>
                  <a:cxn ang="0">
                    <a:pos x="240" y="0"/>
                  </a:cxn>
                  <a:cxn ang="0">
                    <a:pos x="174" y="6"/>
                  </a:cxn>
                  <a:cxn ang="0">
                    <a:pos x="114" y="12"/>
                  </a:cxn>
                  <a:cxn ang="0">
                    <a:pos x="0" y="42"/>
                  </a:cxn>
                  <a:cxn ang="0">
                    <a:pos x="0" y="66"/>
                  </a:cxn>
                  <a:cxn ang="0">
                    <a:pos x="54" y="48"/>
                  </a:cxn>
                  <a:cxn ang="0">
                    <a:pos x="114" y="30"/>
                  </a:cxn>
                  <a:cxn ang="0">
                    <a:pos x="174" y="24"/>
                  </a:cxn>
                  <a:cxn ang="0">
                    <a:pos x="240" y="18"/>
                  </a:cxn>
                  <a:cxn ang="0">
                    <a:pos x="240" y="18"/>
                  </a:cxn>
                </a:cxnLst>
                <a:rect l="0" t="0" r="r" b="b"/>
                <a:pathLst>
                  <a:path w="365" h="66">
                    <a:moveTo>
                      <a:pt x="240" y="18"/>
                    </a:moveTo>
                    <a:lnTo>
                      <a:pt x="299" y="24"/>
                    </a:lnTo>
                    <a:lnTo>
                      <a:pt x="359" y="30"/>
                    </a:lnTo>
                    <a:lnTo>
                      <a:pt x="365" y="12"/>
                    </a:lnTo>
                    <a:lnTo>
                      <a:pt x="305" y="6"/>
                    </a:lnTo>
                    <a:lnTo>
                      <a:pt x="240" y="0"/>
                    </a:lnTo>
                    <a:lnTo>
                      <a:pt x="174" y="6"/>
                    </a:lnTo>
                    <a:lnTo>
                      <a:pt x="114" y="12"/>
                    </a:lnTo>
                    <a:lnTo>
                      <a:pt x="0" y="42"/>
                    </a:lnTo>
                    <a:lnTo>
                      <a:pt x="0" y="66"/>
                    </a:lnTo>
                    <a:lnTo>
                      <a:pt x="54" y="48"/>
                    </a:lnTo>
                    <a:lnTo>
                      <a:pt x="114" y="30"/>
                    </a:lnTo>
                    <a:lnTo>
                      <a:pt x="174" y="24"/>
                    </a:lnTo>
                    <a:lnTo>
                      <a:pt x="240" y="18"/>
                    </a:lnTo>
                    <a:lnTo>
                      <a:pt x="240" y="18"/>
                    </a:lnTo>
                    <a:close/>
                  </a:path>
                </a:pathLst>
              </a:custGeom>
              <a:gradFill rotWithShape="0">
                <a:gsLst>
                  <a:gs pos="0">
                    <a:schemeClr val="accent1">
                      <a:gamma/>
                      <a:tint val="96863"/>
                      <a:invGamma/>
                    </a:schemeClr>
                  </a:gs>
                  <a:gs pos="100000">
                    <a:schemeClr val="accent1"/>
                  </a:gs>
                </a:gsLst>
                <a:lin ang="5400000" scaled="1"/>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39" name="Freeform 45"/>
              <p:cNvSpPr>
                <a:spLocks/>
              </p:cNvSpPr>
              <p:nvPr/>
            </p:nvSpPr>
            <p:spPr bwMode="hidden">
              <a:xfrm>
                <a:off x="4463" y="3558"/>
                <a:ext cx="66" cy="48"/>
              </a:xfrm>
              <a:custGeom>
                <a:avLst/>
                <a:gdLst/>
                <a:ahLst/>
                <a:cxnLst>
                  <a:cxn ang="0">
                    <a:pos x="66" y="18"/>
                  </a:cxn>
                  <a:cxn ang="0">
                    <a:pos x="48" y="0"/>
                  </a:cxn>
                  <a:cxn ang="0">
                    <a:pos x="24" y="12"/>
                  </a:cxn>
                  <a:cxn ang="0">
                    <a:pos x="0" y="30"/>
                  </a:cxn>
                  <a:cxn ang="0">
                    <a:pos x="12" y="48"/>
                  </a:cxn>
                  <a:cxn ang="0">
                    <a:pos x="42" y="30"/>
                  </a:cxn>
                  <a:cxn ang="0">
                    <a:pos x="66" y="18"/>
                  </a:cxn>
                  <a:cxn ang="0">
                    <a:pos x="66" y="18"/>
                  </a:cxn>
                </a:cxnLst>
                <a:rect l="0" t="0" r="r" b="b"/>
                <a:pathLst>
                  <a:path w="66" h="48">
                    <a:moveTo>
                      <a:pt x="66" y="18"/>
                    </a:moveTo>
                    <a:lnTo>
                      <a:pt x="48" y="0"/>
                    </a:lnTo>
                    <a:lnTo>
                      <a:pt x="24" y="12"/>
                    </a:lnTo>
                    <a:lnTo>
                      <a:pt x="0" y="30"/>
                    </a:lnTo>
                    <a:lnTo>
                      <a:pt x="12" y="48"/>
                    </a:lnTo>
                    <a:lnTo>
                      <a:pt x="42" y="30"/>
                    </a:lnTo>
                    <a:lnTo>
                      <a:pt x="66" y="18"/>
                    </a:lnTo>
                    <a:lnTo>
                      <a:pt x="66" y="18"/>
                    </a:lnTo>
                    <a:close/>
                  </a:path>
                </a:pathLst>
              </a:custGeom>
              <a:gradFill rotWithShape="0">
                <a:gsLst>
                  <a:gs pos="0">
                    <a:schemeClr val="accent1">
                      <a:gamma/>
                      <a:tint val="96863"/>
                      <a:invGamma/>
                    </a:schemeClr>
                  </a:gs>
                  <a:gs pos="100000">
                    <a:schemeClr val="accent1"/>
                  </a:gs>
                </a:gsLst>
                <a:lin ang="5400000" scaled="1"/>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40" name="Freeform 46"/>
              <p:cNvSpPr>
                <a:spLocks/>
              </p:cNvSpPr>
              <p:nvPr/>
            </p:nvSpPr>
            <p:spPr bwMode="hidden">
              <a:xfrm>
                <a:off x="5280" y="3186"/>
                <a:ext cx="383" cy="96"/>
              </a:xfrm>
              <a:custGeom>
                <a:avLst/>
                <a:gdLst/>
                <a:ahLst/>
                <a:cxnLst>
                  <a:cxn ang="0">
                    <a:pos x="209" y="96"/>
                  </a:cxn>
                  <a:cxn ang="0">
                    <a:pos x="143" y="90"/>
                  </a:cxn>
                  <a:cxn ang="0">
                    <a:pos x="83" y="66"/>
                  </a:cxn>
                  <a:cxn ang="0">
                    <a:pos x="35" y="36"/>
                  </a:cxn>
                  <a:cxn ang="0">
                    <a:pos x="6" y="0"/>
                  </a:cxn>
                  <a:cxn ang="0">
                    <a:pos x="0" y="6"/>
                  </a:cxn>
                  <a:cxn ang="0">
                    <a:pos x="29" y="42"/>
                  </a:cxn>
                  <a:cxn ang="0">
                    <a:pos x="77" y="72"/>
                  </a:cxn>
                  <a:cxn ang="0">
                    <a:pos x="137" y="90"/>
                  </a:cxn>
                  <a:cxn ang="0">
                    <a:pos x="209" y="96"/>
                  </a:cxn>
                  <a:cxn ang="0">
                    <a:pos x="263" y="90"/>
                  </a:cxn>
                  <a:cxn ang="0">
                    <a:pos x="311" y="84"/>
                  </a:cxn>
                  <a:cxn ang="0">
                    <a:pos x="352" y="66"/>
                  </a:cxn>
                  <a:cxn ang="0">
                    <a:pos x="382" y="42"/>
                  </a:cxn>
                  <a:cxn ang="0">
                    <a:pos x="376" y="42"/>
                  </a:cxn>
                  <a:cxn ang="0">
                    <a:pos x="346" y="66"/>
                  </a:cxn>
                  <a:cxn ang="0">
                    <a:pos x="305" y="78"/>
                  </a:cxn>
                  <a:cxn ang="0">
                    <a:pos x="263" y="90"/>
                  </a:cxn>
                  <a:cxn ang="0">
                    <a:pos x="209" y="96"/>
                  </a:cxn>
                  <a:cxn ang="0">
                    <a:pos x="209" y="96"/>
                  </a:cxn>
                </a:cxnLst>
                <a:rect l="0" t="0" r="r" b="b"/>
                <a:pathLst>
                  <a:path w="382" h="96">
                    <a:moveTo>
                      <a:pt x="209" y="96"/>
                    </a:moveTo>
                    <a:lnTo>
                      <a:pt x="143" y="90"/>
                    </a:lnTo>
                    <a:lnTo>
                      <a:pt x="83" y="66"/>
                    </a:lnTo>
                    <a:lnTo>
                      <a:pt x="35" y="36"/>
                    </a:lnTo>
                    <a:lnTo>
                      <a:pt x="6" y="0"/>
                    </a:lnTo>
                    <a:lnTo>
                      <a:pt x="0" y="6"/>
                    </a:lnTo>
                    <a:lnTo>
                      <a:pt x="29" y="42"/>
                    </a:lnTo>
                    <a:lnTo>
                      <a:pt x="77" y="72"/>
                    </a:lnTo>
                    <a:lnTo>
                      <a:pt x="137" y="90"/>
                    </a:lnTo>
                    <a:lnTo>
                      <a:pt x="209" y="96"/>
                    </a:lnTo>
                    <a:lnTo>
                      <a:pt x="263" y="90"/>
                    </a:lnTo>
                    <a:lnTo>
                      <a:pt x="311" y="84"/>
                    </a:lnTo>
                    <a:lnTo>
                      <a:pt x="352" y="66"/>
                    </a:lnTo>
                    <a:lnTo>
                      <a:pt x="382" y="42"/>
                    </a:lnTo>
                    <a:lnTo>
                      <a:pt x="376" y="42"/>
                    </a:lnTo>
                    <a:lnTo>
                      <a:pt x="346" y="66"/>
                    </a:lnTo>
                    <a:lnTo>
                      <a:pt x="305" y="78"/>
                    </a:lnTo>
                    <a:lnTo>
                      <a:pt x="263" y="90"/>
                    </a:lnTo>
                    <a:lnTo>
                      <a:pt x="209" y="96"/>
                    </a:lnTo>
                    <a:lnTo>
                      <a:pt x="209" y="96"/>
                    </a:lnTo>
                    <a:close/>
                  </a:path>
                </a:pathLst>
              </a:custGeom>
              <a:gradFill rotWithShape="0">
                <a:gsLst>
                  <a:gs pos="0">
                    <a:schemeClr val="accent1"/>
                  </a:gs>
                  <a:gs pos="100000">
                    <a:schemeClr val="bg1"/>
                  </a:gs>
                </a:gsLst>
                <a:lin ang="5400000" scaled="1"/>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41" name="Freeform 47"/>
              <p:cNvSpPr>
                <a:spLocks/>
              </p:cNvSpPr>
              <p:nvPr/>
            </p:nvSpPr>
            <p:spPr bwMode="hidden">
              <a:xfrm>
                <a:off x="5315" y="3024"/>
                <a:ext cx="258" cy="54"/>
              </a:xfrm>
              <a:custGeom>
                <a:avLst/>
                <a:gdLst/>
                <a:ahLst/>
                <a:cxnLst>
                  <a:cxn ang="0">
                    <a:pos x="174" y="0"/>
                  </a:cxn>
                  <a:cxn ang="0">
                    <a:pos x="216" y="6"/>
                  </a:cxn>
                  <a:cxn ang="0">
                    <a:pos x="258" y="12"/>
                  </a:cxn>
                  <a:cxn ang="0">
                    <a:pos x="252" y="6"/>
                  </a:cxn>
                  <a:cxn ang="0">
                    <a:pos x="216" y="0"/>
                  </a:cxn>
                  <a:cxn ang="0">
                    <a:pos x="174" y="0"/>
                  </a:cxn>
                  <a:cxn ang="0">
                    <a:pos x="120" y="6"/>
                  </a:cxn>
                  <a:cxn ang="0">
                    <a:pos x="78" y="12"/>
                  </a:cxn>
                  <a:cxn ang="0">
                    <a:pos x="36" y="30"/>
                  </a:cxn>
                  <a:cxn ang="0">
                    <a:pos x="0" y="48"/>
                  </a:cxn>
                  <a:cxn ang="0">
                    <a:pos x="6" y="54"/>
                  </a:cxn>
                  <a:cxn ang="0">
                    <a:pos x="36" y="36"/>
                  </a:cxn>
                  <a:cxn ang="0">
                    <a:pos x="78" y="18"/>
                  </a:cxn>
                  <a:cxn ang="0">
                    <a:pos x="120" y="6"/>
                  </a:cxn>
                  <a:cxn ang="0">
                    <a:pos x="174" y="0"/>
                  </a:cxn>
                  <a:cxn ang="0">
                    <a:pos x="174" y="0"/>
                  </a:cxn>
                </a:cxnLst>
                <a:rect l="0" t="0" r="r" b="b"/>
                <a:pathLst>
                  <a:path w="258" h="54">
                    <a:moveTo>
                      <a:pt x="174" y="0"/>
                    </a:moveTo>
                    <a:lnTo>
                      <a:pt x="216" y="6"/>
                    </a:lnTo>
                    <a:lnTo>
                      <a:pt x="258" y="12"/>
                    </a:lnTo>
                    <a:lnTo>
                      <a:pt x="252" y="6"/>
                    </a:lnTo>
                    <a:lnTo>
                      <a:pt x="216" y="0"/>
                    </a:lnTo>
                    <a:lnTo>
                      <a:pt x="174" y="0"/>
                    </a:lnTo>
                    <a:lnTo>
                      <a:pt x="120" y="6"/>
                    </a:lnTo>
                    <a:lnTo>
                      <a:pt x="78" y="12"/>
                    </a:lnTo>
                    <a:lnTo>
                      <a:pt x="36" y="30"/>
                    </a:lnTo>
                    <a:lnTo>
                      <a:pt x="0" y="48"/>
                    </a:lnTo>
                    <a:lnTo>
                      <a:pt x="6" y="54"/>
                    </a:lnTo>
                    <a:lnTo>
                      <a:pt x="36" y="36"/>
                    </a:lnTo>
                    <a:lnTo>
                      <a:pt x="78" y="18"/>
                    </a:lnTo>
                    <a:lnTo>
                      <a:pt x="120" y="6"/>
                    </a:lnTo>
                    <a:lnTo>
                      <a:pt x="174" y="0"/>
                    </a:lnTo>
                    <a:lnTo>
                      <a:pt x="174" y="0"/>
                    </a:lnTo>
                    <a:close/>
                  </a:path>
                </a:pathLst>
              </a:custGeom>
              <a:gradFill rotWithShape="0">
                <a:gsLst>
                  <a:gs pos="0">
                    <a:schemeClr val="accent1"/>
                  </a:gs>
                  <a:gs pos="100000">
                    <a:schemeClr val="bg1"/>
                  </a:gs>
                </a:gsLst>
                <a:lin ang="5400000" scaled="1"/>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42" name="Freeform 48"/>
              <p:cNvSpPr>
                <a:spLocks/>
              </p:cNvSpPr>
              <p:nvPr/>
            </p:nvSpPr>
            <p:spPr bwMode="hidden">
              <a:xfrm>
                <a:off x="5645" y="3066"/>
                <a:ext cx="60" cy="156"/>
              </a:xfrm>
              <a:custGeom>
                <a:avLst/>
                <a:gdLst/>
                <a:ahLst/>
                <a:cxnLst>
                  <a:cxn ang="0">
                    <a:pos x="54" y="90"/>
                  </a:cxn>
                  <a:cxn ang="0">
                    <a:pos x="48" y="126"/>
                  </a:cxn>
                  <a:cxn ang="0">
                    <a:pos x="24" y="156"/>
                  </a:cxn>
                  <a:cxn ang="0">
                    <a:pos x="30" y="156"/>
                  </a:cxn>
                  <a:cxn ang="0">
                    <a:pos x="54" y="126"/>
                  </a:cxn>
                  <a:cxn ang="0">
                    <a:pos x="60" y="90"/>
                  </a:cxn>
                  <a:cxn ang="0">
                    <a:pos x="54" y="66"/>
                  </a:cxn>
                  <a:cxn ang="0">
                    <a:pos x="48" y="42"/>
                  </a:cxn>
                  <a:cxn ang="0">
                    <a:pos x="30" y="18"/>
                  </a:cxn>
                  <a:cxn ang="0">
                    <a:pos x="6" y="0"/>
                  </a:cxn>
                  <a:cxn ang="0">
                    <a:pos x="0" y="6"/>
                  </a:cxn>
                  <a:cxn ang="0">
                    <a:pos x="24" y="24"/>
                  </a:cxn>
                  <a:cxn ang="0">
                    <a:pos x="42" y="42"/>
                  </a:cxn>
                  <a:cxn ang="0">
                    <a:pos x="48" y="66"/>
                  </a:cxn>
                  <a:cxn ang="0">
                    <a:pos x="54" y="90"/>
                  </a:cxn>
                  <a:cxn ang="0">
                    <a:pos x="54" y="90"/>
                  </a:cxn>
                </a:cxnLst>
                <a:rect l="0" t="0" r="r" b="b"/>
                <a:pathLst>
                  <a:path w="60" h="156">
                    <a:moveTo>
                      <a:pt x="54" y="90"/>
                    </a:moveTo>
                    <a:lnTo>
                      <a:pt x="48" y="126"/>
                    </a:lnTo>
                    <a:lnTo>
                      <a:pt x="24" y="156"/>
                    </a:lnTo>
                    <a:lnTo>
                      <a:pt x="30" y="156"/>
                    </a:lnTo>
                    <a:lnTo>
                      <a:pt x="54" y="126"/>
                    </a:lnTo>
                    <a:lnTo>
                      <a:pt x="60" y="90"/>
                    </a:lnTo>
                    <a:lnTo>
                      <a:pt x="54" y="66"/>
                    </a:lnTo>
                    <a:lnTo>
                      <a:pt x="48" y="42"/>
                    </a:lnTo>
                    <a:lnTo>
                      <a:pt x="30" y="18"/>
                    </a:lnTo>
                    <a:lnTo>
                      <a:pt x="6" y="0"/>
                    </a:lnTo>
                    <a:lnTo>
                      <a:pt x="0" y="6"/>
                    </a:lnTo>
                    <a:lnTo>
                      <a:pt x="24" y="24"/>
                    </a:lnTo>
                    <a:lnTo>
                      <a:pt x="42" y="42"/>
                    </a:lnTo>
                    <a:lnTo>
                      <a:pt x="48" y="66"/>
                    </a:lnTo>
                    <a:lnTo>
                      <a:pt x="54" y="90"/>
                    </a:lnTo>
                    <a:lnTo>
                      <a:pt x="54" y="90"/>
                    </a:lnTo>
                    <a:close/>
                  </a:path>
                </a:pathLst>
              </a:custGeom>
              <a:gradFill rotWithShape="0">
                <a:gsLst>
                  <a:gs pos="0">
                    <a:schemeClr val="accent1"/>
                  </a:gs>
                  <a:gs pos="100000">
                    <a:schemeClr val="bg1"/>
                  </a:gs>
                </a:gsLst>
                <a:lin ang="5400000" scaled="1"/>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43" name="Freeform 49"/>
              <p:cNvSpPr>
                <a:spLocks/>
              </p:cNvSpPr>
              <p:nvPr/>
            </p:nvSpPr>
            <p:spPr bwMode="hidden">
              <a:xfrm>
                <a:off x="5375" y="3246"/>
                <a:ext cx="192" cy="18"/>
              </a:xfrm>
              <a:custGeom>
                <a:avLst/>
                <a:gdLst/>
                <a:ahLst/>
                <a:cxnLst>
                  <a:cxn ang="0">
                    <a:pos x="114" y="12"/>
                  </a:cxn>
                  <a:cxn ang="0">
                    <a:pos x="72" y="6"/>
                  </a:cxn>
                  <a:cxn ang="0">
                    <a:pos x="30" y="0"/>
                  </a:cxn>
                  <a:cxn ang="0">
                    <a:pos x="0" y="0"/>
                  </a:cxn>
                  <a:cxn ang="0">
                    <a:pos x="54" y="12"/>
                  </a:cxn>
                  <a:cxn ang="0">
                    <a:pos x="114" y="18"/>
                  </a:cxn>
                  <a:cxn ang="0">
                    <a:pos x="156" y="18"/>
                  </a:cxn>
                  <a:cxn ang="0">
                    <a:pos x="192" y="12"/>
                  </a:cxn>
                  <a:cxn ang="0">
                    <a:pos x="186" y="0"/>
                  </a:cxn>
                  <a:cxn ang="0">
                    <a:pos x="150" y="6"/>
                  </a:cxn>
                  <a:cxn ang="0">
                    <a:pos x="114" y="12"/>
                  </a:cxn>
                  <a:cxn ang="0">
                    <a:pos x="114" y="12"/>
                  </a:cxn>
                </a:cxnLst>
                <a:rect l="0" t="0" r="r" b="b"/>
                <a:pathLst>
                  <a:path w="192" h="18">
                    <a:moveTo>
                      <a:pt x="114" y="12"/>
                    </a:moveTo>
                    <a:lnTo>
                      <a:pt x="72" y="6"/>
                    </a:lnTo>
                    <a:lnTo>
                      <a:pt x="30" y="0"/>
                    </a:lnTo>
                    <a:lnTo>
                      <a:pt x="0" y="0"/>
                    </a:lnTo>
                    <a:lnTo>
                      <a:pt x="54" y="12"/>
                    </a:lnTo>
                    <a:lnTo>
                      <a:pt x="114" y="18"/>
                    </a:lnTo>
                    <a:lnTo>
                      <a:pt x="156" y="18"/>
                    </a:lnTo>
                    <a:lnTo>
                      <a:pt x="192" y="12"/>
                    </a:lnTo>
                    <a:lnTo>
                      <a:pt x="186" y="0"/>
                    </a:lnTo>
                    <a:lnTo>
                      <a:pt x="150" y="6"/>
                    </a:lnTo>
                    <a:lnTo>
                      <a:pt x="114" y="12"/>
                    </a:lnTo>
                    <a:lnTo>
                      <a:pt x="114" y="12"/>
                    </a:lnTo>
                    <a:close/>
                  </a:path>
                </a:pathLst>
              </a:custGeom>
              <a:gradFill rotWithShape="0">
                <a:gsLst>
                  <a:gs pos="0">
                    <a:schemeClr val="accent1"/>
                  </a:gs>
                  <a:gs pos="100000">
                    <a:schemeClr val="bg1"/>
                  </a:gs>
                </a:gsLst>
                <a:lin ang="5400000" scaled="1"/>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44" name="Freeform 50"/>
              <p:cNvSpPr>
                <a:spLocks/>
              </p:cNvSpPr>
              <p:nvPr/>
            </p:nvSpPr>
            <p:spPr bwMode="hidden">
              <a:xfrm>
                <a:off x="5304" y="3042"/>
                <a:ext cx="161" cy="186"/>
              </a:xfrm>
              <a:custGeom>
                <a:avLst/>
                <a:gdLst/>
                <a:ahLst/>
                <a:cxnLst>
                  <a:cxn ang="0">
                    <a:pos x="11" y="114"/>
                  </a:cxn>
                  <a:cxn ang="0">
                    <a:pos x="17" y="96"/>
                  </a:cxn>
                  <a:cxn ang="0">
                    <a:pos x="23" y="78"/>
                  </a:cxn>
                  <a:cxn ang="0">
                    <a:pos x="53" y="42"/>
                  </a:cxn>
                  <a:cxn ang="0">
                    <a:pos x="101" y="18"/>
                  </a:cxn>
                  <a:cxn ang="0">
                    <a:pos x="155" y="6"/>
                  </a:cxn>
                  <a:cxn ang="0">
                    <a:pos x="161" y="0"/>
                  </a:cxn>
                  <a:cxn ang="0">
                    <a:pos x="95" y="12"/>
                  </a:cxn>
                  <a:cxn ang="0">
                    <a:pos x="47" y="36"/>
                  </a:cxn>
                  <a:cxn ang="0">
                    <a:pos x="11" y="72"/>
                  </a:cxn>
                  <a:cxn ang="0">
                    <a:pos x="5" y="90"/>
                  </a:cxn>
                  <a:cxn ang="0">
                    <a:pos x="0" y="114"/>
                  </a:cxn>
                  <a:cxn ang="0">
                    <a:pos x="11" y="150"/>
                  </a:cxn>
                  <a:cxn ang="0">
                    <a:pos x="23" y="168"/>
                  </a:cxn>
                  <a:cxn ang="0">
                    <a:pos x="41" y="186"/>
                  </a:cxn>
                  <a:cxn ang="0">
                    <a:pos x="65" y="186"/>
                  </a:cxn>
                  <a:cxn ang="0">
                    <a:pos x="41" y="168"/>
                  </a:cxn>
                  <a:cxn ang="0">
                    <a:pos x="23" y="150"/>
                  </a:cxn>
                  <a:cxn ang="0">
                    <a:pos x="17" y="132"/>
                  </a:cxn>
                  <a:cxn ang="0">
                    <a:pos x="11" y="114"/>
                  </a:cxn>
                  <a:cxn ang="0">
                    <a:pos x="11" y="114"/>
                  </a:cxn>
                </a:cxnLst>
                <a:rect l="0" t="0" r="r" b="b"/>
                <a:pathLst>
                  <a:path w="161" h="186">
                    <a:moveTo>
                      <a:pt x="11" y="114"/>
                    </a:moveTo>
                    <a:lnTo>
                      <a:pt x="17" y="96"/>
                    </a:lnTo>
                    <a:lnTo>
                      <a:pt x="23" y="78"/>
                    </a:lnTo>
                    <a:lnTo>
                      <a:pt x="53" y="42"/>
                    </a:lnTo>
                    <a:lnTo>
                      <a:pt x="101" y="18"/>
                    </a:lnTo>
                    <a:lnTo>
                      <a:pt x="155" y="6"/>
                    </a:lnTo>
                    <a:lnTo>
                      <a:pt x="161" y="0"/>
                    </a:lnTo>
                    <a:lnTo>
                      <a:pt x="95" y="12"/>
                    </a:lnTo>
                    <a:lnTo>
                      <a:pt x="47" y="36"/>
                    </a:lnTo>
                    <a:lnTo>
                      <a:pt x="11" y="72"/>
                    </a:lnTo>
                    <a:lnTo>
                      <a:pt x="5" y="90"/>
                    </a:lnTo>
                    <a:lnTo>
                      <a:pt x="0" y="114"/>
                    </a:lnTo>
                    <a:lnTo>
                      <a:pt x="11" y="150"/>
                    </a:lnTo>
                    <a:lnTo>
                      <a:pt x="23" y="168"/>
                    </a:lnTo>
                    <a:lnTo>
                      <a:pt x="41" y="186"/>
                    </a:lnTo>
                    <a:lnTo>
                      <a:pt x="65" y="186"/>
                    </a:lnTo>
                    <a:lnTo>
                      <a:pt x="41" y="168"/>
                    </a:lnTo>
                    <a:lnTo>
                      <a:pt x="23" y="150"/>
                    </a:lnTo>
                    <a:lnTo>
                      <a:pt x="17" y="132"/>
                    </a:lnTo>
                    <a:lnTo>
                      <a:pt x="11" y="114"/>
                    </a:lnTo>
                    <a:lnTo>
                      <a:pt x="11" y="114"/>
                    </a:lnTo>
                    <a:close/>
                  </a:path>
                </a:pathLst>
              </a:custGeom>
              <a:gradFill rotWithShape="0">
                <a:gsLst>
                  <a:gs pos="0">
                    <a:schemeClr val="bg1"/>
                  </a:gs>
                  <a:gs pos="100000">
                    <a:schemeClr val="accent1"/>
                  </a:gs>
                </a:gsLst>
                <a:lin ang="5400000" scaled="1"/>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45" name="Freeform 51"/>
              <p:cNvSpPr>
                <a:spLocks/>
              </p:cNvSpPr>
              <p:nvPr/>
            </p:nvSpPr>
            <p:spPr bwMode="hidden">
              <a:xfrm>
                <a:off x="5489" y="3042"/>
                <a:ext cx="186" cy="210"/>
              </a:xfrm>
              <a:custGeom>
                <a:avLst/>
                <a:gdLst/>
                <a:ahLst/>
                <a:cxnLst>
                  <a:cxn ang="0">
                    <a:pos x="0" y="6"/>
                  </a:cxn>
                  <a:cxn ang="0">
                    <a:pos x="66" y="12"/>
                  </a:cxn>
                  <a:cxn ang="0">
                    <a:pos x="119" y="36"/>
                  </a:cxn>
                  <a:cxn ang="0">
                    <a:pos x="155" y="72"/>
                  </a:cxn>
                  <a:cxn ang="0">
                    <a:pos x="161" y="90"/>
                  </a:cxn>
                  <a:cxn ang="0">
                    <a:pos x="167" y="114"/>
                  </a:cxn>
                  <a:cxn ang="0">
                    <a:pos x="161" y="138"/>
                  </a:cxn>
                  <a:cxn ang="0">
                    <a:pos x="149" y="162"/>
                  </a:cxn>
                  <a:cxn ang="0">
                    <a:pos x="119" y="180"/>
                  </a:cxn>
                  <a:cxn ang="0">
                    <a:pos x="90" y="198"/>
                  </a:cxn>
                  <a:cxn ang="0">
                    <a:pos x="96" y="210"/>
                  </a:cxn>
                  <a:cxn ang="0">
                    <a:pos x="131" y="192"/>
                  </a:cxn>
                  <a:cxn ang="0">
                    <a:pos x="161" y="168"/>
                  </a:cxn>
                  <a:cxn ang="0">
                    <a:pos x="179" y="144"/>
                  </a:cxn>
                  <a:cxn ang="0">
                    <a:pos x="185" y="114"/>
                  </a:cxn>
                  <a:cxn ang="0">
                    <a:pos x="179" y="90"/>
                  </a:cxn>
                  <a:cxn ang="0">
                    <a:pos x="173" y="66"/>
                  </a:cxn>
                  <a:cxn ang="0">
                    <a:pos x="155" y="48"/>
                  </a:cxn>
                  <a:cxn ang="0">
                    <a:pos x="131" y="30"/>
                  </a:cxn>
                  <a:cxn ang="0">
                    <a:pos x="72" y="6"/>
                  </a:cxn>
                  <a:cxn ang="0">
                    <a:pos x="0" y="0"/>
                  </a:cxn>
                  <a:cxn ang="0">
                    <a:pos x="0" y="6"/>
                  </a:cxn>
                  <a:cxn ang="0">
                    <a:pos x="0" y="6"/>
                  </a:cxn>
                  <a:cxn ang="0">
                    <a:pos x="0" y="6"/>
                  </a:cxn>
                </a:cxnLst>
                <a:rect l="0" t="0" r="r" b="b"/>
                <a:pathLst>
                  <a:path w="185" h="210">
                    <a:moveTo>
                      <a:pt x="0" y="6"/>
                    </a:moveTo>
                    <a:lnTo>
                      <a:pt x="66" y="12"/>
                    </a:lnTo>
                    <a:lnTo>
                      <a:pt x="119" y="36"/>
                    </a:lnTo>
                    <a:lnTo>
                      <a:pt x="155" y="72"/>
                    </a:lnTo>
                    <a:lnTo>
                      <a:pt x="161" y="90"/>
                    </a:lnTo>
                    <a:lnTo>
                      <a:pt x="167" y="114"/>
                    </a:lnTo>
                    <a:lnTo>
                      <a:pt x="161" y="138"/>
                    </a:lnTo>
                    <a:lnTo>
                      <a:pt x="149" y="162"/>
                    </a:lnTo>
                    <a:lnTo>
                      <a:pt x="119" y="180"/>
                    </a:lnTo>
                    <a:lnTo>
                      <a:pt x="90" y="198"/>
                    </a:lnTo>
                    <a:lnTo>
                      <a:pt x="96" y="210"/>
                    </a:lnTo>
                    <a:lnTo>
                      <a:pt x="131" y="192"/>
                    </a:lnTo>
                    <a:lnTo>
                      <a:pt x="161" y="168"/>
                    </a:lnTo>
                    <a:lnTo>
                      <a:pt x="179" y="144"/>
                    </a:lnTo>
                    <a:lnTo>
                      <a:pt x="185" y="114"/>
                    </a:lnTo>
                    <a:lnTo>
                      <a:pt x="179" y="90"/>
                    </a:lnTo>
                    <a:lnTo>
                      <a:pt x="173" y="66"/>
                    </a:lnTo>
                    <a:lnTo>
                      <a:pt x="155" y="48"/>
                    </a:lnTo>
                    <a:lnTo>
                      <a:pt x="131" y="30"/>
                    </a:lnTo>
                    <a:lnTo>
                      <a:pt x="72" y="6"/>
                    </a:lnTo>
                    <a:lnTo>
                      <a:pt x="0" y="0"/>
                    </a:lnTo>
                    <a:lnTo>
                      <a:pt x="0" y="6"/>
                    </a:lnTo>
                    <a:lnTo>
                      <a:pt x="0" y="6"/>
                    </a:lnTo>
                    <a:lnTo>
                      <a:pt x="0" y="6"/>
                    </a:lnTo>
                    <a:close/>
                  </a:path>
                </a:pathLst>
              </a:custGeom>
              <a:gradFill rotWithShape="0">
                <a:gsLst>
                  <a:gs pos="0">
                    <a:schemeClr val="bg1"/>
                  </a:gs>
                  <a:gs pos="100000">
                    <a:schemeClr val="accent1"/>
                  </a:gs>
                </a:gsLst>
                <a:lin ang="5400000" scaled="1"/>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46" name="Freeform 52"/>
              <p:cNvSpPr>
                <a:spLocks noEditPoints="1"/>
              </p:cNvSpPr>
              <p:nvPr/>
            </p:nvSpPr>
            <p:spPr bwMode="hidden">
              <a:xfrm>
                <a:off x="5345" y="3058"/>
                <a:ext cx="299" cy="186"/>
              </a:xfrm>
              <a:custGeom>
                <a:avLst/>
                <a:gdLst/>
                <a:ahLst/>
                <a:cxnLst>
                  <a:cxn ang="0">
                    <a:pos x="150" y="0"/>
                  </a:cxn>
                  <a:cxn ang="0">
                    <a:pos x="90" y="6"/>
                  </a:cxn>
                  <a:cxn ang="0">
                    <a:pos x="42" y="30"/>
                  </a:cxn>
                  <a:cxn ang="0">
                    <a:pos x="12" y="54"/>
                  </a:cxn>
                  <a:cxn ang="0">
                    <a:pos x="6" y="72"/>
                  </a:cxn>
                  <a:cxn ang="0">
                    <a:pos x="0" y="90"/>
                  </a:cxn>
                  <a:cxn ang="0">
                    <a:pos x="6" y="108"/>
                  </a:cxn>
                  <a:cxn ang="0">
                    <a:pos x="12" y="126"/>
                  </a:cxn>
                  <a:cxn ang="0">
                    <a:pos x="42" y="156"/>
                  </a:cxn>
                  <a:cxn ang="0">
                    <a:pos x="90" y="180"/>
                  </a:cxn>
                  <a:cxn ang="0">
                    <a:pos x="150" y="186"/>
                  </a:cxn>
                  <a:cxn ang="0">
                    <a:pos x="209" y="180"/>
                  </a:cxn>
                  <a:cxn ang="0">
                    <a:pos x="257" y="156"/>
                  </a:cxn>
                  <a:cxn ang="0">
                    <a:pos x="287" y="126"/>
                  </a:cxn>
                  <a:cxn ang="0">
                    <a:pos x="299" y="108"/>
                  </a:cxn>
                  <a:cxn ang="0">
                    <a:pos x="299" y="90"/>
                  </a:cxn>
                  <a:cxn ang="0">
                    <a:pos x="299" y="72"/>
                  </a:cxn>
                  <a:cxn ang="0">
                    <a:pos x="287" y="54"/>
                  </a:cxn>
                  <a:cxn ang="0">
                    <a:pos x="257" y="30"/>
                  </a:cxn>
                  <a:cxn ang="0">
                    <a:pos x="209" y="6"/>
                  </a:cxn>
                  <a:cxn ang="0">
                    <a:pos x="150" y="0"/>
                  </a:cxn>
                  <a:cxn ang="0">
                    <a:pos x="150" y="0"/>
                  </a:cxn>
                  <a:cxn ang="0">
                    <a:pos x="150" y="180"/>
                  </a:cxn>
                  <a:cxn ang="0">
                    <a:pos x="96" y="174"/>
                  </a:cxn>
                  <a:cxn ang="0">
                    <a:pos x="48" y="156"/>
                  </a:cxn>
                  <a:cxn ang="0">
                    <a:pos x="18" y="126"/>
                  </a:cxn>
                  <a:cxn ang="0">
                    <a:pos x="12" y="108"/>
                  </a:cxn>
                  <a:cxn ang="0">
                    <a:pos x="6" y="90"/>
                  </a:cxn>
                  <a:cxn ang="0">
                    <a:pos x="12" y="72"/>
                  </a:cxn>
                  <a:cxn ang="0">
                    <a:pos x="18" y="54"/>
                  </a:cxn>
                  <a:cxn ang="0">
                    <a:pos x="48" y="30"/>
                  </a:cxn>
                  <a:cxn ang="0">
                    <a:pos x="96" y="12"/>
                  </a:cxn>
                  <a:cxn ang="0">
                    <a:pos x="150" y="6"/>
                  </a:cxn>
                  <a:cxn ang="0">
                    <a:pos x="203" y="12"/>
                  </a:cxn>
                  <a:cxn ang="0">
                    <a:pos x="251" y="30"/>
                  </a:cxn>
                  <a:cxn ang="0">
                    <a:pos x="281" y="54"/>
                  </a:cxn>
                  <a:cxn ang="0">
                    <a:pos x="293" y="72"/>
                  </a:cxn>
                  <a:cxn ang="0">
                    <a:pos x="293" y="90"/>
                  </a:cxn>
                  <a:cxn ang="0">
                    <a:pos x="293" y="108"/>
                  </a:cxn>
                  <a:cxn ang="0">
                    <a:pos x="281" y="126"/>
                  </a:cxn>
                  <a:cxn ang="0">
                    <a:pos x="251" y="156"/>
                  </a:cxn>
                  <a:cxn ang="0">
                    <a:pos x="203" y="174"/>
                  </a:cxn>
                  <a:cxn ang="0">
                    <a:pos x="150" y="180"/>
                  </a:cxn>
                  <a:cxn ang="0">
                    <a:pos x="150" y="180"/>
                  </a:cxn>
                </a:cxnLst>
                <a:rect l="0" t="0" r="r" b="b"/>
                <a:pathLst>
                  <a:path w="299" h="186">
                    <a:moveTo>
                      <a:pt x="150" y="0"/>
                    </a:moveTo>
                    <a:lnTo>
                      <a:pt x="90" y="6"/>
                    </a:lnTo>
                    <a:lnTo>
                      <a:pt x="42" y="30"/>
                    </a:lnTo>
                    <a:lnTo>
                      <a:pt x="12" y="54"/>
                    </a:lnTo>
                    <a:lnTo>
                      <a:pt x="6" y="72"/>
                    </a:lnTo>
                    <a:lnTo>
                      <a:pt x="0" y="90"/>
                    </a:lnTo>
                    <a:lnTo>
                      <a:pt x="6" y="108"/>
                    </a:lnTo>
                    <a:lnTo>
                      <a:pt x="12" y="126"/>
                    </a:lnTo>
                    <a:lnTo>
                      <a:pt x="42" y="156"/>
                    </a:lnTo>
                    <a:lnTo>
                      <a:pt x="90" y="180"/>
                    </a:lnTo>
                    <a:lnTo>
                      <a:pt x="150" y="186"/>
                    </a:lnTo>
                    <a:lnTo>
                      <a:pt x="209" y="180"/>
                    </a:lnTo>
                    <a:lnTo>
                      <a:pt x="257" y="156"/>
                    </a:lnTo>
                    <a:lnTo>
                      <a:pt x="287" y="126"/>
                    </a:lnTo>
                    <a:lnTo>
                      <a:pt x="299" y="108"/>
                    </a:lnTo>
                    <a:lnTo>
                      <a:pt x="299" y="90"/>
                    </a:lnTo>
                    <a:lnTo>
                      <a:pt x="299" y="72"/>
                    </a:lnTo>
                    <a:lnTo>
                      <a:pt x="287" y="54"/>
                    </a:lnTo>
                    <a:lnTo>
                      <a:pt x="257" y="30"/>
                    </a:lnTo>
                    <a:lnTo>
                      <a:pt x="209" y="6"/>
                    </a:lnTo>
                    <a:lnTo>
                      <a:pt x="150" y="0"/>
                    </a:lnTo>
                    <a:lnTo>
                      <a:pt x="150" y="0"/>
                    </a:lnTo>
                    <a:close/>
                    <a:moveTo>
                      <a:pt x="150" y="180"/>
                    </a:moveTo>
                    <a:lnTo>
                      <a:pt x="96" y="174"/>
                    </a:lnTo>
                    <a:lnTo>
                      <a:pt x="48" y="156"/>
                    </a:lnTo>
                    <a:lnTo>
                      <a:pt x="18" y="126"/>
                    </a:lnTo>
                    <a:lnTo>
                      <a:pt x="12" y="108"/>
                    </a:lnTo>
                    <a:lnTo>
                      <a:pt x="6" y="90"/>
                    </a:lnTo>
                    <a:lnTo>
                      <a:pt x="12" y="72"/>
                    </a:lnTo>
                    <a:lnTo>
                      <a:pt x="18" y="54"/>
                    </a:lnTo>
                    <a:lnTo>
                      <a:pt x="48" y="30"/>
                    </a:lnTo>
                    <a:lnTo>
                      <a:pt x="96" y="12"/>
                    </a:lnTo>
                    <a:lnTo>
                      <a:pt x="150" y="6"/>
                    </a:lnTo>
                    <a:lnTo>
                      <a:pt x="203" y="12"/>
                    </a:lnTo>
                    <a:lnTo>
                      <a:pt x="251" y="30"/>
                    </a:lnTo>
                    <a:lnTo>
                      <a:pt x="281" y="54"/>
                    </a:lnTo>
                    <a:lnTo>
                      <a:pt x="293" y="72"/>
                    </a:lnTo>
                    <a:lnTo>
                      <a:pt x="293" y="90"/>
                    </a:lnTo>
                    <a:lnTo>
                      <a:pt x="293" y="108"/>
                    </a:lnTo>
                    <a:lnTo>
                      <a:pt x="281" y="126"/>
                    </a:lnTo>
                    <a:lnTo>
                      <a:pt x="251" y="156"/>
                    </a:lnTo>
                    <a:lnTo>
                      <a:pt x="203" y="174"/>
                    </a:lnTo>
                    <a:lnTo>
                      <a:pt x="150" y="180"/>
                    </a:lnTo>
                    <a:lnTo>
                      <a:pt x="150" y="180"/>
                    </a:lnTo>
                    <a:close/>
                  </a:path>
                </a:pathLst>
              </a:custGeom>
              <a:gradFill rotWithShape="0">
                <a:gsLst>
                  <a:gs pos="0">
                    <a:schemeClr val="accent1"/>
                  </a:gs>
                  <a:gs pos="100000">
                    <a:schemeClr val="bg1"/>
                  </a:gs>
                </a:gsLst>
                <a:lin ang="5400000" scaled="1"/>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47" name="Oval 53"/>
              <p:cNvSpPr>
                <a:spLocks noChangeArrowheads="1"/>
              </p:cNvSpPr>
              <p:nvPr/>
            </p:nvSpPr>
            <p:spPr bwMode="hidden">
              <a:xfrm>
                <a:off x="3910" y="3948"/>
                <a:ext cx="84" cy="53"/>
              </a:xfrm>
              <a:prstGeom prst="ellipse">
                <a:avLst/>
              </a:prstGeom>
              <a:gradFill rotWithShape="0">
                <a:gsLst>
                  <a:gs pos="0">
                    <a:schemeClr val="accent1">
                      <a:gamma/>
                      <a:shade val="94118"/>
                      <a:invGamma/>
                    </a:schemeClr>
                  </a:gs>
                  <a:gs pos="100000">
                    <a:schemeClr val="accent1"/>
                  </a:gs>
                </a:gsLst>
                <a:lin ang="5400000" scaled="1"/>
              </a:gradFill>
              <a:ln w="9525">
                <a:noFill/>
                <a:round/>
                <a:headEnd/>
                <a:tailEnd/>
              </a:ln>
              <a:effectLst/>
            </p:spPr>
            <p:txBody>
              <a:bodyPr>
                <a:prstTxWarp prst="textNoShape">
                  <a:avLst/>
                </a:prstTxWarp>
              </a:bodyPr>
              <a:lstStyle/>
              <a:p>
                <a:pPr>
                  <a:defRPr/>
                </a:pPr>
                <a:endParaRPr lang="en-US" dirty="0">
                  <a:latin typeface="Arial" pitchFamily="-107" charset="0"/>
                </a:endParaRPr>
              </a:p>
            </p:txBody>
          </p:sp>
          <p:grpSp>
            <p:nvGrpSpPr>
              <p:cNvPr id="48" name="Group 54"/>
              <p:cNvGrpSpPr>
                <a:grpSpLocks/>
              </p:cNvGrpSpPr>
              <p:nvPr/>
            </p:nvGrpSpPr>
            <p:grpSpPr bwMode="auto">
              <a:xfrm>
                <a:off x="4546" y="3608"/>
                <a:ext cx="518" cy="319"/>
                <a:chOff x="4546" y="3608"/>
                <a:chExt cx="518" cy="319"/>
              </a:xfrm>
            </p:grpSpPr>
            <p:sp>
              <p:nvSpPr>
                <p:cNvPr id="54" name="Oval 55"/>
                <p:cNvSpPr>
                  <a:spLocks noChangeArrowheads="1"/>
                </p:cNvSpPr>
                <p:nvPr/>
              </p:nvSpPr>
              <p:spPr bwMode="hidden">
                <a:xfrm>
                  <a:off x="4546" y="3608"/>
                  <a:ext cx="518" cy="319"/>
                </a:xfrm>
                <a:prstGeom prst="ellipse">
                  <a:avLst/>
                </a:prstGeom>
                <a:gradFill rotWithShape="0">
                  <a:gsLst>
                    <a:gs pos="0">
                      <a:schemeClr val="accent1">
                        <a:gamma/>
                        <a:shade val="94118"/>
                        <a:invGamma/>
                      </a:schemeClr>
                    </a:gs>
                    <a:gs pos="100000">
                      <a:schemeClr val="accent1"/>
                    </a:gs>
                  </a:gsLst>
                  <a:lin ang="0" scaled="1"/>
                </a:gradFill>
                <a:ln w="9525">
                  <a:noFill/>
                  <a:round/>
                  <a:headEnd/>
                  <a:tailEnd/>
                </a:ln>
                <a:effectLst/>
              </p:spPr>
              <p:txBody>
                <a:bodyPr>
                  <a:prstTxWarp prst="textNoShape">
                    <a:avLst/>
                  </a:prstTxWarp>
                </a:bodyPr>
                <a:lstStyle/>
                <a:p>
                  <a:pPr>
                    <a:defRPr/>
                  </a:pPr>
                  <a:endParaRPr lang="en-US" dirty="0">
                    <a:latin typeface="Arial" pitchFamily="-107" charset="0"/>
                  </a:endParaRPr>
                </a:p>
              </p:txBody>
            </p:sp>
            <p:sp>
              <p:nvSpPr>
                <p:cNvPr id="55" name="Oval 56"/>
                <p:cNvSpPr>
                  <a:spLocks noChangeArrowheads="1"/>
                </p:cNvSpPr>
                <p:nvPr/>
              </p:nvSpPr>
              <p:spPr bwMode="hidden">
                <a:xfrm>
                  <a:off x="4578" y="3630"/>
                  <a:ext cx="446" cy="271"/>
                </a:xfrm>
                <a:prstGeom prst="ellipse">
                  <a:avLst/>
                </a:prstGeom>
                <a:gradFill rotWithShape="0">
                  <a:gsLst>
                    <a:gs pos="0">
                      <a:schemeClr val="accent1">
                        <a:gamma/>
                        <a:tint val="96863"/>
                        <a:invGamma/>
                      </a:schemeClr>
                    </a:gs>
                    <a:gs pos="100000">
                      <a:schemeClr val="accent1"/>
                    </a:gs>
                  </a:gsLst>
                  <a:lin ang="5400000" scaled="1"/>
                </a:gradFill>
                <a:ln w="9525">
                  <a:noFill/>
                  <a:round/>
                  <a:headEnd/>
                  <a:tailEnd/>
                </a:ln>
                <a:effectLst/>
              </p:spPr>
              <p:txBody>
                <a:bodyPr>
                  <a:prstTxWarp prst="textNoShape">
                    <a:avLst/>
                  </a:prstTxWarp>
                </a:bodyPr>
                <a:lstStyle/>
                <a:p>
                  <a:pPr>
                    <a:defRPr/>
                  </a:pPr>
                  <a:endParaRPr lang="en-US" dirty="0">
                    <a:latin typeface="Arial" pitchFamily="-107" charset="0"/>
                  </a:endParaRPr>
                </a:p>
              </p:txBody>
            </p:sp>
            <p:sp>
              <p:nvSpPr>
                <p:cNvPr id="56" name="Oval 57"/>
                <p:cNvSpPr>
                  <a:spLocks noChangeArrowheads="1"/>
                </p:cNvSpPr>
                <p:nvPr/>
              </p:nvSpPr>
              <p:spPr bwMode="hidden">
                <a:xfrm>
                  <a:off x="4610" y="3650"/>
                  <a:ext cx="386" cy="233"/>
                </a:xfrm>
                <a:prstGeom prst="ellipse">
                  <a:avLst/>
                </a:prstGeom>
                <a:gradFill rotWithShape="0">
                  <a:gsLst>
                    <a:gs pos="0">
                      <a:schemeClr val="accent1"/>
                    </a:gs>
                    <a:gs pos="100000">
                      <a:schemeClr val="accent1">
                        <a:gamma/>
                        <a:shade val="94118"/>
                        <a:invGamma/>
                      </a:schemeClr>
                    </a:gs>
                  </a:gsLst>
                  <a:lin ang="5400000" scaled="1"/>
                </a:gradFill>
                <a:ln w="9525">
                  <a:noFill/>
                  <a:round/>
                  <a:headEnd/>
                  <a:tailEnd/>
                </a:ln>
                <a:effectLst/>
              </p:spPr>
              <p:txBody>
                <a:bodyPr>
                  <a:prstTxWarp prst="textNoShape">
                    <a:avLst/>
                  </a:prstTxWarp>
                </a:bodyPr>
                <a:lstStyle/>
                <a:p>
                  <a:pPr>
                    <a:defRPr/>
                  </a:pPr>
                  <a:endParaRPr lang="en-US" dirty="0">
                    <a:latin typeface="Arial" pitchFamily="-107" charset="0"/>
                  </a:endParaRPr>
                </a:p>
              </p:txBody>
            </p:sp>
            <p:sp>
              <p:nvSpPr>
                <p:cNvPr id="57" name="Oval 58"/>
                <p:cNvSpPr>
                  <a:spLocks noChangeArrowheads="1"/>
                </p:cNvSpPr>
                <p:nvPr/>
              </p:nvSpPr>
              <p:spPr bwMode="hidden">
                <a:xfrm>
                  <a:off x="4654" y="3678"/>
                  <a:ext cx="298" cy="177"/>
                </a:xfrm>
                <a:prstGeom prst="ellipse">
                  <a:avLst/>
                </a:prstGeom>
                <a:gradFill rotWithShape="0">
                  <a:gsLst>
                    <a:gs pos="0">
                      <a:schemeClr val="accent1">
                        <a:gamma/>
                        <a:shade val="94118"/>
                        <a:invGamma/>
                      </a:schemeClr>
                    </a:gs>
                    <a:gs pos="100000">
                      <a:schemeClr val="accent1"/>
                    </a:gs>
                  </a:gsLst>
                  <a:lin ang="5400000" scaled="1"/>
                </a:gradFill>
                <a:ln w="9525">
                  <a:noFill/>
                  <a:round/>
                  <a:headEnd/>
                  <a:tailEnd/>
                </a:ln>
                <a:effectLst/>
              </p:spPr>
              <p:txBody>
                <a:bodyPr>
                  <a:prstTxWarp prst="textNoShape">
                    <a:avLst/>
                  </a:prstTxWarp>
                </a:bodyPr>
                <a:lstStyle/>
                <a:p>
                  <a:pPr>
                    <a:defRPr/>
                  </a:pPr>
                  <a:endParaRPr lang="en-US" dirty="0">
                    <a:latin typeface="Arial" pitchFamily="-107" charset="0"/>
                  </a:endParaRPr>
                </a:p>
              </p:txBody>
            </p:sp>
            <p:sp>
              <p:nvSpPr>
                <p:cNvPr id="58" name="Oval 59"/>
                <p:cNvSpPr>
                  <a:spLocks noChangeArrowheads="1"/>
                </p:cNvSpPr>
                <p:nvPr/>
              </p:nvSpPr>
              <p:spPr bwMode="hidden">
                <a:xfrm>
                  <a:off x="4690" y="3698"/>
                  <a:ext cx="222" cy="139"/>
                </a:xfrm>
                <a:prstGeom prst="ellipse">
                  <a:avLst/>
                </a:prstGeom>
                <a:gradFill rotWithShape="0">
                  <a:gsLst>
                    <a:gs pos="0">
                      <a:schemeClr val="accent1"/>
                    </a:gs>
                    <a:gs pos="100000">
                      <a:schemeClr val="accent1">
                        <a:gamma/>
                        <a:shade val="94118"/>
                        <a:invGamma/>
                      </a:schemeClr>
                    </a:gs>
                  </a:gsLst>
                  <a:lin ang="5400000" scaled="1"/>
                </a:gradFill>
                <a:ln w="9525">
                  <a:noFill/>
                  <a:round/>
                  <a:headEnd/>
                  <a:tailEnd/>
                </a:ln>
                <a:effectLst/>
              </p:spPr>
              <p:txBody>
                <a:bodyPr>
                  <a:prstTxWarp prst="textNoShape">
                    <a:avLst/>
                  </a:prstTxWarp>
                </a:bodyPr>
                <a:lstStyle/>
                <a:p>
                  <a:pPr>
                    <a:defRPr/>
                  </a:pPr>
                  <a:endParaRPr lang="en-US" dirty="0">
                    <a:latin typeface="Arial" pitchFamily="-107" charset="0"/>
                  </a:endParaRPr>
                </a:p>
              </p:txBody>
            </p:sp>
            <p:sp>
              <p:nvSpPr>
                <p:cNvPr id="59" name="Oval 60"/>
                <p:cNvSpPr>
                  <a:spLocks noChangeArrowheads="1"/>
                </p:cNvSpPr>
                <p:nvPr/>
              </p:nvSpPr>
              <p:spPr bwMode="hidden">
                <a:xfrm>
                  <a:off x="4738" y="3728"/>
                  <a:ext cx="126" cy="81"/>
                </a:xfrm>
                <a:prstGeom prst="ellipse">
                  <a:avLst/>
                </a:prstGeom>
                <a:gradFill rotWithShape="0">
                  <a:gsLst>
                    <a:gs pos="0">
                      <a:schemeClr val="accent1">
                        <a:gamma/>
                        <a:shade val="96863"/>
                        <a:invGamma/>
                      </a:schemeClr>
                    </a:gs>
                    <a:gs pos="100000">
                      <a:schemeClr val="accent1"/>
                    </a:gs>
                  </a:gsLst>
                  <a:lin ang="5400000" scaled="1"/>
                </a:gradFill>
                <a:ln w="9525">
                  <a:noFill/>
                  <a:round/>
                  <a:headEnd/>
                  <a:tailEnd/>
                </a:ln>
                <a:effectLst/>
              </p:spPr>
              <p:txBody>
                <a:bodyPr>
                  <a:prstTxWarp prst="textNoShape">
                    <a:avLst/>
                  </a:prstTxWarp>
                </a:bodyPr>
                <a:lstStyle/>
                <a:p>
                  <a:pPr>
                    <a:defRPr/>
                  </a:pPr>
                  <a:endParaRPr lang="en-US" dirty="0">
                    <a:latin typeface="Arial" pitchFamily="-107" charset="0"/>
                  </a:endParaRPr>
                </a:p>
              </p:txBody>
            </p:sp>
          </p:grpSp>
          <p:grpSp>
            <p:nvGrpSpPr>
              <p:cNvPr id="49" name="Group 61"/>
              <p:cNvGrpSpPr>
                <a:grpSpLocks/>
              </p:cNvGrpSpPr>
              <p:nvPr/>
            </p:nvGrpSpPr>
            <p:grpSpPr bwMode="auto">
              <a:xfrm>
                <a:off x="5381" y="3085"/>
                <a:ext cx="227" cy="132"/>
                <a:chOff x="5381" y="3085"/>
                <a:chExt cx="227" cy="132"/>
              </a:xfrm>
            </p:grpSpPr>
            <p:sp>
              <p:nvSpPr>
                <p:cNvPr id="50" name="Oval 62"/>
                <p:cNvSpPr>
                  <a:spLocks noChangeArrowheads="1"/>
                </p:cNvSpPr>
                <p:nvPr/>
              </p:nvSpPr>
              <p:spPr bwMode="hidden">
                <a:xfrm>
                  <a:off x="5381" y="3085"/>
                  <a:ext cx="227" cy="132"/>
                </a:xfrm>
                <a:prstGeom prst="ellipse">
                  <a:avLst/>
                </a:prstGeom>
                <a:gradFill rotWithShape="0">
                  <a:gsLst>
                    <a:gs pos="0">
                      <a:schemeClr val="bg1"/>
                    </a:gs>
                    <a:gs pos="100000">
                      <a:schemeClr val="accent1"/>
                    </a:gs>
                  </a:gsLst>
                  <a:lin ang="5400000" scaled="1"/>
                </a:gradFill>
                <a:ln w="9525">
                  <a:noFill/>
                  <a:round/>
                  <a:headEnd/>
                  <a:tailEnd/>
                </a:ln>
                <a:effectLst/>
              </p:spPr>
              <p:txBody>
                <a:bodyPr>
                  <a:prstTxWarp prst="textNoShape">
                    <a:avLst/>
                  </a:prstTxWarp>
                </a:bodyPr>
                <a:lstStyle/>
                <a:p>
                  <a:pPr>
                    <a:defRPr/>
                  </a:pPr>
                  <a:endParaRPr lang="en-US" dirty="0">
                    <a:latin typeface="Arial" pitchFamily="-107" charset="0"/>
                  </a:endParaRPr>
                </a:p>
              </p:txBody>
            </p:sp>
            <p:sp>
              <p:nvSpPr>
                <p:cNvPr id="51" name="Oval 63"/>
                <p:cNvSpPr>
                  <a:spLocks noChangeArrowheads="1"/>
                </p:cNvSpPr>
                <p:nvPr/>
              </p:nvSpPr>
              <p:spPr bwMode="hidden">
                <a:xfrm>
                  <a:off x="5403" y="3099"/>
                  <a:ext cx="182" cy="102"/>
                </a:xfrm>
                <a:prstGeom prst="ellipse">
                  <a:avLst/>
                </a:prstGeom>
                <a:gradFill rotWithShape="0">
                  <a:gsLst>
                    <a:gs pos="0">
                      <a:schemeClr val="accent1"/>
                    </a:gs>
                    <a:gs pos="100000">
                      <a:schemeClr val="bg1"/>
                    </a:gs>
                  </a:gsLst>
                  <a:lin ang="5400000" scaled="1"/>
                </a:gradFill>
                <a:ln w="9525">
                  <a:noFill/>
                  <a:round/>
                  <a:headEnd/>
                  <a:tailEnd/>
                </a:ln>
                <a:effectLst/>
              </p:spPr>
              <p:txBody>
                <a:bodyPr>
                  <a:prstTxWarp prst="textNoShape">
                    <a:avLst/>
                  </a:prstTxWarp>
                </a:bodyPr>
                <a:lstStyle/>
                <a:p>
                  <a:pPr>
                    <a:defRPr/>
                  </a:pPr>
                  <a:endParaRPr lang="en-US" dirty="0">
                    <a:latin typeface="Arial" pitchFamily="-107" charset="0"/>
                  </a:endParaRPr>
                </a:p>
              </p:txBody>
            </p:sp>
            <p:sp>
              <p:nvSpPr>
                <p:cNvPr id="52" name="Oval 64"/>
                <p:cNvSpPr>
                  <a:spLocks noChangeArrowheads="1"/>
                </p:cNvSpPr>
                <p:nvPr/>
              </p:nvSpPr>
              <p:spPr bwMode="hidden">
                <a:xfrm>
                  <a:off x="5431" y="3109"/>
                  <a:ext cx="125" cy="82"/>
                </a:xfrm>
                <a:prstGeom prst="ellipse">
                  <a:avLst/>
                </a:prstGeom>
                <a:gradFill rotWithShape="0">
                  <a:gsLst>
                    <a:gs pos="0">
                      <a:schemeClr val="bg1"/>
                    </a:gs>
                    <a:gs pos="100000">
                      <a:schemeClr val="accent1"/>
                    </a:gs>
                  </a:gsLst>
                  <a:lin ang="5400000" scaled="1"/>
                </a:gradFill>
                <a:ln w="9525">
                  <a:noFill/>
                  <a:round/>
                  <a:headEnd/>
                  <a:tailEnd/>
                </a:ln>
                <a:effectLst/>
              </p:spPr>
              <p:txBody>
                <a:bodyPr>
                  <a:prstTxWarp prst="textNoShape">
                    <a:avLst/>
                  </a:prstTxWarp>
                </a:bodyPr>
                <a:lstStyle/>
                <a:p>
                  <a:pPr>
                    <a:defRPr/>
                  </a:pPr>
                  <a:endParaRPr lang="en-US" dirty="0">
                    <a:latin typeface="Arial" pitchFamily="-107" charset="0"/>
                  </a:endParaRPr>
                </a:p>
              </p:txBody>
            </p:sp>
            <p:sp>
              <p:nvSpPr>
                <p:cNvPr id="53" name="Oval 65"/>
                <p:cNvSpPr>
                  <a:spLocks noChangeArrowheads="1"/>
                </p:cNvSpPr>
                <p:nvPr/>
              </p:nvSpPr>
              <p:spPr bwMode="hidden">
                <a:xfrm>
                  <a:off x="5458" y="3125"/>
                  <a:ext cx="73" cy="47"/>
                </a:xfrm>
                <a:prstGeom prst="ellipse">
                  <a:avLst/>
                </a:prstGeom>
                <a:gradFill rotWithShape="0">
                  <a:gsLst>
                    <a:gs pos="0">
                      <a:schemeClr val="accent1"/>
                    </a:gs>
                    <a:gs pos="100000">
                      <a:schemeClr val="bg1"/>
                    </a:gs>
                  </a:gsLst>
                  <a:lin ang="5400000" scaled="1"/>
                </a:gradFill>
                <a:ln w="9525">
                  <a:noFill/>
                  <a:round/>
                  <a:headEnd/>
                  <a:tailEnd/>
                </a:ln>
                <a:effectLst/>
              </p:spPr>
              <p:txBody>
                <a:bodyPr>
                  <a:prstTxWarp prst="textNoShape">
                    <a:avLst/>
                  </a:prstTxWarp>
                </a:bodyPr>
                <a:lstStyle/>
                <a:p>
                  <a:pPr>
                    <a:defRPr/>
                  </a:pPr>
                  <a:endParaRPr lang="en-US" dirty="0">
                    <a:latin typeface="Arial" pitchFamily="-107" charset="0"/>
                  </a:endParaRPr>
                </a:p>
              </p:txBody>
            </p:sp>
          </p:grpSp>
        </p:grpSp>
      </p:grpSp>
      <p:sp>
        <p:nvSpPr>
          <p:cNvPr id="89154" name="Rectangle 66"/>
          <p:cNvSpPr>
            <a:spLocks noGrp="1" noChangeArrowheads="1"/>
          </p:cNvSpPr>
          <p:nvPr>
            <p:ph type="ctrTitle" sz="quarter"/>
          </p:nvPr>
        </p:nvSpPr>
        <p:spPr>
          <a:xfrm>
            <a:off x="685800" y="1692275"/>
            <a:ext cx="7772400" cy="1736725"/>
          </a:xfrm>
        </p:spPr>
        <p:txBody>
          <a:bodyPr anchor="b"/>
          <a:lstStyle>
            <a:lvl1pPr>
              <a:defRPr sz="5400"/>
            </a:lvl1pPr>
          </a:lstStyle>
          <a:p>
            <a:r>
              <a:rPr lang="en-US"/>
              <a:t>Click to edit Master title style</a:t>
            </a:r>
          </a:p>
        </p:txBody>
      </p:sp>
      <p:sp>
        <p:nvSpPr>
          <p:cNvPr id="89155" name="Rectangle 67"/>
          <p:cNvSpPr>
            <a:spLocks noGrp="1" noChangeArrowheads="1"/>
          </p:cNvSpPr>
          <p:nvPr>
            <p:ph type="subTitle" sz="quarter" idx="1"/>
          </p:nvPr>
        </p:nvSpPr>
        <p:spPr>
          <a:xfrm>
            <a:off x="1371600" y="3886200"/>
            <a:ext cx="6400800" cy="1752600"/>
          </a:xfrm>
        </p:spPr>
        <p:txBody>
          <a:bodyPr/>
          <a:lstStyle>
            <a:lvl1pPr marL="0" indent="0" algn="ctr">
              <a:buFont typeface="Wingdings" charset="2"/>
              <a:buNone/>
              <a:defRPr/>
            </a:lvl1pPr>
          </a:lstStyle>
          <a:p>
            <a:r>
              <a:rPr lang="en-US"/>
              <a:t>Click to edit Master subtitle style</a:t>
            </a:r>
          </a:p>
        </p:txBody>
      </p:sp>
      <p:sp>
        <p:nvSpPr>
          <p:cNvPr id="68" name="Rectangle 68"/>
          <p:cNvSpPr>
            <a:spLocks noGrp="1" noChangeArrowheads="1"/>
          </p:cNvSpPr>
          <p:nvPr>
            <p:ph type="dt" sz="quarter" idx="10"/>
          </p:nvPr>
        </p:nvSpPr>
        <p:spPr/>
        <p:txBody>
          <a:bodyPr/>
          <a:lstStyle>
            <a:lvl1pPr>
              <a:defRPr/>
            </a:lvl1pPr>
          </a:lstStyle>
          <a:p>
            <a:pPr>
              <a:defRPr/>
            </a:pPr>
            <a:endParaRPr lang="en-US" dirty="0"/>
          </a:p>
        </p:txBody>
      </p:sp>
      <p:sp>
        <p:nvSpPr>
          <p:cNvPr id="69" name="Rectangle 69"/>
          <p:cNvSpPr>
            <a:spLocks noGrp="1" noChangeArrowheads="1"/>
          </p:cNvSpPr>
          <p:nvPr>
            <p:ph type="ftr" sz="quarter" idx="11"/>
          </p:nvPr>
        </p:nvSpPr>
        <p:spPr/>
        <p:txBody>
          <a:bodyPr/>
          <a:lstStyle>
            <a:lvl1pPr>
              <a:defRPr/>
            </a:lvl1pPr>
          </a:lstStyle>
          <a:p>
            <a:pPr>
              <a:defRPr/>
            </a:pPr>
            <a:r>
              <a:rPr lang="en-US" smtClean="0"/>
              <a:t>© 2017 Pearson Education, Inc., Hoboken, NJ. All rights reserved.  </a:t>
            </a:r>
            <a:endParaRPr lang="en-US" dirty="0"/>
          </a:p>
        </p:txBody>
      </p:sp>
      <p:sp>
        <p:nvSpPr>
          <p:cNvPr id="70" name="Rectangle 70"/>
          <p:cNvSpPr>
            <a:spLocks noGrp="1" noChangeArrowheads="1"/>
          </p:cNvSpPr>
          <p:nvPr>
            <p:ph type="sldNum" sz="quarter" idx="12"/>
          </p:nvPr>
        </p:nvSpPr>
        <p:spPr/>
        <p:txBody>
          <a:bodyPr/>
          <a:lstStyle>
            <a:lvl1pPr>
              <a:defRPr/>
            </a:lvl1pPr>
          </a:lstStyle>
          <a:p>
            <a:pPr>
              <a:defRPr/>
            </a:pPr>
            <a:fld id="{8191DD0C-DD06-D44B-96F2-A4C6E2647C1C}" type="slidenum">
              <a:rPr lang="en-US"/>
              <a:pPr>
                <a:defRPr/>
              </a:pPr>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smtClean="0"/>
              <a:t>Click to edit Master title style</a:t>
            </a:r>
            <a:endParaRPr lang="en-US"/>
          </a:p>
        </p:txBody>
      </p:sp>
      <p:sp>
        <p:nvSpPr>
          <p:cNvPr id="3" name="Content Placeholder 2"/>
          <p:cNvSpPr>
            <a:spLocks noGrp="1"/>
          </p:cNvSpPr>
          <p:nvPr>
            <p:ph idx="1"/>
          </p:nvPr>
        </p:nvSpPr>
        <p:spPr/>
        <p:txBody>
          <a:bodyPr/>
          <a:lstStyle/>
          <a:p>
            <a:pPr lvl="0"/>
            <a:r>
              <a:rPr lang="en-AU" smtClean="0"/>
              <a:t>Click to edit Master text styles</a:t>
            </a:r>
          </a:p>
          <a:p>
            <a:pPr lvl="1"/>
            <a:r>
              <a:rPr lang="en-AU" smtClean="0"/>
              <a:t>Second level</a:t>
            </a:r>
          </a:p>
          <a:p>
            <a:pPr lvl="2"/>
            <a:r>
              <a:rPr lang="en-AU" smtClean="0"/>
              <a:t>Third level</a:t>
            </a:r>
          </a:p>
          <a:p>
            <a:pPr lvl="3"/>
            <a:r>
              <a:rPr lang="en-AU" smtClean="0"/>
              <a:t>Fourth level</a:t>
            </a:r>
          </a:p>
          <a:p>
            <a:pPr lvl="4"/>
            <a:r>
              <a:rPr lang="en-AU" smtClean="0"/>
              <a:t>Fifth level</a:t>
            </a:r>
            <a:endParaRPr lang="en-US"/>
          </a:p>
        </p:txBody>
      </p:sp>
      <p:sp>
        <p:nvSpPr>
          <p:cNvPr id="4" name="Rectangle 67"/>
          <p:cNvSpPr>
            <a:spLocks noGrp="1" noChangeArrowheads="1"/>
          </p:cNvSpPr>
          <p:nvPr>
            <p:ph type="dt" sz="half" idx="10"/>
          </p:nvPr>
        </p:nvSpPr>
        <p:spPr>
          <a:ln/>
        </p:spPr>
        <p:txBody>
          <a:bodyPr/>
          <a:lstStyle>
            <a:lvl1pPr>
              <a:defRPr/>
            </a:lvl1pPr>
          </a:lstStyle>
          <a:p>
            <a:pPr>
              <a:defRPr/>
            </a:pPr>
            <a:endParaRPr lang="en-US" dirty="0"/>
          </a:p>
        </p:txBody>
      </p:sp>
      <p:sp>
        <p:nvSpPr>
          <p:cNvPr id="5" name="Rectangle 68"/>
          <p:cNvSpPr>
            <a:spLocks noGrp="1" noChangeArrowheads="1"/>
          </p:cNvSpPr>
          <p:nvPr>
            <p:ph type="ftr" sz="quarter" idx="11"/>
          </p:nvPr>
        </p:nvSpPr>
        <p:spPr>
          <a:ln/>
        </p:spPr>
        <p:txBody>
          <a:bodyPr/>
          <a:lstStyle>
            <a:lvl1pPr>
              <a:defRPr/>
            </a:lvl1pPr>
          </a:lstStyle>
          <a:p>
            <a:pPr>
              <a:defRPr/>
            </a:pPr>
            <a:r>
              <a:rPr lang="en-US" smtClean="0"/>
              <a:t>© 2017 Pearson Education, Inc., Hoboken, NJ. All rights reserved.  </a:t>
            </a:r>
            <a:endParaRPr lang="en-US" dirty="0"/>
          </a:p>
        </p:txBody>
      </p:sp>
      <p:sp>
        <p:nvSpPr>
          <p:cNvPr id="6" name="Rectangle 69"/>
          <p:cNvSpPr>
            <a:spLocks noGrp="1" noChangeArrowheads="1"/>
          </p:cNvSpPr>
          <p:nvPr>
            <p:ph type="sldNum" sz="quarter" idx="12"/>
          </p:nvPr>
        </p:nvSpPr>
        <p:spPr>
          <a:ln/>
        </p:spPr>
        <p:txBody>
          <a:bodyPr/>
          <a:lstStyle>
            <a:lvl1pPr>
              <a:defRPr/>
            </a:lvl1pPr>
          </a:lstStyle>
          <a:p>
            <a:pPr>
              <a:defRPr/>
            </a:pPr>
            <a:fld id="{8F1728BE-13F3-5C48-BF2B-9575571F86CC}" type="slidenum">
              <a:rPr lang="en-US"/>
              <a:pPr>
                <a:defRPr/>
              </a:pPr>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AU"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AU" smtClean="0"/>
              <a:t>Click to edit Master text styles</a:t>
            </a:r>
          </a:p>
        </p:txBody>
      </p:sp>
      <p:sp>
        <p:nvSpPr>
          <p:cNvPr id="4" name="Rectangle 67"/>
          <p:cNvSpPr>
            <a:spLocks noGrp="1" noChangeArrowheads="1"/>
          </p:cNvSpPr>
          <p:nvPr>
            <p:ph type="dt" sz="half" idx="10"/>
          </p:nvPr>
        </p:nvSpPr>
        <p:spPr>
          <a:ln/>
        </p:spPr>
        <p:txBody>
          <a:bodyPr/>
          <a:lstStyle>
            <a:lvl1pPr>
              <a:defRPr/>
            </a:lvl1pPr>
          </a:lstStyle>
          <a:p>
            <a:pPr>
              <a:defRPr/>
            </a:pPr>
            <a:endParaRPr lang="en-US" dirty="0"/>
          </a:p>
        </p:txBody>
      </p:sp>
      <p:sp>
        <p:nvSpPr>
          <p:cNvPr id="5" name="Rectangle 68"/>
          <p:cNvSpPr>
            <a:spLocks noGrp="1" noChangeArrowheads="1"/>
          </p:cNvSpPr>
          <p:nvPr>
            <p:ph type="ftr" sz="quarter" idx="11"/>
          </p:nvPr>
        </p:nvSpPr>
        <p:spPr>
          <a:ln/>
        </p:spPr>
        <p:txBody>
          <a:bodyPr/>
          <a:lstStyle>
            <a:lvl1pPr>
              <a:defRPr/>
            </a:lvl1pPr>
          </a:lstStyle>
          <a:p>
            <a:pPr>
              <a:defRPr/>
            </a:pPr>
            <a:r>
              <a:rPr lang="en-US" smtClean="0"/>
              <a:t>© 2017 Pearson Education, Inc., Hoboken, NJ. All rights reserved.  </a:t>
            </a:r>
            <a:endParaRPr lang="en-US" dirty="0"/>
          </a:p>
        </p:txBody>
      </p:sp>
      <p:sp>
        <p:nvSpPr>
          <p:cNvPr id="6" name="Rectangle 69"/>
          <p:cNvSpPr>
            <a:spLocks noGrp="1" noChangeArrowheads="1"/>
          </p:cNvSpPr>
          <p:nvPr>
            <p:ph type="sldNum" sz="quarter" idx="12"/>
          </p:nvPr>
        </p:nvSpPr>
        <p:spPr>
          <a:ln/>
        </p:spPr>
        <p:txBody>
          <a:bodyPr/>
          <a:lstStyle>
            <a:lvl1pPr>
              <a:defRPr/>
            </a:lvl1pPr>
          </a:lstStyle>
          <a:p>
            <a:pPr>
              <a:defRPr/>
            </a:pPr>
            <a:fld id="{4A7391AD-FBB0-8C4D-BB68-A5A5732327B3}" type="slidenum">
              <a:rPr lang="en-US"/>
              <a:pPr>
                <a:defRPr/>
              </a:pPr>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smtClean="0"/>
              <a:t>Click to edit Master title style</a:t>
            </a:r>
            <a:endParaRPr lang="en-US"/>
          </a:p>
        </p:txBody>
      </p:sp>
      <p:sp>
        <p:nvSpPr>
          <p:cNvPr id="3" name="Content Placeholder 2"/>
          <p:cNvSpPr>
            <a:spLocks noGrp="1"/>
          </p:cNvSpPr>
          <p:nvPr>
            <p:ph sz="half" idx="1"/>
          </p:nvPr>
        </p:nvSpPr>
        <p:spPr>
          <a:xfrm>
            <a:off x="457200" y="1676400"/>
            <a:ext cx="4038600" cy="445452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AU" smtClean="0"/>
              <a:t>Click to edit Master text styles</a:t>
            </a:r>
          </a:p>
          <a:p>
            <a:pPr lvl="1"/>
            <a:r>
              <a:rPr lang="en-AU" smtClean="0"/>
              <a:t>Second level</a:t>
            </a:r>
          </a:p>
          <a:p>
            <a:pPr lvl="2"/>
            <a:r>
              <a:rPr lang="en-AU" smtClean="0"/>
              <a:t>Third level</a:t>
            </a:r>
          </a:p>
          <a:p>
            <a:pPr lvl="3"/>
            <a:r>
              <a:rPr lang="en-AU" smtClean="0"/>
              <a:t>Fourth level</a:t>
            </a:r>
          </a:p>
          <a:p>
            <a:pPr lvl="4"/>
            <a:r>
              <a:rPr lang="en-AU" smtClean="0"/>
              <a:t>Fifth level</a:t>
            </a:r>
            <a:endParaRPr lang="en-US"/>
          </a:p>
        </p:txBody>
      </p:sp>
      <p:sp>
        <p:nvSpPr>
          <p:cNvPr id="4" name="Content Placeholder 3"/>
          <p:cNvSpPr>
            <a:spLocks noGrp="1"/>
          </p:cNvSpPr>
          <p:nvPr>
            <p:ph sz="half" idx="2"/>
          </p:nvPr>
        </p:nvSpPr>
        <p:spPr>
          <a:xfrm>
            <a:off x="4648200" y="1676400"/>
            <a:ext cx="4038600" cy="445452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AU" smtClean="0"/>
              <a:t>Click to edit Master text styles</a:t>
            </a:r>
          </a:p>
          <a:p>
            <a:pPr lvl="1"/>
            <a:r>
              <a:rPr lang="en-AU" smtClean="0"/>
              <a:t>Second level</a:t>
            </a:r>
          </a:p>
          <a:p>
            <a:pPr lvl="2"/>
            <a:r>
              <a:rPr lang="en-AU" smtClean="0"/>
              <a:t>Third level</a:t>
            </a:r>
          </a:p>
          <a:p>
            <a:pPr lvl="3"/>
            <a:r>
              <a:rPr lang="en-AU" smtClean="0"/>
              <a:t>Fourth level</a:t>
            </a:r>
          </a:p>
          <a:p>
            <a:pPr lvl="4"/>
            <a:r>
              <a:rPr lang="en-AU" smtClean="0"/>
              <a:t>Fifth level</a:t>
            </a:r>
            <a:endParaRPr lang="en-US"/>
          </a:p>
        </p:txBody>
      </p:sp>
      <p:sp>
        <p:nvSpPr>
          <p:cNvPr id="5" name="Rectangle 67"/>
          <p:cNvSpPr>
            <a:spLocks noGrp="1" noChangeArrowheads="1"/>
          </p:cNvSpPr>
          <p:nvPr>
            <p:ph type="dt" sz="half" idx="10"/>
          </p:nvPr>
        </p:nvSpPr>
        <p:spPr>
          <a:ln/>
        </p:spPr>
        <p:txBody>
          <a:bodyPr/>
          <a:lstStyle>
            <a:lvl1pPr>
              <a:defRPr/>
            </a:lvl1pPr>
          </a:lstStyle>
          <a:p>
            <a:pPr>
              <a:defRPr/>
            </a:pPr>
            <a:endParaRPr lang="en-US" dirty="0"/>
          </a:p>
        </p:txBody>
      </p:sp>
      <p:sp>
        <p:nvSpPr>
          <p:cNvPr id="6" name="Rectangle 68"/>
          <p:cNvSpPr>
            <a:spLocks noGrp="1" noChangeArrowheads="1"/>
          </p:cNvSpPr>
          <p:nvPr>
            <p:ph type="ftr" sz="quarter" idx="11"/>
          </p:nvPr>
        </p:nvSpPr>
        <p:spPr>
          <a:ln/>
        </p:spPr>
        <p:txBody>
          <a:bodyPr/>
          <a:lstStyle>
            <a:lvl1pPr>
              <a:defRPr/>
            </a:lvl1pPr>
          </a:lstStyle>
          <a:p>
            <a:pPr>
              <a:defRPr/>
            </a:pPr>
            <a:r>
              <a:rPr lang="en-US" smtClean="0"/>
              <a:t>© 2017 Pearson Education, Inc., Hoboken, NJ. All rights reserved.  </a:t>
            </a:r>
            <a:endParaRPr lang="en-US" dirty="0"/>
          </a:p>
        </p:txBody>
      </p:sp>
      <p:sp>
        <p:nvSpPr>
          <p:cNvPr id="7" name="Rectangle 69"/>
          <p:cNvSpPr>
            <a:spLocks noGrp="1" noChangeArrowheads="1"/>
          </p:cNvSpPr>
          <p:nvPr>
            <p:ph type="sldNum" sz="quarter" idx="12"/>
          </p:nvPr>
        </p:nvSpPr>
        <p:spPr>
          <a:ln/>
        </p:spPr>
        <p:txBody>
          <a:bodyPr/>
          <a:lstStyle>
            <a:lvl1pPr>
              <a:defRPr/>
            </a:lvl1pPr>
          </a:lstStyle>
          <a:p>
            <a:pPr>
              <a:defRPr/>
            </a:pPr>
            <a:fld id="{A6F8F0B7-C84B-544F-AF43-D127F19AAF0F}" type="slidenum">
              <a:rPr lang="en-US"/>
              <a:pPr>
                <a:defRPr/>
              </a:pPr>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AU"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AU"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AU" smtClean="0"/>
              <a:t>Click to edit Master text styles</a:t>
            </a:r>
          </a:p>
          <a:p>
            <a:pPr lvl="1"/>
            <a:r>
              <a:rPr lang="en-AU" smtClean="0"/>
              <a:t>Second level</a:t>
            </a:r>
          </a:p>
          <a:p>
            <a:pPr lvl="2"/>
            <a:r>
              <a:rPr lang="en-AU" smtClean="0"/>
              <a:t>Third level</a:t>
            </a:r>
          </a:p>
          <a:p>
            <a:pPr lvl="3"/>
            <a:r>
              <a:rPr lang="en-AU" smtClean="0"/>
              <a:t>Fourth level</a:t>
            </a:r>
          </a:p>
          <a:p>
            <a:pPr lvl="4"/>
            <a:r>
              <a:rPr lang="en-AU"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AU"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AU" smtClean="0"/>
              <a:t>Click to edit Master text styles</a:t>
            </a:r>
          </a:p>
          <a:p>
            <a:pPr lvl="1"/>
            <a:r>
              <a:rPr lang="en-AU" smtClean="0"/>
              <a:t>Second level</a:t>
            </a:r>
          </a:p>
          <a:p>
            <a:pPr lvl="2"/>
            <a:r>
              <a:rPr lang="en-AU" smtClean="0"/>
              <a:t>Third level</a:t>
            </a:r>
          </a:p>
          <a:p>
            <a:pPr lvl="3"/>
            <a:r>
              <a:rPr lang="en-AU" smtClean="0"/>
              <a:t>Fourth level</a:t>
            </a:r>
          </a:p>
          <a:p>
            <a:pPr lvl="4"/>
            <a:r>
              <a:rPr lang="en-AU" smtClean="0"/>
              <a:t>Fifth level</a:t>
            </a:r>
            <a:endParaRPr lang="en-US"/>
          </a:p>
        </p:txBody>
      </p:sp>
      <p:sp>
        <p:nvSpPr>
          <p:cNvPr id="7" name="Rectangle 67"/>
          <p:cNvSpPr>
            <a:spLocks noGrp="1" noChangeArrowheads="1"/>
          </p:cNvSpPr>
          <p:nvPr>
            <p:ph type="dt" sz="half" idx="10"/>
          </p:nvPr>
        </p:nvSpPr>
        <p:spPr>
          <a:ln/>
        </p:spPr>
        <p:txBody>
          <a:bodyPr/>
          <a:lstStyle>
            <a:lvl1pPr>
              <a:defRPr/>
            </a:lvl1pPr>
          </a:lstStyle>
          <a:p>
            <a:pPr>
              <a:defRPr/>
            </a:pPr>
            <a:endParaRPr lang="en-US" dirty="0"/>
          </a:p>
        </p:txBody>
      </p:sp>
      <p:sp>
        <p:nvSpPr>
          <p:cNvPr id="8" name="Rectangle 68"/>
          <p:cNvSpPr>
            <a:spLocks noGrp="1" noChangeArrowheads="1"/>
          </p:cNvSpPr>
          <p:nvPr>
            <p:ph type="ftr" sz="quarter" idx="11"/>
          </p:nvPr>
        </p:nvSpPr>
        <p:spPr>
          <a:ln/>
        </p:spPr>
        <p:txBody>
          <a:bodyPr/>
          <a:lstStyle>
            <a:lvl1pPr>
              <a:defRPr/>
            </a:lvl1pPr>
          </a:lstStyle>
          <a:p>
            <a:pPr>
              <a:defRPr/>
            </a:pPr>
            <a:r>
              <a:rPr lang="en-US" smtClean="0"/>
              <a:t>© 2017 Pearson Education, Inc., Hoboken, NJ. All rights reserved.  </a:t>
            </a:r>
            <a:endParaRPr lang="en-US" dirty="0"/>
          </a:p>
        </p:txBody>
      </p:sp>
      <p:sp>
        <p:nvSpPr>
          <p:cNvPr id="9" name="Rectangle 69"/>
          <p:cNvSpPr>
            <a:spLocks noGrp="1" noChangeArrowheads="1"/>
          </p:cNvSpPr>
          <p:nvPr>
            <p:ph type="sldNum" sz="quarter" idx="12"/>
          </p:nvPr>
        </p:nvSpPr>
        <p:spPr>
          <a:ln/>
        </p:spPr>
        <p:txBody>
          <a:bodyPr/>
          <a:lstStyle>
            <a:lvl1pPr>
              <a:defRPr/>
            </a:lvl1pPr>
          </a:lstStyle>
          <a:p>
            <a:pPr>
              <a:defRPr/>
            </a:pPr>
            <a:fld id="{213542E5-7711-274C-9064-F2FD825F3790}" type="slidenum">
              <a:rPr lang="en-US"/>
              <a:pPr>
                <a:defRPr/>
              </a:pPr>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smtClean="0"/>
              <a:t>Click to edit Master title style</a:t>
            </a:r>
            <a:endParaRPr lang="en-US"/>
          </a:p>
        </p:txBody>
      </p:sp>
      <p:sp>
        <p:nvSpPr>
          <p:cNvPr id="3" name="Rectangle 67"/>
          <p:cNvSpPr>
            <a:spLocks noGrp="1" noChangeArrowheads="1"/>
          </p:cNvSpPr>
          <p:nvPr>
            <p:ph type="dt" sz="half" idx="10"/>
          </p:nvPr>
        </p:nvSpPr>
        <p:spPr>
          <a:ln/>
        </p:spPr>
        <p:txBody>
          <a:bodyPr/>
          <a:lstStyle>
            <a:lvl1pPr>
              <a:defRPr/>
            </a:lvl1pPr>
          </a:lstStyle>
          <a:p>
            <a:pPr>
              <a:defRPr/>
            </a:pPr>
            <a:endParaRPr lang="en-US" dirty="0"/>
          </a:p>
        </p:txBody>
      </p:sp>
      <p:sp>
        <p:nvSpPr>
          <p:cNvPr id="4" name="Rectangle 68"/>
          <p:cNvSpPr>
            <a:spLocks noGrp="1" noChangeArrowheads="1"/>
          </p:cNvSpPr>
          <p:nvPr>
            <p:ph type="ftr" sz="quarter" idx="11"/>
          </p:nvPr>
        </p:nvSpPr>
        <p:spPr>
          <a:ln/>
        </p:spPr>
        <p:txBody>
          <a:bodyPr/>
          <a:lstStyle>
            <a:lvl1pPr>
              <a:defRPr/>
            </a:lvl1pPr>
          </a:lstStyle>
          <a:p>
            <a:pPr>
              <a:defRPr/>
            </a:pPr>
            <a:r>
              <a:rPr lang="en-US" smtClean="0"/>
              <a:t>© 2017 Pearson Education, Inc., Hoboken, NJ. All rights reserved.  </a:t>
            </a:r>
            <a:endParaRPr lang="en-US" dirty="0"/>
          </a:p>
        </p:txBody>
      </p:sp>
      <p:sp>
        <p:nvSpPr>
          <p:cNvPr id="5" name="Rectangle 69"/>
          <p:cNvSpPr>
            <a:spLocks noGrp="1" noChangeArrowheads="1"/>
          </p:cNvSpPr>
          <p:nvPr>
            <p:ph type="sldNum" sz="quarter" idx="12"/>
          </p:nvPr>
        </p:nvSpPr>
        <p:spPr>
          <a:ln/>
        </p:spPr>
        <p:txBody>
          <a:bodyPr/>
          <a:lstStyle>
            <a:lvl1pPr>
              <a:defRPr/>
            </a:lvl1pPr>
          </a:lstStyle>
          <a:p>
            <a:pPr>
              <a:defRPr/>
            </a:pPr>
            <a:fld id="{1DD8B53D-80EA-0E43-9756-1F936B3CBF80}" type="slidenum">
              <a:rPr lang="en-US"/>
              <a:pPr>
                <a:defRPr/>
              </a:pPr>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type="blank" preserve="1">
  <p:cSld name="Blank">
    <p:spTree>
      <p:nvGrpSpPr>
        <p:cNvPr id="1" name=""/>
        <p:cNvGrpSpPr/>
        <p:nvPr/>
      </p:nvGrpSpPr>
      <p:grpSpPr>
        <a:xfrm>
          <a:off x="0" y="0"/>
          <a:ext cx="0" cy="0"/>
          <a:chOff x="0" y="0"/>
          <a:chExt cx="0" cy="0"/>
        </a:xfrm>
      </p:grpSpPr>
      <p:sp>
        <p:nvSpPr>
          <p:cNvPr id="2" name="Rectangle 67"/>
          <p:cNvSpPr>
            <a:spLocks noGrp="1" noChangeArrowheads="1"/>
          </p:cNvSpPr>
          <p:nvPr>
            <p:ph type="dt" sz="half" idx="10"/>
          </p:nvPr>
        </p:nvSpPr>
        <p:spPr>
          <a:ln/>
        </p:spPr>
        <p:txBody>
          <a:bodyPr/>
          <a:lstStyle>
            <a:lvl1pPr>
              <a:defRPr/>
            </a:lvl1pPr>
          </a:lstStyle>
          <a:p>
            <a:pPr>
              <a:defRPr/>
            </a:pPr>
            <a:endParaRPr lang="en-US" dirty="0"/>
          </a:p>
        </p:txBody>
      </p:sp>
      <p:sp>
        <p:nvSpPr>
          <p:cNvPr id="3" name="Rectangle 68"/>
          <p:cNvSpPr>
            <a:spLocks noGrp="1" noChangeArrowheads="1"/>
          </p:cNvSpPr>
          <p:nvPr>
            <p:ph type="ftr" sz="quarter" idx="11"/>
          </p:nvPr>
        </p:nvSpPr>
        <p:spPr>
          <a:ln/>
        </p:spPr>
        <p:txBody>
          <a:bodyPr/>
          <a:lstStyle>
            <a:lvl1pPr>
              <a:defRPr/>
            </a:lvl1pPr>
          </a:lstStyle>
          <a:p>
            <a:pPr>
              <a:defRPr/>
            </a:pPr>
            <a:r>
              <a:rPr lang="en-US" smtClean="0"/>
              <a:t>© 2017 Pearson Education, Inc., Hoboken, NJ. All rights reserved.  </a:t>
            </a:r>
            <a:endParaRPr lang="en-US" dirty="0"/>
          </a:p>
        </p:txBody>
      </p:sp>
      <p:sp>
        <p:nvSpPr>
          <p:cNvPr id="4" name="Rectangle 69"/>
          <p:cNvSpPr>
            <a:spLocks noGrp="1" noChangeArrowheads="1"/>
          </p:cNvSpPr>
          <p:nvPr>
            <p:ph type="sldNum" sz="quarter" idx="12"/>
          </p:nvPr>
        </p:nvSpPr>
        <p:spPr>
          <a:ln/>
        </p:spPr>
        <p:txBody>
          <a:bodyPr/>
          <a:lstStyle>
            <a:lvl1pPr>
              <a:defRPr/>
            </a:lvl1pPr>
          </a:lstStyle>
          <a:p>
            <a:pPr>
              <a:defRPr/>
            </a:pPr>
            <a:fld id="{12990D61-A373-C24C-B050-86EED6ABECCA}" type="slidenum">
              <a:rPr lang="en-US"/>
              <a:pPr>
                <a:defRPr/>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AU"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AU" smtClean="0"/>
              <a:t>Click to edit Master text styles</a:t>
            </a:r>
          </a:p>
          <a:p>
            <a:pPr lvl="1"/>
            <a:r>
              <a:rPr lang="en-AU" smtClean="0"/>
              <a:t>Second level</a:t>
            </a:r>
          </a:p>
          <a:p>
            <a:pPr lvl="2"/>
            <a:r>
              <a:rPr lang="en-AU" smtClean="0"/>
              <a:t>Third level</a:t>
            </a:r>
          </a:p>
          <a:p>
            <a:pPr lvl="3"/>
            <a:r>
              <a:rPr lang="en-AU" smtClean="0"/>
              <a:t>Fourth level</a:t>
            </a:r>
          </a:p>
          <a:p>
            <a:pPr lvl="4"/>
            <a:r>
              <a:rPr lang="en-AU"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AU" smtClean="0"/>
              <a:t>Click to edit Master text styles</a:t>
            </a:r>
          </a:p>
        </p:txBody>
      </p:sp>
      <p:sp>
        <p:nvSpPr>
          <p:cNvPr id="5" name="Rectangle 67"/>
          <p:cNvSpPr>
            <a:spLocks noGrp="1" noChangeArrowheads="1"/>
          </p:cNvSpPr>
          <p:nvPr>
            <p:ph type="dt" sz="half" idx="10"/>
          </p:nvPr>
        </p:nvSpPr>
        <p:spPr>
          <a:ln/>
        </p:spPr>
        <p:txBody>
          <a:bodyPr/>
          <a:lstStyle>
            <a:lvl1pPr>
              <a:defRPr/>
            </a:lvl1pPr>
          </a:lstStyle>
          <a:p>
            <a:pPr>
              <a:defRPr/>
            </a:pPr>
            <a:endParaRPr lang="en-US" dirty="0"/>
          </a:p>
        </p:txBody>
      </p:sp>
      <p:sp>
        <p:nvSpPr>
          <p:cNvPr id="6" name="Rectangle 68"/>
          <p:cNvSpPr>
            <a:spLocks noGrp="1" noChangeArrowheads="1"/>
          </p:cNvSpPr>
          <p:nvPr>
            <p:ph type="ftr" sz="quarter" idx="11"/>
          </p:nvPr>
        </p:nvSpPr>
        <p:spPr>
          <a:ln/>
        </p:spPr>
        <p:txBody>
          <a:bodyPr/>
          <a:lstStyle>
            <a:lvl1pPr>
              <a:defRPr/>
            </a:lvl1pPr>
          </a:lstStyle>
          <a:p>
            <a:pPr>
              <a:defRPr/>
            </a:pPr>
            <a:r>
              <a:rPr lang="en-US" smtClean="0"/>
              <a:t>© 2017 Pearson Education, Inc., Hoboken, NJ. All rights reserved.  </a:t>
            </a:r>
            <a:endParaRPr lang="en-US" dirty="0"/>
          </a:p>
        </p:txBody>
      </p:sp>
      <p:sp>
        <p:nvSpPr>
          <p:cNvPr id="7" name="Rectangle 69"/>
          <p:cNvSpPr>
            <a:spLocks noGrp="1" noChangeArrowheads="1"/>
          </p:cNvSpPr>
          <p:nvPr>
            <p:ph type="sldNum" sz="quarter" idx="12"/>
          </p:nvPr>
        </p:nvSpPr>
        <p:spPr>
          <a:ln/>
        </p:spPr>
        <p:txBody>
          <a:bodyPr/>
          <a:lstStyle>
            <a:lvl1pPr>
              <a:defRPr/>
            </a:lvl1pPr>
          </a:lstStyle>
          <a:p>
            <a:pPr>
              <a:defRPr/>
            </a:pPr>
            <a:fld id="{6BB999EC-4631-C441-897A-CD82D52C780D}" type="slidenum">
              <a:rPr lang="en-US"/>
              <a:pPr>
                <a:defRPr/>
              </a:pPr>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AU"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dirty="0" smtClean="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AU" smtClean="0"/>
              <a:t>Click to edit Master text styles</a:t>
            </a:r>
          </a:p>
        </p:txBody>
      </p:sp>
      <p:sp>
        <p:nvSpPr>
          <p:cNvPr id="5" name="Rectangle 67"/>
          <p:cNvSpPr>
            <a:spLocks noGrp="1" noChangeArrowheads="1"/>
          </p:cNvSpPr>
          <p:nvPr>
            <p:ph type="dt" sz="half" idx="10"/>
          </p:nvPr>
        </p:nvSpPr>
        <p:spPr>
          <a:ln/>
        </p:spPr>
        <p:txBody>
          <a:bodyPr/>
          <a:lstStyle>
            <a:lvl1pPr>
              <a:defRPr/>
            </a:lvl1pPr>
          </a:lstStyle>
          <a:p>
            <a:pPr>
              <a:defRPr/>
            </a:pPr>
            <a:endParaRPr lang="en-US" dirty="0"/>
          </a:p>
        </p:txBody>
      </p:sp>
      <p:sp>
        <p:nvSpPr>
          <p:cNvPr id="6" name="Rectangle 68"/>
          <p:cNvSpPr>
            <a:spLocks noGrp="1" noChangeArrowheads="1"/>
          </p:cNvSpPr>
          <p:nvPr>
            <p:ph type="ftr" sz="quarter" idx="11"/>
          </p:nvPr>
        </p:nvSpPr>
        <p:spPr>
          <a:ln/>
        </p:spPr>
        <p:txBody>
          <a:bodyPr/>
          <a:lstStyle>
            <a:lvl1pPr>
              <a:defRPr/>
            </a:lvl1pPr>
          </a:lstStyle>
          <a:p>
            <a:pPr>
              <a:defRPr/>
            </a:pPr>
            <a:r>
              <a:rPr lang="en-US" smtClean="0"/>
              <a:t>© 2017 Pearson Education, Inc., Hoboken, NJ. All rights reserved.  </a:t>
            </a:r>
            <a:endParaRPr lang="en-US" dirty="0"/>
          </a:p>
        </p:txBody>
      </p:sp>
      <p:sp>
        <p:nvSpPr>
          <p:cNvPr id="7" name="Rectangle 69"/>
          <p:cNvSpPr>
            <a:spLocks noGrp="1" noChangeArrowheads="1"/>
          </p:cNvSpPr>
          <p:nvPr>
            <p:ph type="sldNum" sz="quarter" idx="12"/>
          </p:nvPr>
        </p:nvSpPr>
        <p:spPr>
          <a:ln/>
        </p:spPr>
        <p:txBody>
          <a:bodyPr/>
          <a:lstStyle>
            <a:lvl1pPr>
              <a:defRPr/>
            </a:lvl1pPr>
          </a:lstStyle>
          <a:p>
            <a:pPr>
              <a:defRPr/>
            </a:pPr>
            <a:fld id="{FC89AD03-3688-5644-8210-750C3F3CC70F}" type="slidenum">
              <a:rPr lang="en-US"/>
              <a:pPr>
                <a:defRPr/>
              </a:pPr>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AU" smtClean="0"/>
              <a:t>Click to edit Master text styles</a:t>
            </a:r>
          </a:p>
          <a:p>
            <a:pPr lvl="1"/>
            <a:r>
              <a:rPr lang="en-AU" smtClean="0"/>
              <a:t>Second level</a:t>
            </a:r>
          </a:p>
          <a:p>
            <a:pPr lvl="2"/>
            <a:r>
              <a:rPr lang="en-AU" smtClean="0"/>
              <a:t>Third level</a:t>
            </a:r>
          </a:p>
          <a:p>
            <a:pPr lvl="3"/>
            <a:r>
              <a:rPr lang="en-AU" smtClean="0"/>
              <a:t>Fourth level</a:t>
            </a:r>
          </a:p>
          <a:p>
            <a:pPr lvl="4"/>
            <a:r>
              <a:rPr lang="en-AU" smtClean="0"/>
              <a:t>Fifth level</a:t>
            </a:r>
            <a:endParaRPr lang="en-US"/>
          </a:p>
        </p:txBody>
      </p:sp>
      <p:sp>
        <p:nvSpPr>
          <p:cNvPr id="4" name="Rectangle 67"/>
          <p:cNvSpPr>
            <a:spLocks noGrp="1" noChangeArrowheads="1"/>
          </p:cNvSpPr>
          <p:nvPr>
            <p:ph type="dt" sz="half" idx="10"/>
          </p:nvPr>
        </p:nvSpPr>
        <p:spPr>
          <a:ln/>
        </p:spPr>
        <p:txBody>
          <a:bodyPr/>
          <a:lstStyle>
            <a:lvl1pPr>
              <a:defRPr/>
            </a:lvl1pPr>
          </a:lstStyle>
          <a:p>
            <a:pPr>
              <a:defRPr/>
            </a:pPr>
            <a:endParaRPr lang="en-US" dirty="0"/>
          </a:p>
        </p:txBody>
      </p:sp>
      <p:sp>
        <p:nvSpPr>
          <p:cNvPr id="5" name="Rectangle 68"/>
          <p:cNvSpPr>
            <a:spLocks noGrp="1" noChangeArrowheads="1"/>
          </p:cNvSpPr>
          <p:nvPr>
            <p:ph type="ftr" sz="quarter" idx="11"/>
          </p:nvPr>
        </p:nvSpPr>
        <p:spPr>
          <a:ln/>
        </p:spPr>
        <p:txBody>
          <a:bodyPr/>
          <a:lstStyle>
            <a:lvl1pPr>
              <a:defRPr/>
            </a:lvl1pPr>
          </a:lstStyle>
          <a:p>
            <a:pPr>
              <a:defRPr/>
            </a:pPr>
            <a:r>
              <a:rPr lang="en-US" smtClean="0"/>
              <a:t>© 2017 Pearson Education, Inc., Hoboken, NJ. All rights reserved.  </a:t>
            </a:r>
            <a:endParaRPr lang="en-US" dirty="0"/>
          </a:p>
        </p:txBody>
      </p:sp>
      <p:sp>
        <p:nvSpPr>
          <p:cNvPr id="6" name="Rectangle 69"/>
          <p:cNvSpPr>
            <a:spLocks noGrp="1" noChangeArrowheads="1"/>
          </p:cNvSpPr>
          <p:nvPr>
            <p:ph type="sldNum" sz="quarter" idx="12"/>
          </p:nvPr>
        </p:nvSpPr>
        <p:spPr>
          <a:ln/>
        </p:spPr>
        <p:txBody>
          <a:bodyPr/>
          <a:lstStyle>
            <a:lvl1pPr>
              <a:defRPr/>
            </a:lvl1pPr>
          </a:lstStyle>
          <a:p>
            <a:pPr>
              <a:defRPr/>
            </a:pPr>
            <a:fld id="{C368CF45-107E-3A43-B41C-49734707188E}" type="slidenum">
              <a:rPr lang="en-US"/>
              <a:pPr>
                <a:defRPr/>
              </a:pPr>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7813"/>
            <a:ext cx="2057400" cy="5853112"/>
          </a:xfrm>
        </p:spPr>
        <p:txBody>
          <a:bodyPr vert="eaVert"/>
          <a:lstStyle/>
          <a:p>
            <a:r>
              <a:rPr lang="en-AU" smtClean="0"/>
              <a:t>Click to edit Master title style</a:t>
            </a:r>
            <a:endParaRPr lang="en-US"/>
          </a:p>
        </p:txBody>
      </p:sp>
      <p:sp>
        <p:nvSpPr>
          <p:cNvPr id="3" name="Vertical Text Placeholder 2"/>
          <p:cNvSpPr>
            <a:spLocks noGrp="1"/>
          </p:cNvSpPr>
          <p:nvPr>
            <p:ph type="body" orient="vert" idx="1"/>
          </p:nvPr>
        </p:nvSpPr>
        <p:spPr>
          <a:xfrm>
            <a:off x="457200" y="277813"/>
            <a:ext cx="6019800" cy="5853112"/>
          </a:xfrm>
        </p:spPr>
        <p:txBody>
          <a:bodyPr vert="eaVert"/>
          <a:lstStyle/>
          <a:p>
            <a:pPr lvl="0"/>
            <a:r>
              <a:rPr lang="en-AU" smtClean="0"/>
              <a:t>Click to edit Master text styles</a:t>
            </a:r>
          </a:p>
          <a:p>
            <a:pPr lvl="1"/>
            <a:r>
              <a:rPr lang="en-AU" smtClean="0"/>
              <a:t>Second level</a:t>
            </a:r>
          </a:p>
          <a:p>
            <a:pPr lvl="2"/>
            <a:r>
              <a:rPr lang="en-AU" smtClean="0"/>
              <a:t>Third level</a:t>
            </a:r>
          </a:p>
          <a:p>
            <a:pPr lvl="3"/>
            <a:r>
              <a:rPr lang="en-AU" smtClean="0"/>
              <a:t>Fourth level</a:t>
            </a:r>
          </a:p>
          <a:p>
            <a:pPr lvl="4"/>
            <a:r>
              <a:rPr lang="en-AU" smtClean="0"/>
              <a:t>Fifth level</a:t>
            </a:r>
            <a:endParaRPr lang="en-US"/>
          </a:p>
        </p:txBody>
      </p:sp>
      <p:sp>
        <p:nvSpPr>
          <p:cNvPr id="4" name="Rectangle 67"/>
          <p:cNvSpPr>
            <a:spLocks noGrp="1" noChangeArrowheads="1"/>
          </p:cNvSpPr>
          <p:nvPr>
            <p:ph type="dt" sz="half" idx="10"/>
          </p:nvPr>
        </p:nvSpPr>
        <p:spPr>
          <a:ln/>
        </p:spPr>
        <p:txBody>
          <a:bodyPr/>
          <a:lstStyle>
            <a:lvl1pPr>
              <a:defRPr/>
            </a:lvl1pPr>
          </a:lstStyle>
          <a:p>
            <a:pPr>
              <a:defRPr/>
            </a:pPr>
            <a:endParaRPr lang="en-US" dirty="0"/>
          </a:p>
        </p:txBody>
      </p:sp>
      <p:sp>
        <p:nvSpPr>
          <p:cNvPr id="5" name="Rectangle 68"/>
          <p:cNvSpPr>
            <a:spLocks noGrp="1" noChangeArrowheads="1"/>
          </p:cNvSpPr>
          <p:nvPr>
            <p:ph type="ftr" sz="quarter" idx="11"/>
          </p:nvPr>
        </p:nvSpPr>
        <p:spPr>
          <a:ln/>
        </p:spPr>
        <p:txBody>
          <a:bodyPr/>
          <a:lstStyle>
            <a:lvl1pPr>
              <a:defRPr/>
            </a:lvl1pPr>
          </a:lstStyle>
          <a:p>
            <a:pPr>
              <a:defRPr/>
            </a:pPr>
            <a:r>
              <a:rPr lang="en-US" smtClean="0"/>
              <a:t>© 2017 Pearson Education, Inc., Hoboken, NJ. All rights reserved.  </a:t>
            </a:r>
            <a:endParaRPr lang="en-US" dirty="0"/>
          </a:p>
        </p:txBody>
      </p:sp>
      <p:sp>
        <p:nvSpPr>
          <p:cNvPr id="6" name="Rectangle 69"/>
          <p:cNvSpPr>
            <a:spLocks noGrp="1" noChangeArrowheads="1"/>
          </p:cNvSpPr>
          <p:nvPr>
            <p:ph type="sldNum" sz="quarter" idx="12"/>
          </p:nvPr>
        </p:nvSpPr>
        <p:spPr>
          <a:ln/>
        </p:spPr>
        <p:txBody>
          <a:bodyPr/>
          <a:lstStyle>
            <a:lvl1pPr>
              <a:defRPr/>
            </a:lvl1pPr>
          </a:lstStyle>
          <a:p>
            <a:pPr>
              <a:defRPr/>
            </a:pPr>
            <a:fld id="{326EA033-8597-3049-8773-CCC6AC5D822C}" type="slidenum">
              <a:rPr lang="en-US"/>
              <a:pPr>
                <a:defRPr/>
              </a:pPr>
              <a:t>‹#›</a:t>
            </a:fld>
            <a:endParaRPr 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type="title" preserve="1">
  <p:cSld name="Title Slide">
    <p:bg>
      <p:bgRef idx="1002">
        <a:schemeClr val="bg2"/>
      </p:bgRef>
    </p:bg>
    <p:spTree>
      <p:nvGrpSpPr>
        <p:cNvPr id="1" name=""/>
        <p:cNvGrpSpPr/>
        <p:nvPr/>
      </p:nvGrpSpPr>
      <p:grpSpPr>
        <a:xfrm>
          <a:off x="0" y="0"/>
          <a:ext cx="0" cy="0"/>
          <a:chOff x="0" y="0"/>
          <a:chExt cx="0" cy="0"/>
        </a:xfrm>
      </p:grpSpPr>
      <p:grpSp>
        <p:nvGrpSpPr>
          <p:cNvPr id="4" name="Group 15"/>
          <p:cNvGrpSpPr>
            <a:grpSpLocks/>
          </p:cNvGrpSpPr>
          <p:nvPr/>
        </p:nvGrpSpPr>
        <p:grpSpPr bwMode="auto">
          <a:xfrm>
            <a:off x="0" y="0"/>
            <a:ext cx="1581150" cy="6858000"/>
            <a:chOff x="134471" y="0"/>
            <a:chExt cx="1581220" cy="6858000"/>
          </a:xfrm>
        </p:grpSpPr>
        <p:pic>
          <p:nvPicPr>
            <p:cNvPr id="5" name="Picture 7" descr="Overlay-Blank.jpg"/>
            <p:cNvPicPr>
              <a:picLocks noChangeAspect="1"/>
            </p:cNvPicPr>
            <p:nvPr userDrawn="1"/>
          </p:nvPicPr>
          <p:blipFill>
            <a:blip r:embed="rId2"/>
            <a:srcRect l="1471" r="83676"/>
            <a:stretch>
              <a:fillRect/>
            </a:stretch>
          </p:blipFill>
          <p:spPr bwMode="auto">
            <a:xfrm>
              <a:off x="134471" y="0"/>
              <a:ext cx="1358153" cy="6858000"/>
            </a:xfrm>
            <a:prstGeom prst="rect">
              <a:avLst/>
            </a:prstGeom>
            <a:noFill/>
            <a:ln w="9525">
              <a:noFill/>
              <a:miter lim="800000"/>
              <a:headEnd/>
              <a:tailEnd/>
            </a:ln>
          </p:spPr>
        </p:pic>
        <p:pic>
          <p:nvPicPr>
            <p:cNvPr id="6" name="Picture 8" descr="Overlay-VerticalBridge.jpg"/>
            <p:cNvPicPr>
              <a:picLocks noChangeAspect="1"/>
            </p:cNvPicPr>
            <p:nvPr userDrawn="1"/>
          </p:nvPicPr>
          <p:blipFill>
            <a:blip r:embed="rId3"/>
            <a:srcRect/>
            <a:stretch>
              <a:fillRect/>
            </a:stretch>
          </p:blipFill>
          <p:spPr bwMode="auto">
            <a:xfrm>
              <a:off x="1447800" y="0"/>
              <a:ext cx="267891" cy="6858000"/>
            </a:xfrm>
            <a:prstGeom prst="rect">
              <a:avLst/>
            </a:prstGeom>
            <a:noFill/>
            <a:ln w="9525">
              <a:noFill/>
              <a:miter lim="800000"/>
              <a:headEnd/>
              <a:tailEnd/>
            </a:ln>
          </p:spPr>
        </p:pic>
      </p:grpSp>
      <p:grpSp>
        <p:nvGrpSpPr>
          <p:cNvPr id="7" name="Group 16"/>
          <p:cNvGrpSpPr>
            <a:grpSpLocks/>
          </p:cNvGrpSpPr>
          <p:nvPr/>
        </p:nvGrpSpPr>
        <p:grpSpPr bwMode="auto">
          <a:xfrm>
            <a:off x="7546975" y="0"/>
            <a:ext cx="1597025" cy="6858000"/>
            <a:chOff x="7413812" y="0"/>
            <a:chExt cx="1597734" cy="6858000"/>
          </a:xfrm>
        </p:grpSpPr>
        <p:pic>
          <p:nvPicPr>
            <p:cNvPr id="8" name="Picture 10" descr="Overlay-Blank.jpg"/>
            <p:cNvPicPr>
              <a:picLocks noChangeAspect="1"/>
            </p:cNvPicPr>
            <p:nvPr userDrawn="1"/>
          </p:nvPicPr>
          <p:blipFill>
            <a:blip r:embed="rId2"/>
            <a:srcRect r="85126"/>
            <a:stretch>
              <a:fillRect/>
            </a:stretch>
          </p:blipFill>
          <p:spPr bwMode="auto">
            <a:xfrm>
              <a:off x="7651376" y="0"/>
              <a:ext cx="1360170" cy="6858000"/>
            </a:xfrm>
            <a:prstGeom prst="rect">
              <a:avLst/>
            </a:prstGeom>
            <a:noFill/>
            <a:ln w="9525">
              <a:noFill/>
              <a:miter lim="800000"/>
              <a:headEnd/>
              <a:tailEnd/>
            </a:ln>
          </p:spPr>
        </p:pic>
        <p:pic>
          <p:nvPicPr>
            <p:cNvPr id="9" name="Picture 11" descr="Overlay-VerticalBridge.jpg"/>
            <p:cNvPicPr>
              <a:picLocks noChangeAspect="1"/>
            </p:cNvPicPr>
            <p:nvPr userDrawn="1"/>
          </p:nvPicPr>
          <p:blipFill>
            <a:blip r:embed="rId3"/>
            <a:srcRect/>
            <a:stretch>
              <a:fillRect/>
            </a:stretch>
          </p:blipFill>
          <p:spPr bwMode="auto">
            <a:xfrm flipH="1">
              <a:off x="7413812" y="0"/>
              <a:ext cx="267891" cy="6858000"/>
            </a:xfrm>
            <a:prstGeom prst="rect">
              <a:avLst/>
            </a:prstGeom>
            <a:noFill/>
            <a:ln w="9525">
              <a:noFill/>
              <a:miter lim="800000"/>
              <a:headEnd/>
              <a:tailEnd/>
            </a:ln>
          </p:spPr>
        </p:pic>
      </p:grpSp>
      <p:pic>
        <p:nvPicPr>
          <p:cNvPr id="10" name="Picture 12" descr="HR-Color.png"/>
          <p:cNvPicPr>
            <a:picLocks noChangeAspect="1"/>
          </p:cNvPicPr>
          <p:nvPr/>
        </p:nvPicPr>
        <p:blipFill>
          <a:blip r:embed="rId4"/>
          <a:srcRect/>
          <a:stretch>
            <a:fillRect/>
          </a:stretch>
        </p:blipFill>
        <p:spPr bwMode="auto">
          <a:xfrm>
            <a:off x="1554163" y="4841875"/>
            <a:ext cx="6035675" cy="339725"/>
          </a:xfrm>
          <a:prstGeom prst="rect">
            <a:avLst/>
          </a:prstGeom>
          <a:noFill/>
          <a:ln w="9525">
            <a:noFill/>
            <a:miter lim="800000"/>
            <a:headEnd/>
            <a:tailEnd/>
          </a:ln>
        </p:spPr>
      </p:pic>
      <p:sp>
        <p:nvSpPr>
          <p:cNvPr id="2" name="Title 1"/>
          <p:cNvSpPr>
            <a:spLocks noGrp="1"/>
          </p:cNvSpPr>
          <p:nvPr>
            <p:ph type="ctrTitle"/>
          </p:nvPr>
        </p:nvSpPr>
        <p:spPr>
          <a:xfrm>
            <a:off x="1854200" y="3693645"/>
            <a:ext cx="5446713" cy="1470025"/>
          </a:xfrm>
        </p:spPr>
        <p:txBody>
          <a:bodyPr anchor="b"/>
          <a:lstStyle>
            <a:lvl1pPr>
              <a:lnSpc>
                <a:spcPts val="6800"/>
              </a:lnSpc>
              <a:defRPr sz="6500">
                <a:latin typeface="+mj-lt"/>
              </a:defRPr>
            </a:lvl1pPr>
          </a:lstStyle>
          <a:p>
            <a:r>
              <a:rPr lang="en-US" smtClean="0"/>
              <a:t>Click to edit Master title style</a:t>
            </a:r>
            <a:endParaRPr/>
          </a:p>
        </p:txBody>
      </p:sp>
      <p:sp>
        <p:nvSpPr>
          <p:cNvPr id="3" name="Subtitle 2"/>
          <p:cNvSpPr>
            <a:spLocks noGrp="1"/>
          </p:cNvSpPr>
          <p:nvPr>
            <p:ph type="subTitle" idx="1"/>
          </p:nvPr>
        </p:nvSpPr>
        <p:spPr>
          <a:xfrm>
            <a:off x="1854200" y="5204011"/>
            <a:ext cx="5446713" cy="851647"/>
          </a:xfrm>
        </p:spPr>
        <p:txBody>
          <a:bodyPr>
            <a:normAutofit/>
          </a:bodyPr>
          <a:lstStyle>
            <a:lvl1pPr marL="0" indent="0" algn="ctr">
              <a:spcBef>
                <a:spcPts val="300"/>
              </a:spcBef>
              <a:buNone/>
              <a:defRPr sz="1800">
                <a:solidFill>
                  <a:schemeClr val="tx2"/>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a:p>
        </p:txBody>
      </p:sp>
      <p:sp>
        <p:nvSpPr>
          <p:cNvPr id="11" name="Date Placeholder 3"/>
          <p:cNvSpPr>
            <a:spLocks noGrp="1"/>
          </p:cNvSpPr>
          <p:nvPr>
            <p:ph type="dt" sz="half" idx="10"/>
          </p:nvPr>
        </p:nvSpPr>
        <p:spPr>
          <a:xfrm>
            <a:off x="5257800" y="6356350"/>
            <a:ext cx="2133600" cy="365125"/>
          </a:xfrm>
        </p:spPr>
        <p:txBody>
          <a:bodyPr/>
          <a:lstStyle>
            <a:lvl1pPr>
              <a:defRPr smtClean="0">
                <a:solidFill>
                  <a:schemeClr val="tx2"/>
                </a:solidFill>
              </a:defRPr>
            </a:lvl1pPr>
          </a:lstStyle>
          <a:p>
            <a:pPr>
              <a:defRPr/>
            </a:pPr>
            <a:endParaRPr lang="en-US" dirty="0"/>
          </a:p>
        </p:txBody>
      </p:sp>
      <p:sp>
        <p:nvSpPr>
          <p:cNvPr id="12" name="Footer Placeholder 4"/>
          <p:cNvSpPr>
            <a:spLocks noGrp="1"/>
          </p:cNvSpPr>
          <p:nvPr>
            <p:ph type="ftr" sz="quarter" idx="11"/>
          </p:nvPr>
        </p:nvSpPr>
        <p:spPr>
          <a:xfrm>
            <a:off x="1752600" y="6356350"/>
            <a:ext cx="2895600" cy="365125"/>
          </a:xfrm>
        </p:spPr>
        <p:txBody>
          <a:bodyPr/>
          <a:lstStyle>
            <a:lvl1pPr>
              <a:defRPr dirty="0">
                <a:solidFill>
                  <a:schemeClr val="tx2"/>
                </a:solidFill>
              </a:defRPr>
            </a:lvl1pPr>
          </a:lstStyle>
          <a:p>
            <a:pPr>
              <a:defRPr/>
            </a:pPr>
            <a:r>
              <a:rPr lang="en-US" smtClean="0"/>
              <a:t>© 2017 Pearson Education, Inc., Hoboken, NJ. All rights reserved.  </a:t>
            </a:r>
            <a:endParaRPr lang="en-US" dirty="0"/>
          </a:p>
        </p:txBody>
      </p:sp>
    </p:spTree>
  </p:cSld>
  <p:clrMapOvr>
    <a:overrideClrMapping bg1="lt1" tx1="dk1" bg2="lt2" tx2="dk2" accent1="accent1" accent2="accent2" accent3="accent3" accent4="accent4" accent5="accent5" accent6="accent6" hlink="hlink" folHlink="folHlink"/>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type="obj" preserve="1">
  <p:cSld name="Title and Content">
    <p:spTree>
      <p:nvGrpSpPr>
        <p:cNvPr id="1" name=""/>
        <p:cNvGrpSpPr/>
        <p:nvPr/>
      </p:nvGrpSpPr>
      <p:grpSpPr>
        <a:xfrm>
          <a:off x="0" y="0"/>
          <a:ext cx="0" cy="0"/>
          <a:chOff x="0" y="0"/>
          <a:chExt cx="0" cy="0"/>
        </a:xfrm>
      </p:grpSpPr>
      <p:grpSp>
        <p:nvGrpSpPr>
          <p:cNvPr id="4" name="Group 6"/>
          <p:cNvGrpSpPr>
            <a:grpSpLocks/>
          </p:cNvGrpSpPr>
          <p:nvPr/>
        </p:nvGrpSpPr>
        <p:grpSpPr bwMode="auto">
          <a:xfrm>
            <a:off x="0" y="1373188"/>
            <a:ext cx="9144000" cy="5484812"/>
            <a:chOff x="0" y="1372650"/>
            <a:chExt cx="9144000" cy="5485350"/>
          </a:xfrm>
        </p:grpSpPr>
        <p:pic>
          <p:nvPicPr>
            <p:cNvPr id="5" name="Picture 7" descr="Overlay-Blank.jpg"/>
            <p:cNvPicPr>
              <a:picLocks noChangeAspect="1"/>
            </p:cNvPicPr>
            <p:nvPr userDrawn="1"/>
          </p:nvPicPr>
          <p:blipFill>
            <a:blip r:embed="rId2"/>
            <a:srcRect t="23334"/>
            <a:stretch>
              <a:fillRect/>
            </a:stretch>
          </p:blipFill>
          <p:spPr bwMode="auto">
            <a:xfrm>
              <a:off x="0" y="1600200"/>
              <a:ext cx="9144000" cy="5257800"/>
            </a:xfrm>
            <a:prstGeom prst="rect">
              <a:avLst/>
            </a:prstGeom>
            <a:noFill/>
            <a:ln w="9525">
              <a:noFill/>
              <a:miter lim="800000"/>
              <a:headEnd/>
              <a:tailEnd/>
            </a:ln>
          </p:spPr>
        </p:pic>
        <p:pic>
          <p:nvPicPr>
            <p:cNvPr id="6" name="Picture 8" descr="Overlay-HorizontalBridge.jpg"/>
            <p:cNvPicPr>
              <a:picLocks noChangeAspect="1"/>
            </p:cNvPicPr>
            <p:nvPr userDrawn="1"/>
          </p:nvPicPr>
          <p:blipFill>
            <a:blip r:embed="rId3"/>
            <a:srcRect/>
            <a:stretch>
              <a:fillRect/>
            </a:stretch>
          </p:blipFill>
          <p:spPr bwMode="auto">
            <a:xfrm>
              <a:off x="0" y="1372650"/>
              <a:ext cx="9144000" cy="267891"/>
            </a:xfrm>
            <a:prstGeom prst="rect">
              <a:avLst/>
            </a:prstGeom>
            <a:noFill/>
            <a:ln w="9525">
              <a:noFill/>
              <a:miter lim="800000"/>
              <a:headEnd/>
              <a:tailEnd/>
            </a:ln>
          </p:spPr>
        </p:pic>
      </p:grpSp>
      <p:sp>
        <p:nvSpPr>
          <p:cNvPr id="2" name="Title 1"/>
          <p:cNvSpPr>
            <a:spLocks noGrp="1"/>
          </p:cNvSpPr>
          <p:nvPr>
            <p:ph type="title"/>
          </p:nvPr>
        </p:nvSpPr>
        <p:spPr/>
        <p:txBody>
          <a:bodyPr/>
          <a:lstStyle/>
          <a:p>
            <a:r>
              <a:rPr lang="en-US" smtClean="0"/>
              <a:t>Click to edit Master title style</a:t>
            </a:r>
            <a:endParaRPr/>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a:p>
        </p:txBody>
      </p:sp>
      <p:sp>
        <p:nvSpPr>
          <p:cNvPr id="7" name="Date Placeholder 3"/>
          <p:cNvSpPr>
            <a:spLocks noGrp="1"/>
          </p:cNvSpPr>
          <p:nvPr>
            <p:ph type="dt" sz="half" idx="10"/>
          </p:nvPr>
        </p:nvSpPr>
        <p:spPr/>
        <p:txBody>
          <a:bodyPr/>
          <a:lstStyle>
            <a:lvl1pPr>
              <a:defRPr/>
            </a:lvl1pPr>
          </a:lstStyle>
          <a:p>
            <a:pPr>
              <a:defRPr/>
            </a:pPr>
            <a:endParaRPr lang="en-US" dirty="0"/>
          </a:p>
        </p:txBody>
      </p:sp>
      <p:sp>
        <p:nvSpPr>
          <p:cNvPr id="8" name="Footer Placeholder 4"/>
          <p:cNvSpPr>
            <a:spLocks noGrp="1"/>
          </p:cNvSpPr>
          <p:nvPr>
            <p:ph type="ftr" sz="quarter" idx="11"/>
          </p:nvPr>
        </p:nvSpPr>
        <p:spPr/>
        <p:txBody>
          <a:bodyPr/>
          <a:lstStyle>
            <a:lvl1pPr>
              <a:defRPr/>
            </a:lvl1pPr>
          </a:lstStyle>
          <a:p>
            <a:pPr>
              <a:defRPr/>
            </a:pPr>
            <a:r>
              <a:rPr lang="en-US" smtClean="0"/>
              <a:t>© 2017 Pearson Education, Inc., Hoboken, NJ. All rights reserved.  </a:t>
            </a:r>
            <a:endParaRPr lang="en-US" dirty="0"/>
          </a:p>
        </p:txBody>
      </p:sp>
      <p:sp>
        <p:nvSpPr>
          <p:cNvPr id="9" name="Slide Number Placeholder 5"/>
          <p:cNvSpPr>
            <a:spLocks noGrp="1"/>
          </p:cNvSpPr>
          <p:nvPr>
            <p:ph type="sldNum" sz="quarter" idx="12"/>
          </p:nvPr>
        </p:nvSpPr>
        <p:spPr/>
        <p:txBody>
          <a:bodyPr/>
          <a:lstStyle>
            <a:lvl1pPr>
              <a:defRPr/>
            </a:lvl1pPr>
          </a:lstStyle>
          <a:p>
            <a:pPr>
              <a:defRPr/>
            </a:pPr>
            <a:fld id="{0738E293-5757-B443-AD77-BD23F0D77BC9}" type="slidenum">
              <a:rPr lang="en-US"/>
              <a:pPr>
                <a:defRPr/>
              </a:pPr>
              <a:t>‹#›</a:t>
            </a:fld>
            <a:endParaRPr lang="en-US" dirty="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reserve="1">
  <p:cSld name="Title Slide with Picture">
    <p:bg>
      <p:bgRef idx="1002">
        <a:schemeClr val="bg2"/>
      </p:bgRef>
    </p:bg>
    <p:spTree>
      <p:nvGrpSpPr>
        <p:cNvPr id="1" name=""/>
        <p:cNvGrpSpPr/>
        <p:nvPr/>
      </p:nvGrpSpPr>
      <p:grpSpPr>
        <a:xfrm>
          <a:off x="0" y="0"/>
          <a:ext cx="0" cy="0"/>
          <a:chOff x="0" y="0"/>
          <a:chExt cx="0" cy="0"/>
        </a:xfrm>
      </p:grpSpPr>
      <p:grpSp>
        <p:nvGrpSpPr>
          <p:cNvPr id="4" name="Group 15"/>
          <p:cNvGrpSpPr>
            <a:grpSpLocks/>
          </p:cNvGrpSpPr>
          <p:nvPr/>
        </p:nvGrpSpPr>
        <p:grpSpPr bwMode="auto">
          <a:xfrm>
            <a:off x="0" y="0"/>
            <a:ext cx="1581150" cy="6858000"/>
            <a:chOff x="134471" y="0"/>
            <a:chExt cx="1581220" cy="6858000"/>
          </a:xfrm>
        </p:grpSpPr>
        <p:pic>
          <p:nvPicPr>
            <p:cNvPr id="6" name="Picture 7" descr="Overlay-Blank.jpg"/>
            <p:cNvPicPr>
              <a:picLocks noChangeAspect="1"/>
            </p:cNvPicPr>
            <p:nvPr userDrawn="1"/>
          </p:nvPicPr>
          <p:blipFill>
            <a:blip r:embed="rId2"/>
            <a:srcRect l="1471" r="83676"/>
            <a:stretch>
              <a:fillRect/>
            </a:stretch>
          </p:blipFill>
          <p:spPr bwMode="auto">
            <a:xfrm>
              <a:off x="134471" y="0"/>
              <a:ext cx="1358153" cy="6858000"/>
            </a:xfrm>
            <a:prstGeom prst="rect">
              <a:avLst/>
            </a:prstGeom>
            <a:noFill/>
            <a:ln w="9525">
              <a:noFill/>
              <a:miter lim="800000"/>
              <a:headEnd/>
              <a:tailEnd/>
            </a:ln>
          </p:spPr>
        </p:pic>
        <p:pic>
          <p:nvPicPr>
            <p:cNvPr id="7" name="Picture 8" descr="Overlay-VerticalBridge.jpg"/>
            <p:cNvPicPr>
              <a:picLocks noChangeAspect="1"/>
            </p:cNvPicPr>
            <p:nvPr userDrawn="1"/>
          </p:nvPicPr>
          <p:blipFill>
            <a:blip r:embed="rId3"/>
            <a:srcRect/>
            <a:stretch>
              <a:fillRect/>
            </a:stretch>
          </p:blipFill>
          <p:spPr bwMode="auto">
            <a:xfrm>
              <a:off x="1447800" y="0"/>
              <a:ext cx="267891" cy="6858000"/>
            </a:xfrm>
            <a:prstGeom prst="rect">
              <a:avLst/>
            </a:prstGeom>
            <a:noFill/>
            <a:ln w="9525">
              <a:noFill/>
              <a:miter lim="800000"/>
              <a:headEnd/>
              <a:tailEnd/>
            </a:ln>
          </p:spPr>
        </p:pic>
      </p:grpSp>
      <p:grpSp>
        <p:nvGrpSpPr>
          <p:cNvPr id="5" name="Group 16"/>
          <p:cNvGrpSpPr>
            <a:grpSpLocks/>
          </p:cNvGrpSpPr>
          <p:nvPr/>
        </p:nvGrpSpPr>
        <p:grpSpPr bwMode="auto">
          <a:xfrm>
            <a:off x="7546975" y="0"/>
            <a:ext cx="1597025" cy="6858000"/>
            <a:chOff x="7413812" y="0"/>
            <a:chExt cx="1597734" cy="6858000"/>
          </a:xfrm>
        </p:grpSpPr>
        <p:pic>
          <p:nvPicPr>
            <p:cNvPr id="9" name="Picture 10" descr="Overlay-Blank.jpg"/>
            <p:cNvPicPr>
              <a:picLocks noChangeAspect="1"/>
            </p:cNvPicPr>
            <p:nvPr userDrawn="1"/>
          </p:nvPicPr>
          <p:blipFill>
            <a:blip r:embed="rId2"/>
            <a:srcRect r="85126"/>
            <a:stretch>
              <a:fillRect/>
            </a:stretch>
          </p:blipFill>
          <p:spPr bwMode="auto">
            <a:xfrm>
              <a:off x="7651376" y="0"/>
              <a:ext cx="1360170" cy="6858000"/>
            </a:xfrm>
            <a:prstGeom prst="rect">
              <a:avLst/>
            </a:prstGeom>
            <a:noFill/>
            <a:ln w="9525">
              <a:noFill/>
              <a:miter lim="800000"/>
              <a:headEnd/>
              <a:tailEnd/>
            </a:ln>
          </p:spPr>
        </p:pic>
        <p:pic>
          <p:nvPicPr>
            <p:cNvPr id="10" name="Picture 11" descr="Overlay-VerticalBridge.jpg"/>
            <p:cNvPicPr>
              <a:picLocks noChangeAspect="1"/>
            </p:cNvPicPr>
            <p:nvPr userDrawn="1"/>
          </p:nvPicPr>
          <p:blipFill>
            <a:blip r:embed="rId3"/>
            <a:srcRect/>
            <a:stretch>
              <a:fillRect/>
            </a:stretch>
          </p:blipFill>
          <p:spPr bwMode="auto">
            <a:xfrm flipH="1">
              <a:off x="7413812" y="0"/>
              <a:ext cx="267891" cy="6858000"/>
            </a:xfrm>
            <a:prstGeom prst="rect">
              <a:avLst/>
            </a:prstGeom>
            <a:noFill/>
            <a:ln w="9525">
              <a:noFill/>
              <a:miter lim="800000"/>
              <a:headEnd/>
              <a:tailEnd/>
            </a:ln>
          </p:spPr>
        </p:pic>
      </p:grpSp>
      <p:pic>
        <p:nvPicPr>
          <p:cNvPr id="11" name="Picture 12" descr="HR-Color.png"/>
          <p:cNvPicPr>
            <a:picLocks noChangeAspect="1"/>
          </p:cNvPicPr>
          <p:nvPr/>
        </p:nvPicPr>
        <p:blipFill>
          <a:blip r:embed="rId4"/>
          <a:srcRect/>
          <a:stretch>
            <a:fillRect/>
          </a:stretch>
        </p:blipFill>
        <p:spPr bwMode="auto">
          <a:xfrm>
            <a:off x="1554163" y="4841875"/>
            <a:ext cx="6035675" cy="339725"/>
          </a:xfrm>
          <a:prstGeom prst="rect">
            <a:avLst/>
          </a:prstGeom>
          <a:noFill/>
          <a:ln w="9525">
            <a:noFill/>
            <a:miter lim="800000"/>
            <a:headEnd/>
            <a:tailEnd/>
          </a:ln>
        </p:spPr>
      </p:pic>
      <p:sp>
        <p:nvSpPr>
          <p:cNvPr id="2" name="Title 1"/>
          <p:cNvSpPr>
            <a:spLocks noGrp="1"/>
          </p:cNvSpPr>
          <p:nvPr>
            <p:ph type="ctrTitle"/>
          </p:nvPr>
        </p:nvSpPr>
        <p:spPr>
          <a:xfrm>
            <a:off x="1854200" y="3693645"/>
            <a:ext cx="5446713" cy="1470025"/>
          </a:xfrm>
        </p:spPr>
        <p:txBody>
          <a:bodyPr anchor="b"/>
          <a:lstStyle>
            <a:lvl1pPr>
              <a:lnSpc>
                <a:spcPts val="6800"/>
              </a:lnSpc>
              <a:defRPr sz="6500">
                <a:latin typeface="+mj-lt"/>
              </a:defRPr>
            </a:lvl1pPr>
          </a:lstStyle>
          <a:p>
            <a:r>
              <a:rPr lang="en-US" smtClean="0"/>
              <a:t>Click to edit Master title style</a:t>
            </a:r>
            <a:endParaRPr/>
          </a:p>
        </p:txBody>
      </p:sp>
      <p:sp>
        <p:nvSpPr>
          <p:cNvPr id="3" name="Subtitle 2"/>
          <p:cNvSpPr>
            <a:spLocks noGrp="1"/>
          </p:cNvSpPr>
          <p:nvPr>
            <p:ph type="subTitle" idx="1"/>
          </p:nvPr>
        </p:nvSpPr>
        <p:spPr>
          <a:xfrm>
            <a:off x="1854200" y="5204011"/>
            <a:ext cx="5446713" cy="851647"/>
          </a:xfrm>
        </p:spPr>
        <p:txBody>
          <a:bodyPr>
            <a:normAutofit/>
          </a:bodyPr>
          <a:lstStyle>
            <a:lvl1pPr marL="0" indent="0" algn="ctr">
              <a:spcBef>
                <a:spcPts val="300"/>
              </a:spcBef>
              <a:buNone/>
              <a:defRPr sz="1800">
                <a:solidFill>
                  <a:schemeClr val="tx2"/>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a:p>
        </p:txBody>
      </p:sp>
      <p:sp>
        <p:nvSpPr>
          <p:cNvPr id="14" name="Picture Placeholder 13"/>
          <p:cNvSpPr>
            <a:spLocks noGrp="1"/>
          </p:cNvSpPr>
          <p:nvPr>
            <p:ph type="pic" sz="quarter" idx="12"/>
          </p:nvPr>
        </p:nvSpPr>
        <p:spPr>
          <a:xfrm>
            <a:off x="3307977" y="950260"/>
            <a:ext cx="2528046" cy="2528046"/>
          </a:xfrm>
          <a:prstGeom prst="ellipse">
            <a:avLst/>
          </a:prstGeom>
          <a:solidFill>
            <a:schemeClr val="bg1">
              <a:lumMod val="85000"/>
            </a:schemeClr>
          </a:solidFill>
          <a:ln w="101600">
            <a:noFill/>
            <a:miter lim="800000"/>
          </a:ln>
          <a:effectLst>
            <a:innerShdw blurRad="762000">
              <a:schemeClr val="accent1">
                <a:alpha val="80000"/>
              </a:schemeClr>
            </a:innerShdw>
            <a:softEdge rad="317500"/>
          </a:effectLst>
        </p:spPr>
        <p:txBody>
          <a:bodyPr rtlCol="0">
            <a:normAutofit/>
          </a:bodyPr>
          <a:lstStyle>
            <a:lvl1pPr marL="0" indent="0" algn="ctr" defTabSz="914400" rtl="0" eaLnBrk="1" latinLnBrk="0" hangingPunct="1">
              <a:spcBef>
                <a:spcPts val="2400"/>
              </a:spcBef>
              <a:buClr>
                <a:schemeClr val="accent1">
                  <a:lumMod val="60000"/>
                  <a:lumOff val="40000"/>
                </a:schemeClr>
              </a:buClr>
              <a:buFont typeface="Candara" pitchFamily="34" charset="0"/>
              <a:buNone/>
              <a:defRPr sz="2400" kern="1200">
                <a:solidFill>
                  <a:schemeClr val="tx2"/>
                </a:solidFill>
                <a:latin typeface="+mn-lt"/>
                <a:ea typeface="+mn-ea"/>
                <a:cs typeface="+mn-cs"/>
              </a:defRPr>
            </a:lvl1pPr>
          </a:lstStyle>
          <a:p>
            <a:pPr lvl="0"/>
            <a:r>
              <a:rPr lang="en-US" noProof="0" dirty="0" smtClean="0"/>
              <a:t>Click icon to add picture</a:t>
            </a:r>
            <a:endParaRPr noProof="0" dirty="0"/>
          </a:p>
        </p:txBody>
      </p:sp>
      <p:sp>
        <p:nvSpPr>
          <p:cNvPr id="12" name="Date Placeholder 3"/>
          <p:cNvSpPr>
            <a:spLocks noGrp="1"/>
          </p:cNvSpPr>
          <p:nvPr>
            <p:ph type="dt" sz="half" idx="13"/>
          </p:nvPr>
        </p:nvSpPr>
        <p:spPr>
          <a:xfrm>
            <a:off x="5257800" y="6356350"/>
            <a:ext cx="2133600" cy="365125"/>
          </a:xfrm>
        </p:spPr>
        <p:txBody>
          <a:bodyPr/>
          <a:lstStyle>
            <a:lvl1pPr>
              <a:defRPr dirty="0">
                <a:solidFill>
                  <a:schemeClr val="tx2"/>
                </a:solidFill>
              </a:defRPr>
            </a:lvl1pPr>
          </a:lstStyle>
          <a:p>
            <a:pPr>
              <a:defRPr/>
            </a:pPr>
            <a:endParaRPr lang="en-US" dirty="0"/>
          </a:p>
        </p:txBody>
      </p:sp>
      <p:sp>
        <p:nvSpPr>
          <p:cNvPr id="13" name="Footer Placeholder 4"/>
          <p:cNvSpPr>
            <a:spLocks noGrp="1"/>
          </p:cNvSpPr>
          <p:nvPr>
            <p:ph type="ftr" sz="quarter" idx="14"/>
          </p:nvPr>
        </p:nvSpPr>
        <p:spPr>
          <a:xfrm>
            <a:off x="1752600" y="6356350"/>
            <a:ext cx="2895600" cy="365125"/>
          </a:xfrm>
        </p:spPr>
        <p:txBody>
          <a:bodyPr/>
          <a:lstStyle>
            <a:lvl1pPr>
              <a:defRPr dirty="0">
                <a:solidFill>
                  <a:schemeClr val="tx2"/>
                </a:solidFill>
              </a:defRPr>
            </a:lvl1pPr>
          </a:lstStyle>
          <a:p>
            <a:pPr>
              <a:defRPr/>
            </a:pPr>
            <a:r>
              <a:rPr lang="en-US" smtClean="0"/>
              <a:t>© 2017 Pearson Education, Inc., Hoboken, NJ. All rights reserved.  </a:t>
            </a:r>
            <a:endParaRPr lang="en-US" dirty="0"/>
          </a:p>
        </p:txBody>
      </p:sp>
    </p:spTree>
  </p:cSld>
  <p:clrMapOvr>
    <a:overrideClrMapping bg1="lt1" tx1="dk1" bg2="lt2" tx2="dk2" accent1="accent1" accent2="accent2" accent3="accent3" accent4="accent4" accent5="accent5" accent6="accent6" hlink="hlink" folHlink="folHlink"/>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type="secHead" preserve="1">
  <p:cSld name="Section Header">
    <p:bg>
      <p:bgRef idx="1003">
        <a:schemeClr val="bg2"/>
      </p:bgRef>
    </p:bg>
    <p:spTree>
      <p:nvGrpSpPr>
        <p:cNvPr id="1" name=""/>
        <p:cNvGrpSpPr/>
        <p:nvPr/>
      </p:nvGrpSpPr>
      <p:grpSpPr>
        <a:xfrm>
          <a:off x="0" y="0"/>
          <a:ext cx="0" cy="0"/>
          <a:chOff x="0" y="0"/>
          <a:chExt cx="0" cy="0"/>
        </a:xfrm>
      </p:grpSpPr>
      <p:grpSp>
        <p:nvGrpSpPr>
          <p:cNvPr id="4" name="Group 9"/>
          <p:cNvGrpSpPr>
            <a:grpSpLocks/>
          </p:cNvGrpSpPr>
          <p:nvPr/>
        </p:nvGrpSpPr>
        <p:grpSpPr bwMode="auto">
          <a:xfrm>
            <a:off x="0" y="0"/>
            <a:ext cx="9144000" cy="1190625"/>
            <a:chOff x="0" y="0"/>
            <a:chExt cx="9144000" cy="1191256"/>
          </a:xfrm>
        </p:grpSpPr>
        <p:pic>
          <p:nvPicPr>
            <p:cNvPr id="5" name="Picture 7" descr="Overlay-Blank.jpg"/>
            <p:cNvPicPr>
              <a:picLocks noChangeAspect="1"/>
            </p:cNvPicPr>
            <p:nvPr userDrawn="1"/>
          </p:nvPicPr>
          <p:blipFill>
            <a:blip r:embed="rId2"/>
            <a:srcRect b="85555"/>
            <a:stretch>
              <a:fillRect/>
            </a:stretch>
          </p:blipFill>
          <p:spPr bwMode="auto">
            <a:xfrm>
              <a:off x="0" y="0"/>
              <a:ext cx="9144000" cy="990600"/>
            </a:xfrm>
            <a:prstGeom prst="rect">
              <a:avLst/>
            </a:prstGeom>
            <a:noFill/>
            <a:ln w="9525">
              <a:noFill/>
              <a:miter lim="800000"/>
              <a:headEnd/>
              <a:tailEnd/>
            </a:ln>
          </p:spPr>
        </p:pic>
        <p:pic>
          <p:nvPicPr>
            <p:cNvPr id="6" name="Picture 8" descr="Overlay-HorizontalBridge.jpg"/>
            <p:cNvPicPr>
              <a:picLocks noChangeAspect="1"/>
            </p:cNvPicPr>
            <p:nvPr userDrawn="1"/>
          </p:nvPicPr>
          <p:blipFill>
            <a:blip r:embed="rId3"/>
            <a:srcRect/>
            <a:stretch>
              <a:fillRect/>
            </a:stretch>
          </p:blipFill>
          <p:spPr bwMode="auto">
            <a:xfrm flipV="1">
              <a:off x="0" y="923365"/>
              <a:ext cx="9144000" cy="267891"/>
            </a:xfrm>
            <a:prstGeom prst="rect">
              <a:avLst/>
            </a:prstGeom>
            <a:noFill/>
            <a:ln w="9525">
              <a:noFill/>
              <a:miter lim="800000"/>
              <a:headEnd/>
              <a:tailEnd/>
            </a:ln>
          </p:spPr>
        </p:pic>
      </p:grpSp>
      <p:grpSp>
        <p:nvGrpSpPr>
          <p:cNvPr id="7" name="Group 10"/>
          <p:cNvGrpSpPr>
            <a:grpSpLocks/>
          </p:cNvGrpSpPr>
          <p:nvPr/>
        </p:nvGrpSpPr>
        <p:grpSpPr bwMode="auto">
          <a:xfrm flipV="1">
            <a:off x="0" y="5667375"/>
            <a:ext cx="9144000" cy="1190625"/>
            <a:chOff x="0" y="0"/>
            <a:chExt cx="9144000" cy="1191256"/>
          </a:xfrm>
        </p:grpSpPr>
        <p:pic>
          <p:nvPicPr>
            <p:cNvPr id="8" name="Picture 10" descr="Overlay-Blank.jpg"/>
            <p:cNvPicPr>
              <a:picLocks noChangeAspect="1"/>
            </p:cNvPicPr>
            <p:nvPr userDrawn="1"/>
          </p:nvPicPr>
          <p:blipFill>
            <a:blip r:embed="rId2"/>
            <a:srcRect b="85555"/>
            <a:stretch>
              <a:fillRect/>
            </a:stretch>
          </p:blipFill>
          <p:spPr bwMode="auto">
            <a:xfrm>
              <a:off x="0" y="0"/>
              <a:ext cx="9144000" cy="990600"/>
            </a:xfrm>
            <a:prstGeom prst="rect">
              <a:avLst/>
            </a:prstGeom>
            <a:noFill/>
            <a:ln w="9525">
              <a:noFill/>
              <a:miter lim="800000"/>
              <a:headEnd/>
              <a:tailEnd/>
            </a:ln>
          </p:spPr>
        </p:pic>
        <p:pic>
          <p:nvPicPr>
            <p:cNvPr id="9" name="Picture 11" descr="Overlay-HorizontalBridge.jpg"/>
            <p:cNvPicPr>
              <a:picLocks noChangeAspect="1"/>
            </p:cNvPicPr>
            <p:nvPr userDrawn="1"/>
          </p:nvPicPr>
          <p:blipFill>
            <a:blip r:embed="rId3"/>
            <a:srcRect/>
            <a:stretch>
              <a:fillRect/>
            </a:stretch>
          </p:blipFill>
          <p:spPr bwMode="auto">
            <a:xfrm flipV="1">
              <a:off x="0" y="923365"/>
              <a:ext cx="9144000" cy="267891"/>
            </a:xfrm>
            <a:prstGeom prst="rect">
              <a:avLst/>
            </a:prstGeom>
            <a:noFill/>
            <a:ln w="9525">
              <a:noFill/>
              <a:miter lim="800000"/>
              <a:headEnd/>
              <a:tailEnd/>
            </a:ln>
          </p:spPr>
        </p:pic>
      </p:grpSp>
      <p:pic>
        <p:nvPicPr>
          <p:cNvPr id="10" name="Picture 12" descr="HR-Color.png"/>
          <p:cNvPicPr>
            <a:picLocks noChangeAspect="1"/>
          </p:cNvPicPr>
          <p:nvPr/>
        </p:nvPicPr>
        <p:blipFill>
          <a:blip r:embed="rId4"/>
          <a:srcRect/>
          <a:stretch>
            <a:fillRect/>
          </a:stretch>
        </p:blipFill>
        <p:spPr bwMode="auto">
          <a:xfrm>
            <a:off x="1554163" y="3259138"/>
            <a:ext cx="6035675" cy="339725"/>
          </a:xfrm>
          <a:prstGeom prst="rect">
            <a:avLst/>
          </a:prstGeom>
          <a:noFill/>
          <a:ln w="9525">
            <a:noFill/>
            <a:miter lim="800000"/>
            <a:headEnd/>
            <a:tailEnd/>
          </a:ln>
        </p:spPr>
      </p:pic>
      <p:sp>
        <p:nvSpPr>
          <p:cNvPr id="2" name="Title 1"/>
          <p:cNvSpPr>
            <a:spLocks noGrp="1"/>
          </p:cNvSpPr>
          <p:nvPr>
            <p:ph type="title"/>
          </p:nvPr>
        </p:nvSpPr>
        <p:spPr>
          <a:xfrm>
            <a:off x="1854200" y="1851212"/>
            <a:ext cx="5446714" cy="1730375"/>
          </a:xfrm>
        </p:spPr>
        <p:txBody>
          <a:bodyPr anchor="b"/>
          <a:lstStyle>
            <a:lvl1pPr algn="ctr">
              <a:lnSpc>
                <a:spcPts val="6800"/>
              </a:lnSpc>
              <a:defRPr sz="6500" b="0" cap="none" baseline="0">
                <a:latin typeface="+mj-lt"/>
              </a:defRPr>
            </a:lvl1pPr>
          </a:lstStyle>
          <a:p>
            <a:r>
              <a:rPr lang="en-US" smtClean="0"/>
              <a:t>Click to edit Master title style</a:t>
            </a:r>
            <a:endParaRPr/>
          </a:p>
        </p:txBody>
      </p:sp>
      <p:sp>
        <p:nvSpPr>
          <p:cNvPr id="3" name="Text Placeholder 2"/>
          <p:cNvSpPr>
            <a:spLocks noGrp="1"/>
          </p:cNvSpPr>
          <p:nvPr>
            <p:ph type="body" idx="1"/>
          </p:nvPr>
        </p:nvSpPr>
        <p:spPr>
          <a:xfrm>
            <a:off x="1854200" y="3576918"/>
            <a:ext cx="5446714" cy="829982"/>
          </a:xfrm>
        </p:spPr>
        <p:txBody>
          <a:bodyPr>
            <a:normAutofit/>
          </a:bodyPr>
          <a:lstStyle>
            <a:lvl1pPr marL="0" indent="0" algn="ctr">
              <a:spcBef>
                <a:spcPts val="300"/>
              </a:spcBef>
              <a:buNone/>
              <a:defRPr sz="1800">
                <a:solidFill>
                  <a:schemeClr val="tx2"/>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11" name="Date Placeholder 3"/>
          <p:cNvSpPr>
            <a:spLocks noGrp="1"/>
          </p:cNvSpPr>
          <p:nvPr>
            <p:ph type="dt" sz="half" idx="10"/>
          </p:nvPr>
        </p:nvSpPr>
        <p:spPr/>
        <p:txBody>
          <a:bodyPr/>
          <a:lstStyle>
            <a:lvl1pPr>
              <a:defRPr smtClean="0"/>
            </a:lvl1pPr>
          </a:lstStyle>
          <a:p>
            <a:pPr>
              <a:defRPr/>
            </a:pPr>
            <a:endParaRPr lang="en-US" dirty="0"/>
          </a:p>
        </p:txBody>
      </p:sp>
      <p:sp>
        <p:nvSpPr>
          <p:cNvPr id="12" name="Footer Placeholder 4"/>
          <p:cNvSpPr>
            <a:spLocks noGrp="1"/>
          </p:cNvSpPr>
          <p:nvPr>
            <p:ph type="ftr" sz="quarter" idx="11"/>
          </p:nvPr>
        </p:nvSpPr>
        <p:spPr/>
        <p:txBody>
          <a:bodyPr/>
          <a:lstStyle>
            <a:lvl1pPr>
              <a:defRPr/>
            </a:lvl1pPr>
          </a:lstStyle>
          <a:p>
            <a:pPr>
              <a:defRPr/>
            </a:pPr>
            <a:r>
              <a:rPr lang="en-US" smtClean="0"/>
              <a:t>© 2017 Pearson Education, Inc., Hoboken, NJ. All rights reserved.  </a:t>
            </a:r>
            <a:endParaRPr lang="en-US" dirty="0"/>
          </a:p>
        </p:txBody>
      </p:sp>
      <p:sp>
        <p:nvSpPr>
          <p:cNvPr id="13" name="Slide Number Placeholder 5"/>
          <p:cNvSpPr>
            <a:spLocks noGrp="1"/>
          </p:cNvSpPr>
          <p:nvPr>
            <p:ph type="sldNum" sz="quarter" idx="12"/>
          </p:nvPr>
        </p:nvSpPr>
        <p:spPr/>
        <p:txBody>
          <a:bodyPr/>
          <a:lstStyle>
            <a:lvl1pPr>
              <a:defRPr/>
            </a:lvl1pPr>
          </a:lstStyle>
          <a:p>
            <a:pPr>
              <a:defRPr/>
            </a:pPr>
            <a:fld id="{4438D00E-85F4-444E-87C2-78E53B8874D5}" type="slidenum">
              <a:rPr lang="en-US"/>
              <a:pPr>
                <a:defRPr/>
              </a:pPr>
              <a:t>‹#›</a:t>
            </a:fld>
            <a:endParaRPr lang="en-US" dirty="0"/>
          </a:p>
        </p:txBody>
      </p:sp>
    </p:spTree>
  </p:cSld>
  <p:clrMapOvr>
    <a:overrideClrMapping bg1="lt1" tx1="dk1" bg2="lt2" tx2="dk2" accent1="accent1" accent2="accent2" accent3="accent3" accent4="accent4" accent5="accent5" accent6="accent6" hlink="hlink" folHlink="folHlink"/>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type="twoObj" preserve="1">
  <p:cSld name="Two Content">
    <p:spTree>
      <p:nvGrpSpPr>
        <p:cNvPr id="1" name=""/>
        <p:cNvGrpSpPr/>
        <p:nvPr/>
      </p:nvGrpSpPr>
      <p:grpSpPr>
        <a:xfrm>
          <a:off x="0" y="0"/>
          <a:ext cx="0" cy="0"/>
          <a:chOff x="0" y="0"/>
          <a:chExt cx="0" cy="0"/>
        </a:xfrm>
      </p:grpSpPr>
      <p:grpSp>
        <p:nvGrpSpPr>
          <p:cNvPr id="5" name="Group 6"/>
          <p:cNvGrpSpPr>
            <a:grpSpLocks/>
          </p:cNvGrpSpPr>
          <p:nvPr/>
        </p:nvGrpSpPr>
        <p:grpSpPr bwMode="auto">
          <a:xfrm>
            <a:off x="0" y="1373188"/>
            <a:ext cx="9144000" cy="5484812"/>
            <a:chOff x="0" y="1372650"/>
            <a:chExt cx="9144000" cy="5485350"/>
          </a:xfrm>
        </p:grpSpPr>
        <p:pic>
          <p:nvPicPr>
            <p:cNvPr id="6" name="Picture 7" descr="Overlay-Blank.jpg"/>
            <p:cNvPicPr>
              <a:picLocks noChangeAspect="1"/>
            </p:cNvPicPr>
            <p:nvPr userDrawn="1"/>
          </p:nvPicPr>
          <p:blipFill>
            <a:blip r:embed="rId2"/>
            <a:srcRect t="23334"/>
            <a:stretch>
              <a:fillRect/>
            </a:stretch>
          </p:blipFill>
          <p:spPr bwMode="auto">
            <a:xfrm>
              <a:off x="0" y="1600200"/>
              <a:ext cx="9144000" cy="5257800"/>
            </a:xfrm>
            <a:prstGeom prst="rect">
              <a:avLst/>
            </a:prstGeom>
            <a:noFill/>
            <a:ln w="9525">
              <a:noFill/>
              <a:miter lim="800000"/>
              <a:headEnd/>
              <a:tailEnd/>
            </a:ln>
          </p:spPr>
        </p:pic>
        <p:pic>
          <p:nvPicPr>
            <p:cNvPr id="7" name="Picture 8" descr="Overlay-HorizontalBridge.jpg"/>
            <p:cNvPicPr>
              <a:picLocks noChangeAspect="1"/>
            </p:cNvPicPr>
            <p:nvPr userDrawn="1"/>
          </p:nvPicPr>
          <p:blipFill>
            <a:blip r:embed="rId3"/>
            <a:srcRect/>
            <a:stretch>
              <a:fillRect/>
            </a:stretch>
          </p:blipFill>
          <p:spPr bwMode="auto">
            <a:xfrm>
              <a:off x="0" y="1372650"/>
              <a:ext cx="9144000" cy="267891"/>
            </a:xfrm>
            <a:prstGeom prst="rect">
              <a:avLst/>
            </a:prstGeom>
            <a:noFill/>
            <a:ln w="9525">
              <a:noFill/>
              <a:miter lim="800000"/>
              <a:headEnd/>
              <a:tailEnd/>
            </a:ln>
          </p:spPr>
        </p:pic>
      </p:grpSp>
      <p:sp>
        <p:nvSpPr>
          <p:cNvPr id="2" name="Title 1"/>
          <p:cNvSpPr>
            <a:spLocks noGrp="1"/>
          </p:cNvSpPr>
          <p:nvPr>
            <p:ph type="title"/>
          </p:nvPr>
        </p:nvSpPr>
        <p:spPr/>
        <p:txBody>
          <a:bodyPr/>
          <a:lstStyle/>
          <a:p>
            <a:r>
              <a:rPr lang="en-US" smtClean="0"/>
              <a:t>Click to edit Master title style</a:t>
            </a:r>
            <a:endParaRPr/>
          </a:p>
        </p:txBody>
      </p:sp>
      <p:sp>
        <p:nvSpPr>
          <p:cNvPr id="3" name="Content Placeholder 2"/>
          <p:cNvSpPr>
            <a:spLocks noGrp="1"/>
          </p:cNvSpPr>
          <p:nvPr>
            <p:ph sz="half" idx="1"/>
          </p:nvPr>
        </p:nvSpPr>
        <p:spPr>
          <a:xfrm>
            <a:off x="792162" y="1774825"/>
            <a:ext cx="3566160" cy="4303713"/>
          </a:xfrm>
        </p:spPr>
        <p:txBody>
          <a:bodyPr>
            <a:normAutofit/>
          </a:bodyPr>
          <a:lstStyle>
            <a:lvl1pPr>
              <a:defRPr sz="2400"/>
            </a:lvl1pPr>
            <a:lvl2pPr>
              <a:defRPr sz="22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a:p>
        </p:txBody>
      </p:sp>
      <p:sp>
        <p:nvSpPr>
          <p:cNvPr id="4" name="Content Placeholder 3"/>
          <p:cNvSpPr>
            <a:spLocks noGrp="1"/>
          </p:cNvSpPr>
          <p:nvPr>
            <p:ph sz="half" idx="2"/>
          </p:nvPr>
        </p:nvSpPr>
        <p:spPr>
          <a:xfrm>
            <a:off x="4766534" y="1774825"/>
            <a:ext cx="3566160" cy="4303713"/>
          </a:xfrm>
        </p:spPr>
        <p:txBody>
          <a:bodyPr>
            <a:normAutofit/>
          </a:bodyPr>
          <a:lstStyle>
            <a:lvl1pPr>
              <a:defRPr sz="2400"/>
            </a:lvl1pPr>
            <a:lvl2pPr>
              <a:defRPr sz="22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a:p>
        </p:txBody>
      </p:sp>
      <p:sp>
        <p:nvSpPr>
          <p:cNvPr id="8" name="Date Placeholder 4"/>
          <p:cNvSpPr>
            <a:spLocks noGrp="1"/>
          </p:cNvSpPr>
          <p:nvPr>
            <p:ph type="dt" sz="half" idx="10"/>
          </p:nvPr>
        </p:nvSpPr>
        <p:spPr/>
        <p:txBody>
          <a:bodyPr/>
          <a:lstStyle>
            <a:lvl1pPr>
              <a:defRPr/>
            </a:lvl1pPr>
          </a:lstStyle>
          <a:p>
            <a:pPr>
              <a:defRPr/>
            </a:pPr>
            <a:endParaRPr lang="en-US" dirty="0"/>
          </a:p>
        </p:txBody>
      </p:sp>
      <p:sp>
        <p:nvSpPr>
          <p:cNvPr id="9" name="Footer Placeholder 5"/>
          <p:cNvSpPr>
            <a:spLocks noGrp="1"/>
          </p:cNvSpPr>
          <p:nvPr>
            <p:ph type="ftr" sz="quarter" idx="11"/>
          </p:nvPr>
        </p:nvSpPr>
        <p:spPr/>
        <p:txBody>
          <a:bodyPr/>
          <a:lstStyle>
            <a:lvl1pPr>
              <a:defRPr/>
            </a:lvl1pPr>
          </a:lstStyle>
          <a:p>
            <a:pPr>
              <a:defRPr/>
            </a:pPr>
            <a:r>
              <a:rPr lang="en-US" smtClean="0"/>
              <a:t>© 2017 Pearson Education, Inc., Hoboken, NJ. All rights reserved.  </a:t>
            </a:r>
            <a:endParaRPr lang="en-US" dirty="0"/>
          </a:p>
        </p:txBody>
      </p:sp>
      <p:sp>
        <p:nvSpPr>
          <p:cNvPr id="10" name="Slide Number Placeholder 6"/>
          <p:cNvSpPr>
            <a:spLocks noGrp="1"/>
          </p:cNvSpPr>
          <p:nvPr>
            <p:ph type="sldNum" sz="quarter" idx="12"/>
          </p:nvPr>
        </p:nvSpPr>
        <p:spPr/>
        <p:txBody>
          <a:bodyPr/>
          <a:lstStyle>
            <a:lvl1pPr>
              <a:defRPr/>
            </a:lvl1pPr>
          </a:lstStyle>
          <a:p>
            <a:pPr>
              <a:defRPr/>
            </a:pPr>
            <a:fld id="{FBEC1D24-2EC1-FF44-89DA-12B55CC0C8DE}" type="slidenum">
              <a:rPr lang="en-US"/>
              <a:pPr>
                <a:defRPr/>
              </a:pPr>
              <a:t>‹#›</a:t>
            </a:fld>
            <a:endParaRPr lang="en-US" dirty="0"/>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type="twoTxTwoObj" preserve="1">
  <p:cSld name="Comparison">
    <p:spTree>
      <p:nvGrpSpPr>
        <p:cNvPr id="1" name=""/>
        <p:cNvGrpSpPr/>
        <p:nvPr/>
      </p:nvGrpSpPr>
      <p:grpSpPr>
        <a:xfrm>
          <a:off x="0" y="0"/>
          <a:ext cx="0" cy="0"/>
          <a:chOff x="0" y="0"/>
          <a:chExt cx="0" cy="0"/>
        </a:xfrm>
      </p:grpSpPr>
      <p:grpSp>
        <p:nvGrpSpPr>
          <p:cNvPr id="7" name="Group 6"/>
          <p:cNvGrpSpPr>
            <a:grpSpLocks/>
          </p:cNvGrpSpPr>
          <p:nvPr/>
        </p:nvGrpSpPr>
        <p:grpSpPr bwMode="auto">
          <a:xfrm>
            <a:off x="0" y="1373188"/>
            <a:ext cx="9144000" cy="5484812"/>
            <a:chOff x="0" y="1372650"/>
            <a:chExt cx="9144000" cy="5485350"/>
          </a:xfrm>
        </p:grpSpPr>
        <p:pic>
          <p:nvPicPr>
            <p:cNvPr id="8" name="Picture 7" descr="Overlay-Blank.jpg"/>
            <p:cNvPicPr>
              <a:picLocks noChangeAspect="1"/>
            </p:cNvPicPr>
            <p:nvPr userDrawn="1"/>
          </p:nvPicPr>
          <p:blipFill>
            <a:blip r:embed="rId2"/>
            <a:srcRect t="23334"/>
            <a:stretch>
              <a:fillRect/>
            </a:stretch>
          </p:blipFill>
          <p:spPr bwMode="auto">
            <a:xfrm>
              <a:off x="0" y="1600200"/>
              <a:ext cx="9144000" cy="5257800"/>
            </a:xfrm>
            <a:prstGeom prst="rect">
              <a:avLst/>
            </a:prstGeom>
            <a:noFill/>
            <a:ln w="9525">
              <a:noFill/>
              <a:miter lim="800000"/>
              <a:headEnd/>
              <a:tailEnd/>
            </a:ln>
          </p:spPr>
        </p:pic>
        <p:pic>
          <p:nvPicPr>
            <p:cNvPr id="9" name="Picture 8" descr="Overlay-HorizontalBridge.jpg"/>
            <p:cNvPicPr>
              <a:picLocks noChangeAspect="1"/>
            </p:cNvPicPr>
            <p:nvPr userDrawn="1"/>
          </p:nvPicPr>
          <p:blipFill>
            <a:blip r:embed="rId3"/>
            <a:srcRect/>
            <a:stretch>
              <a:fillRect/>
            </a:stretch>
          </p:blipFill>
          <p:spPr bwMode="auto">
            <a:xfrm>
              <a:off x="0" y="1372650"/>
              <a:ext cx="9144000" cy="267891"/>
            </a:xfrm>
            <a:prstGeom prst="rect">
              <a:avLst/>
            </a:prstGeom>
            <a:noFill/>
            <a:ln w="9525">
              <a:noFill/>
              <a:miter lim="800000"/>
              <a:headEnd/>
              <a:tailEnd/>
            </a:ln>
          </p:spPr>
        </p:pic>
      </p:grpSp>
      <p:pic>
        <p:nvPicPr>
          <p:cNvPr id="10" name="Picture 9" descr="Overlay-HorizontalBridge.jpg"/>
          <p:cNvPicPr>
            <a:picLocks noChangeAspect="1"/>
          </p:cNvPicPr>
          <p:nvPr/>
        </p:nvPicPr>
        <p:blipFill>
          <a:blip r:embed="rId3"/>
          <a:srcRect t="23425" r="61031" b="39764"/>
          <a:stretch>
            <a:fillRect/>
          </a:stretch>
        </p:blipFill>
        <p:spPr>
          <a:xfrm>
            <a:off x="4765675" y="2460625"/>
            <a:ext cx="3563938" cy="98425"/>
          </a:xfrm>
          <a:prstGeom prst="rect">
            <a:avLst/>
          </a:prstGeom>
          <a:solidFill>
            <a:schemeClr val="bg2">
              <a:lumMod val="40000"/>
              <a:lumOff val="60000"/>
            </a:schemeClr>
          </a:solidFill>
        </p:spPr>
      </p:pic>
      <p:pic>
        <p:nvPicPr>
          <p:cNvPr id="11" name="Picture 10" descr="Overlay-HorizontalBridge.jpg"/>
          <p:cNvPicPr>
            <a:picLocks noChangeAspect="1"/>
          </p:cNvPicPr>
          <p:nvPr/>
        </p:nvPicPr>
        <p:blipFill>
          <a:blip r:embed="rId3"/>
          <a:srcRect t="23425" r="61031" b="39764"/>
          <a:stretch>
            <a:fillRect/>
          </a:stretch>
        </p:blipFill>
        <p:spPr>
          <a:xfrm>
            <a:off x="779463" y="2460625"/>
            <a:ext cx="3563937" cy="98425"/>
          </a:xfrm>
          <a:prstGeom prst="rect">
            <a:avLst/>
          </a:prstGeom>
          <a:solidFill>
            <a:schemeClr val="bg2">
              <a:lumMod val="40000"/>
              <a:lumOff val="60000"/>
            </a:schemeClr>
          </a:solidFill>
        </p:spPr>
      </p:pic>
      <p:sp>
        <p:nvSpPr>
          <p:cNvPr id="2" name="Title 1"/>
          <p:cNvSpPr>
            <a:spLocks noGrp="1"/>
          </p:cNvSpPr>
          <p:nvPr>
            <p:ph type="title"/>
          </p:nvPr>
        </p:nvSpPr>
        <p:spPr/>
        <p:txBody>
          <a:bodyPr/>
          <a:lstStyle>
            <a:lvl1pPr>
              <a:defRPr/>
            </a:lvl1pPr>
          </a:lstStyle>
          <a:p>
            <a:r>
              <a:rPr lang="en-US" smtClean="0"/>
              <a:t>Click to edit Master title style</a:t>
            </a:r>
            <a:endParaRPr/>
          </a:p>
        </p:txBody>
      </p:sp>
      <p:sp>
        <p:nvSpPr>
          <p:cNvPr id="3" name="Text Placeholder 2"/>
          <p:cNvSpPr>
            <a:spLocks noGrp="1"/>
          </p:cNvSpPr>
          <p:nvPr>
            <p:ph type="body" idx="1"/>
          </p:nvPr>
        </p:nvSpPr>
        <p:spPr>
          <a:xfrm>
            <a:off x="777240" y="1879320"/>
            <a:ext cx="3566160" cy="639762"/>
          </a:xfrm>
        </p:spPr>
        <p:txBody>
          <a:bodyPr anchor="b">
            <a:noAutofit/>
          </a:bodyPr>
          <a:lstStyle>
            <a:lvl1pPr marL="0" indent="0" algn="ctr">
              <a:spcBef>
                <a:spcPts val="0"/>
              </a:spcBef>
              <a:buNone/>
              <a:defRPr sz="2800" b="0">
                <a:solidFill>
                  <a:schemeClr val="tx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777240" y="2590799"/>
            <a:ext cx="3566160" cy="3487739"/>
          </a:xfrm>
        </p:spPr>
        <p:txBody>
          <a:bodyPr>
            <a:normAutofit/>
          </a:bodyPr>
          <a:lstStyle>
            <a:lvl1pPr>
              <a:defRPr sz="2200"/>
            </a:lvl1pPr>
            <a:lvl2pPr>
              <a:defRPr sz="2000"/>
            </a:lvl2pPr>
            <a:lvl3pPr>
              <a:defRPr sz="1800"/>
            </a:lvl3pPr>
            <a:lvl4pPr>
              <a:defRPr sz="1800"/>
            </a:lvl4pPr>
            <a:lvl5pPr>
              <a:defRPr sz="18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a:p>
        </p:txBody>
      </p:sp>
      <p:sp>
        <p:nvSpPr>
          <p:cNvPr id="5" name="Text Placeholder 4"/>
          <p:cNvSpPr>
            <a:spLocks noGrp="1"/>
          </p:cNvSpPr>
          <p:nvPr>
            <p:ph type="body" sz="quarter" idx="3"/>
          </p:nvPr>
        </p:nvSpPr>
        <p:spPr>
          <a:xfrm>
            <a:off x="4766048" y="1879320"/>
            <a:ext cx="3566160" cy="639762"/>
          </a:xfrm>
        </p:spPr>
        <p:txBody>
          <a:bodyPr anchor="b">
            <a:noAutofit/>
          </a:bodyPr>
          <a:lstStyle>
            <a:lvl1pPr marL="0" indent="0" algn="ctr">
              <a:spcBef>
                <a:spcPts val="0"/>
              </a:spcBef>
              <a:buNone/>
              <a:defRPr sz="2800" b="0">
                <a:solidFill>
                  <a:schemeClr val="tx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766048" y="2590799"/>
            <a:ext cx="3566160" cy="3487739"/>
          </a:xfrm>
        </p:spPr>
        <p:txBody>
          <a:bodyPr>
            <a:normAutofit/>
          </a:bodyPr>
          <a:lstStyle>
            <a:lvl1pPr>
              <a:defRPr sz="2200"/>
            </a:lvl1pPr>
            <a:lvl2pPr>
              <a:defRPr sz="2000"/>
            </a:lvl2pPr>
            <a:lvl3pPr>
              <a:defRPr sz="1800"/>
            </a:lvl3pPr>
            <a:lvl4pPr>
              <a:defRPr sz="1800"/>
            </a:lvl4pPr>
            <a:lvl5pPr>
              <a:defRPr sz="18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a:p>
        </p:txBody>
      </p:sp>
      <p:sp>
        <p:nvSpPr>
          <p:cNvPr id="12" name="Date Placeholder 6"/>
          <p:cNvSpPr>
            <a:spLocks noGrp="1"/>
          </p:cNvSpPr>
          <p:nvPr>
            <p:ph type="dt" sz="half" idx="10"/>
          </p:nvPr>
        </p:nvSpPr>
        <p:spPr/>
        <p:txBody>
          <a:bodyPr/>
          <a:lstStyle>
            <a:lvl1pPr>
              <a:defRPr/>
            </a:lvl1pPr>
          </a:lstStyle>
          <a:p>
            <a:pPr>
              <a:defRPr/>
            </a:pPr>
            <a:endParaRPr lang="en-US" dirty="0"/>
          </a:p>
        </p:txBody>
      </p:sp>
      <p:sp>
        <p:nvSpPr>
          <p:cNvPr id="13" name="Footer Placeholder 7"/>
          <p:cNvSpPr>
            <a:spLocks noGrp="1"/>
          </p:cNvSpPr>
          <p:nvPr>
            <p:ph type="ftr" sz="quarter" idx="11"/>
          </p:nvPr>
        </p:nvSpPr>
        <p:spPr/>
        <p:txBody>
          <a:bodyPr/>
          <a:lstStyle>
            <a:lvl1pPr>
              <a:defRPr/>
            </a:lvl1pPr>
          </a:lstStyle>
          <a:p>
            <a:pPr>
              <a:defRPr/>
            </a:pPr>
            <a:r>
              <a:rPr lang="en-US" smtClean="0"/>
              <a:t>© 2017 Pearson Education, Inc., Hoboken, NJ. All rights reserved.  </a:t>
            </a:r>
            <a:endParaRPr lang="en-US" dirty="0"/>
          </a:p>
        </p:txBody>
      </p:sp>
      <p:sp>
        <p:nvSpPr>
          <p:cNvPr id="14" name="Slide Number Placeholder 8"/>
          <p:cNvSpPr>
            <a:spLocks noGrp="1"/>
          </p:cNvSpPr>
          <p:nvPr>
            <p:ph type="sldNum" sz="quarter" idx="12"/>
          </p:nvPr>
        </p:nvSpPr>
        <p:spPr/>
        <p:txBody>
          <a:bodyPr/>
          <a:lstStyle>
            <a:lvl1pPr>
              <a:defRPr/>
            </a:lvl1pPr>
          </a:lstStyle>
          <a:p>
            <a:pPr>
              <a:defRPr/>
            </a:pPr>
            <a:fld id="{EC751168-E824-D04D-83FF-C98F1CA65931}" type="slidenum">
              <a:rPr lang="en-US"/>
              <a:pPr>
                <a:defRPr/>
              </a:pPr>
              <a:t>‹#›</a:t>
            </a:fld>
            <a:endParaRPr lang="en-US" dirty="0"/>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type="titleOnly" preserve="1">
  <p:cSld name="Title Only">
    <p:spTree>
      <p:nvGrpSpPr>
        <p:cNvPr id="1" name=""/>
        <p:cNvGrpSpPr/>
        <p:nvPr/>
      </p:nvGrpSpPr>
      <p:grpSpPr>
        <a:xfrm>
          <a:off x="0" y="0"/>
          <a:ext cx="0" cy="0"/>
          <a:chOff x="0" y="0"/>
          <a:chExt cx="0" cy="0"/>
        </a:xfrm>
      </p:grpSpPr>
      <p:grpSp>
        <p:nvGrpSpPr>
          <p:cNvPr id="3" name="Group 6"/>
          <p:cNvGrpSpPr>
            <a:grpSpLocks/>
          </p:cNvGrpSpPr>
          <p:nvPr/>
        </p:nvGrpSpPr>
        <p:grpSpPr bwMode="auto">
          <a:xfrm>
            <a:off x="0" y="1373188"/>
            <a:ext cx="9144000" cy="5484812"/>
            <a:chOff x="0" y="1372650"/>
            <a:chExt cx="9144000" cy="5485350"/>
          </a:xfrm>
        </p:grpSpPr>
        <p:pic>
          <p:nvPicPr>
            <p:cNvPr id="4" name="Picture 7" descr="Overlay-Blank.jpg"/>
            <p:cNvPicPr>
              <a:picLocks noChangeAspect="1"/>
            </p:cNvPicPr>
            <p:nvPr userDrawn="1"/>
          </p:nvPicPr>
          <p:blipFill>
            <a:blip r:embed="rId2"/>
            <a:srcRect t="23334"/>
            <a:stretch>
              <a:fillRect/>
            </a:stretch>
          </p:blipFill>
          <p:spPr bwMode="auto">
            <a:xfrm>
              <a:off x="0" y="1600200"/>
              <a:ext cx="9144000" cy="5257800"/>
            </a:xfrm>
            <a:prstGeom prst="rect">
              <a:avLst/>
            </a:prstGeom>
            <a:noFill/>
            <a:ln w="9525">
              <a:noFill/>
              <a:miter lim="800000"/>
              <a:headEnd/>
              <a:tailEnd/>
            </a:ln>
          </p:spPr>
        </p:pic>
        <p:pic>
          <p:nvPicPr>
            <p:cNvPr id="5" name="Picture 8" descr="Overlay-HorizontalBridge.jpg"/>
            <p:cNvPicPr>
              <a:picLocks noChangeAspect="1"/>
            </p:cNvPicPr>
            <p:nvPr userDrawn="1"/>
          </p:nvPicPr>
          <p:blipFill>
            <a:blip r:embed="rId3"/>
            <a:srcRect/>
            <a:stretch>
              <a:fillRect/>
            </a:stretch>
          </p:blipFill>
          <p:spPr bwMode="auto">
            <a:xfrm>
              <a:off x="0" y="1372650"/>
              <a:ext cx="9144000" cy="267891"/>
            </a:xfrm>
            <a:prstGeom prst="rect">
              <a:avLst/>
            </a:prstGeom>
            <a:noFill/>
            <a:ln w="9525">
              <a:noFill/>
              <a:miter lim="800000"/>
              <a:headEnd/>
              <a:tailEnd/>
            </a:ln>
          </p:spPr>
        </p:pic>
      </p:grpSp>
      <p:sp>
        <p:nvSpPr>
          <p:cNvPr id="2" name="Title 1"/>
          <p:cNvSpPr>
            <a:spLocks noGrp="1"/>
          </p:cNvSpPr>
          <p:nvPr>
            <p:ph type="title"/>
          </p:nvPr>
        </p:nvSpPr>
        <p:spPr/>
        <p:txBody>
          <a:bodyPr/>
          <a:lstStyle/>
          <a:p>
            <a:r>
              <a:rPr lang="en-US" smtClean="0"/>
              <a:t>Click to edit Master title style</a:t>
            </a:r>
            <a:endParaRPr/>
          </a:p>
        </p:txBody>
      </p:sp>
      <p:sp>
        <p:nvSpPr>
          <p:cNvPr id="6" name="Date Placeholder 2"/>
          <p:cNvSpPr>
            <a:spLocks noGrp="1"/>
          </p:cNvSpPr>
          <p:nvPr>
            <p:ph type="dt" sz="half" idx="10"/>
          </p:nvPr>
        </p:nvSpPr>
        <p:spPr/>
        <p:txBody>
          <a:bodyPr/>
          <a:lstStyle>
            <a:lvl1pPr>
              <a:defRPr/>
            </a:lvl1pPr>
          </a:lstStyle>
          <a:p>
            <a:pPr>
              <a:defRPr/>
            </a:pPr>
            <a:endParaRPr lang="en-US" dirty="0"/>
          </a:p>
        </p:txBody>
      </p:sp>
      <p:sp>
        <p:nvSpPr>
          <p:cNvPr id="7" name="Footer Placeholder 3"/>
          <p:cNvSpPr>
            <a:spLocks noGrp="1"/>
          </p:cNvSpPr>
          <p:nvPr>
            <p:ph type="ftr" sz="quarter" idx="11"/>
          </p:nvPr>
        </p:nvSpPr>
        <p:spPr/>
        <p:txBody>
          <a:bodyPr/>
          <a:lstStyle>
            <a:lvl1pPr>
              <a:defRPr/>
            </a:lvl1pPr>
          </a:lstStyle>
          <a:p>
            <a:pPr>
              <a:defRPr/>
            </a:pPr>
            <a:r>
              <a:rPr lang="en-US" smtClean="0"/>
              <a:t>© 2017 Pearson Education, Inc., Hoboken, NJ. All rights reserved.  </a:t>
            </a:r>
            <a:endParaRPr lang="en-US" dirty="0"/>
          </a:p>
        </p:txBody>
      </p:sp>
      <p:sp>
        <p:nvSpPr>
          <p:cNvPr id="8" name="Slide Number Placeholder 4"/>
          <p:cNvSpPr>
            <a:spLocks noGrp="1"/>
          </p:cNvSpPr>
          <p:nvPr>
            <p:ph type="sldNum" sz="quarter" idx="12"/>
          </p:nvPr>
        </p:nvSpPr>
        <p:spPr/>
        <p:txBody>
          <a:bodyPr/>
          <a:lstStyle>
            <a:lvl1pPr>
              <a:defRPr/>
            </a:lvl1pPr>
          </a:lstStyle>
          <a:p>
            <a:pPr>
              <a:defRPr/>
            </a:pPr>
            <a:fld id="{0130744C-4E5E-B44F-858E-4DFAADC16921}" type="slidenum">
              <a:rPr lang="en-US"/>
              <a:pPr>
                <a:defRPr/>
              </a:pPr>
              <a:t>‹#›</a:t>
            </a:fld>
            <a:endParaRPr lang="en-US" dirty="0"/>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type="blank" preserve="1">
  <p:cSld name="Blank">
    <p:spTree>
      <p:nvGrpSpPr>
        <p:cNvPr id="1" name=""/>
        <p:cNvGrpSpPr/>
        <p:nvPr/>
      </p:nvGrpSpPr>
      <p:grpSpPr>
        <a:xfrm>
          <a:off x="0" y="0"/>
          <a:ext cx="0" cy="0"/>
          <a:chOff x="0" y="0"/>
          <a:chExt cx="0" cy="0"/>
        </a:xfrm>
      </p:grpSpPr>
      <p:pic>
        <p:nvPicPr>
          <p:cNvPr id="2" name="Picture 6" descr="Overlay-Blank.jpg"/>
          <p:cNvPicPr>
            <a:picLocks noChangeAspect="1"/>
          </p:cNvPicPr>
          <p:nvPr/>
        </p:nvPicPr>
        <p:blipFill>
          <a:blip r:embed="rId2"/>
          <a:srcRect/>
          <a:stretch>
            <a:fillRect/>
          </a:stretch>
        </p:blipFill>
        <p:spPr bwMode="auto">
          <a:xfrm>
            <a:off x="0" y="0"/>
            <a:ext cx="9144000" cy="6858000"/>
          </a:xfrm>
          <a:prstGeom prst="rect">
            <a:avLst/>
          </a:prstGeom>
          <a:noFill/>
          <a:ln w="9525">
            <a:noFill/>
            <a:miter lim="800000"/>
            <a:headEnd/>
            <a:tailEnd/>
          </a:ln>
        </p:spPr>
      </p:pic>
      <p:sp>
        <p:nvSpPr>
          <p:cNvPr id="3" name="Date Placeholder 1"/>
          <p:cNvSpPr>
            <a:spLocks noGrp="1"/>
          </p:cNvSpPr>
          <p:nvPr>
            <p:ph type="dt" sz="half" idx="10"/>
          </p:nvPr>
        </p:nvSpPr>
        <p:spPr/>
        <p:txBody>
          <a:bodyPr/>
          <a:lstStyle>
            <a:lvl1pPr>
              <a:defRPr/>
            </a:lvl1pPr>
          </a:lstStyle>
          <a:p>
            <a:pPr>
              <a:defRPr/>
            </a:pPr>
            <a:endParaRPr lang="en-US" dirty="0"/>
          </a:p>
        </p:txBody>
      </p:sp>
      <p:sp>
        <p:nvSpPr>
          <p:cNvPr id="4" name="Footer Placeholder 2"/>
          <p:cNvSpPr>
            <a:spLocks noGrp="1"/>
          </p:cNvSpPr>
          <p:nvPr>
            <p:ph type="ftr" sz="quarter" idx="11"/>
          </p:nvPr>
        </p:nvSpPr>
        <p:spPr/>
        <p:txBody>
          <a:bodyPr/>
          <a:lstStyle>
            <a:lvl1pPr>
              <a:defRPr/>
            </a:lvl1pPr>
          </a:lstStyle>
          <a:p>
            <a:pPr>
              <a:defRPr/>
            </a:pPr>
            <a:r>
              <a:rPr lang="en-US" smtClean="0"/>
              <a:t>© 2017 Pearson Education, Inc., Hoboken, NJ. All rights reserved.  </a:t>
            </a:r>
            <a:endParaRPr lang="en-US" dirty="0"/>
          </a:p>
        </p:txBody>
      </p:sp>
      <p:sp>
        <p:nvSpPr>
          <p:cNvPr id="5" name="Slide Number Placeholder 3"/>
          <p:cNvSpPr>
            <a:spLocks noGrp="1"/>
          </p:cNvSpPr>
          <p:nvPr>
            <p:ph type="sldNum" sz="quarter" idx="12"/>
          </p:nvPr>
        </p:nvSpPr>
        <p:spPr/>
        <p:txBody>
          <a:bodyPr/>
          <a:lstStyle>
            <a:lvl1pPr>
              <a:defRPr/>
            </a:lvl1pPr>
          </a:lstStyle>
          <a:p>
            <a:pPr>
              <a:defRPr/>
            </a:pPr>
            <a:fld id="{F850C4C7-E6BB-984E-935A-7BAFFF217E53}" type="slidenum">
              <a:rPr lang="en-US"/>
              <a:pPr>
                <a:defRPr/>
              </a:pPr>
              <a:t>‹#›</a:t>
            </a:fld>
            <a:endParaRPr lang="en-US" dirty="0"/>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type="objTx" preserve="1">
  <p:cSld name="Content with Caption">
    <p:spTree>
      <p:nvGrpSpPr>
        <p:cNvPr id="1" name=""/>
        <p:cNvGrpSpPr/>
        <p:nvPr/>
      </p:nvGrpSpPr>
      <p:grpSpPr>
        <a:xfrm>
          <a:off x="0" y="0"/>
          <a:ext cx="0" cy="0"/>
          <a:chOff x="0" y="0"/>
          <a:chExt cx="0" cy="0"/>
        </a:xfrm>
      </p:grpSpPr>
      <p:grpSp>
        <p:nvGrpSpPr>
          <p:cNvPr id="5" name="Group 11"/>
          <p:cNvGrpSpPr>
            <a:grpSpLocks/>
          </p:cNvGrpSpPr>
          <p:nvPr/>
        </p:nvGrpSpPr>
        <p:grpSpPr bwMode="auto">
          <a:xfrm>
            <a:off x="4267200" y="0"/>
            <a:ext cx="4876800" cy="6858000"/>
            <a:chOff x="4267200" y="0"/>
            <a:chExt cx="4876800" cy="6858000"/>
          </a:xfrm>
        </p:grpSpPr>
        <p:pic>
          <p:nvPicPr>
            <p:cNvPr id="6" name="Picture 7" descr="Overlay-Blank.jpg"/>
            <p:cNvPicPr>
              <a:picLocks noChangeAspect="1"/>
            </p:cNvPicPr>
            <p:nvPr userDrawn="1"/>
          </p:nvPicPr>
          <p:blipFill>
            <a:blip r:embed="rId2"/>
            <a:srcRect l="4301" r="46875"/>
            <a:stretch>
              <a:fillRect/>
            </a:stretch>
          </p:blipFill>
          <p:spPr bwMode="auto">
            <a:xfrm>
              <a:off x="4495800" y="0"/>
              <a:ext cx="4648200" cy="6858000"/>
            </a:xfrm>
            <a:prstGeom prst="rect">
              <a:avLst/>
            </a:prstGeom>
            <a:noFill/>
            <a:ln w="9525">
              <a:noFill/>
              <a:miter lim="800000"/>
              <a:headEnd/>
              <a:tailEnd/>
            </a:ln>
          </p:spPr>
        </p:pic>
        <p:pic>
          <p:nvPicPr>
            <p:cNvPr id="7" name="Picture 8" descr="Overlay-VerticalBridge.jpg"/>
            <p:cNvPicPr>
              <a:picLocks noChangeAspect="1"/>
            </p:cNvPicPr>
            <p:nvPr userDrawn="1"/>
          </p:nvPicPr>
          <p:blipFill>
            <a:blip r:embed="rId3"/>
            <a:srcRect/>
            <a:stretch>
              <a:fillRect/>
            </a:stretch>
          </p:blipFill>
          <p:spPr bwMode="auto">
            <a:xfrm flipH="1">
              <a:off x="4267200" y="0"/>
              <a:ext cx="267891" cy="6858000"/>
            </a:xfrm>
            <a:prstGeom prst="rect">
              <a:avLst/>
            </a:prstGeom>
            <a:noFill/>
            <a:ln w="9525">
              <a:noFill/>
              <a:miter lim="800000"/>
              <a:headEnd/>
              <a:tailEnd/>
            </a:ln>
          </p:spPr>
        </p:pic>
      </p:grpSp>
      <p:sp>
        <p:nvSpPr>
          <p:cNvPr id="2" name="Title 1"/>
          <p:cNvSpPr>
            <a:spLocks noGrp="1"/>
          </p:cNvSpPr>
          <p:nvPr>
            <p:ph type="title"/>
          </p:nvPr>
        </p:nvSpPr>
        <p:spPr>
          <a:xfrm>
            <a:off x="381000" y="609600"/>
            <a:ext cx="3612776" cy="1537447"/>
          </a:xfrm>
        </p:spPr>
        <p:txBody>
          <a:bodyPr anchor="b"/>
          <a:lstStyle>
            <a:lvl1pPr algn="ctr">
              <a:lnSpc>
                <a:spcPct val="100000"/>
              </a:lnSpc>
              <a:defRPr sz="3600" b="0"/>
            </a:lvl1pPr>
          </a:lstStyle>
          <a:p>
            <a:r>
              <a:rPr lang="en-US" smtClean="0"/>
              <a:t>Click to edit Master title style</a:t>
            </a:r>
            <a:endParaRPr/>
          </a:p>
        </p:txBody>
      </p:sp>
      <p:sp>
        <p:nvSpPr>
          <p:cNvPr id="3" name="Content Placeholder 2"/>
          <p:cNvSpPr>
            <a:spLocks noGrp="1"/>
          </p:cNvSpPr>
          <p:nvPr>
            <p:ph idx="1"/>
          </p:nvPr>
        </p:nvSpPr>
        <p:spPr>
          <a:xfrm>
            <a:off x="4885859" y="381001"/>
            <a:ext cx="3813174" cy="5697537"/>
          </a:xfrm>
        </p:spPr>
        <p:txBody>
          <a:bodyPr>
            <a:normAutofit/>
          </a:bodyPr>
          <a:lstStyle>
            <a:lvl1pPr>
              <a:defRPr sz="2400" b="0"/>
            </a:lvl1pPr>
            <a:lvl2pPr>
              <a:defRPr sz="2200" b="0"/>
            </a:lvl2pPr>
            <a:lvl3pPr>
              <a:defRPr sz="2000" b="0"/>
            </a:lvl3pPr>
            <a:lvl4pPr>
              <a:defRPr sz="1800" b="0"/>
            </a:lvl4pPr>
            <a:lvl5pPr>
              <a:defRPr sz="1800" b="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a:p>
        </p:txBody>
      </p:sp>
      <p:sp>
        <p:nvSpPr>
          <p:cNvPr id="4" name="Text Placeholder 3"/>
          <p:cNvSpPr>
            <a:spLocks noGrp="1"/>
          </p:cNvSpPr>
          <p:nvPr>
            <p:ph type="body" sz="half" idx="2"/>
          </p:nvPr>
        </p:nvSpPr>
        <p:spPr>
          <a:xfrm>
            <a:off x="381000" y="2209801"/>
            <a:ext cx="3612776" cy="3200400"/>
          </a:xfrm>
        </p:spPr>
        <p:txBody>
          <a:bodyPr>
            <a:normAutofit/>
          </a:bodyPr>
          <a:lstStyle>
            <a:lvl1pPr marL="0" indent="0" algn="ctr">
              <a:buNone/>
              <a:defRPr sz="1800" b="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8" name="Date Placeholder 4"/>
          <p:cNvSpPr>
            <a:spLocks noGrp="1"/>
          </p:cNvSpPr>
          <p:nvPr>
            <p:ph type="dt" sz="half" idx="10"/>
          </p:nvPr>
        </p:nvSpPr>
        <p:spPr/>
        <p:txBody>
          <a:bodyPr/>
          <a:lstStyle>
            <a:lvl1pPr>
              <a:defRPr/>
            </a:lvl1pPr>
          </a:lstStyle>
          <a:p>
            <a:pPr>
              <a:defRPr/>
            </a:pPr>
            <a:endParaRPr lang="en-US" dirty="0"/>
          </a:p>
        </p:txBody>
      </p:sp>
      <p:sp>
        <p:nvSpPr>
          <p:cNvPr id="9" name="Footer Placeholder 5"/>
          <p:cNvSpPr>
            <a:spLocks noGrp="1"/>
          </p:cNvSpPr>
          <p:nvPr>
            <p:ph type="ftr" sz="quarter" idx="11"/>
          </p:nvPr>
        </p:nvSpPr>
        <p:spPr/>
        <p:txBody>
          <a:bodyPr/>
          <a:lstStyle>
            <a:lvl1pPr>
              <a:defRPr dirty="0">
                <a:solidFill>
                  <a:schemeClr val="tx2"/>
                </a:solidFill>
              </a:defRPr>
            </a:lvl1pPr>
          </a:lstStyle>
          <a:p>
            <a:pPr>
              <a:defRPr/>
            </a:pPr>
            <a:r>
              <a:rPr lang="en-US" smtClean="0"/>
              <a:t>© 2017 Pearson Education, Inc., Hoboken, NJ. All rights reserved.  </a:t>
            </a:r>
            <a:endParaRPr lang="en-US" dirty="0"/>
          </a:p>
        </p:txBody>
      </p:sp>
      <p:sp>
        <p:nvSpPr>
          <p:cNvPr id="10" name="Slide Number Placeholder 6"/>
          <p:cNvSpPr>
            <a:spLocks noGrp="1"/>
          </p:cNvSpPr>
          <p:nvPr>
            <p:ph type="sldNum" sz="quarter" idx="12"/>
          </p:nvPr>
        </p:nvSpPr>
        <p:spPr/>
        <p:txBody>
          <a:bodyPr/>
          <a:lstStyle>
            <a:lvl1pPr algn="ctr">
              <a:defRPr smtClean="0">
                <a:solidFill>
                  <a:schemeClr val="tx2">
                    <a:lumMod val="40000"/>
                    <a:lumOff val="60000"/>
                  </a:schemeClr>
                </a:solidFill>
              </a:defRPr>
            </a:lvl1pPr>
          </a:lstStyle>
          <a:p>
            <a:pPr>
              <a:defRPr/>
            </a:pPr>
            <a:fld id="{F471B74E-94C9-3A46-BDDD-4A5C29C0C525}" type="slidenum">
              <a:rPr lang="en-US"/>
              <a:pPr>
                <a:defRPr/>
              </a:pPr>
              <a:t>‹#›</a:t>
            </a:fld>
            <a:endParaRPr lang="en-US" dirty="0"/>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type="picTx" preserve="1">
  <p:cSld name="Picture with Caption">
    <p:spTree>
      <p:nvGrpSpPr>
        <p:cNvPr id="1" name=""/>
        <p:cNvGrpSpPr/>
        <p:nvPr/>
      </p:nvGrpSpPr>
      <p:grpSpPr>
        <a:xfrm>
          <a:off x="0" y="0"/>
          <a:ext cx="0" cy="0"/>
          <a:chOff x="0" y="0"/>
          <a:chExt cx="0" cy="0"/>
        </a:xfrm>
      </p:grpSpPr>
      <p:pic>
        <p:nvPicPr>
          <p:cNvPr id="5" name="Picture 6" descr="Overlay-Blank.jpg"/>
          <p:cNvPicPr>
            <a:picLocks noChangeAspect="1"/>
          </p:cNvPicPr>
          <p:nvPr/>
        </p:nvPicPr>
        <p:blipFill>
          <a:blip r:embed="rId2"/>
          <a:srcRect/>
          <a:stretch>
            <a:fillRect/>
          </a:stretch>
        </p:blipFill>
        <p:spPr bwMode="auto">
          <a:xfrm>
            <a:off x="0" y="0"/>
            <a:ext cx="9144000" cy="6858000"/>
          </a:xfrm>
          <a:prstGeom prst="rect">
            <a:avLst/>
          </a:prstGeom>
          <a:noFill/>
          <a:ln w="9525">
            <a:noFill/>
            <a:miter lim="800000"/>
            <a:headEnd/>
            <a:tailEnd/>
          </a:ln>
        </p:spPr>
      </p:pic>
      <p:sp>
        <p:nvSpPr>
          <p:cNvPr id="2" name="Title 1"/>
          <p:cNvSpPr>
            <a:spLocks noGrp="1"/>
          </p:cNvSpPr>
          <p:nvPr>
            <p:ph type="title"/>
          </p:nvPr>
        </p:nvSpPr>
        <p:spPr>
          <a:xfrm>
            <a:off x="381000" y="609600"/>
            <a:ext cx="3612822" cy="1536192"/>
          </a:xfrm>
        </p:spPr>
        <p:txBody>
          <a:bodyPr rtlCol="0" anchor="b">
            <a:noAutofit/>
          </a:bodyPr>
          <a:lstStyle>
            <a:lvl1pPr algn="ctr" defTabSz="914400" rtl="0" eaLnBrk="1" latinLnBrk="0" hangingPunct="1">
              <a:lnSpc>
                <a:spcPct val="100000"/>
              </a:lnSpc>
              <a:spcBef>
                <a:spcPct val="0"/>
              </a:spcBef>
              <a:buNone/>
              <a:defRPr sz="3600" b="0" kern="1200">
                <a:solidFill>
                  <a:schemeClr val="tx2"/>
                </a:solidFill>
                <a:latin typeface="+mn-lt"/>
                <a:ea typeface="+mj-ea"/>
                <a:cs typeface="+mj-cs"/>
              </a:defRPr>
            </a:lvl1pPr>
          </a:lstStyle>
          <a:p>
            <a:r>
              <a:rPr lang="en-US" smtClean="0"/>
              <a:t>Click to edit Master title style</a:t>
            </a:r>
            <a:endParaRPr/>
          </a:p>
        </p:txBody>
      </p:sp>
      <p:sp>
        <p:nvSpPr>
          <p:cNvPr id="3" name="Picture Placeholder 2"/>
          <p:cNvSpPr>
            <a:spLocks noGrp="1"/>
          </p:cNvSpPr>
          <p:nvPr>
            <p:ph type="pic" idx="1"/>
          </p:nvPr>
        </p:nvSpPr>
        <p:spPr>
          <a:xfrm>
            <a:off x="4873625" y="381000"/>
            <a:ext cx="3813175" cy="5697538"/>
          </a:xfrm>
          <a:solidFill>
            <a:schemeClr val="bg1">
              <a:lumMod val="85000"/>
            </a:schemeClr>
          </a:solidFill>
          <a:ln w="101600">
            <a:solidFill>
              <a:schemeClr val="accent1">
                <a:lumMod val="40000"/>
                <a:lumOff val="60000"/>
                <a:alpha val="40000"/>
              </a:schemeClr>
            </a:solidFill>
            <a:miter lim="800000"/>
          </a:ln>
          <a:effectLst>
            <a:innerShdw blurRad="457200">
              <a:schemeClr val="accent1">
                <a:alpha val="80000"/>
              </a:schemeClr>
            </a:innerShdw>
            <a:softEdge rad="31750"/>
          </a:effectLst>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dirty="0" smtClean="0"/>
              <a:t>Click icon to add picture</a:t>
            </a:r>
            <a:endParaRPr noProof="0" dirty="0"/>
          </a:p>
        </p:txBody>
      </p:sp>
      <p:sp>
        <p:nvSpPr>
          <p:cNvPr id="4" name="Text Placeholder 3"/>
          <p:cNvSpPr>
            <a:spLocks noGrp="1"/>
          </p:cNvSpPr>
          <p:nvPr>
            <p:ph type="body" sz="half" idx="2"/>
          </p:nvPr>
        </p:nvSpPr>
        <p:spPr>
          <a:xfrm>
            <a:off x="379984" y="2209799"/>
            <a:ext cx="3613792" cy="3222625"/>
          </a:xfrm>
        </p:spPr>
        <p:txBody>
          <a:bodyPr rtlCol="0">
            <a:normAutofit/>
          </a:bodyPr>
          <a:lstStyle>
            <a:lvl1pPr marL="0" indent="0" algn="ctr">
              <a:buNone/>
              <a:defRPr sz="1800" b="0" kern="1200">
                <a:solidFill>
                  <a:schemeClr val="tx2"/>
                </a:solidFill>
                <a:latin typeface="+mn-lt"/>
                <a:ea typeface="+mn-ea"/>
                <a:cs typeface="+mn-cs"/>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6" name="Date Placeholder 4"/>
          <p:cNvSpPr>
            <a:spLocks noGrp="1"/>
          </p:cNvSpPr>
          <p:nvPr>
            <p:ph type="dt" sz="half" idx="10"/>
          </p:nvPr>
        </p:nvSpPr>
        <p:spPr/>
        <p:txBody>
          <a:bodyPr/>
          <a:lstStyle>
            <a:lvl1pPr>
              <a:defRPr/>
            </a:lvl1pPr>
          </a:lstStyle>
          <a:p>
            <a:pPr>
              <a:defRPr/>
            </a:pPr>
            <a:endParaRPr lang="en-US" dirty="0"/>
          </a:p>
        </p:txBody>
      </p:sp>
      <p:sp>
        <p:nvSpPr>
          <p:cNvPr id="7" name="Footer Placeholder 5"/>
          <p:cNvSpPr>
            <a:spLocks noGrp="1"/>
          </p:cNvSpPr>
          <p:nvPr>
            <p:ph type="ftr" sz="quarter" idx="11"/>
          </p:nvPr>
        </p:nvSpPr>
        <p:spPr/>
        <p:txBody>
          <a:bodyPr/>
          <a:lstStyle>
            <a:lvl1pPr>
              <a:defRPr/>
            </a:lvl1pPr>
          </a:lstStyle>
          <a:p>
            <a:pPr>
              <a:defRPr/>
            </a:pPr>
            <a:r>
              <a:rPr lang="en-US" smtClean="0"/>
              <a:t>© 2017 Pearson Education, Inc., Hoboken, NJ. All rights reserved.  </a:t>
            </a:r>
            <a:endParaRPr lang="en-US" dirty="0"/>
          </a:p>
        </p:txBody>
      </p:sp>
      <p:sp>
        <p:nvSpPr>
          <p:cNvPr id="8" name="Slide Number Placeholder 6"/>
          <p:cNvSpPr>
            <a:spLocks noGrp="1"/>
          </p:cNvSpPr>
          <p:nvPr>
            <p:ph type="sldNum" sz="quarter" idx="12"/>
          </p:nvPr>
        </p:nvSpPr>
        <p:spPr/>
        <p:txBody>
          <a:bodyPr/>
          <a:lstStyle>
            <a:lvl1pPr>
              <a:defRPr/>
            </a:lvl1pPr>
          </a:lstStyle>
          <a:p>
            <a:pPr>
              <a:defRPr/>
            </a:pPr>
            <a:fld id="{3DEC72D9-0234-0849-A78E-7C9F74E65B53}" type="slidenum">
              <a:rPr lang="en-US"/>
              <a:pPr>
                <a:defRPr/>
              </a:pPr>
              <a:t>‹#›</a:t>
            </a:fld>
            <a:endParaRPr lang="en-US" dirty="0"/>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type="picTx" preserve="1">
  <p:cSld name="Picture with Caption, Alt.">
    <p:spTree>
      <p:nvGrpSpPr>
        <p:cNvPr id="1" name=""/>
        <p:cNvGrpSpPr/>
        <p:nvPr/>
      </p:nvGrpSpPr>
      <p:grpSpPr>
        <a:xfrm>
          <a:off x="0" y="0"/>
          <a:ext cx="0" cy="0"/>
          <a:chOff x="0" y="0"/>
          <a:chExt cx="0" cy="0"/>
        </a:xfrm>
      </p:grpSpPr>
      <p:grpSp>
        <p:nvGrpSpPr>
          <p:cNvPr id="5" name="Group 8"/>
          <p:cNvGrpSpPr>
            <a:grpSpLocks/>
          </p:cNvGrpSpPr>
          <p:nvPr/>
        </p:nvGrpSpPr>
        <p:grpSpPr bwMode="auto">
          <a:xfrm>
            <a:off x="4267200" y="0"/>
            <a:ext cx="4876800" cy="6858000"/>
            <a:chOff x="4267200" y="0"/>
            <a:chExt cx="4876800" cy="6858000"/>
          </a:xfrm>
        </p:grpSpPr>
        <p:pic>
          <p:nvPicPr>
            <p:cNvPr id="6" name="Picture 7" descr="Overlay-Blank.jpg"/>
            <p:cNvPicPr>
              <a:picLocks noChangeAspect="1"/>
            </p:cNvPicPr>
            <p:nvPr userDrawn="1"/>
          </p:nvPicPr>
          <p:blipFill>
            <a:blip r:embed="rId2"/>
            <a:srcRect l="4301" r="46875"/>
            <a:stretch>
              <a:fillRect/>
            </a:stretch>
          </p:blipFill>
          <p:spPr bwMode="auto">
            <a:xfrm>
              <a:off x="4495800" y="0"/>
              <a:ext cx="4648200" cy="6858000"/>
            </a:xfrm>
            <a:prstGeom prst="rect">
              <a:avLst/>
            </a:prstGeom>
            <a:noFill/>
            <a:ln w="9525">
              <a:noFill/>
              <a:miter lim="800000"/>
              <a:headEnd/>
              <a:tailEnd/>
            </a:ln>
          </p:spPr>
        </p:pic>
        <p:pic>
          <p:nvPicPr>
            <p:cNvPr id="7" name="Picture 8" descr="Overlay-VerticalBridge.jpg"/>
            <p:cNvPicPr>
              <a:picLocks noChangeAspect="1"/>
            </p:cNvPicPr>
            <p:nvPr userDrawn="1"/>
          </p:nvPicPr>
          <p:blipFill>
            <a:blip r:embed="rId3"/>
            <a:srcRect/>
            <a:stretch>
              <a:fillRect/>
            </a:stretch>
          </p:blipFill>
          <p:spPr bwMode="auto">
            <a:xfrm flipH="1">
              <a:off x="4267200" y="0"/>
              <a:ext cx="267891" cy="6858000"/>
            </a:xfrm>
            <a:prstGeom prst="rect">
              <a:avLst/>
            </a:prstGeom>
            <a:noFill/>
            <a:ln w="9525">
              <a:noFill/>
              <a:miter lim="800000"/>
              <a:headEnd/>
              <a:tailEnd/>
            </a:ln>
          </p:spPr>
        </p:pic>
      </p:grpSp>
      <p:sp>
        <p:nvSpPr>
          <p:cNvPr id="2" name="Title 1"/>
          <p:cNvSpPr>
            <a:spLocks noGrp="1"/>
          </p:cNvSpPr>
          <p:nvPr>
            <p:ph type="title"/>
          </p:nvPr>
        </p:nvSpPr>
        <p:spPr>
          <a:xfrm>
            <a:off x="381000" y="609600"/>
            <a:ext cx="3612822" cy="1536192"/>
          </a:xfrm>
        </p:spPr>
        <p:txBody>
          <a:bodyPr rtlCol="0" anchor="b">
            <a:noAutofit/>
          </a:bodyPr>
          <a:lstStyle>
            <a:lvl1pPr algn="ctr" defTabSz="914400" rtl="0" eaLnBrk="1" latinLnBrk="0" hangingPunct="1">
              <a:lnSpc>
                <a:spcPct val="100000"/>
              </a:lnSpc>
              <a:spcBef>
                <a:spcPct val="0"/>
              </a:spcBef>
              <a:buNone/>
              <a:defRPr sz="3600" b="0" kern="1200">
                <a:solidFill>
                  <a:schemeClr val="tx2"/>
                </a:solidFill>
                <a:latin typeface="+mn-lt"/>
                <a:ea typeface="+mj-ea"/>
                <a:cs typeface="+mj-cs"/>
              </a:defRPr>
            </a:lvl1pPr>
          </a:lstStyle>
          <a:p>
            <a:r>
              <a:rPr lang="en-US" smtClean="0"/>
              <a:t>Click to edit Master title style</a:t>
            </a:r>
            <a:endParaRPr/>
          </a:p>
        </p:txBody>
      </p:sp>
      <p:sp>
        <p:nvSpPr>
          <p:cNvPr id="3" name="Picture Placeholder 2"/>
          <p:cNvSpPr>
            <a:spLocks noGrp="1"/>
          </p:cNvSpPr>
          <p:nvPr>
            <p:ph type="pic" idx="1"/>
          </p:nvPr>
        </p:nvSpPr>
        <p:spPr>
          <a:xfrm>
            <a:off x="4873625" y="381000"/>
            <a:ext cx="3813175" cy="5697538"/>
          </a:xfrm>
          <a:solidFill>
            <a:schemeClr val="bg1">
              <a:lumMod val="85000"/>
            </a:schemeClr>
          </a:solidFill>
          <a:ln w="101600">
            <a:noFill/>
            <a:miter lim="800000"/>
          </a:ln>
          <a:effectLst>
            <a:innerShdw blurRad="457200">
              <a:schemeClr val="tx1">
                <a:lumMod val="50000"/>
                <a:lumOff val="50000"/>
                <a:alpha val="80000"/>
              </a:schemeClr>
            </a:innerShdw>
            <a:softEdge rad="127000"/>
          </a:effectLst>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dirty="0" smtClean="0"/>
              <a:t>Click icon to add picture</a:t>
            </a:r>
            <a:endParaRPr noProof="0" dirty="0"/>
          </a:p>
        </p:txBody>
      </p:sp>
      <p:sp>
        <p:nvSpPr>
          <p:cNvPr id="4" name="Text Placeholder 3"/>
          <p:cNvSpPr>
            <a:spLocks noGrp="1"/>
          </p:cNvSpPr>
          <p:nvPr>
            <p:ph type="body" sz="half" idx="2"/>
          </p:nvPr>
        </p:nvSpPr>
        <p:spPr>
          <a:xfrm>
            <a:off x="379984" y="2209799"/>
            <a:ext cx="3613792" cy="3222625"/>
          </a:xfrm>
        </p:spPr>
        <p:txBody>
          <a:bodyPr rtlCol="0">
            <a:normAutofit/>
          </a:bodyPr>
          <a:lstStyle>
            <a:lvl1pPr marL="0" indent="0" algn="ctr">
              <a:buNone/>
              <a:defRPr sz="1800" b="0" kern="1200">
                <a:solidFill>
                  <a:schemeClr val="tx2"/>
                </a:solidFill>
                <a:latin typeface="+mn-lt"/>
                <a:ea typeface="+mn-ea"/>
                <a:cs typeface="+mn-cs"/>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8" name="Date Placeholder 4"/>
          <p:cNvSpPr>
            <a:spLocks noGrp="1"/>
          </p:cNvSpPr>
          <p:nvPr>
            <p:ph type="dt" sz="half" idx="10"/>
          </p:nvPr>
        </p:nvSpPr>
        <p:spPr/>
        <p:txBody>
          <a:bodyPr/>
          <a:lstStyle>
            <a:lvl1pPr>
              <a:defRPr/>
            </a:lvl1pPr>
          </a:lstStyle>
          <a:p>
            <a:pPr>
              <a:defRPr/>
            </a:pPr>
            <a:endParaRPr lang="en-US" dirty="0"/>
          </a:p>
        </p:txBody>
      </p:sp>
      <p:sp>
        <p:nvSpPr>
          <p:cNvPr id="9" name="Footer Placeholder 5"/>
          <p:cNvSpPr>
            <a:spLocks noGrp="1"/>
          </p:cNvSpPr>
          <p:nvPr>
            <p:ph type="ftr" sz="quarter" idx="11"/>
          </p:nvPr>
        </p:nvSpPr>
        <p:spPr/>
        <p:txBody>
          <a:bodyPr/>
          <a:lstStyle>
            <a:lvl1pPr>
              <a:defRPr/>
            </a:lvl1pPr>
          </a:lstStyle>
          <a:p>
            <a:pPr>
              <a:defRPr/>
            </a:pPr>
            <a:r>
              <a:rPr lang="en-US" smtClean="0"/>
              <a:t>© 2017 Pearson Education, Inc., Hoboken, NJ. All rights reserved.  </a:t>
            </a:r>
            <a:endParaRPr lang="en-US" dirty="0"/>
          </a:p>
        </p:txBody>
      </p:sp>
      <p:sp>
        <p:nvSpPr>
          <p:cNvPr id="10" name="Slide Number Placeholder 6"/>
          <p:cNvSpPr>
            <a:spLocks noGrp="1"/>
          </p:cNvSpPr>
          <p:nvPr>
            <p:ph type="sldNum" sz="quarter" idx="12"/>
          </p:nvPr>
        </p:nvSpPr>
        <p:spPr/>
        <p:txBody>
          <a:bodyPr/>
          <a:lstStyle>
            <a:lvl1pPr>
              <a:defRPr/>
            </a:lvl1pPr>
          </a:lstStyle>
          <a:p>
            <a:pPr>
              <a:defRPr/>
            </a:pPr>
            <a:fld id="{41B14F31-650F-F846-B7A6-35BA09D1AFFB}" type="slidenum">
              <a:rPr lang="en-US"/>
              <a:pPr>
                <a:defRPr/>
              </a:pPr>
              <a:t>‹#›</a:t>
            </a:fld>
            <a:endParaRPr lang="en-US" dirty="0"/>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type="vertTx" preserve="1">
  <p:cSld name="Title and Vertical Text">
    <p:spTree>
      <p:nvGrpSpPr>
        <p:cNvPr id="1" name=""/>
        <p:cNvGrpSpPr/>
        <p:nvPr/>
      </p:nvGrpSpPr>
      <p:grpSpPr>
        <a:xfrm>
          <a:off x="0" y="0"/>
          <a:ext cx="0" cy="0"/>
          <a:chOff x="0" y="0"/>
          <a:chExt cx="0" cy="0"/>
        </a:xfrm>
      </p:grpSpPr>
      <p:grpSp>
        <p:nvGrpSpPr>
          <p:cNvPr id="4" name="Group 6"/>
          <p:cNvGrpSpPr>
            <a:grpSpLocks/>
          </p:cNvGrpSpPr>
          <p:nvPr/>
        </p:nvGrpSpPr>
        <p:grpSpPr bwMode="auto">
          <a:xfrm>
            <a:off x="0" y="1373188"/>
            <a:ext cx="9144000" cy="5484812"/>
            <a:chOff x="0" y="1372650"/>
            <a:chExt cx="9144000" cy="5485350"/>
          </a:xfrm>
        </p:grpSpPr>
        <p:pic>
          <p:nvPicPr>
            <p:cNvPr id="5" name="Picture 7" descr="Overlay-Blank.jpg"/>
            <p:cNvPicPr>
              <a:picLocks noChangeAspect="1"/>
            </p:cNvPicPr>
            <p:nvPr userDrawn="1"/>
          </p:nvPicPr>
          <p:blipFill>
            <a:blip r:embed="rId2"/>
            <a:srcRect t="23334"/>
            <a:stretch>
              <a:fillRect/>
            </a:stretch>
          </p:blipFill>
          <p:spPr bwMode="auto">
            <a:xfrm>
              <a:off x="0" y="1600200"/>
              <a:ext cx="9144000" cy="5257800"/>
            </a:xfrm>
            <a:prstGeom prst="rect">
              <a:avLst/>
            </a:prstGeom>
            <a:noFill/>
            <a:ln w="9525">
              <a:noFill/>
              <a:miter lim="800000"/>
              <a:headEnd/>
              <a:tailEnd/>
            </a:ln>
          </p:spPr>
        </p:pic>
        <p:pic>
          <p:nvPicPr>
            <p:cNvPr id="6" name="Picture 8" descr="Overlay-HorizontalBridge.jpg"/>
            <p:cNvPicPr>
              <a:picLocks noChangeAspect="1"/>
            </p:cNvPicPr>
            <p:nvPr userDrawn="1"/>
          </p:nvPicPr>
          <p:blipFill>
            <a:blip r:embed="rId3"/>
            <a:srcRect/>
            <a:stretch>
              <a:fillRect/>
            </a:stretch>
          </p:blipFill>
          <p:spPr bwMode="auto">
            <a:xfrm>
              <a:off x="0" y="1372650"/>
              <a:ext cx="9144000" cy="267891"/>
            </a:xfrm>
            <a:prstGeom prst="rect">
              <a:avLst/>
            </a:prstGeom>
            <a:noFill/>
            <a:ln w="9525">
              <a:noFill/>
              <a:miter lim="800000"/>
              <a:headEnd/>
              <a:tailEnd/>
            </a:ln>
          </p:spPr>
        </p:pic>
      </p:grpSp>
      <p:sp>
        <p:nvSpPr>
          <p:cNvPr id="2" name="Title 1"/>
          <p:cNvSpPr>
            <a:spLocks noGrp="1"/>
          </p:cNvSpPr>
          <p:nvPr>
            <p:ph type="title"/>
          </p:nvPr>
        </p:nvSpPr>
        <p:spPr/>
        <p:txBody>
          <a:bodyPr/>
          <a:lstStyle/>
          <a:p>
            <a:r>
              <a:rPr lang="en-US" smtClean="0"/>
              <a:t>Click to edit Master title style</a:t>
            </a:r>
            <a:endParaRPr/>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a:p>
        </p:txBody>
      </p:sp>
      <p:sp>
        <p:nvSpPr>
          <p:cNvPr id="7" name="Date Placeholder 3"/>
          <p:cNvSpPr>
            <a:spLocks noGrp="1"/>
          </p:cNvSpPr>
          <p:nvPr>
            <p:ph type="dt" sz="half" idx="10"/>
          </p:nvPr>
        </p:nvSpPr>
        <p:spPr/>
        <p:txBody>
          <a:bodyPr/>
          <a:lstStyle>
            <a:lvl1pPr>
              <a:defRPr/>
            </a:lvl1pPr>
          </a:lstStyle>
          <a:p>
            <a:pPr>
              <a:defRPr/>
            </a:pPr>
            <a:endParaRPr lang="en-US" dirty="0"/>
          </a:p>
        </p:txBody>
      </p:sp>
      <p:sp>
        <p:nvSpPr>
          <p:cNvPr id="8" name="Footer Placeholder 4"/>
          <p:cNvSpPr>
            <a:spLocks noGrp="1"/>
          </p:cNvSpPr>
          <p:nvPr>
            <p:ph type="ftr" sz="quarter" idx="11"/>
          </p:nvPr>
        </p:nvSpPr>
        <p:spPr/>
        <p:txBody>
          <a:bodyPr/>
          <a:lstStyle>
            <a:lvl1pPr>
              <a:defRPr/>
            </a:lvl1pPr>
          </a:lstStyle>
          <a:p>
            <a:pPr>
              <a:defRPr/>
            </a:pPr>
            <a:r>
              <a:rPr lang="en-US" smtClean="0"/>
              <a:t>© 2017 Pearson Education, Inc., Hoboken, NJ. All rights reserved.  </a:t>
            </a:r>
            <a:endParaRPr lang="en-US" dirty="0"/>
          </a:p>
        </p:txBody>
      </p:sp>
      <p:sp>
        <p:nvSpPr>
          <p:cNvPr id="9" name="Slide Number Placeholder 5"/>
          <p:cNvSpPr>
            <a:spLocks noGrp="1"/>
          </p:cNvSpPr>
          <p:nvPr>
            <p:ph type="sldNum" sz="quarter" idx="12"/>
          </p:nvPr>
        </p:nvSpPr>
        <p:spPr/>
        <p:txBody>
          <a:bodyPr/>
          <a:lstStyle>
            <a:lvl1pPr>
              <a:defRPr/>
            </a:lvl1pPr>
          </a:lstStyle>
          <a:p>
            <a:pPr>
              <a:defRPr/>
            </a:pPr>
            <a:fld id="{2B86FEB9-CF7A-B848-AF2F-BE9E1FDF15D2}" type="slidenum">
              <a:rPr lang="en-US"/>
              <a:pPr>
                <a:defRPr/>
              </a:pPr>
              <a:t>‹#›</a:t>
            </a:fld>
            <a:endParaRPr lang="en-US" dirty="0"/>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type="vertTitleAndTx" preserve="1">
  <p:cSld name="Vertical Title and Text">
    <p:spTree>
      <p:nvGrpSpPr>
        <p:cNvPr id="1" name=""/>
        <p:cNvGrpSpPr/>
        <p:nvPr/>
      </p:nvGrpSpPr>
      <p:grpSpPr>
        <a:xfrm>
          <a:off x="0" y="0"/>
          <a:ext cx="0" cy="0"/>
          <a:chOff x="0" y="0"/>
          <a:chExt cx="0" cy="0"/>
        </a:xfrm>
      </p:grpSpPr>
      <p:grpSp>
        <p:nvGrpSpPr>
          <p:cNvPr id="4" name="Group 10"/>
          <p:cNvGrpSpPr>
            <a:grpSpLocks/>
          </p:cNvGrpSpPr>
          <p:nvPr/>
        </p:nvGrpSpPr>
        <p:grpSpPr bwMode="auto">
          <a:xfrm>
            <a:off x="0" y="0"/>
            <a:ext cx="7696200" cy="6858000"/>
            <a:chOff x="0" y="0"/>
            <a:chExt cx="7696200" cy="6858000"/>
          </a:xfrm>
        </p:grpSpPr>
        <p:pic>
          <p:nvPicPr>
            <p:cNvPr id="5" name="Picture 7" descr="Overlay-Blank.jpg"/>
            <p:cNvPicPr>
              <a:picLocks noChangeAspect="1"/>
            </p:cNvPicPr>
            <p:nvPr userDrawn="1"/>
          </p:nvPicPr>
          <p:blipFill>
            <a:blip r:embed="rId2"/>
            <a:srcRect l="1471" r="16862"/>
            <a:stretch>
              <a:fillRect/>
            </a:stretch>
          </p:blipFill>
          <p:spPr bwMode="auto">
            <a:xfrm>
              <a:off x="0" y="0"/>
              <a:ext cx="7467600" cy="6858000"/>
            </a:xfrm>
            <a:prstGeom prst="rect">
              <a:avLst/>
            </a:prstGeom>
            <a:noFill/>
            <a:ln w="9525">
              <a:noFill/>
              <a:miter lim="800000"/>
              <a:headEnd/>
              <a:tailEnd/>
            </a:ln>
          </p:spPr>
        </p:pic>
        <p:pic>
          <p:nvPicPr>
            <p:cNvPr id="6" name="Picture 8" descr="Overlay-VerticalBridge.jpg"/>
            <p:cNvPicPr>
              <a:picLocks noChangeAspect="1"/>
            </p:cNvPicPr>
            <p:nvPr userDrawn="1"/>
          </p:nvPicPr>
          <p:blipFill>
            <a:blip r:embed="rId3"/>
            <a:srcRect/>
            <a:stretch>
              <a:fillRect/>
            </a:stretch>
          </p:blipFill>
          <p:spPr bwMode="auto">
            <a:xfrm>
              <a:off x="7428309" y="0"/>
              <a:ext cx="267891" cy="6858000"/>
            </a:xfrm>
            <a:prstGeom prst="rect">
              <a:avLst/>
            </a:prstGeom>
            <a:noFill/>
            <a:ln w="9525">
              <a:noFill/>
              <a:miter lim="800000"/>
              <a:headEnd/>
              <a:tailEnd/>
            </a:ln>
          </p:spPr>
        </p:pic>
      </p:grpSp>
      <p:sp>
        <p:nvSpPr>
          <p:cNvPr id="2" name="Vertical Title 1"/>
          <p:cNvSpPr>
            <a:spLocks noGrp="1"/>
          </p:cNvSpPr>
          <p:nvPr>
            <p:ph type="title" orient="vert"/>
          </p:nvPr>
        </p:nvSpPr>
        <p:spPr>
          <a:xfrm>
            <a:off x="7620000" y="381001"/>
            <a:ext cx="1447800" cy="5697538"/>
          </a:xfrm>
        </p:spPr>
        <p:txBody>
          <a:bodyPr vert="eaVert"/>
          <a:lstStyle/>
          <a:p>
            <a:r>
              <a:rPr lang="en-US" smtClean="0"/>
              <a:t>Click to edit Master title style</a:t>
            </a:r>
            <a:endParaRPr/>
          </a:p>
        </p:txBody>
      </p:sp>
      <p:sp>
        <p:nvSpPr>
          <p:cNvPr id="3" name="Vertical Text Placeholder 2"/>
          <p:cNvSpPr>
            <a:spLocks noGrp="1"/>
          </p:cNvSpPr>
          <p:nvPr>
            <p:ph type="body" orient="vert" idx="1"/>
          </p:nvPr>
        </p:nvSpPr>
        <p:spPr>
          <a:xfrm>
            <a:off x="381000" y="381001"/>
            <a:ext cx="6705600" cy="5697537"/>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a:p>
        </p:txBody>
      </p:sp>
      <p:sp>
        <p:nvSpPr>
          <p:cNvPr id="7" name="Date Placeholder 3"/>
          <p:cNvSpPr>
            <a:spLocks noGrp="1"/>
          </p:cNvSpPr>
          <p:nvPr>
            <p:ph type="dt" sz="half" idx="10"/>
          </p:nvPr>
        </p:nvSpPr>
        <p:spPr/>
        <p:txBody>
          <a:bodyPr/>
          <a:lstStyle>
            <a:lvl1pPr>
              <a:defRPr/>
            </a:lvl1pPr>
          </a:lstStyle>
          <a:p>
            <a:pPr>
              <a:defRPr/>
            </a:pPr>
            <a:endParaRPr lang="en-US" dirty="0"/>
          </a:p>
        </p:txBody>
      </p:sp>
      <p:sp>
        <p:nvSpPr>
          <p:cNvPr id="8" name="Footer Placeholder 4"/>
          <p:cNvSpPr>
            <a:spLocks noGrp="1"/>
          </p:cNvSpPr>
          <p:nvPr>
            <p:ph type="ftr" sz="quarter" idx="11"/>
          </p:nvPr>
        </p:nvSpPr>
        <p:spPr/>
        <p:txBody>
          <a:bodyPr/>
          <a:lstStyle>
            <a:lvl1pPr>
              <a:defRPr/>
            </a:lvl1pPr>
          </a:lstStyle>
          <a:p>
            <a:pPr>
              <a:defRPr/>
            </a:pPr>
            <a:r>
              <a:rPr lang="en-US" smtClean="0"/>
              <a:t>© 2017 Pearson Education, Inc., Hoboken, NJ. All rights reserved.  </a:t>
            </a:r>
            <a:endParaRPr lang="en-US" dirty="0"/>
          </a:p>
        </p:txBody>
      </p:sp>
      <p:sp>
        <p:nvSpPr>
          <p:cNvPr id="9" name="Slide Number Placeholder 5"/>
          <p:cNvSpPr>
            <a:spLocks noGrp="1"/>
          </p:cNvSpPr>
          <p:nvPr>
            <p:ph type="sldNum" sz="quarter" idx="12"/>
          </p:nvPr>
        </p:nvSpPr>
        <p:spPr/>
        <p:txBody>
          <a:bodyPr/>
          <a:lstStyle>
            <a:lvl1pPr>
              <a:defRPr/>
            </a:lvl1pPr>
          </a:lstStyle>
          <a:p>
            <a:pPr>
              <a:defRPr/>
            </a:pPr>
            <a:fld id="{4F8130B2-53C1-C742-BB72-C65A7D6485DA}" type="slidenum">
              <a:rPr lang="en-US"/>
              <a:pPr>
                <a:defRPr/>
              </a:pPr>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2" Type="http://schemas.openxmlformats.org/officeDocument/2006/relationships/theme" Target="../theme/theme1.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s>
</file>

<file path=ppt/slideMasters/_rels/slideMaster2.xml.rels><?xml version="1.0" encoding="UTF-8" standalone="yes"?>
<Relationships xmlns="http://schemas.openxmlformats.org/package/2006/relationships"><Relationship Id="rId11" Type="http://schemas.openxmlformats.org/officeDocument/2006/relationships/slideLayout" Target="../slideLayouts/slideLayout22.xml"/><Relationship Id="rId12" Type="http://schemas.openxmlformats.org/officeDocument/2006/relationships/slideLayout" Target="../slideLayouts/slideLayout23.xml"/><Relationship Id="rId13" Type="http://schemas.openxmlformats.org/officeDocument/2006/relationships/slideLayout" Target="../slideLayouts/slideLayout24.xml"/><Relationship Id="rId14" Type="http://schemas.openxmlformats.org/officeDocument/2006/relationships/theme" Target="../theme/theme2.xml"/><Relationship Id="rId1" Type="http://schemas.openxmlformats.org/officeDocument/2006/relationships/slideLayout" Target="../slideLayouts/slideLayout1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5" Type="http://schemas.openxmlformats.org/officeDocument/2006/relationships/slideLayout" Target="../slideLayouts/slideLayout16.xml"/><Relationship Id="rId6" Type="http://schemas.openxmlformats.org/officeDocument/2006/relationships/slideLayout" Target="../slideLayouts/slideLayout17.xml"/><Relationship Id="rId7" Type="http://schemas.openxmlformats.org/officeDocument/2006/relationships/slideLayout" Target="../slideLayouts/slideLayout18.xml"/><Relationship Id="rId8" Type="http://schemas.openxmlformats.org/officeDocument/2006/relationships/slideLayout" Target="../slideLayouts/slideLayout19.xml"/><Relationship Id="rId9" Type="http://schemas.openxmlformats.org/officeDocument/2006/relationships/slideLayout" Target="../slideLayouts/slideLayout20.xml"/><Relationship Id="rId10" Type="http://schemas.openxmlformats.org/officeDocument/2006/relationships/slideLayout" Target="../slideLayouts/slideLayout2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bg>
      <p:bgPr>
        <a:solidFill>
          <a:schemeClr val="bg1"/>
        </a:solidFill>
        <a:effectLst/>
      </p:bgPr>
    </p:bg>
    <p:spTree>
      <p:nvGrpSpPr>
        <p:cNvPr id="1" name=""/>
        <p:cNvGrpSpPr/>
        <p:nvPr/>
      </p:nvGrpSpPr>
      <p:grpSpPr>
        <a:xfrm>
          <a:off x="0" y="0"/>
          <a:ext cx="0" cy="0"/>
          <a:chOff x="0" y="0"/>
          <a:chExt cx="0" cy="0"/>
        </a:xfrm>
      </p:grpSpPr>
      <p:grpSp>
        <p:nvGrpSpPr>
          <p:cNvPr id="1026" name="Group 2"/>
          <p:cNvGrpSpPr>
            <a:grpSpLocks/>
          </p:cNvGrpSpPr>
          <p:nvPr/>
        </p:nvGrpSpPr>
        <p:grpSpPr bwMode="auto">
          <a:xfrm>
            <a:off x="3175" y="4267200"/>
            <a:ext cx="9140825" cy="2590800"/>
            <a:chOff x="2" y="2688"/>
            <a:chExt cx="5758" cy="1632"/>
          </a:xfrm>
        </p:grpSpPr>
        <p:sp>
          <p:nvSpPr>
            <p:cNvPr id="88067" name="Freeform 3"/>
            <p:cNvSpPr>
              <a:spLocks/>
            </p:cNvSpPr>
            <p:nvPr/>
          </p:nvSpPr>
          <p:spPr bwMode="hidden">
            <a:xfrm>
              <a:off x="2" y="2688"/>
              <a:ext cx="5758" cy="1632"/>
            </a:xfrm>
            <a:custGeom>
              <a:avLst/>
              <a:gdLst/>
              <a:ahLst/>
              <a:cxnLst>
                <a:cxn ang="0">
                  <a:pos x="5740" y="4316"/>
                </a:cxn>
                <a:cxn ang="0">
                  <a:pos x="0" y="4316"/>
                </a:cxn>
                <a:cxn ang="0">
                  <a:pos x="0" y="0"/>
                </a:cxn>
                <a:cxn ang="0">
                  <a:pos x="5740" y="0"/>
                </a:cxn>
                <a:cxn ang="0">
                  <a:pos x="5740" y="4316"/>
                </a:cxn>
                <a:cxn ang="0">
                  <a:pos x="5740" y="4316"/>
                </a:cxn>
              </a:cxnLst>
              <a:rect l="0" t="0" r="r" b="b"/>
              <a:pathLst>
                <a:path w="5740" h="4316">
                  <a:moveTo>
                    <a:pt x="5740" y="4316"/>
                  </a:moveTo>
                  <a:lnTo>
                    <a:pt x="0" y="4316"/>
                  </a:lnTo>
                  <a:lnTo>
                    <a:pt x="0" y="0"/>
                  </a:lnTo>
                  <a:lnTo>
                    <a:pt x="5740" y="0"/>
                  </a:lnTo>
                  <a:lnTo>
                    <a:pt x="5740" y="4316"/>
                  </a:lnTo>
                  <a:lnTo>
                    <a:pt x="5740" y="4316"/>
                  </a:lnTo>
                  <a:close/>
                </a:path>
              </a:pathLst>
            </a:custGeom>
            <a:gradFill rotWithShape="0">
              <a:gsLst>
                <a:gs pos="0">
                  <a:schemeClr val="bg1"/>
                </a:gs>
                <a:gs pos="100000">
                  <a:schemeClr val="accent1"/>
                </a:gs>
              </a:gsLst>
              <a:lin ang="5400000" scaled="1"/>
            </a:gradFill>
            <a:ln w="9525">
              <a:noFill/>
              <a:round/>
              <a:headEnd/>
              <a:tailEnd/>
            </a:ln>
          </p:spPr>
          <p:txBody>
            <a:bodyPr>
              <a:prstTxWarp prst="textNoShape">
                <a:avLst/>
              </a:prstTxWarp>
            </a:bodyPr>
            <a:lstStyle/>
            <a:p>
              <a:pPr>
                <a:defRPr/>
              </a:pPr>
              <a:endParaRPr lang="en-US" dirty="0">
                <a:latin typeface="Arial" pitchFamily="-107" charset="0"/>
              </a:endParaRPr>
            </a:p>
          </p:txBody>
        </p:sp>
        <p:grpSp>
          <p:nvGrpSpPr>
            <p:cNvPr id="1033" name="Group 4"/>
            <p:cNvGrpSpPr>
              <a:grpSpLocks/>
            </p:cNvGrpSpPr>
            <p:nvPr/>
          </p:nvGrpSpPr>
          <p:grpSpPr bwMode="auto">
            <a:xfrm>
              <a:off x="1776" y="3024"/>
              <a:ext cx="3929" cy="1290"/>
              <a:chOff x="1776" y="3024"/>
              <a:chExt cx="3929" cy="1290"/>
            </a:xfrm>
          </p:grpSpPr>
          <p:grpSp>
            <p:nvGrpSpPr>
              <p:cNvPr id="1034" name="Group 5"/>
              <p:cNvGrpSpPr>
                <a:grpSpLocks/>
              </p:cNvGrpSpPr>
              <p:nvPr userDrawn="1"/>
            </p:nvGrpSpPr>
            <p:grpSpPr bwMode="auto">
              <a:xfrm>
                <a:off x="2268" y="3934"/>
                <a:ext cx="638" cy="377"/>
                <a:chOff x="2268" y="3934"/>
                <a:chExt cx="638" cy="377"/>
              </a:xfrm>
            </p:grpSpPr>
            <p:sp>
              <p:nvSpPr>
                <p:cNvPr id="88070" name="Oval 6"/>
                <p:cNvSpPr>
                  <a:spLocks noChangeArrowheads="1"/>
                </p:cNvSpPr>
                <p:nvPr/>
              </p:nvSpPr>
              <p:spPr bwMode="hidden">
                <a:xfrm>
                  <a:off x="2268" y="3934"/>
                  <a:ext cx="638" cy="377"/>
                </a:xfrm>
                <a:prstGeom prst="ellipse">
                  <a:avLst/>
                </a:prstGeom>
                <a:gradFill rotWithShape="0">
                  <a:gsLst>
                    <a:gs pos="0">
                      <a:schemeClr val="accent1">
                        <a:gamma/>
                        <a:shade val="87843"/>
                        <a:invGamma/>
                      </a:schemeClr>
                    </a:gs>
                    <a:gs pos="100000">
                      <a:schemeClr val="accent1"/>
                    </a:gs>
                  </a:gsLst>
                  <a:lin ang="2700000" scaled="1"/>
                </a:gradFill>
                <a:ln w="9525">
                  <a:noFill/>
                  <a:round/>
                  <a:headEnd/>
                  <a:tailEnd/>
                </a:ln>
                <a:effectLst/>
              </p:spPr>
              <p:txBody>
                <a:bodyPr>
                  <a:prstTxWarp prst="textNoShape">
                    <a:avLst/>
                  </a:prstTxWarp>
                </a:bodyPr>
                <a:lstStyle/>
                <a:p>
                  <a:pPr>
                    <a:defRPr/>
                  </a:pPr>
                  <a:endParaRPr lang="en-US" dirty="0">
                    <a:latin typeface="Arial" pitchFamily="-107" charset="0"/>
                  </a:endParaRPr>
                </a:p>
              </p:txBody>
            </p:sp>
            <p:sp>
              <p:nvSpPr>
                <p:cNvPr id="88071" name="Oval 7"/>
                <p:cNvSpPr>
                  <a:spLocks noChangeArrowheads="1"/>
                </p:cNvSpPr>
                <p:nvPr/>
              </p:nvSpPr>
              <p:spPr bwMode="hidden">
                <a:xfrm>
                  <a:off x="2314" y="3958"/>
                  <a:ext cx="543" cy="332"/>
                </a:xfrm>
                <a:prstGeom prst="ellipse">
                  <a:avLst/>
                </a:prstGeom>
                <a:gradFill rotWithShape="0">
                  <a:gsLst>
                    <a:gs pos="0">
                      <a:schemeClr val="accent1"/>
                    </a:gs>
                    <a:gs pos="100000">
                      <a:schemeClr val="accent1">
                        <a:gamma/>
                        <a:shade val="87843"/>
                        <a:invGamma/>
                      </a:schemeClr>
                    </a:gs>
                  </a:gsLst>
                  <a:lin ang="2700000" scaled="1"/>
                </a:gradFill>
                <a:ln w="9525">
                  <a:noFill/>
                  <a:round/>
                  <a:headEnd/>
                  <a:tailEnd/>
                </a:ln>
                <a:effectLst/>
              </p:spPr>
              <p:txBody>
                <a:bodyPr>
                  <a:prstTxWarp prst="textNoShape">
                    <a:avLst/>
                  </a:prstTxWarp>
                </a:bodyPr>
                <a:lstStyle/>
                <a:p>
                  <a:pPr>
                    <a:defRPr/>
                  </a:pPr>
                  <a:endParaRPr lang="en-US" dirty="0">
                    <a:latin typeface="Arial" pitchFamily="-107" charset="0"/>
                  </a:endParaRPr>
                </a:p>
              </p:txBody>
            </p:sp>
            <p:sp>
              <p:nvSpPr>
                <p:cNvPr id="88072" name="Oval 8"/>
                <p:cNvSpPr>
                  <a:spLocks noChangeArrowheads="1"/>
                </p:cNvSpPr>
                <p:nvPr/>
              </p:nvSpPr>
              <p:spPr bwMode="hidden">
                <a:xfrm>
                  <a:off x="2341" y="3979"/>
                  <a:ext cx="501" cy="299"/>
                </a:xfrm>
                <a:prstGeom prst="ellipse">
                  <a:avLst/>
                </a:prstGeom>
                <a:gradFill rotWithShape="0">
                  <a:gsLst>
                    <a:gs pos="0">
                      <a:schemeClr val="accent1">
                        <a:gamma/>
                        <a:shade val="90980"/>
                        <a:invGamma/>
                      </a:schemeClr>
                    </a:gs>
                    <a:gs pos="100000">
                      <a:schemeClr val="accent1"/>
                    </a:gs>
                  </a:gsLst>
                  <a:lin ang="2700000" scaled="1"/>
                </a:gradFill>
                <a:ln w="9525">
                  <a:noFill/>
                  <a:round/>
                  <a:headEnd/>
                  <a:tailEnd/>
                </a:ln>
                <a:effectLst/>
              </p:spPr>
              <p:txBody>
                <a:bodyPr>
                  <a:prstTxWarp prst="textNoShape">
                    <a:avLst/>
                  </a:prstTxWarp>
                </a:bodyPr>
                <a:lstStyle/>
                <a:p>
                  <a:pPr>
                    <a:defRPr/>
                  </a:pPr>
                  <a:endParaRPr lang="en-US" dirty="0">
                    <a:latin typeface="Arial" pitchFamily="-107" charset="0"/>
                  </a:endParaRPr>
                </a:p>
              </p:txBody>
            </p:sp>
            <p:sp>
              <p:nvSpPr>
                <p:cNvPr id="88073" name="Oval 9"/>
                <p:cNvSpPr>
                  <a:spLocks noChangeArrowheads="1"/>
                </p:cNvSpPr>
                <p:nvPr/>
              </p:nvSpPr>
              <p:spPr bwMode="hidden">
                <a:xfrm>
                  <a:off x="2368" y="3997"/>
                  <a:ext cx="444" cy="258"/>
                </a:xfrm>
                <a:prstGeom prst="ellipse">
                  <a:avLst/>
                </a:prstGeom>
                <a:gradFill rotWithShape="0">
                  <a:gsLst>
                    <a:gs pos="0">
                      <a:schemeClr val="accent1">
                        <a:gamma/>
                        <a:shade val="87843"/>
                        <a:invGamma/>
                      </a:schemeClr>
                    </a:gs>
                    <a:gs pos="100000">
                      <a:schemeClr val="accent1"/>
                    </a:gs>
                  </a:gsLst>
                  <a:lin ang="5400000" scaled="1"/>
                </a:gradFill>
                <a:ln w="9525">
                  <a:noFill/>
                  <a:round/>
                  <a:headEnd/>
                  <a:tailEnd/>
                </a:ln>
                <a:effectLst/>
              </p:spPr>
              <p:txBody>
                <a:bodyPr>
                  <a:prstTxWarp prst="textNoShape">
                    <a:avLst/>
                  </a:prstTxWarp>
                </a:bodyPr>
                <a:lstStyle/>
                <a:p>
                  <a:pPr>
                    <a:defRPr/>
                  </a:pPr>
                  <a:endParaRPr lang="en-US" dirty="0">
                    <a:latin typeface="Arial" pitchFamily="-107" charset="0"/>
                  </a:endParaRPr>
                </a:p>
              </p:txBody>
            </p:sp>
            <p:sp>
              <p:nvSpPr>
                <p:cNvPr id="88074" name="Oval 10"/>
                <p:cNvSpPr>
                  <a:spLocks noChangeArrowheads="1"/>
                </p:cNvSpPr>
                <p:nvPr/>
              </p:nvSpPr>
              <p:spPr bwMode="hidden">
                <a:xfrm>
                  <a:off x="2385" y="4005"/>
                  <a:ext cx="413" cy="240"/>
                </a:xfrm>
                <a:prstGeom prst="ellipse">
                  <a:avLst/>
                </a:prstGeom>
                <a:gradFill rotWithShape="0">
                  <a:gsLst>
                    <a:gs pos="0">
                      <a:schemeClr val="accent1">
                        <a:gamma/>
                        <a:shade val="94118"/>
                        <a:invGamma/>
                      </a:schemeClr>
                    </a:gs>
                    <a:gs pos="100000">
                      <a:schemeClr val="accent1"/>
                    </a:gs>
                  </a:gsLst>
                  <a:lin ang="5400000" scaled="1"/>
                </a:gradFill>
                <a:ln w="9525">
                  <a:noFill/>
                  <a:round/>
                  <a:headEnd/>
                  <a:tailEnd/>
                </a:ln>
                <a:effectLst/>
              </p:spPr>
              <p:txBody>
                <a:bodyPr>
                  <a:prstTxWarp prst="textNoShape">
                    <a:avLst/>
                  </a:prstTxWarp>
                </a:bodyPr>
                <a:lstStyle/>
                <a:p>
                  <a:pPr>
                    <a:defRPr/>
                  </a:pPr>
                  <a:endParaRPr lang="en-US" dirty="0">
                    <a:latin typeface="Arial" pitchFamily="-107" charset="0"/>
                  </a:endParaRPr>
                </a:p>
              </p:txBody>
            </p:sp>
            <p:sp>
              <p:nvSpPr>
                <p:cNvPr id="88075" name="Oval 11"/>
                <p:cNvSpPr>
                  <a:spLocks noChangeArrowheads="1"/>
                </p:cNvSpPr>
                <p:nvPr/>
              </p:nvSpPr>
              <p:spPr bwMode="hidden">
                <a:xfrm>
                  <a:off x="2437" y="4026"/>
                  <a:ext cx="306" cy="192"/>
                </a:xfrm>
                <a:prstGeom prst="ellipse">
                  <a:avLst/>
                </a:prstGeom>
                <a:gradFill rotWithShape="0">
                  <a:gsLst>
                    <a:gs pos="0">
                      <a:schemeClr val="accent1">
                        <a:gamma/>
                        <a:shade val="87843"/>
                        <a:invGamma/>
                      </a:schemeClr>
                    </a:gs>
                    <a:gs pos="100000">
                      <a:schemeClr val="accent1"/>
                    </a:gs>
                  </a:gsLst>
                  <a:lin ang="5400000" scaled="1"/>
                </a:gradFill>
                <a:ln w="9525">
                  <a:noFill/>
                  <a:round/>
                  <a:headEnd/>
                  <a:tailEnd/>
                </a:ln>
                <a:effectLst/>
              </p:spPr>
              <p:txBody>
                <a:bodyPr>
                  <a:prstTxWarp prst="textNoShape">
                    <a:avLst/>
                  </a:prstTxWarp>
                </a:bodyPr>
                <a:lstStyle/>
                <a:p>
                  <a:pPr>
                    <a:defRPr/>
                  </a:pPr>
                  <a:endParaRPr lang="en-US" dirty="0">
                    <a:latin typeface="Arial" pitchFamily="-107" charset="0"/>
                  </a:endParaRPr>
                </a:p>
              </p:txBody>
            </p:sp>
            <p:sp>
              <p:nvSpPr>
                <p:cNvPr id="88076" name="Oval 12"/>
                <p:cNvSpPr>
                  <a:spLocks noChangeArrowheads="1"/>
                </p:cNvSpPr>
                <p:nvPr/>
              </p:nvSpPr>
              <p:spPr bwMode="hidden">
                <a:xfrm>
                  <a:off x="2476" y="4056"/>
                  <a:ext cx="227" cy="135"/>
                </a:xfrm>
                <a:prstGeom prst="ellipse">
                  <a:avLst/>
                </a:prstGeom>
                <a:gradFill rotWithShape="0">
                  <a:gsLst>
                    <a:gs pos="0">
                      <a:schemeClr val="accent1"/>
                    </a:gs>
                    <a:gs pos="100000">
                      <a:schemeClr val="accent1">
                        <a:gamma/>
                        <a:shade val="90980"/>
                        <a:invGamma/>
                      </a:schemeClr>
                    </a:gs>
                  </a:gsLst>
                  <a:lin ang="2700000" scaled="1"/>
                </a:gradFill>
                <a:ln w="9525">
                  <a:noFill/>
                  <a:round/>
                  <a:headEnd/>
                  <a:tailEnd/>
                </a:ln>
                <a:effectLst/>
              </p:spPr>
              <p:txBody>
                <a:bodyPr>
                  <a:prstTxWarp prst="textNoShape">
                    <a:avLst/>
                  </a:prstTxWarp>
                </a:bodyPr>
                <a:lstStyle/>
                <a:p>
                  <a:pPr>
                    <a:defRPr/>
                  </a:pPr>
                  <a:endParaRPr lang="en-US" dirty="0">
                    <a:latin typeface="Arial" pitchFamily="-107" charset="0"/>
                  </a:endParaRPr>
                </a:p>
              </p:txBody>
            </p:sp>
            <p:sp>
              <p:nvSpPr>
                <p:cNvPr id="88077" name="Oval 13"/>
                <p:cNvSpPr>
                  <a:spLocks noChangeArrowheads="1"/>
                </p:cNvSpPr>
                <p:nvPr/>
              </p:nvSpPr>
              <p:spPr bwMode="hidden">
                <a:xfrm>
                  <a:off x="2542" y="4097"/>
                  <a:ext cx="90" cy="60"/>
                </a:xfrm>
                <a:prstGeom prst="ellipse">
                  <a:avLst/>
                </a:prstGeom>
                <a:gradFill rotWithShape="0">
                  <a:gsLst>
                    <a:gs pos="0">
                      <a:schemeClr val="accent1"/>
                    </a:gs>
                    <a:gs pos="100000">
                      <a:schemeClr val="accent1">
                        <a:gamma/>
                        <a:shade val="90980"/>
                        <a:invGamma/>
                      </a:schemeClr>
                    </a:gs>
                  </a:gsLst>
                  <a:lin ang="0" scaled="1"/>
                </a:gradFill>
                <a:ln w="9525">
                  <a:noFill/>
                  <a:round/>
                  <a:headEnd/>
                  <a:tailEnd/>
                </a:ln>
                <a:effectLst/>
              </p:spPr>
              <p:txBody>
                <a:bodyPr>
                  <a:prstTxWarp prst="textNoShape">
                    <a:avLst/>
                  </a:prstTxWarp>
                </a:bodyPr>
                <a:lstStyle/>
                <a:p>
                  <a:pPr>
                    <a:defRPr/>
                  </a:pPr>
                  <a:endParaRPr lang="en-US" dirty="0">
                    <a:latin typeface="Arial" pitchFamily="-107" charset="0"/>
                  </a:endParaRPr>
                </a:p>
              </p:txBody>
            </p:sp>
          </p:grpSp>
          <p:sp>
            <p:nvSpPr>
              <p:cNvPr id="88078" name="Oval 14"/>
              <p:cNvSpPr>
                <a:spLocks noChangeArrowheads="1"/>
              </p:cNvSpPr>
              <p:nvPr/>
            </p:nvSpPr>
            <p:spPr bwMode="hidden">
              <a:xfrm>
                <a:off x="3686" y="3810"/>
                <a:ext cx="532" cy="327"/>
              </a:xfrm>
              <a:prstGeom prst="ellipse">
                <a:avLst/>
              </a:prstGeom>
              <a:gradFill rotWithShape="0">
                <a:gsLst>
                  <a:gs pos="0">
                    <a:schemeClr val="accent1"/>
                  </a:gs>
                  <a:gs pos="100000">
                    <a:schemeClr val="accent1">
                      <a:gamma/>
                      <a:shade val="90980"/>
                      <a:invGamma/>
                    </a:schemeClr>
                  </a:gs>
                </a:gsLst>
                <a:path path="shape">
                  <a:fillToRect l="50000" t="50000" r="50000" b="50000"/>
                </a:path>
              </a:gradFill>
              <a:ln w="9525">
                <a:noFill/>
                <a:round/>
                <a:headEnd/>
                <a:tailEnd/>
              </a:ln>
              <a:effectLst/>
            </p:spPr>
            <p:txBody>
              <a:bodyPr>
                <a:prstTxWarp prst="textNoShape">
                  <a:avLst/>
                </a:prstTxWarp>
              </a:bodyPr>
              <a:lstStyle/>
              <a:p>
                <a:pPr>
                  <a:defRPr/>
                </a:pPr>
                <a:endParaRPr lang="en-US" dirty="0">
                  <a:latin typeface="Arial" pitchFamily="-107" charset="0"/>
                </a:endParaRPr>
              </a:p>
            </p:txBody>
          </p:sp>
          <p:sp>
            <p:nvSpPr>
              <p:cNvPr id="88079" name="Oval 15"/>
              <p:cNvSpPr>
                <a:spLocks noChangeArrowheads="1"/>
              </p:cNvSpPr>
              <p:nvPr/>
            </p:nvSpPr>
            <p:spPr bwMode="hidden">
              <a:xfrm>
                <a:off x="3726" y="3840"/>
                <a:ext cx="452" cy="275"/>
              </a:xfrm>
              <a:prstGeom prst="ellipse">
                <a:avLst/>
              </a:prstGeom>
              <a:gradFill rotWithShape="0">
                <a:gsLst>
                  <a:gs pos="0">
                    <a:schemeClr val="accent1">
                      <a:gamma/>
                      <a:shade val="90980"/>
                      <a:invGamma/>
                    </a:schemeClr>
                  </a:gs>
                  <a:gs pos="100000">
                    <a:schemeClr val="accent1"/>
                  </a:gs>
                </a:gsLst>
                <a:lin ang="5400000" scaled="1"/>
              </a:gradFill>
              <a:ln w="9525">
                <a:noFill/>
                <a:round/>
                <a:headEnd/>
                <a:tailEnd/>
              </a:ln>
              <a:effectLst/>
            </p:spPr>
            <p:txBody>
              <a:bodyPr>
                <a:prstTxWarp prst="textNoShape">
                  <a:avLst/>
                </a:prstTxWarp>
              </a:bodyPr>
              <a:lstStyle/>
              <a:p>
                <a:pPr>
                  <a:defRPr/>
                </a:pPr>
                <a:endParaRPr lang="en-US" dirty="0">
                  <a:latin typeface="Arial" pitchFamily="-107" charset="0"/>
                </a:endParaRPr>
              </a:p>
            </p:txBody>
          </p:sp>
          <p:sp>
            <p:nvSpPr>
              <p:cNvPr id="88080" name="Oval 16"/>
              <p:cNvSpPr>
                <a:spLocks noChangeArrowheads="1"/>
              </p:cNvSpPr>
              <p:nvPr/>
            </p:nvSpPr>
            <p:spPr bwMode="hidden">
              <a:xfrm>
                <a:off x="3782" y="3872"/>
                <a:ext cx="344" cy="207"/>
              </a:xfrm>
              <a:prstGeom prst="ellipse">
                <a:avLst/>
              </a:prstGeom>
              <a:gradFill rotWithShape="0">
                <a:gsLst>
                  <a:gs pos="0">
                    <a:schemeClr val="accent1"/>
                  </a:gs>
                  <a:gs pos="100000">
                    <a:schemeClr val="accent1">
                      <a:gamma/>
                      <a:shade val="94118"/>
                      <a:invGamma/>
                    </a:schemeClr>
                  </a:gs>
                </a:gsLst>
                <a:lin ang="5400000" scaled="1"/>
              </a:gradFill>
              <a:ln w="9525">
                <a:noFill/>
                <a:round/>
                <a:headEnd/>
                <a:tailEnd/>
              </a:ln>
              <a:effectLst/>
            </p:spPr>
            <p:txBody>
              <a:bodyPr>
                <a:prstTxWarp prst="textNoShape">
                  <a:avLst/>
                </a:prstTxWarp>
              </a:bodyPr>
              <a:lstStyle/>
              <a:p>
                <a:pPr>
                  <a:defRPr/>
                </a:pPr>
                <a:endParaRPr lang="en-US" dirty="0">
                  <a:latin typeface="Arial" pitchFamily="-107" charset="0"/>
                </a:endParaRPr>
              </a:p>
            </p:txBody>
          </p:sp>
          <p:sp>
            <p:nvSpPr>
              <p:cNvPr id="88081" name="Oval 17"/>
              <p:cNvSpPr>
                <a:spLocks noChangeArrowheads="1"/>
              </p:cNvSpPr>
              <p:nvPr/>
            </p:nvSpPr>
            <p:spPr bwMode="hidden">
              <a:xfrm>
                <a:off x="3822" y="3896"/>
                <a:ext cx="262" cy="159"/>
              </a:xfrm>
              <a:prstGeom prst="ellipse">
                <a:avLst/>
              </a:prstGeom>
              <a:gradFill rotWithShape="0">
                <a:gsLst>
                  <a:gs pos="0">
                    <a:schemeClr val="accent1">
                      <a:gamma/>
                      <a:shade val="96863"/>
                      <a:invGamma/>
                    </a:schemeClr>
                  </a:gs>
                  <a:gs pos="100000">
                    <a:schemeClr val="accent1"/>
                  </a:gs>
                </a:gsLst>
                <a:lin ang="5400000" scaled="1"/>
              </a:gradFill>
              <a:ln w="9525">
                <a:noFill/>
                <a:round/>
                <a:headEnd/>
                <a:tailEnd/>
              </a:ln>
              <a:effectLst/>
            </p:spPr>
            <p:txBody>
              <a:bodyPr>
                <a:prstTxWarp prst="textNoShape">
                  <a:avLst/>
                </a:prstTxWarp>
              </a:bodyPr>
              <a:lstStyle/>
              <a:p>
                <a:pPr>
                  <a:defRPr/>
                </a:pPr>
                <a:endParaRPr lang="en-US" dirty="0">
                  <a:latin typeface="Arial" pitchFamily="-107" charset="0"/>
                </a:endParaRPr>
              </a:p>
            </p:txBody>
          </p:sp>
          <p:sp>
            <p:nvSpPr>
              <p:cNvPr id="88082" name="Oval 18"/>
              <p:cNvSpPr>
                <a:spLocks noChangeArrowheads="1"/>
              </p:cNvSpPr>
              <p:nvPr/>
            </p:nvSpPr>
            <p:spPr bwMode="hidden">
              <a:xfrm>
                <a:off x="3856" y="3922"/>
                <a:ext cx="192" cy="107"/>
              </a:xfrm>
              <a:prstGeom prst="ellipse">
                <a:avLst/>
              </a:prstGeom>
              <a:gradFill rotWithShape="0">
                <a:gsLst>
                  <a:gs pos="0">
                    <a:schemeClr val="accent1"/>
                  </a:gs>
                  <a:gs pos="100000">
                    <a:schemeClr val="accent1">
                      <a:gamma/>
                      <a:shade val="94118"/>
                      <a:invGamma/>
                    </a:schemeClr>
                  </a:gs>
                </a:gsLst>
                <a:lin ang="5400000" scaled="1"/>
              </a:gradFill>
              <a:ln w="9525">
                <a:noFill/>
                <a:round/>
                <a:headEnd/>
                <a:tailEnd/>
              </a:ln>
              <a:effectLst/>
            </p:spPr>
            <p:txBody>
              <a:bodyPr>
                <a:prstTxWarp prst="textNoShape">
                  <a:avLst/>
                </a:prstTxWarp>
              </a:bodyPr>
              <a:lstStyle/>
              <a:p>
                <a:pPr>
                  <a:defRPr/>
                </a:pPr>
                <a:endParaRPr lang="en-US" dirty="0">
                  <a:latin typeface="Arial" pitchFamily="-107" charset="0"/>
                </a:endParaRPr>
              </a:p>
            </p:txBody>
          </p:sp>
          <p:sp>
            <p:nvSpPr>
              <p:cNvPr id="88083" name="Freeform 19"/>
              <p:cNvSpPr>
                <a:spLocks/>
              </p:cNvSpPr>
              <p:nvPr/>
            </p:nvSpPr>
            <p:spPr bwMode="hidden">
              <a:xfrm>
                <a:off x="3575" y="3715"/>
                <a:ext cx="383" cy="161"/>
              </a:xfrm>
              <a:custGeom>
                <a:avLst/>
                <a:gdLst/>
                <a:ahLst/>
                <a:cxnLst>
                  <a:cxn ang="0">
                    <a:pos x="376" y="12"/>
                  </a:cxn>
                  <a:cxn ang="0">
                    <a:pos x="257" y="24"/>
                  </a:cxn>
                  <a:cxn ang="0">
                    <a:pos x="149" y="54"/>
                  </a:cxn>
                  <a:cxn ang="0">
                    <a:pos x="101" y="77"/>
                  </a:cxn>
                  <a:cxn ang="0">
                    <a:pos x="59" y="101"/>
                  </a:cxn>
                  <a:cxn ang="0">
                    <a:pos x="24" y="131"/>
                  </a:cxn>
                  <a:cxn ang="0">
                    <a:pos x="0" y="161"/>
                  </a:cxn>
                  <a:cxn ang="0">
                    <a:pos x="0" y="137"/>
                  </a:cxn>
                  <a:cxn ang="0">
                    <a:pos x="29" y="107"/>
                  </a:cxn>
                  <a:cxn ang="0">
                    <a:pos x="65" y="83"/>
                  </a:cxn>
                  <a:cxn ang="0">
                    <a:pos x="155" y="36"/>
                  </a:cxn>
                  <a:cxn ang="0">
                    <a:pos x="257" y="12"/>
                  </a:cxn>
                  <a:cxn ang="0">
                    <a:pos x="376" y="0"/>
                  </a:cxn>
                  <a:cxn ang="0">
                    <a:pos x="376" y="0"/>
                  </a:cxn>
                  <a:cxn ang="0">
                    <a:pos x="382" y="0"/>
                  </a:cxn>
                  <a:cxn ang="0">
                    <a:pos x="382" y="12"/>
                  </a:cxn>
                  <a:cxn ang="0">
                    <a:pos x="376" y="12"/>
                  </a:cxn>
                  <a:cxn ang="0">
                    <a:pos x="376" y="12"/>
                  </a:cxn>
                  <a:cxn ang="0">
                    <a:pos x="376" y="12"/>
                  </a:cxn>
                </a:cxnLst>
                <a:rect l="0" t="0" r="r" b="b"/>
                <a:pathLst>
                  <a:path w="382" h="161">
                    <a:moveTo>
                      <a:pt x="376" y="12"/>
                    </a:moveTo>
                    <a:lnTo>
                      <a:pt x="257" y="24"/>
                    </a:lnTo>
                    <a:lnTo>
                      <a:pt x="149" y="54"/>
                    </a:lnTo>
                    <a:lnTo>
                      <a:pt x="101" y="77"/>
                    </a:lnTo>
                    <a:lnTo>
                      <a:pt x="59" y="101"/>
                    </a:lnTo>
                    <a:lnTo>
                      <a:pt x="24" y="131"/>
                    </a:lnTo>
                    <a:lnTo>
                      <a:pt x="0" y="161"/>
                    </a:lnTo>
                    <a:lnTo>
                      <a:pt x="0" y="137"/>
                    </a:lnTo>
                    <a:lnTo>
                      <a:pt x="29" y="107"/>
                    </a:lnTo>
                    <a:lnTo>
                      <a:pt x="65" y="83"/>
                    </a:lnTo>
                    <a:lnTo>
                      <a:pt x="155" y="36"/>
                    </a:lnTo>
                    <a:lnTo>
                      <a:pt x="257" y="12"/>
                    </a:lnTo>
                    <a:lnTo>
                      <a:pt x="376" y="0"/>
                    </a:lnTo>
                    <a:lnTo>
                      <a:pt x="376" y="0"/>
                    </a:lnTo>
                    <a:lnTo>
                      <a:pt x="382" y="0"/>
                    </a:lnTo>
                    <a:lnTo>
                      <a:pt x="382" y="12"/>
                    </a:lnTo>
                    <a:lnTo>
                      <a:pt x="376" y="12"/>
                    </a:lnTo>
                    <a:lnTo>
                      <a:pt x="376" y="12"/>
                    </a:lnTo>
                    <a:lnTo>
                      <a:pt x="376" y="12"/>
                    </a:lnTo>
                    <a:close/>
                  </a:path>
                </a:pathLst>
              </a:custGeom>
              <a:gradFill rotWithShape="0">
                <a:gsLst>
                  <a:gs pos="0">
                    <a:schemeClr val="accent1">
                      <a:gamma/>
                      <a:shade val="94118"/>
                      <a:invGamma/>
                    </a:schemeClr>
                  </a:gs>
                  <a:gs pos="100000">
                    <a:schemeClr val="accent1"/>
                  </a:gs>
                </a:gsLst>
                <a:lin ang="5400000" scaled="1"/>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88084" name="Freeform 20"/>
              <p:cNvSpPr>
                <a:spLocks/>
              </p:cNvSpPr>
              <p:nvPr/>
            </p:nvSpPr>
            <p:spPr bwMode="hidden">
              <a:xfrm>
                <a:off x="3695" y="4170"/>
                <a:ext cx="444" cy="66"/>
              </a:xfrm>
              <a:custGeom>
                <a:avLst/>
                <a:gdLst/>
                <a:ahLst/>
                <a:cxnLst>
                  <a:cxn ang="0">
                    <a:pos x="257" y="54"/>
                  </a:cxn>
                  <a:cxn ang="0">
                    <a:pos x="353" y="48"/>
                  </a:cxn>
                  <a:cxn ang="0">
                    <a:pos x="443" y="24"/>
                  </a:cxn>
                  <a:cxn ang="0">
                    <a:pos x="443" y="36"/>
                  </a:cxn>
                  <a:cxn ang="0">
                    <a:pos x="353" y="60"/>
                  </a:cxn>
                  <a:cxn ang="0">
                    <a:pos x="257" y="66"/>
                  </a:cxn>
                  <a:cxn ang="0">
                    <a:pos x="186" y="60"/>
                  </a:cxn>
                  <a:cxn ang="0">
                    <a:pos x="120" y="48"/>
                  </a:cxn>
                  <a:cxn ang="0">
                    <a:pos x="60" y="36"/>
                  </a:cxn>
                  <a:cxn ang="0">
                    <a:pos x="0" y="12"/>
                  </a:cxn>
                  <a:cxn ang="0">
                    <a:pos x="0" y="0"/>
                  </a:cxn>
                  <a:cxn ang="0">
                    <a:pos x="54" y="24"/>
                  </a:cxn>
                  <a:cxn ang="0">
                    <a:pos x="120" y="36"/>
                  </a:cxn>
                  <a:cxn ang="0">
                    <a:pos x="186" y="48"/>
                  </a:cxn>
                  <a:cxn ang="0">
                    <a:pos x="257" y="54"/>
                  </a:cxn>
                  <a:cxn ang="0">
                    <a:pos x="257" y="54"/>
                  </a:cxn>
                </a:cxnLst>
                <a:rect l="0" t="0" r="r" b="b"/>
                <a:pathLst>
                  <a:path w="443" h="66">
                    <a:moveTo>
                      <a:pt x="257" y="54"/>
                    </a:moveTo>
                    <a:lnTo>
                      <a:pt x="353" y="48"/>
                    </a:lnTo>
                    <a:lnTo>
                      <a:pt x="443" y="24"/>
                    </a:lnTo>
                    <a:lnTo>
                      <a:pt x="443" y="36"/>
                    </a:lnTo>
                    <a:lnTo>
                      <a:pt x="353" y="60"/>
                    </a:lnTo>
                    <a:lnTo>
                      <a:pt x="257" y="66"/>
                    </a:lnTo>
                    <a:lnTo>
                      <a:pt x="186" y="60"/>
                    </a:lnTo>
                    <a:lnTo>
                      <a:pt x="120" y="48"/>
                    </a:lnTo>
                    <a:lnTo>
                      <a:pt x="60" y="36"/>
                    </a:lnTo>
                    <a:lnTo>
                      <a:pt x="0" y="12"/>
                    </a:lnTo>
                    <a:lnTo>
                      <a:pt x="0" y="0"/>
                    </a:lnTo>
                    <a:lnTo>
                      <a:pt x="54" y="24"/>
                    </a:lnTo>
                    <a:lnTo>
                      <a:pt x="120" y="36"/>
                    </a:lnTo>
                    <a:lnTo>
                      <a:pt x="186" y="48"/>
                    </a:lnTo>
                    <a:lnTo>
                      <a:pt x="257" y="54"/>
                    </a:lnTo>
                    <a:lnTo>
                      <a:pt x="257" y="54"/>
                    </a:lnTo>
                    <a:close/>
                  </a:path>
                </a:pathLst>
              </a:custGeom>
              <a:gradFill rotWithShape="0">
                <a:gsLst>
                  <a:gs pos="0">
                    <a:schemeClr val="accent1">
                      <a:gamma/>
                      <a:shade val="84706"/>
                      <a:invGamma/>
                    </a:schemeClr>
                  </a:gs>
                  <a:gs pos="100000">
                    <a:schemeClr val="accent1"/>
                  </a:gs>
                </a:gsLst>
                <a:lin ang="18900000" scaled="1"/>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88085" name="Freeform 21"/>
              <p:cNvSpPr>
                <a:spLocks/>
              </p:cNvSpPr>
              <p:nvPr/>
            </p:nvSpPr>
            <p:spPr bwMode="hidden">
              <a:xfrm>
                <a:off x="3527" y="3906"/>
                <a:ext cx="89" cy="216"/>
              </a:xfrm>
              <a:custGeom>
                <a:avLst/>
                <a:gdLst/>
                <a:ahLst/>
                <a:cxnLst>
                  <a:cxn ang="0">
                    <a:pos x="12" y="66"/>
                  </a:cxn>
                  <a:cxn ang="0">
                    <a:pos x="18" y="108"/>
                  </a:cxn>
                  <a:cxn ang="0">
                    <a:pos x="36" y="144"/>
                  </a:cxn>
                  <a:cxn ang="0">
                    <a:pos x="60" y="180"/>
                  </a:cxn>
                  <a:cxn ang="0">
                    <a:pos x="89" y="216"/>
                  </a:cxn>
                  <a:cxn ang="0">
                    <a:pos x="72" y="216"/>
                  </a:cxn>
                  <a:cxn ang="0">
                    <a:pos x="42" y="180"/>
                  </a:cxn>
                  <a:cxn ang="0">
                    <a:pos x="18" y="144"/>
                  </a:cxn>
                  <a:cxn ang="0">
                    <a:pos x="6" y="108"/>
                  </a:cxn>
                  <a:cxn ang="0">
                    <a:pos x="0" y="66"/>
                  </a:cxn>
                  <a:cxn ang="0">
                    <a:pos x="0" y="30"/>
                  </a:cxn>
                  <a:cxn ang="0">
                    <a:pos x="12" y="0"/>
                  </a:cxn>
                  <a:cxn ang="0">
                    <a:pos x="30" y="0"/>
                  </a:cxn>
                  <a:cxn ang="0">
                    <a:pos x="18" y="30"/>
                  </a:cxn>
                  <a:cxn ang="0">
                    <a:pos x="12" y="66"/>
                  </a:cxn>
                  <a:cxn ang="0">
                    <a:pos x="12" y="66"/>
                  </a:cxn>
                </a:cxnLst>
                <a:rect l="0" t="0" r="r" b="b"/>
                <a:pathLst>
                  <a:path w="89" h="216">
                    <a:moveTo>
                      <a:pt x="12" y="66"/>
                    </a:moveTo>
                    <a:lnTo>
                      <a:pt x="18" y="108"/>
                    </a:lnTo>
                    <a:lnTo>
                      <a:pt x="36" y="144"/>
                    </a:lnTo>
                    <a:lnTo>
                      <a:pt x="60" y="180"/>
                    </a:lnTo>
                    <a:lnTo>
                      <a:pt x="89" y="216"/>
                    </a:lnTo>
                    <a:lnTo>
                      <a:pt x="72" y="216"/>
                    </a:lnTo>
                    <a:lnTo>
                      <a:pt x="42" y="180"/>
                    </a:lnTo>
                    <a:lnTo>
                      <a:pt x="18" y="144"/>
                    </a:lnTo>
                    <a:lnTo>
                      <a:pt x="6" y="108"/>
                    </a:lnTo>
                    <a:lnTo>
                      <a:pt x="0" y="66"/>
                    </a:lnTo>
                    <a:lnTo>
                      <a:pt x="0" y="30"/>
                    </a:lnTo>
                    <a:lnTo>
                      <a:pt x="12" y="0"/>
                    </a:lnTo>
                    <a:lnTo>
                      <a:pt x="30" y="0"/>
                    </a:lnTo>
                    <a:lnTo>
                      <a:pt x="18" y="30"/>
                    </a:lnTo>
                    <a:lnTo>
                      <a:pt x="12" y="66"/>
                    </a:lnTo>
                    <a:lnTo>
                      <a:pt x="12" y="66"/>
                    </a:lnTo>
                    <a:close/>
                  </a:path>
                </a:pathLst>
              </a:custGeom>
              <a:gradFill rotWithShape="0">
                <a:gsLst>
                  <a:gs pos="0">
                    <a:schemeClr val="accent1"/>
                  </a:gs>
                  <a:gs pos="100000">
                    <a:schemeClr val="accent1">
                      <a:gamma/>
                      <a:shade val="87843"/>
                      <a:invGamma/>
                    </a:schemeClr>
                  </a:gs>
                </a:gsLst>
                <a:lin ang="5400000" scaled="1"/>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88086" name="Freeform 22"/>
              <p:cNvSpPr>
                <a:spLocks/>
              </p:cNvSpPr>
              <p:nvPr/>
            </p:nvSpPr>
            <p:spPr bwMode="hidden">
              <a:xfrm>
                <a:off x="3569" y="3745"/>
                <a:ext cx="750" cy="461"/>
              </a:xfrm>
              <a:custGeom>
                <a:avLst/>
                <a:gdLst/>
                <a:ahLst/>
                <a:cxnLst>
                  <a:cxn ang="0">
                    <a:pos x="382" y="443"/>
                  </a:cxn>
                  <a:cxn ang="0">
                    <a:pos x="311" y="437"/>
                  </a:cxn>
                  <a:cxn ang="0">
                    <a:pos x="245" y="425"/>
                  </a:cxn>
                  <a:cxn ang="0">
                    <a:pos x="185" y="407"/>
                  </a:cxn>
                  <a:cxn ang="0">
                    <a:pos x="131" y="383"/>
                  </a:cxn>
                  <a:cxn ang="0">
                    <a:pos x="83" y="347"/>
                  </a:cxn>
                  <a:cxn ang="0">
                    <a:pos x="53" y="311"/>
                  </a:cxn>
                  <a:cxn ang="0">
                    <a:pos x="30" y="269"/>
                  </a:cxn>
                  <a:cxn ang="0">
                    <a:pos x="24" y="227"/>
                  </a:cxn>
                  <a:cxn ang="0">
                    <a:pos x="30" y="185"/>
                  </a:cxn>
                  <a:cxn ang="0">
                    <a:pos x="53" y="143"/>
                  </a:cxn>
                  <a:cxn ang="0">
                    <a:pos x="83" y="107"/>
                  </a:cxn>
                  <a:cxn ang="0">
                    <a:pos x="131" y="77"/>
                  </a:cxn>
                  <a:cxn ang="0">
                    <a:pos x="185" y="47"/>
                  </a:cxn>
                  <a:cxn ang="0">
                    <a:pos x="245" y="30"/>
                  </a:cxn>
                  <a:cxn ang="0">
                    <a:pos x="311" y="18"/>
                  </a:cxn>
                  <a:cxn ang="0">
                    <a:pos x="382" y="12"/>
                  </a:cxn>
                  <a:cxn ang="0">
                    <a:pos x="478" y="18"/>
                  </a:cxn>
                  <a:cxn ang="0">
                    <a:pos x="562" y="41"/>
                  </a:cxn>
                  <a:cxn ang="0">
                    <a:pos x="562" y="36"/>
                  </a:cxn>
                  <a:cxn ang="0">
                    <a:pos x="562" y="30"/>
                  </a:cxn>
                  <a:cxn ang="0">
                    <a:pos x="478" y="6"/>
                  </a:cxn>
                  <a:cxn ang="0">
                    <a:pos x="382" y="0"/>
                  </a:cxn>
                  <a:cxn ang="0">
                    <a:pos x="305" y="6"/>
                  </a:cxn>
                  <a:cxn ang="0">
                    <a:pos x="233" y="18"/>
                  </a:cxn>
                  <a:cxn ang="0">
                    <a:pos x="167" y="41"/>
                  </a:cxn>
                  <a:cxn ang="0">
                    <a:pos x="113" y="65"/>
                  </a:cxn>
                  <a:cxn ang="0">
                    <a:pos x="65" y="101"/>
                  </a:cxn>
                  <a:cxn ang="0">
                    <a:pos x="30" y="137"/>
                  </a:cxn>
                  <a:cxn ang="0">
                    <a:pos x="6" y="179"/>
                  </a:cxn>
                  <a:cxn ang="0">
                    <a:pos x="0" y="227"/>
                  </a:cxn>
                  <a:cxn ang="0">
                    <a:pos x="6" y="275"/>
                  </a:cxn>
                  <a:cxn ang="0">
                    <a:pos x="30" y="317"/>
                  </a:cxn>
                  <a:cxn ang="0">
                    <a:pos x="65" y="359"/>
                  </a:cxn>
                  <a:cxn ang="0">
                    <a:pos x="113" y="395"/>
                  </a:cxn>
                  <a:cxn ang="0">
                    <a:pos x="167" y="419"/>
                  </a:cxn>
                  <a:cxn ang="0">
                    <a:pos x="233" y="443"/>
                  </a:cxn>
                  <a:cxn ang="0">
                    <a:pos x="305" y="455"/>
                  </a:cxn>
                  <a:cxn ang="0">
                    <a:pos x="382" y="461"/>
                  </a:cxn>
                  <a:cxn ang="0">
                    <a:pos x="448" y="455"/>
                  </a:cxn>
                  <a:cxn ang="0">
                    <a:pos x="508" y="449"/>
                  </a:cxn>
                  <a:cxn ang="0">
                    <a:pos x="609" y="413"/>
                  </a:cxn>
                  <a:cxn ang="0">
                    <a:pos x="657" y="389"/>
                  </a:cxn>
                  <a:cxn ang="0">
                    <a:pos x="693" y="359"/>
                  </a:cxn>
                  <a:cxn ang="0">
                    <a:pos x="723" y="329"/>
                  </a:cxn>
                  <a:cxn ang="0">
                    <a:pos x="747" y="293"/>
                  </a:cxn>
                  <a:cxn ang="0">
                    <a:pos x="741" y="287"/>
                  </a:cxn>
                  <a:cxn ang="0">
                    <a:pos x="729" y="281"/>
                  </a:cxn>
                  <a:cxn ang="0">
                    <a:pos x="711" y="317"/>
                  </a:cxn>
                  <a:cxn ang="0">
                    <a:pos x="681" y="347"/>
                  </a:cxn>
                  <a:cxn ang="0">
                    <a:pos x="645" y="377"/>
                  </a:cxn>
                  <a:cxn ang="0">
                    <a:pos x="604" y="401"/>
                  </a:cxn>
                  <a:cxn ang="0">
                    <a:pos x="502" y="431"/>
                  </a:cxn>
                  <a:cxn ang="0">
                    <a:pos x="442" y="443"/>
                  </a:cxn>
                  <a:cxn ang="0">
                    <a:pos x="382" y="443"/>
                  </a:cxn>
                  <a:cxn ang="0">
                    <a:pos x="382" y="443"/>
                  </a:cxn>
                </a:cxnLst>
                <a:rect l="0" t="0" r="r" b="b"/>
                <a:pathLst>
                  <a:path w="747" h="461">
                    <a:moveTo>
                      <a:pt x="382" y="443"/>
                    </a:moveTo>
                    <a:lnTo>
                      <a:pt x="311" y="437"/>
                    </a:lnTo>
                    <a:lnTo>
                      <a:pt x="245" y="425"/>
                    </a:lnTo>
                    <a:lnTo>
                      <a:pt x="185" y="407"/>
                    </a:lnTo>
                    <a:lnTo>
                      <a:pt x="131" y="383"/>
                    </a:lnTo>
                    <a:lnTo>
                      <a:pt x="83" y="347"/>
                    </a:lnTo>
                    <a:lnTo>
                      <a:pt x="53" y="311"/>
                    </a:lnTo>
                    <a:lnTo>
                      <a:pt x="30" y="269"/>
                    </a:lnTo>
                    <a:lnTo>
                      <a:pt x="24" y="227"/>
                    </a:lnTo>
                    <a:lnTo>
                      <a:pt x="30" y="185"/>
                    </a:lnTo>
                    <a:lnTo>
                      <a:pt x="53" y="143"/>
                    </a:lnTo>
                    <a:lnTo>
                      <a:pt x="83" y="107"/>
                    </a:lnTo>
                    <a:lnTo>
                      <a:pt x="131" y="77"/>
                    </a:lnTo>
                    <a:lnTo>
                      <a:pt x="185" y="47"/>
                    </a:lnTo>
                    <a:lnTo>
                      <a:pt x="245" y="30"/>
                    </a:lnTo>
                    <a:lnTo>
                      <a:pt x="311" y="18"/>
                    </a:lnTo>
                    <a:lnTo>
                      <a:pt x="382" y="12"/>
                    </a:lnTo>
                    <a:lnTo>
                      <a:pt x="478" y="18"/>
                    </a:lnTo>
                    <a:lnTo>
                      <a:pt x="562" y="41"/>
                    </a:lnTo>
                    <a:lnTo>
                      <a:pt x="562" y="36"/>
                    </a:lnTo>
                    <a:lnTo>
                      <a:pt x="562" y="30"/>
                    </a:lnTo>
                    <a:lnTo>
                      <a:pt x="478" y="6"/>
                    </a:lnTo>
                    <a:lnTo>
                      <a:pt x="382" y="0"/>
                    </a:lnTo>
                    <a:lnTo>
                      <a:pt x="305" y="6"/>
                    </a:lnTo>
                    <a:lnTo>
                      <a:pt x="233" y="18"/>
                    </a:lnTo>
                    <a:lnTo>
                      <a:pt x="167" y="41"/>
                    </a:lnTo>
                    <a:lnTo>
                      <a:pt x="113" y="65"/>
                    </a:lnTo>
                    <a:lnTo>
                      <a:pt x="65" y="101"/>
                    </a:lnTo>
                    <a:lnTo>
                      <a:pt x="30" y="137"/>
                    </a:lnTo>
                    <a:lnTo>
                      <a:pt x="6" y="179"/>
                    </a:lnTo>
                    <a:lnTo>
                      <a:pt x="0" y="227"/>
                    </a:lnTo>
                    <a:lnTo>
                      <a:pt x="6" y="275"/>
                    </a:lnTo>
                    <a:lnTo>
                      <a:pt x="30" y="317"/>
                    </a:lnTo>
                    <a:lnTo>
                      <a:pt x="65" y="359"/>
                    </a:lnTo>
                    <a:lnTo>
                      <a:pt x="113" y="395"/>
                    </a:lnTo>
                    <a:lnTo>
                      <a:pt x="167" y="419"/>
                    </a:lnTo>
                    <a:lnTo>
                      <a:pt x="233" y="443"/>
                    </a:lnTo>
                    <a:lnTo>
                      <a:pt x="305" y="455"/>
                    </a:lnTo>
                    <a:lnTo>
                      <a:pt x="382" y="461"/>
                    </a:lnTo>
                    <a:lnTo>
                      <a:pt x="448" y="455"/>
                    </a:lnTo>
                    <a:lnTo>
                      <a:pt x="508" y="449"/>
                    </a:lnTo>
                    <a:lnTo>
                      <a:pt x="609" y="413"/>
                    </a:lnTo>
                    <a:lnTo>
                      <a:pt x="657" y="389"/>
                    </a:lnTo>
                    <a:lnTo>
                      <a:pt x="693" y="359"/>
                    </a:lnTo>
                    <a:lnTo>
                      <a:pt x="723" y="329"/>
                    </a:lnTo>
                    <a:lnTo>
                      <a:pt x="747" y="293"/>
                    </a:lnTo>
                    <a:lnTo>
                      <a:pt x="741" y="287"/>
                    </a:lnTo>
                    <a:lnTo>
                      <a:pt x="729" y="281"/>
                    </a:lnTo>
                    <a:lnTo>
                      <a:pt x="711" y="317"/>
                    </a:lnTo>
                    <a:lnTo>
                      <a:pt x="681" y="347"/>
                    </a:lnTo>
                    <a:lnTo>
                      <a:pt x="645" y="377"/>
                    </a:lnTo>
                    <a:lnTo>
                      <a:pt x="604" y="401"/>
                    </a:lnTo>
                    <a:lnTo>
                      <a:pt x="502" y="431"/>
                    </a:lnTo>
                    <a:lnTo>
                      <a:pt x="442" y="443"/>
                    </a:lnTo>
                    <a:lnTo>
                      <a:pt x="382" y="443"/>
                    </a:lnTo>
                    <a:lnTo>
                      <a:pt x="382" y="443"/>
                    </a:lnTo>
                    <a:close/>
                  </a:path>
                </a:pathLst>
              </a:custGeom>
              <a:gradFill rotWithShape="0">
                <a:gsLst>
                  <a:gs pos="0">
                    <a:schemeClr val="accent1"/>
                  </a:gs>
                  <a:gs pos="100000">
                    <a:schemeClr val="accent1">
                      <a:gamma/>
                      <a:shade val="90980"/>
                      <a:invGamma/>
                    </a:schemeClr>
                  </a:gs>
                </a:gsLst>
                <a:path path="rect">
                  <a:fillToRect l="50000" t="50000" r="50000" b="50000"/>
                </a:path>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88087" name="Freeform 23"/>
              <p:cNvSpPr>
                <a:spLocks/>
              </p:cNvSpPr>
              <p:nvPr/>
            </p:nvSpPr>
            <p:spPr bwMode="hidden">
              <a:xfrm>
                <a:off x="4037" y="3721"/>
                <a:ext cx="96" cy="30"/>
              </a:xfrm>
              <a:custGeom>
                <a:avLst/>
                <a:gdLst/>
                <a:ahLst/>
                <a:cxnLst>
                  <a:cxn ang="0">
                    <a:pos x="0" y="0"/>
                  </a:cxn>
                  <a:cxn ang="0">
                    <a:pos x="0" y="12"/>
                  </a:cxn>
                  <a:cxn ang="0">
                    <a:pos x="48" y="18"/>
                  </a:cxn>
                  <a:cxn ang="0">
                    <a:pos x="96" y="30"/>
                  </a:cxn>
                  <a:cxn ang="0">
                    <a:pos x="96" y="24"/>
                  </a:cxn>
                  <a:cxn ang="0">
                    <a:pos x="96" y="18"/>
                  </a:cxn>
                  <a:cxn ang="0">
                    <a:pos x="48" y="12"/>
                  </a:cxn>
                  <a:cxn ang="0">
                    <a:pos x="0" y="0"/>
                  </a:cxn>
                  <a:cxn ang="0">
                    <a:pos x="0" y="0"/>
                  </a:cxn>
                </a:cxnLst>
                <a:rect l="0" t="0" r="r" b="b"/>
                <a:pathLst>
                  <a:path w="96" h="30">
                    <a:moveTo>
                      <a:pt x="0" y="0"/>
                    </a:moveTo>
                    <a:lnTo>
                      <a:pt x="0" y="12"/>
                    </a:lnTo>
                    <a:lnTo>
                      <a:pt x="48" y="18"/>
                    </a:lnTo>
                    <a:lnTo>
                      <a:pt x="96" y="30"/>
                    </a:lnTo>
                    <a:lnTo>
                      <a:pt x="96" y="24"/>
                    </a:lnTo>
                    <a:lnTo>
                      <a:pt x="96" y="18"/>
                    </a:lnTo>
                    <a:lnTo>
                      <a:pt x="48" y="12"/>
                    </a:lnTo>
                    <a:lnTo>
                      <a:pt x="0" y="0"/>
                    </a:lnTo>
                    <a:lnTo>
                      <a:pt x="0" y="0"/>
                    </a:lnTo>
                    <a:close/>
                  </a:path>
                </a:pathLst>
              </a:custGeom>
              <a:gradFill rotWithShape="0">
                <a:gsLst>
                  <a:gs pos="0">
                    <a:schemeClr val="accent1"/>
                  </a:gs>
                  <a:gs pos="100000">
                    <a:schemeClr val="accent1">
                      <a:gamma/>
                      <a:shade val="87843"/>
                      <a:invGamma/>
                    </a:schemeClr>
                  </a:gs>
                </a:gsLst>
                <a:lin ang="0" scaled="1"/>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88088" name="Freeform 24"/>
              <p:cNvSpPr>
                <a:spLocks/>
              </p:cNvSpPr>
              <p:nvPr/>
            </p:nvSpPr>
            <p:spPr bwMode="hidden">
              <a:xfrm>
                <a:off x="4175" y="4050"/>
                <a:ext cx="180" cy="132"/>
              </a:xfrm>
              <a:custGeom>
                <a:avLst/>
                <a:gdLst/>
                <a:ahLst/>
                <a:cxnLst>
                  <a:cxn ang="0">
                    <a:pos x="0" y="132"/>
                  </a:cxn>
                  <a:cxn ang="0">
                    <a:pos x="29" y="132"/>
                  </a:cxn>
                  <a:cxn ang="0">
                    <a:pos x="77" y="108"/>
                  </a:cxn>
                  <a:cxn ang="0">
                    <a:pos x="119" y="78"/>
                  </a:cxn>
                  <a:cxn ang="0">
                    <a:pos x="155" y="48"/>
                  </a:cxn>
                  <a:cxn ang="0">
                    <a:pos x="179" y="12"/>
                  </a:cxn>
                  <a:cxn ang="0">
                    <a:pos x="173" y="6"/>
                  </a:cxn>
                  <a:cxn ang="0">
                    <a:pos x="167" y="0"/>
                  </a:cxn>
                  <a:cxn ang="0">
                    <a:pos x="137" y="42"/>
                  </a:cxn>
                  <a:cxn ang="0">
                    <a:pos x="101" y="78"/>
                  </a:cxn>
                  <a:cxn ang="0">
                    <a:pos x="53" y="108"/>
                  </a:cxn>
                  <a:cxn ang="0">
                    <a:pos x="0" y="132"/>
                  </a:cxn>
                  <a:cxn ang="0">
                    <a:pos x="0" y="132"/>
                  </a:cxn>
                </a:cxnLst>
                <a:rect l="0" t="0" r="r" b="b"/>
                <a:pathLst>
                  <a:path w="179" h="132">
                    <a:moveTo>
                      <a:pt x="0" y="132"/>
                    </a:moveTo>
                    <a:lnTo>
                      <a:pt x="29" y="132"/>
                    </a:lnTo>
                    <a:lnTo>
                      <a:pt x="77" y="108"/>
                    </a:lnTo>
                    <a:lnTo>
                      <a:pt x="119" y="78"/>
                    </a:lnTo>
                    <a:lnTo>
                      <a:pt x="155" y="48"/>
                    </a:lnTo>
                    <a:lnTo>
                      <a:pt x="179" y="12"/>
                    </a:lnTo>
                    <a:lnTo>
                      <a:pt x="173" y="6"/>
                    </a:lnTo>
                    <a:lnTo>
                      <a:pt x="167" y="0"/>
                    </a:lnTo>
                    <a:lnTo>
                      <a:pt x="137" y="42"/>
                    </a:lnTo>
                    <a:lnTo>
                      <a:pt x="101" y="78"/>
                    </a:lnTo>
                    <a:lnTo>
                      <a:pt x="53" y="108"/>
                    </a:lnTo>
                    <a:lnTo>
                      <a:pt x="0" y="132"/>
                    </a:lnTo>
                    <a:lnTo>
                      <a:pt x="0" y="132"/>
                    </a:lnTo>
                    <a:close/>
                  </a:path>
                </a:pathLst>
              </a:custGeom>
              <a:gradFill rotWithShape="0">
                <a:gsLst>
                  <a:gs pos="0">
                    <a:schemeClr val="accent1"/>
                  </a:gs>
                  <a:gs pos="100000">
                    <a:schemeClr val="accent1">
                      <a:gamma/>
                      <a:shade val="87843"/>
                      <a:invGamma/>
                    </a:schemeClr>
                  </a:gs>
                </a:gsLst>
                <a:lin ang="18900000" scaled="1"/>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88089" name="Freeform 25"/>
              <p:cNvSpPr>
                <a:spLocks/>
              </p:cNvSpPr>
              <p:nvPr/>
            </p:nvSpPr>
            <p:spPr bwMode="hidden">
              <a:xfrm>
                <a:off x="2585" y="3822"/>
                <a:ext cx="449" cy="186"/>
              </a:xfrm>
              <a:custGeom>
                <a:avLst/>
                <a:gdLst/>
                <a:ahLst/>
                <a:cxnLst>
                  <a:cxn ang="0">
                    <a:pos x="6" y="6"/>
                  </a:cxn>
                  <a:cxn ang="0">
                    <a:pos x="78" y="12"/>
                  </a:cxn>
                  <a:cxn ang="0">
                    <a:pos x="150" y="18"/>
                  </a:cxn>
                  <a:cxn ang="0">
                    <a:pos x="215" y="36"/>
                  </a:cxn>
                  <a:cxn ang="0">
                    <a:pos x="275" y="60"/>
                  </a:cxn>
                  <a:cxn ang="0">
                    <a:pos x="329" y="84"/>
                  </a:cxn>
                  <a:cxn ang="0">
                    <a:pos x="377" y="114"/>
                  </a:cxn>
                  <a:cxn ang="0">
                    <a:pos x="419" y="150"/>
                  </a:cxn>
                  <a:cxn ang="0">
                    <a:pos x="448" y="186"/>
                  </a:cxn>
                  <a:cxn ang="0">
                    <a:pos x="448" y="162"/>
                  </a:cxn>
                  <a:cxn ang="0">
                    <a:pos x="413" y="126"/>
                  </a:cxn>
                  <a:cxn ang="0">
                    <a:pos x="371" y="96"/>
                  </a:cxn>
                  <a:cxn ang="0">
                    <a:pos x="323" y="66"/>
                  </a:cxn>
                  <a:cxn ang="0">
                    <a:pos x="269" y="48"/>
                  </a:cxn>
                  <a:cxn ang="0">
                    <a:pos x="144" y="12"/>
                  </a:cxn>
                  <a:cxn ang="0">
                    <a:pos x="78" y="6"/>
                  </a:cxn>
                  <a:cxn ang="0">
                    <a:pos x="6" y="0"/>
                  </a:cxn>
                  <a:cxn ang="0">
                    <a:pos x="0" y="0"/>
                  </a:cxn>
                  <a:cxn ang="0">
                    <a:pos x="0" y="0"/>
                  </a:cxn>
                  <a:cxn ang="0">
                    <a:pos x="0" y="6"/>
                  </a:cxn>
                  <a:cxn ang="0">
                    <a:pos x="0" y="6"/>
                  </a:cxn>
                  <a:cxn ang="0">
                    <a:pos x="6" y="6"/>
                  </a:cxn>
                  <a:cxn ang="0">
                    <a:pos x="6" y="6"/>
                  </a:cxn>
                </a:cxnLst>
                <a:rect l="0" t="0" r="r" b="b"/>
                <a:pathLst>
                  <a:path w="448" h="186">
                    <a:moveTo>
                      <a:pt x="6" y="6"/>
                    </a:moveTo>
                    <a:lnTo>
                      <a:pt x="78" y="12"/>
                    </a:lnTo>
                    <a:lnTo>
                      <a:pt x="150" y="18"/>
                    </a:lnTo>
                    <a:lnTo>
                      <a:pt x="215" y="36"/>
                    </a:lnTo>
                    <a:lnTo>
                      <a:pt x="275" y="60"/>
                    </a:lnTo>
                    <a:lnTo>
                      <a:pt x="329" y="84"/>
                    </a:lnTo>
                    <a:lnTo>
                      <a:pt x="377" y="114"/>
                    </a:lnTo>
                    <a:lnTo>
                      <a:pt x="419" y="150"/>
                    </a:lnTo>
                    <a:lnTo>
                      <a:pt x="448" y="186"/>
                    </a:lnTo>
                    <a:lnTo>
                      <a:pt x="448" y="162"/>
                    </a:lnTo>
                    <a:lnTo>
                      <a:pt x="413" y="126"/>
                    </a:lnTo>
                    <a:lnTo>
                      <a:pt x="371" y="96"/>
                    </a:lnTo>
                    <a:lnTo>
                      <a:pt x="323" y="66"/>
                    </a:lnTo>
                    <a:lnTo>
                      <a:pt x="269" y="48"/>
                    </a:lnTo>
                    <a:lnTo>
                      <a:pt x="144" y="12"/>
                    </a:lnTo>
                    <a:lnTo>
                      <a:pt x="78" y="6"/>
                    </a:lnTo>
                    <a:lnTo>
                      <a:pt x="6" y="0"/>
                    </a:lnTo>
                    <a:lnTo>
                      <a:pt x="0" y="0"/>
                    </a:lnTo>
                    <a:lnTo>
                      <a:pt x="0" y="0"/>
                    </a:lnTo>
                    <a:lnTo>
                      <a:pt x="0" y="6"/>
                    </a:lnTo>
                    <a:lnTo>
                      <a:pt x="0" y="6"/>
                    </a:lnTo>
                    <a:lnTo>
                      <a:pt x="6" y="6"/>
                    </a:lnTo>
                    <a:lnTo>
                      <a:pt x="6" y="6"/>
                    </a:lnTo>
                    <a:close/>
                  </a:path>
                </a:pathLst>
              </a:custGeom>
              <a:gradFill rotWithShape="0">
                <a:gsLst>
                  <a:gs pos="0">
                    <a:schemeClr val="accent1">
                      <a:gamma/>
                      <a:shade val="90980"/>
                      <a:invGamma/>
                    </a:schemeClr>
                  </a:gs>
                  <a:gs pos="100000">
                    <a:schemeClr val="accent1"/>
                  </a:gs>
                </a:gsLst>
                <a:lin ang="5400000" scaled="1"/>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88090" name="Freeform 26"/>
              <p:cNvSpPr>
                <a:spLocks/>
              </p:cNvSpPr>
              <p:nvPr/>
            </p:nvSpPr>
            <p:spPr bwMode="hidden">
              <a:xfrm>
                <a:off x="2142" y="3852"/>
                <a:ext cx="892" cy="462"/>
              </a:xfrm>
              <a:custGeom>
                <a:avLst/>
                <a:gdLst/>
                <a:ahLst/>
                <a:cxnLst>
                  <a:cxn ang="0">
                    <a:pos x="23" y="276"/>
                  </a:cxn>
                  <a:cxn ang="0">
                    <a:pos x="29" y="222"/>
                  </a:cxn>
                  <a:cxn ang="0">
                    <a:pos x="59" y="174"/>
                  </a:cxn>
                  <a:cxn ang="0">
                    <a:pos x="95" y="132"/>
                  </a:cxn>
                  <a:cxn ang="0">
                    <a:pos x="149" y="96"/>
                  </a:cxn>
                  <a:cxn ang="0">
                    <a:pos x="209" y="60"/>
                  </a:cxn>
                  <a:cxn ang="0">
                    <a:pos x="281" y="36"/>
                  </a:cxn>
                  <a:cxn ang="0">
                    <a:pos x="364" y="24"/>
                  </a:cxn>
                  <a:cxn ang="0">
                    <a:pos x="448" y="18"/>
                  </a:cxn>
                  <a:cxn ang="0">
                    <a:pos x="532" y="24"/>
                  </a:cxn>
                  <a:cxn ang="0">
                    <a:pos x="609" y="36"/>
                  </a:cxn>
                  <a:cxn ang="0">
                    <a:pos x="681" y="60"/>
                  </a:cxn>
                  <a:cxn ang="0">
                    <a:pos x="741" y="96"/>
                  </a:cxn>
                  <a:cxn ang="0">
                    <a:pos x="795" y="132"/>
                  </a:cxn>
                  <a:cxn ang="0">
                    <a:pos x="831" y="174"/>
                  </a:cxn>
                  <a:cxn ang="0">
                    <a:pos x="861" y="222"/>
                  </a:cxn>
                  <a:cxn ang="0">
                    <a:pos x="867" y="276"/>
                  </a:cxn>
                  <a:cxn ang="0">
                    <a:pos x="855" y="330"/>
                  </a:cxn>
                  <a:cxn ang="0">
                    <a:pos x="831" y="378"/>
                  </a:cxn>
                  <a:cxn ang="0">
                    <a:pos x="783" y="426"/>
                  </a:cxn>
                  <a:cxn ang="0">
                    <a:pos x="723" y="462"/>
                  </a:cxn>
                  <a:cxn ang="0">
                    <a:pos x="765" y="462"/>
                  </a:cxn>
                  <a:cxn ang="0">
                    <a:pos x="819" y="426"/>
                  </a:cxn>
                  <a:cxn ang="0">
                    <a:pos x="855" y="378"/>
                  </a:cxn>
                  <a:cxn ang="0">
                    <a:pos x="884" y="330"/>
                  </a:cxn>
                  <a:cxn ang="0">
                    <a:pos x="890" y="276"/>
                  </a:cxn>
                  <a:cxn ang="0">
                    <a:pos x="884" y="222"/>
                  </a:cxn>
                  <a:cxn ang="0">
                    <a:pos x="855" y="168"/>
                  </a:cxn>
                  <a:cxn ang="0">
                    <a:pos x="813" y="120"/>
                  </a:cxn>
                  <a:cxn ang="0">
                    <a:pos x="759" y="84"/>
                  </a:cxn>
                  <a:cxn ang="0">
                    <a:pos x="693" y="48"/>
                  </a:cxn>
                  <a:cxn ang="0">
                    <a:pos x="621" y="24"/>
                  </a:cxn>
                  <a:cxn ang="0">
                    <a:pos x="538" y="6"/>
                  </a:cxn>
                  <a:cxn ang="0">
                    <a:pos x="448" y="0"/>
                  </a:cxn>
                  <a:cxn ang="0">
                    <a:pos x="358" y="6"/>
                  </a:cxn>
                  <a:cxn ang="0">
                    <a:pos x="275" y="24"/>
                  </a:cxn>
                  <a:cxn ang="0">
                    <a:pos x="197" y="48"/>
                  </a:cxn>
                  <a:cxn ang="0">
                    <a:pos x="131" y="84"/>
                  </a:cxn>
                  <a:cxn ang="0">
                    <a:pos x="77" y="120"/>
                  </a:cxn>
                  <a:cxn ang="0">
                    <a:pos x="35" y="168"/>
                  </a:cxn>
                  <a:cxn ang="0">
                    <a:pos x="12" y="222"/>
                  </a:cxn>
                  <a:cxn ang="0">
                    <a:pos x="0" y="276"/>
                  </a:cxn>
                  <a:cxn ang="0">
                    <a:pos x="6" y="330"/>
                  </a:cxn>
                  <a:cxn ang="0">
                    <a:pos x="35" y="378"/>
                  </a:cxn>
                  <a:cxn ang="0">
                    <a:pos x="71" y="426"/>
                  </a:cxn>
                  <a:cxn ang="0">
                    <a:pos x="125" y="462"/>
                  </a:cxn>
                  <a:cxn ang="0">
                    <a:pos x="167" y="462"/>
                  </a:cxn>
                  <a:cxn ang="0">
                    <a:pos x="107" y="426"/>
                  </a:cxn>
                  <a:cxn ang="0">
                    <a:pos x="59" y="378"/>
                  </a:cxn>
                  <a:cxn ang="0">
                    <a:pos x="35" y="330"/>
                  </a:cxn>
                  <a:cxn ang="0">
                    <a:pos x="23" y="276"/>
                  </a:cxn>
                  <a:cxn ang="0">
                    <a:pos x="23" y="276"/>
                  </a:cxn>
                </a:cxnLst>
                <a:rect l="0" t="0" r="r" b="b"/>
                <a:pathLst>
                  <a:path w="890" h="462">
                    <a:moveTo>
                      <a:pt x="23" y="276"/>
                    </a:moveTo>
                    <a:lnTo>
                      <a:pt x="29" y="222"/>
                    </a:lnTo>
                    <a:lnTo>
                      <a:pt x="59" y="174"/>
                    </a:lnTo>
                    <a:lnTo>
                      <a:pt x="95" y="132"/>
                    </a:lnTo>
                    <a:lnTo>
                      <a:pt x="149" y="96"/>
                    </a:lnTo>
                    <a:lnTo>
                      <a:pt x="209" y="60"/>
                    </a:lnTo>
                    <a:lnTo>
                      <a:pt x="281" y="36"/>
                    </a:lnTo>
                    <a:lnTo>
                      <a:pt x="364" y="24"/>
                    </a:lnTo>
                    <a:lnTo>
                      <a:pt x="448" y="18"/>
                    </a:lnTo>
                    <a:lnTo>
                      <a:pt x="532" y="24"/>
                    </a:lnTo>
                    <a:lnTo>
                      <a:pt x="609" y="36"/>
                    </a:lnTo>
                    <a:lnTo>
                      <a:pt x="681" y="60"/>
                    </a:lnTo>
                    <a:lnTo>
                      <a:pt x="741" y="96"/>
                    </a:lnTo>
                    <a:lnTo>
                      <a:pt x="795" y="132"/>
                    </a:lnTo>
                    <a:lnTo>
                      <a:pt x="831" y="174"/>
                    </a:lnTo>
                    <a:lnTo>
                      <a:pt x="861" y="222"/>
                    </a:lnTo>
                    <a:lnTo>
                      <a:pt x="867" y="276"/>
                    </a:lnTo>
                    <a:lnTo>
                      <a:pt x="855" y="330"/>
                    </a:lnTo>
                    <a:lnTo>
                      <a:pt x="831" y="378"/>
                    </a:lnTo>
                    <a:lnTo>
                      <a:pt x="783" y="426"/>
                    </a:lnTo>
                    <a:lnTo>
                      <a:pt x="723" y="462"/>
                    </a:lnTo>
                    <a:lnTo>
                      <a:pt x="765" y="462"/>
                    </a:lnTo>
                    <a:lnTo>
                      <a:pt x="819" y="426"/>
                    </a:lnTo>
                    <a:lnTo>
                      <a:pt x="855" y="378"/>
                    </a:lnTo>
                    <a:lnTo>
                      <a:pt x="884" y="330"/>
                    </a:lnTo>
                    <a:lnTo>
                      <a:pt x="890" y="276"/>
                    </a:lnTo>
                    <a:lnTo>
                      <a:pt x="884" y="222"/>
                    </a:lnTo>
                    <a:lnTo>
                      <a:pt x="855" y="168"/>
                    </a:lnTo>
                    <a:lnTo>
                      <a:pt x="813" y="120"/>
                    </a:lnTo>
                    <a:lnTo>
                      <a:pt x="759" y="84"/>
                    </a:lnTo>
                    <a:lnTo>
                      <a:pt x="693" y="48"/>
                    </a:lnTo>
                    <a:lnTo>
                      <a:pt x="621" y="24"/>
                    </a:lnTo>
                    <a:lnTo>
                      <a:pt x="538" y="6"/>
                    </a:lnTo>
                    <a:lnTo>
                      <a:pt x="448" y="0"/>
                    </a:lnTo>
                    <a:lnTo>
                      <a:pt x="358" y="6"/>
                    </a:lnTo>
                    <a:lnTo>
                      <a:pt x="275" y="24"/>
                    </a:lnTo>
                    <a:lnTo>
                      <a:pt x="197" y="48"/>
                    </a:lnTo>
                    <a:lnTo>
                      <a:pt x="131" y="84"/>
                    </a:lnTo>
                    <a:lnTo>
                      <a:pt x="77" y="120"/>
                    </a:lnTo>
                    <a:lnTo>
                      <a:pt x="35" y="168"/>
                    </a:lnTo>
                    <a:lnTo>
                      <a:pt x="12" y="222"/>
                    </a:lnTo>
                    <a:lnTo>
                      <a:pt x="0" y="276"/>
                    </a:lnTo>
                    <a:lnTo>
                      <a:pt x="6" y="330"/>
                    </a:lnTo>
                    <a:lnTo>
                      <a:pt x="35" y="378"/>
                    </a:lnTo>
                    <a:lnTo>
                      <a:pt x="71" y="426"/>
                    </a:lnTo>
                    <a:lnTo>
                      <a:pt x="125" y="462"/>
                    </a:lnTo>
                    <a:lnTo>
                      <a:pt x="167" y="462"/>
                    </a:lnTo>
                    <a:lnTo>
                      <a:pt x="107" y="426"/>
                    </a:lnTo>
                    <a:lnTo>
                      <a:pt x="59" y="378"/>
                    </a:lnTo>
                    <a:lnTo>
                      <a:pt x="35" y="330"/>
                    </a:lnTo>
                    <a:lnTo>
                      <a:pt x="23" y="276"/>
                    </a:lnTo>
                    <a:lnTo>
                      <a:pt x="23" y="276"/>
                    </a:lnTo>
                    <a:close/>
                  </a:path>
                </a:pathLst>
              </a:custGeom>
              <a:gradFill rotWithShape="0">
                <a:gsLst>
                  <a:gs pos="0">
                    <a:schemeClr val="accent1"/>
                  </a:gs>
                  <a:gs pos="100000">
                    <a:schemeClr val="accent1">
                      <a:gamma/>
                      <a:shade val="84706"/>
                      <a:invGamma/>
                    </a:schemeClr>
                  </a:gs>
                </a:gsLst>
                <a:lin ang="2700000" scaled="1"/>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88091" name="Freeform 27"/>
              <p:cNvSpPr>
                <a:spLocks/>
              </p:cNvSpPr>
              <p:nvPr/>
            </p:nvSpPr>
            <p:spPr bwMode="hidden">
              <a:xfrm>
                <a:off x="2082" y="3828"/>
                <a:ext cx="407" cy="486"/>
              </a:xfrm>
              <a:custGeom>
                <a:avLst/>
                <a:gdLst/>
                <a:ahLst/>
                <a:cxnLst>
                  <a:cxn ang="0">
                    <a:pos x="18" y="300"/>
                  </a:cxn>
                  <a:cxn ang="0">
                    <a:pos x="24" y="246"/>
                  </a:cxn>
                  <a:cxn ang="0">
                    <a:pos x="48" y="198"/>
                  </a:cxn>
                  <a:cxn ang="0">
                    <a:pos x="83" y="150"/>
                  </a:cxn>
                  <a:cxn ang="0">
                    <a:pos x="131" y="108"/>
                  </a:cxn>
                  <a:cxn ang="0">
                    <a:pos x="185" y="72"/>
                  </a:cxn>
                  <a:cxn ang="0">
                    <a:pos x="251" y="42"/>
                  </a:cxn>
                  <a:cxn ang="0">
                    <a:pos x="329" y="24"/>
                  </a:cxn>
                  <a:cxn ang="0">
                    <a:pos x="406" y="6"/>
                  </a:cxn>
                  <a:cxn ang="0">
                    <a:pos x="406" y="0"/>
                  </a:cxn>
                  <a:cxn ang="0">
                    <a:pos x="323" y="12"/>
                  </a:cxn>
                  <a:cxn ang="0">
                    <a:pos x="245" y="36"/>
                  </a:cxn>
                  <a:cxn ang="0">
                    <a:pos x="179" y="66"/>
                  </a:cxn>
                  <a:cxn ang="0">
                    <a:pos x="119" y="102"/>
                  </a:cxn>
                  <a:cxn ang="0">
                    <a:pos x="72" y="144"/>
                  </a:cxn>
                  <a:cxn ang="0">
                    <a:pos x="30" y="192"/>
                  </a:cxn>
                  <a:cxn ang="0">
                    <a:pos x="6" y="246"/>
                  </a:cxn>
                  <a:cxn ang="0">
                    <a:pos x="0" y="300"/>
                  </a:cxn>
                  <a:cxn ang="0">
                    <a:pos x="6" y="348"/>
                  </a:cxn>
                  <a:cxn ang="0">
                    <a:pos x="30" y="396"/>
                  </a:cxn>
                  <a:cxn ang="0">
                    <a:pos x="66" y="444"/>
                  </a:cxn>
                  <a:cxn ang="0">
                    <a:pos x="107" y="486"/>
                  </a:cxn>
                  <a:cxn ang="0">
                    <a:pos x="131" y="486"/>
                  </a:cxn>
                  <a:cxn ang="0">
                    <a:pos x="83" y="450"/>
                  </a:cxn>
                  <a:cxn ang="0">
                    <a:pos x="48" y="402"/>
                  </a:cxn>
                  <a:cxn ang="0">
                    <a:pos x="24" y="354"/>
                  </a:cxn>
                  <a:cxn ang="0">
                    <a:pos x="18" y="300"/>
                  </a:cxn>
                  <a:cxn ang="0">
                    <a:pos x="18" y="300"/>
                  </a:cxn>
                </a:cxnLst>
                <a:rect l="0" t="0" r="r" b="b"/>
                <a:pathLst>
                  <a:path w="406" h="486">
                    <a:moveTo>
                      <a:pt x="18" y="300"/>
                    </a:moveTo>
                    <a:lnTo>
                      <a:pt x="24" y="246"/>
                    </a:lnTo>
                    <a:lnTo>
                      <a:pt x="48" y="198"/>
                    </a:lnTo>
                    <a:lnTo>
                      <a:pt x="83" y="150"/>
                    </a:lnTo>
                    <a:lnTo>
                      <a:pt x="131" y="108"/>
                    </a:lnTo>
                    <a:lnTo>
                      <a:pt x="185" y="72"/>
                    </a:lnTo>
                    <a:lnTo>
                      <a:pt x="251" y="42"/>
                    </a:lnTo>
                    <a:lnTo>
                      <a:pt x="329" y="24"/>
                    </a:lnTo>
                    <a:lnTo>
                      <a:pt x="406" y="6"/>
                    </a:lnTo>
                    <a:lnTo>
                      <a:pt x="406" y="0"/>
                    </a:lnTo>
                    <a:lnTo>
                      <a:pt x="323" y="12"/>
                    </a:lnTo>
                    <a:lnTo>
                      <a:pt x="245" y="36"/>
                    </a:lnTo>
                    <a:lnTo>
                      <a:pt x="179" y="66"/>
                    </a:lnTo>
                    <a:lnTo>
                      <a:pt x="119" y="102"/>
                    </a:lnTo>
                    <a:lnTo>
                      <a:pt x="72" y="144"/>
                    </a:lnTo>
                    <a:lnTo>
                      <a:pt x="30" y="192"/>
                    </a:lnTo>
                    <a:lnTo>
                      <a:pt x="6" y="246"/>
                    </a:lnTo>
                    <a:lnTo>
                      <a:pt x="0" y="300"/>
                    </a:lnTo>
                    <a:lnTo>
                      <a:pt x="6" y="348"/>
                    </a:lnTo>
                    <a:lnTo>
                      <a:pt x="30" y="396"/>
                    </a:lnTo>
                    <a:lnTo>
                      <a:pt x="66" y="444"/>
                    </a:lnTo>
                    <a:lnTo>
                      <a:pt x="107" y="486"/>
                    </a:lnTo>
                    <a:lnTo>
                      <a:pt x="131" y="486"/>
                    </a:lnTo>
                    <a:lnTo>
                      <a:pt x="83" y="450"/>
                    </a:lnTo>
                    <a:lnTo>
                      <a:pt x="48" y="402"/>
                    </a:lnTo>
                    <a:lnTo>
                      <a:pt x="24" y="354"/>
                    </a:lnTo>
                    <a:lnTo>
                      <a:pt x="18" y="300"/>
                    </a:lnTo>
                    <a:lnTo>
                      <a:pt x="18" y="300"/>
                    </a:lnTo>
                    <a:close/>
                  </a:path>
                </a:pathLst>
              </a:custGeom>
              <a:gradFill rotWithShape="0">
                <a:gsLst>
                  <a:gs pos="0">
                    <a:schemeClr val="accent1"/>
                  </a:gs>
                  <a:gs pos="100000">
                    <a:schemeClr val="accent1">
                      <a:gamma/>
                      <a:shade val="90980"/>
                      <a:invGamma/>
                    </a:schemeClr>
                  </a:gs>
                </a:gsLst>
                <a:lin ang="0" scaled="1"/>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88092" name="Freeform 28"/>
              <p:cNvSpPr>
                <a:spLocks/>
              </p:cNvSpPr>
              <p:nvPr/>
            </p:nvSpPr>
            <p:spPr bwMode="hidden">
              <a:xfrm>
                <a:off x="2987" y="4044"/>
                <a:ext cx="108" cy="252"/>
              </a:xfrm>
              <a:custGeom>
                <a:avLst/>
                <a:gdLst/>
                <a:ahLst/>
                <a:cxnLst>
                  <a:cxn ang="0">
                    <a:pos x="89" y="84"/>
                  </a:cxn>
                  <a:cxn ang="0">
                    <a:pos x="83" y="132"/>
                  </a:cxn>
                  <a:cxn ang="0">
                    <a:pos x="65" y="174"/>
                  </a:cxn>
                  <a:cxn ang="0">
                    <a:pos x="36" y="216"/>
                  </a:cxn>
                  <a:cxn ang="0">
                    <a:pos x="0" y="252"/>
                  </a:cxn>
                  <a:cxn ang="0">
                    <a:pos x="18" y="252"/>
                  </a:cxn>
                  <a:cxn ang="0">
                    <a:pos x="53" y="216"/>
                  </a:cxn>
                  <a:cxn ang="0">
                    <a:pos x="83" y="174"/>
                  </a:cxn>
                  <a:cxn ang="0">
                    <a:pos x="101" y="132"/>
                  </a:cxn>
                  <a:cxn ang="0">
                    <a:pos x="107" y="84"/>
                  </a:cxn>
                  <a:cxn ang="0">
                    <a:pos x="101" y="42"/>
                  </a:cxn>
                  <a:cxn ang="0">
                    <a:pos x="89" y="0"/>
                  </a:cxn>
                  <a:cxn ang="0">
                    <a:pos x="65" y="0"/>
                  </a:cxn>
                  <a:cxn ang="0">
                    <a:pos x="83" y="42"/>
                  </a:cxn>
                  <a:cxn ang="0">
                    <a:pos x="89" y="84"/>
                  </a:cxn>
                  <a:cxn ang="0">
                    <a:pos x="89" y="84"/>
                  </a:cxn>
                </a:cxnLst>
                <a:rect l="0" t="0" r="r" b="b"/>
                <a:pathLst>
                  <a:path w="107" h="252">
                    <a:moveTo>
                      <a:pt x="89" y="84"/>
                    </a:moveTo>
                    <a:lnTo>
                      <a:pt x="83" y="132"/>
                    </a:lnTo>
                    <a:lnTo>
                      <a:pt x="65" y="174"/>
                    </a:lnTo>
                    <a:lnTo>
                      <a:pt x="36" y="216"/>
                    </a:lnTo>
                    <a:lnTo>
                      <a:pt x="0" y="252"/>
                    </a:lnTo>
                    <a:lnTo>
                      <a:pt x="18" y="252"/>
                    </a:lnTo>
                    <a:lnTo>
                      <a:pt x="53" y="216"/>
                    </a:lnTo>
                    <a:lnTo>
                      <a:pt x="83" y="174"/>
                    </a:lnTo>
                    <a:lnTo>
                      <a:pt x="101" y="132"/>
                    </a:lnTo>
                    <a:lnTo>
                      <a:pt x="107" y="84"/>
                    </a:lnTo>
                    <a:lnTo>
                      <a:pt x="101" y="42"/>
                    </a:lnTo>
                    <a:lnTo>
                      <a:pt x="89" y="0"/>
                    </a:lnTo>
                    <a:lnTo>
                      <a:pt x="65" y="0"/>
                    </a:lnTo>
                    <a:lnTo>
                      <a:pt x="83" y="42"/>
                    </a:lnTo>
                    <a:lnTo>
                      <a:pt x="89" y="84"/>
                    </a:lnTo>
                    <a:lnTo>
                      <a:pt x="89" y="84"/>
                    </a:lnTo>
                    <a:close/>
                  </a:path>
                </a:pathLst>
              </a:custGeom>
              <a:gradFill rotWithShape="0">
                <a:gsLst>
                  <a:gs pos="0">
                    <a:schemeClr val="accent1"/>
                  </a:gs>
                  <a:gs pos="100000">
                    <a:schemeClr val="accent1">
                      <a:gamma/>
                      <a:shade val="81961"/>
                      <a:invGamma/>
                    </a:schemeClr>
                  </a:gs>
                </a:gsLst>
                <a:lin ang="5400000" scaled="1"/>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88093" name="Freeform 29"/>
              <p:cNvSpPr>
                <a:spLocks/>
              </p:cNvSpPr>
              <p:nvPr/>
            </p:nvSpPr>
            <p:spPr bwMode="hidden">
              <a:xfrm>
                <a:off x="2068" y="3685"/>
                <a:ext cx="835" cy="150"/>
              </a:xfrm>
              <a:custGeom>
                <a:avLst/>
                <a:gdLst/>
                <a:ahLst/>
                <a:cxnLst>
                  <a:cxn ang="0">
                    <a:pos x="518" y="18"/>
                  </a:cxn>
                  <a:cxn ang="0">
                    <a:pos x="597" y="24"/>
                  </a:cxn>
                  <a:cxn ang="0">
                    <a:pos x="682" y="30"/>
                  </a:cxn>
                  <a:cxn ang="0">
                    <a:pos x="755" y="42"/>
                  </a:cxn>
                  <a:cxn ang="0">
                    <a:pos x="828" y="60"/>
                  </a:cxn>
                  <a:cxn ang="0">
                    <a:pos x="835" y="42"/>
                  </a:cxn>
                  <a:cxn ang="0">
                    <a:pos x="761" y="24"/>
                  </a:cxn>
                  <a:cxn ang="0">
                    <a:pos x="688" y="12"/>
                  </a:cxn>
                  <a:cxn ang="0">
                    <a:pos x="603" y="6"/>
                  </a:cxn>
                  <a:cxn ang="0">
                    <a:pos x="518" y="0"/>
                  </a:cxn>
                  <a:cxn ang="0">
                    <a:pos x="372" y="12"/>
                  </a:cxn>
                  <a:cxn ang="0">
                    <a:pos x="232" y="36"/>
                  </a:cxn>
                  <a:cxn ang="0">
                    <a:pos x="110" y="78"/>
                  </a:cxn>
                  <a:cxn ang="0">
                    <a:pos x="0" y="132"/>
                  </a:cxn>
                  <a:cxn ang="0">
                    <a:pos x="19" y="150"/>
                  </a:cxn>
                  <a:cxn ang="0">
                    <a:pos x="122" y="96"/>
                  </a:cxn>
                  <a:cxn ang="0">
                    <a:pos x="244" y="54"/>
                  </a:cxn>
                  <a:cxn ang="0">
                    <a:pos x="378" y="30"/>
                  </a:cxn>
                  <a:cxn ang="0">
                    <a:pos x="518" y="18"/>
                  </a:cxn>
                  <a:cxn ang="0">
                    <a:pos x="518" y="18"/>
                  </a:cxn>
                </a:cxnLst>
                <a:rect l="0" t="0" r="r" b="b"/>
                <a:pathLst>
                  <a:path w="835" h="150">
                    <a:moveTo>
                      <a:pt x="518" y="18"/>
                    </a:moveTo>
                    <a:lnTo>
                      <a:pt x="597" y="24"/>
                    </a:lnTo>
                    <a:lnTo>
                      <a:pt x="682" y="30"/>
                    </a:lnTo>
                    <a:lnTo>
                      <a:pt x="755" y="42"/>
                    </a:lnTo>
                    <a:lnTo>
                      <a:pt x="828" y="60"/>
                    </a:lnTo>
                    <a:lnTo>
                      <a:pt x="835" y="42"/>
                    </a:lnTo>
                    <a:lnTo>
                      <a:pt x="761" y="24"/>
                    </a:lnTo>
                    <a:lnTo>
                      <a:pt x="688" y="12"/>
                    </a:lnTo>
                    <a:lnTo>
                      <a:pt x="603" y="6"/>
                    </a:lnTo>
                    <a:lnTo>
                      <a:pt x="518" y="0"/>
                    </a:lnTo>
                    <a:lnTo>
                      <a:pt x="372" y="12"/>
                    </a:lnTo>
                    <a:lnTo>
                      <a:pt x="232" y="36"/>
                    </a:lnTo>
                    <a:lnTo>
                      <a:pt x="110" y="78"/>
                    </a:lnTo>
                    <a:lnTo>
                      <a:pt x="0" y="132"/>
                    </a:lnTo>
                    <a:lnTo>
                      <a:pt x="19" y="150"/>
                    </a:lnTo>
                    <a:lnTo>
                      <a:pt x="122" y="96"/>
                    </a:lnTo>
                    <a:lnTo>
                      <a:pt x="244" y="54"/>
                    </a:lnTo>
                    <a:lnTo>
                      <a:pt x="378" y="30"/>
                    </a:lnTo>
                    <a:lnTo>
                      <a:pt x="518" y="18"/>
                    </a:lnTo>
                    <a:lnTo>
                      <a:pt x="518" y="18"/>
                    </a:lnTo>
                    <a:close/>
                  </a:path>
                </a:pathLst>
              </a:custGeom>
              <a:solidFill>
                <a:schemeClr val="accent1"/>
              </a:soli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88094" name="Freeform 30"/>
              <p:cNvSpPr>
                <a:spLocks/>
              </p:cNvSpPr>
              <p:nvPr/>
            </p:nvSpPr>
            <p:spPr bwMode="hidden">
              <a:xfrm>
                <a:off x="1867" y="3853"/>
                <a:ext cx="171" cy="461"/>
              </a:xfrm>
              <a:custGeom>
                <a:avLst/>
                <a:gdLst/>
                <a:ahLst/>
                <a:cxnLst>
                  <a:cxn ang="0">
                    <a:pos x="31" y="263"/>
                  </a:cxn>
                  <a:cxn ang="0">
                    <a:pos x="43" y="191"/>
                  </a:cxn>
                  <a:cxn ang="0">
                    <a:pos x="67" y="131"/>
                  </a:cxn>
                  <a:cxn ang="0">
                    <a:pos x="116" y="72"/>
                  </a:cxn>
                  <a:cxn ang="0">
                    <a:pos x="171" y="18"/>
                  </a:cxn>
                  <a:cxn ang="0">
                    <a:pos x="153" y="0"/>
                  </a:cxn>
                  <a:cxn ang="0">
                    <a:pos x="86" y="60"/>
                  </a:cxn>
                  <a:cxn ang="0">
                    <a:pos x="43" y="120"/>
                  </a:cxn>
                  <a:cxn ang="0">
                    <a:pos x="13" y="191"/>
                  </a:cxn>
                  <a:cxn ang="0">
                    <a:pos x="0" y="263"/>
                  </a:cxn>
                  <a:cxn ang="0">
                    <a:pos x="6" y="317"/>
                  </a:cxn>
                  <a:cxn ang="0">
                    <a:pos x="25" y="365"/>
                  </a:cxn>
                  <a:cxn ang="0">
                    <a:pos x="49" y="413"/>
                  </a:cxn>
                  <a:cxn ang="0">
                    <a:pos x="86" y="461"/>
                  </a:cxn>
                  <a:cxn ang="0">
                    <a:pos x="122" y="461"/>
                  </a:cxn>
                  <a:cxn ang="0">
                    <a:pos x="86" y="413"/>
                  </a:cxn>
                  <a:cxn ang="0">
                    <a:pos x="55" y="365"/>
                  </a:cxn>
                  <a:cxn ang="0">
                    <a:pos x="37" y="317"/>
                  </a:cxn>
                  <a:cxn ang="0">
                    <a:pos x="31" y="263"/>
                  </a:cxn>
                  <a:cxn ang="0">
                    <a:pos x="31" y="263"/>
                  </a:cxn>
                </a:cxnLst>
                <a:rect l="0" t="0" r="r" b="b"/>
                <a:pathLst>
                  <a:path w="171" h="461">
                    <a:moveTo>
                      <a:pt x="31" y="263"/>
                    </a:moveTo>
                    <a:lnTo>
                      <a:pt x="43" y="191"/>
                    </a:lnTo>
                    <a:lnTo>
                      <a:pt x="67" y="131"/>
                    </a:lnTo>
                    <a:lnTo>
                      <a:pt x="116" y="72"/>
                    </a:lnTo>
                    <a:lnTo>
                      <a:pt x="171" y="18"/>
                    </a:lnTo>
                    <a:lnTo>
                      <a:pt x="153" y="0"/>
                    </a:lnTo>
                    <a:lnTo>
                      <a:pt x="86" y="60"/>
                    </a:lnTo>
                    <a:lnTo>
                      <a:pt x="43" y="120"/>
                    </a:lnTo>
                    <a:lnTo>
                      <a:pt x="13" y="191"/>
                    </a:lnTo>
                    <a:lnTo>
                      <a:pt x="0" y="263"/>
                    </a:lnTo>
                    <a:lnTo>
                      <a:pt x="6" y="317"/>
                    </a:lnTo>
                    <a:lnTo>
                      <a:pt x="25" y="365"/>
                    </a:lnTo>
                    <a:lnTo>
                      <a:pt x="49" y="413"/>
                    </a:lnTo>
                    <a:lnTo>
                      <a:pt x="86" y="461"/>
                    </a:lnTo>
                    <a:lnTo>
                      <a:pt x="122" y="461"/>
                    </a:lnTo>
                    <a:lnTo>
                      <a:pt x="86" y="413"/>
                    </a:lnTo>
                    <a:lnTo>
                      <a:pt x="55" y="365"/>
                    </a:lnTo>
                    <a:lnTo>
                      <a:pt x="37" y="317"/>
                    </a:lnTo>
                    <a:lnTo>
                      <a:pt x="31" y="263"/>
                    </a:lnTo>
                    <a:lnTo>
                      <a:pt x="31" y="263"/>
                    </a:lnTo>
                    <a:close/>
                  </a:path>
                </a:pathLst>
              </a:custGeom>
              <a:solidFill>
                <a:schemeClr val="accent1"/>
              </a:soli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88095" name="Freeform 31"/>
              <p:cNvSpPr>
                <a:spLocks/>
              </p:cNvSpPr>
              <p:nvPr/>
            </p:nvSpPr>
            <p:spPr bwMode="hidden">
              <a:xfrm>
                <a:off x="2951" y="3751"/>
                <a:ext cx="360" cy="563"/>
              </a:xfrm>
              <a:custGeom>
                <a:avLst/>
                <a:gdLst/>
                <a:ahLst/>
                <a:cxnLst>
                  <a:cxn ang="0">
                    <a:pos x="360" y="365"/>
                  </a:cxn>
                  <a:cxn ang="0">
                    <a:pos x="353" y="305"/>
                  </a:cxn>
                  <a:cxn ang="0">
                    <a:pos x="335" y="251"/>
                  </a:cxn>
                  <a:cxn ang="0">
                    <a:pos x="305" y="204"/>
                  </a:cxn>
                  <a:cxn ang="0">
                    <a:pos x="262" y="156"/>
                  </a:cxn>
                  <a:cxn ang="0">
                    <a:pos x="213" y="108"/>
                  </a:cxn>
                  <a:cxn ang="0">
                    <a:pos x="159" y="66"/>
                  </a:cxn>
                  <a:cxn ang="0">
                    <a:pos x="92" y="30"/>
                  </a:cxn>
                  <a:cxn ang="0">
                    <a:pos x="19" y="0"/>
                  </a:cxn>
                  <a:cxn ang="0">
                    <a:pos x="0" y="12"/>
                  </a:cxn>
                  <a:cxn ang="0">
                    <a:pos x="67" y="42"/>
                  </a:cxn>
                  <a:cxn ang="0">
                    <a:pos x="134" y="78"/>
                  </a:cxn>
                  <a:cxn ang="0">
                    <a:pos x="189" y="114"/>
                  </a:cxn>
                  <a:cxn ang="0">
                    <a:pos x="238" y="162"/>
                  </a:cxn>
                  <a:cxn ang="0">
                    <a:pos x="274" y="210"/>
                  </a:cxn>
                  <a:cxn ang="0">
                    <a:pos x="299" y="257"/>
                  </a:cxn>
                  <a:cxn ang="0">
                    <a:pos x="317" y="311"/>
                  </a:cxn>
                  <a:cxn ang="0">
                    <a:pos x="323" y="365"/>
                  </a:cxn>
                  <a:cxn ang="0">
                    <a:pos x="317" y="419"/>
                  </a:cxn>
                  <a:cxn ang="0">
                    <a:pos x="299" y="467"/>
                  </a:cxn>
                  <a:cxn ang="0">
                    <a:pos x="274" y="515"/>
                  </a:cxn>
                  <a:cxn ang="0">
                    <a:pos x="238" y="563"/>
                  </a:cxn>
                  <a:cxn ang="0">
                    <a:pos x="268" y="563"/>
                  </a:cxn>
                  <a:cxn ang="0">
                    <a:pos x="311" y="515"/>
                  </a:cxn>
                  <a:cxn ang="0">
                    <a:pos x="335" y="467"/>
                  </a:cxn>
                  <a:cxn ang="0">
                    <a:pos x="353" y="419"/>
                  </a:cxn>
                  <a:cxn ang="0">
                    <a:pos x="360" y="365"/>
                  </a:cxn>
                  <a:cxn ang="0">
                    <a:pos x="360" y="365"/>
                  </a:cxn>
                </a:cxnLst>
                <a:rect l="0" t="0" r="r" b="b"/>
                <a:pathLst>
                  <a:path w="360" h="563">
                    <a:moveTo>
                      <a:pt x="360" y="365"/>
                    </a:moveTo>
                    <a:lnTo>
                      <a:pt x="353" y="305"/>
                    </a:lnTo>
                    <a:lnTo>
                      <a:pt x="335" y="251"/>
                    </a:lnTo>
                    <a:lnTo>
                      <a:pt x="305" y="204"/>
                    </a:lnTo>
                    <a:lnTo>
                      <a:pt x="262" y="156"/>
                    </a:lnTo>
                    <a:lnTo>
                      <a:pt x="213" y="108"/>
                    </a:lnTo>
                    <a:lnTo>
                      <a:pt x="159" y="66"/>
                    </a:lnTo>
                    <a:lnTo>
                      <a:pt x="92" y="30"/>
                    </a:lnTo>
                    <a:lnTo>
                      <a:pt x="19" y="0"/>
                    </a:lnTo>
                    <a:lnTo>
                      <a:pt x="0" y="12"/>
                    </a:lnTo>
                    <a:lnTo>
                      <a:pt x="67" y="42"/>
                    </a:lnTo>
                    <a:lnTo>
                      <a:pt x="134" y="78"/>
                    </a:lnTo>
                    <a:lnTo>
                      <a:pt x="189" y="114"/>
                    </a:lnTo>
                    <a:lnTo>
                      <a:pt x="238" y="162"/>
                    </a:lnTo>
                    <a:lnTo>
                      <a:pt x="274" y="210"/>
                    </a:lnTo>
                    <a:lnTo>
                      <a:pt x="299" y="257"/>
                    </a:lnTo>
                    <a:lnTo>
                      <a:pt x="317" y="311"/>
                    </a:lnTo>
                    <a:lnTo>
                      <a:pt x="323" y="365"/>
                    </a:lnTo>
                    <a:lnTo>
                      <a:pt x="317" y="419"/>
                    </a:lnTo>
                    <a:lnTo>
                      <a:pt x="299" y="467"/>
                    </a:lnTo>
                    <a:lnTo>
                      <a:pt x="274" y="515"/>
                    </a:lnTo>
                    <a:lnTo>
                      <a:pt x="238" y="563"/>
                    </a:lnTo>
                    <a:lnTo>
                      <a:pt x="268" y="563"/>
                    </a:lnTo>
                    <a:lnTo>
                      <a:pt x="311" y="515"/>
                    </a:lnTo>
                    <a:lnTo>
                      <a:pt x="335" y="467"/>
                    </a:lnTo>
                    <a:lnTo>
                      <a:pt x="353" y="419"/>
                    </a:lnTo>
                    <a:lnTo>
                      <a:pt x="360" y="365"/>
                    </a:lnTo>
                    <a:lnTo>
                      <a:pt x="360" y="365"/>
                    </a:lnTo>
                    <a:close/>
                  </a:path>
                </a:pathLst>
              </a:custGeom>
              <a:gradFill rotWithShape="0">
                <a:gsLst>
                  <a:gs pos="0">
                    <a:schemeClr val="accent1"/>
                  </a:gs>
                  <a:gs pos="100000">
                    <a:schemeClr val="accent1">
                      <a:gamma/>
                      <a:shade val="87843"/>
                      <a:invGamma/>
                    </a:schemeClr>
                  </a:gs>
                </a:gsLst>
                <a:lin ang="5400000" scaled="1"/>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88096" name="Freeform 32"/>
              <p:cNvSpPr>
                <a:spLocks/>
              </p:cNvSpPr>
              <p:nvPr/>
            </p:nvSpPr>
            <p:spPr bwMode="hidden">
              <a:xfrm>
                <a:off x="2318" y="3631"/>
                <a:ext cx="1078" cy="425"/>
              </a:xfrm>
              <a:custGeom>
                <a:avLst/>
                <a:gdLst/>
                <a:ahLst/>
                <a:cxnLst>
                  <a:cxn ang="0">
                    <a:pos x="1053" y="425"/>
                  </a:cxn>
                  <a:cxn ang="0">
                    <a:pos x="1078" y="419"/>
                  </a:cxn>
                  <a:cxn ang="0">
                    <a:pos x="1066" y="377"/>
                  </a:cxn>
                  <a:cxn ang="0">
                    <a:pos x="1047" y="336"/>
                  </a:cxn>
                  <a:cxn ang="0">
                    <a:pos x="986" y="252"/>
                  </a:cxn>
                  <a:cxn ang="0">
                    <a:pos x="907" y="180"/>
                  </a:cxn>
                  <a:cxn ang="0">
                    <a:pos x="810" y="120"/>
                  </a:cxn>
                  <a:cxn ang="0">
                    <a:pos x="694" y="72"/>
                  </a:cxn>
                  <a:cxn ang="0">
                    <a:pos x="560" y="30"/>
                  </a:cxn>
                  <a:cxn ang="0">
                    <a:pos x="420" y="6"/>
                  </a:cxn>
                  <a:cxn ang="0">
                    <a:pos x="268" y="0"/>
                  </a:cxn>
                  <a:cxn ang="0">
                    <a:pos x="134" y="6"/>
                  </a:cxn>
                  <a:cxn ang="0">
                    <a:pos x="0" y="24"/>
                  </a:cxn>
                  <a:cxn ang="0">
                    <a:pos x="12" y="36"/>
                  </a:cxn>
                  <a:cxn ang="0">
                    <a:pos x="134" y="18"/>
                  </a:cxn>
                  <a:cxn ang="0">
                    <a:pos x="268" y="12"/>
                  </a:cxn>
                  <a:cxn ang="0">
                    <a:pos x="420" y="18"/>
                  </a:cxn>
                  <a:cxn ang="0">
                    <a:pos x="554" y="42"/>
                  </a:cxn>
                  <a:cxn ang="0">
                    <a:pos x="682" y="84"/>
                  </a:cxn>
                  <a:cxn ang="0">
                    <a:pos x="798" y="132"/>
                  </a:cxn>
                  <a:cxn ang="0">
                    <a:pos x="895" y="192"/>
                  </a:cxn>
                  <a:cxn ang="0">
                    <a:pos x="968" y="264"/>
                  </a:cxn>
                  <a:cxn ang="0">
                    <a:pos x="999" y="300"/>
                  </a:cxn>
                  <a:cxn ang="0">
                    <a:pos x="1023" y="342"/>
                  </a:cxn>
                  <a:cxn ang="0">
                    <a:pos x="1041" y="383"/>
                  </a:cxn>
                  <a:cxn ang="0">
                    <a:pos x="1053" y="425"/>
                  </a:cxn>
                  <a:cxn ang="0">
                    <a:pos x="1053" y="425"/>
                  </a:cxn>
                </a:cxnLst>
                <a:rect l="0" t="0" r="r" b="b"/>
                <a:pathLst>
                  <a:path w="1078" h="425">
                    <a:moveTo>
                      <a:pt x="1053" y="425"/>
                    </a:moveTo>
                    <a:lnTo>
                      <a:pt x="1078" y="419"/>
                    </a:lnTo>
                    <a:lnTo>
                      <a:pt x="1066" y="377"/>
                    </a:lnTo>
                    <a:lnTo>
                      <a:pt x="1047" y="336"/>
                    </a:lnTo>
                    <a:lnTo>
                      <a:pt x="986" y="252"/>
                    </a:lnTo>
                    <a:lnTo>
                      <a:pt x="907" y="180"/>
                    </a:lnTo>
                    <a:lnTo>
                      <a:pt x="810" y="120"/>
                    </a:lnTo>
                    <a:lnTo>
                      <a:pt x="694" y="72"/>
                    </a:lnTo>
                    <a:lnTo>
                      <a:pt x="560" y="30"/>
                    </a:lnTo>
                    <a:lnTo>
                      <a:pt x="420" y="6"/>
                    </a:lnTo>
                    <a:lnTo>
                      <a:pt x="268" y="0"/>
                    </a:lnTo>
                    <a:lnTo>
                      <a:pt x="134" y="6"/>
                    </a:lnTo>
                    <a:lnTo>
                      <a:pt x="0" y="24"/>
                    </a:lnTo>
                    <a:lnTo>
                      <a:pt x="12" y="36"/>
                    </a:lnTo>
                    <a:lnTo>
                      <a:pt x="134" y="18"/>
                    </a:lnTo>
                    <a:lnTo>
                      <a:pt x="268" y="12"/>
                    </a:lnTo>
                    <a:lnTo>
                      <a:pt x="420" y="18"/>
                    </a:lnTo>
                    <a:lnTo>
                      <a:pt x="554" y="42"/>
                    </a:lnTo>
                    <a:lnTo>
                      <a:pt x="682" y="84"/>
                    </a:lnTo>
                    <a:lnTo>
                      <a:pt x="798" y="132"/>
                    </a:lnTo>
                    <a:lnTo>
                      <a:pt x="895" y="192"/>
                    </a:lnTo>
                    <a:lnTo>
                      <a:pt x="968" y="264"/>
                    </a:lnTo>
                    <a:lnTo>
                      <a:pt x="999" y="300"/>
                    </a:lnTo>
                    <a:lnTo>
                      <a:pt x="1023" y="342"/>
                    </a:lnTo>
                    <a:lnTo>
                      <a:pt x="1041" y="383"/>
                    </a:lnTo>
                    <a:lnTo>
                      <a:pt x="1053" y="425"/>
                    </a:lnTo>
                    <a:lnTo>
                      <a:pt x="1053" y="425"/>
                    </a:lnTo>
                    <a:close/>
                  </a:path>
                </a:pathLst>
              </a:custGeom>
              <a:gradFill rotWithShape="0">
                <a:gsLst>
                  <a:gs pos="0">
                    <a:schemeClr val="accent1"/>
                  </a:gs>
                  <a:gs pos="100000">
                    <a:schemeClr val="accent1">
                      <a:gamma/>
                      <a:shade val="87843"/>
                      <a:invGamma/>
                    </a:schemeClr>
                  </a:gs>
                </a:gsLst>
                <a:lin ang="5400000" scaled="1"/>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88097" name="Freeform 33"/>
              <p:cNvSpPr>
                <a:spLocks/>
              </p:cNvSpPr>
              <p:nvPr/>
            </p:nvSpPr>
            <p:spPr bwMode="hidden">
              <a:xfrm>
                <a:off x="3304" y="4080"/>
                <a:ext cx="98" cy="234"/>
              </a:xfrm>
              <a:custGeom>
                <a:avLst/>
                <a:gdLst/>
                <a:ahLst/>
                <a:cxnLst>
                  <a:cxn ang="0">
                    <a:pos x="0" y="234"/>
                  </a:cxn>
                  <a:cxn ang="0">
                    <a:pos x="25" y="234"/>
                  </a:cxn>
                  <a:cxn ang="0">
                    <a:pos x="55" y="186"/>
                  </a:cxn>
                  <a:cxn ang="0">
                    <a:pos x="80" y="138"/>
                  </a:cxn>
                  <a:cxn ang="0">
                    <a:pos x="92" y="90"/>
                  </a:cxn>
                  <a:cxn ang="0">
                    <a:pos x="98" y="36"/>
                  </a:cxn>
                  <a:cxn ang="0">
                    <a:pos x="98" y="0"/>
                  </a:cxn>
                  <a:cxn ang="0">
                    <a:pos x="74" y="0"/>
                  </a:cxn>
                  <a:cxn ang="0">
                    <a:pos x="74" y="36"/>
                  </a:cxn>
                  <a:cxn ang="0">
                    <a:pos x="67" y="90"/>
                  </a:cxn>
                  <a:cxn ang="0">
                    <a:pos x="55" y="138"/>
                  </a:cxn>
                  <a:cxn ang="0">
                    <a:pos x="31" y="186"/>
                  </a:cxn>
                  <a:cxn ang="0">
                    <a:pos x="0" y="234"/>
                  </a:cxn>
                  <a:cxn ang="0">
                    <a:pos x="0" y="234"/>
                  </a:cxn>
                </a:cxnLst>
                <a:rect l="0" t="0" r="r" b="b"/>
                <a:pathLst>
                  <a:path w="98" h="234">
                    <a:moveTo>
                      <a:pt x="0" y="234"/>
                    </a:moveTo>
                    <a:lnTo>
                      <a:pt x="25" y="234"/>
                    </a:lnTo>
                    <a:lnTo>
                      <a:pt x="55" y="186"/>
                    </a:lnTo>
                    <a:lnTo>
                      <a:pt x="80" y="138"/>
                    </a:lnTo>
                    <a:lnTo>
                      <a:pt x="92" y="90"/>
                    </a:lnTo>
                    <a:lnTo>
                      <a:pt x="98" y="36"/>
                    </a:lnTo>
                    <a:lnTo>
                      <a:pt x="98" y="0"/>
                    </a:lnTo>
                    <a:lnTo>
                      <a:pt x="74" y="0"/>
                    </a:lnTo>
                    <a:lnTo>
                      <a:pt x="74" y="36"/>
                    </a:lnTo>
                    <a:lnTo>
                      <a:pt x="67" y="90"/>
                    </a:lnTo>
                    <a:lnTo>
                      <a:pt x="55" y="138"/>
                    </a:lnTo>
                    <a:lnTo>
                      <a:pt x="31" y="186"/>
                    </a:lnTo>
                    <a:lnTo>
                      <a:pt x="0" y="234"/>
                    </a:lnTo>
                    <a:lnTo>
                      <a:pt x="0" y="234"/>
                    </a:lnTo>
                    <a:close/>
                  </a:path>
                </a:pathLst>
              </a:custGeom>
              <a:gradFill rotWithShape="0">
                <a:gsLst>
                  <a:gs pos="0">
                    <a:schemeClr val="accent1"/>
                  </a:gs>
                  <a:gs pos="100000">
                    <a:schemeClr val="accent1">
                      <a:gamma/>
                      <a:shade val="87843"/>
                      <a:invGamma/>
                    </a:schemeClr>
                  </a:gs>
                </a:gsLst>
                <a:lin ang="5400000" scaled="1"/>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88098" name="Freeform 34"/>
              <p:cNvSpPr>
                <a:spLocks/>
              </p:cNvSpPr>
              <p:nvPr/>
            </p:nvSpPr>
            <p:spPr bwMode="hidden">
              <a:xfrm>
                <a:off x="1776" y="3673"/>
                <a:ext cx="481" cy="641"/>
              </a:xfrm>
              <a:custGeom>
                <a:avLst/>
                <a:gdLst/>
                <a:ahLst/>
                <a:cxnLst>
                  <a:cxn ang="0">
                    <a:pos x="18" y="443"/>
                  </a:cxn>
                  <a:cxn ang="0">
                    <a:pos x="24" y="371"/>
                  </a:cxn>
                  <a:cxn ang="0">
                    <a:pos x="55" y="305"/>
                  </a:cxn>
                  <a:cxn ang="0">
                    <a:pos x="91" y="246"/>
                  </a:cxn>
                  <a:cxn ang="0">
                    <a:pos x="146" y="186"/>
                  </a:cxn>
                  <a:cxn ang="0">
                    <a:pos x="213" y="132"/>
                  </a:cxn>
                  <a:cxn ang="0">
                    <a:pos x="292" y="84"/>
                  </a:cxn>
                  <a:cxn ang="0">
                    <a:pos x="384" y="48"/>
                  </a:cxn>
                  <a:cxn ang="0">
                    <a:pos x="481" y="12"/>
                  </a:cxn>
                  <a:cxn ang="0">
                    <a:pos x="457" y="0"/>
                  </a:cxn>
                  <a:cxn ang="0">
                    <a:pos x="359" y="36"/>
                  </a:cxn>
                  <a:cxn ang="0">
                    <a:pos x="274" y="78"/>
                  </a:cxn>
                  <a:cxn ang="0">
                    <a:pos x="195" y="126"/>
                  </a:cxn>
                  <a:cxn ang="0">
                    <a:pos x="128" y="180"/>
                  </a:cxn>
                  <a:cxn ang="0">
                    <a:pos x="73" y="240"/>
                  </a:cxn>
                  <a:cxn ang="0">
                    <a:pos x="37" y="305"/>
                  </a:cxn>
                  <a:cxn ang="0">
                    <a:pos x="6" y="371"/>
                  </a:cxn>
                  <a:cxn ang="0">
                    <a:pos x="0" y="443"/>
                  </a:cxn>
                  <a:cxn ang="0">
                    <a:pos x="6" y="497"/>
                  </a:cxn>
                  <a:cxn ang="0">
                    <a:pos x="18" y="545"/>
                  </a:cxn>
                  <a:cxn ang="0">
                    <a:pos x="43" y="593"/>
                  </a:cxn>
                  <a:cxn ang="0">
                    <a:pos x="73" y="641"/>
                  </a:cxn>
                  <a:cxn ang="0">
                    <a:pos x="97" y="641"/>
                  </a:cxn>
                  <a:cxn ang="0">
                    <a:pos x="67" y="593"/>
                  </a:cxn>
                  <a:cxn ang="0">
                    <a:pos x="43" y="545"/>
                  </a:cxn>
                  <a:cxn ang="0">
                    <a:pos x="24" y="497"/>
                  </a:cxn>
                  <a:cxn ang="0">
                    <a:pos x="18" y="443"/>
                  </a:cxn>
                  <a:cxn ang="0">
                    <a:pos x="18" y="443"/>
                  </a:cxn>
                </a:cxnLst>
                <a:rect l="0" t="0" r="r" b="b"/>
                <a:pathLst>
                  <a:path w="481" h="641">
                    <a:moveTo>
                      <a:pt x="18" y="443"/>
                    </a:moveTo>
                    <a:lnTo>
                      <a:pt x="24" y="371"/>
                    </a:lnTo>
                    <a:lnTo>
                      <a:pt x="55" y="305"/>
                    </a:lnTo>
                    <a:lnTo>
                      <a:pt x="91" y="246"/>
                    </a:lnTo>
                    <a:lnTo>
                      <a:pt x="146" y="186"/>
                    </a:lnTo>
                    <a:lnTo>
                      <a:pt x="213" y="132"/>
                    </a:lnTo>
                    <a:lnTo>
                      <a:pt x="292" y="84"/>
                    </a:lnTo>
                    <a:lnTo>
                      <a:pt x="384" y="48"/>
                    </a:lnTo>
                    <a:lnTo>
                      <a:pt x="481" y="12"/>
                    </a:lnTo>
                    <a:lnTo>
                      <a:pt x="457" y="0"/>
                    </a:lnTo>
                    <a:lnTo>
                      <a:pt x="359" y="36"/>
                    </a:lnTo>
                    <a:lnTo>
                      <a:pt x="274" y="78"/>
                    </a:lnTo>
                    <a:lnTo>
                      <a:pt x="195" y="126"/>
                    </a:lnTo>
                    <a:lnTo>
                      <a:pt x="128" y="180"/>
                    </a:lnTo>
                    <a:lnTo>
                      <a:pt x="73" y="240"/>
                    </a:lnTo>
                    <a:lnTo>
                      <a:pt x="37" y="305"/>
                    </a:lnTo>
                    <a:lnTo>
                      <a:pt x="6" y="371"/>
                    </a:lnTo>
                    <a:lnTo>
                      <a:pt x="0" y="443"/>
                    </a:lnTo>
                    <a:lnTo>
                      <a:pt x="6" y="497"/>
                    </a:lnTo>
                    <a:lnTo>
                      <a:pt x="18" y="545"/>
                    </a:lnTo>
                    <a:lnTo>
                      <a:pt x="43" y="593"/>
                    </a:lnTo>
                    <a:lnTo>
                      <a:pt x="73" y="641"/>
                    </a:lnTo>
                    <a:lnTo>
                      <a:pt x="97" y="641"/>
                    </a:lnTo>
                    <a:lnTo>
                      <a:pt x="67" y="593"/>
                    </a:lnTo>
                    <a:lnTo>
                      <a:pt x="43" y="545"/>
                    </a:lnTo>
                    <a:lnTo>
                      <a:pt x="24" y="497"/>
                    </a:lnTo>
                    <a:lnTo>
                      <a:pt x="18" y="443"/>
                    </a:lnTo>
                    <a:lnTo>
                      <a:pt x="18" y="443"/>
                    </a:lnTo>
                    <a:close/>
                  </a:path>
                </a:pathLst>
              </a:custGeom>
              <a:solidFill>
                <a:schemeClr val="accent1"/>
              </a:soli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88099" name="Freeform 35"/>
              <p:cNvSpPr>
                <a:spLocks noEditPoints="1"/>
              </p:cNvSpPr>
              <p:nvPr/>
            </p:nvSpPr>
            <p:spPr bwMode="hidden">
              <a:xfrm>
                <a:off x="4200" y="3402"/>
                <a:ext cx="1201" cy="731"/>
              </a:xfrm>
              <a:custGeom>
                <a:avLst/>
                <a:gdLst/>
                <a:ahLst/>
                <a:cxnLst>
                  <a:cxn ang="0">
                    <a:pos x="484" y="6"/>
                  </a:cxn>
                  <a:cxn ang="0">
                    <a:pos x="263" y="60"/>
                  </a:cxn>
                  <a:cxn ang="0">
                    <a:pos x="101" y="162"/>
                  </a:cxn>
                  <a:cxn ang="0">
                    <a:pos x="12" y="294"/>
                  </a:cxn>
                  <a:cxn ang="0">
                    <a:pos x="0" y="366"/>
                  </a:cxn>
                  <a:cxn ang="0">
                    <a:pos x="12" y="437"/>
                  </a:cxn>
                  <a:cxn ang="0">
                    <a:pos x="101" y="569"/>
                  </a:cxn>
                  <a:cxn ang="0">
                    <a:pos x="263" y="671"/>
                  </a:cxn>
                  <a:cxn ang="0">
                    <a:pos x="484" y="725"/>
                  </a:cxn>
                  <a:cxn ang="0">
                    <a:pos x="723" y="725"/>
                  </a:cxn>
                  <a:cxn ang="0">
                    <a:pos x="938" y="671"/>
                  </a:cxn>
                  <a:cxn ang="0">
                    <a:pos x="1100" y="569"/>
                  </a:cxn>
                  <a:cxn ang="0">
                    <a:pos x="1189" y="437"/>
                  </a:cxn>
                  <a:cxn ang="0">
                    <a:pos x="1201" y="366"/>
                  </a:cxn>
                  <a:cxn ang="0">
                    <a:pos x="1189" y="294"/>
                  </a:cxn>
                  <a:cxn ang="0">
                    <a:pos x="1100" y="162"/>
                  </a:cxn>
                  <a:cxn ang="0">
                    <a:pos x="938" y="60"/>
                  </a:cxn>
                  <a:cxn ang="0">
                    <a:pos x="723" y="6"/>
                  </a:cxn>
                  <a:cxn ang="0">
                    <a:pos x="604" y="0"/>
                  </a:cxn>
                  <a:cxn ang="0">
                    <a:pos x="490" y="701"/>
                  </a:cxn>
                  <a:cxn ang="0">
                    <a:pos x="287" y="647"/>
                  </a:cxn>
                  <a:cxn ang="0">
                    <a:pos x="131" y="557"/>
                  </a:cxn>
                  <a:cxn ang="0">
                    <a:pos x="48" y="437"/>
                  </a:cxn>
                  <a:cxn ang="0">
                    <a:pos x="36" y="366"/>
                  </a:cxn>
                  <a:cxn ang="0">
                    <a:pos x="48" y="300"/>
                  </a:cxn>
                  <a:cxn ang="0">
                    <a:pos x="131" y="174"/>
                  </a:cxn>
                  <a:cxn ang="0">
                    <a:pos x="287" y="84"/>
                  </a:cxn>
                  <a:cxn ang="0">
                    <a:pos x="490" y="30"/>
                  </a:cxn>
                  <a:cxn ang="0">
                    <a:pos x="717" y="30"/>
                  </a:cxn>
                  <a:cxn ang="0">
                    <a:pos x="920" y="84"/>
                  </a:cxn>
                  <a:cxn ang="0">
                    <a:pos x="1070" y="174"/>
                  </a:cxn>
                  <a:cxn ang="0">
                    <a:pos x="1153" y="300"/>
                  </a:cxn>
                  <a:cxn ang="0">
                    <a:pos x="1153" y="437"/>
                  </a:cxn>
                  <a:cxn ang="0">
                    <a:pos x="1070" y="557"/>
                  </a:cxn>
                  <a:cxn ang="0">
                    <a:pos x="920" y="647"/>
                  </a:cxn>
                  <a:cxn ang="0">
                    <a:pos x="717" y="701"/>
                  </a:cxn>
                  <a:cxn ang="0">
                    <a:pos x="604" y="707"/>
                  </a:cxn>
                </a:cxnLst>
                <a:rect l="0" t="0" r="r" b="b"/>
                <a:pathLst>
                  <a:path w="1201" h="731">
                    <a:moveTo>
                      <a:pt x="604" y="0"/>
                    </a:moveTo>
                    <a:lnTo>
                      <a:pt x="484" y="6"/>
                    </a:lnTo>
                    <a:lnTo>
                      <a:pt x="370" y="30"/>
                    </a:lnTo>
                    <a:lnTo>
                      <a:pt x="263" y="60"/>
                    </a:lnTo>
                    <a:lnTo>
                      <a:pt x="179" y="108"/>
                    </a:lnTo>
                    <a:lnTo>
                      <a:pt x="101" y="162"/>
                    </a:lnTo>
                    <a:lnTo>
                      <a:pt x="48" y="222"/>
                    </a:lnTo>
                    <a:lnTo>
                      <a:pt x="12" y="294"/>
                    </a:lnTo>
                    <a:lnTo>
                      <a:pt x="6" y="330"/>
                    </a:lnTo>
                    <a:lnTo>
                      <a:pt x="0" y="366"/>
                    </a:lnTo>
                    <a:lnTo>
                      <a:pt x="6" y="401"/>
                    </a:lnTo>
                    <a:lnTo>
                      <a:pt x="12" y="437"/>
                    </a:lnTo>
                    <a:lnTo>
                      <a:pt x="48" y="509"/>
                    </a:lnTo>
                    <a:lnTo>
                      <a:pt x="101" y="569"/>
                    </a:lnTo>
                    <a:lnTo>
                      <a:pt x="179" y="623"/>
                    </a:lnTo>
                    <a:lnTo>
                      <a:pt x="263" y="671"/>
                    </a:lnTo>
                    <a:lnTo>
                      <a:pt x="370" y="701"/>
                    </a:lnTo>
                    <a:lnTo>
                      <a:pt x="484" y="725"/>
                    </a:lnTo>
                    <a:lnTo>
                      <a:pt x="604" y="731"/>
                    </a:lnTo>
                    <a:lnTo>
                      <a:pt x="723" y="725"/>
                    </a:lnTo>
                    <a:lnTo>
                      <a:pt x="837" y="701"/>
                    </a:lnTo>
                    <a:lnTo>
                      <a:pt x="938" y="671"/>
                    </a:lnTo>
                    <a:lnTo>
                      <a:pt x="1028" y="623"/>
                    </a:lnTo>
                    <a:lnTo>
                      <a:pt x="1100" y="569"/>
                    </a:lnTo>
                    <a:lnTo>
                      <a:pt x="1153" y="509"/>
                    </a:lnTo>
                    <a:lnTo>
                      <a:pt x="1189" y="437"/>
                    </a:lnTo>
                    <a:lnTo>
                      <a:pt x="1201" y="401"/>
                    </a:lnTo>
                    <a:lnTo>
                      <a:pt x="1201" y="366"/>
                    </a:lnTo>
                    <a:lnTo>
                      <a:pt x="1201" y="330"/>
                    </a:lnTo>
                    <a:lnTo>
                      <a:pt x="1189" y="294"/>
                    </a:lnTo>
                    <a:lnTo>
                      <a:pt x="1153" y="222"/>
                    </a:lnTo>
                    <a:lnTo>
                      <a:pt x="1100" y="162"/>
                    </a:lnTo>
                    <a:lnTo>
                      <a:pt x="1028" y="108"/>
                    </a:lnTo>
                    <a:lnTo>
                      <a:pt x="938" y="60"/>
                    </a:lnTo>
                    <a:lnTo>
                      <a:pt x="837" y="30"/>
                    </a:lnTo>
                    <a:lnTo>
                      <a:pt x="723" y="6"/>
                    </a:lnTo>
                    <a:lnTo>
                      <a:pt x="604" y="0"/>
                    </a:lnTo>
                    <a:lnTo>
                      <a:pt x="604" y="0"/>
                    </a:lnTo>
                    <a:close/>
                    <a:moveTo>
                      <a:pt x="604" y="707"/>
                    </a:moveTo>
                    <a:lnTo>
                      <a:pt x="490" y="701"/>
                    </a:lnTo>
                    <a:lnTo>
                      <a:pt x="382" y="683"/>
                    </a:lnTo>
                    <a:lnTo>
                      <a:pt x="287" y="647"/>
                    </a:lnTo>
                    <a:lnTo>
                      <a:pt x="203" y="611"/>
                    </a:lnTo>
                    <a:lnTo>
                      <a:pt x="131" y="557"/>
                    </a:lnTo>
                    <a:lnTo>
                      <a:pt x="83" y="497"/>
                    </a:lnTo>
                    <a:lnTo>
                      <a:pt x="48" y="437"/>
                    </a:lnTo>
                    <a:lnTo>
                      <a:pt x="42" y="401"/>
                    </a:lnTo>
                    <a:lnTo>
                      <a:pt x="36" y="366"/>
                    </a:lnTo>
                    <a:lnTo>
                      <a:pt x="42" y="330"/>
                    </a:lnTo>
                    <a:lnTo>
                      <a:pt x="48" y="300"/>
                    </a:lnTo>
                    <a:lnTo>
                      <a:pt x="83" y="234"/>
                    </a:lnTo>
                    <a:lnTo>
                      <a:pt x="131" y="174"/>
                    </a:lnTo>
                    <a:lnTo>
                      <a:pt x="203" y="126"/>
                    </a:lnTo>
                    <a:lnTo>
                      <a:pt x="287" y="84"/>
                    </a:lnTo>
                    <a:lnTo>
                      <a:pt x="382" y="54"/>
                    </a:lnTo>
                    <a:lnTo>
                      <a:pt x="490" y="30"/>
                    </a:lnTo>
                    <a:lnTo>
                      <a:pt x="604" y="24"/>
                    </a:lnTo>
                    <a:lnTo>
                      <a:pt x="717" y="30"/>
                    </a:lnTo>
                    <a:lnTo>
                      <a:pt x="825" y="54"/>
                    </a:lnTo>
                    <a:lnTo>
                      <a:pt x="920" y="84"/>
                    </a:lnTo>
                    <a:lnTo>
                      <a:pt x="1004" y="126"/>
                    </a:lnTo>
                    <a:lnTo>
                      <a:pt x="1070" y="174"/>
                    </a:lnTo>
                    <a:lnTo>
                      <a:pt x="1124" y="234"/>
                    </a:lnTo>
                    <a:lnTo>
                      <a:pt x="1153" y="300"/>
                    </a:lnTo>
                    <a:lnTo>
                      <a:pt x="1165" y="366"/>
                    </a:lnTo>
                    <a:lnTo>
                      <a:pt x="1153" y="437"/>
                    </a:lnTo>
                    <a:lnTo>
                      <a:pt x="1124" y="497"/>
                    </a:lnTo>
                    <a:lnTo>
                      <a:pt x="1070" y="557"/>
                    </a:lnTo>
                    <a:lnTo>
                      <a:pt x="1004" y="611"/>
                    </a:lnTo>
                    <a:lnTo>
                      <a:pt x="920" y="647"/>
                    </a:lnTo>
                    <a:lnTo>
                      <a:pt x="825" y="683"/>
                    </a:lnTo>
                    <a:lnTo>
                      <a:pt x="717" y="701"/>
                    </a:lnTo>
                    <a:lnTo>
                      <a:pt x="604" y="707"/>
                    </a:lnTo>
                    <a:lnTo>
                      <a:pt x="604" y="707"/>
                    </a:lnTo>
                    <a:close/>
                  </a:path>
                </a:pathLst>
              </a:custGeom>
              <a:gradFill rotWithShape="0">
                <a:gsLst>
                  <a:gs pos="0">
                    <a:schemeClr val="accent1">
                      <a:gamma/>
                      <a:tint val="96863"/>
                      <a:invGamma/>
                    </a:schemeClr>
                  </a:gs>
                  <a:gs pos="100000">
                    <a:schemeClr val="accent1"/>
                  </a:gs>
                </a:gsLst>
                <a:lin ang="5400000" scaled="1"/>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88100" name="Freeform 36"/>
              <p:cNvSpPr>
                <a:spLocks/>
              </p:cNvSpPr>
              <p:nvPr/>
            </p:nvSpPr>
            <p:spPr bwMode="hidden">
              <a:xfrm>
                <a:off x="4128" y="3366"/>
                <a:ext cx="544" cy="737"/>
              </a:xfrm>
              <a:custGeom>
                <a:avLst/>
                <a:gdLst/>
                <a:ahLst/>
                <a:cxnLst>
                  <a:cxn ang="0">
                    <a:pos x="24" y="402"/>
                  </a:cxn>
                  <a:cxn ang="0">
                    <a:pos x="36" y="330"/>
                  </a:cxn>
                  <a:cxn ang="0">
                    <a:pos x="66" y="264"/>
                  </a:cxn>
                  <a:cxn ang="0">
                    <a:pos x="108" y="204"/>
                  </a:cxn>
                  <a:cxn ang="0">
                    <a:pos x="173" y="150"/>
                  </a:cxn>
                  <a:cxn ang="0">
                    <a:pos x="251" y="102"/>
                  </a:cxn>
                  <a:cxn ang="0">
                    <a:pos x="335" y="60"/>
                  </a:cxn>
                  <a:cxn ang="0">
                    <a:pos x="436" y="30"/>
                  </a:cxn>
                  <a:cxn ang="0">
                    <a:pos x="544" y="12"/>
                  </a:cxn>
                  <a:cxn ang="0">
                    <a:pos x="544" y="0"/>
                  </a:cxn>
                  <a:cxn ang="0">
                    <a:pos x="430" y="18"/>
                  </a:cxn>
                  <a:cxn ang="0">
                    <a:pos x="329" y="48"/>
                  </a:cxn>
                  <a:cxn ang="0">
                    <a:pos x="233" y="90"/>
                  </a:cxn>
                  <a:cxn ang="0">
                    <a:pos x="155" y="138"/>
                  </a:cxn>
                  <a:cxn ang="0">
                    <a:pos x="90" y="198"/>
                  </a:cxn>
                  <a:cxn ang="0">
                    <a:pos x="42" y="258"/>
                  </a:cxn>
                  <a:cxn ang="0">
                    <a:pos x="12" y="330"/>
                  </a:cxn>
                  <a:cxn ang="0">
                    <a:pos x="0" y="402"/>
                  </a:cxn>
                  <a:cxn ang="0">
                    <a:pos x="6" y="455"/>
                  </a:cxn>
                  <a:cxn ang="0">
                    <a:pos x="18" y="503"/>
                  </a:cxn>
                  <a:cxn ang="0">
                    <a:pos x="42" y="545"/>
                  </a:cxn>
                  <a:cxn ang="0">
                    <a:pos x="78" y="593"/>
                  </a:cxn>
                  <a:cxn ang="0">
                    <a:pos x="114" y="635"/>
                  </a:cxn>
                  <a:cxn ang="0">
                    <a:pos x="161" y="671"/>
                  </a:cxn>
                  <a:cxn ang="0">
                    <a:pos x="221" y="707"/>
                  </a:cxn>
                  <a:cxn ang="0">
                    <a:pos x="281" y="737"/>
                  </a:cxn>
                  <a:cxn ang="0">
                    <a:pos x="323" y="737"/>
                  </a:cxn>
                  <a:cxn ang="0">
                    <a:pos x="257" y="707"/>
                  </a:cxn>
                  <a:cxn ang="0">
                    <a:pos x="203" y="671"/>
                  </a:cxn>
                  <a:cxn ang="0">
                    <a:pos x="149" y="635"/>
                  </a:cxn>
                  <a:cxn ang="0">
                    <a:pos x="108" y="593"/>
                  </a:cxn>
                  <a:cxn ang="0">
                    <a:pos x="72" y="551"/>
                  </a:cxn>
                  <a:cxn ang="0">
                    <a:pos x="48" y="503"/>
                  </a:cxn>
                  <a:cxn ang="0">
                    <a:pos x="30" y="455"/>
                  </a:cxn>
                  <a:cxn ang="0">
                    <a:pos x="24" y="402"/>
                  </a:cxn>
                  <a:cxn ang="0">
                    <a:pos x="24" y="402"/>
                  </a:cxn>
                </a:cxnLst>
                <a:rect l="0" t="0" r="r" b="b"/>
                <a:pathLst>
                  <a:path w="544" h="737">
                    <a:moveTo>
                      <a:pt x="24" y="402"/>
                    </a:moveTo>
                    <a:lnTo>
                      <a:pt x="36" y="330"/>
                    </a:lnTo>
                    <a:lnTo>
                      <a:pt x="66" y="264"/>
                    </a:lnTo>
                    <a:lnTo>
                      <a:pt x="108" y="204"/>
                    </a:lnTo>
                    <a:lnTo>
                      <a:pt x="173" y="150"/>
                    </a:lnTo>
                    <a:lnTo>
                      <a:pt x="251" y="102"/>
                    </a:lnTo>
                    <a:lnTo>
                      <a:pt x="335" y="60"/>
                    </a:lnTo>
                    <a:lnTo>
                      <a:pt x="436" y="30"/>
                    </a:lnTo>
                    <a:lnTo>
                      <a:pt x="544" y="12"/>
                    </a:lnTo>
                    <a:lnTo>
                      <a:pt x="544" y="0"/>
                    </a:lnTo>
                    <a:lnTo>
                      <a:pt x="430" y="18"/>
                    </a:lnTo>
                    <a:lnTo>
                      <a:pt x="329" y="48"/>
                    </a:lnTo>
                    <a:lnTo>
                      <a:pt x="233" y="90"/>
                    </a:lnTo>
                    <a:lnTo>
                      <a:pt x="155" y="138"/>
                    </a:lnTo>
                    <a:lnTo>
                      <a:pt x="90" y="198"/>
                    </a:lnTo>
                    <a:lnTo>
                      <a:pt x="42" y="258"/>
                    </a:lnTo>
                    <a:lnTo>
                      <a:pt x="12" y="330"/>
                    </a:lnTo>
                    <a:lnTo>
                      <a:pt x="0" y="402"/>
                    </a:lnTo>
                    <a:lnTo>
                      <a:pt x="6" y="455"/>
                    </a:lnTo>
                    <a:lnTo>
                      <a:pt x="18" y="503"/>
                    </a:lnTo>
                    <a:lnTo>
                      <a:pt x="42" y="545"/>
                    </a:lnTo>
                    <a:lnTo>
                      <a:pt x="78" y="593"/>
                    </a:lnTo>
                    <a:lnTo>
                      <a:pt x="114" y="635"/>
                    </a:lnTo>
                    <a:lnTo>
                      <a:pt x="161" y="671"/>
                    </a:lnTo>
                    <a:lnTo>
                      <a:pt x="221" y="707"/>
                    </a:lnTo>
                    <a:lnTo>
                      <a:pt x="281" y="737"/>
                    </a:lnTo>
                    <a:lnTo>
                      <a:pt x="323" y="737"/>
                    </a:lnTo>
                    <a:lnTo>
                      <a:pt x="257" y="707"/>
                    </a:lnTo>
                    <a:lnTo>
                      <a:pt x="203" y="671"/>
                    </a:lnTo>
                    <a:lnTo>
                      <a:pt x="149" y="635"/>
                    </a:lnTo>
                    <a:lnTo>
                      <a:pt x="108" y="593"/>
                    </a:lnTo>
                    <a:lnTo>
                      <a:pt x="72" y="551"/>
                    </a:lnTo>
                    <a:lnTo>
                      <a:pt x="48" y="503"/>
                    </a:lnTo>
                    <a:lnTo>
                      <a:pt x="30" y="455"/>
                    </a:lnTo>
                    <a:lnTo>
                      <a:pt x="24" y="402"/>
                    </a:lnTo>
                    <a:lnTo>
                      <a:pt x="24" y="402"/>
                    </a:lnTo>
                    <a:close/>
                  </a:path>
                </a:pathLst>
              </a:custGeom>
              <a:gradFill rotWithShape="0">
                <a:gsLst>
                  <a:gs pos="0">
                    <a:schemeClr val="accent1">
                      <a:gamma/>
                      <a:tint val="96863"/>
                      <a:invGamma/>
                    </a:schemeClr>
                  </a:gs>
                  <a:gs pos="100000">
                    <a:schemeClr val="accent1"/>
                  </a:gs>
                </a:gsLst>
                <a:lin ang="5400000" scaled="1"/>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88101" name="Freeform 37"/>
              <p:cNvSpPr>
                <a:spLocks/>
              </p:cNvSpPr>
              <p:nvPr/>
            </p:nvSpPr>
            <p:spPr bwMode="hidden">
              <a:xfrm>
                <a:off x="4792" y="3360"/>
                <a:ext cx="609" cy="252"/>
              </a:xfrm>
              <a:custGeom>
                <a:avLst/>
                <a:gdLst/>
                <a:ahLst/>
                <a:cxnLst>
                  <a:cxn ang="0">
                    <a:pos x="12" y="12"/>
                  </a:cxn>
                  <a:cxn ang="0">
                    <a:pos x="113" y="18"/>
                  </a:cxn>
                  <a:cxn ang="0">
                    <a:pos x="203" y="30"/>
                  </a:cxn>
                  <a:cxn ang="0">
                    <a:pos x="292" y="48"/>
                  </a:cxn>
                  <a:cxn ang="0">
                    <a:pos x="376" y="78"/>
                  </a:cxn>
                  <a:cxn ang="0">
                    <a:pos x="448" y="114"/>
                  </a:cxn>
                  <a:cxn ang="0">
                    <a:pos x="514" y="156"/>
                  </a:cxn>
                  <a:cxn ang="0">
                    <a:pos x="567" y="198"/>
                  </a:cxn>
                  <a:cxn ang="0">
                    <a:pos x="609" y="252"/>
                  </a:cxn>
                  <a:cxn ang="0">
                    <a:pos x="609" y="216"/>
                  </a:cxn>
                  <a:cxn ang="0">
                    <a:pos x="561" y="168"/>
                  </a:cxn>
                  <a:cxn ang="0">
                    <a:pos x="502" y="126"/>
                  </a:cxn>
                  <a:cxn ang="0">
                    <a:pos x="436" y="90"/>
                  </a:cxn>
                  <a:cxn ang="0">
                    <a:pos x="364" y="60"/>
                  </a:cxn>
                  <a:cxn ang="0">
                    <a:pos x="286" y="36"/>
                  </a:cxn>
                  <a:cxn ang="0">
                    <a:pos x="197" y="18"/>
                  </a:cxn>
                  <a:cxn ang="0">
                    <a:pos x="107" y="6"/>
                  </a:cxn>
                  <a:cxn ang="0">
                    <a:pos x="12" y="0"/>
                  </a:cxn>
                  <a:cxn ang="0">
                    <a:pos x="6" y="0"/>
                  </a:cxn>
                  <a:cxn ang="0">
                    <a:pos x="0" y="0"/>
                  </a:cxn>
                  <a:cxn ang="0">
                    <a:pos x="0" y="12"/>
                  </a:cxn>
                  <a:cxn ang="0">
                    <a:pos x="6" y="12"/>
                  </a:cxn>
                  <a:cxn ang="0">
                    <a:pos x="12" y="12"/>
                  </a:cxn>
                  <a:cxn ang="0">
                    <a:pos x="12" y="12"/>
                  </a:cxn>
                </a:cxnLst>
                <a:rect l="0" t="0" r="r" b="b"/>
                <a:pathLst>
                  <a:path w="609" h="252">
                    <a:moveTo>
                      <a:pt x="12" y="12"/>
                    </a:moveTo>
                    <a:lnTo>
                      <a:pt x="113" y="18"/>
                    </a:lnTo>
                    <a:lnTo>
                      <a:pt x="203" y="30"/>
                    </a:lnTo>
                    <a:lnTo>
                      <a:pt x="292" y="48"/>
                    </a:lnTo>
                    <a:lnTo>
                      <a:pt x="376" y="78"/>
                    </a:lnTo>
                    <a:lnTo>
                      <a:pt x="448" y="114"/>
                    </a:lnTo>
                    <a:lnTo>
                      <a:pt x="514" y="156"/>
                    </a:lnTo>
                    <a:lnTo>
                      <a:pt x="567" y="198"/>
                    </a:lnTo>
                    <a:lnTo>
                      <a:pt x="609" y="252"/>
                    </a:lnTo>
                    <a:lnTo>
                      <a:pt x="609" y="216"/>
                    </a:lnTo>
                    <a:lnTo>
                      <a:pt x="561" y="168"/>
                    </a:lnTo>
                    <a:lnTo>
                      <a:pt x="502" y="126"/>
                    </a:lnTo>
                    <a:lnTo>
                      <a:pt x="436" y="90"/>
                    </a:lnTo>
                    <a:lnTo>
                      <a:pt x="364" y="60"/>
                    </a:lnTo>
                    <a:lnTo>
                      <a:pt x="286" y="36"/>
                    </a:lnTo>
                    <a:lnTo>
                      <a:pt x="197" y="18"/>
                    </a:lnTo>
                    <a:lnTo>
                      <a:pt x="107" y="6"/>
                    </a:lnTo>
                    <a:lnTo>
                      <a:pt x="12" y="0"/>
                    </a:lnTo>
                    <a:lnTo>
                      <a:pt x="6" y="0"/>
                    </a:lnTo>
                    <a:lnTo>
                      <a:pt x="0" y="0"/>
                    </a:lnTo>
                    <a:lnTo>
                      <a:pt x="0" y="12"/>
                    </a:lnTo>
                    <a:lnTo>
                      <a:pt x="6" y="12"/>
                    </a:lnTo>
                    <a:lnTo>
                      <a:pt x="12" y="12"/>
                    </a:lnTo>
                    <a:lnTo>
                      <a:pt x="12" y="12"/>
                    </a:lnTo>
                    <a:close/>
                  </a:path>
                </a:pathLst>
              </a:custGeom>
              <a:gradFill rotWithShape="0">
                <a:gsLst>
                  <a:gs pos="0">
                    <a:schemeClr val="accent1">
                      <a:gamma/>
                      <a:tint val="94118"/>
                      <a:invGamma/>
                    </a:schemeClr>
                  </a:gs>
                  <a:gs pos="100000">
                    <a:schemeClr val="accent1"/>
                  </a:gs>
                </a:gsLst>
                <a:lin ang="5400000" scaled="1"/>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88102" name="Freeform 38"/>
              <p:cNvSpPr>
                <a:spLocks/>
              </p:cNvSpPr>
              <p:nvPr/>
            </p:nvSpPr>
            <p:spPr bwMode="hidden">
              <a:xfrm>
                <a:off x="5246" y="4007"/>
                <a:ext cx="72" cy="54"/>
              </a:xfrm>
              <a:custGeom>
                <a:avLst/>
                <a:gdLst/>
                <a:ahLst/>
                <a:cxnLst>
                  <a:cxn ang="0">
                    <a:pos x="72" y="0"/>
                  </a:cxn>
                  <a:cxn ang="0">
                    <a:pos x="36" y="30"/>
                  </a:cxn>
                  <a:cxn ang="0">
                    <a:pos x="0" y="54"/>
                  </a:cxn>
                  <a:cxn ang="0">
                    <a:pos x="36" y="54"/>
                  </a:cxn>
                  <a:cxn ang="0">
                    <a:pos x="54" y="42"/>
                  </a:cxn>
                  <a:cxn ang="0">
                    <a:pos x="72" y="24"/>
                  </a:cxn>
                  <a:cxn ang="0">
                    <a:pos x="72" y="24"/>
                  </a:cxn>
                  <a:cxn ang="0">
                    <a:pos x="72" y="0"/>
                  </a:cxn>
                  <a:cxn ang="0">
                    <a:pos x="72" y="0"/>
                  </a:cxn>
                </a:cxnLst>
                <a:rect l="0" t="0" r="r" b="b"/>
                <a:pathLst>
                  <a:path w="72" h="54">
                    <a:moveTo>
                      <a:pt x="72" y="0"/>
                    </a:moveTo>
                    <a:lnTo>
                      <a:pt x="36" y="30"/>
                    </a:lnTo>
                    <a:lnTo>
                      <a:pt x="0" y="54"/>
                    </a:lnTo>
                    <a:lnTo>
                      <a:pt x="36" y="54"/>
                    </a:lnTo>
                    <a:lnTo>
                      <a:pt x="54" y="42"/>
                    </a:lnTo>
                    <a:lnTo>
                      <a:pt x="72" y="24"/>
                    </a:lnTo>
                    <a:lnTo>
                      <a:pt x="72" y="24"/>
                    </a:lnTo>
                    <a:lnTo>
                      <a:pt x="72" y="0"/>
                    </a:lnTo>
                    <a:lnTo>
                      <a:pt x="72" y="0"/>
                    </a:lnTo>
                    <a:close/>
                  </a:path>
                </a:pathLst>
              </a:custGeom>
              <a:gradFill rotWithShape="0">
                <a:gsLst>
                  <a:gs pos="0">
                    <a:schemeClr val="accent1"/>
                  </a:gs>
                  <a:gs pos="100000">
                    <a:schemeClr val="accent1">
                      <a:gamma/>
                      <a:shade val="94118"/>
                      <a:invGamma/>
                    </a:schemeClr>
                  </a:gs>
                </a:gsLst>
                <a:lin ang="5400000" scaled="1"/>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88103" name="Freeform 39"/>
              <p:cNvSpPr>
                <a:spLocks/>
              </p:cNvSpPr>
              <p:nvPr/>
            </p:nvSpPr>
            <p:spPr bwMode="hidden">
              <a:xfrm>
                <a:off x="4505" y="4073"/>
                <a:ext cx="705" cy="108"/>
              </a:xfrm>
              <a:custGeom>
                <a:avLst/>
                <a:gdLst/>
                <a:ahLst/>
                <a:cxnLst>
                  <a:cxn ang="0">
                    <a:pos x="299" y="90"/>
                  </a:cxn>
                  <a:cxn ang="0">
                    <a:pos x="221" y="90"/>
                  </a:cxn>
                  <a:cxn ang="0">
                    <a:pos x="143" y="78"/>
                  </a:cxn>
                  <a:cxn ang="0">
                    <a:pos x="0" y="48"/>
                  </a:cxn>
                  <a:cxn ang="0">
                    <a:pos x="0" y="66"/>
                  </a:cxn>
                  <a:cxn ang="0">
                    <a:pos x="143" y="96"/>
                  </a:cxn>
                  <a:cxn ang="0">
                    <a:pos x="221" y="108"/>
                  </a:cxn>
                  <a:cxn ang="0">
                    <a:pos x="299" y="108"/>
                  </a:cxn>
                  <a:cxn ang="0">
                    <a:pos x="412" y="102"/>
                  </a:cxn>
                  <a:cxn ang="0">
                    <a:pos x="520" y="84"/>
                  </a:cxn>
                  <a:cxn ang="0">
                    <a:pos x="615" y="60"/>
                  </a:cxn>
                  <a:cxn ang="0">
                    <a:pos x="705" y="24"/>
                  </a:cxn>
                  <a:cxn ang="0">
                    <a:pos x="705" y="0"/>
                  </a:cxn>
                  <a:cxn ang="0">
                    <a:pos x="615" y="42"/>
                  </a:cxn>
                  <a:cxn ang="0">
                    <a:pos x="520" y="66"/>
                  </a:cxn>
                  <a:cxn ang="0">
                    <a:pos x="412" y="84"/>
                  </a:cxn>
                  <a:cxn ang="0">
                    <a:pos x="299" y="90"/>
                  </a:cxn>
                  <a:cxn ang="0">
                    <a:pos x="299" y="90"/>
                  </a:cxn>
                </a:cxnLst>
                <a:rect l="0" t="0" r="r" b="b"/>
                <a:pathLst>
                  <a:path w="705" h="108">
                    <a:moveTo>
                      <a:pt x="299" y="90"/>
                    </a:moveTo>
                    <a:lnTo>
                      <a:pt x="221" y="90"/>
                    </a:lnTo>
                    <a:lnTo>
                      <a:pt x="143" y="78"/>
                    </a:lnTo>
                    <a:lnTo>
                      <a:pt x="0" y="48"/>
                    </a:lnTo>
                    <a:lnTo>
                      <a:pt x="0" y="66"/>
                    </a:lnTo>
                    <a:lnTo>
                      <a:pt x="143" y="96"/>
                    </a:lnTo>
                    <a:lnTo>
                      <a:pt x="221" y="108"/>
                    </a:lnTo>
                    <a:lnTo>
                      <a:pt x="299" y="108"/>
                    </a:lnTo>
                    <a:lnTo>
                      <a:pt x="412" y="102"/>
                    </a:lnTo>
                    <a:lnTo>
                      <a:pt x="520" y="84"/>
                    </a:lnTo>
                    <a:lnTo>
                      <a:pt x="615" y="60"/>
                    </a:lnTo>
                    <a:lnTo>
                      <a:pt x="705" y="24"/>
                    </a:lnTo>
                    <a:lnTo>
                      <a:pt x="705" y="0"/>
                    </a:lnTo>
                    <a:lnTo>
                      <a:pt x="615" y="42"/>
                    </a:lnTo>
                    <a:lnTo>
                      <a:pt x="520" y="66"/>
                    </a:lnTo>
                    <a:lnTo>
                      <a:pt x="412" y="84"/>
                    </a:lnTo>
                    <a:lnTo>
                      <a:pt x="299" y="90"/>
                    </a:lnTo>
                    <a:lnTo>
                      <a:pt x="299" y="90"/>
                    </a:lnTo>
                    <a:close/>
                  </a:path>
                </a:pathLst>
              </a:custGeom>
              <a:gradFill rotWithShape="0">
                <a:gsLst>
                  <a:gs pos="0">
                    <a:schemeClr val="accent1"/>
                  </a:gs>
                  <a:gs pos="100000">
                    <a:schemeClr val="accent1">
                      <a:gamma/>
                      <a:shade val="94118"/>
                      <a:invGamma/>
                    </a:schemeClr>
                  </a:gs>
                </a:gsLst>
                <a:lin ang="5400000" scaled="1"/>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88104" name="Freeform 40"/>
              <p:cNvSpPr>
                <a:spLocks/>
              </p:cNvSpPr>
              <p:nvPr/>
            </p:nvSpPr>
            <p:spPr bwMode="hidden">
              <a:xfrm>
                <a:off x="5336" y="3654"/>
                <a:ext cx="143" cy="341"/>
              </a:xfrm>
              <a:custGeom>
                <a:avLst/>
                <a:gdLst/>
                <a:ahLst/>
                <a:cxnLst>
                  <a:cxn ang="0">
                    <a:pos x="119" y="114"/>
                  </a:cxn>
                  <a:cxn ang="0">
                    <a:pos x="113" y="173"/>
                  </a:cxn>
                  <a:cxn ang="0">
                    <a:pos x="89" y="239"/>
                  </a:cxn>
                  <a:cxn ang="0">
                    <a:pos x="47" y="293"/>
                  </a:cxn>
                  <a:cxn ang="0">
                    <a:pos x="0" y="341"/>
                  </a:cxn>
                  <a:cxn ang="0">
                    <a:pos x="29" y="341"/>
                  </a:cxn>
                  <a:cxn ang="0">
                    <a:pos x="77" y="287"/>
                  </a:cxn>
                  <a:cxn ang="0">
                    <a:pos x="113" y="233"/>
                  </a:cxn>
                  <a:cxn ang="0">
                    <a:pos x="137" y="173"/>
                  </a:cxn>
                  <a:cxn ang="0">
                    <a:pos x="143" y="114"/>
                  </a:cxn>
                  <a:cxn ang="0">
                    <a:pos x="137" y="60"/>
                  </a:cxn>
                  <a:cxn ang="0">
                    <a:pos x="119" y="0"/>
                  </a:cxn>
                  <a:cxn ang="0">
                    <a:pos x="89" y="0"/>
                  </a:cxn>
                  <a:cxn ang="0">
                    <a:pos x="113" y="60"/>
                  </a:cxn>
                  <a:cxn ang="0">
                    <a:pos x="119" y="114"/>
                  </a:cxn>
                  <a:cxn ang="0">
                    <a:pos x="119" y="114"/>
                  </a:cxn>
                </a:cxnLst>
                <a:rect l="0" t="0" r="r" b="b"/>
                <a:pathLst>
                  <a:path w="143" h="341">
                    <a:moveTo>
                      <a:pt x="119" y="114"/>
                    </a:moveTo>
                    <a:lnTo>
                      <a:pt x="113" y="173"/>
                    </a:lnTo>
                    <a:lnTo>
                      <a:pt x="89" y="239"/>
                    </a:lnTo>
                    <a:lnTo>
                      <a:pt x="47" y="293"/>
                    </a:lnTo>
                    <a:lnTo>
                      <a:pt x="0" y="341"/>
                    </a:lnTo>
                    <a:lnTo>
                      <a:pt x="29" y="341"/>
                    </a:lnTo>
                    <a:lnTo>
                      <a:pt x="77" y="287"/>
                    </a:lnTo>
                    <a:lnTo>
                      <a:pt x="113" y="233"/>
                    </a:lnTo>
                    <a:lnTo>
                      <a:pt x="137" y="173"/>
                    </a:lnTo>
                    <a:lnTo>
                      <a:pt x="143" y="114"/>
                    </a:lnTo>
                    <a:lnTo>
                      <a:pt x="137" y="60"/>
                    </a:lnTo>
                    <a:lnTo>
                      <a:pt x="119" y="0"/>
                    </a:lnTo>
                    <a:lnTo>
                      <a:pt x="89" y="0"/>
                    </a:lnTo>
                    <a:lnTo>
                      <a:pt x="113" y="60"/>
                    </a:lnTo>
                    <a:lnTo>
                      <a:pt x="119" y="114"/>
                    </a:lnTo>
                    <a:lnTo>
                      <a:pt x="119" y="114"/>
                    </a:lnTo>
                    <a:close/>
                  </a:path>
                </a:pathLst>
              </a:custGeom>
              <a:gradFill rotWithShape="0">
                <a:gsLst>
                  <a:gs pos="0">
                    <a:schemeClr val="accent1"/>
                  </a:gs>
                  <a:gs pos="100000">
                    <a:schemeClr val="accent1">
                      <a:gamma/>
                      <a:shade val="94118"/>
                      <a:invGamma/>
                    </a:schemeClr>
                  </a:gs>
                </a:gsLst>
                <a:lin ang="5400000" scaled="1"/>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88105" name="Freeform 41"/>
              <p:cNvSpPr>
                <a:spLocks/>
              </p:cNvSpPr>
              <p:nvPr/>
            </p:nvSpPr>
            <p:spPr bwMode="hidden">
              <a:xfrm>
                <a:off x="5061" y="3624"/>
                <a:ext cx="83" cy="90"/>
              </a:xfrm>
              <a:custGeom>
                <a:avLst/>
                <a:gdLst/>
                <a:ahLst/>
                <a:cxnLst>
                  <a:cxn ang="0">
                    <a:pos x="59" y="90"/>
                  </a:cxn>
                  <a:cxn ang="0">
                    <a:pos x="83" y="84"/>
                  </a:cxn>
                  <a:cxn ang="0">
                    <a:pos x="71" y="60"/>
                  </a:cxn>
                  <a:cxn ang="0">
                    <a:pos x="53" y="42"/>
                  </a:cxn>
                  <a:cxn ang="0">
                    <a:pos x="6" y="0"/>
                  </a:cxn>
                  <a:cxn ang="0">
                    <a:pos x="0" y="18"/>
                  </a:cxn>
                  <a:cxn ang="0">
                    <a:pos x="35" y="48"/>
                  </a:cxn>
                  <a:cxn ang="0">
                    <a:pos x="59" y="90"/>
                  </a:cxn>
                  <a:cxn ang="0">
                    <a:pos x="59" y="90"/>
                  </a:cxn>
                </a:cxnLst>
                <a:rect l="0" t="0" r="r" b="b"/>
                <a:pathLst>
                  <a:path w="83" h="90">
                    <a:moveTo>
                      <a:pt x="59" y="90"/>
                    </a:moveTo>
                    <a:lnTo>
                      <a:pt x="83" y="84"/>
                    </a:lnTo>
                    <a:lnTo>
                      <a:pt x="71" y="60"/>
                    </a:lnTo>
                    <a:lnTo>
                      <a:pt x="53" y="42"/>
                    </a:lnTo>
                    <a:lnTo>
                      <a:pt x="6" y="0"/>
                    </a:lnTo>
                    <a:lnTo>
                      <a:pt x="0" y="18"/>
                    </a:lnTo>
                    <a:lnTo>
                      <a:pt x="35" y="48"/>
                    </a:lnTo>
                    <a:lnTo>
                      <a:pt x="59" y="90"/>
                    </a:lnTo>
                    <a:lnTo>
                      <a:pt x="59" y="90"/>
                    </a:lnTo>
                    <a:close/>
                  </a:path>
                </a:pathLst>
              </a:custGeom>
              <a:gradFill rotWithShape="0">
                <a:gsLst>
                  <a:gs pos="0">
                    <a:schemeClr val="accent1"/>
                  </a:gs>
                  <a:gs pos="100000">
                    <a:schemeClr val="accent1">
                      <a:gamma/>
                      <a:shade val="94118"/>
                      <a:invGamma/>
                    </a:schemeClr>
                  </a:gs>
                </a:gsLst>
                <a:lin ang="5400000" scaled="1"/>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88106" name="Freeform 42"/>
              <p:cNvSpPr>
                <a:spLocks/>
              </p:cNvSpPr>
              <p:nvPr/>
            </p:nvSpPr>
            <p:spPr bwMode="hidden">
              <a:xfrm>
                <a:off x="4445" y="3552"/>
                <a:ext cx="717" cy="431"/>
              </a:xfrm>
              <a:custGeom>
                <a:avLst/>
                <a:gdLst/>
                <a:ahLst/>
                <a:cxnLst>
                  <a:cxn ang="0">
                    <a:pos x="693" y="216"/>
                  </a:cxn>
                  <a:cxn ang="0">
                    <a:pos x="687" y="257"/>
                  </a:cxn>
                  <a:cxn ang="0">
                    <a:pos x="669" y="293"/>
                  </a:cxn>
                  <a:cxn ang="0">
                    <a:pos x="633" y="329"/>
                  </a:cxn>
                  <a:cxn ang="0">
                    <a:pos x="598" y="359"/>
                  </a:cxn>
                  <a:cxn ang="0">
                    <a:pos x="544" y="383"/>
                  </a:cxn>
                  <a:cxn ang="0">
                    <a:pos x="490" y="401"/>
                  </a:cxn>
                  <a:cxn ang="0">
                    <a:pos x="424" y="413"/>
                  </a:cxn>
                  <a:cxn ang="0">
                    <a:pos x="359" y="419"/>
                  </a:cxn>
                  <a:cxn ang="0">
                    <a:pos x="293" y="413"/>
                  </a:cxn>
                  <a:cxn ang="0">
                    <a:pos x="227" y="401"/>
                  </a:cxn>
                  <a:cxn ang="0">
                    <a:pos x="173" y="383"/>
                  </a:cxn>
                  <a:cxn ang="0">
                    <a:pos x="119" y="359"/>
                  </a:cxn>
                  <a:cxn ang="0">
                    <a:pos x="84" y="329"/>
                  </a:cxn>
                  <a:cxn ang="0">
                    <a:pos x="48" y="293"/>
                  </a:cxn>
                  <a:cxn ang="0">
                    <a:pos x="30" y="257"/>
                  </a:cxn>
                  <a:cxn ang="0">
                    <a:pos x="24" y="216"/>
                  </a:cxn>
                  <a:cxn ang="0">
                    <a:pos x="30" y="174"/>
                  </a:cxn>
                  <a:cxn ang="0">
                    <a:pos x="48" y="138"/>
                  </a:cxn>
                  <a:cxn ang="0">
                    <a:pos x="84" y="102"/>
                  </a:cxn>
                  <a:cxn ang="0">
                    <a:pos x="119" y="72"/>
                  </a:cxn>
                  <a:cxn ang="0">
                    <a:pos x="173" y="48"/>
                  </a:cxn>
                  <a:cxn ang="0">
                    <a:pos x="227" y="30"/>
                  </a:cxn>
                  <a:cxn ang="0">
                    <a:pos x="293" y="18"/>
                  </a:cxn>
                  <a:cxn ang="0">
                    <a:pos x="359" y="12"/>
                  </a:cxn>
                  <a:cxn ang="0">
                    <a:pos x="418" y="18"/>
                  </a:cxn>
                  <a:cxn ang="0">
                    <a:pos x="478" y="30"/>
                  </a:cxn>
                  <a:cxn ang="0">
                    <a:pos x="532" y="48"/>
                  </a:cxn>
                  <a:cxn ang="0">
                    <a:pos x="580" y="66"/>
                  </a:cxn>
                  <a:cxn ang="0">
                    <a:pos x="586" y="48"/>
                  </a:cxn>
                  <a:cxn ang="0">
                    <a:pos x="478" y="12"/>
                  </a:cxn>
                  <a:cxn ang="0">
                    <a:pos x="418" y="6"/>
                  </a:cxn>
                  <a:cxn ang="0">
                    <a:pos x="359" y="0"/>
                  </a:cxn>
                  <a:cxn ang="0">
                    <a:pos x="287" y="6"/>
                  </a:cxn>
                  <a:cxn ang="0">
                    <a:pos x="221" y="18"/>
                  </a:cxn>
                  <a:cxn ang="0">
                    <a:pos x="161" y="36"/>
                  </a:cxn>
                  <a:cxn ang="0">
                    <a:pos x="107" y="66"/>
                  </a:cxn>
                  <a:cxn ang="0">
                    <a:pos x="60" y="96"/>
                  </a:cxn>
                  <a:cxn ang="0">
                    <a:pos x="30" y="132"/>
                  </a:cxn>
                  <a:cxn ang="0">
                    <a:pos x="6" y="174"/>
                  </a:cxn>
                  <a:cxn ang="0">
                    <a:pos x="0" y="216"/>
                  </a:cxn>
                  <a:cxn ang="0">
                    <a:pos x="6" y="257"/>
                  </a:cxn>
                  <a:cxn ang="0">
                    <a:pos x="30" y="299"/>
                  </a:cxn>
                  <a:cxn ang="0">
                    <a:pos x="60" y="335"/>
                  </a:cxn>
                  <a:cxn ang="0">
                    <a:pos x="107" y="371"/>
                  </a:cxn>
                  <a:cxn ang="0">
                    <a:pos x="161" y="395"/>
                  </a:cxn>
                  <a:cxn ang="0">
                    <a:pos x="221" y="413"/>
                  </a:cxn>
                  <a:cxn ang="0">
                    <a:pos x="287" y="425"/>
                  </a:cxn>
                  <a:cxn ang="0">
                    <a:pos x="359" y="431"/>
                  </a:cxn>
                  <a:cxn ang="0">
                    <a:pos x="430" y="425"/>
                  </a:cxn>
                  <a:cxn ang="0">
                    <a:pos x="496" y="413"/>
                  </a:cxn>
                  <a:cxn ang="0">
                    <a:pos x="562" y="395"/>
                  </a:cxn>
                  <a:cxn ang="0">
                    <a:pos x="610" y="371"/>
                  </a:cxn>
                  <a:cxn ang="0">
                    <a:pos x="657" y="335"/>
                  </a:cxn>
                  <a:cxn ang="0">
                    <a:pos x="687" y="299"/>
                  </a:cxn>
                  <a:cxn ang="0">
                    <a:pos x="711" y="257"/>
                  </a:cxn>
                  <a:cxn ang="0">
                    <a:pos x="717" y="216"/>
                  </a:cxn>
                  <a:cxn ang="0">
                    <a:pos x="717" y="204"/>
                  </a:cxn>
                  <a:cxn ang="0">
                    <a:pos x="711" y="192"/>
                  </a:cxn>
                  <a:cxn ang="0">
                    <a:pos x="687" y="198"/>
                  </a:cxn>
                  <a:cxn ang="0">
                    <a:pos x="693" y="210"/>
                  </a:cxn>
                  <a:cxn ang="0">
                    <a:pos x="693" y="216"/>
                  </a:cxn>
                  <a:cxn ang="0">
                    <a:pos x="693" y="216"/>
                  </a:cxn>
                </a:cxnLst>
                <a:rect l="0" t="0" r="r" b="b"/>
                <a:pathLst>
                  <a:path w="717" h="431">
                    <a:moveTo>
                      <a:pt x="693" y="216"/>
                    </a:moveTo>
                    <a:lnTo>
                      <a:pt x="687" y="257"/>
                    </a:lnTo>
                    <a:lnTo>
                      <a:pt x="669" y="293"/>
                    </a:lnTo>
                    <a:lnTo>
                      <a:pt x="633" y="329"/>
                    </a:lnTo>
                    <a:lnTo>
                      <a:pt x="598" y="359"/>
                    </a:lnTo>
                    <a:lnTo>
                      <a:pt x="544" y="383"/>
                    </a:lnTo>
                    <a:lnTo>
                      <a:pt x="490" y="401"/>
                    </a:lnTo>
                    <a:lnTo>
                      <a:pt x="424" y="413"/>
                    </a:lnTo>
                    <a:lnTo>
                      <a:pt x="359" y="419"/>
                    </a:lnTo>
                    <a:lnTo>
                      <a:pt x="293" y="413"/>
                    </a:lnTo>
                    <a:lnTo>
                      <a:pt x="227" y="401"/>
                    </a:lnTo>
                    <a:lnTo>
                      <a:pt x="173" y="383"/>
                    </a:lnTo>
                    <a:lnTo>
                      <a:pt x="119" y="359"/>
                    </a:lnTo>
                    <a:lnTo>
                      <a:pt x="84" y="329"/>
                    </a:lnTo>
                    <a:lnTo>
                      <a:pt x="48" y="293"/>
                    </a:lnTo>
                    <a:lnTo>
                      <a:pt x="30" y="257"/>
                    </a:lnTo>
                    <a:lnTo>
                      <a:pt x="24" y="216"/>
                    </a:lnTo>
                    <a:lnTo>
                      <a:pt x="30" y="174"/>
                    </a:lnTo>
                    <a:lnTo>
                      <a:pt x="48" y="138"/>
                    </a:lnTo>
                    <a:lnTo>
                      <a:pt x="84" y="102"/>
                    </a:lnTo>
                    <a:lnTo>
                      <a:pt x="119" y="72"/>
                    </a:lnTo>
                    <a:lnTo>
                      <a:pt x="173" y="48"/>
                    </a:lnTo>
                    <a:lnTo>
                      <a:pt x="227" y="30"/>
                    </a:lnTo>
                    <a:lnTo>
                      <a:pt x="293" y="18"/>
                    </a:lnTo>
                    <a:lnTo>
                      <a:pt x="359" y="12"/>
                    </a:lnTo>
                    <a:lnTo>
                      <a:pt x="418" y="18"/>
                    </a:lnTo>
                    <a:lnTo>
                      <a:pt x="478" y="30"/>
                    </a:lnTo>
                    <a:lnTo>
                      <a:pt x="532" y="48"/>
                    </a:lnTo>
                    <a:lnTo>
                      <a:pt x="580" y="66"/>
                    </a:lnTo>
                    <a:lnTo>
                      <a:pt x="586" y="48"/>
                    </a:lnTo>
                    <a:lnTo>
                      <a:pt x="478" y="12"/>
                    </a:lnTo>
                    <a:lnTo>
                      <a:pt x="418" y="6"/>
                    </a:lnTo>
                    <a:lnTo>
                      <a:pt x="359" y="0"/>
                    </a:lnTo>
                    <a:lnTo>
                      <a:pt x="287" y="6"/>
                    </a:lnTo>
                    <a:lnTo>
                      <a:pt x="221" y="18"/>
                    </a:lnTo>
                    <a:lnTo>
                      <a:pt x="161" y="36"/>
                    </a:lnTo>
                    <a:lnTo>
                      <a:pt x="107" y="66"/>
                    </a:lnTo>
                    <a:lnTo>
                      <a:pt x="60" y="96"/>
                    </a:lnTo>
                    <a:lnTo>
                      <a:pt x="30" y="132"/>
                    </a:lnTo>
                    <a:lnTo>
                      <a:pt x="6" y="174"/>
                    </a:lnTo>
                    <a:lnTo>
                      <a:pt x="0" y="216"/>
                    </a:lnTo>
                    <a:lnTo>
                      <a:pt x="6" y="257"/>
                    </a:lnTo>
                    <a:lnTo>
                      <a:pt x="30" y="299"/>
                    </a:lnTo>
                    <a:lnTo>
                      <a:pt x="60" y="335"/>
                    </a:lnTo>
                    <a:lnTo>
                      <a:pt x="107" y="371"/>
                    </a:lnTo>
                    <a:lnTo>
                      <a:pt x="161" y="395"/>
                    </a:lnTo>
                    <a:lnTo>
                      <a:pt x="221" y="413"/>
                    </a:lnTo>
                    <a:lnTo>
                      <a:pt x="287" y="425"/>
                    </a:lnTo>
                    <a:lnTo>
                      <a:pt x="359" y="431"/>
                    </a:lnTo>
                    <a:lnTo>
                      <a:pt x="430" y="425"/>
                    </a:lnTo>
                    <a:lnTo>
                      <a:pt x="496" y="413"/>
                    </a:lnTo>
                    <a:lnTo>
                      <a:pt x="562" y="395"/>
                    </a:lnTo>
                    <a:lnTo>
                      <a:pt x="610" y="371"/>
                    </a:lnTo>
                    <a:lnTo>
                      <a:pt x="657" y="335"/>
                    </a:lnTo>
                    <a:lnTo>
                      <a:pt x="687" y="299"/>
                    </a:lnTo>
                    <a:lnTo>
                      <a:pt x="711" y="257"/>
                    </a:lnTo>
                    <a:lnTo>
                      <a:pt x="717" y="216"/>
                    </a:lnTo>
                    <a:lnTo>
                      <a:pt x="717" y="204"/>
                    </a:lnTo>
                    <a:lnTo>
                      <a:pt x="711" y="192"/>
                    </a:lnTo>
                    <a:lnTo>
                      <a:pt x="687" y="198"/>
                    </a:lnTo>
                    <a:lnTo>
                      <a:pt x="693" y="210"/>
                    </a:lnTo>
                    <a:lnTo>
                      <a:pt x="693" y="216"/>
                    </a:lnTo>
                    <a:lnTo>
                      <a:pt x="693" y="216"/>
                    </a:lnTo>
                    <a:close/>
                  </a:path>
                </a:pathLst>
              </a:custGeom>
              <a:gradFill rotWithShape="0">
                <a:gsLst>
                  <a:gs pos="0">
                    <a:schemeClr val="accent1"/>
                  </a:gs>
                  <a:gs pos="100000">
                    <a:schemeClr val="accent1">
                      <a:gamma/>
                      <a:shade val="96863"/>
                      <a:invGamma/>
                    </a:schemeClr>
                  </a:gs>
                </a:gsLst>
                <a:lin ang="5400000" scaled="1"/>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88107" name="Freeform 43"/>
              <p:cNvSpPr>
                <a:spLocks/>
              </p:cNvSpPr>
              <p:nvPr/>
            </p:nvSpPr>
            <p:spPr bwMode="hidden">
              <a:xfrm>
                <a:off x="4349" y="3510"/>
                <a:ext cx="909" cy="533"/>
              </a:xfrm>
              <a:custGeom>
                <a:avLst/>
                <a:gdLst/>
                <a:ahLst/>
                <a:cxnLst>
                  <a:cxn ang="0">
                    <a:pos x="616" y="0"/>
                  </a:cxn>
                  <a:cxn ang="0">
                    <a:pos x="616" y="18"/>
                  </a:cxn>
                  <a:cxn ang="0">
                    <a:pos x="724" y="60"/>
                  </a:cxn>
                  <a:cxn ang="0">
                    <a:pos x="765" y="84"/>
                  </a:cxn>
                  <a:cxn ang="0">
                    <a:pos x="807" y="114"/>
                  </a:cxn>
                  <a:cxn ang="0">
                    <a:pos x="837" y="144"/>
                  </a:cxn>
                  <a:cxn ang="0">
                    <a:pos x="861" y="180"/>
                  </a:cxn>
                  <a:cxn ang="0">
                    <a:pos x="873" y="216"/>
                  </a:cxn>
                  <a:cxn ang="0">
                    <a:pos x="879" y="258"/>
                  </a:cxn>
                  <a:cxn ang="0">
                    <a:pos x="873" y="311"/>
                  </a:cxn>
                  <a:cxn ang="0">
                    <a:pos x="843" y="359"/>
                  </a:cxn>
                  <a:cxn ang="0">
                    <a:pos x="807" y="401"/>
                  </a:cxn>
                  <a:cxn ang="0">
                    <a:pos x="753" y="443"/>
                  </a:cxn>
                  <a:cxn ang="0">
                    <a:pos x="694" y="473"/>
                  </a:cxn>
                  <a:cxn ang="0">
                    <a:pos x="622" y="497"/>
                  </a:cxn>
                  <a:cxn ang="0">
                    <a:pos x="538" y="509"/>
                  </a:cxn>
                  <a:cxn ang="0">
                    <a:pos x="455" y="515"/>
                  </a:cxn>
                  <a:cxn ang="0">
                    <a:pos x="371" y="509"/>
                  </a:cxn>
                  <a:cxn ang="0">
                    <a:pos x="287" y="497"/>
                  </a:cxn>
                  <a:cxn ang="0">
                    <a:pos x="215" y="473"/>
                  </a:cxn>
                  <a:cxn ang="0">
                    <a:pos x="156" y="443"/>
                  </a:cxn>
                  <a:cxn ang="0">
                    <a:pos x="102" y="401"/>
                  </a:cxn>
                  <a:cxn ang="0">
                    <a:pos x="66" y="359"/>
                  </a:cxn>
                  <a:cxn ang="0">
                    <a:pos x="36" y="311"/>
                  </a:cxn>
                  <a:cxn ang="0">
                    <a:pos x="30" y="258"/>
                  </a:cxn>
                  <a:cxn ang="0">
                    <a:pos x="36" y="222"/>
                  </a:cxn>
                  <a:cxn ang="0">
                    <a:pos x="48" y="186"/>
                  </a:cxn>
                  <a:cxn ang="0">
                    <a:pos x="66" y="156"/>
                  </a:cxn>
                  <a:cxn ang="0">
                    <a:pos x="90" y="126"/>
                  </a:cxn>
                  <a:cxn ang="0">
                    <a:pos x="66" y="114"/>
                  </a:cxn>
                  <a:cxn ang="0">
                    <a:pos x="36" y="144"/>
                  </a:cxn>
                  <a:cxn ang="0">
                    <a:pos x="18" y="180"/>
                  </a:cxn>
                  <a:cxn ang="0">
                    <a:pos x="6" y="216"/>
                  </a:cxn>
                  <a:cxn ang="0">
                    <a:pos x="0" y="258"/>
                  </a:cxn>
                  <a:cxn ang="0">
                    <a:pos x="12" y="311"/>
                  </a:cxn>
                  <a:cxn ang="0">
                    <a:pos x="36" y="365"/>
                  </a:cxn>
                  <a:cxn ang="0">
                    <a:pos x="78" y="413"/>
                  </a:cxn>
                  <a:cxn ang="0">
                    <a:pos x="132" y="449"/>
                  </a:cxn>
                  <a:cxn ang="0">
                    <a:pos x="203" y="485"/>
                  </a:cxn>
                  <a:cxn ang="0">
                    <a:pos x="275" y="509"/>
                  </a:cxn>
                  <a:cxn ang="0">
                    <a:pos x="365" y="527"/>
                  </a:cxn>
                  <a:cxn ang="0">
                    <a:pos x="455" y="533"/>
                  </a:cxn>
                  <a:cxn ang="0">
                    <a:pos x="544" y="527"/>
                  </a:cxn>
                  <a:cxn ang="0">
                    <a:pos x="634" y="509"/>
                  </a:cxn>
                  <a:cxn ang="0">
                    <a:pos x="712" y="485"/>
                  </a:cxn>
                  <a:cxn ang="0">
                    <a:pos x="777" y="449"/>
                  </a:cxn>
                  <a:cxn ang="0">
                    <a:pos x="831" y="413"/>
                  </a:cxn>
                  <a:cxn ang="0">
                    <a:pos x="873" y="365"/>
                  </a:cxn>
                  <a:cxn ang="0">
                    <a:pos x="897" y="311"/>
                  </a:cxn>
                  <a:cxn ang="0">
                    <a:pos x="909" y="258"/>
                  </a:cxn>
                  <a:cxn ang="0">
                    <a:pos x="903" y="216"/>
                  </a:cxn>
                  <a:cxn ang="0">
                    <a:pos x="885" y="174"/>
                  </a:cxn>
                  <a:cxn ang="0">
                    <a:pos x="861" y="132"/>
                  </a:cxn>
                  <a:cxn ang="0">
                    <a:pos x="825" y="102"/>
                  </a:cxn>
                  <a:cxn ang="0">
                    <a:pos x="783" y="66"/>
                  </a:cxn>
                  <a:cxn ang="0">
                    <a:pos x="735" y="42"/>
                  </a:cxn>
                  <a:cxn ang="0">
                    <a:pos x="616" y="0"/>
                  </a:cxn>
                  <a:cxn ang="0">
                    <a:pos x="616" y="0"/>
                  </a:cxn>
                </a:cxnLst>
                <a:rect l="0" t="0" r="r" b="b"/>
                <a:pathLst>
                  <a:path w="909" h="533">
                    <a:moveTo>
                      <a:pt x="616" y="0"/>
                    </a:moveTo>
                    <a:lnTo>
                      <a:pt x="616" y="18"/>
                    </a:lnTo>
                    <a:lnTo>
                      <a:pt x="724" y="60"/>
                    </a:lnTo>
                    <a:lnTo>
                      <a:pt x="765" y="84"/>
                    </a:lnTo>
                    <a:lnTo>
                      <a:pt x="807" y="114"/>
                    </a:lnTo>
                    <a:lnTo>
                      <a:pt x="837" y="144"/>
                    </a:lnTo>
                    <a:lnTo>
                      <a:pt x="861" y="180"/>
                    </a:lnTo>
                    <a:lnTo>
                      <a:pt x="873" y="216"/>
                    </a:lnTo>
                    <a:lnTo>
                      <a:pt x="879" y="258"/>
                    </a:lnTo>
                    <a:lnTo>
                      <a:pt x="873" y="311"/>
                    </a:lnTo>
                    <a:lnTo>
                      <a:pt x="843" y="359"/>
                    </a:lnTo>
                    <a:lnTo>
                      <a:pt x="807" y="401"/>
                    </a:lnTo>
                    <a:lnTo>
                      <a:pt x="753" y="443"/>
                    </a:lnTo>
                    <a:lnTo>
                      <a:pt x="694" y="473"/>
                    </a:lnTo>
                    <a:lnTo>
                      <a:pt x="622" y="497"/>
                    </a:lnTo>
                    <a:lnTo>
                      <a:pt x="538" y="509"/>
                    </a:lnTo>
                    <a:lnTo>
                      <a:pt x="455" y="515"/>
                    </a:lnTo>
                    <a:lnTo>
                      <a:pt x="371" y="509"/>
                    </a:lnTo>
                    <a:lnTo>
                      <a:pt x="287" y="497"/>
                    </a:lnTo>
                    <a:lnTo>
                      <a:pt x="215" y="473"/>
                    </a:lnTo>
                    <a:lnTo>
                      <a:pt x="156" y="443"/>
                    </a:lnTo>
                    <a:lnTo>
                      <a:pt x="102" y="401"/>
                    </a:lnTo>
                    <a:lnTo>
                      <a:pt x="66" y="359"/>
                    </a:lnTo>
                    <a:lnTo>
                      <a:pt x="36" y="311"/>
                    </a:lnTo>
                    <a:lnTo>
                      <a:pt x="30" y="258"/>
                    </a:lnTo>
                    <a:lnTo>
                      <a:pt x="36" y="222"/>
                    </a:lnTo>
                    <a:lnTo>
                      <a:pt x="48" y="186"/>
                    </a:lnTo>
                    <a:lnTo>
                      <a:pt x="66" y="156"/>
                    </a:lnTo>
                    <a:lnTo>
                      <a:pt x="90" y="126"/>
                    </a:lnTo>
                    <a:lnTo>
                      <a:pt x="66" y="114"/>
                    </a:lnTo>
                    <a:lnTo>
                      <a:pt x="36" y="144"/>
                    </a:lnTo>
                    <a:lnTo>
                      <a:pt x="18" y="180"/>
                    </a:lnTo>
                    <a:lnTo>
                      <a:pt x="6" y="216"/>
                    </a:lnTo>
                    <a:lnTo>
                      <a:pt x="0" y="258"/>
                    </a:lnTo>
                    <a:lnTo>
                      <a:pt x="12" y="311"/>
                    </a:lnTo>
                    <a:lnTo>
                      <a:pt x="36" y="365"/>
                    </a:lnTo>
                    <a:lnTo>
                      <a:pt x="78" y="413"/>
                    </a:lnTo>
                    <a:lnTo>
                      <a:pt x="132" y="449"/>
                    </a:lnTo>
                    <a:lnTo>
                      <a:pt x="203" y="485"/>
                    </a:lnTo>
                    <a:lnTo>
                      <a:pt x="275" y="509"/>
                    </a:lnTo>
                    <a:lnTo>
                      <a:pt x="365" y="527"/>
                    </a:lnTo>
                    <a:lnTo>
                      <a:pt x="455" y="533"/>
                    </a:lnTo>
                    <a:lnTo>
                      <a:pt x="544" y="527"/>
                    </a:lnTo>
                    <a:lnTo>
                      <a:pt x="634" y="509"/>
                    </a:lnTo>
                    <a:lnTo>
                      <a:pt x="712" y="485"/>
                    </a:lnTo>
                    <a:lnTo>
                      <a:pt x="777" y="449"/>
                    </a:lnTo>
                    <a:lnTo>
                      <a:pt x="831" y="413"/>
                    </a:lnTo>
                    <a:lnTo>
                      <a:pt x="873" y="365"/>
                    </a:lnTo>
                    <a:lnTo>
                      <a:pt x="897" y="311"/>
                    </a:lnTo>
                    <a:lnTo>
                      <a:pt x="909" y="258"/>
                    </a:lnTo>
                    <a:lnTo>
                      <a:pt x="903" y="216"/>
                    </a:lnTo>
                    <a:lnTo>
                      <a:pt x="885" y="174"/>
                    </a:lnTo>
                    <a:lnTo>
                      <a:pt x="861" y="132"/>
                    </a:lnTo>
                    <a:lnTo>
                      <a:pt x="825" y="102"/>
                    </a:lnTo>
                    <a:lnTo>
                      <a:pt x="783" y="66"/>
                    </a:lnTo>
                    <a:lnTo>
                      <a:pt x="735" y="42"/>
                    </a:lnTo>
                    <a:lnTo>
                      <a:pt x="616" y="0"/>
                    </a:lnTo>
                    <a:lnTo>
                      <a:pt x="616" y="0"/>
                    </a:lnTo>
                    <a:close/>
                  </a:path>
                </a:pathLst>
              </a:custGeom>
              <a:gradFill rotWithShape="0">
                <a:gsLst>
                  <a:gs pos="0">
                    <a:schemeClr val="accent1">
                      <a:gamma/>
                      <a:tint val="96863"/>
                      <a:invGamma/>
                    </a:schemeClr>
                  </a:gs>
                  <a:gs pos="100000">
                    <a:schemeClr val="accent1"/>
                  </a:gs>
                </a:gsLst>
                <a:lin ang="0" scaled="1"/>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88108" name="Freeform 44"/>
              <p:cNvSpPr>
                <a:spLocks/>
              </p:cNvSpPr>
              <p:nvPr/>
            </p:nvSpPr>
            <p:spPr bwMode="hidden">
              <a:xfrm>
                <a:off x="4564" y="3492"/>
                <a:ext cx="365" cy="66"/>
              </a:xfrm>
              <a:custGeom>
                <a:avLst/>
                <a:gdLst/>
                <a:ahLst/>
                <a:cxnLst>
                  <a:cxn ang="0">
                    <a:pos x="240" y="18"/>
                  </a:cxn>
                  <a:cxn ang="0">
                    <a:pos x="299" y="24"/>
                  </a:cxn>
                  <a:cxn ang="0">
                    <a:pos x="359" y="30"/>
                  </a:cxn>
                  <a:cxn ang="0">
                    <a:pos x="365" y="12"/>
                  </a:cxn>
                  <a:cxn ang="0">
                    <a:pos x="305" y="6"/>
                  </a:cxn>
                  <a:cxn ang="0">
                    <a:pos x="240" y="0"/>
                  </a:cxn>
                  <a:cxn ang="0">
                    <a:pos x="174" y="6"/>
                  </a:cxn>
                  <a:cxn ang="0">
                    <a:pos x="114" y="12"/>
                  </a:cxn>
                  <a:cxn ang="0">
                    <a:pos x="0" y="42"/>
                  </a:cxn>
                  <a:cxn ang="0">
                    <a:pos x="0" y="66"/>
                  </a:cxn>
                  <a:cxn ang="0">
                    <a:pos x="54" y="48"/>
                  </a:cxn>
                  <a:cxn ang="0">
                    <a:pos x="114" y="30"/>
                  </a:cxn>
                  <a:cxn ang="0">
                    <a:pos x="174" y="24"/>
                  </a:cxn>
                  <a:cxn ang="0">
                    <a:pos x="240" y="18"/>
                  </a:cxn>
                  <a:cxn ang="0">
                    <a:pos x="240" y="18"/>
                  </a:cxn>
                </a:cxnLst>
                <a:rect l="0" t="0" r="r" b="b"/>
                <a:pathLst>
                  <a:path w="365" h="66">
                    <a:moveTo>
                      <a:pt x="240" y="18"/>
                    </a:moveTo>
                    <a:lnTo>
                      <a:pt x="299" y="24"/>
                    </a:lnTo>
                    <a:lnTo>
                      <a:pt x="359" y="30"/>
                    </a:lnTo>
                    <a:lnTo>
                      <a:pt x="365" y="12"/>
                    </a:lnTo>
                    <a:lnTo>
                      <a:pt x="305" y="6"/>
                    </a:lnTo>
                    <a:lnTo>
                      <a:pt x="240" y="0"/>
                    </a:lnTo>
                    <a:lnTo>
                      <a:pt x="174" y="6"/>
                    </a:lnTo>
                    <a:lnTo>
                      <a:pt x="114" y="12"/>
                    </a:lnTo>
                    <a:lnTo>
                      <a:pt x="0" y="42"/>
                    </a:lnTo>
                    <a:lnTo>
                      <a:pt x="0" y="66"/>
                    </a:lnTo>
                    <a:lnTo>
                      <a:pt x="54" y="48"/>
                    </a:lnTo>
                    <a:lnTo>
                      <a:pt x="114" y="30"/>
                    </a:lnTo>
                    <a:lnTo>
                      <a:pt x="174" y="24"/>
                    </a:lnTo>
                    <a:lnTo>
                      <a:pt x="240" y="18"/>
                    </a:lnTo>
                    <a:lnTo>
                      <a:pt x="240" y="18"/>
                    </a:lnTo>
                    <a:close/>
                  </a:path>
                </a:pathLst>
              </a:custGeom>
              <a:gradFill rotWithShape="0">
                <a:gsLst>
                  <a:gs pos="0">
                    <a:schemeClr val="accent1">
                      <a:gamma/>
                      <a:tint val="96863"/>
                      <a:invGamma/>
                    </a:schemeClr>
                  </a:gs>
                  <a:gs pos="100000">
                    <a:schemeClr val="accent1"/>
                  </a:gs>
                </a:gsLst>
                <a:lin ang="5400000" scaled="1"/>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88109" name="Freeform 45"/>
              <p:cNvSpPr>
                <a:spLocks/>
              </p:cNvSpPr>
              <p:nvPr/>
            </p:nvSpPr>
            <p:spPr bwMode="hidden">
              <a:xfrm>
                <a:off x="4463" y="3558"/>
                <a:ext cx="66" cy="48"/>
              </a:xfrm>
              <a:custGeom>
                <a:avLst/>
                <a:gdLst/>
                <a:ahLst/>
                <a:cxnLst>
                  <a:cxn ang="0">
                    <a:pos x="66" y="18"/>
                  </a:cxn>
                  <a:cxn ang="0">
                    <a:pos x="48" y="0"/>
                  </a:cxn>
                  <a:cxn ang="0">
                    <a:pos x="24" y="12"/>
                  </a:cxn>
                  <a:cxn ang="0">
                    <a:pos x="0" y="30"/>
                  </a:cxn>
                  <a:cxn ang="0">
                    <a:pos x="12" y="48"/>
                  </a:cxn>
                  <a:cxn ang="0">
                    <a:pos x="42" y="30"/>
                  </a:cxn>
                  <a:cxn ang="0">
                    <a:pos x="66" y="18"/>
                  </a:cxn>
                  <a:cxn ang="0">
                    <a:pos x="66" y="18"/>
                  </a:cxn>
                </a:cxnLst>
                <a:rect l="0" t="0" r="r" b="b"/>
                <a:pathLst>
                  <a:path w="66" h="48">
                    <a:moveTo>
                      <a:pt x="66" y="18"/>
                    </a:moveTo>
                    <a:lnTo>
                      <a:pt x="48" y="0"/>
                    </a:lnTo>
                    <a:lnTo>
                      <a:pt x="24" y="12"/>
                    </a:lnTo>
                    <a:lnTo>
                      <a:pt x="0" y="30"/>
                    </a:lnTo>
                    <a:lnTo>
                      <a:pt x="12" y="48"/>
                    </a:lnTo>
                    <a:lnTo>
                      <a:pt x="42" y="30"/>
                    </a:lnTo>
                    <a:lnTo>
                      <a:pt x="66" y="18"/>
                    </a:lnTo>
                    <a:lnTo>
                      <a:pt x="66" y="18"/>
                    </a:lnTo>
                    <a:close/>
                  </a:path>
                </a:pathLst>
              </a:custGeom>
              <a:gradFill rotWithShape="0">
                <a:gsLst>
                  <a:gs pos="0">
                    <a:schemeClr val="accent1">
                      <a:gamma/>
                      <a:tint val="96863"/>
                      <a:invGamma/>
                    </a:schemeClr>
                  </a:gs>
                  <a:gs pos="100000">
                    <a:schemeClr val="accent1"/>
                  </a:gs>
                </a:gsLst>
                <a:lin ang="5400000" scaled="1"/>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88110" name="Freeform 46"/>
              <p:cNvSpPr>
                <a:spLocks/>
              </p:cNvSpPr>
              <p:nvPr/>
            </p:nvSpPr>
            <p:spPr bwMode="hidden">
              <a:xfrm>
                <a:off x="5280" y="3186"/>
                <a:ext cx="383" cy="96"/>
              </a:xfrm>
              <a:custGeom>
                <a:avLst/>
                <a:gdLst/>
                <a:ahLst/>
                <a:cxnLst>
                  <a:cxn ang="0">
                    <a:pos x="209" y="96"/>
                  </a:cxn>
                  <a:cxn ang="0">
                    <a:pos x="143" y="90"/>
                  </a:cxn>
                  <a:cxn ang="0">
                    <a:pos x="83" y="66"/>
                  </a:cxn>
                  <a:cxn ang="0">
                    <a:pos x="35" y="36"/>
                  </a:cxn>
                  <a:cxn ang="0">
                    <a:pos x="6" y="0"/>
                  </a:cxn>
                  <a:cxn ang="0">
                    <a:pos x="0" y="6"/>
                  </a:cxn>
                  <a:cxn ang="0">
                    <a:pos x="29" y="42"/>
                  </a:cxn>
                  <a:cxn ang="0">
                    <a:pos x="77" y="72"/>
                  </a:cxn>
                  <a:cxn ang="0">
                    <a:pos x="137" y="90"/>
                  </a:cxn>
                  <a:cxn ang="0">
                    <a:pos x="209" y="96"/>
                  </a:cxn>
                  <a:cxn ang="0">
                    <a:pos x="263" y="90"/>
                  </a:cxn>
                  <a:cxn ang="0">
                    <a:pos x="311" y="84"/>
                  </a:cxn>
                  <a:cxn ang="0">
                    <a:pos x="352" y="66"/>
                  </a:cxn>
                  <a:cxn ang="0">
                    <a:pos x="382" y="42"/>
                  </a:cxn>
                  <a:cxn ang="0">
                    <a:pos x="376" y="42"/>
                  </a:cxn>
                  <a:cxn ang="0">
                    <a:pos x="346" y="66"/>
                  </a:cxn>
                  <a:cxn ang="0">
                    <a:pos x="305" y="78"/>
                  </a:cxn>
                  <a:cxn ang="0">
                    <a:pos x="263" y="90"/>
                  </a:cxn>
                  <a:cxn ang="0">
                    <a:pos x="209" y="96"/>
                  </a:cxn>
                  <a:cxn ang="0">
                    <a:pos x="209" y="96"/>
                  </a:cxn>
                </a:cxnLst>
                <a:rect l="0" t="0" r="r" b="b"/>
                <a:pathLst>
                  <a:path w="382" h="96">
                    <a:moveTo>
                      <a:pt x="209" y="96"/>
                    </a:moveTo>
                    <a:lnTo>
                      <a:pt x="143" y="90"/>
                    </a:lnTo>
                    <a:lnTo>
                      <a:pt x="83" y="66"/>
                    </a:lnTo>
                    <a:lnTo>
                      <a:pt x="35" y="36"/>
                    </a:lnTo>
                    <a:lnTo>
                      <a:pt x="6" y="0"/>
                    </a:lnTo>
                    <a:lnTo>
                      <a:pt x="0" y="6"/>
                    </a:lnTo>
                    <a:lnTo>
                      <a:pt x="29" y="42"/>
                    </a:lnTo>
                    <a:lnTo>
                      <a:pt x="77" y="72"/>
                    </a:lnTo>
                    <a:lnTo>
                      <a:pt x="137" y="90"/>
                    </a:lnTo>
                    <a:lnTo>
                      <a:pt x="209" y="96"/>
                    </a:lnTo>
                    <a:lnTo>
                      <a:pt x="263" y="90"/>
                    </a:lnTo>
                    <a:lnTo>
                      <a:pt x="311" y="84"/>
                    </a:lnTo>
                    <a:lnTo>
                      <a:pt x="352" y="66"/>
                    </a:lnTo>
                    <a:lnTo>
                      <a:pt x="382" y="42"/>
                    </a:lnTo>
                    <a:lnTo>
                      <a:pt x="376" y="42"/>
                    </a:lnTo>
                    <a:lnTo>
                      <a:pt x="346" y="66"/>
                    </a:lnTo>
                    <a:lnTo>
                      <a:pt x="305" y="78"/>
                    </a:lnTo>
                    <a:lnTo>
                      <a:pt x="263" y="90"/>
                    </a:lnTo>
                    <a:lnTo>
                      <a:pt x="209" y="96"/>
                    </a:lnTo>
                    <a:lnTo>
                      <a:pt x="209" y="96"/>
                    </a:lnTo>
                    <a:close/>
                  </a:path>
                </a:pathLst>
              </a:custGeom>
              <a:gradFill rotWithShape="0">
                <a:gsLst>
                  <a:gs pos="0">
                    <a:schemeClr val="accent1"/>
                  </a:gs>
                  <a:gs pos="100000">
                    <a:schemeClr val="bg1"/>
                  </a:gs>
                </a:gsLst>
                <a:lin ang="5400000" scaled="1"/>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88111" name="Freeform 47"/>
              <p:cNvSpPr>
                <a:spLocks/>
              </p:cNvSpPr>
              <p:nvPr/>
            </p:nvSpPr>
            <p:spPr bwMode="hidden">
              <a:xfrm>
                <a:off x="5315" y="3024"/>
                <a:ext cx="258" cy="54"/>
              </a:xfrm>
              <a:custGeom>
                <a:avLst/>
                <a:gdLst/>
                <a:ahLst/>
                <a:cxnLst>
                  <a:cxn ang="0">
                    <a:pos x="174" y="0"/>
                  </a:cxn>
                  <a:cxn ang="0">
                    <a:pos x="216" y="6"/>
                  </a:cxn>
                  <a:cxn ang="0">
                    <a:pos x="258" y="12"/>
                  </a:cxn>
                  <a:cxn ang="0">
                    <a:pos x="252" y="6"/>
                  </a:cxn>
                  <a:cxn ang="0">
                    <a:pos x="216" y="0"/>
                  </a:cxn>
                  <a:cxn ang="0">
                    <a:pos x="174" y="0"/>
                  </a:cxn>
                  <a:cxn ang="0">
                    <a:pos x="120" y="6"/>
                  </a:cxn>
                  <a:cxn ang="0">
                    <a:pos x="78" y="12"/>
                  </a:cxn>
                  <a:cxn ang="0">
                    <a:pos x="36" y="30"/>
                  </a:cxn>
                  <a:cxn ang="0">
                    <a:pos x="0" y="48"/>
                  </a:cxn>
                  <a:cxn ang="0">
                    <a:pos x="6" y="54"/>
                  </a:cxn>
                  <a:cxn ang="0">
                    <a:pos x="36" y="36"/>
                  </a:cxn>
                  <a:cxn ang="0">
                    <a:pos x="78" y="18"/>
                  </a:cxn>
                  <a:cxn ang="0">
                    <a:pos x="120" y="6"/>
                  </a:cxn>
                  <a:cxn ang="0">
                    <a:pos x="174" y="0"/>
                  </a:cxn>
                  <a:cxn ang="0">
                    <a:pos x="174" y="0"/>
                  </a:cxn>
                </a:cxnLst>
                <a:rect l="0" t="0" r="r" b="b"/>
                <a:pathLst>
                  <a:path w="258" h="54">
                    <a:moveTo>
                      <a:pt x="174" y="0"/>
                    </a:moveTo>
                    <a:lnTo>
                      <a:pt x="216" y="6"/>
                    </a:lnTo>
                    <a:lnTo>
                      <a:pt x="258" y="12"/>
                    </a:lnTo>
                    <a:lnTo>
                      <a:pt x="252" y="6"/>
                    </a:lnTo>
                    <a:lnTo>
                      <a:pt x="216" y="0"/>
                    </a:lnTo>
                    <a:lnTo>
                      <a:pt x="174" y="0"/>
                    </a:lnTo>
                    <a:lnTo>
                      <a:pt x="120" y="6"/>
                    </a:lnTo>
                    <a:lnTo>
                      <a:pt x="78" y="12"/>
                    </a:lnTo>
                    <a:lnTo>
                      <a:pt x="36" y="30"/>
                    </a:lnTo>
                    <a:lnTo>
                      <a:pt x="0" y="48"/>
                    </a:lnTo>
                    <a:lnTo>
                      <a:pt x="6" y="54"/>
                    </a:lnTo>
                    <a:lnTo>
                      <a:pt x="36" y="36"/>
                    </a:lnTo>
                    <a:lnTo>
                      <a:pt x="78" y="18"/>
                    </a:lnTo>
                    <a:lnTo>
                      <a:pt x="120" y="6"/>
                    </a:lnTo>
                    <a:lnTo>
                      <a:pt x="174" y="0"/>
                    </a:lnTo>
                    <a:lnTo>
                      <a:pt x="174" y="0"/>
                    </a:lnTo>
                    <a:close/>
                  </a:path>
                </a:pathLst>
              </a:custGeom>
              <a:gradFill rotWithShape="0">
                <a:gsLst>
                  <a:gs pos="0">
                    <a:schemeClr val="accent1"/>
                  </a:gs>
                  <a:gs pos="100000">
                    <a:schemeClr val="bg1"/>
                  </a:gs>
                </a:gsLst>
                <a:lin ang="5400000" scaled="1"/>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88112" name="Freeform 48"/>
              <p:cNvSpPr>
                <a:spLocks/>
              </p:cNvSpPr>
              <p:nvPr/>
            </p:nvSpPr>
            <p:spPr bwMode="hidden">
              <a:xfrm>
                <a:off x="5645" y="3066"/>
                <a:ext cx="60" cy="156"/>
              </a:xfrm>
              <a:custGeom>
                <a:avLst/>
                <a:gdLst/>
                <a:ahLst/>
                <a:cxnLst>
                  <a:cxn ang="0">
                    <a:pos x="54" y="90"/>
                  </a:cxn>
                  <a:cxn ang="0">
                    <a:pos x="48" y="126"/>
                  </a:cxn>
                  <a:cxn ang="0">
                    <a:pos x="24" y="156"/>
                  </a:cxn>
                  <a:cxn ang="0">
                    <a:pos x="30" y="156"/>
                  </a:cxn>
                  <a:cxn ang="0">
                    <a:pos x="54" y="126"/>
                  </a:cxn>
                  <a:cxn ang="0">
                    <a:pos x="60" y="90"/>
                  </a:cxn>
                  <a:cxn ang="0">
                    <a:pos x="54" y="66"/>
                  </a:cxn>
                  <a:cxn ang="0">
                    <a:pos x="48" y="42"/>
                  </a:cxn>
                  <a:cxn ang="0">
                    <a:pos x="30" y="18"/>
                  </a:cxn>
                  <a:cxn ang="0">
                    <a:pos x="6" y="0"/>
                  </a:cxn>
                  <a:cxn ang="0">
                    <a:pos x="0" y="6"/>
                  </a:cxn>
                  <a:cxn ang="0">
                    <a:pos x="24" y="24"/>
                  </a:cxn>
                  <a:cxn ang="0">
                    <a:pos x="42" y="42"/>
                  </a:cxn>
                  <a:cxn ang="0">
                    <a:pos x="48" y="66"/>
                  </a:cxn>
                  <a:cxn ang="0">
                    <a:pos x="54" y="90"/>
                  </a:cxn>
                  <a:cxn ang="0">
                    <a:pos x="54" y="90"/>
                  </a:cxn>
                </a:cxnLst>
                <a:rect l="0" t="0" r="r" b="b"/>
                <a:pathLst>
                  <a:path w="60" h="156">
                    <a:moveTo>
                      <a:pt x="54" y="90"/>
                    </a:moveTo>
                    <a:lnTo>
                      <a:pt x="48" y="126"/>
                    </a:lnTo>
                    <a:lnTo>
                      <a:pt x="24" y="156"/>
                    </a:lnTo>
                    <a:lnTo>
                      <a:pt x="30" y="156"/>
                    </a:lnTo>
                    <a:lnTo>
                      <a:pt x="54" y="126"/>
                    </a:lnTo>
                    <a:lnTo>
                      <a:pt x="60" y="90"/>
                    </a:lnTo>
                    <a:lnTo>
                      <a:pt x="54" y="66"/>
                    </a:lnTo>
                    <a:lnTo>
                      <a:pt x="48" y="42"/>
                    </a:lnTo>
                    <a:lnTo>
                      <a:pt x="30" y="18"/>
                    </a:lnTo>
                    <a:lnTo>
                      <a:pt x="6" y="0"/>
                    </a:lnTo>
                    <a:lnTo>
                      <a:pt x="0" y="6"/>
                    </a:lnTo>
                    <a:lnTo>
                      <a:pt x="24" y="24"/>
                    </a:lnTo>
                    <a:lnTo>
                      <a:pt x="42" y="42"/>
                    </a:lnTo>
                    <a:lnTo>
                      <a:pt x="48" y="66"/>
                    </a:lnTo>
                    <a:lnTo>
                      <a:pt x="54" y="90"/>
                    </a:lnTo>
                    <a:lnTo>
                      <a:pt x="54" y="90"/>
                    </a:lnTo>
                    <a:close/>
                  </a:path>
                </a:pathLst>
              </a:custGeom>
              <a:gradFill rotWithShape="0">
                <a:gsLst>
                  <a:gs pos="0">
                    <a:schemeClr val="accent1"/>
                  </a:gs>
                  <a:gs pos="100000">
                    <a:schemeClr val="bg1"/>
                  </a:gs>
                </a:gsLst>
                <a:lin ang="5400000" scaled="1"/>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88113" name="Freeform 49"/>
              <p:cNvSpPr>
                <a:spLocks/>
              </p:cNvSpPr>
              <p:nvPr/>
            </p:nvSpPr>
            <p:spPr bwMode="hidden">
              <a:xfrm>
                <a:off x="5375" y="3246"/>
                <a:ext cx="192" cy="18"/>
              </a:xfrm>
              <a:custGeom>
                <a:avLst/>
                <a:gdLst/>
                <a:ahLst/>
                <a:cxnLst>
                  <a:cxn ang="0">
                    <a:pos x="114" y="12"/>
                  </a:cxn>
                  <a:cxn ang="0">
                    <a:pos x="72" y="6"/>
                  </a:cxn>
                  <a:cxn ang="0">
                    <a:pos x="30" y="0"/>
                  </a:cxn>
                  <a:cxn ang="0">
                    <a:pos x="0" y="0"/>
                  </a:cxn>
                  <a:cxn ang="0">
                    <a:pos x="54" y="12"/>
                  </a:cxn>
                  <a:cxn ang="0">
                    <a:pos x="114" y="18"/>
                  </a:cxn>
                  <a:cxn ang="0">
                    <a:pos x="156" y="18"/>
                  </a:cxn>
                  <a:cxn ang="0">
                    <a:pos x="192" y="12"/>
                  </a:cxn>
                  <a:cxn ang="0">
                    <a:pos x="186" y="0"/>
                  </a:cxn>
                  <a:cxn ang="0">
                    <a:pos x="150" y="6"/>
                  </a:cxn>
                  <a:cxn ang="0">
                    <a:pos x="114" y="12"/>
                  </a:cxn>
                  <a:cxn ang="0">
                    <a:pos x="114" y="12"/>
                  </a:cxn>
                </a:cxnLst>
                <a:rect l="0" t="0" r="r" b="b"/>
                <a:pathLst>
                  <a:path w="192" h="18">
                    <a:moveTo>
                      <a:pt x="114" y="12"/>
                    </a:moveTo>
                    <a:lnTo>
                      <a:pt x="72" y="6"/>
                    </a:lnTo>
                    <a:lnTo>
                      <a:pt x="30" y="0"/>
                    </a:lnTo>
                    <a:lnTo>
                      <a:pt x="0" y="0"/>
                    </a:lnTo>
                    <a:lnTo>
                      <a:pt x="54" y="12"/>
                    </a:lnTo>
                    <a:lnTo>
                      <a:pt x="114" y="18"/>
                    </a:lnTo>
                    <a:lnTo>
                      <a:pt x="156" y="18"/>
                    </a:lnTo>
                    <a:lnTo>
                      <a:pt x="192" y="12"/>
                    </a:lnTo>
                    <a:lnTo>
                      <a:pt x="186" y="0"/>
                    </a:lnTo>
                    <a:lnTo>
                      <a:pt x="150" y="6"/>
                    </a:lnTo>
                    <a:lnTo>
                      <a:pt x="114" y="12"/>
                    </a:lnTo>
                    <a:lnTo>
                      <a:pt x="114" y="12"/>
                    </a:lnTo>
                    <a:close/>
                  </a:path>
                </a:pathLst>
              </a:custGeom>
              <a:gradFill rotWithShape="0">
                <a:gsLst>
                  <a:gs pos="0">
                    <a:schemeClr val="accent1"/>
                  </a:gs>
                  <a:gs pos="100000">
                    <a:schemeClr val="bg1"/>
                  </a:gs>
                </a:gsLst>
                <a:lin ang="5400000" scaled="1"/>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88114" name="Freeform 50"/>
              <p:cNvSpPr>
                <a:spLocks/>
              </p:cNvSpPr>
              <p:nvPr/>
            </p:nvSpPr>
            <p:spPr bwMode="hidden">
              <a:xfrm>
                <a:off x="5304" y="3042"/>
                <a:ext cx="161" cy="186"/>
              </a:xfrm>
              <a:custGeom>
                <a:avLst/>
                <a:gdLst/>
                <a:ahLst/>
                <a:cxnLst>
                  <a:cxn ang="0">
                    <a:pos x="11" y="114"/>
                  </a:cxn>
                  <a:cxn ang="0">
                    <a:pos x="17" y="96"/>
                  </a:cxn>
                  <a:cxn ang="0">
                    <a:pos x="23" y="78"/>
                  </a:cxn>
                  <a:cxn ang="0">
                    <a:pos x="53" y="42"/>
                  </a:cxn>
                  <a:cxn ang="0">
                    <a:pos x="101" y="18"/>
                  </a:cxn>
                  <a:cxn ang="0">
                    <a:pos x="155" y="6"/>
                  </a:cxn>
                  <a:cxn ang="0">
                    <a:pos x="161" y="0"/>
                  </a:cxn>
                  <a:cxn ang="0">
                    <a:pos x="95" y="12"/>
                  </a:cxn>
                  <a:cxn ang="0">
                    <a:pos x="47" y="36"/>
                  </a:cxn>
                  <a:cxn ang="0">
                    <a:pos x="11" y="72"/>
                  </a:cxn>
                  <a:cxn ang="0">
                    <a:pos x="5" y="90"/>
                  </a:cxn>
                  <a:cxn ang="0">
                    <a:pos x="0" y="114"/>
                  </a:cxn>
                  <a:cxn ang="0">
                    <a:pos x="11" y="150"/>
                  </a:cxn>
                  <a:cxn ang="0">
                    <a:pos x="23" y="168"/>
                  </a:cxn>
                  <a:cxn ang="0">
                    <a:pos x="41" y="186"/>
                  </a:cxn>
                  <a:cxn ang="0">
                    <a:pos x="65" y="186"/>
                  </a:cxn>
                  <a:cxn ang="0">
                    <a:pos x="41" y="168"/>
                  </a:cxn>
                  <a:cxn ang="0">
                    <a:pos x="23" y="150"/>
                  </a:cxn>
                  <a:cxn ang="0">
                    <a:pos x="17" y="132"/>
                  </a:cxn>
                  <a:cxn ang="0">
                    <a:pos x="11" y="114"/>
                  </a:cxn>
                  <a:cxn ang="0">
                    <a:pos x="11" y="114"/>
                  </a:cxn>
                </a:cxnLst>
                <a:rect l="0" t="0" r="r" b="b"/>
                <a:pathLst>
                  <a:path w="161" h="186">
                    <a:moveTo>
                      <a:pt x="11" y="114"/>
                    </a:moveTo>
                    <a:lnTo>
                      <a:pt x="17" y="96"/>
                    </a:lnTo>
                    <a:lnTo>
                      <a:pt x="23" y="78"/>
                    </a:lnTo>
                    <a:lnTo>
                      <a:pt x="53" y="42"/>
                    </a:lnTo>
                    <a:lnTo>
                      <a:pt x="101" y="18"/>
                    </a:lnTo>
                    <a:lnTo>
                      <a:pt x="155" y="6"/>
                    </a:lnTo>
                    <a:lnTo>
                      <a:pt x="161" y="0"/>
                    </a:lnTo>
                    <a:lnTo>
                      <a:pt x="95" y="12"/>
                    </a:lnTo>
                    <a:lnTo>
                      <a:pt x="47" y="36"/>
                    </a:lnTo>
                    <a:lnTo>
                      <a:pt x="11" y="72"/>
                    </a:lnTo>
                    <a:lnTo>
                      <a:pt x="5" y="90"/>
                    </a:lnTo>
                    <a:lnTo>
                      <a:pt x="0" y="114"/>
                    </a:lnTo>
                    <a:lnTo>
                      <a:pt x="11" y="150"/>
                    </a:lnTo>
                    <a:lnTo>
                      <a:pt x="23" y="168"/>
                    </a:lnTo>
                    <a:lnTo>
                      <a:pt x="41" y="186"/>
                    </a:lnTo>
                    <a:lnTo>
                      <a:pt x="65" y="186"/>
                    </a:lnTo>
                    <a:lnTo>
                      <a:pt x="41" y="168"/>
                    </a:lnTo>
                    <a:lnTo>
                      <a:pt x="23" y="150"/>
                    </a:lnTo>
                    <a:lnTo>
                      <a:pt x="17" y="132"/>
                    </a:lnTo>
                    <a:lnTo>
                      <a:pt x="11" y="114"/>
                    </a:lnTo>
                    <a:lnTo>
                      <a:pt x="11" y="114"/>
                    </a:lnTo>
                    <a:close/>
                  </a:path>
                </a:pathLst>
              </a:custGeom>
              <a:gradFill rotWithShape="0">
                <a:gsLst>
                  <a:gs pos="0">
                    <a:schemeClr val="bg1"/>
                  </a:gs>
                  <a:gs pos="100000">
                    <a:schemeClr val="accent1"/>
                  </a:gs>
                </a:gsLst>
                <a:lin ang="5400000" scaled="1"/>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88115" name="Freeform 51"/>
              <p:cNvSpPr>
                <a:spLocks/>
              </p:cNvSpPr>
              <p:nvPr/>
            </p:nvSpPr>
            <p:spPr bwMode="hidden">
              <a:xfrm>
                <a:off x="5489" y="3042"/>
                <a:ext cx="186" cy="210"/>
              </a:xfrm>
              <a:custGeom>
                <a:avLst/>
                <a:gdLst/>
                <a:ahLst/>
                <a:cxnLst>
                  <a:cxn ang="0">
                    <a:pos x="0" y="6"/>
                  </a:cxn>
                  <a:cxn ang="0">
                    <a:pos x="66" y="12"/>
                  </a:cxn>
                  <a:cxn ang="0">
                    <a:pos x="119" y="36"/>
                  </a:cxn>
                  <a:cxn ang="0">
                    <a:pos x="155" y="72"/>
                  </a:cxn>
                  <a:cxn ang="0">
                    <a:pos x="161" y="90"/>
                  </a:cxn>
                  <a:cxn ang="0">
                    <a:pos x="167" y="114"/>
                  </a:cxn>
                  <a:cxn ang="0">
                    <a:pos x="161" y="138"/>
                  </a:cxn>
                  <a:cxn ang="0">
                    <a:pos x="149" y="162"/>
                  </a:cxn>
                  <a:cxn ang="0">
                    <a:pos x="119" y="180"/>
                  </a:cxn>
                  <a:cxn ang="0">
                    <a:pos x="90" y="198"/>
                  </a:cxn>
                  <a:cxn ang="0">
                    <a:pos x="96" y="210"/>
                  </a:cxn>
                  <a:cxn ang="0">
                    <a:pos x="131" y="192"/>
                  </a:cxn>
                  <a:cxn ang="0">
                    <a:pos x="161" y="168"/>
                  </a:cxn>
                  <a:cxn ang="0">
                    <a:pos x="179" y="144"/>
                  </a:cxn>
                  <a:cxn ang="0">
                    <a:pos x="185" y="114"/>
                  </a:cxn>
                  <a:cxn ang="0">
                    <a:pos x="179" y="90"/>
                  </a:cxn>
                  <a:cxn ang="0">
                    <a:pos x="173" y="66"/>
                  </a:cxn>
                  <a:cxn ang="0">
                    <a:pos x="155" y="48"/>
                  </a:cxn>
                  <a:cxn ang="0">
                    <a:pos x="131" y="30"/>
                  </a:cxn>
                  <a:cxn ang="0">
                    <a:pos x="72" y="6"/>
                  </a:cxn>
                  <a:cxn ang="0">
                    <a:pos x="0" y="0"/>
                  </a:cxn>
                  <a:cxn ang="0">
                    <a:pos x="0" y="6"/>
                  </a:cxn>
                  <a:cxn ang="0">
                    <a:pos x="0" y="6"/>
                  </a:cxn>
                  <a:cxn ang="0">
                    <a:pos x="0" y="6"/>
                  </a:cxn>
                </a:cxnLst>
                <a:rect l="0" t="0" r="r" b="b"/>
                <a:pathLst>
                  <a:path w="185" h="210">
                    <a:moveTo>
                      <a:pt x="0" y="6"/>
                    </a:moveTo>
                    <a:lnTo>
                      <a:pt x="66" y="12"/>
                    </a:lnTo>
                    <a:lnTo>
                      <a:pt x="119" y="36"/>
                    </a:lnTo>
                    <a:lnTo>
                      <a:pt x="155" y="72"/>
                    </a:lnTo>
                    <a:lnTo>
                      <a:pt x="161" y="90"/>
                    </a:lnTo>
                    <a:lnTo>
                      <a:pt x="167" y="114"/>
                    </a:lnTo>
                    <a:lnTo>
                      <a:pt x="161" y="138"/>
                    </a:lnTo>
                    <a:lnTo>
                      <a:pt x="149" y="162"/>
                    </a:lnTo>
                    <a:lnTo>
                      <a:pt x="119" y="180"/>
                    </a:lnTo>
                    <a:lnTo>
                      <a:pt x="90" y="198"/>
                    </a:lnTo>
                    <a:lnTo>
                      <a:pt x="96" y="210"/>
                    </a:lnTo>
                    <a:lnTo>
                      <a:pt x="131" y="192"/>
                    </a:lnTo>
                    <a:lnTo>
                      <a:pt x="161" y="168"/>
                    </a:lnTo>
                    <a:lnTo>
                      <a:pt x="179" y="144"/>
                    </a:lnTo>
                    <a:lnTo>
                      <a:pt x="185" y="114"/>
                    </a:lnTo>
                    <a:lnTo>
                      <a:pt x="179" y="90"/>
                    </a:lnTo>
                    <a:lnTo>
                      <a:pt x="173" y="66"/>
                    </a:lnTo>
                    <a:lnTo>
                      <a:pt x="155" y="48"/>
                    </a:lnTo>
                    <a:lnTo>
                      <a:pt x="131" y="30"/>
                    </a:lnTo>
                    <a:lnTo>
                      <a:pt x="72" y="6"/>
                    </a:lnTo>
                    <a:lnTo>
                      <a:pt x="0" y="0"/>
                    </a:lnTo>
                    <a:lnTo>
                      <a:pt x="0" y="6"/>
                    </a:lnTo>
                    <a:lnTo>
                      <a:pt x="0" y="6"/>
                    </a:lnTo>
                    <a:lnTo>
                      <a:pt x="0" y="6"/>
                    </a:lnTo>
                    <a:close/>
                  </a:path>
                </a:pathLst>
              </a:custGeom>
              <a:gradFill rotWithShape="0">
                <a:gsLst>
                  <a:gs pos="0">
                    <a:schemeClr val="bg1"/>
                  </a:gs>
                  <a:gs pos="100000">
                    <a:schemeClr val="accent1"/>
                  </a:gs>
                </a:gsLst>
                <a:lin ang="5400000" scaled="1"/>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88116" name="Freeform 52"/>
              <p:cNvSpPr>
                <a:spLocks noEditPoints="1"/>
              </p:cNvSpPr>
              <p:nvPr/>
            </p:nvSpPr>
            <p:spPr bwMode="hidden">
              <a:xfrm>
                <a:off x="5345" y="3058"/>
                <a:ext cx="299" cy="186"/>
              </a:xfrm>
              <a:custGeom>
                <a:avLst/>
                <a:gdLst/>
                <a:ahLst/>
                <a:cxnLst>
                  <a:cxn ang="0">
                    <a:pos x="150" y="0"/>
                  </a:cxn>
                  <a:cxn ang="0">
                    <a:pos x="90" y="6"/>
                  </a:cxn>
                  <a:cxn ang="0">
                    <a:pos x="42" y="30"/>
                  </a:cxn>
                  <a:cxn ang="0">
                    <a:pos x="12" y="54"/>
                  </a:cxn>
                  <a:cxn ang="0">
                    <a:pos x="6" y="72"/>
                  </a:cxn>
                  <a:cxn ang="0">
                    <a:pos x="0" y="90"/>
                  </a:cxn>
                  <a:cxn ang="0">
                    <a:pos x="6" y="108"/>
                  </a:cxn>
                  <a:cxn ang="0">
                    <a:pos x="12" y="126"/>
                  </a:cxn>
                  <a:cxn ang="0">
                    <a:pos x="42" y="156"/>
                  </a:cxn>
                  <a:cxn ang="0">
                    <a:pos x="90" y="180"/>
                  </a:cxn>
                  <a:cxn ang="0">
                    <a:pos x="150" y="186"/>
                  </a:cxn>
                  <a:cxn ang="0">
                    <a:pos x="209" y="180"/>
                  </a:cxn>
                  <a:cxn ang="0">
                    <a:pos x="257" y="156"/>
                  </a:cxn>
                  <a:cxn ang="0">
                    <a:pos x="287" y="126"/>
                  </a:cxn>
                  <a:cxn ang="0">
                    <a:pos x="299" y="108"/>
                  </a:cxn>
                  <a:cxn ang="0">
                    <a:pos x="299" y="90"/>
                  </a:cxn>
                  <a:cxn ang="0">
                    <a:pos x="299" y="72"/>
                  </a:cxn>
                  <a:cxn ang="0">
                    <a:pos x="287" y="54"/>
                  </a:cxn>
                  <a:cxn ang="0">
                    <a:pos x="257" y="30"/>
                  </a:cxn>
                  <a:cxn ang="0">
                    <a:pos x="209" y="6"/>
                  </a:cxn>
                  <a:cxn ang="0">
                    <a:pos x="150" y="0"/>
                  </a:cxn>
                  <a:cxn ang="0">
                    <a:pos x="150" y="0"/>
                  </a:cxn>
                  <a:cxn ang="0">
                    <a:pos x="150" y="180"/>
                  </a:cxn>
                  <a:cxn ang="0">
                    <a:pos x="96" y="174"/>
                  </a:cxn>
                  <a:cxn ang="0">
                    <a:pos x="48" y="156"/>
                  </a:cxn>
                  <a:cxn ang="0">
                    <a:pos x="18" y="126"/>
                  </a:cxn>
                  <a:cxn ang="0">
                    <a:pos x="12" y="108"/>
                  </a:cxn>
                  <a:cxn ang="0">
                    <a:pos x="6" y="90"/>
                  </a:cxn>
                  <a:cxn ang="0">
                    <a:pos x="12" y="72"/>
                  </a:cxn>
                  <a:cxn ang="0">
                    <a:pos x="18" y="54"/>
                  </a:cxn>
                  <a:cxn ang="0">
                    <a:pos x="48" y="30"/>
                  </a:cxn>
                  <a:cxn ang="0">
                    <a:pos x="96" y="12"/>
                  </a:cxn>
                  <a:cxn ang="0">
                    <a:pos x="150" y="6"/>
                  </a:cxn>
                  <a:cxn ang="0">
                    <a:pos x="203" y="12"/>
                  </a:cxn>
                  <a:cxn ang="0">
                    <a:pos x="251" y="30"/>
                  </a:cxn>
                  <a:cxn ang="0">
                    <a:pos x="281" y="54"/>
                  </a:cxn>
                  <a:cxn ang="0">
                    <a:pos x="293" y="72"/>
                  </a:cxn>
                  <a:cxn ang="0">
                    <a:pos x="293" y="90"/>
                  </a:cxn>
                  <a:cxn ang="0">
                    <a:pos x="293" y="108"/>
                  </a:cxn>
                  <a:cxn ang="0">
                    <a:pos x="281" y="126"/>
                  </a:cxn>
                  <a:cxn ang="0">
                    <a:pos x="251" y="156"/>
                  </a:cxn>
                  <a:cxn ang="0">
                    <a:pos x="203" y="174"/>
                  </a:cxn>
                  <a:cxn ang="0">
                    <a:pos x="150" y="180"/>
                  </a:cxn>
                  <a:cxn ang="0">
                    <a:pos x="150" y="180"/>
                  </a:cxn>
                </a:cxnLst>
                <a:rect l="0" t="0" r="r" b="b"/>
                <a:pathLst>
                  <a:path w="299" h="186">
                    <a:moveTo>
                      <a:pt x="150" y="0"/>
                    </a:moveTo>
                    <a:lnTo>
                      <a:pt x="90" y="6"/>
                    </a:lnTo>
                    <a:lnTo>
                      <a:pt x="42" y="30"/>
                    </a:lnTo>
                    <a:lnTo>
                      <a:pt x="12" y="54"/>
                    </a:lnTo>
                    <a:lnTo>
                      <a:pt x="6" y="72"/>
                    </a:lnTo>
                    <a:lnTo>
                      <a:pt x="0" y="90"/>
                    </a:lnTo>
                    <a:lnTo>
                      <a:pt x="6" y="108"/>
                    </a:lnTo>
                    <a:lnTo>
                      <a:pt x="12" y="126"/>
                    </a:lnTo>
                    <a:lnTo>
                      <a:pt x="42" y="156"/>
                    </a:lnTo>
                    <a:lnTo>
                      <a:pt x="90" y="180"/>
                    </a:lnTo>
                    <a:lnTo>
                      <a:pt x="150" y="186"/>
                    </a:lnTo>
                    <a:lnTo>
                      <a:pt x="209" y="180"/>
                    </a:lnTo>
                    <a:lnTo>
                      <a:pt x="257" y="156"/>
                    </a:lnTo>
                    <a:lnTo>
                      <a:pt x="287" y="126"/>
                    </a:lnTo>
                    <a:lnTo>
                      <a:pt x="299" y="108"/>
                    </a:lnTo>
                    <a:lnTo>
                      <a:pt x="299" y="90"/>
                    </a:lnTo>
                    <a:lnTo>
                      <a:pt x="299" y="72"/>
                    </a:lnTo>
                    <a:lnTo>
                      <a:pt x="287" y="54"/>
                    </a:lnTo>
                    <a:lnTo>
                      <a:pt x="257" y="30"/>
                    </a:lnTo>
                    <a:lnTo>
                      <a:pt x="209" y="6"/>
                    </a:lnTo>
                    <a:lnTo>
                      <a:pt x="150" y="0"/>
                    </a:lnTo>
                    <a:lnTo>
                      <a:pt x="150" y="0"/>
                    </a:lnTo>
                    <a:close/>
                    <a:moveTo>
                      <a:pt x="150" y="180"/>
                    </a:moveTo>
                    <a:lnTo>
                      <a:pt x="96" y="174"/>
                    </a:lnTo>
                    <a:lnTo>
                      <a:pt x="48" y="156"/>
                    </a:lnTo>
                    <a:lnTo>
                      <a:pt x="18" y="126"/>
                    </a:lnTo>
                    <a:lnTo>
                      <a:pt x="12" y="108"/>
                    </a:lnTo>
                    <a:lnTo>
                      <a:pt x="6" y="90"/>
                    </a:lnTo>
                    <a:lnTo>
                      <a:pt x="12" y="72"/>
                    </a:lnTo>
                    <a:lnTo>
                      <a:pt x="18" y="54"/>
                    </a:lnTo>
                    <a:lnTo>
                      <a:pt x="48" y="30"/>
                    </a:lnTo>
                    <a:lnTo>
                      <a:pt x="96" y="12"/>
                    </a:lnTo>
                    <a:lnTo>
                      <a:pt x="150" y="6"/>
                    </a:lnTo>
                    <a:lnTo>
                      <a:pt x="203" y="12"/>
                    </a:lnTo>
                    <a:lnTo>
                      <a:pt x="251" y="30"/>
                    </a:lnTo>
                    <a:lnTo>
                      <a:pt x="281" y="54"/>
                    </a:lnTo>
                    <a:lnTo>
                      <a:pt x="293" y="72"/>
                    </a:lnTo>
                    <a:lnTo>
                      <a:pt x="293" y="90"/>
                    </a:lnTo>
                    <a:lnTo>
                      <a:pt x="293" y="108"/>
                    </a:lnTo>
                    <a:lnTo>
                      <a:pt x="281" y="126"/>
                    </a:lnTo>
                    <a:lnTo>
                      <a:pt x="251" y="156"/>
                    </a:lnTo>
                    <a:lnTo>
                      <a:pt x="203" y="174"/>
                    </a:lnTo>
                    <a:lnTo>
                      <a:pt x="150" y="180"/>
                    </a:lnTo>
                    <a:lnTo>
                      <a:pt x="150" y="180"/>
                    </a:lnTo>
                    <a:close/>
                  </a:path>
                </a:pathLst>
              </a:custGeom>
              <a:gradFill rotWithShape="0">
                <a:gsLst>
                  <a:gs pos="0">
                    <a:schemeClr val="accent1"/>
                  </a:gs>
                  <a:gs pos="100000">
                    <a:schemeClr val="bg1"/>
                  </a:gs>
                </a:gsLst>
                <a:lin ang="5400000" scaled="1"/>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88117" name="Oval 53"/>
              <p:cNvSpPr>
                <a:spLocks noChangeArrowheads="1"/>
              </p:cNvSpPr>
              <p:nvPr/>
            </p:nvSpPr>
            <p:spPr bwMode="hidden">
              <a:xfrm>
                <a:off x="3910" y="3948"/>
                <a:ext cx="84" cy="53"/>
              </a:xfrm>
              <a:prstGeom prst="ellipse">
                <a:avLst/>
              </a:prstGeom>
              <a:gradFill rotWithShape="0">
                <a:gsLst>
                  <a:gs pos="0">
                    <a:schemeClr val="accent1">
                      <a:gamma/>
                      <a:shade val="94118"/>
                      <a:invGamma/>
                    </a:schemeClr>
                  </a:gs>
                  <a:gs pos="100000">
                    <a:schemeClr val="accent1"/>
                  </a:gs>
                </a:gsLst>
                <a:lin ang="5400000" scaled="1"/>
              </a:gradFill>
              <a:ln w="9525">
                <a:noFill/>
                <a:round/>
                <a:headEnd/>
                <a:tailEnd/>
              </a:ln>
              <a:effectLst/>
            </p:spPr>
            <p:txBody>
              <a:bodyPr>
                <a:prstTxWarp prst="textNoShape">
                  <a:avLst/>
                </a:prstTxWarp>
              </a:bodyPr>
              <a:lstStyle/>
              <a:p>
                <a:pPr>
                  <a:defRPr/>
                </a:pPr>
                <a:endParaRPr lang="en-US" dirty="0">
                  <a:latin typeface="Arial" pitchFamily="-107" charset="0"/>
                </a:endParaRPr>
              </a:p>
            </p:txBody>
          </p:sp>
          <p:grpSp>
            <p:nvGrpSpPr>
              <p:cNvPr id="1075" name="Group 54"/>
              <p:cNvGrpSpPr>
                <a:grpSpLocks/>
              </p:cNvGrpSpPr>
              <p:nvPr userDrawn="1"/>
            </p:nvGrpSpPr>
            <p:grpSpPr bwMode="auto">
              <a:xfrm>
                <a:off x="4546" y="3608"/>
                <a:ext cx="518" cy="319"/>
                <a:chOff x="4546" y="3608"/>
                <a:chExt cx="518" cy="319"/>
              </a:xfrm>
            </p:grpSpPr>
            <p:sp>
              <p:nvSpPr>
                <p:cNvPr id="88119" name="Oval 55"/>
                <p:cNvSpPr>
                  <a:spLocks noChangeArrowheads="1"/>
                </p:cNvSpPr>
                <p:nvPr/>
              </p:nvSpPr>
              <p:spPr bwMode="hidden">
                <a:xfrm>
                  <a:off x="4546" y="3608"/>
                  <a:ext cx="518" cy="319"/>
                </a:xfrm>
                <a:prstGeom prst="ellipse">
                  <a:avLst/>
                </a:prstGeom>
                <a:gradFill rotWithShape="0">
                  <a:gsLst>
                    <a:gs pos="0">
                      <a:schemeClr val="accent1">
                        <a:gamma/>
                        <a:shade val="94118"/>
                        <a:invGamma/>
                      </a:schemeClr>
                    </a:gs>
                    <a:gs pos="100000">
                      <a:schemeClr val="accent1"/>
                    </a:gs>
                  </a:gsLst>
                  <a:lin ang="0" scaled="1"/>
                </a:gradFill>
                <a:ln w="9525">
                  <a:noFill/>
                  <a:round/>
                  <a:headEnd/>
                  <a:tailEnd/>
                </a:ln>
                <a:effectLst/>
              </p:spPr>
              <p:txBody>
                <a:bodyPr>
                  <a:prstTxWarp prst="textNoShape">
                    <a:avLst/>
                  </a:prstTxWarp>
                </a:bodyPr>
                <a:lstStyle/>
                <a:p>
                  <a:pPr>
                    <a:defRPr/>
                  </a:pPr>
                  <a:endParaRPr lang="en-US" dirty="0">
                    <a:latin typeface="Arial" pitchFamily="-107" charset="0"/>
                  </a:endParaRPr>
                </a:p>
              </p:txBody>
            </p:sp>
            <p:sp>
              <p:nvSpPr>
                <p:cNvPr id="88120" name="Oval 56"/>
                <p:cNvSpPr>
                  <a:spLocks noChangeArrowheads="1"/>
                </p:cNvSpPr>
                <p:nvPr/>
              </p:nvSpPr>
              <p:spPr bwMode="hidden">
                <a:xfrm>
                  <a:off x="4578" y="3630"/>
                  <a:ext cx="446" cy="271"/>
                </a:xfrm>
                <a:prstGeom prst="ellipse">
                  <a:avLst/>
                </a:prstGeom>
                <a:gradFill rotWithShape="0">
                  <a:gsLst>
                    <a:gs pos="0">
                      <a:schemeClr val="accent1">
                        <a:gamma/>
                        <a:tint val="96863"/>
                        <a:invGamma/>
                      </a:schemeClr>
                    </a:gs>
                    <a:gs pos="100000">
                      <a:schemeClr val="accent1"/>
                    </a:gs>
                  </a:gsLst>
                  <a:lin ang="5400000" scaled="1"/>
                </a:gradFill>
                <a:ln w="9525">
                  <a:noFill/>
                  <a:round/>
                  <a:headEnd/>
                  <a:tailEnd/>
                </a:ln>
                <a:effectLst/>
              </p:spPr>
              <p:txBody>
                <a:bodyPr>
                  <a:prstTxWarp prst="textNoShape">
                    <a:avLst/>
                  </a:prstTxWarp>
                </a:bodyPr>
                <a:lstStyle/>
                <a:p>
                  <a:pPr>
                    <a:defRPr/>
                  </a:pPr>
                  <a:endParaRPr lang="en-US" dirty="0">
                    <a:latin typeface="Arial" pitchFamily="-107" charset="0"/>
                  </a:endParaRPr>
                </a:p>
              </p:txBody>
            </p:sp>
            <p:sp>
              <p:nvSpPr>
                <p:cNvPr id="88121" name="Oval 57"/>
                <p:cNvSpPr>
                  <a:spLocks noChangeArrowheads="1"/>
                </p:cNvSpPr>
                <p:nvPr/>
              </p:nvSpPr>
              <p:spPr bwMode="hidden">
                <a:xfrm>
                  <a:off x="4610" y="3650"/>
                  <a:ext cx="386" cy="233"/>
                </a:xfrm>
                <a:prstGeom prst="ellipse">
                  <a:avLst/>
                </a:prstGeom>
                <a:gradFill rotWithShape="0">
                  <a:gsLst>
                    <a:gs pos="0">
                      <a:schemeClr val="accent1"/>
                    </a:gs>
                    <a:gs pos="100000">
                      <a:schemeClr val="accent1">
                        <a:gamma/>
                        <a:shade val="94118"/>
                        <a:invGamma/>
                      </a:schemeClr>
                    </a:gs>
                  </a:gsLst>
                  <a:lin ang="5400000" scaled="1"/>
                </a:gradFill>
                <a:ln w="9525">
                  <a:noFill/>
                  <a:round/>
                  <a:headEnd/>
                  <a:tailEnd/>
                </a:ln>
                <a:effectLst/>
              </p:spPr>
              <p:txBody>
                <a:bodyPr>
                  <a:prstTxWarp prst="textNoShape">
                    <a:avLst/>
                  </a:prstTxWarp>
                </a:bodyPr>
                <a:lstStyle/>
                <a:p>
                  <a:pPr>
                    <a:defRPr/>
                  </a:pPr>
                  <a:endParaRPr lang="en-US" dirty="0">
                    <a:latin typeface="Arial" pitchFamily="-107" charset="0"/>
                  </a:endParaRPr>
                </a:p>
              </p:txBody>
            </p:sp>
            <p:sp>
              <p:nvSpPr>
                <p:cNvPr id="88122" name="Oval 58"/>
                <p:cNvSpPr>
                  <a:spLocks noChangeArrowheads="1"/>
                </p:cNvSpPr>
                <p:nvPr/>
              </p:nvSpPr>
              <p:spPr bwMode="hidden">
                <a:xfrm>
                  <a:off x="4654" y="3678"/>
                  <a:ext cx="298" cy="177"/>
                </a:xfrm>
                <a:prstGeom prst="ellipse">
                  <a:avLst/>
                </a:prstGeom>
                <a:gradFill rotWithShape="0">
                  <a:gsLst>
                    <a:gs pos="0">
                      <a:schemeClr val="accent1">
                        <a:gamma/>
                        <a:shade val="94118"/>
                        <a:invGamma/>
                      </a:schemeClr>
                    </a:gs>
                    <a:gs pos="100000">
                      <a:schemeClr val="accent1"/>
                    </a:gs>
                  </a:gsLst>
                  <a:lin ang="5400000" scaled="1"/>
                </a:gradFill>
                <a:ln w="9525">
                  <a:noFill/>
                  <a:round/>
                  <a:headEnd/>
                  <a:tailEnd/>
                </a:ln>
                <a:effectLst/>
              </p:spPr>
              <p:txBody>
                <a:bodyPr>
                  <a:prstTxWarp prst="textNoShape">
                    <a:avLst/>
                  </a:prstTxWarp>
                </a:bodyPr>
                <a:lstStyle/>
                <a:p>
                  <a:pPr>
                    <a:defRPr/>
                  </a:pPr>
                  <a:endParaRPr lang="en-US" dirty="0">
                    <a:latin typeface="Arial" pitchFamily="-107" charset="0"/>
                  </a:endParaRPr>
                </a:p>
              </p:txBody>
            </p:sp>
            <p:sp>
              <p:nvSpPr>
                <p:cNvPr id="88123" name="Oval 59"/>
                <p:cNvSpPr>
                  <a:spLocks noChangeArrowheads="1"/>
                </p:cNvSpPr>
                <p:nvPr/>
              </p:nvSpPr>
              <p:spPr bwMode="hidden">
                <a:xfrm>
                  <a:off x="4690" y="3698"/>
                  <a:ext cx="222" cy="139"/>
                </a:xfrm>
                <a:prstGeom prst="ellipse">
                  <a:avLst/>
                </a:prstGeom>
                <a:gradFill rotWithShape="0">
                  <a:gsLst>
                    <a:gs pos="0">
                      <a:schemeClr val="accent1"/>
                    </a:gs>
                    <a:gs pos="100000">
                      <a:schemeClr val="accent1">
                        <a:gamma/>
                        <a:shade val="94118"/>
                        <a:invGamma/>
                      </a:schemeClr>
                    </a:gs>
                  </a:gsLst>
                  <a:lin ang="5400000" scaled="1"/>
                </a:gradFill>
                <a:ln w="9525">
                  <a:noFill/>
                  <a:round/>
                  <a:headEnd/>
                  <a:tailEnd/>
                </a:ln>
                <a:effectLst/>
              </p:spPr>
              <p:txBody>
                <a:bodyPr>
                  <a:prstTxWarp prst="textNoShape">
                    <a:avLst/>
                  </a:prstTxWarp>
                </a:bodyPr>
                <a:lstStyle/>
                <a:p>
                  <a:pPr>
                    <a:defRPr/>
                  </a:pPr>
                  <a:endParaRPr lang="en-US" dirty="0">
                    <a:latin typeface="Arial" pitchFamily="-107" charset="0"/>
                  </a:endParaRPr>
                </a:p>
              </p:txBody>
            </p:sp>
            <p:sp>
              <p:nvSpPr>
                <p:cNvPr id="88124" name="Oval 60"/>
                <p:cNvSpPr>
                  <a:spLocks noChangeArrowheads="1"/>
                </p:cNvSpPr>
                <p:nvPr/>
              </p:nvSpPr>
              <p:spPr bwMode="hidden">
                <a:xfrm>
                  <a:off x="4738" y="3728"/>
                  <a:ext cx="126" cy="81"/>
                </a:xfrm>
                <a:prstGeom prst="ellipse">
                  <a:avLst/>
                </a:prstGeom>
                <a:gradFill rotWithShape="0">
                  <a:gsLst>
                    <a:gs pos="0">
                      <a:schemeClr val="accent1">
                        <a:gamma/>
                        <a:shade val="96863"/>
                        <a:invGamma/>
                      </a:schemeClr>
                    </a:gs>
                    <a:gs pos="100000">
                      <a:schemeClr val="accent1"/>
                    </a:gs>
                  </a:gsLst>
                  <a:lin ang="5400000" scaled="1"/>
                </a:gradFill>
                <a:ln w="9525">
                  <a:noFill/>
                  <a:round/>
                  <a:headEnd/>
                  <a:tailEnd/>
                </a:ln>
                <a:effectLst/>
              </p:spPr>
              <p:txBody>
                <a:bodyPr>
                  <a:prstTxWarp prst="textNoShape">
                    <a:avLst/>
                  </a:prstTxWarp>
                </a:bodyPr>
                <a:lstStyle/>
                <a:p>
                  <a:pPr>
                    <a:defRPr/>
                  </a:pPr>
                  <a:endParaRPr lang="en-US" dirty="0">
                    <a:latin typeface="Arial" pitchFamily="-107" charset="0"/>
                  </a:endParaRPr>
                </a:p>
              </p:txBody>
            </p:sp>
          </p:grpSp>
          <p:grpSp>
            <p:nvGrpSpPr>
              <p:cNvPr id="1076" name="Group 61"/>
              <p:cNvGrpSpPr>
                <a:grpSpLocks/>
              </p:cNvGrpSpPr>
              <p:nvPr userDrawn="1"/>
            </p:nvGrpSpPr>
            <p:grpSpPr bwMode="auto">
              <a:xfrm>
                <a:off x="5381" y="3085"/>
                <a:ext cx="227" cy="132"/>
                <a:chOff x="5381" y="3085"/>
                <a:chExt cx="227" cy="132"/>
              </a:xfrm>
            </p:grpSpPr>
            <p:sp>
              <p:nvSpPr>
                <p:cNvPr id="88126" name="Oval 62"/>
                <p:cNvSpPr>
                  <a:spLocks noChangeArrowheads="1"/>
                </p:cNvSpPr>
                <p:nvPr/>
              </p:nvSpPr>
              <p:spPr bwMode="hidden">
                <a:xfrm>
                  <a:off x="5381" y="3085"/>
                  <a:ext cx="227" cy="132"/>
                </a:xfrm>
                <a:prstGeom prst="ellipse">
                  <a:avLst/>
                </a:prstGeom>
                <a:gradFill rotWithShape="0">
                  <a:gsLst>
                    <a:gs pos="0">
                      <a:schemeClr val="bg1"/>
                    </a:gs>
                    <a:gs pos="100000">
                      <a:schemeClr val="accent1"/>
                    </a:gs>
                  </a:gsLst>
                  <a:lin ang="5400000" scaled="1"/>
                </a:gradFill>
                <a:ln w="9525">
                  <a:noFill/>
                  <a:round/>
                  <a:headEnd/>
                  <a:tailEnd/>
                </a:ln>
                <a:effectLst/>
              </p:spPr>
              <p:txBody>
                <a:bodyPr>
                  <a:prstTxWarp prst="textNoShape">
                    <a:avLst/>
                  </a:prstTxWarp>
                </a:bodyPr>
                <a:lstStyle/>
                <a:p>
                  <a:pPr>
                    <a:defRPr/>
                  </a:pPr>
                  <a:endParaRPr lang="en-US" dirty="0">
                    <a:latin typeface="Arial" pitchFamily="-107" charset="0"/>
                  </a:endParaRPr>
                </a:p>
              </p:txBody>
            </p:sp>
            <p:sp>
              <p:nvSpPr>
                <p:cNvPr id="88127" name="Oval 63"/>
                <p:cNvSpPr>
                  <a:spLocks noChangeArrowheads="1"/>
                </p:cNvSpPr>
                <p:nvPr/>
              </p:nvSpPr>
              <p:spPr bwMode="hidden">
                <a:xfrm>
                  <a:off x="5403" y="3099"/>
                  <a:ext cx="182" cy="102"/>
                </a:xfrm>
                <a:prstGeom prst="ellipse">
                  <a:avLst/>
                </a:prstGeom>
                <a:gradFill rotWithShape="0">
                  <a:gsLst>
                    <a:gs pos="0">
                      <a:schemeClr val="accent1"/>
                    </a:gs>
                    <a:gs pos="100000">
                      <a:schemeClr val="bg1"/>
                    </a:gs>
                  </a:gsLst>
                  <a:lin ang="5400000" scaled="1"/>
                </a:gradFill>
                <a:ln w="9525">
                  <a:noFill/>
                  <a:round/>
                  <a:headEnd/>
                  <a:tailEnd/>
                </a:ln>
                <a:effectLst/>
              </p:spPr>
              <p:txBody>
                <a:bodyPr>
                  <a:prstTxWarp prst="textNoShape">
                    <a:avLst/>
                  </a:prstTxWarp>
                </a:bodyPr>
                <a:lstStyle/>
                <a:p>
                  <a:pPr>
                    <a:defRPr/>
                  </a:pPr>
                  <a:endParaRPr lang="en-US" dirty="0">
                    <a:latin typeface="Arial" pitchFamily="-107" charset="0"/>
                  </a:endParaRPr>
                </a:p>
              </p:txBody>
            </p:sp>
            <p:sp>
              <p:nvSpPr>
                <p:cNvPr id="88128" name="Oval 64"/>
                <p:cNvSpPr>
                  <a:spLocks noChangeArrowheads="1"/>
                </p:cNvSpPr>
                <p:nvPr/>
              </p:nvSpPr>
              <p:spPr bwMode="hidden">
                <a:xfrm>
                  <a:off x="5431" y="3109"/>
                  <a:ext cx="125" cy="82"/>
                </a:xfrm>
                <a:prstGeom prst="ellipse">
                  <a:avLst/>
                </a:prstGeom>
                <a:gradFill rotWithShape="0">
                  <a:gsLst>
                    <a:gs pos="0">
                      <a:schemeClr val="bg1"/>
                    </a:gs>
                    <a:gs pos="100000">
                      <a:schemeClr val="accent1"/>
                    </a:gs>
                  </a:gsLst>
                  <a:lin ang="5400000" scaled="1"/>
                </a:gradFill>
                <a:ln w="9525">
                  <a:noFill/>
                  <a:round/>
                  <a:headEnd/>
                  <a:tailEnd/>
                </a:ln>
                <a:effectLst/>
              </p:spPr>
              <p:txBody>
                <a:bodyPr>
                  <a:prstTxWarp prst="textNoShape">
                    <a:avLst/>
                  </a:prstTxWarp>
                </a:bodyPr>
                <a:lstStyle/>
                <a:p>
                  <a:pPr>
                    <a:defRPr/>
                  </a:pPr>
                  <a:endParaRPr lang="en-US" dirty="0">
                    <a:latin typeface="Arial" pitchFamily="-107" charset="0"/>
                  </a:endParaRPr>
                </a:p>
              </p:txBody>
            </p:sp>
            <p:sp>
              <p:nvSpPr>
                <p:cNvPr id="88129" name="Oval 65"/>
                <p:cNvSpPr>
                  <a:spLocks noChangeArrowheads="1"/>
                </p:cNvSpPr>
                <p:nvPr/>
              </p:nvSpPr>
              <p:spPr bwMode="hidden">
                <a:xfrm>
                  <a:off x="5458" y="3125"/>
                  <a:ext cx="73" cy="47"/>
                </a:xfrm>
                <a:prstGeom prst="ellipse">
                  <a:avLst/>
                </a:prstGeom>
                <a:gradFill rotWithShape="0">
                  <a:gsLst>
                    <a:gs pos="0">
                      <a:schemeClr val="accent1"/>
                    </a:gs>
                    <a:gs pos="100000">
                      <a:schemeClr val="bg1"/>
                    </a:gs>
                  </a:gsLst>
                  <a:lin ang="5400000" scaled="1"/>
                </a:gradFill>
                <a:ln w="9525">
                  <a:noFill/>
                  <a:round/>
                  <a:headEnd/>
                  <a:tailEnd/>
                </a:ln>
                <a:effectLst/>
              </p:spPr>
              <p:txBody>
                <a:bodyPr>
                  <a:prstTxWarp prst="textNoShape">
                    <a:avLst/>
                  </a:prstTxWarp>
                </a:bodyPr>
                <a:lstStyle/>
                <a:p>
                  <a:pPr>
                    <a:defRPr/>
                  </a:pPr>
                  <a:endParaRPr lang="en-US" dirty="0">
                    <a:latin typeface="Arial" pitchFamily="-107" charset="0"/>
                  </a:endParaRPr>
                </a:p>
              </p:txBody>
            </p:sp>
          </p:grpSp>
        </p:grpSp>
      </p:grpSp>
      <p:sp>
        <p:nvSpPr>
          <p:cNvPr id="88130" name="Rectangle 66"/>
          <p:cNvSpPr>
            <a:spLocks noGrp="1" noChangeArrowheads="1"/>
          </p:cNvSpPr>
          <p:nvPr>
            <p:ph type="title"/>
          </p:nvPr>
        </p:nvSpPr>
        <p:spPr bwMode="black">
          <a:xfrm>
            <a:off x="457200" y="277813"/>
            <a:ext cx="8229600" cy="1139825"/>
          </a:xfrm>
          <a:prstGeom prst="rect">
            <a:avLst/>
          </a:prstGeom>
          <a:noFill/>
          <a:ln w="9525">
            <a:noFill/>
            <a:miter lim="800000"/>
            <a:headEnd/>
            <a:tailEnd/>
          </a:ln>
          <a:effectLst/>
        </p:spPr>
        <p:txBody>
          <a:bodyPr vert="horz" wrap="square" lIns="91440" tIns="45720" rIns="91440" bIns="45720" numCol="1" anchor="ctr" anchorCtr="1" compatLnSpc="1">
            <a:prstTxWarp prst="textNoShape">
              <a:avLst/>
            </a:prstTxWarp>
          </a:bodyPr>
          <a:lstStyle/>
          <a:p>
            <a:pPr lvl="0"/>
            <a:r>
              <a:rPr lang="en-US"/>
              <a:t>Click to edit Master title style</a:t>
            </a:r>
          </a:p>
        </p:txBody>
      </p:sp>
      <p:sp>
        <p:nvSpPr>
          <p:cNvPr id="88131" name="Rectangle 67"/>
          <p:cNvSpPr>
            <a:spLocks noGrp="1" noChangeArrowheads="1"/>
          </p:cNvSpPr>
          <p:nvPr>
            <p:ph type="dt" sz="half" idx="2"/>
          </p:nvPr>
        </p:nvSpPr>
        <p:spPr bwMode="black">
          <a:xfrm>
            <a:off x="457200" y="6248400"/>
            <a:ext cx="21336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000">
                <a:effectLst>
                  <a:outerShdw blurRad="38100" dist="38100" dir="2700000" algn="tl">
                    <a:srgbClr val="000000"/>
                  </a:outerShdw>
                </a:effectLst>
                <a:latin typeface="Arial" pitchFamily="-107" charset="0"/>
              </a:defRPr>
            </a:lvl1pPr>
          </a:lstStyle>
          <a:p>
            <a:pPr>
              <a:defRPr/>
            </a:pPr>
            <a:endParaRPr lang="en-US" dirty="0"/>
          </a:p>
        </p:txBody>
      </p:sp>
      <p:sp>
        <p:nvSpPr>
          <p:cNvPr id="88132" name="Rectangle 68"/>
          <p:cNvSpPr>
            <a:spLocks noGrp="1" noChangeArrowheads="1"/>
          </p:cNvSpPr>
          <p:nvPr>
            <p:ph type="ftr" sz="quarter" idx="3"/>
          </p:nvPr>
        </p:nvSpPr>
        <p:spPr bwMode="black">
          <a:xfrm>
            <a:off x="3124200" y="6248400"/>
            <a:ext cx="28956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a:defRPr sz="1000">
                <a:effectLst>
                  <a:outerShdw blurRad="38100" dist="38100" dir="2700000" algn="tl">
                    <a:srgbClr val="000000"/>
                  </a:outerShdw>
                </a:effectLst>
                <a:latin typeface="Arial" pitchFamily="-107" charset="0"/>
              </a:defRPr>
            </a:lvl1pPr>
          </a:lstStyle>
          <a:p>
            <a:pPr>
              <a:defRPr/>
            </a:pPr>
            <a:r>
              <a:rPr lang="en-US" smtClean="0"/>
              <a:t>© 2017 Pearson Education, Inc., Hoboken, NJ. All rights reserved.  </a:t>
            </a:r>
            <a:endParaRPr lang="en-US" dirty="0"/>
          </a:p>
        </p:txBody>
      </p:sp>
      <p:sp>
        <p:nvSpPr>
          <p:cNvPr id="88133" name="Rectangle 69"/>
          <p:cNvSpPr>
            <a:spLocks noGrp="1" noChangeArrowheads="1"/>
          </p:cNvSpPr>
          <p:nvPr>
            <p:ph type="sldNum" sz="quarter" idx="4"/>
          </p:nvPr>
        </p:nvSpPr>
        <p:spPr bwMode="black">
          <a:xfrm>
            <a:off x="6553200" y="6248400"/>
            <a:ext cx="21336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000">
                <a:effectLst>
                  <a:outerShdw blurRad="38100" dist="38100" dir="2700000" algn="tl">
                    <a:srgbClr val="000000"/>
                  </a:outerShdw>
                </a:effectLst>
                <a:latin typeface="Arial" pitchFamily="-107" charset="0"/>
              </a:defRPr>
            </a:lvl1pPr>
          </a:lstStyle>
          <a:p>
            <a:pPr>
              <a:defRPr/>
            </a:pPr>
            <a:fld id="{87A12774-7680-C74B-A149-26524C30EE62}" type="slidenum">
              <a:rPr lang="en-US"/>
              <a:pPr>
                <a:defRPr/>
              </a:pPr>
              <a:t>‹#›</a:t>
            </a:fld>
            <a:endParaRPr lang="en-US" dirty="0"/>
          </a:p>
        </p:txBody>
      </p:sp>
      <p:sp>
        <p:nvSpPr>
          <p:cNvPr id="88134" name="Rectangle 70"/>
          <p:cNvSpPr>
            <a:spLocks noGrp="1" noChangeArrowheads="1"/>
          </p:cNvSpPr>
          <p:nvPr>
            <p:ph type="body" idx="1"/>
          </p:nvPr>
        </p:nvSpPr>
        <p:spPr bwMode="black">
          <a:xfrm>
            <a:off x="457200" y="1676400"/>
            <a:ext cx="8229600" cy="4454525"/>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 bg1="dk2" tx1="lt1" bg2="dk1" tx2="lt2" accent1="accent1" accent2="accent2" accent3="accent3" accent4="accent4" accent5="accent5" accent6="accent6" hlink="hlink" folHlink="folHlink"/>
  <p:sldLayoutIdLst>
    <p:sldLayoutId id="2147483708" r:id="rId1"/>
    <p:sldLayoutId id="2147483698" r:id="rId2"/>
    <p:sldLayoutId id="2147483699" r:id="rId3"/>
    <p:sldLayoutId id="2147483700" r:id="rId4"/>
    <p:sldLayoutId id="2147483701" r:id="rId5"/>
    <p:sldLayoutId id="2147483702" r:id="rId6"/>
    <p:sldLayoutId id="2147483703" r:id="rId7"/>
    <p:sldLayoutId id="2147483704" r:id="rId8"/>
    <p:sldLayoutId id="2147483705" r:id="rId9"/>
    <p:sldLayoutId id="2147483706" r:id="rId10"/>
    <p:sldLayoutId id="2147483707" r:id="rId11"/>
  </p:sldLayoutIdLst>
  <p:timing>
    <p:tnLst>
      <p:par>
        <p:cTn id="1" dur="indefinite" restart="never" nodeType="tmRoot"/>
      </p:par>
    </p:tnLst>
  </p:timing>
  <p:hf sldNum="0" hdr="0" dt="0"/>
  <p:txStyles>
    <p:titleStyle>
      <a:lvl1pPr algn="ctr" rtl="0" eaLnBrk="0" fontAlgn="base" hangingPunct="0">
        <a:spcBef>
          <a:spcPct val="0"/>
        </a:spcBef>
        <a:spcAft>
          <a:spcPct val="0"/>
        </a:spcAft>
        <a:defRPr sz="4400" b="1">
          <a:solidFill>
            <a:schemeClr val="tx2"/>
          </a:solidFill>
          <a:effectLst>
            <a:outerShdw blurRad="38100" dist="38100" dir="2700000" algn="tl">
              <a:srgbClr val="000000"/>
            </a:outerShdw>
          </a:effectLst>
          <a:latin typeface="+mj-lt"/>
          <a:ea typeface="ＭＳ Ｐゴシック" charset="-128"/>
          <a:cs typeface="ＭＳ Ｐゴシック" charset="-128"/>
        </a:defRPr>
      </a:lvl1pPr>
      <a:lvl2pPr algn="ctr" rtl="0" eaLnBrk="0" fontAlgn="base" hangingPunct="0">
        <a:spcBef>
          <a:spcPct val="0"/>
        </a:spcBef>
        <a:spcAft>
          <a:spcPct val="0"/>
        </a:spcAft>
        <a:defRPr sz="4400" b="1">
          <a:solidFill>
            <a:schemeClr val="tx2"/>
          </a:solidFill>
          <a:effectLst>
            <a:outerShdw blurRad="38100" dist="38100" dir="2700000" algn="tl">
              <a:srgbClr val="000000"/>
            </a:outerShdw>
          </a:effectLst>
          <a:latin typeface="Arial" charset="0"/>
          <a:ea typeface="ＭＳ Ｐゴシック" charset="-128"/>
          <a:cs typeface="ＭＳ Ｐゴシック" charset="-128"/>
        </a:defRPr>
      </a:lvl2pPr>
      <a:lvl3pPr algn="ctr" rtl="0" eaLnBrk="0" fontAlgn="base" hangingPunct="0">
        <a:spcBef>
          <a:spcPct val="0"/>
        </a:spcBef>
        <a:spcAft>
          <a:spcPct val="0"/>
        </a:spcAft>
        <a:defRPr sz="4400" b="1">
          <a:solidFill>
            <a:schemeClr val="tx2"/>
          </a:solidFill>
          <a:effectLst>
            <a:outerShdw blurRad="38100" dist="38100" dir="2700000" algn="tl">
              <a:srgbClr val="000000"/>
            </a:outerShdw>
          </a:effectLst>
          <a:latin typeface="Arial" charset="0"/>
          <a:ea typeface="ＭＳ Ｐゴシック" charset="-128"/>
          <a:cs typeface="ＭＳ Ｐゴシック" charset="-128"/>
        </a:defRPr>
      </a:lvl3pPr>
      <a:lvl4pPr algn="ctr" rtl="0" eaLnBrk="0" fontAlgn="base" hangingPunct="0">
        <a:spcBef>
          <a:spcPct val="0"/>
        </a:spcBef>
        <a:spcAft>
          <a:spcPct val="0"/>
        </a:spcAft>
        <a:defRPr sz="4400" b="1">
          <a:solidFill>
            <a:schemeClr val="tx2"/>
          </a:solidFill>
          <a:effectLst>
            <a:outerShdw blurRad="38100" dist="38100" dir="2700000" algn="tl">
              <a:srgbClr val="000000"/>
            </a:outerShdw>
          </a:effectLst>
          <a:latin typeface="Arial" charset="0"/>
          <a:ea typeface="ＭＳ Ｐゴシック" charset="-128"/>
          <a:cs typeface="ＭＳ Ｐゴシック" charset="-128"/>
        </a:defRPr>
      </a:lvl4pPr>
      <a:lvl5pPr algn="ctr" rtl="0" eaLnBrk="0" fontAlgn="base" hangingPunct="0">
        <a:spcBef>
          <a:spcPct val="0"/>
        </a:spcBef>
        <a:spcAft>
          <a:spcPct val="0"/>
        </a:spcAft>
        <a:defRPr sz="4400" b="1">
          <a:solidFill>
            <a:schemeClr val="tx2"/>
          </a:solidFill>
          <a:effectLst>
            <a:outerShdw blurRad="38100" dist="38100" dir="2700000" algn="tl">
              <a:srgbClr val="000000"/>
            </a:outerShdw>
          </a:effectLst>
          <a:latin typeface="Arial" charset="0"/>
          <a:ea typeface="ＭＳ Ｐゴシック" charset="-128"/>
          <a:cs typeface="ＭＳ Ｐゴシック" charset="-128"/>
        </a:defRPr>
      </a:lvl5pPr>
      <a:lvl6pPr marL="457200" algn="ctr" rtl="0" fontAlgn="base">
        <a:spcBef>
          <a:spcPct val="0"/>
        </a:spcBef>
        <a:spcAft>
          <a:spcPct val="0"/>
        </a:spcAft>
        <a:defRPr sz="4400" b="1">
          <a:solidFill>
            <a:schemeClr val="tx2"/>
          </a:solidFill>
          <a:effectLst>
            <a:outerShdw blurRad="38100" dist="38100" dir="2700000" algn="tl">
              <a:srgbClr val="000000"/>
            </a:outerShdw>
          </a:effectLst>
          <a:latin typeface="Arial" charset="0"/>
        </a:defRPr>
      </a:lvl6pPr>
      <a:lvl7pPr marL="914400" algn="ctr" rtl="0" fontAlgn="base">
        <a:spcBef>
          <a:spcPct val="0"/>
        </a:spcBef>
        <a:spcAft>
          <a:spcPct val="0"/>
        </a:spcAft>
        <a:defRPr sz="4400" b="1">
          <a:solidFill>
            <a:schemeClr val="tx2"/>
          </a:solidFill>
          <a:effectLst>
            <a:outerShdw blurRad="38100" dist="38100" dir="2700000" algn="tl">
              <a:srgbClr val="000000"/>
            </a:outerShdw>
          </a:effectLst>
          <a:latin typeface="Arial" charset="0"/>
        </a:defRPr>
      </a:lvl7pPr>
      <a:lvl8pPr marL="1371600" algn="ctr" rtl="0" fontAlgn="base">
        <a:spcBef>
          <a:spcPct val="0"/>
        </a:spcBef>
        <a:spcAft>
          <a:spcPct val="0"/>
        </a:spcAft>
        <a:defRPr sz="4400" b="1">
          <a:solidFill>
            <a:schemeClr val="tx2"/>
          </a:solidFill>
          <a:effectLst>
            <a:outerShdw blurRad="38100" dist="38100" dir="2700000" algn="tl">
              <a:srgbClr val="000000"/>
            </a:outerShdw>
          </a:effectLst>
          <a:latin typeface="Arial" charset="0"/>
        </a:defRPr>
      </a:lvl8pPr>
      <a:lvl9pPr marL="1828800" algn="ctr" rtl="0" fontAlgn="base">
        <a:spcBef>
          <a:spcPct val="0"/>
        </a:spcBef>
        <a:spcAft>
          <a:spcPct val="0"/>
        </a:spcAft>
        <a:defRPr sz="4400" b="1">
          <a:solidFill>
            <a:schemeClr val="tx2"/>
          </a:solidFill>
          <a:effectLst>
            <a:outerShdw blurRad="38100" dist="38100" dir="2700000" algn="tl">
              <a:srgbClr val="000000"/>
            </a:outerShdw>
          </a:effectLst>
          <a:latin typeface="Arial" charset="0"/>
        </a:defRPr>
      </a:lvl9pPr>
    </p:titleStyle>
    <p:bodyStyle>
      <a:lvl1pPr marL="342900" indent="-342900" algn="l" rtl="0" eaLnBrk="0" fontAlgn="base" hangingPunct="0">
        <a:spcBef>
          <a:spcPct val="20000"/>
        </a:spcBef>
        <a:spcAft>
          <a:spcPct val="0"/>
        </a:spcAft>
        <a:buClr>
          <a:schemeClr val="hlink"/>
        </a:buClr>
        <a:buSzPct val="80000"/>
        <a:buFont typeface="Wingdings" pitchFamily="-84" charset="2"/>
        <a:buChar char="Ø"/>
        <a:defRPr sz="3200">
          <a:solidFill>
            <a:schemeClr val="tx1"/>
          </a:solidFill>
          <a:effectLst>
            <a:outerShdw blurRad="38100" dist="38100" dir="2700000" algn="tl">
              <a:srgbClr val="000000"/>
            </a:outerShdw>
          </a:effectLst>
          <a:latin typeface="+mn-lt"/>
          <a:ea typeface="ＭＳ Ｐゴシック" charset="-128"/>
          <a:cs typeface="ＭＳ Ｐゴシック" charset="-128"/>
        </a:defRPr>
      </a:lvl1pPr>
      <a:lvl2pPr marL="742950" indent="-285750" algn="l" rtl="0" eaLnBrk="0" fontAlgn="base" hangingPunct="0">
        <a:spcBef>
          <a:spcPct val="20000"/>
        </a:spcBef>
        <a:spcAft>
          <a:spcPct val="0"/>
        </a:spcAft>
        <a:buClr>
          <a:schemeClr val="tx2"/>
        </a:buClr>
        <a:buSzPct val="50000"/>
        <a:buFont typeface="Wingdings" pitchFamily="-84" charset="2"/>
        <a:buChar char="l"/>
        <a:defRPr sz="2800">
          <a:solidFill>
            <a:schemeClr val="tx1"/>
          </a:solidFill>
          <a:effectLst>
            <a:outerShdw blurRad="38100" dist="38100" dir="2700000" algn="tl">
              <a:srgbClr val="000000"/>
            </a:outerShdw>
          </a:effectLst>
          <a:latin typeface="+mn-lt"/>
          <a:ea typeface="ＭＳ Ｐゴシック" charset="-128"/>
        </a:defRPr>
      </a:lvl2pPr>
      <a:lvl3pPr marL="1143000" indent="-228600" algn="l" rtl="0" eaLnBrk="0" fontAlgn="base" hangingPunct="0">
        <a:spcBef>
          <a:spcPct val="20000"/>
        </a:spcBef>
        <a:spcAft>
          <a:spcPct val="0"/>
        </a:spcAft>
        <a:buClr>
          <a:schemeClr val="accent2"/>
        </a:buClr>
        <a:buChar char="•"/>
        <a:defRPr sz="2400">
          <a:solidFill>
            <a:schemeClr val="tx1"/>
          </a:solidFill>
          <a:effectLst>
            <a:outerShdw blurRad="38100" dist="38100" dir="2700000" algn="tl">
              <a:srgbClr val="000000"/>
            </a:outerShdw>
          </a:effectLst>
          <a:latin typeface="+mn-lt"/>
          <a:ea typeface="ＭＳ Ｐゴシック" charset="-128"/>
        </a:defRPr>
      </a:lvl3pPr>
      <a:lvl4pPr marL="1600200" indent="-228600" algn="l" rtl="0" eaLnBrk="0" fontAlgn="base" hangingPunct="0">
        <a:spcBef>
          <a:spcPct val="20000"/>
        </a:spcBef>
        <a:spcAft>
          <a:spcPct val="0"/>
        </a:spcAft>
        <a:buClr>
          <a:schemeClr val="folHlink"/>
        </a:buClr>
        <a:buSzPct val="50000"/>
        <a:buFont typeface="Wingdings" pitchFamily="-84" charset="2"/>
        <a:buChar char="l"/>
        <a:defRPr sz="2000">
          <a:solidFill>
            <a:schemeClr val="tx1"/>
          </a:solidFill>
          <a:effectLst>
            <a:outerShdw blurRad="38100" dist="38100" dir="2700000" algn="tl">
              <a:srgbClr val="000000"/>
            </a:outerShdw>
          </a:effectLst>
          <a:latin typeface="+mn-lt"/>
          <a:ea typeface="ＭＳ Ｐゴシック" charset="-128"/>
        </a:defRPr>
      </a:lvl4pPr>
      <a:lvl5pPr marL="2057400" indent="-228600" algn="l" rtl="0" eaLnBrk="0" fontAlgn="base" hangingPunct="0">
        <a:spcBef>
          <a:spcPct val="20000"/>
        </a:spcBef>
        <a:spcAft>
          <a:spcPct val="0"/>
        </a:spcAft>
        <a:buClr>
          <a:schemeClr val="hlink"/>
        </a:buClr>
        <a:buChar char="•"/>
        <a:defRPr sz="2000">
          <a:solidFill>
            <a:schemeClr val="tx1"/>
          </a:solidFill>
          <a:effectLst>
            <a:outerShdw blurRad="38100" dist="38100" dir="2700000" algn="tl">
              <a:srgbClr val="000000"/>
            </a:outerShdw>
          </a:effectLst>
          <a:latin typeface="+mn-lt"/>
          <a:ea typeface="ＭＳ Ｐゴシック" charset="-128"/>
        </a:defRPr>
      </a:lvl5pPr>
      <a:lvl6pPr marL="2514600" indent="-228600" algn="l" rtl="0" fontAlgn="base">
        <a:spcBef>
          <a:spcPct val="20000"/>
        </a:spcBef>
        <a:spcAft>
          <a:spcPct val="0"/>
        </a:spcAft>
        <a:buClr>
          <a:schemeClr val="hlink"/>
        </a:buClr>
        <a:buChar char="•"/>
        <a:defRPr sz="2000">
          <a:solidFill>
            <a:schemeClr val="tx1"/>
          </a:solidFill>
          <a:effectLst>
            <a:outerShdw blurRad="38100" dist="38100" dir="2700000" algn="tl">
              <a:srgbClr val="000000"/>
            </a:outerShdw>
          </a:effectLst>
          <a:latin typeface="+mn-lt"/>
          <a:ea typeface="ＭＳ Ｐゴシック" charset="-128"/>
        </a:defRPr>
      </a:lvl6pPr>
      <a:lvl7pPr marL="2971800" indent="-228600" algn="l" rtl="0" fontAlgn="base">
        <a:spcBef>
          <a:spcPct val="20000"/>
        </a:spcBef>
        <a:spcAft>
          <a:spcPct val="0"/>
        </a:spcAft>
        <a:buClr>
          <a:schemeClr val="hlink"/>
        </a:buClr>
        <a:buChar char="•"/>
        <a:defRPr sz="2000">
          <a:solidFill>
            <a:schemeClr val="tx1"/>
          </a:solidFill>
          <a:effectLst>
            <a:outerShdw blurRad="38100" dist="38100" dir="2700000" algn="tl">
              <a:srgbClr val="000000"/>
            </a:outerShdw>
          </a:effectLst>
          <a:latin typeface="+mn-lt"/>
          <a:ea typeface="ＭＳ Ｐゴシック" charset="-128"/>
        </a:defRPr>
      </a:lvl7pPr>
      <a:lvl8pPr marL="3429000" indent="-228600" algn="l" rtl="0" fontAlgn="base">
        <a:spcBef>
          <a:spcPct val="20000"/>
        </a:spcBef>
        <a:spcAft>
          <a:spcPct val="0"/>
        </a:spcAft>
        <a:buClr>
          <a:schemeClr val="hlink"/>
        </a:buClr>
        <a:buChar char="•"/>
        <a:defRPr sz="2000">
          <a:solidFill>
            <a:schemeClr val="tx1"/>
          </a:solidFill>
          <a:effectLst>
            <a:outerShdw blurRad="38100" dist="38100" dir="2700000" algn="tl">
              <a:srgbClr val="000000"/>
            </a:outerShdw>
          </a:effectLst>
          <a:latin typeface="+mn-lt"/>
          <a:ea typeface="ＭＳ Ｐゴシック" charset="-128"/>
        </a:defRPr>
      </a:lvl8pPr>
      <a:lvl9pPr marL="3886200" indent="-228600" algn="l" rtl="0" fontAlgn="base">
        <a:spcBef>
          <a:spcPct val="20000"/>
        </a:spcBef>
        <a:spcAft>
          <a:spcPct val="0"/>
        </a:spcAft>
        <a:buClr>
          <a:schemeClr val="hlink"/>
        </a:buClr>
        <a:buChar char="•"/>
        <a:defRPr sz="2000">
          <a:solidFill>
            <a:schemeClr val="tx1"/>
          </a:solidFill>
          <a:effectLst>
            <a:outerShdw blurRad="38100" dist="38100" dir="2700000" algn="tl">
              <a:srgbClr val="000000"/>
            </a:outerShdw>
          </a:effectLst>
          <a:latin typeface="+mn-lt"/>
          <a:ea typeface="ＭＳ Ｐゴシック" charset="-128"/>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bg>
      <p:bgRef idx="1001">
        <a:schemeClr val="bg2"/>
      </p:bgRef>
    </p:bg>
    <p:spTree>
      <p:nvGrpSpPr>
        <p:cNvPr id="1" name=""/>
        <p:cNvGrpSpPr/>
        <p:nvPr/>
      </p:nvGrpSpPr>
      <p:grpSpPr>
        <a:xfrm>
          <a:off x="0" y="0"/>
          <a:ext cx="0" cy="0"/>
          <a:chOff x="0" y="0"/>
          <a:chExt cx="0" cy="0"/>
        </a:xfrm>
      </p:grpSpPr>
      <p:sp>
        <p:nvSpPr>
          <p:cNvPr id="13314" name="Title Placeholder 1"/>
          <p:cNvSpPr>
            <a:spLocks noGrp="1"/>
          </p:cNvSpPr>
          <p:nvPr>
            <p:ph type="title"/>
          </p:nvPr>
        </p:nvSpPr>
        <p:spPr bwMode="auto">
          <a:xfrm>
            <a:off x="792163" y="39688"/>
            <a:ext cx="7570787" cy="1412875"/>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a:t>Click to edit Master title style</a:t>
            </a:r>
          </a:p>
        </p:txBody>
      </p:sp>
      <p:sp>
        <p:nvSpPr>
          <p:cNvPr id="13315" name="Text Placeholder 2"/>
          <p:cNvSpPr>
            <a:spLocks noGrp="1"/>
          </p:cNvSpPr>
          <p:nvPr>
            <p:ph type="body" idx="1"/>
          </p:nvPr>
        </p:nvSpPr>
        <p:spPr bwMode="auto">
          <a:xfrm>
            <a:off x="792163" y="1762125"/>
            <a:ext cx="7570787" cy="4289425"/>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6651625" y="6356350"/>
            <a:ext cx="2133600" cy="365125"/>
          </a:xfrm>
          <a:prstGeom prst="rect">
            <a:avLst/>
          </a:prstGeom>
        </p:spPr>
        <p:txBody>
          <a:bodyPr vert="horz" lIns="91440" tIns="45720" rIns="91440" bIns="45720" rtlCol="0" anchor="ctr"/>
          <a:lstStyle>
            <a:lvl1pPr algn="r">
              <a:defRPr sz="1200" b="1" dirty="0">
                <a:solidFill>
                  <a:schemeClr val="tx2">
                    <a:lumMod val="40000"/>
                    <a:lumOff val="60000"/>
                  </a:schemeClr>
                </a:solidFill>
                <a:latin typeface="Arial" pitchFamily="-1" charset="0"/>
              </a:defRPr>
            </a:lvl1pPr>
          </a:lstStyle>
          <a:p>
            <a:pPr>
              <a:defRPr/>
            </a:pPr>
            <a:endParaRPr lang="en-US" dirty="0"/>
          </a:p>
        </p:txBody>
      </p:sp>
      <p:sp>
        <p:nvSpPr>
          <p:cNvPr id="6" name="Slide Number Placeholder 5"/>
          <p:cNvSpPr>
            <a:spLocks noGrp="1"/>
          </p:cNvSpPr>
          <p:nvPr>
            <p:ph type="sldNum" sz="quarter" idx="4"/>
          </p:nvPr>
        </p:nvSpPr>
        <p:spPr>
          <a:xfrm>
            <a:off x="4267200" y="6356350"/>
            <a:ext cx="609600" cy="365125"/>
          </a:xfrm>
          <a:prstGeom prst="rect">
            <a:avLst/>
          </a:prstGeom>
        </p:spPr>
        <p:txBody>
          <a:bodyPr vert="horz" lIns="91440" tIns="45720" rIns="91440" bIns="45720" rtlCol="0" anchor="ctr"/>
          <a:lstStyle>
            <a:lvl1pPr algn="ctr">
              <a:defRPr sz="1200" b="1" smtClean="0">
                <a:solidFill>
                  <a:schemeClr val="tx2">
                    <a:lumMod val="40000"/>
                    <a:lumOff val="60000"/>
                  </a:schemeClr>
                </a:solidFill>
                <a:latin typeface="Arial" pitchFamily="-1" charset="0"/>
              </a:defRPr>
            </a:lvl1pPr>
          </a:lstStyle>
          <a:p>
            <a:pPr>
              <a:defRPr/>
            </a:pPr>
            <a:fld id="{03C9D31D-5C05-E248-A7ED-46FCD7F50A99}" type="slidenum">
              <a:rPr lang="en-US"/>
              <a:pPr>
                <a:defRPr/>
              </a:pPr>
              <a:t>‹#›</a:t>
            </a:fld>
            <a:endParaRPr lang="en-US" dirty="0"/>
          </a:p>
        </p:txBody>
      </p:sp>
      <p:sp>
        <p:nvSpPr>
          <p:cNvPr id="5" name="Footer Placeholder 4"/>
          <p:cNvSpPr>
            <a:spLocks noGrp="1"/>
          </p:cNvSpPr>
          <p:nvPr>
            <p:ph type="ftr" sz="quarter" idx="3"/>
          </p:nvPr>
        </p:nvSpPr>
        <p:spPr>
          <a:xfrm>
            <a:off x="371475" y="6356350"/>
            <a:ext cx="2895600" cy="365125"/>
          </a:xfrm>
          <a:prstGeom prst="rect">
            <a:avLst/>
          </a:prstGeom>
        </p:spPr>
        <p:txBody>
          <a:bodyPr vert="horz" lIns="91440" tIns="45720" rIns="91440" bIns="45720" rtlCol="0" anchor="ctr"/>
          <a:lstStyle>
            <a:lvl1pPr algn="l">
              <a:defRPr sz="1200" b="1" dirty="0">
                <a:solidFill>
                  <a:schemeClr val="tx2">
                    <a:lumMod val="40000"/>
                    <a:lumOff val="60000"/>
                  </a:schemeClr>
                </a:solidFill>
                <a:latin typeface="Arial" pitchFamily="-1" charset="0"/>
              </a:defRPr>
            </a:lvl1pPr>
          </a:lstStyle>
          <a:p>
            <a:pPr>
              <a:defRPr/>
            </a:pPr>
            <a:r>
              <a:rPr lang="en-US" smtClean="0"/>
              <a:t>© 2017 Pearson Education, Inc., Hoboken, NJ. All rights reserved.  </a:t>
            </a:r>
            <a:endParaRPr lang="en-US" dirty="0"/>
          </a:p>
        </p:txBody>
      </p:sp>
    </p:spTree>
  </p:cSld>
  <p:clrMap bg1="lt1" tx1="dk1" bg2="lt2" tx2="dk2" accent1="accent1" accent2="accent2" accent3="accent3" accent4="accent4" accent5="accent5" accent6="accent6" hlink="hlink" folHlink="folHlink"/>
  <p:sldLayoutIdLst>
    <p:sldLayoutId id="2147483710" r:id="rId1"/>
    <p:sldLayoutId id="2147483711" r:id="rId2"/>
    <p:sldLayoutId id="2147483712" r:id="rId3"/>
    <p:sldLayoutId id="2147483713" r:id="rId4"/>
    <p:sldLayoutId id="2147483714" r:id="rId5"/>
    <p:sldLayoutId id="2147483715" r:id="rId6"/>
    <p:sldLayoutId id="2147483716" r:id="rId7"/>
    <p:sldLayoutId id="2147483717" r:id="rId8"/>
    <p:sldLayoutId id="2147483718" r:id="rId9"/>
    <p:sldLayoutId id="2147483719" r:id="rId10"/>
    <p:sldLayoutId id="2147483720" r:id="rId11"/>
    <p:sldLayoutId id="2147483721" r:id="rId12"/>
    <p:sldLayoutId id="2147483722" r:id="rId13"/>
  </p:sldLayoutIdLst>
  <p:hf sldNum="0" hdr="0" dt="0"/>
  <p:txStyles>
    <p:titleStyle>
      <a:lvl1pPr algn="ctr" rtl="0" fontAlgn="base">
        <a:lnSpc>
          <a:spcPts val="6000"/>
        </a:lnSpc>
        <a:spcBef>
          <a:spcPct val="0"/>
        </a:spcBef>
        <a:spcAft>
          <a:spcPct val="0"/>
        </a:spcAft>
        <a:defRPr sz="5400" kern="1200">
          <a:solidFill>
            <a:schemeClr val="tx2"/>
          </a:solidFill>
          <a:latin typeface="+mn-lt"/>
          <a:ea typeface="ＭＳ Ｐゴシック" pitchFamily="-84" charset="-128"/>
          <a:cs typeface="ＭＳ Ｐゴシック" pitchFamily="-84" charset="-128"/>
        </a:defRPr>
      </a:lvl1pPr>
      <a:lvl2pPr algn="ctr" rtl="0" fontAlgn="base">
        <a:lnSpc>
          <a:spcPts val="6000"/>
        </a:lnSpc>
        <a:spcBef>
          <a:spcPct val="0"/>
        </a:spcBef>
        <a:spcAft>
          <a:spcPct val="0"/>
        </a:spcAft>
        <a:defRPr sz="5400">
          <a:solidFill>
            <a:schemeClr val="tx2"/>
          </a:solidFill>
          <a:latin typeface="Candara" pitchFamily="-84" charset="0"/>
          <a:ea typeface="ＭＳ Ｐゴシック" pitchFamily="-84" charset="-128"/>
          <a:cs typeface="ＭＳ Ｐゴシック" pitchFamily="-84" charset="-128"/>
        </a:defRPr>
      </a:lvl2pPr>
      <a:lvl3pPr algn="ctr" rtl="0" fontAlgn="base">
        <a:lnSpc>
          <a:spcPts val="6000"/>
        </a:lnSpc>
        <a:spcBef>
          <a:spcPct val="0"/>
        </a:spcBef>
        <a:spcAft>
          <a:spcPct val="0"/>
        </a:spcAft>
        <a:defRPr sz="5400">
          <a:solidFill>
            <a:schemeClr val="tx2"/>
          </a:solidFill>
          <a:latin typeface="Candara" pitchFamily="-84" charset="0"/>
          <a:ea typeface="ＭＳ Ｐゴシック" pitchFamily="-84" charset="-128"/>
          <a:cs typeface="ＭＳ Ｐゴシック" pitchFamily="-84" charset="-128"/>
        </a:defRPr>
      </a:lvl3pPr>
      <a:lvl4pPr algn="ctr" rtl="0" fontAlgn="base">
        <a:lnSpc>
          <a:spcPts val="6000"/>
        </a:lnSpc>
        <a:spcBef>
          <a:spcPct val="0"/>
        </a:spcBef>
        <a:spcAft>
          <a:spcPct val="0"/>
        </a:spcAft>
        <a:defRPr sz="5400">
          <a:solidFill>
            <a:schemeClr val="tx2"/>
          </a:solidFill>
          <a:latin typeface="Candara" pitchFamily="-84" charset="0"/>
          <a:ea typeface="ＭＳ Ｐゴシック" pitchFamily="-84" charset="-128"/>
          <a:cs typeface="ＭＳ Ｐゴシック" pitchFamily="-84" charset="-128"/>
        </a:defRPr>
      </a:lvl4pPr>
      <a:lvl5pPr algn="ctr" rtl="0" fontAlgn="base">
        <a:lnSpc>
          <a:spcPts val="6000"/>
        </a:lnSpc>
        <a:spcBef>
          <a:spcPct val="0"/>
        </a:spcBef>
        <a:spcAft>
          <a:spcPct val="0"/>
        </a:spcAft>
        <a:defRPr sz="5400">
          <a:solidFill>
            <a:schemeClr val="tx2"/>
          </a:solidFill>
          <a:latin typeface="Candara" pitchFamily="-84" charset="0"/>
          <a:ea typeface="ＭＳ Ｐゴシック" pitchFamily="-84" charset="-128"/>
          <a:cs typeface="ＭＳ Ｐゴシック" pitchFamily="-84" charset="-128"/>
        </a:defRPr>
      </a:lvl5pPr>
      <a:lvl6pPr marL="457200" algn="ctr" rtl="0" fontAlgn="base">
        <a:lnSpc>
          <a:spcPts val="6000"/>
        </a:lnSpc>
        <a:spcBef>
          <a:spcPct val="0"/>
        </a:spcBef>
        <a:spcAft>
          <a:spcPct val="0"/>
        </a:spcAft>
        <a:defRPr sz="5400">
          <a:solidFill>
            <a:schemeClr val="tx2"/>
          </a:solidFill>
          <a:latin typeface="Candara" pitchFamily="-84" charset="0"/>
          <a:ea typeface="ＭＳ Ｐゴシック" pitchFamily="-84" charset="-128"/>
          <a:cs typeface="ＭＳ Ｐゴシック" pitchFamily="-84" charset="-128"/>
        </a:defRPr>
      </a:lvl6pPr>
      <a:lvl7pPr marL="914400" algn="ctr" rtl="0" fontAlgn="base">
        <a:lnSpc>
          <a:spcPts val="6000"/>
        </a:lnSpc>
        <a:spcBef>
          <a:spcPct val="0"/>
        </a:spcBef>
        <a:spcAft>
          <a:spcPct val="0"/>
        </a:spcAft>
        <a:defRPr sz="5400">
          <a:solidFill>
            <a:schemeClr val="tx2"/>
          </a:solidFill>
          <a:latin typeface="Candara" pitchFamily="-84" charset="0"/>
          <a:ea typeface="ＭＳ Ｐゴシック" pitchFamily="-84" charset="-128"/>
          <a:cs typeface="ＭＳ Ｐゴシック" pitchFamily="-84" charset="-128"/>
        </a:defRPr>
      </a:lvl7pPr>
      <a:lvl8pPr marL="1371600" algn="ctr" rtl="0" fontAlgn="base">
        <a:lnSpc>
          <a:spcPts val="6000"/>
        </a:lnSpc>
        <a:spcBef>
          <a:spcPct val="0"/>
        </a:spcBef>
        <a:spcAft>
          <a:spcPct val="0"/>
        </a:spcAft>
        <a:defRPr sz="5400">
          <a:solidFill>
            <a:schemeClr val="tx2"/>
          </a:solidFill>
          <a:latin typeface="Candara" pitchFamily="-84" charset="0"/>
          <a:ea typeface="ＭＳ Ｐゴシック" pitchFamily="-84" charset="-128"/>
          <a:cs typeface="ＭＳ Ｐゴシック" pitchFamily="-84" charset="-128"/>
        </a:defRPr>
      </a:lvl8pPr>
      <a:lvl9pPr marL="1828800" algn="ctr" rtl="0" fontAlgn="base">
        <a:lnSpc>
          <a:spcPts val="6000"/>
        </a:lnSpc>
        <a:spcBef>
          <a:spcPct val="0"/>
        </a:spcBef>
        <a:spcAft>
          <a:spcPct val="0"/>
        </a:spcAft>
        <a:defRPr sz="5400">
          <a:solidFill>
            <a:schemeClr val="tx2"/>
          </a:solidFill>
          <a:latin typeface="Candara" pitchFamily="-84" charset="0"/>
          <a:ea typeface="ＭＳ Ｐゴシック" pitchFamily="-84" charset="-128"/>
          <a:cs typeface="ＭＳ Ｐゴシック" pitchFamily="-84" charset="-128"/>
        </a:defRPr>
      </a:lvl9pPr>
    </p:titleStyle>
    <p:bodyStyle>
      <a:lvl1pPr marL="342900" indent="-342900" algn="l" rtl="0" fontAlgn="base">
        <a:spcBef>
          <a:spcPts val="2400"/>
        </a:spcBef>
        <a:spcAft>
          <a:spcPct val="0"/>
        </a:spcAft>
        <a:buClr>
          <a:srgbClr val="BAABE3"/>
        </a:buClr>
        <a:buFont typeface="Candara" pitchFamily="-84" charset="0"/>
        <a:buChar char="•"/>
        <a:defRPr sz="2800" kern="1200">
          <a:solidFill>
            <a:schemeClr val="tx2"/>
          </a:solidFill>
          <a:latin typeface="+mn-lt"/>
          <a:ea typeface="ＭＳ Ｐゴシック" pitchFamily="-84" charset="-128"/>
          <a:cs typeface="ＭＳ Ｐゴシック" pitchFamily="-84" charset="-128"/>
        </a:defRPr>
      </a:lvl1pPr>
      <a:lvl2pPr marL="685800" indent="-336550" algn="l" rtl="0" fontAlgn="base">
        <a:spcBef>
          <a:spcPts val="600"/>
        </a:spcBef>
        <a:spcAft>
          <a:spcPct val="0"/>
        </a:spcAft>
        <a:buClr>
          <a:schemeClr val="tx2"/>
        </a:buClr>
        <a:buFont typeface="Candara" pitchFamily="-84" charset="0"/>
        <a:buChar char="•"/>
        <a:defRPr sz="2600" kern="1200">
          <a:solidFill>
            <a:schemeClr val="tx2"/>
          </a:solidFill>
          <a:latin typeface="+mn-lt"/>
          <a:ea typeface="ＭＳ Ｐゴシック" pitchFamily="-84" charset="-128"/>
          <a:cs typeface="+mn-cs"/>
        </a:defRPr>
      </a:lvl2pPr>
      <a:lvl3pPr marL="1035050" indent="-349250" algn="l" rtl="0" fontAlgn="base">
        <a:spcBef>
          <a:spcPts val="600"/>
        </a:spcBef>
        <a:spcAft>
          <a:spcPct val="0"/>
        </a:spcAft>
        <a:buClr>
          <a:srgbClr val="BAABE3"/>
        </a:buClr>
        <a:buFont typeface="Candara" pitchFamily="-84" charset="0"/>
        <a:buChar char="•"/>
        <a:defRPr sz="2400" kern="1200">
          <a:solidFill>
            <a:schemeClr val="tx2"/>
          </a:solidFill>
          <a:latin typeface="+mn-lt"/>
          <a:ea typeface="ＭＳ Ｐゴシック" pitchFamily="-84" charset="-128"/>
          <a:cs typeface="+mn-cs"/>
        </a:defRPr>
      </a:lvl3pPr>
      <a:lvl4pPr marL="1371600" indent="-336550" algn="l" rtl="0" fontAlgn="base">
        <a:spcBef>
          <a:spcPts val="600"/>
        </a:spcBef>
        <a:spcAft>
          <a:spcPct val="0"/>
        </a:spcAft>
        <a:buClr>
          <a:schemeClr val="tx2"/>
        </a:buClr>
        <a:buFont typeface="Candara" pitchFamily="-84" charset="0"/>
        <a:buChar char="•"/>
        <a:defRPr sz="2200" kern="1200">
          <a:solidFill>
            <a:schemeClr val="tx2"/>
          </a:solidFill>
          <a:latin typeface="+mn-lt"/>
          <a:ea typeface="ＭＳ Ｐゴシック" pitchFamily="-84" charset="-128"/>
          <a:cs typeface="+mn-cs"/>
        </a:defRPr>
      </a:lvl4pPr>
      <a:lvl5pPr marL="1720850" indent="-349250" algn="l" rtl="0" fontAlgn="base">
        <a:spcBef>
          <a:spcPts val="600"/>
        </a:spcBef>
        <a:spcAft>
          <a:spcPct val="0"/>
        </a:spcAft>
        <a:buClr>
          <a:srgbClr val="BAABE3"/>
        </a:buClr>
        <a:buFont typeface="Candara" pitchFamily="-84" charset="0"/>
        <a:buChar char="•"/>
        <a:defRPr sz="2000" kern="1200">
          <a:solidFill>
            <a:schemeClr val="tx2"/>
          </a:solidFill>
          <a:latin typeface="+mn-lt"/>
          <a:ea typeface="ＭＳ Ｐゴシック" pitchFamily="-84" charset="-128"/>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xml"/><Relationship Id="rId3" Type="http://schemas.openxmlformats.org/officeDocument/2006/relationships/image" Target="../media/image10.jpe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xml"/><Relationship Id="rId3" Type="http://schemas.openxmlformats.org/officeDocument/2006/relationships/image" Target="../media/image10.jpe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3" Type="http://schemas.openxmlformats.org/officeDocument/2006/relationships/image" Target="../media/image11.pdf"/><Relationship Id="rId4" Type="http://schemas.openxmlformats.org/officeDocument/2006/relationships/image" Target="../media/image12.png"/><Relationship Id="rId1" Type="http://schemas.openxmlformats.org/officeDocument/2006/relationships/slideLayout" Target="../slideLayouts/slideLayout19.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3" Type="http://schemas.openxmlformats.org/officeDocument/2006/relationships/image" Target="../media/image13.pdf"/><Relationship Id="rId4" Type="http://schemas.openxmlformats.org/officeDocument/2006/relationships/image" Target="../media/image14.png"/><Relationship Id="rId1" Type="http://schemas.openxmlformats.org/officeDocument/2006/relationships/slideLayout" Target="../slideLayouts/slideLayout19.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3" Type="http://schemas.openxmlformats.org/officeDocument/2006/relationships/image" Target="../media/image15.pdf"/><Relationship Id="rId4" Type="http://schemas.openxmlformats.org/officeDocument/2006/relationships/image" Target="../media/image16.png"/><Relationship Id="rId1" Type="http://schemas.openxmlformats.org/officeDocument/2006/relationships/slideLayout" Target="../slideLayouts/slideLayout19.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3" Type="http://schemas.openxmlformats.org/officeDocument/2006/relationships/diagramData" Target="../diagrams/data1.xml"/><Relationship Id="rId4" Type="http://schemas.openxmlformats.org/officeDocument/2006/relationships/diagramLayout" Target="../diagrams/layout1.xml"/><Relationship Id="rId5" Type="http://schemas.openxmlformats.org/officeDocument/2006/relationships/diagramQuickStyle" Target="../diagrams/quickStyle1.xml"/><Relationship Id="rId6" Type="http://schemas.openxmlformats.org/officeDocument/2006/relationships/diagramColors" Target="../diagrams/colors1.xml"/><Relationship Id="rId7" Type="http://schemas.microsoft.com/office/2007/relationships/diagramDrawing" Target="../diagrams/drawing1.xml"/><Relationship Id="rId1" Type="http://schemas.openxmlformats.org/officeDocument/2006/relationships/slideLayout" Target="../slideLayouts/slideLayout1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3" Type="http://schemas.openxmlformats.org/officeDocument/2006/relationships/image" Target="../media/image17.pdf"/><Relationship Id="rId4" Type="http://schemas.openxmlformats.org/officeDocument/2006/relationships/image" Target="../media/image18.png"/><Relationship Id="rId5" Type="http://schemas.openxmlformats.org/officeDocument/2006/relationships/image" Target="../media/image19.pdf"/><Relationship Id="rId6" Type="http://schemas.openxmlformats.org/officeDocument/2006/relationships/image" Target="../media/image20.png"/><Relationship Id="rId1" Type="http://schemas.openxmlformats.org/officeDocument/2006/relationships/slideLayout" Target="../slideLayouts/slideLayout19.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3" Type="http://schemas.openxmlformats.org/officeDocument/2006/relationships/diagramData" Target="../diagrams/data2.xml"/><Relationship Id="rId4" Type="http://schemas.openxmlformats.org/officeDocument/2006/relationships/diagramLayout" Target="../diagrams/layout2.xml"/><Relationship Id="rId5" Type="http://schemas.openxmlformats.org/officeDocument/2006/relationships/diagramQuickStyle" Target="../diagrams/quickStyle2.xml"/><Relationship Id="rId6" Type="http://schemas.openxmlformats.org/officeDocument/2006/relationships/diagramColors" Target="../diagrams/colors2.xml"/><Relationship Id="rId7" Type="http://schemas.microsoft.com/office/2007/relationships/diagramDrawing" Target="../diagrams/drawing2.xml"/><Relationship Id="rId1" Type="http://schemas.openxmlformats.org/officeDocument/2006/relationships/slideLayout" Target="../slideLayouts/slideLayout1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3" Type="http://schemas.openxmlformats.org/officeDocument/2006/relationships/image" Target="../media/image21.pdf"/><Relationship Id="rId4" Type="http://schemas.openxmlformats.org/officeDocument/2006/relationships/image" Target="../media/image22.png"/><Relationship Id="rId1" Type="http://schemas.openxmlformats.org/officeDocument/2006/relationships/slideLayout" Target="../slideLayouts/slideLayout19.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13.xml"/><Relationship Id="rId3" Type="http://schemas.openxmlformats.org/officeDocument/2006/relationships/image" Target="../media/image23.wmf"/></Relationships>
</file>

<file path=ppt/slides/_rels/slide14.xml.rels><?xml version="1.0" encoding="UTF-8" standalone="yes"?>
<Relationships xmlns="http://schemas.openxmlformats.org/package/2006/relationships"><Relationship Id="rId3" Type="http://schemas.openxmlformats.org/officeDocument/2006/relationships/image" Target="../media/image24.pdf"/><Relationship Id="rId4" Type="http://schemas.openxmlformats.org/officeDocument/2006/relationships/image" Target="../media/image25.png"/><Relationship Id="rId1" Type="http://schemas.openxmlformats.org/officeDocument/2006/relationships/slideLayout" Target="../slideLayouts/slideLayout19.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3" Type="http://schemas.openxmlformats.org/officeDocument/2006/relationships/image" Target="../media/image26.pdf"/><Relationship Id="rId4" Type="http://schemas.openxmlformats.org/officeDocument/2006/relationships/image" Target="../media/image27.png"/><Relationship Id="rId1" Type="http://schemas.openxmlformats.org/officeDocument/2006/relationships/slideLayout" Target="../slideLayouts/slideLayout19.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3" Type="http://schemas.openxmlformats.org/officeDocument/2006/relationships/image" Target="../media/image28.pdf"/><Relationship Id="rId4" Type="http://schemas.openxmlformats.org/officeDocument/2006/relationships/image" Target="../media/image29.png"/><Relationship Id="rId1" Type="http://schemas.openxmlformats.org/officeDocument/2006/relationships/slideLayout" Target="../slideLayouts/slideLayout19.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8.xml"/><Relationship Id="rId3" Type="http://schemas.openxmlformats.org/officeDocument/2006/relationships/image" Target="../media/image30.wmf"/></Relationships>
</file>

<file path=ppt/slides/_rels/slide19.xml.rels><?xml version="1.0" encoding="UTF-8" standalone="yes"?>
<Relationships xmlns="http://schemas.openxmlformats.org/package/2006/relationships"><Relationship Id="rId3" Type="http://schemas.openxmlformats.org/officeDocument/2006/relationships/notesSlide" Target="../notesSlides/notesSlide19.xml"/><Relationship Id="rId4" Type="http://schemas.openxmlformats.org/officeDocument/2006/relationships/package" Target="../embeddings/Microsoft_Word_Document1.docx"/><Relationship Id="rId1" Type="http://schemas.openxmlformats.org/officeDocument/2006/relationships/vmlDrawing" Target="../drawings/vmlDrawing1.vml"/><Relationship Id="rId2" Type="http://schemas.openxmlformats.org/officeDocument/2006/relationships/slideLayout" Target="../slideLayouts/slideLayout20.xml"/></Relationships>
</file>

<file path=ppt/slides/_rels/slide20.xml.rels><?xml version="1.0" encoding="UTF-8" standalone="yes"?>
<Relationships xmlns="http://schemas.openxmlformats.org/package/2006/relationships"><Relationship Id="rId3" Type="http://schemas.openxmlformats.org/officeDocument/2006/relationships/image" Target="../media/image32.pdf"/><Relationship Id="rId4" Type="http://schemas.openxmlformats.org/officeDocument/2006/relationships/image" Target="../media/image33.png"/><Relationship Id="rId1" Type="http://schemas.openxmlformats.org/officeDocument/2006/relationships/slideLayout" Target="../slideLayouts/slideLayout19.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3" Type="http://schemas.openxmlformats.org/officeDocument/2006/relationships/image" Target="../media/image34.pdf"/><Relationship Id="rId4" Type="http://schemas.openxmlformats.org/officeDocument/2006/relationships/image" Target="../media/image35.png"/><Relationship Id="rId1" Type="http://schemas.openxmlformats.org/officeDocument/2006/relationships/slideLayout" Target="../slideLayouts/slideLayout19.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3" Type="http://schemas.openxmlformats.org/officeDocument/2006/relationships/image" Target="../media/image36.pdf"/><Relationship Id="rId4" Type="http://schemas.openxmlformats.org/officeDocument/2006/relationships/image" Target="../media/image37.png"/><Relationship Id="rId1" Type="http://schemas.openxmlformats.org/officeDocument/2006/relationships/slideLayout" Target="../slideLayouts/slideLayout19.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3" Type="http://schemas.openxmlformats.org/officeDocument/2006/relationships/image" Target="../media/image38.pdf"/><Relationship Id="rId4" Type="http://schemas.openxmlformats.org/officeDocument/2006/relationships/image" Target="../media/image39.png"/><Relationship Id="rId1" Type="http://schemas.openxmlformats.org/officeDocument/2006/relationships/slideLayout" Target="../slideLayouts/slideLayout19.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3" Type="http://schemas.openxmlformats.org/officeDocument/2006/relationships/image" Target="../media/image40.pdf"/><Relationship Id="rId4" Type="http://schemas.openxmlformats.org/officeDocument/2006/relationships/image" Target="../media/image41.png"/><Relationship Id="rId1" Type="http://schemas.openxmlformats.org/officeDocument/2006/relationships/slideLayout" Target="../slideLayouts/slideLayout19.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3" Type="http://schemas.openxmlformats.org/officeDocument/2006/relationships/image" Target="../media/image42.pdf"/><Relationship Id="rId4" Type="http://schemas.openxmlformats.org/officeDocument/2006/relationships/image" Target="../media/image43.png"/><Relationship Id="rId1" Type="http://schemas.openxmlformats.org/officeDocument/2006/relationships/slideLayout" Target="../slideLayouts/slideLayout19.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3" Type="http://schemas.openxmlformats.org/officeDocument/2006/relationships/image" Target="../media/image44.pdf"/><Relationship Id="rId4" Type="http://schemas.openxmlformats.org/officeDocument/2006/relationships/image" Target="../media/image45.png"/><Relationship Id="rId1" Type="http://schemas.openxmlformats.org/officeDocument/2006/relationships/slideLayout" Target="../slideLayouts/slideLayout19.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3" Type="http://schemas.openxmlformats.org/officeDocument/2006/relationships/image" Target="../media/image46.pdf"/><Relationship Id="rId4" Type="http://schemas.openxmlformats.org/officeDocument/2006/relationships/image" Target="../media/image47.png"/><Relationship Id="rId1" Type="http://schemas.openxmlformats.org/officeDocument/2006/relationships/slideLayout" Target="../slideLayouts/slideLayout19.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3" Type="http://schemas.openxmlformats.org/officeDocument/2006/relationships/diagramData" Target="../diagrams/data3.xml"/><Relationship Id="rId4" Type="http://schemas.openxmlformats.org/officeDocument/2006/relationships/diagramLayout" Target="../diagrams/layout3.xml"/><Relationship Id="rId5" Type="http://schemas.openxmlformats.org/officeDocument/2006/relationships/diagramQuickStyle" Target="../diagrams/quickStyle3.xml"/><Relationship Id="rId6" Type="http://schemas.openxmlformats.org/officeDocument/2006/relationships/diagramColors" Target="../diagrams/colors3.xml"/><Relationship Id="rId7" Type="http://schemas.microsoft.com/office/2007/relationships/diagramDrawing" Target="../diagrams/drawing3.xml"/><Relationship Id="rId1" Type="http://schemas.openxmlformats.org/officeDocument/2006/relationships/slideLayout" Target="../slideLayouts/slideLayout13.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1.xml"/><Relationship Id="rId3" Type="http://schemas.openxmlformats.org/officeDocument/2006/relationships/image" Target="../media/image48.wmf"/></Relationships>
</file>

<file path=ppt/slides/_rels/slide32.xml.rels><?xml version="1.0" encoding="UTF-8" standalone="yes"?>
<Relationships xmlns="http://schemas.openxmlformats.org/package/2006/relationships"><Relationship Id="rId3" Type="http://schemas.openxmlformats.org/officeDocument/2006/relationships/image" Target="../media/image49.pdf"/><Relationship Id="rId4" Type="http://schemas.openxmlformats.org/officeDocument/2006/relationships/image" Target="../media/image50.png"/><Relationship Id="rId1" Type="http://schemas.openxmlformats.org/officeDocument/2006/relationships/slideLayout" Target="../slideLayouts/slideLayout19.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3" Type="http://schemas.openxmlformats.org/officeDocument/2006/relationships/image" Target="../media/image51.pdf"/><Relationship Id="rId4" Type="http://schemas.openxmlformats.org/officeDocument/2006/relationships/image" Target="../media/image52.png"/><Relationship Id="rId1" Type="http://schemas.openxmlformats.org/officeDocument/2006/relationships/slideLayout" Target="../slideLayouts/slideLayout19.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3" Type="http://schemas.openxmlformats.org/officeDocument/2006/relationships/image" Target="../media/image53.pdf"/><Relationship Id="rId4" Type="http://schemas.openxmlformats.org/officeDocument/2006/relationships/image" Target="../media/image54.png"/><Relationship Id="rId1" Type="http://schemas.openxmlformats.org/officeDocument/2006/relationships/slideLayout" Target="../slideLayouts/slideLayout19.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3" Type="http://schemas.openxmlformats.org/officeDocument/2006/relationships/image" Target="../media/image55.pdf"/><Relationship Id="rId4" Type="http://schemas.openxmlformats.org/officeDocument/2006/relationships/image" Target="../media/image56.png"/><Relationship Id="rId1" Type="http://schemas.openxmlformats.org/officeDocument/2006/relationships/slideLayout" Target="../slideLayouts/slideLayout19.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3" Type="http://schemas.openxmlformats.org/officeDocument/2006/relationships/image" Target="../media/image57.pdf"/><Relationship Id="rId4" Type="http://schemas.openxmlformats.org/officeDocument/2006/relationships/image" Target="../media/image58.png"/><Relationship Id="rId1" Type="http://schemas.openxmlformats.org/officeDocument/2006/relationships/slideLayout" Target="../slideLayouts/slideLayout20.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3" Type="http://schemas.openxmlformats.org/officeDocument/2006/relationships/image" Target="../media/image59.pdf"/><Relationship Id="rId4" Type="http://schemas.openxmlformats.org/officeDocument/2006/relationships/image" Target="../media/image60.png"/><Relationship Id="rId1" Type="http://schemas.openxmlformats.org/officeDocument/2006/relationships/slideLayout" Target="../slideLayouts/slideLayout19.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3" Type="http://schemas.openxmlformats.org/officeDocument/2006/relationships/image" Target="../media/image61.pdf"/><Relationship Id="rId4" Type="http://schemas.openxmlformats.org/officeDocument/2006/relationships/image" Target="../media/image62.png"/><Relationship Id="rId1" Type="http://schemas.openxmlformats.org/officeDocument/2006/relationships/slideLayout" Target="../slideLayouts/slideLayout19.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3" Type="http://schemas.openxmlformats.org/officeDocument/2006/relationships/image" Target="../media/image63.pdf"/><Relationship Id="rId4" Type="http://schemas.openxmlformats.org/officeDocument/2006/relationships/image" Target="../media/image64.png"/><Relationship Id="rId1" Type="http://schemas.openxmlformats.org/officeDocument/2006/relationships/slideLayout" Target="../slideLayouts/slideLayout19.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3" Type="http://schemas.openxmlformats.org/officeDocument/2006/relationships/notesSlide" Target="../notesSlides/notesSlide40.xml"/><Relationship Id="rId4" Type="http://schemas.openxmlformats.org/officeDocument/2006/relationships/oleObject" Target="mclaughlinkl:Desktop:Stallings%20Books:Crypto%207e:T11-Hash.doc!OLE_LINK17" TargetMode="External"/><Relationship Id="rId5" Type="http://schemas.openxmlformats.org/officeDocument/2006/relationships/image" Target="../media/image66.pdf"/><Relationship Id="rId6" Type="http://schemas.openxmlformats.org/officeDocument/2006/relationships/image" Target="../media/image67.png"/><Relationship Id="rId1" Type="http://schemas.openxmlformats.org/officeDocument/2006/relationships/vmlDrawing" Target="../drawings/vmlDrawing2.vml"/><Relationship Id="rId2" Type="http://schemas.openxmlformats.org/officeDocument/2006/relationships/slideLayout" Target="../slideLayouts/slideLayout19.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41.xml"/><Relationship Id="rId3" Type="http://schemas.openxmlformats.org/officeDocument/2006/relationships/image" Target="../media/image10.jpe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050" name="Rectangle 2"/>
          <p:cNvSpPr>
            <a:spLocks noGrp="1" noChangeArrowheads="1"/>
          </p:cNvSpPr>
          <p:nvPr>
            <p:ph type="ctrTitle"/>
          </p:nvPr>
        </p:nvSpPr>
        <p:spPr>
          <a:xfrm>
            <a:off x="1854200" y="3694113"/>
            <a:ext cx="5446713" cy="1470025"/>
          </a:xfrm>
        </p:spPr>
        <p:txBody>
          <a:bodyPr rtlCol="0">
            <a:noAutofit/>
          </a:bodyPr>
          <a:lstStyle/>
          <a:p>
            <a:pPr fontAlgn="auto">
              <a:spcAft>
                <a:spcPts val="0"/>
              </a:spcAft>
              <a:defRPr/>
            </a:pPr>
            <a:r>
              <a:rPr lang="en-US" dirty="0">
                <a:ea typeface="+mj-ea"/>
                <a:cs typeface="+mj-cs"/>
              </a:rPr>
              <a:t>Cryptography and Network Security</a:t>
            </a:r>
            <a:endParaRPr lang="en-AU" dirty="0">
              <a:ea typeface="+mj-ea"/>
              <a:cs typeface="+mj-cs"/>
            </a:endParaRPr>
          </a:p>
        </p:txBody>
      </p:sp>
      <p:sp>
        <p:nvSpPr>
          <p:cNvPr id="29699" name="Rectangle 3"/>
          <p:cNvSpPr>
            <a:spLocks noGrp="1" noChangeArrowheads="1"/>
          </p:cNvSpPr>
          <p:nvPr>
            <p:ph type="subTitle" idx="1"/>
          </p:nvPr>
        </p:nvSpPr>
        <p:spPr>
          <a:xfrm>
            <a:off x="1854200" y="5203825"/>
            <a:ext cx="5446713" cy="852488"/>
          </a:xfrm>
        </p:spPr>
        <p:txBody>
          <a:bodyPr/>
          <a:lstStyle/>
          <a:p>
            <a:pPr>
              <a:buFont typeface="Wingdings" pitchFamily="-84" charset="2"/>
              <a:buNone/>
            </a:pPr>
            <a:r>
              <a:rPr lang="en-US" dirty="0" smtClean="0"/>
              <a:t>Seventh Edition</a:t>
            </a:r>
          </a:p>
          <a:p>
            <a:pPr>
              <a:buFont typeface="Wingdings" pitchFamily="-84" charset="2"/>
              <a:buNone/>
            </a:pPr>
            <a:r>
              <a:rPr lang="en-US" dirty="0" smtClean="0"/>
              <a:t>by William Stallings	</a:t>
            </a:r>
          </a:p>
          <a:p>
            <a:pPr>
              <a:buFont typeface="Wingdings" pitchFamily="-84" charset="2"/>
              <a:buNone/>
            </a:pPr>
            <a:endParaRPr lang="en-US" dirty="0" smtClean="0"/>
          </a:p>
        </p:txBody>
      </p:sp>
      <p:pic>
        <p:nvPicPr>
          <p:cNvPr id="5" name="Picture Placeholder 4" descr="crypto.jpg"/>
          <p:cNvPicPr>
            <a:picLocks noGrp="1" noChangeAspect="1"/>
          </p:cNvPicPr>
          <p:nvPr>
            <p:ph type="pic" sz="quarter" idx="12"/>
          </p:nvPr>
        </p:nvPicPr>
        <p:blipFill>
          <a:blip r:embed="rId3">
            <a:alphaModFix/>
            <a:lum bright="28000"/>
          </a:blip>
          <a:srcRect l="-16674" t="-1111" r="-18211" b="44444"/>
          <a:stretch>
            <a:fillRect/>
          </a:stretch>
        </p:blipFill>
        <p:spPr>
          <a:xfrm>
            <a:off x="3581400" y="1447800"/>
            <a:ext cx="2109547" cy="1209027"/>
          </a:xfrm>
          <a:effectLst>
            <a:innerShdw blurRad="762000">
              <a:schemeClr val="accent1">
                <a:alpha val="80000"/>
              </a:schemeClr>
            </a:innerShdw>
            <a:softEdge rad="76200"/>
          </a:effectLst>
        </p:spPr>
      </p:pic>
      <p:sp>
        <p:nvSpPr>
          <p:cNvPr id="6" name="Footer Placeholder 5"/>
          <p:cNvSpPr>
            <a:spLocks noGrp="1"/>
          </p:cNvSpPr>
          <p:nvPr>
            <p:ph type="ftr" sz="quarter" idx="14"/>
          </p:nvPr>
        </p:nvSpPr>
        <p:spPr>
          <a:xfrm>
            <a:off x="0" y="6492875"/>
            <a:ext cx="4724400" cy="365125"/>
          </a:xfrm>
        </p:spPr>
        <p:txBody>
          <a:bodyPr/>
          <a:lstStyle/>
          <a:p>
            <a:pPr>
              <a:defRPr/>
            </a:pPr>
            <a:r>
              <a:rPr lang="en-US" sz="1000" dirty="0" smtClean="0"/>
              <a:t>© 2017 Pearson Education, Inc., Hoboken, NJ. All rights reserved.  </a:t>
            </a:r>
            <a:endParaRPr lang="en-US" sz="1000" dirty="0"/>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13" name="Title 12"/>
          <p:cNvSpPr>
            <a:spLocks noGrp="1"/>
          </p:cNvSpPr>
          <p:nvPr>
            <p:ph type="ctrTitle"/>
          </p:nvPr>
        </p:nvSpPr>
        <p:spPr>
          <a:xfrm>
            <a:off x="1854200" y="3694113"/>
            <a:ext cx="5446713" cy="1470025"/>
          </a:xfrm>
        </p:spPr>
        <p:txBody>
          <a:bodyPr rtlCol="0">
            <a:noAutofit/>
          </a:bodyPr>
          <a:lstStyle/>
          <a:p>
            <a:pPr fontAlgn="auto">
              <a:spcAft>
                <a:spcPts val="0"/>
              </a:spcAft>
              <a:defRPr/>
            </a:pPr>
            <a:r>
              <a:rPr lang="en-US" dirty="0" smtClean="0">
                <a:ea typeface="+mj-ea"/>
                <a:cs typeface="+mj-cs"/>
              </a:rPr>
              <a:t>Chapter 11</a:t>
            </a:r>
            <a:endParaRPr lang="en-US" dirty="0">
              <a:ea typeface="+mj-ea"/>
              <a:cs typeface="+mj-cs"/>
            </a:endParaRPr>
          </a:p>
        </p:txBody>
      </p:sp>
      <p:sp>
        <p:nvSpPr>
          <p:cNvPr id="31747" name="Subtitle 13"/>
          <p:cNvSpPr>
            <a:spLocks noGrp="1"/>
          </p:cNvSpPr>
          <p:nvPr>
            <p:ph type="subTitle" idx="1"/>
          </p:nvPr>
        </p:nvSpPr>
        <p:spPr>
          <a:xfrm>
            <a:off x="1524000" y="5203825"/>
            <a:ext cx="6096000" cy="852488"/>
          </a:xfrm>
        </p:spPr>
        <p:txBody>
          <a:bodyPr>
            <a:normAutofit/>
          </a:bodyPr>
          <a:lstStyle/>
          <a:p>
            <a:r>
              <a:rPr lang="en-US" sz="3300" dirty="0" smtClean="0"/>
              <a:t>Cryptographic Hash Functions</a:t>
            </a:r>
          </a:p>
        </p:txBody>
      </p:sp>
      <p:pic>
        <p:nvPicPr>
          <p:cNvPr id="4" name="Picture Placeholder 4" descr="crypto.jpg"/>
          <p:cNvPicPr>
            <a:picLocks noChangeAspect="1"/>
          </p:cNvPicPr>
          <p:nvPr/>
        </p:nvPicPr>
        <p:blipFill>
          <a:blip r:embed="rId3">
            <a:alphaModFix/>
            <a:lum bright="28000"/>
          </a:blip>
          <a:srcRect l="-16674" t="-1111" r="-18211" b="44444"/>
          <a:stretch>
            <a:fillRect/>
          </a:stretch>
        </p:blipFill>
        <p:spPr bwMode="auto">
          <a:xfrm>
            <a:off x="3581400" y="1447800"/>
            <a:ext cx="2109547" cy="1209027"/>
          </a:xfrm>
          <a:prstGeom prst="ellipse">
            <a:avLst/>
          </a:prstGeom>
          <a:solidFill>
            <a:schemeClr val="bg1">
              <a:lumMod val="85000"/>
            </a:schemeClr>
          </a:solidFill>
          <a:ln w="101600">
            <a:noFill/>
            <a:miter lim="800000"/>
            <a:headEnd/>
            <a:tailEnd/>
          </a:ln>
          <a:effectLst>
            <a:innerShdw blurRad="762000">
              <a:schemeClr val="accent1">
                <a:alpha val="80000"/>
              </a:schemeClr>
            </a:innerShdw>
            <a:softEdge rad="76200"/>
          </a:effectLst>
        </p:spPr>
      </p:pic>
      <p:sp>
        <p:nvSpPr>
          <p:cNvPr id="5" name="Footer Placeholder 4"/>
          <p:cNvSpPr>
            <a:spLocks noGrp="1"/>
          </p:cNvSpPr>
          <p:nvPr>
            <p:ph type="ftr" sz="quarter" idx="11"/>
          </p:nvPr>
        </p:nvSpPr>
        <p:spPr>
          <a:xfrm>
            <a:off x="0" y="6492875"/>
            <a:ext cx="5029200" cy="365125"/>
          </a:xfrm>
        </p:spPr>
        <p:txBody>
          <a:bodyPr/>
          <a:lstStyle/>
          <a:p>
            <a:pPr>
              <a:defRPr/>
            </a:pPr>
            <a:r>
              <a:rPr lang="en-US" sz="1000" dirty="0" smtClean="0"/>
              <a:t>© 2017 Pearson Education, Inc., Hoboken, NJ. All rights reserved.  </a:t>
            </a:r>
            <a:endParaRPr lang="en-US" sz="1000" dirty="0"/>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55298" name="Rectangle 2"/>
          <p:cNvSpPr>
            <a:spLocks noGrp="1" noChangeArrowheads="1"/>
          </p:cNvSpPr>
          <p:nvPr>
            <p:ph type="title"/>
          </p:nvPr>
        </p:nvSpPr>
        <p:spPr/>
        <p:txBody>
          <a:bodyPr/>
          <a:lstStyle/>
          <a:p>
            <a:r>
              <a:rPr lang="en-US" dirty="0" smtClean="0"/>
              <a:t>Hash Functions</a:t>
            </a:r>
            <a:endParaRPr lang="en-AU" dirty="0"/>
          </a:p>
        </p:txBody>
      </p:sp>
      <p:sp>
        <p:nvSpPr>
          <p:cNvPr id="55299" name="Rectangle 3"/>
          <p:cNvSpPr>
            <a:spLocks noGrp="1" noChangeArrowheads="1"/>
          </p:cNvSpPr>
          <p:nvPr>
            <p:ph idx="1"/>
          </p:nvPr>
        </p:nvSpPr>
        <p:spPr>
          <a:xfrm>
            <a:off x="792163" y="1762125"/>
            <a:ext cx="7570787" cy="4943475"/>
          </a:xfrm>
        </p:spPr>
        <p:txBody>
          <a:bodyPr>
            <a:normAutofit fontScale="92500" lnSpcReduction="20000"/>
          </a:bodyPr>
          <a:lstStyle/>
          <a:p>
            <a:r>
              <a:rPr lang="en-AU" dirty="0" smtClean="0"/>
              <a:t>A hash function H accepts a variable-length block of data </a:t>
            </a:r>
            <a:r>
              <a:rPr lang="en-AU" i="1" dirty="0" smtClean="0"/>
              <a:t>M </a:t>
            </a:r>
            <a:r>
              <a:rPr lang="en-AU" dirty="0" smtClean="0"/>
              <a:t>as input and produces a fixed-size hash value </a:t>
            </a:r>
          </a:p>
          <a:p>
            <a:pPr lvl="1"/>
            <a:r>
              <a:rPr lang="en-AU" i="1" dirty="0" smtClean="0"/>
              <a:t>h = </a:t>
            </a:r>
            <a:r>
              <a:rPr lang="en-AU" dirty="0" smtClean="0"/>
              <a:t>H(</a:t>
            </a:r>
            <a:r>
              <a:rPr lang="en-AU" i="1" dirty="0" smtClean="0"/>
              <a:t>M</a:t>
            </a:r>
            <a:r>
              <a:rPr lang="en-AU" dirty="0" smtClean="0"/>
              <a:t>)</a:t>
            </a:r>
          </a:p>
          <a:p>
            <a:pPr lvl="1"/>
            <a:r>
              <a:rPr lang="en-AU" dirty="0" smtClean="0"/>
              <a:t>Principal object is data integrity</a:t>
            </a:r>
          </a:p>
          <a:p>
            <a:r>
              <a:rPr lang="en-AU" dirty="0" smtClean="0"/>
              <a:t>Cryptographic hash function</a:t>
            </a:r>
          </a:p>
          <a:p>
            <a:pPr lvl="1"/>
            <a:r>
              <a:rPr lang="en-AU" dirty="0" smtClean="0"/>
              <a:t>An algorithm for which it is computationally infeasible to find either: </a:t>
            </a:r>
          </a:p>
          <a:p>
            <a:pPr lvl="2">
              <a:lnSpc>
                <a:spcPct val="120000"/>
              </a:lnSpc>
              <a:buNone/>
            </a:pPr>
            <a:r>
              <a:rPr lang="en-AU" dirty="0" smtClean="0"/>
              <a:t>	(a) a data object that maps to a pre-specified hash result (the one-way property) </a:t>
            </a:r>
          </a:p>
          <a:p>
            <a:pPr lvl="2">
              <a:lnSpc>
                <a:spcPct val="120000"/>
              </a:lnSpc>
              <a:spcBef>
                <a:spcPts val="1800"/>
              </a:spcBef>
              <a:buNone/>
            </a:pPr>
            <a:r>
              <a:rPr lang="en-AU" dirty="0" smtClean="0"/>
              <a:t>	</a:t>
            </a:r>
            <a:r>
              <a:rPr lang="en-AU" sz="2378" dirty="0" smtClean="0"/>
              <a:t>(b) two data objects that map to the same hash result (the collision-free property)</a:t>
            </a:r>
            <a:endParaRPr lang="en-US" sz="2378" dirty="0"/>
          </a:p>
        </p:txBody>
      </p:sp>
      <p:sp>
        <p:nvSpPr>
          <p:cNvPr id="4" name="Footer Placeholder 3"/>
          <p:cNvSpPr>
            <a:spLocks noGrp="1"/>
          </p:cNvSpPr>
          <p:nvPr>
            <p:ph type="ftr" sz="quarter" idx="11"/>
          </p:nvPr>
        </p:nvSpPr>
        <p:spPr>
          <a:xfrm>
            <a:off x="0" y="6492875"/>
            <a:ext cx="5410200" cy="365125"/>
          </a:xfrm>
        </p:spPr>
        <p:txBody>
          <a:bodyPr/>
          <a:lstStyle/>
          <a:p>
            <a:pPr>
              <a:defRPr/>
            </a:pPr>
            <a:r>
              <a:rPr lang="en-US" sz="1000" dirty="0" smtClean="0"/>
              <a:t>© 2017 Pearson Education, Inc., Hoboken, NJ. All rights reserved.  </a:t>
            </a:r>
            <a:endParaRPr lang="en-US" sz="1000" dirty="0"/>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3" name="Footer Placeholder 2"/>
          <p:cNvSpPr>
            <a:spLocks noGrp="1"/>
          </p:cNvSpPr>
          <p:nvPr>
            <p:ph type="ftr" sz="quarter" idx="11"/>
          </p:nvPr>
        </p:nvSpPr>
        <p:spPr>
          <a:xfrm>
            <a:off x="0" y="6492875"/>
            <a:ext cx="5105400" cy="365125"/>
          </a:xfrm>
        </p:spPr>
        <p:txBody>
          <a:bodyPr/>
          <a:lstStyle/>
          <a:p>
            <a:pPr>
              <a:defRPr/>
            </a:pPr>
            <a:r>
              <a:rPr lang="en-US" sz="1000" dirty="0" smtClean="0"/>
              <a:t>© 2017 Pearson Education, Inc., Hoboken, NJ. All rights reserved.  </a:t>
            </a:r>
            <a:endParaRPr lang="en-US" sz="1000" dirty="0"/>
          </a:p>
        </p:txBody>
      </p:sp>
      <p:pic>
        <p:nvPicPr>
          <p:cNvPr id="5" name="Picture 4" descr="f01.pdf"/>
          <p:cNvPicPr>
            <a:picLocks noChangeAspect="1"/>
          </p:cNvPicPr>
          <p:nvPr/>
        </p:nvPicPr>
        <mc:AlternateContent>
          <mc:Choice xmlns:ma="http://schemas.microsoft.com/office/mac/drawingml/2008/main" Requires="ma">
            <p:blipFill>
              <a:blip r:embed="rId3"/>
              <a:srcRect t="10000" b="30909"/>
              <a:stretch>
                <a:fillRect/>
              </a:stretch>
            </p:blipFill>
          </mc:Choice>
          <mc:Fallback>
            <p:blipFill>
              <a:blip r:embed="rId4"/>
              <a:srcRect t="10000" b="30909"/>
              <a:stretch>
                <a:fillRect/>
              </a:stretch>
            </p:blipFill>
          </mc:Fallback>
        </mc:AlternateContent>
        <p:spPr>
          <a:xfrm>
            <a:off x="533400" y="0"/>
            <a:ext cx="8968084" cy="6858000"/>
          </a:xfrm>
          <a:prstGeom prst="rect">
            <a:avLst/>
          </a:prstGeom>
        </p:spPr>
      </p:pic>
    </p:spTree>
  </p:cSld>
  <p:clrMapOvr>
    <a:masterClrMapping/>
  </p:clrMapOvr>
  <p:transition>
    <p:dissolve/>
  </p:transition>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pic>
        <p:nvPicPr>
          <p:cNvPr id="4" name="Picture 3" descr="f2.pdf"/>
          <p:cNvPicPr>
            <a:picLocks noChangeAspect="1"/>
          </p:cNvPicPr>
          <p:nvPr/>
        </p:nvPicPr>
        <mc:AlternateContent>
          <mc:Choice xmlns:ma="http://schemas.microsoft.com/office/mac/drawingml/2008/main" Requires="ma">
            <p:blipFill>
              <a:blip r:embed="rId3"/>
              <a:stretch>
                <a:fillRect/>
              </a:stretch>
            </p:blipFill>
          </mc:Choice>
          <mc:Fallback>
            <p:blipFill>
              <a:blip r:embed="rId4"/>
              <a:stretch>
                <a:fillRect/>
              </a:stretch>
            </p:blipFill>
          </mc:Fallback>
        </mc:AlternateContent>
        <p:spPr>
          <a:xfrm>
            <a:off x="1905000" y="-152401"/>
            <a:ext cx="5486400" cy="7100047"/>
          </a:xfrm>
          <a:prstGeom prst="rect">
            <a:avLst/>
          </a:prstGeom>
        </p:spPr>
      </p:pic>
      <p:sp>
        <p:nvSpPr>
          <p:cNvPr id="3" name="Footer Placeholder 2"/>
          <p:cNvSpPr>
            <a:spLocks noGrp="1"/>
          </p:cNvSpPr>
          <p:nvPr>
            <p:ph type="ftr" sz="quarter" idx="11"/>
          </p:nvPr>
        </p:nvSpPr>
        <p:spPr>
          <a:xfrm>
            <a:off x="0" y="6492875"/>
            <a:ext cx="5114925" cy="365125"/>
          </a:xfrm>
        </p:spPr>
        <p:txBody>
          <a:bodyPr/>
          <a:lstStyle/>
          <a:p>
            <a:pPr>
              <a:defRPr/>
            </a:pPr>
            <a:r>
              <a:rPr lang="en-US" sz="1000" dirty="0" smtClean="0"/>
              <a:t>© 2017 Pearson Education, Inc., Hoboken, NJ. All rights reserved.  </a:t>
            </a:r>
            <a:endParaRPr lang="en-US" sz="1000" dirty="0"/>
          </a:p>
        </p:txBody>
      </p:sp>
    </p:spTree>
  </p:cSld>
  <p:clrMapOvr>
    <a:masterClrMapping/>
  </p:clrMapOvr>
  <p:transition spd="med">
    <p:wedge/>
  </p:transition>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pic>
        <p:nvPicPr>
          <p:cNvPr id="4" name="Picture 3" descr="f3.pdf"/>
          <p:cNvPicPr>
            <a:picLocks noChangeAspect="1"/>
          </p:cNvPicPr>
          <p:nvPr/>
        </p:nvPicPr>
        <mc:AlternateContent>
          <mc:Choice xmlns:ma="http://schemas.microsoft.com/office/mac/drawingml/2008/main" Requires="ma">
            <p:blipFill>
              <a:blip r:embed="rId3"/>
              <a:srcRect t="8182" b="1818"/>
              <a:stretch>
                <a:fillRect/>
              </a:stretch>
            </p:blipFill>
          </mc:Choice>
          <mc:Fallback>
            <p:blipFill>
              <a:blip r:embed="rId4"/>
              <a:srcRect t="8182" b="1818"/>
              <a:stretch>
                <a:fillRect/>
              </a:stretch>
            </p:blipFill>
          </mc:Fallback>
        </mc:AlternateContent>
        <p:spPr>
          <a:xfrm>
            <a:off x="1600200" y="-161727"/>
            <a:ext cx="6027024" cy="7019727"/>
          </a:xfrm>
          <a:prstGeom prst="rect">
            <a:avLst/>
          </a:prstGeom>
        </p:spPr>
      </p:pic>
      <p:sp>
        <p:nvSpPr>
          <p:cNvPr id="3" name="Footer Placeholder 2"/>
          <p:cNvSpPr>
            <a:spLocks noGrp="1"/>
          </p:cNvSpPr>
          <p:nvPr>
            <p:ph type="ftr" sz="quarter" idx="11"/>
          </p:nvPr>
        </p:nvSpPr>
        <p:spPr>
          <a:xfrm>
            <a:off x="0" y="6492875"/>
            <a:ext cx="5943600" cy="365125"/>
          </a:xfrm>
        </p:spPr>
        <p:txBody>
          <a:bodyPr/>
          <a:lstStyle/>
          <a:p>
            <a:pPr>
              <a:defRPr/>
            </a:pPr>
            <a:r>
              <a:rPr lang="en-US" sz="1000" dirty="0" smtClean="0"/>
              <a:t>© 2017 Pearson Education, Inc., Hoboken, NJ. All rights reserved.  </a:t>
            </a:r>
            <a:endParaRPr lang="en-US" sz="1000" dirty="0"/>
          </a:p>
        </p:txBody>
      </p:sp>
    </p:spTree>
  </p:cSld>
  <p:clrMapOvr>
    <a:masterClrMapping/>
  </p:clrMapOvr>
  <p:transition>
    <p:dissolve/>
  </p:transition>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4" name="Title 3"/>
          <p:cNvSpPr>
            <a:spLocks noGrp="1"/>
          </p:cNvSpPr>
          <p:nvPr>
            <p:ph type="title"/>
          </p:nvPr>
        </p:nvSpPr>
        <p:spPr>
          <a:xfrm>
            <a:off x="0" y="39688"/>
            <a:ext cx="9143999" cy="1412875"/>
          </a:xfrm>
        </p:spPr>
        <p:txBody>
          <a:bodyPr/>
          <a:lstStyle/>
          <a:p>
            <a:r>
              <a:rPr lang="en-US" dirty="0" smtClean="0"/>
              <a:t>Message Authentication Code (MAC)</a:t>
            </a:r>
            <a:endParaRPr lang="en-US" dirty="0"/>
          </a:p>
        </p:txBody>
      </p:sp>
      <p:sp>
        <p:nvSpPr>
          <p:cNvPr id="5" name="Content Placeholder 4"/>
          <p:cNvSpPr>
            <a:spLocks noGrp="1"/>
          </p:cNvSpPr>
          <p:nvPr>
            <p:ph idx="1"/>
          </p:nvPr>
        </p:nvSpPr>
        <p:spPr>
          <a:xfrm>
            <a:off x="792163" y="1762125"/>
            <a:ext cx="7570787" cy="1743075"/>
          </a:xfrm>
        </p:spPr>
        <p:txBody>
          <a:bodyPr>
            <a:normAutofit fontScale="92500" lnSpcReduction="20000"/>
          </a:bodyPr>
          <a:lstStyle/>
          <a:p>
            <a:r>
              <a:rPr lang="en-US" dirty="0" smtClean="0"/>
              <a:t>Also known as a </a:t>
            </a:r>
            <a:r>
              <a:rPr lang="en-US" i="1" dirty="0" smtClean="0"/>
              <a:t>keyed hash function</a:t>
            </a:r>
            <a:endParaRPr lang="en-US" dirty="0" smtClean="0"/>
          </a:p>
          <a:p>
            <a:r>
              <a:rPr lang="en-US" dirty="0" smtClean="0"/>
              <a:t>Typically used between two parties that share a secret key to authenticate information exchanged between those parties</a:t>
            </a:r>
          </a:p>
        </p:txBody>
      </p:sp>
      <p:graphicFrame>
        <p:nvGraphicFramePr>
          <p:cNvPr id="6" name="Diagram 5"/>
          <p:cNvGraphicFramePr/>
          <p:nvPr/>
        </p:nvGraphicFramePr>
        <p:xfrm>
          <a:off x="1219200" y="3657600"/>
          <a:ext cx="6781800" cy="3022600"/>
        </p:xfrm>
        <a:graphic>
          <a:graphicData uri="http://schemas.openxmlformats.org/drawingml/2006/diagram">
            <a:relIds xmlns:dgm="http://schemas.openxmlformats.org/drawingml/2006/diagram" xmlns:r="http://schemas.openxmlformats.org/officeDocument/2006/relationships" r:dm="rId3" r:lo="rId4" r:qs="rId5" r:cs="rId6"/>
          </a:graphicData>
        </a:graphic>
      </p:graphicFrame>
      <p:sp>
        <p:nvSpPr>
          <p:cNvPr id="7" name="Footer Placeholder 6"/>
          <p:cNvSpPr>
            <a:spLocks noGrp="1"/>
          </p:cNvSpPr>
          <p:nvPr>
            <p:ph type="ftr" sz="quarter" idx="11"/>
          </p:nvPr>
        </p:nvSpPr>
        <p:spPr>
          <a:xfrm>
            <a:off x="0" y="6492875"/>
            <a:ext cx="6096000" cy="365125"/>
          </a:xfrm>
        </p:spPr>
        <p:txBody>
          <a:bodyPr/>
          <a:lstStyle/>
          <a:p>
            <a:pPr>
              <a:defRPr/>
            </a:pPr>
            <a:r>
              <a:rPr lang="en-US" sz="1000" dirty="0" smtClean="0"/>
              <a:t>© 2017 Pearson Education, Inc., Hoboken, NJ. All rights reserved.  </a:t>
            </a:r>
            <a:endParaRPr lang="en-US" sz="1000" dirty="0"/>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smtClean="0"/>
              <a:t>Digital Signature</a:t>
            </a:r>
            <a:endParaRPr lang="en-US" dirty="0"/>
          </a:p>
        </p:txBody>
      </p:sp>
      <p:sp>
        <p:nvSpPr>
          <p:cNvPr id="5" name="Content Placeholder 4"/>
          <p:cNvSpPr>
            <a:spLocks noGrp="1"/>
          </p:cNvSpPr>
          <p:nvPr>
            <p:ph idx="1"/>
          </p:nvPr>
        </p:nvSpPr>
        <p:spPr>
          <a:xfrm>
            <a:off x="792163" y="1762125"/>
            <a:ext cx="7570787" cy="4562475"/>
          </a:xfrm>
        </p:spPr>
        <p:txBody>
          <a:bodyPr>
            <a:normAutofit fontScale="92500" lnSpcReduction="10000"/>
          </a:bodyPr>
          <a:lstStyle/>
          <a:p>
            <a:r>
              <a:rPr lang="en-US" dirty="0" smtClean="0"/>
              <a:t>Operation is similar to that of the MAC</a:t>
            </a:r>
          </a:p>
          <a:p>
            <a:r>
              <a:rPr lang="en-US" dirty="0" smtClean="0"/>
              <a:t>The hash value of a message is encrypted with a user’s private key</a:t>
            </a:r>
          </a:p>
          <a:p>
            <a:r>
              <a:rPr lang="en-US" dirty="0" smtClean="0"/>
              <a:t>Anyone who knows the user’s public key can verify the integrity of the message</a:t>
            </a:r>
          </a:p>
          <a:p>
            <a:r>
              <a:rPr lang="en-US" dirty="0" smtClean="0"/>
              <a:t>An attacker who wishes to alter the message would need to know the user’s private key</a:t>
            </a:r>
          </a:p>
          <a:p>
            <a:r>
              <a:rPr lang="en-US" dirty="0" smtClean="0"/>
              <a:t>Implications of digital signatures go beyond just message authentication</a:t>
            </a:r>
            <a:endParaRPr lang="en-US" dirty="0"/>
          </a:p>
        </p:txBody>
      </p:sp>
      <p:sp>
        <p:nvSpPr>
          <p:cNvPr id="6" name="Footer Placeholder 5"/>
          <p:cNvSpPr>
            <a:spLocks noGrp="1"/>
          </p:cNvSpPr>
          <p:nvPr>
            <p:ph type="ftr" sz="quarter" idx="11"/>
          </p:nvPr>
        </p:nvSpPr>
        <p:spPr>
          <a:xfrm>
            <a:off x="0" y="6492875"/>
            <a:ext cx="6019800" cy="365125"/>
          </a:xfrm>
        </p:spPr>
        <p:txBody>
          <a:bodyPr/>
          <a:lstStyle/>
          <a:p>
            <a:pPr>
              <a:defRPr/>
            </a:pPr>
            <a:r>
              <a:rPr lang="en-US" sz="1000" dirty="0" smtClean="0"/>
              <a:t>© 2017 Pearson Education, Inc., Hoboken, NJ. All rights reserved.  </a:t>
            </a:r>
            <a:endParaRPr lang="en-US" sz="1000" dirty="0"/>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pic>
        <p:nvPicPr>
          <p:cNvPr id="4" name="Picture 3" descr="f4.pdf"/>
          <p:cNvPicPr>
            <a:picLocks noChangeAspect="1"/>
          </p:cNvPicPr>
          <p:nvPr/>
        </p:nvPicPr>
        <mc:AlternateContent>
          <mc:Choice xmlns:ma="http://schemas.microsoft.com/office/mac/drawingml/2008/main" Requires="ma">
            <p:blipFill>
              <a:blip r:embed="rId3"/>
              <a:srcRect t="80000" b="12727"/>
              <a:stretch>
                <a:fillRect/>
              </a:stretch>
            </p:blipFill>
          </mc:Choice>
          <mc:Fallback>
            <p:blipFill>
              <a:blip r:embed="rId4"/>
              <a:srcRect t="80000" b="12727"/>
              <a:stretch>
                <a:fillRect/>
              </a:stretch>
            </p:blipFill>
          </mc:Fallback>
        </mc:AlternateContent>
        <p:spPr>
          <a:xfrm>
            <a:off x="609600" y="5943600"/>
            <a:ext cx="7867292" cy="740532"/>
          </a:xfrm>
          <a:prstGeom prst="rect">
            <a:avLst/>
          </a:prstGeom>
        </p:spPr>
      </p:pic>
      <p:sp>
        <p:nvSpPr>
          <p:cNvPr id="3" name="Footer Placeholder 2"/>
          <p:cNvSpPr>
            <a:spLocks noGrp="1"/>
          </p:cNvSpPr>
          <p:nvPr>
            <p:ph type="ftr" sz="quarter" idx="11"/>
          </p:nvPr>
        </p:nvSpPr>
        <p:spPr>
          <a:xfrm>
            <a:off x="0" y="6492875"/>
            <a:ext cx="6324600" cy="365125"/>
          </a:xfrm>
        </p:spPr>
        <p:txBody>
          <a:bodyPr/>
          <a:lstStyle/>
          <a:p>
            <a:pPr>
              <a:defRPr/>
            </a:pPr>
            <a:r>
              <a:rPr lang="en-US" sz="1000" dirty="0" smtClean="0"/>
              <a:t>© 2017 Pearson Education, Inc., Hoboken, NJ. All rights reserved.  </a:t>
            </a:r>
            <a:endParaRPr lang="en-US" sz="1000" dirty="0"/>
          </a:p>
        </p:txBody>
      </p:sp>
      <p:pic>
        <p:nvPicPr>
          <p:cNvPr id="5" name="Picture 4" descr="f04.pdf"/>
          <p:cNvPicPr>
            <a:picLocks noChangeAspect="1"/>
          </p:cNvPicPr>
          <p:nvPr/>
        </p:nvPicPr>
        <mc:AlternateContent>
          <mc:Choice xmlns:ma="http://schemas.microsoft.com/office/mac/drawingml/2008/main" Requires="ma">
            <p:blipFill>
              <a:blip r:embed="rId5"/>
              <a:srcRect t="20000" b="32727"/>
              <a:stretch>
                <a:fillRect/>
              </a:stretch>
            </p:blipFill>
          </mc:Choice>
          <mc:Fallback>
            <p:blipFill>
              <a:blip r:embed="rId6"/>
              <a:srcRect t="20000" b="32727"/>
              <a:stretch>
                <a:fillRect/>
              </a:stretch>
            </p:blipFill>
          </mc:Fallback>
        </mc:AlternateContent>
        <p:spPr>
          <a:xfrm>
            <a:off x="-152400" y="0"/>
            <a:ext cx="9601200" cy="5873709"/>
          </a:xfrm>
          <a:prstGeom prst="rect">
            <a:avLst/>
          </a:prstGeom>
        </p:spPr>
      </p:pic>
    </p:spTree>
  </p:cSld>
  <p:clrMapOvr>
    <a:masterClrMapping/>
  </p:clrMapOvr>
  <p:transition>
    <p:dissolve/>
  </p:transition>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 name="Title 1"/>
          <p:cNvSpPr>
            <a:spLocks noGrp="1"/>
          </p:cNvSpPr>
          <p:nvPr>
            <p:ph type="title"/>
          </p:nvPr>
        </p:nvSpPr>
        <p:spPr>
          <a:xfrm>
            <a:off x="0" y="39688"/>
            <a:ext cx="9143999" cy="1412875"/>
          </a:xfrm>
        </p:spPr>
        <p:txBody>
          <a:bodyPr/>
          <a:lstStyle/>
          <a:p>
            <a:r>
              <a:rPr lang="en-US" dirty="0" smtClean="0"/>
              <a:t>Other Hash Function Uses</a:t>
            </a:r>
          </a:p>
        </p:txBody>
      </p:sp>
      <p:graphicFrame>
        <p:nvGraphicFramePr>
          <p:cNvPr id="4" name="Content Placeholder 3"/>
          <p:cNvGraphicFramePr>
            <a:graphicFrameLocks noGrp="1"/>
          </p:cNvGraphicFramePr>
          <p:nvPr>
            <p:ph idx="1"/>
          </p:nvPr>
        </p:nvGraphicFramePr>
        <p:xfrm>
          <a:off x="381001" y="1762125"/>
          <a:ext cx="8458200" cy="4867275"/>
        </p:xfrm>
        <a:graphic>
          <a:graphicData uri="http://schemas.openxmlformats.org/drawingml/2006/diagram">
            <a:relIds xmlns:dgm="http://schemas.openxmlformats.org/drawingml/2006/diagram" xmlns:r="http://schemas.openxmlformats.org/officeDocument/2006/relationships" r:dm="rId3" r:lo="rId4" r:qs="rId5" r:cs="rId6"/>
          </a:graphicData>
        </a:graphic>
      </p:graphicFrame>
      <p:sp>
        <p:nvSpPr>
          <p:cNvPr id="5" name="Footer Placeholder 4"/>
          <p:cNvSpPr>
            <a:spLocks noGrp="1"/>
          </p:cNvSpPr>
          <p:nvPr>
            <p:ph type="ftr" sz="quarter" idx="11"/>
          </p:nvPr>
        </p:nvSpPr>
        <p:spPr>
          <a:xfrm>
            <a:off x="0" y="6492875"/>
            <a:ext cx="6019800" cy="365125"/>
          </a:xfrm>
        </p:spPr>
        <p:txBody>
          <a:bodyPr/>
          <a:lstStyle/>
          <a:p>
            <a:pPr>
              <a:defRPr/>
            </a:pPr>
            <a:r>
              <a:rPr lang="en-US" sz="1000" dirty="0" smtClean="0"/>
              <a:t>© 2017 Pearson Education, Inc., Hoboken, NJ. All rights reserved.  </a:t>
            </a:r>
            <a:endParaRPr lang="en-US" sz="1000" dirty="0"/>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 name="Title 1"/>
          <p:cNvSpPr>
            <a:spLocks noGrp="1"/>
          </p:cNvSpPr>
          <p:nvPr>
            <p:ph type="title"/>
          </p:nvPr>
        </p:nvSpPr>
        <p:spPr>
          <a:xfrm>
            <a:off x="0" y="39688"/>
            <a:ext cx="9143999" cy="1412875"/>
          </a:xfrm>
        </p:spPr>
        <p:txBody>
          <a:bodyPr/>
          <a:lstStyle/>
          <a:p>
            <a:r>
              <a:rPr lang="en-US" dirty="0" smtClean="0"/>
              <a:t>Two Simple Hash Functions</a:t>
            </a:r>
          </a:p>
        </p:txBody>
      </p:sp>
      <p:sp>
        <p:nvSpPr>
          <p:cNvPr id="3" name="Content Placeholder 2"/>
          <p:cNvSpPr>
            <a:spLocks noGrp="1"/>
          </p:cNvSpPr>
          <p:nvPr>
            <p:ph idx="1"/>
          </p:nvPr>
        </p:nvSpPr>
        <p:spPr>
          <a:xfrm>
            <a:off x="685801" y="1762125"/>
            <a:ext cx="7848600" cy="4791075"/>
          </a:xfrm>
        </p:spPr>
        <p:txBody>
          <a:bodyPr>
            <a:normAutofit fontScale="77500" lnSpcReduction="20000"/>
          </a:bodyPr>
          <a:lstStyle/>
          <a:p>
            <a:r>
              <a:rPr lang="en-US" dirty="0" smtClean="0"/>
              <a:t>Consider two simple insecure hash functions that operate using the following general principles:</a:t>
            </a:r>
          </a:p>
          <a:p>
            <a:pPr lvl="1"/>
            <a:r>
              <a:rPr lang="en-US" dirty="0" smtClean="0"/>
              <a:t>The input is viewed as a sequence of </a:t>
            </a:r>
            <a:r>
              <a:rPr lang="en-US" i="1" dirty="0" smtClean="0"/>
              <a:t>n-</a:t>
            </a:r>
            <a:r>
              <a:rPr lang="en-US" dirty="0" smtClean="0"/>
              <a:t>bit blocks</a:t>
            </a:r>
          </a:p>
          <a:p>
            <a:pPr lvl="1"/>
            <a:r>
              <a:rPr lang="en-US" dirty="0" smtClean="0"/>
              <a:t>The input is processed one block at a time in an iterative fashion to produce an </a:t>
            </a:r>
            <a:r>
              <a:rPr lang="en-US" i="1" dirty="0" smtClean="0"/>
              <a:t>n-</a:t>
            </a:r>
            <a:r>
              <a:rPr lang="en-US" dirty="0" smtClean="0"/>
              <a:t>bit hash function</a:t>
            </a:r>
          </a:p>
          <a:p>
            <a:r>
              <a:rPr lang="en-US" dirty="0" smtClean="0"/>
              <a:t>Bit-by-bit exclusive-OR (XOR) of every block</a:t>
            </a:r>
          </a:p>
          <a:p>
            <a:pPr lvl="1"/>
            <a:r>
              <a:rPr lang="en-US" i="1" dirty="0" smtClean="0"/>
              <a:t>C</a:t>
            </a:r>
            <a:r>
              <a:rPr lang="en-US" i="1" baseline="-25000" dirty="0" smtClean="0"/>
              <a:t>i</a:t>
            </a:r>
            <a:r>
              <a:rPr lang="en-US" i="1" dirty="0" smtClean="0"/>
              <a:t> = b</a:t>
            </a:r>
            <a:r>
              <a:rPr lang="en-US" sz="2581" i="1" baseline="-25000" dirty="0" smtClean="0"/>
              <a:t>i1</a:t>
            </a:r>
            <a:r>
              <a:rPr lang="en-US" i="1" dirty="0" smtClean="0"/>
              <a:t> xor b</a:t>
            </a:r>
            <a:r>
              <a:rPr lang="en-US" sz="2581" i="1" baseline="-25000" dirty="0" smtClean="0"/>
              <a:t>i2</a:t>
            </a:r>
            <a:r>
              <a:rPr lang="en-US" i="1" dirty="0" smtClean="0"/>
              <a:t> xor . . . xor b</a:t>
            </a:r>
            <a:r>
              <a:rPr lang="en-US" sz="2581" i="1" baseline="-25000" dirty="0" smtClean="0"/>
              <a:t>im</a:t>
            </a:r>
            <a:r>
              <a:rPr lang="en-US" i="1" dirty="0" smtClean="0"/>
              <a:t> </a:t>
            </a:r>
          </a:p>
          <a:p>
            <a:pPr lvl="1"/>
            <a:r>
              <a:rPr lang="en-US" dirty="0" smtClean="0"/>
              <a:t>Produces a simple parity for each bit position and is known as a longitudinal redundancy check</a:t>
            </a:r>
          </a:p>
          <a:p>
            <a:pPr lvl="1"/>
            <a:r>
              <a:rPr lang="en-US" dirty="0" smtClean="0"/>
              <a:t>Reasonably effective for random data as a data integrity check</a:t>
            </a:r>
          </a:p>
          <a:p>
            <a:r>
              <a:rPr lang="en-US" dirty="0" smtClean="0"/>
              <a:t>Perform a one-bit circular shift on the hash value after each block is processed</a:t>
            </a:r>
          </a:p>
          <a:p>
            <a:pPr lvl="1"/>
            <a:r>
              <a:rPr lang="en-US" dirty="0" smtClean="0"/>
              <a:t>Has the effect of randomizing the input more completely and overcoming any regularities that appear in the input</a:t>
            </a:r>
          </a:p>
        </p:txBody>
      </p:sp>
      <p:sp>
        <p:nvSpPr>
          <p:cNvPr id="4" name="Footer Placeholder 3"/>
          <p:cNvSpPr>
            <a:spLocks noGrp="1"/>
          </p:cNvSpPr>
          <p:nvPr>
            <p:ph type="ftr" sz="quarter" idx="11"/>
          </p:nvPr>
        </p:nvSpPr>
        <p:spPr>
          <a:xfrm>
            <a:off x="0" y="6492875"/>
            <a:ext cx="5486400" cy="365125"/>
          </a:xfrm>
        </p:spPr>
        <p:txBody>
          <a:bodyPr/>
          <a:lstStyle/>
          <a:p>
            <a:pPr>
              <a:defRPr/>
            </a:pPr>
            <a:r>
              <a:rPr lang="en-US" sz="1000" dirty="0" smtClean="0"/>
              <a:t>© 2017 Pearson Education, Inc., Hoboken, NJ. All rights reserved.  </a:t>
            </a:r>
            <a:endParaRPr lang="en-US" sz="1000" dirty="0"/>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pic>
        <p:nvPicPr>
          <p:cNvPr id="5" name="Picture 4" descr="f5.pdf"/>
          <p:cNvPicPr>
            <a:picLocks noChangeAspect="1"/>
          </p:cNvPicPr>
          <p:nvPr/>
        </p:nvPicPr>
        <mc:AlternateContent>
          <mc:Choice xmlns:ma="http://schemas.microsoft.com/office/mac/drawingml/2008/main" Requires="ma">
            <p:blipFill>
              <a:blip r:embed="rId3"/>
              <a:srcRect t="8182" b="7273"/>
              <a:stretch>
                <a:fillRect/>
              </a:stretch>
            </p:blipFill>
          </mc:Choice>
          <mc:Fallback>
            <p:blipFill>
              <a:blip r:embed="rId4"/>
              <a:srcRect t="8182" b="7273"/>
              <a:stretch>
                <a:fillRect/>
              </a:stretch>
            </p:blipFill>
          </mc:Fallback>
        </mc:AlternateContent>
        <p:spPr>
          <a:xfrm>
            <a:off x="1600200" y="0"/>
            <a:ext cx="6096000" cy="6669693"/>
          </a:xfrm>
          <a:prstGeom prst="rect">
            <a:avLst/>
          </a:prstGeom>
        </p:spPr>
      </p:pic>
      <p:sp>
        <p:nvSpPr>
          <p:cNvPr id="6" name="Title 1"/>
          <p:cNvSpPr txBox="1">
            <a:spLocks/>
          </p:cNvSpPr>
          <p:nvPr/>
        </p:nvSpPr>
        <p:spPr bwMode="auto">
          <a:xfrm>
            <a:off x="-152400" y="0"/>
            <a:ext cx="4267200" cy="3998912"/>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marL="0" marR="0" lvl="0" indent="0" algn="ctr" defTabSz="914400" rtl="0" eaLnBrk="1" fontAlgn="base" latinLnBrk="0" hangingPunct="1">
              <a:lnSpc>
                <a:spcPts val="6000"/>
              </a:lnSpc>
              <a:spcBef>
                <a:spcPct val="0"/>
              </a:spcBef>
              <a:spcAft>
                <a:spcPct val="0"/>
              </a:spcAft>
              <a:buClrTx/>
              <a:buSzTx/>
              <a:buFontTx/>
              <a:buNone/>
              <a:tabLst/>
              <a:defRPr/>
            </a:pPr>
            <a:r>
              <a:rPr kumimoji="0" lang="en-US" sz="5400" b="0" i="0" u="none" strike="noStrike" kern="1200" cap="none" spc="0" normalizeH="0" baseline="0" noProof="0" dirty="0" smtClean="0">
                <a:ln>
                  <a:noFill/>
                </a:ln>
                <a:solidFill>
                  <a:schemeClr val="tx2"/>
                </a:solidFill>
                <a:effectLst/>
                <a:uLnTx/>
                <a:uFillTx/>
                <a:latin typeface="+mn-lt"/>
                <a:ea typeface="ＭＳ Ｐゴシック" pitchFamily="-84" charset="-128"/>
                <a:cs typeface="ＭＳ Ｐゴシック" pitchFamily="-84" charset="-128"/>
              </a:rPr>
              <a:t>Two </a:t>
            </a:r>
          </a:p>
          <a:p>
            <a:pPr marL="0" marR="0" lvl="0" indent="0" algn="ctr" defTabSz="914400" rtl="0" eaLnBrk="1" fontAlgn="base" latinLnBrk="0" hangingPunct="1">
              <a:lnSpc>
                <a:spcPts val="6000"/>
              </a:lnSpc>
              <a:spcBef>
                <a:spcPct val="0"/>
              </a:spcBef>
              <a:spcAft>
                <a:spcPct val="0"/>
              </a:spcAft>
              <a:buClrTx/>
              <a:buSzTx/>
              <a:buFontTx/>
              <a:buNone/>
              <a:tabLst/>
              <a:defRPr/>
            </a:pPr>
            <a:r>
              <a:rPr kumimoji="0" lang="en-US" sz="5400" b="0" i="0" u="none" strike="noStrike" kern="1200" cap="none" spc="0" normalizeH="0" baseline="0" noProof="0" dirty="0" smtClean="0">
                <a:ln>
                  <a:noFill/>
                </a:ln>
                <a:solidFill>
                  <a:schemeClr val="tx2"/>
                </a:solidFill>
                <a:effectLst/>
                <a:uLnTx/>
                <a:uFillTx/>
                <a:latin typeface="+mn-lt"/>
                <a:ea typeface="ＭＳ Ｐゴシック" pitchFamily="-84" charset="-128"/>
                <a:cs typeface="ＭＳ Ｐゴシック" pitchFamily="-84" charset="-128"/>
              </a:rPr>
              <a:t>Simple </a:t>
            </a:r>
          </a:p>
          <a:p>
            <a:pPr marL="0" marR="0" lvl="0" indent="0" algn="ctr" defTabSz="914400" rtl="0" eaLnBrk="1" fontAlgn="base" latinLnBrk="0" hangingPunct="1">
              <a:lnSpc>
                <a:spcPts val="6000"/>
              </a:lnSpc>
              <a:spcBef>
                <a:spcPct val="0"/>
              </a:spcBef>
              <a:spcAft>
                <a:spcPct val="0"/>
              </a:spcAft>
              <a:buClrTx/>
              <a:buSzTx/>
              <a:buFontTx/>
              <a:buNone/>
              <a:tabLst/>
              <a:defRPr/>
            </a:pPr>
            <a:r>
              <a:rPr kumimoji="0" lang="en-US" sz="5400" b="0" i="0" u="none" strike="noStrike" kern="1200" cap="none" spc="0" normalizeH="0" baseline="0" noProof="0" dirty="0" smtClean="0">
                <a:ln>
                  <a:noFill/>
                </a:ln>
                <a:solidFill>
                  <a:schemeClr val="tx2"/>
                </a:solidFill>
                <a:effectLst/>
                <a:uLnTx/>
                <a:uFillTx/>
                <a:latin typeface="+mn-lt"/>
                <a:ea typeface="ＭＳ Ｐゴシック" pitchFamily="-84" charset="-128"/>
                <a:cs typeface="ＭＳ Ｐゴシック" pitchFamily="-84" charset="-128"/>
              </a:rPr>
              <a:t>Hash Functions</a:t>
            </a:r>
          </a:p>
        </p:txBody>
      </p:sp>
      <p:sp>
        <p:nvSpPr>
          <p:cNvPr id="4" name="Footer Placeholder 3"/>
          <p:cNvSpPr>
            <a:spLocks noGrp="1"/>
          </p:cNvSpPr>
          <p:nvPr>
            <p:ph type="ftr" sz="quarter" idx="11"/>
          </p:nvPr>
        </p:nvSpPr>
        <p:spPr>
          <a:xfrm>
            <a:off x="0" y="6492875"/>
            <a:ext cx="6324600" cy="365125"/>
          </a:xfrm>
        </p:spPr>
        <p:txBody>
          <a:bodyPr/>
          <a:lstStyle/>
          <a:p>
            <a:pPr>
              <a:defRPr/>
            </a:pPr>
            <a:r>
              <a:rPr lang="en-US" sz="1000" dirty="0" smtClean="0"/>
              <a:t>© 2017 Pearson Education, Inc., Hoboken, NJ. All rights reserved.  </a:t>
            </a:r>
            <a:endParaRPr lang="en-US" sz="1000" dirty="0"/>
          </a:p>
        </p:txBody>
      </p:sp>
    </p:spTree>
  </p:cSld>
  <p:clrMapOvr>
    <a:masterClrMapping/>
  </p:clrMapOvr>
  <p:transition>
    <p:dissolve/>
  </p:transition>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smtClean="0"/>
              <a:t>Requirements and Security</a:t>
            </a:r>
            <a:endParaRPr lang="en-US" dirty="0"/>
          </a:p>
        </p:txBody>
      </p:sp>
      <p:sp>
        <p:nvSpPr>
          <p:cNvPr id="6" name="Text Placeholder 5"/>
          <p:cNvSpPr>
            <a:spLocks noGrp="1"/>
          </p:cNvSpPr>
          <p:nvPr>
            <p:ph type="body" idx="1"/>
          </p:nvPr>
        </p:nvSpPr>
        <p:spPr>
          <a:xfrm>
            <a:off x="762000" y="1676400"/>
            <a:ext cx="3566160" cy="639762"/>
          </a:xfrm>
        </p:spPr>
        <p:txBody>
          <a:bodyPr/>
          <a:lstStyle/>
          <a:p>
            <a:r>
              <a:rPr lang="en-US" dirty="0" smtClean="0">
                <a:ln>
                  <a:solidFill>
                    <a:schemeClr val="accent4">
                      <a:lumMod val="75000"/>
                    </a:schemeClr>
                  </a:solidFill>
                </a:ln>
              </a:rPr>
              <a:t>Preimage </a:t>
            </a:r>
            <a:endParaRPr lang="en-US" dirty="0">
              <a:ln>
                <a:solidFill>
                  <a:schemeClr val="accent4">
                    <a:lumMod val="75000"/>
                  </a:schemeClr>
                </a:solidFill>
              </a:ln>
            </a:endParaRPr>
          </a:p>
        </p:txBody>
      </p:sp>
      <p:sp>
        <p:nvSpPr>
          <p:cNvPr id="7" name="Content Placeholder 6"/>
          <p:cNvSpPr>
            <a:spLocks noGrp="1"/>
          </p:cNvSpPr>
          <p:nvPr>
            <p:ph sz="half" idx="2"/>
          </p:nvPr>
        </p:nvSpPr>
        <p:spPr>
          <a:xfrm>
            <a:off x="777240" y="2362201"/>
            <a:ext cx="3566160" cy="4038599"/>
          </a:xfrm>
        </p:spPr>
        <p:txBody>
          <a:bodyPr>
            <a:normAutofit lnSpcReduction="10000"/>
          </a:bodyPr>
          <a:lstStyle/>
          <a:p>
            <a:r>
              <a:rPr lang="en-US" i="1" dirty="0" smtClean="0"/>
              <a:t>x </a:t>
            </a:r>
            <a:r>
              <a:rPr lang="en-US" dirty="0" smtClean="0"/>
              <a:t>is the preimage of </a:t>
            </a:r>
            <a:r>
              <a:rPr lang="en-US" i="1" dirty="0" smtClean="0"/>
              <a:t>h </a:t>
            </a:r>
            <a:r>
              <a:rPr lang="en-US" dirty="0" smtClean="0"/>
              <a:t>for a hash value </a:t>
            </a:r>
            <a:r>
              <a:rPr lang="en-US" i="1" dirty="0" smtClean="0"/>
              <a:t>h = </a:t>
            </a:r>
            <a:r>
              <a:rPr lang="en-US" dirty="0" smtClean="0"/>
              <a:t>H(</a:t>
            </a:r>
            <a:r>
              <a:rPr lang="en-US" i="1" dirty="0" smtClean="0"/>
              <a:t>x)</a:t>
            </a:r>
          </a:p>
          <a:p>
            <a:r>
              <a:rPr lang="en-US" dirty="0" smtClean="0"/>
              <a:t>Is a data block whose hash function, using the function H, is </a:t>
            </a:r>
            <a:r>
              <a:rPr lang="en-US" i="1" dirty="0" smtClean="0"/>
              <a:t>h</a:t>
            </a:r>
          </a:p>
          <a:p>
            <a:r>
              <a:rPr lang="en-US" dirty="0" smtClean="0"/>
              <a:t>Because H is a many-to-one mapping, for any given hash value </a:t>
            </a:r>
            <a:r>
              <a:rPr lang="en-US" i="1" dirty="0" smtClean="0"/>
              <a:t>h, </a:t>
            </a:r>
            <a:r>
              <a:rPr lang="en-US" dirty="0" smtClean="0"/>
              <a:t>there will in general be multiple preimages</a:t>
            </a:r>
            <a:endParaRPr lang="en-US" dirty="0"/>
          </a:p>
        </p:txBody>
      </p:sp>
      <p:sp>
        <p:nvSpPr>
          <p:cNvPr id="8" name="Text Placeholder 7"/>
          <p:cNvSpPr>
            <a:spLocks noGrp="1"/>
          </p:cNvSpPr>
          <p:nvPr>
            <p:ph type="body" sz="quarter" idx="3"/>
          </p:nvPr>
        </p:nvSpPr>
        <p:spPr/>
        <p:txBody>
          <a:bodyPr/>
          <a:lstStyle/>
          <a:p>
            <a:r>
              <a:rPr lang="en-US" dirty="0" smtClean="0">
                <a:ln>
                  <a:solidFill>
                    <a:schemeClr val="accent4">
                      <a:lumMod val="75000"/>
                    </a:schemeClr>
                  </a:solidFill>
                </a:ln>
              </a:rPr>
              <a:t>Collision </a:t>
            </a:r>
          </a:p>
        </p:txBody>
      </p:sp>
      <p:sp>
        <p:nvSpPr>
          <p:cNvPr id="9" name="Content Placeholder 8"/>
          <p:cNvSpPr>
            <a:spLocks noGrp="1"/>
          </p:cNvSpPr>
          <p:nvPr>
            <p:ph sz="quarter" idx="4"/>
          </p:nvPr>
        </p:nvSpPr>
        <p:spPr>
          <a:xfrm>
            <a:off x="4766048" y="2590799"/>
            <a:ext cx="3566160" cy="3962401"/>
          </a:xfrm>
        </p:spPr>
        <p:txBody>
          <a:bodyPr/>
          <a:lstStyle/>
          <a:p>
            <a:r>
              <a:rPr lang="en-US" dirty="0" smtClean="0"/>
              <a:t>Occurs if we have </a:t>
            </a:r>
            <a:r>
              <a:rPr lang="en-US" i="1" dirty="0" smtClean="0"/>
              <a:t>x ≠ y </a:t>
            </a:r>
            <a:r>
              <a:rPr lang="en-US" dirty="0" smtClean="0"/>
              <a:t>and H(</a:t>
            </a:r>
            <a:r>
              <a:rPr lang="en-US" i="1" dirty="0" smtClean="0"/>
              <a:t>x) = </a:t>
            </a:r>
            <a:r>
              <a:rPr lang="en-US" dirty="0" smtClean="0"/>
              <a:t>H(</a:t>
            </a:r>
            <a:r>
              <a:rPr lang="en-US" i="1" dirty="0" smtClean="0"/>
              <a:t>y)</a:t>
            </a:r>
          </a:p>
          <a:p>
            <a:r>
              <a:rPr lang="en-US" dirty="0" smtClean="0"/>
              <a:t>Because we are using hash functions for data integrity, collisions are clearly undesirable</a:t>
            </a:r>
            <a:endParaRPr lang="en-US" dirty="0"/>
          </a:p>
        </p:txBody>
      </p:sp>
      <p:pic>
        <p:nvPicPr>
          <p:cNvPr id="10" name="Picture 9"/>
          <p:cNvPicPr>
            <a:picLocks noChangeAspect="1"/>
          </p:cNvPicPr>
          <p:nvPr/>
        </p:nvPicPr>
        <p:blipFill>
          <a:blip r:embed="rId3"/>
          <a:stretch>
            <a:fillRect/>
          </a:stretch>
        </p:blipFill>
        <p:spPr>
          <a:xfrm>
            <a:off x="5562600" y="5105400"/>
            <a:ext cx="2043953" cy="1219200"/>
          </a:xfrm>
          <a:prstGeom prst="rect">
            <a:avLst/>
          </a:prstGeom>
        </p:spPr>
      </p:pic>
      <p:sp>
        <p:nvSpPr>
          <p:cNvPr id="11" name="Footer Placeholder 10"/>
          <p:cNvSpPr>
            <a:spLocks noGrp="1"/>
          </p:cNvSpPr>
          <p:nvPr>
            <p:ph type="ftr" sz="quarter" idx="11"/>
          </p:nvPr>
        </p:nvSpPr>
        <p:spPr>
          <a:xfrm>
            <a:off x="0" y="6537325"/>
            <a:ext cx="5638799" cy="320675"/>
          </a:xfrm>
        </p:spPr>
        <p:txBody>
          <a:bodyPr/>
          <a:lstStyle/>
          <a:p>
            <a:pPr>
              <a:defRPr/>
            </a:pPr>
            <a:r>
              <a:rPr lang="en-US" dirty="0" smtClean="0"/>
              <a:t>© 2017 Pearson Education, Inc., Hoboken, NJ. All rights reserved.  </a:t>
            </a:r>
            <a:endParaRPr lang="en-US" dirty="0"/>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62466" name="Rectangle 2"/>
          <p:cNvSpPr>
            <a:spLocks noGrp="1" noChangeArrowheads="1"/>
          </p:cNvSpPr>
          <p:nvPr>
            <p:ph type="title" idx="4294967295"/>
          </p:nvPr>
        </p:nvSpPr>
        <p:spPr>
          <a:xfrm>
            <a:off x="1" y="39688"/>
            <a:ext cx="9144000" cy="1412875"/>
          </a:xfrm>
        </p:spPr>
        <p:txBody>
          <a:bodyPr/>
          <a:lstStyle/>
          <a:p>
            <a:pPr eaLnBrk="1" hangingPunct="1">
              <a:lnSpc>
                <a:spcPts val="4500"/>
              </a:lnSpc>
              <a:defRPr/>
            </a:pPr>
            <a:r>
              <a:rPr lang="en-US" sz="4000" dirty="0" smtClean="0">
                <a:ea typeface="ＭＳ Ｐゴシック" pitchFamily="-107" charset="-128"/>
                <a:cs typeface="ＭＳ Ｐゴシック" pitchFamily="-107" charset="-128"/>
              </a:rPr>
              <a:t>Table 11.1</a:t>
            </a:r>
            <a:br>
              <a:rPr lang="en-US" sz="4000" dirty="0" smtClean="0">
                <a:ea typeface="ＭＳ Ｐゴシック" pitchFamily="-107" charset="-128"/>
                <a:cs typeface="ＭＳ Ｐゴシック" pitchFamily="-107" charset="-128"/>
              </a:rPr>
            </a:br>
            <a:r>
              <a:rPr lang="en-US" sz="2800" dirty="0" smtClean="0">
                <a:ea typeface="ＭＳ Ｐゴシック" pitchFamily="-107" charset="-128"/>
                <a:cs typeface="ＭＳ Ｐゴシック" pitchFamily="-107" charset="-128"/>
              </a:rPr>
              <a:t>Requirements for a Cryptographic Hash Function H</a:t>
            </a:r>
            <a:endParaRPr lang="en-AU" sz="4000" dirty="0" smtClean="0">
              <a:ea typeface="ＭＳ Ｐゴシック" pitchFamily="-107" charset="-128"/>
              <a:cs typeface="ＭＳ Ｐゴシック" pitchFamily="-107" charset="-128"/>
            </a:endParaRPr>
          </a:p>
        </p:txBody>
      </p:sp>
      <p:pic>
        <p:nvPicPr>
          <p:cNvPr id="5" name="Picture 4"/>
          <p:cNvPicPr>
            <a:picLocks noChangeAspect="1"/>
          </p:cNvPicPr>
          <p:nvPr/>
        </p:nvPicPr>
        <mc:AlternateContent>
          <mc:Choice xmlns:ma="http://schemas.microsoft.com/office/mac/drawingml/2008/main" Requires="ma">
            <p:blipFill>
              <a:blip r:embed="rId3"/>
              <a:srcRect b="2628"/>
              <a:stretch>
                <a:fillRect/>
              </a:stretch>
            </p:blipFill>
          </mc:Choice>
          <mc:Fallback>
            <p:blipFill>
              <a:blip r:embed="rId4"/>
              <a:srcRect b="2628"/>
              <a:stretch>
                <a:fillRect/>
              </a:stretch>
            </p:blipFill>
          </mc:Fallback>
        </mc:AlternateContent>
        <p:spPr>
          <a:xfrm>
            <a:off x="176039" y="1689100"/>
            <a:ext cx="8739361" cy="4867758"/>
          </a:xfrm>
          <a:prstGeom prst="rect">
            <a:avLst/>
          </a:prstGeom>
        </p:spPr>
      </p:pic>
      <p:sp>
        <p:nvSpPr>
          <p:cNvPr id="6" name="TextBox 5"/>
          <p:cNvSpPr txBox="1"/>
          <p:nvPr/>
        </p:nvSpPr>
        <p:spPr>
          <a:xfrm>
            <a:off x="5486400" y="6400800"/>
            <a:ext cx="4953000" cy="338554"/>
          </a:xfrm>
          <a:prstGeom prst="rect">
            <a:avLst/>
          </a:prstGeom>
          <a:noFill/>
        </p:spPr>
        <p:txBody>
          <a:bodyPr wrap="square" rtlCol="0">
            <a:spAutoFit/>
          </a:bodyPr>
          <a:lstStyle/>
          <a:p>
            <a:r>
              <a:rPr lang="en-US" sz="1600" dirty="0" smtClean="0"/>
              <a:t>(</a:t>
            </a:r>
            <a:r>
              <a:rPr lang="en-US" sz="1200" dirty="0" smtClean="0"/>
              <a:t>Table can be found on page 323 in textbook.)</a:t>
            </a:r>
            <a:endParaRPr lang="en-US" sz="1200" dirty="0"/>
          </a:p>
        </p:txBody>
      </p:sp>
      <p:sp>
        <p:nvSpPr>
          <p:cNvPr id="7" name="Footer Placeholder 6"/>
          <p:cNvSpPr>
            <a:spLocks noGrp="1"/>
          </p:cNvSpPr>
          <p:nvPr>
            <p:ph type="ftr" sz="quarter" idx="11"/>
          </p:nvPr>
        </p:nvSpPr>
        <p:spPr>
          <a:xfrm>
            <a:off x="0" y="6492875"/>
            <a:ext cx="4648200" cy="365125"/>
          </a:xfrm>
        </p:spPr>
        <p:txBody>
          <a:bodyPr/>
          <a:lstStyle/>
          <a:p>
            <a:pPr>
              <a:defRPr/>
            </a:pPr>
            <a:r>
              <a:rPr lang="en-US" sz="1100" dirty="0" smtClean="0"/>
              <a:t>© 2017 Pearson Education, Inc., Hoboken, NJ. All rights reserved.  </a:t>
            </a:r>
            <a:endParaRPr lang="en-US" sz="1100" dirty="0"/>
          </a:p>
        </p:txBody>
      </p:sp>
    </p:spTree>
  </p:cSld>
  <p:clrMapOvr>
    <a:masterClrMapping/>
  </p:clrMapOvr>
  <p:transition spd="med">
    <p:pull dir="ld"/>
  </p:transition>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pic>
        <p:nvPicPr>
          <p:cNvPr id="2" name="Picture 1" descr="f6.pdf"/>
          <p:cNvPicPr>
            <a:picLocks noChangeAspect="1"/>
          </p:cNvPicPr>
          <p:nvPr/>
        </p:nvPicPr>
        <mc:AlternateContent>
          <mc:Choice xmlns:ma="http://schemas.microsoft.com/office/mac/drawingml/2008/main" Requires="ma">
            <p:blipFill>
              <a:blip r:embed="rId3"/>
              <a:srcRect l="10588" t="25455" r="9412" b="33636"/>
              <a:stretch>
                <a:fillRect/>
              </a:stretch>
            </p:blipFill>
          </mc:Choice>
          <mc:Fallback>
            <p:blipFill>
              <a:blip r:embed="rId4"/>
              <a:srcRect l="10588" t="25455" r="9412" b="33636"/>
              <a:stretch>
                <a:fillRect/>
              </a:stretch>
            </p:blipFill>
          </mc:Fallback>
        </mc:AlternateContent>
        <p:spPr>
          <a:xfrm>
            <a:off x="-152400" y="-304800"/>
            <a:ext cx="9601200" cy="6353703"/>
          </a:xfrm>
          <a:prstGeom prst="rect">
            <a:avLst/>
          </a:prstGeom>
        </p:spPr>
      </p:pic>
      <p:sp>
        <p:nvSpPr>
          <p:cNvPr id="3" name="Footer Placeholder 2"/>
          <p:cNvSpPr>
            <a:spLocks noGrp="1"/>
          </p:cNvSpPr>
          <p:nvPr>
            <p:ph type="ftr" sz="quarter" idx="11"/>
          </p:nvPr>
        </p:nvSpPr>
        <p:spPr>
          <a:xfrm>
            <a:off x="0" y="6492875"/>
            <a:ext cx="5791200" cy="365125"/>
          </a:xfrm>
        </p:spPr>
        <p:txBody>
          <a:bodyPr/>
          <a:lstStyle/>
          <a:p>
            <a:pPr>
              <a:defRPr/>
            </a:pPr>
            <a:r>
              <a:rPr lang="en-US" sz="1000" dirty="0" smtClean="0"/>
              <a:t>© 2017 Pearson Education, Inc., Hoboken, NJ. All rights reserved.  </a:t>
            </a:r>
            <a:endParaRPr lang="en-US" sz="1000" dirty="0"/>
          </a:p>
        </p:txBody>
      </p:sp>
      <p:pic>
        <p:nvPicPr>
          <p:cNvPr id="4" name="Picture 3" descr="f6.pdf"/>
          <p:cNvPicPr>
            <a:picLocks noChangeAspect="1"/>
          </p:cNvPicPr>
          <p:nvPr/>
        </p:nvPicPr>
        <mc:AlternateContent>
          <mc:Choice xmlns:ma="http://schemas.microsoft.com/office/mac/drawingml/2008/main" Requires="ma">
            <p:blipFill>
              <a:blip r:embed="rId3"/>
              <a:srcRect l="10588" t="73182" r="9412" b="21818"/>
              <a:stretch>
                <a:fillRect/>
              </a:stretch>
            </p:blipFill>
          </mc:Choice>
          <mc:Fallback>
            <p:blipFill>
              <a:blip r:embed="rId4"/>
              <a:srcRect l="10588" t="73182" r="9412" b="21818"/>
              <a:stretch>
                <a:fillRect/>
              </a:stretch>
            </p:blipFill>
          </mc:Fallback>
        </mc:AlternateContent>
        <p:spPr>
          <a:xfrm>
            <a:off x="457200" y="5867400"/>
            <a:ext cx="8382000" cy="676546"/>
          </a:xfrm>
          <a:prstGeom prst="rect">
            <a:avLst/>
          </a:prstGeom>
        </p:spPr>
      </p:pic>
    </p:spTree>
  </p:cSld>
  <p:clrMapOvr>
    <a:masterClrMapping/>
  </p:clrMapOvr>
  <p:transition spd="med">
    <p:pull dir="rd"/>
  </p:transition>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pic>
        <p:nvPicPr>
          <p:cNvPr id="2" name="Picture 1"/>
          <p:cNvPicPr>
            <a:picLocks noChangeAspect="1"/>
          </p:cNvPicPr>
          <p:nvPr/>
        </p:nvPicPr>
        <mc:AlternateContent>
          <mc:Choice xmlns:ma="http://schemas.microsoft.com/office/mac/drawingml/2008/main" Requires="ma">
            <p:blipFill>
              <a:blip r:embed="rId3"/>
              <a:stretch>
                <a:fillRect/>
              </a:stretch>
            </p:blipFill>
          </mc:Choice>
          <mc:Fallback>
            <p:blipFill>
              <a:blip r:embed="rId4"/>
              <a:stretch>
                <a:fillRect/>
              </a:stretch>
            </p:blipFill>
          </mc:Fallback>
        </mc:AlternateContent>
        <p:spPr>
          <a:xfrm>
            <a:off x="228600" y="2286000"/>
            <a:ext cx="8654988" cy="3714433"/>
          </a:xfrm>
          <a:prstGeom prst="rect">
            <a:avLst/>
          </a:prstGeom>
        </p:spPr>
      </p:pic>
      <p:sp>
        <p:nvSpPr>
          <p:cNvPr id="3" name="Rectangle 2"/>
          <p:cNvSpPr/>
          <p:nvPr/>
        </p:nvSpPr>
        <p:spPr>
          <a:xfrm>
            <a:off x="228600" y="5943600"/>
            <a:ext cx="8686800" cy="338554"/>
          </a:xfrm>
          <a:prstGeom prst="rect">
            <a:avLst/>
          </a:prstGeom>
        </p:spPr>
        <p:txBody>
          <a:bodyPr wrap="square">
            <a:spAutoFit/>
          </a:bodyPr>
          <a:lstStyle/>
          <a:p>
            <a:r>
              <a:rPr lang="en-US" sz="1600" dirty="0"/>
              <a:t>* Resistance required if attacker is able to mount a chosen message attack</a:t>
            </a:r>
            <a:r>
              <a:rPr lang="en-US" sz="1600" dirty="0" smtClean="0"/>
              <a:t> </a:t>
            </a:r>
            <a:endParaRPr lang="en-US" sz="1600" dirty="0"/>
          </a:p>
        </p:txBody>
      </p:sp>
      <p:sp>
        <p:nvSpPr>
          <p:cNvPr id="4" name="Rectangle 2"/>
          <p:cNvSpPr txBox="1">
            <a:spLocks noChangeArrowheads="1"/>
          </p:cNvSpPr>
          <p:nvPr/>
        </p:nvSpPr>
        <p:spPr bwMode="auto">
          <a:xfrm>
            <a:off x="0" y="381000"/>
            <a:ext cx="9144000" cy="1412875"/>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marL="0" marR="0" lvl="0" indent="0" algn="ctr" defTabSz="914400" rtl="0" eaLnBrk="1" fontAlgn="base" latinLnBrk="0" hangingPunct="1">
              <a:lnSpc>
                <a:spcPts val="4500"/>
              </a:lnSpc>
              <a:spcBef>
                <a:spcPct val="0"/>
              </a:spcBef>
              <a:spcAft>
                <a:spcPct val="0"/>
              </a:spcAft>
              <a:buClrTx/>
              <a:buSzTx/>
              <a:buFontTx/>
              <a:buNone/>
              <a:tabLst/>
              <a:defRPr/>
            </a:pPr>
            <a:r>
              <a:rPr kumimoji="0" lang="en-US" sz="4000" b="0" i="0" u="none" strike="noStrike" kern="1200" cap="none" spc="0" normalizeH="0" baseline="0" noProof="0" dirty="0" smtClean="0">
                <a:ln>
                  <a:noFill/>
                </a:ln>
                <a:solidFill>
                  <a:schemeClr val="tx2"/>
                </a:solidFill>
                <a:effectLst/>
                <a:uLnTx/>
                <a:uFillTx/>
                <a:latin typeface="+mn-lt"/>
                <a:ea typeface="ＭＳ Ｐゴシック" pitchFamily="-107" charset="-128"/>
                <a:cs typeface="ＭＳ Ｐゴシック" pitchFamily="-107" charset="-128"/>
              </a:rPr>
              <a:t>Table 11.2</a:t>
            </a:r>
            <a:br>
              <a:rPr kumimoji="0" lang="en-US" sz="4000" b="0" i="0" u="none" strike="noStrike" kern="1200" cap="none" spc="0" normalizeH="0" baseline="0" noProof="0" dirty="0" smtClean="0">
                <a:ln>
                  <a:noFill/>
                </a:ln>
                <a:solidFill>
                  <a:schemeClr val="tx2"/>
                </a:solidFill>
                <a:effectLst/>
                <a:uLnTx/>
                <a:uFillTx/>
                <a:latin typeface="+mn-lt"/>
                <a:ea typeface="ＭＳ Ｐゴシック" pitchFamily="-107" charset="-128"/>
                <a:cs typeface="ＭＳ Ｐゴシック" pitchFamily="-107" charset="-128"/>
              </a:rPr>
            </a:br>
            <a:r>
              <a:rPr kumimoji="0" lang="en-US" sz="2800" b="0" i="0" u="none" strike="noStrike" kern="1200" cap="none" spc="0" normalizeH="0" baseline="0" noProof="0" dirty="0" smtClean="0">
                <a:ln>
                  <a:noFill/>
                </a:ln>
                <a:solidFill>
                  <a:schemeClr val="tx2"/>
                </a:solidFill>
                <a:effectLst/>
                <a:uLnTx/>
                <a:uFillTx/>
                <a:latin typeface="+mn-lt"/>
                <a:ea typeface="ＭＳ Ｐゴシック" pitchFamily="-107" charset="-128"/>
                <a:cs typeface="ＭＳ Ｐゴシック" pitchFamily="-107" charset="-128"/>
              </a:rPr>
              <a:t>Hash Function Resistance Properties</a:t>
            </a:r>
            <a:r>
              <a:rPr kumimoji="0" lang="en-US" sz="2800" b="0" i="0" u="none" strike="noStrike" kern="1200" cap="none" spc="0" normalizeH="0" noProof="0" dirty="0" smtClean="0">
                <a:ln>
                  <a:noFill/>
                </a:ln>
                <a:solidFill>
                  <a:schemeClr val="tx2"/>
                </a:solidFill>
                <a:effectLst/>
                <a:uLnTx/>
                <a:uFillTx/>
                <a:latin typeface="+mn-lt"/>
                <a:ea typeface="ＭＳ Ｐゴシック" pitchFamily="-107" charset="-128"/>
                <a:cs typeface="ＭＳ Ｐゴシック" pitchFamily="-107" charset="-128"/>
              </a:rPr>
              <a:t> Required for Various Data Integrity Applications</a:t>
            </a:r>
            <a:endParaRPr kumimoji="0" lang="en-AU" sz="4000" b="0" i="0" u="none" strike="noStrike" kern="1200" cap="none" spc="0" normalizeH="0" baseline="0" noProof="0" dirty="0" smtClean="0">
              <a:ln>
                <a:noFill/>
              </a:ln>
              <a:solidFill>
                <a:schemeClr val="tx2"/>
              </a:solidFill>
              <a:effectLst/>
              <a:uLnTx/>
              <a:uFillTx/>
              <a:latin typeface="+mn-lt"/>
              <a:ea typeface="ＭＳ Ｐゴシック" pitchFamily="-107" charset="-128"/>
              <a:cs typeface="ＭＳ Ｐゴシック" pitchFamily="-107" charset="-128"/>
            </a:endParaRPr>
          </a:p>
        </p:txBody>
      </p:sp>
      <p:sp>
        <p:nvSpPr>
          <p:cNvPr id="5" name="Footer Placeholder 4"/>
          <p:cNvSpPr>
            <a:spLocks noGrp="1"/>
          </p:cNvSpPr>
          <p:nvPr>
            <p:ph type="ftr" sz="quarter" idx="11"/>
          </p:nvPr>
        </p:nvSpPr>
        <p:spPr>
          <a:xfrm>
            <a:off x="0" y="6492875"/>
            <a:ext cx="6486525" cy="365125"/>
          </a:xfrm>
        </p:spPr>
        <p:txBody>
          <a:bodyPr/>
          <a:lstStyle/>
          <a:p>
            <a:pPr>
              <a:defRPr/>
            </a:pPr>
            <a:r>
              <a:rPr lang="en-US" sz="1000" dirty="0" smtClean="0"/>
              <a:t>© 2017 Pearson Education, Inc., Hoboken, NJ. All rights reserved.  </a:t>
            </a:r>
            <a:endParaRPr lang="en-US" sz="1000" dirty="0"/>
          </a:p>
        </p:txBody>
      </p:sp>
    </p:spTree>
  </p:cSld>
  <p:clrMapOvr>
    <a:masterClrMapping/>
  </p:clrMapOvr>
  <p:transition spd="med">
    <p:zoom/>
  </p:transition>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 name="Title 1"/>
          <p:cNvSpPr>
            <a:spLocks noGrp="1"/>
          </p:cNvSpPr>
          <p:nvPr>
            <p:ph type="title"/>
          </p:nvPr>
        </p:nvSpPr>
        <p:spPr>
          <a:xfrm>
            <a:off x="0" y="39688"/>
            <a:ext cx="9143999" cy="1412875"/>
          </a:xfrm>
        </p:spPr>
        <p:txBody>
          <a:bodyPr/>
          <a:lstStyle/>
          <a:p>
            <a:r>
              <a:rPr lang="en-US" dirty="0" smtClean="0"/>
              <a:t>Attacks on Hash Functions</a:t>
            </a:r>
          </a:p>
        </p:txBody>
      </p:sp>
      <p:sp>
        <p:nvSpPr>
          <p:cNvPr id="6" name="Text Placeholder 5"/>
          <p:cNvSpPr>
            <a:spLocks noGrp="1"/>
          </p:cNvSpPr>
          <p:nvPr>
            <p:ph type="body" idx="1"/>
          </p:nvPr>
        </p:nvSpPr>
        <p:spPr>
          <a:xfrm>
            <a:off x="762000" y="1752600"/>
            <a:ext cx="3566160" cy="639762"/>
          </a:xfrm>
        </p:spPr>
        <p:txBody>
          <a:bodyPr/>
          <a:lstStyle/>
          <a:p>
            <a:r>
              <a:rPr lang="en-US" dirty="0" smtClean="0">
                <a:ln>
                  <a:solidFill>
                    <a:schemeClr val="accent4">
                      <a:lumMod val="75000"/>
                    </a:schemeClr>
                  </a:solidFill>
                </a:ln>
              </a:rPr>
              <a:t>Brute-Force Attacks</a:t>
            </a:r>
            <a:endParaRPr lang="en-US" dirty="0">
              <a:ln>
                <a:solidFill>
                  <a:schemeClr val="accent4">
                    <a:lumMod val="75000"/>
                  </a:schemeClr>
                </a:solidFill>
              </a:ln>
            </a:endParaRPr>
          </a:p>
        </p:txBody>
      </p:sp>
      <p:sp>
        <p:nvSpPr>
          <p:cNvPr id="3" name="Content Placeholder 2"/>
          <p:cNvSpPr>
            <a:spLocks noGrp="1"/>
          </p:cNvSpPr>
          <p:nvPr>
            <p:ph sz="half" idx="2"/>
          </p:nvPr>
        </p:nvSpPr>
        <p:spPr>
          <a:xfrm>
            <a:off x="762000" y="2438400"/>
            <a:ext cx="3657600" cy="4038600"/>
          </a:xfrm>
        </p:spPr>
        <p:txBody>
          <a:bodyPr>
            <a:normAutofit lnSpcReduction="10000"/>
          </a:bodyPr>
          <a:lstStyle/>
          <a:p>
            <a:r>
              <a:rPr lang="en-US" dirty="0" smtClean="0"/>
              <a:t>Does not depend on the specific algorithm, only depends on bit length</a:t>
            </a:r>
          </a:p>
          <a:p>
            <a:r>
              <a:rPr lang="en-US" dirty="0" smtClean="0"/>
              <a:t>In the case of a hash function, attack depends only on the bit length of the hash value</a:t>
            </a:r>
          </a:p>
          <a:p>
            <a:r>
              <a:rPr lang="en-US" dirty="0" smtClean="0"/>
              <a:t>Method is to pick values at random and try each one until a collision occurs</a:t>
            </a:r>
          </a:p>
        </p:txBody>
      </p:sp>
      <p:sp>
        <p:nvSpPr>
          <p:cNvPr id="7" name="Text Placeholder 6"/>
          <p:cNvSpPr>
            <a:spLocks noGrp="1"/>
          </p:cNvSpPr>
          <p:nvPr>
            <p:ph type="body" sz="quarter" idx="3"/>
          </p:nvPr>
        </p:nvSpPr>
        <p:spPr>
          <a:xfrm>
            <a:off x="4724400" y="1752600"/>
            <a:ext cx="3566160" cy="639762"/>
          </a:xfrm>
        </p:spPr>
        <p:txBody>
          <a:bodyPr/>
          <a:lstStyle/>
          <a:p>
            <a:r>
              <a:rPr lang="en-US" dirty="0" smtClean="0">
                <a:ln>
                  <a:solidFill>
                    <a:schemeClr val="accent4">
                      <a:lumMod val="75000"/>
                    </a:schemeClr>
                  </a:solidFill>
                </a:ln>
              </a:rPr>
              <a:t>Cryptanalysis </a:t>
            </a:r>
          </a:p>
        </p:txBody>
      </p:sp>
      <p:sp>
        <p:nvSpPr>
          <p:cNvPr id="8" name="Content Placeholder 7"/>
          <p:cNvSpPr>
            <a:spLocks noGrp="1"/>
          </p:cNvSpPr>
          <p:nvPr>
            <p:ph sz="quarter" idx="4"/>
          </p:nvPr>
        </p:nvSpPr>
        <p:spPr>
          <a:xfrm>
            <a:off x="4724400" y="2514600"/>
            <a:ext cx="3733800" cy="3733800"/>
          </a:xfrm>
        </p:spPr>
        <p:txBody>
          <a:bodyPr/>
          <a:lstStyle/>
          <a:p>
            <a:r>
              <a:rPr lang="en-US" dirty="0" smtClean="0"/>
              <a:t>An attack based on weaknesses in a particular cryptographic algorithm</a:t>
            </a:r>
          </a:p>
          <a:p>
            <a:r>
              <a:rPr lang="en-US" dirty="0" smtClean="0"/>
              <a:t>Seek to exploit some property of the algorithm to perform some attack other than an exhaustive search</a:t>
            </a:r>
            <a:endParaRPr lang="en-US" dirty="0"/>
          </a:p>
        </p:txBody>
      </p:sp>
      <p:sp>
        <p:nvSpPr>
          <p:cNvPr id="9" name="Footer Placeholder 8"/>
          <p:cNvSpPr>
            <a:spLocks noGrp="1"/>
          </p:cNvSpPr>
          <p:nvPr>
            <p:ph type="ftr" sz="quarter" idx="11"/>
          </p:nvPr>
        </p:nvSpPr>
        <p:spPr>
          <a:xfrm>
            <a:off x="0" y="6492875"/>
            <a:ext cx="7162800" cy="365125"/>
          </a:xfrm>
        </p:spPr>
        <p:txBody>
          <a:bodyPr/>
          <a:lstStyle/>
          <a:p>
            <a:pPr>
              <a:defRPr/>
            </a:pPr>
            <a:r>
              <a:rPr lang="en-US" sz="1100" dirty="0" smtClean="0"/>
              <a:t>© 2017 Pearson Education, Inc., Hoboken, NJ. All rights reserved.  </a:t>
            </a:r>
            <a:endParaRPr lang="en-US" sz="1100" dirty="0"/>
          </a:p>
        </p:txBody>
      </p:sp>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65538" name="Rectangle 2"/>
          <p:cNvSpPr>
            <a:spLocks noGrp="1" noChangeArrowheads="1"/>
          </p:cNvSpPr>
          <p:nvPr>
            <p:ph type="title"/>
          </p:nvPr>
        </p:nvSpPr>
        <p:spPr>
          <a:xfrm>
            <a:off x="1371600" y="0"/>
            <a:ext cx="7570787" cy="1412875"/>
          </a:xfrm>
        </p:spPr>
        <p:txBody>
          <a:bodyPr/>
          <a:lstStyle/>
          <a:p>
            <a:r>
              <a:rPr lang="en-US" dirty="0" smtClean="0"/>
              <a:t>Collision Resistant Attacks</a:t>
            </a:r>
            <a:endParaRPr lang="en-AU" dirty="0"/>
          </a:p>
        </p:txBody>
      </p:sp>
      <p:sp>
        <p:nvSpPr>
          <p:cNvPr id="65539" name="Rectangle 3"/>
          <p:cNvSpPr>
            <a:spLocks noGrp="1" noChangeArrowheads="1"/>
          </p:cNvSpPr>
          <p:nvPr>
            <p:ph idx="1"/>
          </p:nvPr>
        </p:nvSpPr>
        <p:spPr>
          <a:xfrm>
            <a:off x="304800" y="1752600"/>
            <a:ext cx="8458200" cy="5105400"/>
          </a:xfrm>
        </p:spPr>
        <p:txBody>
          <a:bodyPr>
            <a:normAutofit fontScale="62500" lnSpcReduction="20000"/>
          </a:bodyPr>
          <a:lstStyle/>
          <a:p>
            <a:r>
              <a:rPr lang="en-US" dirty="0" smtClean="0"/>
              <a:t>For a collision resistant attack, an adversary wishes to find two messages or data blocks that yield the same hash function</a:t>
            </a:r>
          </a:p>
          <a:p>
            <a:pPr lvl="1"/>
            <a:r>
              <a:rPr lang="en-US" dirty="0" smtClean="0"/>
              <a:t>The effort required is explained by a mathematical result referred to as the </a:t>
            </a:r>
            <a:r>
              <a:rPr lang="en-US" i="1" dirty="0" smtClean="0"/>
              <a:t>birthday paradox</a:t>
            </a:r>
            <a:endParaRPr lang="en-US" dirty="0" smtClean="0"/>
          </a:p>
          <a:p>
            <a:r>
              <a:rPr lang="en-US" dirty="0" smtClean="0"/>
              <a:t>Yuval proposed the following strategy to exploit the birthday paradox in a collision resistant attack:</a:t>
            </a:r>
          </a:p>
          <a:p>
            <a:pPr lvl="1"/>
            <a:r>
              <a:rPr lang="en-US" dirty="0" smtClean="0"/>
              <a:t>The source (A) is prepared to sign a legitimate message </a:t>
            </a:r>
            <a:r>
              <a:rPr lang="en-US" i="1" dirty="0" smtClean="0"/>
              <a:t>x </a:t>
            </a:r>
            <a:r>
              <a:rPr lang="en-US" dirty="0" smtClean="0"/>
              <a:t>by appending the appropriate </a:t>
            </a:r>
            <a:r>
              <a:rPr lang="en-US" i="1" dirty="0" smtClean="0"/>
              <a:t>m-</a:t>
            </a:r>
            <a:r>
              <a:rPr lang="en-US" dirty="0" smtClean="0"/>
              <a:t>bit hash code and encrypting that hash code with A’s private key</a:t>
            </a:r>
          </a:p>
          <a:p>
            <a:pPr lvl="1"/>
            <a:r>
              <a:rPr lang="en-US" dirty="0" smtClean="0"/>
              <a:t>Opponent generates 2</a:t>
            </a:r>
            <a:r>
              <a:rPr lang="en-US" baseline="30000" dirty="0" smtClean="0"/>
              <a:t>m/2 </a:t>
            </a:r>
            <a:r>
              <a:rPr lang="en-US" dirty="0" smtClean="0"/>
              <a:t>variations </a:t>
            </a:r>
            <a:r>
              <a:rPr lang="en-US" i="1" dirty="0" smtClean="0"/>
              <a:t>x’</a:t>
            </a:r>
            <a:r>
              <a:rPr lang="en-US" dirty="0" smtClean="0"/>
              <a:t> of </a:t>
            </a:r>
            <a:r>
              <a:rPr lang="en-US" i="1" dirty="0" smtClean="0"/>
              <a:t>x</a:t>
            </a:r>
            <a:r>
              <a:rPr lang="en-US" dirty="0" smtClean="0"/>
              <a:t>, all with essentially the same meaning, and stores the messages and their hash values</a:t>
            </a:r>
          </a:p>
          <a:p>
            <a:pPr lvl="1"/>
            <a:r>
              <a:rPr lang="en-US" dirty="0" smtClean="0"/>
              <a:t>Opponent prepares a fraudulent message </a:t>
            </a:r>
            <a:r>
              <a:rPr lang="en-US" i="1" dirty="0" smtClean="0"/>
              <a:t>y </a:t>
            </a:r>
            <a:r>
              <a:rPr lang="en-US" dirty="0" smtClean="0"/>
              <a:t>for which A’s signature is desired</a:t>
            </a:r>
          </a:p>
          <a:p>
            <a:pPr lvl="1"/>
            <a:r>
              <a:rPr lang="en-US" dirty="0" smtClean="0"/>
              <a:t>Opponent generates minor variations </a:t>
            </a:r>
            <a:r>
              <a:rPr lang="en-US" dirty="0" err="1" smtClean="0"/>
              <a:t>y</a:t>
            </a:r>
            <a:r>
              <a:rPr lang="en-US" i="1" dirty="0" smtClean="0"/>
              <a:t>’</a:t>
            </a:r>
            <a:r>
              <a:rPr lang="en-US" dirty="0" smtClean="0"/>
              <a:t> of </a:t>
            </a:r>
            <a:r>
              <a:rPr lang="en-US" i="1" dirty="0" err="1" smtClean="0"/>
              <a:t>y</a:t>
            </a:r>
            <a:r>
              <a:rPr lang="en-US" b="1" dirty="0" smtClean="0"/>
              <a:t>, </a:t>
            </a:r>
            <a:r>
              <a:rPr lang="en-US" dirty="0" smtClean="0"/>
              <a:t>all of which convey essentially the same meaning. For each </a:t>
            </a:r>
            <a:r>
              <a:rPr lang="en-US" dirty="0" err="1" smtClean="0"/>
              <a:t>y</a:t>
            </a:r>
            <a:r>
              <a:rPr lang="en-US" i="1" dirty="0" smtClean="0"/>
              <a:t>’</a:t>
            </a:r>
            <a:r>
              <a:rPr lang="en-US" dirty="0" smtClean="0"/>
              <a:t>, the opponent computes H (</a:t>
            </a:r>
            <a:r>
              <a:rPr lang="en-US" dirty="0" err="1" smtClean="0"/>
              <a:t>y</a:t>
            </a:r>
            <a:r>
              <a:rPr lang="en-US" i="1" dirty="0" smtClean="0"/>
              <a:t>’</a:t>
            </a:r>
            <a:r>
              <a:rPr lang="en-US" dirty="0" smtClean="0"/>
              <a:t>), checks for matches with any of the H (</a:t>
            </a:r>
            <a:r>
              <a:rPr lang="en-US" dirty="0" err="1" smtClean="0"/>
              <a:t>x</a:t>
            </a:r>
            <a:r>
              <a:rPr lang="en-US" i="1" dirty="0" smtClean="0"/>
              <a:t>’</a:t>
            </a:r>
            <a:r>
              <a:rPr lang="en-US" dirty="0" smtClean="0"/>
              <a:t>) values, and continues until a match is found. That is, the process continues until a </a:t>
            </a:r>
            <a:r>
              <a:rPr lang="en-US" dirty="0" err="1" smtClean="0"/>
              <a:t>y</a:t>
            </a:r>
            <a:r>
              <a:rPr lang="en-US" i="1" dirty="0" smtClean="0"/>
              <a:t>’</a:t>
            </a:r>
            <a:r>
              <a:rPr lang="en-US" dirty="0" smtClean="0"/>
              <a:t>  is generated with a hash value equal to the hash value of one of the </a:t>
            </a:r>
            <a:r>
              <a:rPr lang="en-US" dirty="0" err="1" smtClean="0"/>
              <a:t>x</a:t>
            </a:r>
            <a:r>
              <a:rPr lang="en-US" i="1" dirty="0" smtClean="0"/>
              <a:t>’</a:t>
            </a:r>
            <a:r>
              <a:rPr lang="en-US" dirty="0" smtClean="0"/>
              <a:t> values</a:t>
            </a:r>
          </a:p>
          <a:p>
            <a:pPr lvl="1"/>
            <a:r>
              <a:rPr lang="en-US" dirty="0" smtClean="0"/>
              <a:t>The opponent offers the valid variation to A for signature which can then be attached to the fraudulent variation for transmission to the intended recipient</a:t>
            </a:r>
          </a:p>
          <a:p>
            <a:pPr lvl="2"/>
            <a:r>
              <a:rPr lang="en-US" sz="2080" dirty="0" smtClean="0"/>
              <a:t>Because the two variations have the same hash code, they will produce the same signature and the opponent is assured of success even though the encryption key is not known</a:t>
            </a:r>
          </a:p>
        </p:txBody>
      </p:sp>
      <p:pic>
        <p:nvPicPr>
          <p:cNvPr id="6" name="Picture 5"/>
          <p:cNvPicPr>
            <a:picLocks noChangeAspect="1"/>
          </p:cNvPicPr>
          <p:nvPr/>
        </p:nvPicPr>
        <p:blipFill>
          <a:blip r:embed="rId3"/>
          <a:stretch>
            <a:fillRect/>
          </a:stretch>
        </p:blipFill>
        <p:spPr>
          <a:xfrm rot="21249972">
            <a:off x="307943" y="77071"/>
            <a:ext cx="1600200" cy="1642759"/>
          </a:xfrm>
          <a:prstGeom prst="rect">
            <a:avLst/>
          </a:prstGeom>
        </p:spPr>
      </p:pic>
      <p:sp>
        <p:nvSpPr>
          <p:cNvPr id="5" name="Footer Placeholder 4"/>
          <p:cNvSpPr>
            <a:spLocks noGrp="1"/>
          </p:cNvSpPr>
          <p:nvPr>
            <p:ph type="ftr" sz="quarter" idx="11"/>
          </p:nvPr>
        </p:nvSpPr>
        <p:spPr>
          <a:xfrm>
            <a:off x="0" y="6492875"/>
            <a:ext cx="6019800" cy="365125"/>
          </a:xfrm>
        </p:spPr>
        <p:txBody>
          <a:bodyPr/>
          <a:lstStyle/>
          <a:p>
            <a:pPr>
              <a:defRPr/>
            </a:pPr>
            <a:r>
              <a:rPr lang="en-US" sz="1100" dirty="0" smtClean="0"/>
              <a:t>© 2017 Pearson Education, Inc., Hoboken, NJ. All rights reserved.  </a:t>
            </a:r>
            <a:endParaRPr lang="en-US" sz="1100" dirty="0"/>
          </a:p>
        </p:txBody>
      </p:sp>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bg>
      <p:bgPr>
        <a:solidFill>
          <a:schemeClr val="accent1">
            <a:lumMod val="60000"/>
            <a:lumOff val="40000"/>
          </a:schemeClr>
        </a:solidFill>
        <a:effectLst/>
      </p:bgPr>
    </p:bg>
    <p:spTree>
      <p:nvGrpSpPr>
        <p:cNvPr id="1" name=""/>
        <p:cNvGrpSpPr/>
        <p:nvPr/>
      </p:nvGrpSpPr>
      <p:grpSpPr>
        <a:xfrm>
          <a:off x="0" y="0"/>
          <a:ext cx="0" cy="0"/>
          <a:chOff x="0" y="0"/>
          <a:chExt cx="0" cy="0"/>
        </a:xfrm>
      </p:grpSpPr>
      <p:sp>
        <p:nvSpPr>
          <p:cNvPr id="8" name="TextBox 7"/>
          <p:cNvSpPr txBox="1"/>
          <p:nvPr/>
        </p:nvSpPr>
        <p:spPr>
          <a:xfrm>
            <a:off x="228600" y="3733800"/>
            <a:ext cx="3538173" cy="307777"/>
          </a:xfrm>
          <a:prstGeom prst="rect">
            <a:avLst/>
          </a:prstGeom>
          <a:noFill/>
        </p:spPr>
        <p:txBody>
          <a:bodyPr wrap="none" rtlCol="0">
            <a:spAutoFit/>
          </a:bodyPr>
          <a:lstStyle/>
          <a:p>
            <a:r>
              <a:rPr lang="en-US" sz="1400" dirty="0" smtClean="0"/>
              <a:t>(Letter is located on page 334 in textbook)</a:t>
            </a:r>
            <a:endParaRPr lang="en-US" sz="1400" dirty="0"/>
          </a:p>
        </p:txBody>
      </p:sp>
      <p:sp>
        <p:nvSpPr>
          <p:cNvPr id="9" name="Title 8"/>
          <p:cNvSpPr>
            <a:spLocks noGrp="1"/>
          </p:cNvSpPr>
          <p:nvPr>
            <p:ph type="title"/>
          </p:nvPr>
        </p:nvSpPr>
        <p:spPr>
          <a:xfrm>
            <a:off x="304800" y="1676400"/>
            <a:ext cx="3612776" cy="1752600"/>
          </a:xfrm>
        </p:spPr>
        <p:txBody>
          <a:bodyPr/>
          <a:lstStyle/>
          <a:p>
            <a:r>
              <a:rPr lang="en-US" dirty="0" smtClean="0"/>
              <a:t>A Letter</a:t>
            </a:r>
            <a:br>
              <a:rPr lang="en-US" dirty="0" smtClean="0"/>
            </a:br>
            <a:r>
              <a:rPr lang="en-US" dirty="0" smtClean="0"/>
              <a:t> in 2</a:t>
            </a:r>
            <a:r>
              <a:rPr lang="en-US" baseline="30000" dirty="0" smtClean="0"/>
              <a:t>38</a:t>
            </a:r>
            <a:r>
              <a:rPr lang="en-US" dirty="0" smtClean="0"/>
              <a:t> </a:t>
            </a:r>
            <a:br>
              <a:rPr lang="en-US" dirty="0" smtClean="0"/>
            </a:br>
            <a:r>
              <a:rPr lang="en-US" dirty="0" smtClean="0"/>
              <a:t>Variation</a:t>
            </a:r>
            <a:endParaRPr lang="en-US" dirty="0"/>
          </a:p>
        </p:txBody>
      </p:sp>
      <p:sp>
        <p:nvSpPr>
          <p:cNvPr id="5" name="Footer Placeholder 4"/>
          <p:cNvSpPr>
            <a:spLocks noGrp="1"/>
          </p:cNvSpPr>
          <p:nvPr>
            <p:ph type="ftr" sz="quarter" idx="11"/>
          </p:nvPr>
        </p:nvSpPr>
        <p:spPr>
          <a:xfrm>
            <a:off x="0" y="6492875"/>
            <a:ext cx="4724400" cy="365125"/>
          </a:xfrm>
        </p:spPr>
        <p:txBody>
          <a:bodyPr/>
          <a:lstStyle/>
          <a:p>
            <a:pPr>
              <a:defRPr/>
            </a:pPr>
            <a:r>
              <a:rPr lang="en-US" sz="1000" dirty="0" smtClean="0"/>
              <a:t>© 2017 Pearson Education, Inc., Hoboken, NJ. All rights reserved.  </a:t>
            </a:r>
            <a:endParaRPr lang="en-US" sz="1000" dirty="0"/>
          </a:p>
        </p:txBody>
      </p:sp>
      <p:sp>
        <p:nvSpPr>
          <p:cNvPr id="7" name="TextBox 6"/>
          <p:cNvSpPr txBox="1"/>
          <p:nvPr/>
        </p:nvSpPr>
        <p:spPr>
          <a:xfrm>
            <a:off x="4419600" y="0"/>
            <a:ext cx="4724400" cy="369332"/>
          </a:xfrm>
          <a:prstGeom prst="rect">
            <a:avLst/>
          </a:prstGeom>
          <a:noFill/>
        </p:spPr>
        <p:txBody>
          <a:bodyPr wrap="square" rtlCol="0">
            <a:spAutoFit/>
          </a:bodyPr>
          <a:lstStyle/>
          <a:p>
            <a:endParaRPr lang="en-US" dirty="0"/>
          </a:p>
        </p:txBody>
      </p:sp>
      <p:graphicFrame>
        <p:nvGraphicFramePr>
          <p:cNvPr id="69634" name="Object 2"/>
          <p:cNvGraphicFramePr>
            <a:graphicFrameLocks noChangeAspect="1"/>
          </p:cNvGraphicFramePr>
          <p:nvPr/>
        </p:nvGraphicFramePr>
        <p:xfrm>
          <a:off x="4267200" y="0"/>
          <a:ext cx="4876800" cy="6858000"/>
        </p:xfrm>
        <a:graphic>
          <a:graphicData uri="http://schemas.openxmlformats.org/presentationml/2006/ole">
            <p:oleObj spid="_x0000_s69634" name="Document" r:id="rId4" imgW="5943600" imgH="8089900" progId="Word.Document.12">
              <p:embed/>
            </p:oleObj>
          </a:graphicData>
        </a:graphic>
      </p:graphicFrame>
    </p:spTree>
  </p:cSld>
  <p:clrMapOvr>
    <a:masterClrMapping/>
  </p:clrMapOvr>
  <p:transition spd="med">
    <p:wipe/>
  </p:transition>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pic>
        <p:nvPicPr>
          <p:cNvPr id="8" name="Picture 7" descr="f8.pdf"/>
          <p:cNvPicPr>
            <a:picLocks noChangeAspect="1"/>
          </p:cNvPicPr>
          <p:nvPr/>
        </p:nvPicPr>
        <mc:AlternateContent>
          <mc:Choice xmlns:ma="http://schemas.microsoft.com/office/mac/drawingml/2008/main" Requires="ma">
            <p:blipFill>
              <a:blip r:embed="rId3"/>
              <a:srcRect l="6364" t="14118" r="13636" b="22353"/>
              <a:stretch>
                <a:fillRect/>
              </a:stretch>
            </p:blipFill>
          </mc:Choice>
          <mc:Fallback>
            <p:blipFill>
              <a:blip r:embed="rId4"/>
              <a:srcRect l="6364" t="14118" r="13636" b="22353"/>
              <a:stretch>
                <a:fillRect/>
              </a:stretch>
            </p:blipFill>
          </mc:Fallback>
        </mc:AlternateContent>
        <p:spPr>
          <a:xfrm>
            <a:off x="0" y="381000"/>
            <a:ext cx="9234195" cy="5666517"/>
          </a:xfrm>
          <a:prstGeom prst="rect">
            <a:avLst/>
          </a:prstGeom>
        </p:spPr>
      </p:pic>
      <p:sp>
        <p:nvSpPr>
          <p:cNvPr id="3" name="Footer Placeholder 2"/>
          <p:cNvSpPr>
            <a:spLocks noGrp="1"/>
          </p:cNvSpPr>
          <p:nvPr>
            <p:ph type="ftr" sz="quarter" idx="11"/>
          </p:nvPr>
        </p:nvSpPr>
        <p:spPr>
          <a:xfrm>
            <a:off x="0" y="6492875"/>
            <a:ext cx="6791325" cy="365125"/>
          </a:xfrm>
        </p:spPr>
        <p:txBody>
          <a:bodyPr/>
          <a:lstStyle/>
          <a:p>
            <a:pPr>
              <a:defRPr/>
            </a:pPr>
            <a:r>
              <a:rPr lang="en-US" sz="1100" dirty="0" smtClean="0"/>
              <a:t>© 2017 Pearson Education, Inc., Hoboken, NJ. All rights reserved.  </a:t>
            </a:r>
            <a:endParaRPr lang="en-US" sz="1100" dirty="0"/>
          </a:p>
        </p:txBody>
      </p:sp>
    </p:spTree>
  </p:cSld>
  <p:clrMapOvr>
    <a:masterClrMapping/>
  </p:clrMapOvr>
  <p:transition spd="med">
    <p:wipe dir="d"/>
  </p:transition>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67586" name="Rectangle 2"/>
          <p:cNvSpPr>
            <a:spLocks noGrp="1" noChangeArrowheads="1"/>
          </p:cNvSpPr>
          <p:nvPr>
            <p:ph type="title"/>
          </p:nvPr>
        </p:nvSpPr>
        <p:spPr/>
        <p:txBody>
          <a:bodyPr/>
          <a:lstStyle/>
          <a:p>
            <a:r>
              <a:rPr lang="en-US" dirty="0" smtClean="0"/>
              <a:t>Hash Functions Based on Cipher Block Chaining</a:t>
            </a:r>
            <a:endParaRPr lang="en-AU" dirty="0"/>
          </a:p>
        </p:txBody>
      </p:sp>
      <p:sp>
        <p:nvSpPr>
          <p:cNvPr id="67587" name="Rectangle 3"/>
          <p:cNvSpPr>
            <a:spLocks noGrp="1" noChangeArrowheads="1"/>
          </p:cNvSpPr>
          <p:nvPr>
            <p:ph idx="1"/>
          </p:nvPr>
        </p:nvSpPr>
        <p:spPr>
          <a:xfrm>
            <a:off x="533400" y="1609725"/>
            <a:ext cx="8153399" cy="5248275"/>
          </a:xfrm>
        </p:spPr>
        <p:txBody>
          <a:bodyPr>
            <a:normAutofit fontScale="62500" lnSpcReduction="20000"/>
          </a:bodyPr>
          <a:lstStyle/>
          <a:p>
            <a:pPr marL="342900" lvl="1" indent="-342900">
              <a:spcBef>
                <a:spcPts val="2400"/>
              </a:spcBef>
              <a:buClr>
                <a:srgbClr val="BAABE3"/>
              </a:buClr>
            </a:pPr>
            <a:r>
              <a:rPr lang="en-US" sz="2839" dirty="0" smtClean="0">
                <a:cs typeface="ＭＳ Ｐゴシック" pitchFamily="-84" charset="-128"/>
              </a:rPr>
              <a:t>A number of proposals have been made for hash functions based on using a cipher block chaining technique, but without using the secret key</a:t>
            </a:r>
          </a:p>
          <a:p>
            <a:pPr marL="342900" lvl="1" indent="-342900">
              <a:spcBef>
                <a:spcPts val="1200"/>
              </a:spcBef>
              <a:buClr>
                <a:srgbClr val="BAABE3"/>
              </a:buClr>
            </a:pPr>
            <a:r>
              <a:rPr lang="en-US" sz="2857" dirty="0" smtClean="0">
                <a:cs typeface="ＭＳ Ｐゴシック" pitchFamily="-84" charset="-128"/>
              </a:rPr>
              <a:t>One of the first proposals was that of Rabin</a:t>
            </a:r>
          </a:p>
          <a:p>
            <a:pPr lvl="1"/>
            <a:r>
              <a:rPr lang="en-US" dirty="0" smtClean="0"/>
              <a:t>Divide a message </a:t>
            </a:r>
            <a:r>
              <a:rPr lang="en-US" i="1" dirty="0" smtClean="0"/>
              <a:t>M </a:t>
            </a:r>
            <a:r>
              <a:rPr lang="en-US" dirty="0" smtClean="0"/>
              <a:t>into fixed-size blocks </a:t>
            </a:r>
            <a:r>
              <a:rPr lang="en-US" i="1" dirty="0" smtClean="0"/>
              <a:t>M</a:t>
            </a:r>
            <a:r>
              <a:rPr lang="en-US" i="1" baseline="-25000" dirty="0" smtClean="0"/>
              <a:t>1</a:t>
            </a:r>
            <a:r>
              <a:rPr lang="en-US" i="1" dirty="0" smtClean="0"/>
              <a:t>, M</a:t>
            </a:r>
            <a:r>
              <a:rPr lang="en-US" sz="2571" i="1" baseline="-25000" dirty="0" smtClean="0"/>
              <a:t>2</a:t>
            </a:r>
            <a:r>
              <a:rPr lang="en-US" i="1" dirty="0" smtClean="0"/>
              <a:t>, . . . , M</a:t>
            </a:r>
            <a:r>
              <a:rPr lang="en-US" sz="2571" i="1" baseline="-25000" dirty="0" smtClean="0"/>
              <a:t>N</a:t>
            </a:r>
            <a:r>
              <a:rPr lang="en-US" i="1" dirty="0" smtClean="0"/>
              <a:t> </a:t>
            </a:r>
            <a:r>
              <a:rPr lang="en-US" dirty="0" smtClean="0"/>
              <a:t>and use a symmetric encryption system such as DES to compute the hash code </a:t>
            </a:r>
            <a:r>
              <a:rPr lang="en-US" i="1" dirty="0" smtClean="0"/>
              <a:t>G </a:t>
            </a:r>
            <a:r>
              <a:rPr lang="en-US" dirty="0" smtClean="0"/>
              <a:t>as</a:t>
            </a:r>
            <a:endParaRPr lang="en-US" dirty="0" smtClean="0"/>
          </a:p>
          <a:p>
            <a:pPr lvl="3">
              <a:buNone/>
            </a:pPr>
            <a:r>
              <a:rPr lang="en-US" dirty="0" smtClean="0"/>
              <a:t>H</a:t>
            </a:r>
            <a:r>
              <a:rPr lang="en-US" baseline="-25000" dirty="0" smtClean="0"/>
              <a:t>0</a:t>
            </a:r>
            <a:r>
              <a:rPr lang="en-US" dirty="0" smtClean="0"/>
              <a:t>=</a:t>
            </a:r>
            <a:r>
              <a:rPr lang="en-US" dirty="0" smtClean="0"/>
              <a:t> initial value</a:t>
            </a:r>
            <a:endParaRPr lang="en-US" dirty="0" smtClean="0"/>
          </a:p>
          <a:p>
            <a:pPr lvl="3">
              <a:buNone/>
            </a:pPr>
            <a:r>
              <a:rPr lang="en-US" dirty="0" smtClean="0"/>
              <a:t>H</a:t>
            </a:r>
            <a:r>
              <a:rPr lang="en-US" baseline="-25000" dirty="0" smtClean="0"/>
              <a:t>i</a:t>
            </a:r>
            <a:r>
              <a:rPr lang="en-US" dirty="0" smtClean="0"/>
              <a:t> </a:t>
            </a:r>
            <a:r>
              <a:rPr lang="en-US" dirty="0" smtClean="0"/>
              <a:t>= </a:t>
            </a:r>
            <a:r>
              <a:rPr lang="en-US" dirty="0" err="1" smtClean="0"/>
              <a:t>E(</a:t>
            </a:r>
            <a:r>
              <a:rPr lang="en-US" dirty="0" err="1" smtClean="0"/>
              <a:t>M</a:t>
            </a:r>
            <a:r>
              <a:rPr lang="en-US" baseline="-25000" dirty="0" err="1" smtClean="0"/>
              <a:t>i</a:t>
            </a:r>
            <a:r>
              <a:rPr lang="en-US" baseline="-25000" dirty="0" smtClean="0"/>
              <a:t>,</a:t>
            </a:r>
            <a:r>
              <a:rPr lang="en-US" dirty="0" smtClean="0"/>
              <a:t> </a:t>
            </a:r>
            <a:r>
              <a:rPr lang="en-US" dirty="0" smtClean="0"/>
              <a:t>H</a:t>
            </a:r>
            <a:r>
              <a:rPr lang="en-US" baseline="-25000" dirty="0" smtClean="0"/>
              <a:t>i-1</a:t>
            </a:r>
            <a:r>
              <a:rPr lang="en-US" dirty="0" smtClean="0"/>
              <a:t>)</a:t>
            </a:r>
            <a:endParaRPr lang="en-US" dirty="0" smtClean="0"/>
          </a:p>
          <a:p>
            <a:pPr lvl="3">
              <a:buNone/>
            </a:pPr>
            <a:r>
              <a:rPr lang="en-US" dirty="0" smtClean="0"/>
              <a:t>G = H</a:t>
            </a:r>
            <a:r>
              <a:rPr lang="en-US" sz="2171" i="1" baseline="-25000" dirty="0" smtClean="0"/>
              <a:t>N</a:t>
            </a:r>
          </a:p>
          <a:p>
            <a:pPr lvl="1"/>
            <a:r>
              <a:rPr lang="en-US" sz="2560" dirty="0" smtClean="0"/>
              <a:t>Similar to the CBC technique, but in this case, there is no secret </a:t>
            </a:r>
            <a:r>
              <a:rPr lang="en-US" sz="2560" dirty="0" smtClean="0"/>
              <a:t>key</a:t>
            </a:r>
          </a:p>
          <a:p>
            <a:pPr lvl="1"/>
            <a:r>
              <a:rPr lang="en-US" sz="2560" dirty="0" smtClean="0"/>
              <a:t>As with any hash code, this scheme is subject to the birthday attack</a:t>
            </a:r>
          </a:p>
          <a:p>
            <a:pPr lvl="1"/>
            <a:r>
              <a:rPr lang="en-US" sz="2560" dirty="0" smtClean="0"/>
              <a:t>If the encryption algorithm is DES and only a 64-bit hash code is produced, the system is vulnerable</a:t>
            </a:r>
          </a:p>
          <a:p>
            <a:pPr marL="342900" lvl="1" indent="-342900">
              <a:spcBef>
                <a:spcPts val="1200"/>
              </a:spcBef>
              <a:buClr>
                <a:srgbClr val="BAABE3"/>
              </a:buClr>
            </a:pPr>
            <a:r>
              <a:rPr lang="en-US" sz="2909" dirty="0" smtClean="0">
                <a:cs typeface="ＭＳ Ｐゴシック" pitchFamily="-84" charset="-128"/>
              </a:rPr>
              <a:t>Meet-in-the-middle-attack</a:t>
            </a:r>
          </a:p>
          <a:p>
            <a:pPr lvl="1"/>
            <a:r>
              <a:rPr lang="en-US" sz="2545" dirty="0" smtClean="0"/>
              <a:t>Another version of the birthday attack used even if the opponent has access to only one message and its valid signature and cannot obtain multiple </a:t>
            </a:r>
            <a:r>
              <a:rPr lang="en-US" sz="2545" dirty="0" smtClean="0"/>
              <a:t>signings</a:t>
            </a:r>
          </a:p>
          <a:p>
            <a:pPr marL="342900" lvl="1" indent="-342900">
              <a:spcBef>
                <a:spcPts val="1200"/>
              </a:spcBef>
              <a:buClr>
                <a:srgbClr val="BAABE3"/>
              </a:buClr>
            </a:pPr>
            <a:r>
              <a:rPr lang="en-US" sz="2880" dirty="0" smtClean="0">
                <a:cs typeface="ＭＳ Ｐゴシック" pitchFamily="-84" charset="-128"/>
              </a:rPr>
              <a:t>It can be shown that some form of birthday attack will succeed against any hash scheme involving the use of cipher block chaining without a secret key, provided that either the resulting hash code is small enough or that a larger hash code can be decomposed into independent subcodes</a:t>
            </a:r>
          </a:p>
        </p:txBody>
      </p:sp>
      <p:sp>
        <p:nvSpPr>
          <p:cNvPr id="4" name="Footer Placeholder 3"/>
          <p:cNvSpPr>
            <a:spLocks noGrp="1"/>
          </p:cNvSpPr>
          <p:nvPr>
            <p:ph type="ftr" sz="quarter" idx="11"/>
          </p:nvPr>
        </p:nvSpPr>
        <p:spPr>
          <a:xfrm>
            <a:off x="0" y="6492875"/>
            <a:ext cx="5410200" cy="365125"/>
          </a:xfrm>
        </p:spPr>
        <p:txBody>
          <a:bodyPr/>
          <a:lstStyle/>
          <a:p>
            <a:pPr>
              <a:defRPr/>
            </a:pPr>
            <a:r>
              <a:rPr lang="en-US" sz="1050" dirty="0" smtClean="0"/>
              <a:t>© 2017 Pearson Education, Inc., Hoboken, NJ. All rights reserved</a:t>
            </a:r>
            <a:r>
              <a:rPr lang="en-US" dirty="0" smtClean="0"/>
              <a:t>.  </a:t>
            </a:r>
            <a:endParaRPr lang="en-US" dirty="0"/>
          </a:p>
        </p:txBody>
      </p:sp>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59394" name="Rectangle 2"/>
          <p:cNvSpPr>
            <a:spLocks noGrp="1" noChangeArrowheads="1"/>
          </p:cNvSpPr>
          <p:nvPr>
            <p:ph type="title"/>
          </p:nvPr>
        </p:nvSpPr>
        <p:spPr>
          <a:xfrm>
            <a:off x="0" y="39688"/>
            <a:ext cx="9143999" cy="1412875"/>
          </a:xfrm>
        </p:spPr>
        <p:txBody>
          <a:bodyPr/>
          <a:lstStyle/>
          <a:p>
            <a:r>
              <a:rPr lang="en-US" dirty="0" smtClean="0"/>
              <a:t>Secure Hash Algorithm (SHA)</a:t>
            </a:r>
            <a:endParaRPr lang="en-AU" dirty="0"/>
          </a:p>
        </p:txBody>
      </p:sp>
      <p:sp>
        <p:nvSpPr>
          <p:cNvPr id="59395" name="Rectangle 3"/>
          <p:cNvSpPr>
            <a:spLocks noGrp="1" noChangeArrowheads="1"/>
          </p:cNvSpPr>
          <p:nvPr>
            <p:ph idx="1"/>
          </p:nvPr>
        </p:nvSpPr>
        <p:spPr>
          <a:xfrm>
            <a:off x="762000" y="1600200"/>
            <a:ext cx="7570787" cy="4943475"/>
          </a:xfrm>
        </p:spPr>
        <p:txBody>
          <a:bodyPr>
            <a:normAutofit fontScale="85000" lnSpcReduction="20000"/>
          </a:bodyPr>
          <a:lstStyle/>
          <a:p>
            <a:r>
              <a:rPr lang="en-AU" dirty="0" smtClean="0"/>
              <a:t>SHA was originally designed by the National Institute of Standards and Technology (NIST) and published as a federal information processing standard (FIPS 180) in 1993</a:t>
            </a:r>
          </a:p>
          <a:p>
            <a:r>
              <a:rPr lang="en-AU" dirty="0" smtClean="0"/>
              <a:t>Was revised in 1995 as SHA-1</a:t>
            </a:r>
          </a:p>
          <a:p>
            <a:r>
              <a:rPr lang="en-AU" dirty="0" smtClean="0"/>
              <a:t>Based on the hash function MD4 and its design closely models MD4</a:t>
            </a:r>
          </a:p>
          <a:p>
            <a:r>
              <a:rPr lang="en-AU" dirty="0" smtClean="0"/>
              <a:t>Produces 160-bit hash values </a:t>
            </a:r>
          </a:p>
          <a:p>
            <a:r>
              <a:rPr lang="en-AU" dirty="0" smtClean="0"/>
              <a:t>In 2002 NIST produced a revised version of the standard that defined three new versions of SHA with hash value lengths of 256, 384, and 512</a:t>
            </a:r>
          </a:p>
          <a:p>
            <a:pPr lvl="1"/>
            <a:r>
              <a:rPr lang="en-AU" dirty="0" smtClean="0"/>
              <a:t>Collectively known as SHA-2</a:t>
            </a:r>
          </a:p>
        </p:txBody>
      </p:sp>
      <p:sp>
        <p:nvSpPr>
          <p:cNvPr id="4" name="Footer Placeholder 3"/>
          <p:cNvSpPr>
            <a:spLocks noGrp="1"/>
          </p:cNvSpPr>
          <p:nvPr>
            <p:ph type="ftr" sz="quarter" idx="11"/>
          </p:nvPr>
        </p:nvSpPr>
        <p:spPr>
          <a:xfrm>
            <a:off x="0" y="6492875"/>
            <a:ext cx="7543800" cy="365125"/>
          </a:xfrm>
        </p:spPr>
        <p:txBody>
          <a:bodyPr/>
          <a:lstStyle/>
          <a:p>
            <a:pPr>
              <a:defRPr/>
            </a:pPr>
            <a:r>
              <a:rPr lang="en-US" sz="1050" dirty="0" smtClean="0"/>
              <a:t>© 2017 Pearson Education, Inc., Hoboken, NJ. All rights reserved.  </a:t>
            </a:r>
            <a:endParaRPr lang="en-US" sz="1050" dirty="0"/>
          </a:p>
        </p:txBody>
      </p:sp>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6" name="TextBox 5"/>
          <p:cNvSpPr txBox="1"/>
          <p:nvPr/>
        </p:nvSpPr>
        <p:spPr>
          <a:xfrm>
            <a:off x="228600" y="6096000"/>
            <a:ext cx="3503283" cy="615553"/>
          </a:xfrm>
          <a:prstGeom prst="rect">
            <a:avLst/>
          </a:prstGeom>
          <a:noFill/>
        </p:spPr>
        <p:txBody>
          <a:bodyPr wrap="none" rtlCol="0">
            <a:spAutoFit/>
          </a:bodyPr>
          <a:lstStyle/>
          <a:p>
            <a:r>
              <a:rPr lang="en-US" sz="1600" dirty="0" smtClean="0"/>
              <a:t>Note:  All </a:t>
            </a:r>
            <a:r>
              <a:rPr lang="en-US" sz="1600" dirty="0"/>
              <a:t>sizes are measured in bits.</a:t>
            </a:r>
          </a:p>
          <a:p>
            <a:endParaRPr lang="en-US" dirty="0"/>
          </a:p>
        </p:txBody>
      </p:sp>
      <p:sp>
        <p:nvSpPr>
          <p:cNvPr id="8" name="Rectangle 2"/>
          <p:cNvSpPr txBox="1">
            <a:spLocks noChangeArrowheads="1"/>
          </p:cNvSpPr>
          <p:nvPr/>
        </p:nvSpPr>
        <p:spPr bwMode="auto">
          <a:xfrm>
            <a:off x="0" y="0"/>
            <a:ext cx="9144000" cy="1412875"/>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marL="0" marR="0" lvl="0" indent="0" algn="ctr" defTabSz="914400" rtl="0" eaLnBrk="1" fontAlgn="base" latinLnBrk="0" hangingPunct="1">
              <a:lnSpc>
                <a:spcPts val="4500"/>
              </a:lnSpc>
              <a:spcBef>
                <a:spcPct val="0"/>
              </a:spcBef>
              <a:spcAft>
                <a:spcPct val="0"/>
              </a:spcAft>
              <a:buClrTx/>
              <a:buSzTx/>
              <a:buFontTx/>
              <a:buNone/>
              <a:tabLst/>
              <a:defRPr/>
            </a:pPr>
            <a:r>
              <a:rPr kumimoji="0" lang="en-US" sz="4800" b="0" i="0" u="none" strike="noStrike" kern="1200" cap="none" spc="0" normalizeH="0" baseline="0" noProof="0" dirty="0" smtClean="0">
                <a:ln>
                  <a:noFill/>
                </a:ln>
                <a:solidFill>
                  <a:schemeClr val="tx2"/>
                </a:solidFill>
                <a:effectLst/>
                <a:uLnTx/>
                <a:uFillTx/>
                <a:latin typeface="+mn-lt"/>
                <a:ea typeface="ＭＳ Ｐゴシック" pitchFamily="-107" charset="-128"/>
                <a:cs typeface="ＭＳ Ｐゴシック" pitchFamily="-107" charset="-128"/>
              </a:rPr>
              <a:t>Table 11.3</a:t>
            </a:r>
            <a:r>
              <a:rPr kumimoji="0" lang="en-US" sz="4000" b="0" i="0" u="none" strike="noStrike" kern="1200" cap="none" spc="0" normalizeH="0" baseline="0" noProof="0" dirty="0" smtClean="0">
                <a:ln>
                  <a:noFill/>
                </a:ln>
                <a:solidFill>
                  <a:schemeClr val="tx2"/>
                </a:solidFill>
                <a:effectLst/>
                <a:uLnTx/>
                <a:uFillTx/>
                <a:latin typeface="+mn-lt"/>
                <a:ea typeface="ＭＳ Ｐゴシック" pitchFamily="-107" charset="-128"/>
                <a:cs typeface="ＭＳ Ｐゴシック" pitchFamily="-107" charset="-128"/>
              </a:rPr>
              <a:t/>
            </a:r>
            <a:br>
              <a:rPr kumimoji="0" lang="en-US" sz="4000" b="0" i="0" u="none" strike="noStrike" kern="1200" cap="none" spc="0" normalizeH="0" baseline="0" noProof="0" dirty="0" smtClean="0">
                <a:ln>
                  <a:noFill/>
                </a:ln>
                <a:solidFill>
                  <a:schemeClr val="tx2"/>
                </a:solidFill>
                <a:effectLst/>
                <a:uLnTx/>
                <a:uFillTx/>
                <a:latin typeface="+mn-lt"/>
                <a:ea typeface="ＭＳ Ｐゴシック" pitchFamily="-107" charset="-128"/>
                <a:cs typeface="ＭＳ Ｐゴシック" pitchFamily="-107" charset="-128"/>
              </a:rPr>
            </a:br>
            <a:r>
              <a:rPr kumimoji="0" lang="en-US" sz="3600" b="0" i="0" u="none" strike="noStrike" kern="1200" cap="none" spc="0" normalizeH="0" baseline="0" noProof="0" dirty="0" smtClean="0">
                <a:ln>
                  <a:noFill/>
                </a:ln>
                <a:solidFill>
                  <a:schemeClr val="tx2"/>
                </a:solidFill>
                <a:effectLst/>
                <a:uLnTx/>
                <a:uFillTx/>
                <a:latin typeface="+mn-lt"/>
                <a:ea typeface="ＭＳ Ｐゴシック" pitchFamily="-107" charset="-128"/>
                <a:cs typeface="ＭＳ Ｐゴシック" pitchFamily="-107" charset="-128"/>
              </a:rPr>
              <a:t>Comparison of SHA Parameters</a:t>
            </a:r>
            <a:endParaRPr kumimoji="0" lang="en-AU" sz="4800" b="0" i="0" u="none" strike="noStrike" kern="1200" cap="none" spc="0" normalizeH="0" baseline="0" noProof="0" dirty="0" smtClean="0">
              <a:ln>
                <a:noFill/>
              </a:ln>
              <a:solidFill>
                <a:schemeClr val="tx2"/>
              </a:solidFill>
              <a:effectLst/>
              <a:uLnTx/>
              <a:uFillTx/>
              <a:latin typeface="+mn-lt"/>
              <a:ea typeface="ＭＳ Ｐゴシック" pitchFamily="-107" charset="-128"/>
              <a:cs typeface="ＭＳ Ｐゴシック" pitchFamily="-107" charset="-128"/>
            </a:endParaRPr>
          </a:p>
        </p:txBody>
      </p:sp>
      <p:sp>
        <p:nvSpPr>
          <p:cNvPr id="5" name="Footer Placeholder 4"/>
          <p:cNvSpPr>
            <a:spLocks noGrp="1"/>
          </p:cNvSpPr>
          <p:nvPr>
            <p:ph type="ftr" sz="quarter" idx="11"/>
          </p:nvPr>
        </p:nvSpPr>
        <p:spPr>
          <a:xfrm>
            <a:off x="0" y="6492875"/>
            <a:ext cx="6400800" cy="365125"/>
          </a:xfrm>
        </p:spPr>
        <p:txBody>
          <a:bodyPr/>
          <a:lstStyle/>
          <a:p>
            <a:pPr>
              <a:defRPr/>
            </a:pPr>
            <a:r>
              <a:rPr lang="en-US" sz="1050" dirty="0" smtClean="0"/>
              <a:t>© 2017 Pearson Education, Inc., Hoboken, NJ. All rights reserved.  </a:t>
            </a:r>
            <a:endParaRPr lang="en-US" sz="1050" dirty="0"/>
          </a:p>
        </p:txBody>
      </p:sp>
      <p:pic>
        <p:nvPicPr>
          <p:cNvPr id="7" name="Picture 6"/>
          <p:cNvPicPr>
            <a:picLocks noChangeAspect="1"/>
          </p:cNvPicPr>
          <p:nvPr/>
        </p:nvPicPr>
        <mc:AlternateContent>
          <mc:Choice xmlns:ma="http://schemas.microsoft.com/office/mac/drawingml/2008/main" Requires="ma">
            <p:blipFill>
              <a:blip r:embed="rId3"/>
              <a:stretch>
                <a:fillRect/>
              </a:stretch>
            </p:blipFill>
          </mc:Choice>
          <mc:Fallback>
            <p:blipFill>
              <a:blip r:embed="rId4"/>
              <a:stretch>
                <a:fillRect/>
              </a:stretch>
            </p:blipFill>
          </mc:Fallback>
        </mc:AlternateContent>
        <p:spPr>
          <a:xfrm>
            <a:off x="228600" y="1600200"/>
            <a:ext cx="9238540" cy="4648200"/>
          </a:xfrm>
          <a:prstGeom prst="rect">
            <a:avLst/>
          </a:prstGeom>
        </p:spPr>
      </p:pic>
    </p:spTree>
  </p:cSld>
  <p:clrMapOvr>
    <a:masterClrMapping/>
  </p:clrMapOvr>
  <p:transition>
    <p:dissolve/>
  </p:transition>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3" name="Footer Placeholder 2"/>
          <p:cNvSpPr>
            <a:spLocks noGrp="1"/>
          </p:cNvSpPr>
          <p:nvPr>
            <p:ph type="ftr" sz="quarter" idx="11"/>
          </p:nvPr>
        </p:nvSpPr>
        <p:spPr>
          <a:xfrm>
            <a:off x="0" y="6492875"/>
            <a:ext cx="6553200" cy="365125"/>
          </a:xfrm>
        </p:spPr>
        <p:txBody>
          <a:bodyPr/>
          <a:lstStyle/>
          <a:p>
            <a:pPr>
              <a:defRPr/>
            </a:pPr>
            <a:r>
              <a:rPr lang="en-US" sz="1050" dirty="0" smtClean="0"/>
              <a:t>© 2017 Pearson Education, Inc., Hoboken, NJ. All rights reserved.  </a:t>
            </a:r>
            <a:endParaRPr lang="en-US" sz="1050" dirty="0"/>
          </a:p>
        </p:txBody>
      </p:sp>
      <p:pic>
        <p:nvPicPr>
          <p:cNvPr id="5" name="Picture 4" descr="f09.pdf"/>
          <p:cNvPicPr>
            <a:picLocks noChangeAspect="1"/>
          </p:cNvPicPr>
          <p:nvPr/>
        </p:nvPicPr>
        <mc:AlternateContent>
          <mc:Choice xmlns:ma="http://schemas.microsoft.com/office/mac/drawingml/2008/main" Requires="ma">
            <p:blipFill>
              <a:blip r:embed="rId3"/>
              <a:srcRect t="8182" b="24545"/>
              <a:stretch>
                <a:fillRect/>
              </a:stretch>
            </p:blipFill>
          </mc:Choice>
          <mc:Fallback>
            <p:blipFill>
              <a:blip r:embed="rId4"/>
              <a:srcRect t="8182" b="24545"/>
              <a:stretch>
                <a:fillRect/>
              </a:stretch>
            </p:blipFill>
          </mc:Fallback>
        </mc:AlternateContent>
        <p:spPr>
          <a:xfrm>
            <a:off x="609600" y="-41379"/>
            <a:ext cx="7924800" cy="6899379"/>
          </a:xfrm>
          <a:prstGeom prst="rect">
            <a:avLst/>
          </a:prstGeom>
        </p:spPr>
      </p:pic>
    </p:spTree>
  </p:cSld>
  <p:clrMapOvr>
    <a:masterClrMapping/>
  </p:clrMapOvr>
  <p:transition spd="med">
    <p:pull dir="r"/>
  </p:transition>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3" name="Footer Placeholder 2"/>
          <p:cNvSpPr>
            <a:spLocks noGrp="1"/>
          </p:cNvSpPr>
          <p:nvPr>
            <p:ph type="ftr" sz="quarter" idx="11"/>
          </p:nvPr>
        </p:nvSpPr>
        <p:spPr>
          <a:xfrm>
            <a:off x="0" y="6492875"/>
            <a:ext cx="5562600" cy="365125"/>
          </a:xfrm>
        </p:spPr>
        <p:txBody>
          <a:bodyPr/>
          <a:lstStyle/>
          <a:p>
            <a:pPr>
              <a:defRPr/>
            </a:pPr>
            <a:r>
              <a:rPr lang="en-US" sz="1050" dirty="0" smtClean="0"/>
              <a:t>© 2017 Pearson Education, Inc., Hoboken, NJ. All rights reserved.  </a:t>
            </a:r>
            <a:endParaRPr lang="en-US" sz="1050" dirty="0"/>
          </a:p>
        </p:txBody>
      </p:sp>
      <p:pic>
        <p:nvPicPr>
          <p:cNvPr id="4" name="Picture 3" descr="f10.pdf"/>
          <p:cNvPicPr>
            <a:picLocks noChangeAspect="1"/>
          </p:cNvPicPr>
          <p:nvPr/>
        </p:nvPicPr>
        <mc:AlternateContent>
          <mc:Choice xmlns:ma="http://schemas.microsoft.com/office/mac/drawingml/2008/main" Requires="ma">
            <p:blipFill>
              <a:blip r:embed="rId3"/>
              <a:srcRect t="3636" b="3636"/>
              <a:stretch>
                <a:fillRect/>
              </a:stretch>
            </p:blipFill>
          </mc:Choice>
          <mc:Fallback>
            <p:blipFill>
              <a:blip r:embed="rId4"/>
              <a:srcRect t="3636" b="3636"/>
              <a:stretch>
                <a:fillRect/>
              </a:stretch>
            </p:blipFill>
          </mc:Fallback>
        </mc:AlternateContent>
        <p:spPr>
          <a:xfrm>
            <a:off x="1752600" y="0"/>
            <a:ext cx="5549926" cy="6659842"/>
          </a:xfrm>
          <a:prstGeom prst="rect">
            <a:avLst/>
          </a:prstGeom>
        </p:spPr>
      </p:pic>
    </p:spTree>
  </p:cSld>
  <p:clrMapOvr>
    <a:masterClrMapping/>
  </p:clrMapOvr>
  <p:transition spd="med">
    <p:wedge/>
  </p:transition>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pic>
        <p:nvPicPr>
          <p:cNvPr id="4" name="Picture 3"/>
          <p:cNvPicPr>
            <a:picLocks noChangeAspect="1"/>
          </p:cNvPicPr>
          <p:nvPr/>
        </p:nvPicPr>
        <mc:AlternateContent>
          <mc:Choice xmlns:ma="http://schemas.microsoft.com/office/mac/drawingml/2008/main" Requires="ma">
            <p:blipFill>
              <a:blip r:embed="rId3"/>
              <a:stretch>
                <a:fillRect/>
              </a:stretch>
            </p:blipFill>
          </mc:Choice>
          <mc:Fallback>
            <p:blipFill>
              <a:blip r:embed="rId4"/>
              <a:stretch>
                <a:fillRect/>
              </a:stretch>
            </p:blipFill>
          </mc:Fallback>
        </mc:AlternateContent>
        <p:spPr>
          <a:xfrm>
            <a:off x="762000" y="762000"/>
            <a:ext cx="7531706" cy="5943600"/>
          </a:xfrm>
          <a:prstGeom prst="rect">
            <a:avLst/>
          </a:prstGeom>
        </p:spPr>
      </p:pic>
      <p:sp>
        <p:nvSpPr>
          <p:cNvPr id="5" name="TextBox 4"/>
          <p:cNvSpPr txBox="1"/>
          <p:nvPr/>
        </p:nvSpPr>
        <p:spPr>
          <a:xfrm>
            <a:off x="0" y="0"/>
            <a:ext cx="9144000" cy="707886"/>
          </a:xfrm>
          <a:prstGeom prst="rect">
            <a:avLst/>
          </a:prstGeom>
          <a:noFill/>
        </p:spPr>
        <p:txBody>
          <a:bodyPr wrap="square" rtlCol="0">
            <a:spAutoFit/>
          </a:bodyPr>
          <a:lstStyle/>
          <a:p>
            <a:pPr algn="ctr"/>
            <a:r>
              <a:rPr lang="en-US" sz="4000" dirty="0">
                <a:latin typeface="+mn-lt"/>
              </a:rPr>
              <a:t>Table </a:t>
            </a:r>
            <a:r>
              <a:rPr lang="en-US" sz="4000" dirty="0" smtClean="0">
                <a:latin typeface="+mn-lt"/>
              </a:rPr>
              <a:t>11.4</a:t>
            </a:r>
            <a:r>
              <a:rPr lang="en-US" sz="4000" dirty="0" smtClean="0">
                <a:latin typeface="+mn-lt"/>
              </a:rPr>
              <a:t>  ----  </a:t>
            </a:r>
            <a:r>
              <a:rPr lang="en-US" sz="3600" dirty="0" smtClean="0">
                <a:latin typeface="+mn-lt"/>
              </a:rPr>
              <a:t>SHA</a:t>
            </a:r>
            <a:r>
              <a:rPr lang="en-US" sz="3600" dirty="0">
                <a:latin typeface="+mn-lt"/>
              </a:rPr>
              <a:t>-512 Constants</a:t>
            </a:r>
            <a:r>
              <a:rPr lang="en-US" sz="3600" dirty="0" smtClean="0">
                <a:latin typeface="+mn-lt"/>
              </a:rPr>
              <a:t> </a:t>
            </a:r>
            <a:endParaRPr lang="en-US" sz="3600" dirty="0">
              <a:latin typeface="+mn-lt"/>
            </a:endParaRPr>
          </a:p>
        </p:txBody>
      </p:sp>
      <p:sp>
        <p:nvSpPr>
          <p:cNvPr id="6" name="TextBox 5"/>
          <p:cNvSpPr txBox="1"/>
          <p:nvPr/>
        </p:nvSpPr>
        <p:spPr>
          <a:xfrm>
            <a:off x="8305800" y="5842337"/>
            <a:ext cx="838200" cy="1015663"/>
          </a:xfrm>
          <a:prstGeom prst="rect">
            <a:avLst/>
          </a:prstGeom>
          <a:noFill/>
        </p:spPr>
        <p:txBody>
          <a:bodyPr wrap="square" rtlCol="0">
            <a:spAutoFit/>
          </a:bodyPr>
          <a:lstStyle/>
          <a:p>
            <a:r>
              <a:rPr lang="en-US" sz="1200" dirty="0" smtClean="0">
                <a:latin typeface="+mn-lt"/>
              </a:rPr>
              <a:t>(Table can be found on page </a:t>
            </a:r>
            <a:r>
              <a:rPr lang="en-US" sz="1200" dirty="0" smtClean="0">
                <a:latin typeface="+mn-lt"/>
              </a:rPr>
              <a:t>341 </a:t>
            </a:r>
            <a:r>
              <a:rPr lang="en-US" sz="1200" dirty="0" smtClean="0">
                <a:latin typeface="+mn-lt"/>
              </a:rPr>
              <a:t>in textbook)</a:t>
            </a:r>
            <a:endParaRPr lang="en-US" sz="1200" dirty="0">
              <a:latin typeface="+mn-lt"/>
            </a:endParaRPr>
          </a:p>
        </p:txBody>
      </p:sp>
      <p:sp>
        <p:nvSpPr>
          <p:cNvPr id="7" name="Footer Placeholder 6"/>
          <p:cNvSpPr>
            <a:spLocks noGrp="1"/>
          </p:cNvSpPr>
          <p:nvPr>
            <p:ph type="ftr" sz="quarter" idx="11"/>
          </p:nvPr>
        </p:nvSpPr>
        <p:spPr>
          <a:xfrm>
            <a:off x="0" y="6492875"/>
            <a:ext cx="5953125" cy="365125"/>
          </a:xfrm>
        </p:spPr>
        <p:txBody>
          <a:bodyPr/>
          <a:lstStyle/>
          <a:p>
            <a:pPr>
              <a:defRPr/>
            </a:pPr>
            <a:r>
              <a:rPr lang="en-US" sz="1050" dirty="0" smtClean="0"/>
              <a:t>© 2017 Pearson Education, Inc., Hoboken, NJ. All rights reserved.  </a:t>
            </a:r>
            <a:endParaRPr lang="en-US" sz="1050" dirty="0"/>
          </a:p>
        </p:txBody>
      </p:sp>
    </p:spTree>
  </p:cSld>
  <p:clrMapOvr>
    <a:masterClrMapping/>
  </p:clrMapOvr>
  <p:transition spd="med">
    <p:pull/>
  </p:transition>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3" name="Footer Placeholder 2"/>
          <p:cNvSpPr>
            <a:spLocks noGrp="1"/>
          </p:cNvSpPr>
          <p:nvPr>
            <p:ph type="ftr" sz="quarter" idx="11"/>
          </p:nvPr>
        </p:nvSpPr>
        <p:spPr>
          <a:xfrm>
            <a:off x="0" y="6492875"/>
            <a:ext cx="6553200" cy="365125"/>
          </a:xfrm>
        </p:spPr>
        <p:txBody>
          <a:bodyPr/>
          <a:lstStyle/>
          <a:p>
            <a:pPr>
              <a:defRPr/>
            </a:pPr>
            <a:r>
              <a:rPr lang="en-US" sz="1050" dirty="0" smtClean="0"/>
              <a:t>© 2017 Pearson Education, Inc., Hoboken, NJ. All rights reserved.  </a:t>
            </a:r>
            <a:endParaRPr lang="en-US" sz="1050" dirty="0"/>
          </a:p>
        </p:txBody>
      </p:sp>
      <p:pic>
        <p:nvPicPr>
          <p:cNvPr id="5" name="Picture 4" descr="f11.pdf"/>
          <p:cNvPicPr>
            <a:picLocks noChangeAspect="1"/>
          </p:cNvPicPr>
          <p:nvPr/>
        </p:nvPicPr>
        <mc:AlternateContent>
          <mc:Choice xmlns:ma="http://schemas.microsoft.com/office/mac/drawingml/2008/main" Requires="ma">
            <p:blipFill>
              <a:blip r:embed="rId3"/>
              <a:srcRect t="20000" b="11818"/>
              <a:stretch>
                <a:fillRect/>
              </a:stretch>
            </p:blipFill>
          </mc:Choice>
          <mc:Fallback>
            <p:blipFill>
              <a:blip r:embed="rId4"/>
              <a:srcRect t="20000" b="11818"/>
              <a:stretch>
                <a:fillRect/>
              </a:stretch>
            </p:blipFill>
          </mc:Fallback>
        </mc:AlternateContent>
        <p:spPr>
          <a:xfrm>
            <a:off x="914400" y="0"/>
            <a:ext cx="7785537" cy="6869618"/>
          </a:xfrm>
          <a:prstGeom prst="rect">
            <a:avLst/>
          </a:prstGeom>
        </p:spPr>
      </p:pic>
    </p:spTree>
  </p:cSld>
  <p:clrMapOvr>
    <a:masterClrMapping/>
  </p:clrMapOvr>
  <p:transition>
    <p:dissolve/>
  </p:transition>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4" name="Footer Placeholder 3"/>
          <p:cNvSpPr>
            <a:spLocks noGrp="1"/>
          </p:cNvSpPr>
          <p:nvPr>
            <p:ph type="ftr" sz="quarter" idx="11"/>
          </p:nvPr>
        </p:nvSpPr>
        <p:spPr>
          <a:xfrm>
            <a:off x="0" y="6492875"/>
            <a:ext cx="5562600" cy="365125"/>
          </a:xfrm>
        </p:spPr>
        <p:txBody>
          <a:bodyPr/>
          <a:lstStyle/>
          <a:p>
            <a:pPr>
              <a:defRPr/>
            </a:pPr>
            <a:r>
              <a:rPr lang="en-US" sz="1050" dirty="0" smtClean="0"/>
              <a:t>© 2017 Pearson Education, Inc., Hoboken, NJ. All rights reserved.  </a:t>
            </a:r>
            <a:endParaRPr lang="en-US" sz="1050" dirty="0"/>
          </a:p>
        </p:txBody>
      </p:sp>
      <p:pic>
        <p:nvPicPr>
          <p:cNvPr id="5" name="Picture 4" descr="f12.pdf"/>
          <p:cNvPicPr>
            <a:picLocks noChangeAspect="1"/>
          </p:cNvPicPr>
          <p:nvPr/>
        </p:nvPicPr>
        <mc:AlternateContent>
          <mc:Choice xmlns:ma="http://schemas.microsoft.com/office/mac/drawingml/2008/main" Requires="ma">
            <p:blipFill>
              <a:blip r:embed="rId3"/>
              <a:srcRect t="29091" b="22727"/>
              <a:stretch>
                <a:fillRect/>
              </a:stretch>
            </p:blipFill>
          </mc:Choice>
          <mc:Fallback>
            <p:blipFill>
              <a:blip r:embed="rId4"/>
              <a:srcRect t="29091" b="22727"/>
              <a:stretch>
                <a:fillRect/>
              </a:stretch>
            </p:blipFill>
          </mc:Fallback>
        </mc:AlternateContent>
        <p:spPr>
          <a:xfrm>
            <a:off x="67020" y="381000"/>
            <a:ext cx="9076980" cy="5659784"/>
          </a:xfrm>
          <a:prstGeom prst="rect">
            <a:avLst/>
          </a:prstGeom>
        </p:spPr>
      </p:pic>
    </p:spTree>
  </p:cSld>
  <p:clrMapOvr>
    <a:masterClrMapping/>
  </p:clrMapOvr>
  <p:transition spd="med">
    <p:wipe dir="d"/>
  </p:transition>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3" name="TextBox 2"/>
          <p:cNvSpPr txBox="1"/>
          <p:nvPr/>
        </p:nvSpPr>
        <p:spPr>
          <a:xfrm>
            <a:off x="7543800" y="5867400"/>
            <a:ext cx="1600200" cy="646331"/>
          </a:xfrm>
          <a:prstGeom prst="rect">
            <a:avLst/>
          </a:prstGeom>
          <a:noFill/>
        </p:spPr>
        <p:txBody>
          <a:bodyPr wrap="square" rtlCol="0">
            <a:spAutoFit/>
          </a:bodyPr>
          <a:lstStyle/>
          <a:p>
            <a:pPr algn="ctr"/>
            <a:r>
              <a:rPr lang="en-US" sz="1200" dirty="0" smtClean="0">
                <a:latin typeface="+mn-lt"/>
              </a:rPr>
              <a:t>(Figure can be found on</a:t>
            </a:r>
            <a:r>
              <a:rPr lang="en-US" sz="1200" dirty="0" smtClean="0">
                <a:latin typeface="+mn-lt"/>
              </a:rPr>
              <a:t> page 345 </a:t>
            </a:r>
            <a:r>
              <a:rPr lang="en-US" sz="1200" dirty="0" smtClean="0">
                <a:latin typeface="+mn-lt"/>
              </a:rPr>
              <a:t>in textbook)</a:t>
            </a:r>
            <a:endParaRPr lang="en-US" sz="1200" dirty="0">
              <a:latin typeface="+mn-lt"/>
            </a:endParaRPr>
          </a:p>
        </p:txBody>
      </p:sp>
      <p:sp>
        <p:nvSpPr>
          <p:cNvPr id="5" name="Footer Placeholder 4"/>
          <p:cNvSpPr>
            <a:spLocks noGrp="1"/>
          </p:cNvSpPr>
          <p:nvPr>
            <p:ph type="ftr" sz="quarter" idx="11"/>
          </p:nvPr>
        </p:nvSpPr>
        <p:spPr>
          <a:xfrm>
            <a:off x="0" y="6492875"/>
            <a:ext cx="5257800" cy="365125"/>
          </a:xfrm>
        </p:spPr>
        <p:txBody>
          <a:bodyPr/>
          <a:lstStyle/>
          <a:p>
            <a:pPr>
              <a:defRPr/>
            </a:pPr>
            <a:r>
              <a:rPr lang="en-US" sz="1000" dirty="0" smtClean="0"/>
              <a:t>© 2017 Pearson Education, Inc., Hoboken, NJ. All rights reserved.  </a:t>
            </a:r>
            <a:endParaRPr lang="en-US" sz="1000" dirty="0"/>
          </a:p>
        </p:txBody>
      </p:sp>
      <p:pic>
        <p:nvPicPr>
          <p:cNvPr id="19" name="Picture 18" descr="f13.pdf"/>
          <p:cNvPicPr>
            <a:picLocks noChangeAspect="1"/>
          </p:cNvPicPr>
          <p:nvPr/>
        </p:nvPicPr>
        <mc:AlternateContent>
          <mc:Choice xmlns:ma="http://schemas.microsoft.com/office/mac/drawingml/2008/main" Requires="ma">
            <p:blipFill>
              <a:blip r:embed="rId3"/>
              <a:srcRect l="5882" t="4545" r="4706" b="10909"/>
              <a:stretch>
                <a:fillRect/>
              </a:stretch>
            </p:blipFill>
          </mc:Choice>
          <mc:Fallback>
            <p:blipFill>
              <a:blip r:embed="rId4"/>
              <a:srcRect l="5882" t="4545" r="4706" b="10909"/>
              <a:stretch>
                <a:fillRect/>
              </a:stretch>
            </p:blipFill>
          </mc:Fallback>
        </mc:AlternateContent>
        <p:spPr>
          <a:xfrm>
            <a:off x="2362200" y="-42166"/>
            <a:ext cx="5638800" cy="6900166"/>
          </a:xfrm>
          <a:prstGeom prst="rect">
            <a:avLst/>
          </a:prstGeom>
        </p:spPr>
      </p:pic>
    </p:spTree>
  </p:cSld>
  <p:clrMapOvr>
    <a:masterClrMapping/>
  </p:clrMapOvr>
  <p:transition spd="med">
    <p:wipe dir="r"/>
  </p:transition>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SHA-3</a:t>
            </a:r>
          </a:p>
        </p:txBody>
      </p:sp>
      <p:graphicFrame>
        <p:nvGraphicFramePr>
          <p:cNvPr id="4" name="Content Placeholder 3"/>
          <p:cNvGraphicFramePr>
            <a:graphicFrameLocks noGrp="1"/>
          </p:cNvGraphicFramePr>
          <p:nvPr>
            <p:ph idx="1"/>
          </p:nvPr>
        </p:nvGraphicFramePr>
        <p:xfrm>
          <a:off x="304800" y="1676401"/>
          <a:ext cx="8610599" cy="4876799"/>
        </p:xfrm>
        <a:graphic>
          <a:graphicData uri="http://schemas.openxmlformats.org/drawingml/2006/diagram">
            <a:relIds xmlns:dgm="http://schemas.openxmlformats.org/drawingml/2006/diagram" xmlns:r="http://schemas.openxmlformats.org/officeDocument/2006/relationships" r:dm="rId3" r:lo="rId4" r:qs="rId5" r:cs="rId6"/>
          </a:graphicData>
        </a:graphic>
      </p:graphicFrame>
      <p:sp>
        <p:nvSpPr>
          <p:cNvPr id="5" name="Footer Placeholder 4"/>
          <p:cNvSpPr>
            <a:spLocks noGrp="1"/>
          </p:cNvSpPr>
          <p:nvPr>
            <p:ph type="ftr" sz="quarter" idx="11"/>
          </p:nvPr>
        </p:nvSpPr>
        <p:spPr>
          <a:xfrm>
            <a:off x="0" y="6492875"/>
            <a:ext cx="4267200" cy="365125"/>
          </a:xfrm>
        </p:spPr>
        <p:txBody>
          <a:bodyPr/>
          <a:lstStyle/>
          <a:p>
            <a:pPr>
              <a:defRPr/>
            </a:pPr>
            <a:r>
              <a:rPr lang="en-US" sz="1000" dirty="0" smtClean="0"/>
              <a:t>© 2017 Pearson Education, Inc., Hoboken, NJ. All rights reserved</a:t>
            </a:r>
            <a:r>
              <a:rPr lang="en-US" dirty="0" smtClean="0"/>
              <a:t>.  </a:t>
            </a:r>
            <a:endParaRPr lang="en-US" dirty="0"/>
          </a:p>
        </p:txBody>
      </p:sp>
    </p:spTree>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The Sponge Construction</a:t>
            </a:r>
          </a:p>
        </p:txBody>
      </p:sp>
      <p:sp>
        <p:nvSpPr>
          <p:cNvPr id="3" name="Content Placeholder 2"/>
          <p:cNvSpPr>
            <a:spLocks noGrp="1"/>
          </p:cNvSpPr>
          <p:nvPr>
            <p:ph idx="1"/>
          </p:nvPr>
        </p:nvSpPr>
        <p:spPr/>
        <p:txBody>
          <a:bodyPr>
            <a:normAutofit fontScale="77500" lnSpcReduction="20000"/>
          </a:bodyPr>
          <a:lstStyle/>
          <a:p>
            <a:r>
              <a:rPr lang="en-US" dirty="0" smtClean="0"/>
              <a:t>Underlying structure of SHA-3 is a scheme referred to by its designers as a </a:t>
            </a:r>
            <a:r>
              <a:rPr lang="en-US" i="1" dirty="0" smtClean="0"/>
              <a:t>sponge construction</a:t>
            </a:r>
          </a:p>
          <a:p>
            <a:r>
              <a:rPr lang="en-US" dirty="0" smtClean="0"/>
              <a:t>Takes an input message and partitions it into fixed-size blocks</a:t>
            </a:r>
          </a:p>
          <a:p>
            <a:r>
              <a:rPr lang="en-US" dirty="0" smtClean="0"/>
              <a:t>Each block is processed in turn with the output of each iteration fed into the next iteration, finally producing an output block</a:t>
            </a:r>
          </a:p>
          <a:p>
            <a:r>
              <a:rPr lang="en-US" dirty="0" smtClean="0"/>
              <a:t> The sponge function is defined by three parameters:</a:t>
            </a:r>
          </a:p>
          <a:p>
            <a:pPr lvl="1"/>
            <a:r>
              <a:rPr lang="en-US" dirty="0" smtClean="0"/>
              <a:t>f =  the internal function used to process each input block</a:t>
            </a:r>
          </a:p>
          <a:p>
            <a:pPr lvl="1"/>
            <a:r>
              <a:rPr lang="en-US" dirty="0" smtClean="0"/>
              <a:t>r =  the size in bits of the input blocks, called the </a:t>
            </a:r>
            <a:r>
              <a:rPr lang="en-US" i="1" dirty="0" smtClean="0"/>
              <a:t>bitrate</a:t>
            </a:r>
          </a:p>
          <a:p>
            <a:pPr lvl="1"/>
            <a:r>
              <a:rPr lang="en-US" dirty="0" smtClean="0"/>
              <a:t>pad =  the padding algorithm</a:t>
            </a:r>
          </a:p>
        </p:txBody>
      </p:sp>
      <p:pic>
        <p:nvPicPr>
          <p:cNvPr id="4" name="Picture 3"/>
          <p:cNvPicPr>
            <a:picLocks noChangeAspect="1"/>
          </p:cNvPicPr>
          <p:nvPr/>
        </p:nvPicPr>
        <p:blipFill>
          <a:blip r:embed="rId3"/>
          <a:stretch>
            <a:fillRect/>
          </a:stretch>
        </p:blipFill>
        <p:spPr>
          <a:xfrm rot="20541565">
            <a:off x="7464018" y="5479439"/>
            <a:ext cx="1384300" cy="1196951"/>
          </a:xfrm>
          <a:prstGeom prst="rect">
            <a:avLst/>
          </a:prstGeom>
        </p:spPr>
      </p:pic>
      <p:sp>
        <p:nvSpPr>
          <p:cNvPr id="5" name="Footer Placeholder 4"/>
          <p:cNvSpPr>
            <a:spLocks noGrp="1"/>
          </p:cNvSpPr>
          <p:nvPr>
            <p:ph type="ftr" sz="quarter" idx="11"/>
          </p:nvPr>
        </p:nvSpPr>
        <p:spPr>
          <a:xfrm>
            <a:off x="0" y="6492875"/>
            <a:ext cx="5410200" cy="365125"/>
          </a:xfrm>
        </p:spPr>
        <p:txBody>
          <a:bodyPr/>
          <a:lstStyle/>
          <a:p>
            <a:pPr>
              <a:defRPr/>
            </a:pPr>
            <a:r>
              <a:rPr lang="en-US" sz="1000" dirty="0" smtClean="0"/>
              <a:t>© 2017 Pearson Education, Inc., Hoboken, NJ. All rights reserved.  </a:t>
            </a:r>
            <a:endParaRPr lang="en-US" sz="1000" dirty="0"/>
          </a:p>
        </p:txBody>
      </p:sp>
    </p:spTree>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pic>
        <p:nvPicPr>
          <p:cNvPr id="4" name="Picture 3" descr="f14.pdf"/>
          <p:cNvPicPr>
            <a:picLocks noChangeAspect="1"/>
          </p:cNvPicPr>
          <p:nvPr/>
        </p:nvPicPr>
        <mc:AlternateContent>
          <mc:Choice xmlns:ma="http://schemas.microsoft.com/office/mac/drawingml/2008/main" Requires="ma">
            <p:blipFill>
              <a:blip r:embed="rId3"/>
              <a:srcRect l="9412" t="8182" r="2353" b="30000"/>
              <a:stretch>
                <a:fillRect/>
              </a:stretch>
            </p:blipFill>
          </mc:Choice>
          <mc:Fallback>
            <p:blipFill>
              <a:blip r:embed="rId4"/>
              <a:srcRect l="9412" t="8182" r="2353" b="30000"/>
              <a:stretch>
                <a:fillRect/>
              </a:stretch>
            </p:blipFill>
          </mc:Fallback>
        </mc:AlternateContent>
        <p:spPr>
          <a:xfrm>
            <a:off x="914399" y="1"/>
            <a:ext cx="7563823" cy="6858000"/>
          </a:xfrm>
          <a:prstGeom prst="rect">
            <a:avLst/>
          </a:prstGeom>
        </p:spPr>
      </p:pic>
      <p:sp>
        <p:nvSpPr>
          <p:cNvPr id="3" name="Footer Placeholder 2"/>
          <p:cNvSpPr>
            <a:spLocks noGrp="1"/>
          </p:cNvSpPr>
          <p:nvPr>
            <p:ph type="ftr" sz="quarter" idx="11"/>
          </p:nvPr>
        </p:nvSpPr>
        <p:spPr>
          <a:xfrm>
            <a:off x="0" y="6492875"/>
            <a:ext cx="5029200" cy="365125"/>
          </a:xfrm>
        </p:spPr>
        <p:txBody>
          <a:bodyPr/>
          <a:lstStyle/>
          <a:p>
            <a:pPr>
              <a:defRPr/>
            </a:pPr>
            <a:r>
              <a:rPr lang="en-US" sz="1000" dirty="0" smtClean="0"/>
              <a:t>© 2017 Pearson Education, Inc., Hoboken, NJ. All rights reserved.  </a:t>
            </a:r>
            <a:endParaRPr lang="en-US" sz="1000" dirty="0"/>
          </a:p>
        </p:txBody>
      </p:sp>
    </p:spTree>
  </p:cSld>
  <p:clrMapOvr>
    <a:masterClrMapping/>
  </p:clrMapOvr>
  <p:transition>
    <p:dissolve/>
  </p:transition>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pic>
        <p:nvPicPr>
          <p:cNvPr id="2" name="Picture 1" descr="f15.pdf"/>
          <p:cNvPicPr>
            <a:picLocks noChangeAspect="1"/>
          </p:cNvPicPr>
          <p:nvPr/>
        </p:nvPicPr>
        <mc:AlternateContent>
          <mc:Choice xmlns:ma="http://schemas.microsoft.com/office/mac/drawingml/2008/main" Requires="ma">
            <p:blipFill>
              <a:blip r:embed="rId3"/>
              <a:srcRect l="5882" t="3636" r="3529" b="9091"/>
              <a:stretch>
                <a:fillRect/>
              </a:stretch>
            </p:blipFill>
          </mc:Choice>
          <mc:Fallback>
            <p:blipFill>
              <a:blip r:embed="rId4"/>
              <a:srcRect l="5882" t="3636" r="3529" b="9091"/>
              <a:stretch>
                <a:fillRect/>
              </a:stretch>
            </p:blipFill>
          </mc:Fallback>
        </mc:AlternateContent>
        <p:spPr>
          <a:xfrm>
            <a:off x="1752600" y="0"/>
            <a:ext cx="5424459" cy="6762997"/>
          </a:xfrm>
          <a:prstGeom prst="rect">
            <a:avLst/>
          </a:prstGeom>
        </p:spPr>
      </p:pic>
      <p:sp>
        <p:nvSpPr>
          <p:cNvPr id="3" name="Footer Placeholder 2"/>
          <p:cNvSpPr>
            <a:spLocks noGrp="1"/>
          </p:cNvSpPr>
          <p:nvPr>
            <p:ph type="ftr" sz="quarter" idx="11"/>
          </p:nvPr>
        </p:nvSpPr>
        <p:spPr>
          <a:xfrm>
            <a:off x="0" y="6492875"/>
            <a:ext cx="4191000" cy="365125"/>
          </a:xfrm>
        </p:spPr>
        <p:txBody>
          <a:bodyPr/>
          <a:lstStyle/>
          <a:p>
            <a:pPr>
              <a:defRPr/>
            </a:pPr>
            <a:r>
              <a:rPr lang="en-US" sz="1000" dirty="0" smtClean="0"/>
              <a:t>© 2017 Pearson Education, Inc., Hoboken, NJ. All rights reserved.  </a:t>
            </a:r>
            <a:endParaRPr lang="en-US" sz="1000" dirty="0"/>
          </a:p>
        </p:txBody>
      </p:sp>
    </p:spTree>
  </p:cSld>
  <p:clrMapOvr>
    <a:masterClrMapping/>
  </p:clrMapOvr>
  <p:transition spd="med">
    <p:wipe/>
  </p:transition>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pic>
        <p:nvPicPr>
          <p:cNvPr id="2" name="Picture 1"/>
          <p:cNvPicPr>
            <a:picLocks noChangeAspect="1"/>
          </p:cNvPicPr>
          <p:nvPr/>
        </p:nvPicPr>
        <mc:AlternateContent>
          <mc:Choice xmlns:ma="http://schemas.microsoft.com/office/mac/drawingml/2008/main" Requires="ma">
            <p:blipFill>
              <a:blip r:embed="rId3"/>
              <a:srcRect r="15031"/>
              <a:stretch>
                <a:fillRect/>
              </a:stretch>
            </p:blipFill>
          </mc:Choice>
          <mc:Fallback>
            <p:blipFill>
              <a:blip r:embed="rId4"/>
              <a:srcRect r="15031"/>
              <a:stretch>
                <a:fillRect/>
              </a:stretch>
            </p:blipFill>
          </mc:Fallback>
        </mc:AlternateContent>
        <p:spPr>
          <a:xfrm>
            <a:off x="381000" y="1295400"/>
            <a:ext cx="8382000" cy="5354584"/>
          </a:xfrm>
          <a:prstGeom prst="rect">
            <a:avLst/>
          </a:prstGeom>
        </p:spPr>
      </p:pic>
      <p:sp>
        <p:nvSpPr>
          <p:cNvPr id="3" name="Rectangle 2"/>
          <p:cNvSpPr/>
          <p:nvPr/>
        </p:nvSpPr>
        <p:spPr>
          <a:xfrm>
            <a:off x="0" y="1"/>
            <a:ext cx="9144000" cy="1261884"/>
          </a:xfrm>
          <a:prstGeom prst="rect">
            <a:avLst/>
          </a:prstGeom>
        </p:spPr>
        <p:txBody>
          <a:bodyPr wrap="square">
            <a:spAutoFit/>
          </a:bodyPr>
          <a:lstStyle/>
          <a:p>
            <a:pPr algn="ctr"/>
            <a:r>
              <a:rPr lang="en-US" sz="4400" dirty="0">
                <a:solidFill>
                  <a:schemeClr val="tx2"/>
                </a:solidFill>
                <a:latin typeface="+mn-lt"/>
                <a:ea typeface="ＭＳ Ｐゴシック" pitchFamily="-84" charset="-128"/>
                <a:cs typeface="ＭＳ Ｐゴシック" pitchFamily="-84" charset="-128"/>
              </a:rPr>
              <a:t>Table 11.5 </a:t>
            </a:r>
            <a:r>
              <a:rPr lang="en-US" sz="4400" dirty="0" smtClean="0">
                <a:solidFill>
                  <a:schemeClr val="tx2"/>
                </a:solidFill>
                <a:latin typeface="+mn-lt"/>
                <a:ea typeface="ＭＳ Ｐゴシック" pitchFamily="-84" charset="-128"/>
                <a:cs typeface="ＭＳ Ｐゴシック" pitchFamily="-84" charset="-128"/>
              </a:rPr>
              <a:t> </a:t>
            </a:r>
          </a:p>
          <a:p>
            <a:pPr algn="ctr"/>
            <a:r>
              <a:rPr lang="en-US" sz="3200" dirty="0" smtClean="0">
                <a:solidFill>
                  <a:schemeClr val="tx2"/>
                </a:solidFill>
                <a:latin typeface="+mn-lt"/>
                <a:ea typeface="ＭＳ Ｐゴシック" pitchFamily="-84" charset="-128"/>
                <a:cs typeface="ＭＳ Ｐゴシック" pitchFamily="-84" charset="-128"/>
              </a:rPr>
              <a:t>SHA</a:t>
            </a:r>
            <a:r>
              <a:rPr lang="en-US" sz="3200" dirty="0">
                <a:solidFill>
                  <a:schemeClr val="tx2"/>
                </a:solidFill>
                <a:latin typeface="+mn-lt"/>
                <a:ea typeface="ＭＳ Ｐゴシック" pitchFamily="-84" charset="-128"/>
                <a:cs typeface="ＭＳ Ｐゴシック" pitchFamily="-84" charset="-128"/>
              </a:rPr>
              <a:t>-3 Parameters </a:t>
            </a:r>
          </a:p>
        </p:txBody>
      </p:sp>
      <p:sp>
        <p:nvSpPr>
          <p:cNvPr id="4" name="Footer Placeholder 3"/>
          <p:cNvSpPr>
            <a:spLocks noGrp="1"/>
          </p:cNvSpPr>
          <p:nvPr>
            <p:ph type="ftr" sz="quarter" idx="11"/>
          </p:nvPr>
        </p:nvSpPr>
        <p:spPr>
          <a:xfrm>
            <a:off x="0" y="6492875"/>
            <a:ext cx="6553200" cy="365125"/>
          </a:xfrm>
        </p:spPr>
        <p:txBody>
          <a:bodyPr/>
          <a:lstStyle/>
          <a:p>
            <a:pPr>
              <a:defRPr/>
            </a:pPr>
            <a:r>
              <a:rPr lang="en-US" sz="1000" dirty="0" smtClean="0"/>
              <a:t>© 2017 Pearson Education, Inc., Hoboken, NJ. All rights reserved.  </a:t>
            </a:r>
            <a:endParaRPr lang="en-US" sz="1000" dirty="0"/>
          </a:p>
        </p:txBody>
      </p:sp>
    </p:spTree>
  </p:cSld>
  <p:clrMapOvr>
    <a:masterClrMapping/>
  </p:clrMapOvr>
  <p:transition spd="med">
    <p:wipe dir="d"/>
  </p:transition>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pic>
        <p:nvPicPr>
          <p:cNvPr id="2" name="Picture 1" descr="f16.pdf"/>
          <p:cNvPicPr>
            <a:picLocks noChangeAspect="1"/>
          </p:cNvPicPr>
          <p:nvPr/>
        </p:nvPicPr>
        <mc:AlternateContent>
          <mc:Choice xmlns:ma="http://schemas.microsoft.com/office/mac/drawingml/2008/main" Requires="ma">
            <p:blipFill>
              <a:blip r:embed="rId3"/>
              <a:srcRect l="2353" t="12727" r="4706" b="36364"/>
              <a:stretch>
                <a:fillRect/>
              </a:stretch>
            </p:blipFill>
          </mc:Choice>
          <mc:Fallback>
            <p:blipFill>
              <a:blip r:embed="rId4"/>
              <a:srcRect l="2353" t="12727" r="4706" b="36364"/>
              <a:stretch>
                <a:fillRect/>
              </a:stretch>
            </p:blipFill>
          </mc:Fallback>
        </mc:AlternateContent>
        <p:spPr>
          <a:xfrm>
            <a:off x="0" y="242110"/>
            <a:ext cx="9144000" cy="6481849"/>
          </a:xfrm>
          <a:prstGeom prst="rect">
            <a:avLst/>
          </a:prstGeom>
        </p:spPr>
      </p:pic>
      <p:sp>
        <p:nvSpPr>
          <p:cNvPr id="3" name="Footer Placeholder 2"/>
          <p:cNvSpPr>
            <a:spLocks noGrp="1"/>
          </p:cNvSpPr>
          <p:nvPr>
            <p:ph type="ftr" sz="quarter" idx="11"/>
          </p:nvPr>
        </p:nvSpPr>
        <p:spPr>
          <a:xfrm>
            <a:off x="0" y="6492875"/>
            <a:ext cx="5791200" cy="365125"/>
          </a:xfrm>
        </p:spPr>
        <p:txBody>
          <a:bodyPr/>
          <a:lstStyle/>
          <a:p>
            <a:pPr>
              <a:defRPr/>
            </a:pPr>
            <a:r>
              <a:rPr lang="en-US" sz="1000" dirty="0" smtClean="0"/>
              <a:t>© 2017 Pearson Education, Inc., Hoboken, NJ. All rights reserved.  </a:t>
            </a:r>
            <a:endParaRPr lang="en-US" sz="1000" dirty="0"/>
          </a:p>
        </p:txBody>
      </p:sp>
    </p:spTree>
  </p:cSld>
  <p:clrMapOvr>
    <a:masterClrMapping/>
  </p:clrMapOvr>
  <p:transition spd="med">
    <p:wipe dir="r"/>
  </p:transition>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pic>
        <p:nvPicPr>
          <p:cNvPr id="2" name="Picture 1" descr="f17.pdf"/>
          <p:cNvPicPr>
            <a:picLocks noChangeAspect="1"/>
          </p:cNvPicPr>
          <p:nvPr/>
        </p:nvPicPr>
        <mc:AlternateContent>
          <mc:Choice xmlns:ma="http://schemas.microsoft.com/office/mac/drawingml/2008/main" Requires="ma">
            <p:blipFill>
              <a:blip r:embed="rId3"/>
              <a:srcRect l="20000" t="1818" r="16471" b="1818"/>
              <a:stretch>
                <a:fillRect/>
              </a:stretch>
            </p:blipFill>
          </mc:Choice>
          <mc:Fallback>
            <p:blipFill>
              <a:blip r:embed="rId4"/>
              <a:srcRect l="20000" t="1818" r="16471" b="1818"/>
              <a:stretch>
                <a:fillRect/>
              </a:stretch>
            </p:blipFill>
          </mc:Fallback>
        </mc:AlternateContent>
        <p:spPr>
          <a:xfrm>
            <a:off x="5105400" y="0"/>
            <a:ext cx="3493686" cy="6858000"/>
          </a:xfrm>
          <a:prstGeom prst="rect">
            <a:avLst/>
          </a:prstGeom>
        </p:spPr>
      </p:pic>
      <p:sp>
        <p:nvSpPr>
          <p:cNvPr id="3" name="Title 2"/>
          <p:cNvSpPr>
            <a:spLocks noGrp="1"/>
          </p:cNvSpPr>
          <p:nvPr>
            <p:ph type="title"/>
          </p:nvPr>
        </p:nvSpPr>
        <p:spPr>
          <a:xfrm>
            <a:off x="381000" y="609600"/>
            <a:ext cx="3612776" cy="2590800"/>
          </a:xfrm>
        </p:spPr>
        <p:txBody>
          <a:bodyPr/>
          <a:lstStyle/>
          <a:p>
            <a:r>
              <a:rPr lang="en-US" dirty="0" smtClean="0"/>
              <a:t>SHA-3 </a:t>
            </a:r>
            <a:br>
              <a:rPr lang="en-US" dirty="0" smtClean="0"/>
            </a:br>
            <a:r>
              <a:rPr lang="en-US" dirty="0" smtClean="0"/>
              <a:t>Iteration Function </a:t>
            </a:r>
            <a:r>
              <a:rPr lang="en-US" i="1" dirty="0" smtClean="0"/>
              <a:t>f</a:t>
            </a:r>
            <a:endParaRPr lang="en-US" dirty="0"/>
          </a:p>
        </p:txBody>
      </p:sp>
      <p:sp>
        <p:nvSpPr>
          <p:cNvPr id="4" name="Footer Placeholder 3"/>
          <p:cNvSpPr>
            <a:spLocks noGrp="1"/>
          </p:cNvSpPr>
          <p:nvPr>
            <p:ph type="ftr" sz="quarter" idx="11"/>
          </p:nvPr>
        </p:nvSpPr>
        <p:spPr>
          <a:xfrm>
            <a:off x="0" y="6492875"/>
            <a:ext cx="4724400" cy="365125"/>
          </a:xfrm>
        </p:spPr>
        <p:txBody>
          <a:bodyPr/>
          <a:lstStyle/>
          <a:p>
            <a:pPr>
              <a:defRPr/>
            </a:pPr>
            <a:r>
              <a:rPr lang="en-US" sz="1000" dirty="0" smtClean="0"/>
              <a:t>© 2017 Pearson Education, Inc., Hoboken, NJ. All rights reserved.  </a:t>
            </a:r>
            <a:endParaRPr lang="en-US" sz="1000" dirty="0"/>
          </a:p>
        </p:txBody>
      </p:sp>
    </p:spTree>
  </p:cSld>
  <p:clrMapOvr>
    <a:masterClrMapping/>
  </p:clrMapOvr>
  <p:transition spd="med">
    <p:wipe dir="u"/>
  </p:transition>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pic>
        <p:nvPicPr>
          <p:cNvPr id="5" name="Picture 4"/>
          <p:cNvPicPr>
            <a:picLocks noChangeAspect="1"/>
          </p:cNvPicPr>
          <p:nvPr/>
        </p:nvPicPr>
        <mc:AlternateContent>
          <mc:Choice xmlns:ma="http://schemas.microsoft.com/office/mac/drawingml/2008/main" Requires="ma">
            <p:blipFill>
              <a:blip r:embed="rId3"/>
              <a:stretch>
                <a:fillRect/>
              </a:stretch>
            </p:blipFill>
          </mc:Choice>
          <mc:Fallback>
            <p:blipFill>
              <a:blip r:embed="rId4"/>
              <a:stretch>
                <a:fillRect/>
              </a:stretch>
            </p:blipFill>
          </mc:Fallback>
        </mc:AlternateContent>
        <p:spPr>
          <a:xfrm>
            <a:off x="2590800" y="152400"/>
            <a:ext cx="6096000" cy="6512197"/>
          </a:xfrm>
          <a:prstGeom prst="rect">
            <a:avLst/>
          </a:prstGeom>
        </p:spPr>
      </p:pic>
      <p:sp>
        <p:nvSpPr>
          <p:cNvPr id="6" name="Rectangle 5"/>
          <p:cNvSpPr/>
          <p:nvPr/>
        </p:nvSpPr>
        <p:spPr>
          <a:xfrm>
            <a:off x="381000" y="838200"/>
            <a:ext cx="2286000" cy="4247317"/>
          </a:xfrm>
          <a:prstGeom prst="rect">
            <a:avLst/>
          </a:prstGeom>
        </p:spPr>
        <p:txBody>
          <a:bodyPr wrap="square">
            <a:spAutoFit/>
          </a:bodyPr>
          <a:lstStyle/>
          <a:p>
            <a:pPr algn="ctr"/>
            <a:r>
              <a:rPr lang="en-US" sz="5400" dirty="0">
                <a:solidFill>
                  <a:schemeClr val="tx2"/>
                </a:solidFill>
                <a:latin typeface="+mn-lt"/>
                <a:ea typeface="ＭＳ Ｐゴシック" pitchFamily="-84" charset="-128"/>
                <a:cs typeface="ＭＳ Ｐゴシック" pitchFamily="-84" charset="-128"/>
              </a:rPr>
              <a:t>Table 11.6  </a:t>
            </a:r>
          </a:p>
          <a:p>
            <a:pPr algn="ctr"/>
            <a:endParaRPr lang="en-US" sz="5400" dirty="0">
              <a:solidFill>
                <a:schemeClr val="tx2"/>
              </a:solidFill>
              <a:latin typeface="+mn-lt"/>
              <a:ea typeface="ＭＳ Ｐゴシック" pitchFamily="-84" charset="-128"/>
              <a:cs typeface="ＭＳ Ｐゴシック" pitchFamily="-84" charset="-128"/>
            </a:endParaRPr>
          </a:p>
          <a:p>
            <a:pPr algn="ctr"/>
            <a:r>
              <a:rPr lang="en-US" sz="3600" dirty="0">
                <a:solidFill>
                  <a:schemeClr val="tx2"/>
                </a:solidFill>
                <a:latin typeface="+mn-lt"/>
                <a:ea typeface="ＭＳ Ｐゴシック" pitchFamily="-84" charset="-128"/>
                <a:cs typeface="ＭＳ Ｐゴシック" pitchFamily="-84" charset="-128"/>
              </a:rPr>
              <a:t>Step Functions </a:t>
            </a:r>
          </a:p>
          <a:p>
            <a:pPr algn="ctr"/>
            <a:r>
              <a:rPr lang="en-US" sz="3600" dirty="0">
                <a:solidFill>
                  <a:schemeClr val="tx2"/>
                </a:solidFill>
                <a:latin typeface="+mn-lt"/>
                <a:ea typeface="ＭＳ Ｐゴシック" pitchFamily="-84" charset="-128"/>
                <a:cs typeface="ＭＳ Ｐゴシック" pitchFamily="-84" charset="-128"/>
              </a:rPr>
              <a:t>in SHA-3 </a:t>
            </a:r>
          </a:p>
        </p:txBody>
      </p:sp>
      <p:sp>
        <p:nvSpPr>
          <p:cNvPr id="4" name="Footer Placeholder 3"/>
          <p:cNvSpPr>
            <a:spLocks noGrp="1"/>
          </p:cNvSpPr>
          <p:nvPr>
            <p:ph type="ftr" sz="quarter" idx="11"/>
          </p:nvPr>
        </p:nvSpPr>
        <p:spPr>
          <a:xfrm>
            <a:off x="0" y="6492875"/>
            <a:ext cx="4800600" cy="365125"/>
          </a:xfrm>
        </p:spPr>
        <p:txBody>
          <a:bodyPr/>
          <a:lstStyle/>
          <a:p>
            <a:pPr>
              <a:defRPr/>
            </a:pPr>
            <a:r>
              <a:rPr lang="en-US" sz="1000" dirty="0" smtClean="0"/>
              <a:t>© 2017 Pearson Education, Inc., Hoboken, NJ. All rights reserved.  </a:t>
            </a:r>
            <a:endParaRPr lang="en-US" sz="1000" dirty="0"/>
          </a:p>
        </p:txBody>
      </p:sp>
    </p:spTree>
  </p:cSld>
  <p:clrMapOvr>
    <a:masterClrMapping/>
  </p:clrMapOvr>
  <p:transition>
    <p:dissolve/>
  </p:transition>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pic>
        <p:nvPicPr>
          <p:cNvPr id="2" name="Picture 1" descr="f18.pdf"/>
          <p:cNvPicPr>
            <a:picLocks noChangeAspect="1"/>
          </p:cNvPicPr>
          <p:nvPr/>
        </p:nvPicPr>
        <mc:AlternateContent>
          <mc:Choice xmlns:ma="http://schemas.microsoft.com/office/mac/drawingml/2008/main" Requires="ma">
            <p:blipFill>
              <a:blip r:embed="rId3"/>
              <a:srcRect l="7059" t="3636" r="4706" b="20000"/>
              <a:stretch>
                <a:fillRect/>
              </a:stretch>
            </p:blipFill>
          </mc:Choice>
          <mc:Fallback>
            <p:blipFill>
              <a:blip r:embed="rId4"/>
              <a:srcRect l="7059" t="3636" r="4706" b="20000"/>
              <a:stretch>
                <a:fillRect/>
              </a:stretch>
            </p:blipFill>
          </mc:Fallback>
        </mc:AlternateContent>
        <p:spPr>
          <a:xfrm>
            <a:off x="1447800" y="0"/>
            <a:ext cx="5943600" cy="6656928"/>
          </a:xfrm>
          <a:prstGeom prst="rect">
            <a:avLst/>
          </a:prstGeom>
        </p:spPr>
      </p:pic>
      <p:sp>
        <p:nvSpPr>
          <p:cNvPr id="3" name="Footer Placeholder 2"/>
          <p:cNvSpPr>
            <a:spLocks noGrp="1"/>
          </p:cNvSpPr>
          <p:nvPr>
            <p:ph type="ftr" sz="quarter" idx="11"/>
          </p:nvPr>
        </p:nvSpPr>
        <p:spPr>
          <a:xfrm>
            <a:off x="0" y="6492875"/>
            <a:ext cx="5105400" cy="365125"/>
          </a:xfrm>
        </p:spPr>
        <p:txBody>
          <a:bodyPr/>
          <a:lstStyle/>
          <a:p>
            <a:pPr>
              <a:defRPr/>
            </a:pPr>
            <a:r>
              <a:rPr lang="en-US" sz="1000" dirty="0" smtClean="0"/>
              <a:t>© 2017 Pearson Education, Inc., Hoboken, NJ. All rights reserved.  </a:t>
            </a:r>
            <a:endParaRPr lang="en-US" sz="1000" dirty="0"/>
          </a:p>
        </p:txBody>
      </p:sp>
    </p:spTree>
  </p:cSld>
  <p:clrMapOvr>
    <a:masterClrMapping/>
  </p:clrMapOvr>
  <p:transition spd="med">
    <p:pull dir="ld"/>
  </p:transition>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pic>
        <p:nvPicPr>
          <p:cNvPr id="4" name="Picture 3" descr="f19.pdf"/>
          <p:cNvPicPr>
            <a:picLocks noChangeAspect="1"/>
          </p:cNvPicPr>
          <p:nvPr/>
        </p:nvPicPr>
        <mc:AlternateContent>
          <mc:Choice xmlns:ma="http://schemas.microsoft.com/office/mac/drawingml/2008/main" Requires="ma">
            <p:blipFill>
              <a:blip r:embed="rId3"/>
              <a:srcRect l="14118" t="9091" r="14118" b="17273"/>
              <a:stretch>
                <a:fillRect/>
              </a:stretch>
            </p:blipFill>
          </mc:Choice>
          <mc:Fallback>
            <p:blipFill>
              <a:blip r:embed="rId4"/>
              <a:srcRect l="14118" t="9091" r="14118" b="17273"/>
              <a:stretch>
                <a:fillRect/>
              </a:stretch>
            </p:blipFill>
          </mc:Fallback>
        </mc:AlternateContent>
        <p:spPr>
          <a:xfrm>
            <a:off x="1905000" y="0"/>
            <a:ext cx="5049817" cy="6705600"/>
          </a:xfrm>
          <a:prstGeom prst="rect">
            <a:avLst/>
          </a:prstGeom>
        </p:spPr>
      </p:pic>
      <p:sp>
        <p:nvSpPr>
          <p:cNvPr id="3" name="Footer Placeholder 2"/>
          <p:cNvSpPr>
            <a:spLocks noGrp="1"/>
          </p:cNvSpPr>
          <p:nvPr>
            <p:ph type="ftr" sz="quarter" idx="11"/>
          </p:nvPr>
        </p:nvSpPr>
        <p:spPr>
          <a:xfrm>
            <a:off x="0" y="6492875"/>
            <a:ext cx="5257800" cy="365125"/>
          </a:xfrm>
        </p:spPr>
        <p:txBody>
          <a:bodyPr/>
          <a:lstStyle/>
          <a:p>
            <a:pPr>
              <a:defRPr/>
            </a:pPr>
            <a:r>
              <a:rPr lang="en-US" sz="1000" dirty="0" smtClean="0"/>
              <a:t>© 2017 Pearson Education, Inc., Hoboken, NJ. All rights reserved.  </a:t>
            </a:r>
            <a:endParaRPr lang="en-US" sz="1000" dirty="0"/>
          </a:p>
        </p:txBody>
      </p:sp>
    </p:spTree>
  </p:cSld>
  <p:clrMapOvr>
    <a:masterClrMapping/>
  </p:clrMapOvr>
  <p:transition spd="med">
    <p:pull dir="rd"/>
  </p:transition>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 name="Footer Placeholder 1"/>
          <p:cNvSpPr>
            <a:spLocks noGrp="1"/>
          </p:cNvSpPr>
          <p:nvPr>
            <p:ph type="ftr" sz="quarter" idx="11"/>
          </p:nvPr>
        </p:nvSpPr>
        <p:spPr>
          <a:xfrm>
            <a:off x="0" y="6492875"/>
            <a:ext cx="6248400" cy="365125"/>
          </a:xfrm>
        </p:spPr>
        <p:txBody>
          <a:bodyPr/>
          <a:lstStyle/>
          <a:p>
            <a:pPr>
              <a:defRPr/>
            </a:pPr>
            <a:r>
              <a:rPr lang="en-US" sz="1000" dirty="0" smtClean="0"/>
              <a:t>© 2017 Pearson Education, Inc., Hoboken, NJ. All rights reserved.  </a:t>
            </a:r>
            <a:endParaRPr lang="en-US" sz="1000" dirty="0"/>
          </a:p>
        </p:txBody>
      </p:sp>
      <p:graphicFrame>
        <p:nvGraphicFramePr>
          <p:cNvPr id="115716" name="Object 4"/>
          <p:cNvGraphicFramePr>
            <a:graphicFrameLocks noChangeAspect="1"/>
          </p:cNvGraphicFramePr>
          <p:nvPr/>
        </p:nvGraphicFramePr>
        <p:xfrm>
          <a:off x="304800" y="2133600"/>
          <a:ext cx="7209258" cy="3498850"/>
        </p:xfrm>
        <a:graphic>
          <a:graphicData uri="http://schemas.openxmlformats.org/presentationml/2006/ole">
            <p:oleObj spid="_x0000_s115716" name="Document" r:id="rId4" imgW="5626100" imgH="2730500" progId="Word.Document.12">
              <p:link updateAutomatic="1"/>
            </p:oleObj>
          </a:graphicData>
        </a:graphic>
      </p:graphicFrame>
      <p:pic>
        <p:nvPicPr>
          <p:cNvPr id="13" name="Picture 12"/>
          <p:cNvPicPr>
            <a:picLocks noChangeAspect="1"/>
          </p:cNvPicPr>
          <p:nvPr/>
        </p:nvPicPr>
        <mc:AlternateContent>
          <mc:Choice xmlns:ma="http://schemas.microsoft.com/office/mac/drawingml/2008/main" Requires="ma">
            <p:blipFill>
              <a:blip r:embed="rId5"/>
              <a:srcRect r="51106"/>
              <a:stretch>
                <a:fillRect/>
              </a:stretch>
            </p:blipFill>
          </mc:Choice>
          <mc:Fallback>
            <p:blipFill>
              <a:blip r:embed="rId6"/>
              <a:srcRect r="51106"/>
              <a:stretch>
                <a:fillRect/>
              </a:stretch>
            </p:blipFill>
          </mc:Fallback>
        </mc:AlternateContent>
        <p:spPr>
          <a:xfrm>
            <a:off x="4953000" y="2133600"/>
            <a:ext cx="3879850" cy="3561808"/>
          </a:xfrm>
          <a:prstGeom prst="rect">
            <a:avLst/>
          </a:prstGeom>
        </p:spPr>
      </p:pic>
      <p:sp>
        <p:nvSpPr>
          <p:cNvPr id="14" name="TextBox 13"/>
          <p:cNvSpPr txBox="1"/>
          <p:nvPr/>
        </p:nvSpPr>
        <p:spPr>
          <a:xfrm>
            <a:off x="0" y="228600"/>
            <a:ext cx="9144000" cy="1446550"/>
          </a:xfrm>
          <a:prstGeom prst="rect">
            <a:avLst/>
          </a:prstGeom>
          <a:noFill/>
        </p:spPr>
        <p:txBody>
          <a:bodyPr wrap="square" rtlCol="0">
            <a:spAutoFit/>
          </a:bodyPr>
          <a:lstStyle/>
          <a:p>
            <a:pPr algn="ctr"/>
            <a:r>
              <a:rPr lang="en-US" sz="4400" dirty="0" smtClean="0">
                <a:latin typeface="+mn-lt"/>
              </a:rPr>
              <a:t>Table 11.8 </a:t>
            </a:r>
            <a:r>
              <a:rPr lang="en-US" sz="4400" dirty="0" smtClean="0">
                <a:latin typeface="+mn-lt"/>
              </a:rPr>
              <a:t> </a:t>
            </a:r>
          </a:p>
          <a:p>
            <a:pPr algn="ctr"/>
            <a:r>
              <a:rPr lang="en-US" sz="4400" dirty="0" smtClean="0">
                <a:latin typeface="+mn-lt"/>
              </a:rPr>
              <a:t>Round </a:t>
            </a:r>
            <a:r>
              <a:rPr lang="en-US" sz="4400" dirty="0" smtClean="0">
                <a:latin typeface="+mn-lt"/>
              </a:rPr>
              <a:t>Constants in SHA-3 </a:t>
            </a:r>
            <a:endParaRPr lang="en-US" sz="4400" dirty="0">
              <a:latin typeface="+mn-lt"/>
            </a:endParaRPr>
          </a:p>
        </p:txBody>
      </p:sp>
    </p:spTree>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130050" name="Rectangle 2"/>
          <p:cNvSpPr>
            <a:spLocks noGrp="1" noChangeArrowheads="1"/>
          </p:cNvSpPr>
          <p:nvPr>
            <p:ph type="title"/>
          </p:nvPr>
        </p:nvSpPr>
        <p:spPr/>
        <p:txBody>
          <a:bodyPr/>
          <a:lstStyle/>
          <a:p>
            <a:r>
              <a:rPr lang="en-US" dirty="0" smtClean="0"/>
              <a:t>Summary</a:t>
            </a:r>
            <a:endParaRPr lang="en-AU" dirty="0" smtClean="0"/>
          </a:p>
        </p:txBody>
      </p:sp>
      <p:sp>
        <p:nvSpPr>
          <p:cNvPr id="130051" name="Rectangle 3"/>
          <p:cNvSpPr>
            <a:spLocks noGrp="1" noChangeArrowheads="1"/>
          </p:cNvSpPr>
          <p:nvPr>
            <p:ph sz="half" idx="1"/>
          </p:nvPr>
        </p:nvSpPr>
        <p:spPr>
          <a:xfrm>
            <a:off x="533400" y="1752600"/>
            <a:ext cx="3565525" cy="4778375"/>
          </a:xfrm>
        </p:spPr>
        <p:txBody>
          <a:bodyPr>
            <a:normAutofit fontScale="92500" lnSpcReduction="10000"/>
          </a:bodyPr>
          <a:lstStyle/>
          <a:p>
            <a:r>
              <a:rPr lang="en-US" dirty="0" smtClean="0"/>
              <a:t>Applications of cryptographic hash functions</a:t>
            </a:r>
          </a:p>
          <a:p>
            <a:pPr lvl="1"/>
            <a:r>
              <a:rPr lang="en-US" dirty="0" smtClean="0"/>
              <a:t>Message authentication</a:t>
            </a:r>
          </a:p>
          <a:p>
            <a:pPr lvl="1"/>
            <a:r>
              <a:rPr lang="en-US" dirty="0" smtClean="0"/>
              <a:t>Digital signatures</a:t>
            </a:r>
          </a:p>
          <a:p>
            <a:pPr lvl="1"/>
            <a:r>
              <a:rPr lang="en-US" dirty="0" smtClean="0"/>
              <a:t>Other applications</a:t>
            </a:r>
          </a:p>
          <a:p>
            <a:r>
              <a:rPr lang="en-US" dirty="0" smtClean="0"/>
              <a:t>Requirements and security</a:t>
            </a:r>
          </a:p>
          <a:p>
            <a:pPr lvl="1"/>
            <a:r>
              <a:rPr lang="en-US" dirty="0" smtClean="0"/>
              <a:t>Security requirements for cryptographic hash functions</a:t>
            </a:r>
          </a:p>
          <a:p>
            <a:pPr lvl="1"/>
            <a:r>
              <a:rPr lang="en-US" dirty="0" smtClean="0"/>
              <a:t>Brute-force attacks</a:t>
            </a:r>
          </a:p>
          <a:p>
            <a:pPr lvl="1"/>
            <a:r>
              <a:rPr lang="en-US" dirty="0" smtClean="0"/>
              <a:t>Cryptanalysis </a:t>
            </a:r>
            <a:endParaRPr lang="en-AU" dirty="0" smtClean="0"/>
          </a:p>
        </p:txBody>
      </p:sp>
      <p:sp>
        <p:nvSpPr>
          <p:cNvPr id="130052" name="Content Placeholder 11"/>
          <p:cNvSpPr>
            <a:spLocks noGrp="1"/>
          </p:cNvSpPr>
          <p:nvPr>
            <p:ph sz="half" idx="2"/>
          </p:nvPr>
        </p:nvSpPr>
        <p:spPr>
          <a:xfrm>
            <a:off x="5867400" y="1752600"/>
            <a:ext cx="3124200" cy="4800600"/>
          </a:xfrm>
        </p:spPr>
        <p:txBody>
          <a:bodyPr>
            <a:normAutofit fontScale="92500" lnSpcReduction="10000"/>
          </a:bodyPr>
          <a:lstStyle/>
          <a:p>
            <a:r>
              <a:rPr lang="en-US" dirty="0" smtClean="0"/>
              <a:t>Hash functions based on cipher block chaining</a:t>
            </a:r>
          </a:p>
          <a:p>
            <a:r>
              <a:rPr lang="en-US" dirty="0" smtClean="0"/>
              <a:t>Secure hash algorithm (SHA)</a:t>
            </a:r>
          </a:p>
          <a:p>
            <a:pPr lvl="1"/>
            <a:r>
              <a:rPr lang="en-US" dirty="0" smtClean="0"/>
              <a:t>SHA-512 logic</a:t>
            </a:r>
          </a:p>
          <a:p>
            <a:pPr lvl="1"/>
            <a:r>
              <a:rPr lang="en-US" dirty="0" smtClean="0"/>
              <a:t>SHA-512 round function</a:t>
            </a:r>
          </a:p>
          <a:p>
            <a:r>
              <a:rPr lang="en-US" dirty="0" smtClean="0"/>
              <a:t>SHA-3</a:t>
            </a:r>
          </a:p>
          <a:p>
            <a:pPr lvl="1"/>
            <a:r>
              <a:rPr lang="en-US" dirty="0" smtClean="0"/>
              <a:t>The sponge construction</a:t>
            </a:r>
          </a:p>
          <a:p>
            <a:pPr lvl="1"/>
            <a:r>
              <a:rPr lang="en-US" dirty="0" smtClean="0"/>
              <a:t>The SHA-3 Iteration Function </a:t>
            </a:r>
            <a:r>
              <a:rPr lang="en-US" i="1" dirty="0" smtClean="0"/>
              <a:t>f</a:t>
            </a:r>
            <a:endParaRPr lang="en-US" dirty="0" smtClean="0"/>
          </a:p>
        </p:txBody>
      </p:sp>
      <p:pic>
        <p:nvPicPr>
          <p:cNvPr id="9" name="Picture Placeholder 4" descr="crypto.jpg"/>
          <p:cNvPicPr>
            <a:picLocks noChangeAspect="1"/>
          </p:cNvPicPr>
          <p:nvPr/>
        </p:nvPicPr>
        <p:blipFill>
          <a:blip r:embed="rId3">
            <a:alphaModFix/>
            <a:lum bright="28000"/>
          </a:blip>
          <a:srcRect l="-16674" t="-1111" r="-18211" b="44444"/>
          <a:stretch>
            <a:fillRect/>
          </a:stretch>
        </p:blipFill>
        <p:spPr bwMode="auto">
          <a:xfrm>
            <a:off x="3733800" y="3124200"/>
            <a:ext cx="2109547" cy="1209027"/>
          </a:xfrm>
          <a:prstGeom prst="ellipse">
            <a:avLst/>
          </a:prstGeom>
          <a:solidFill>
            <a:schemeClr val="bg1">
              <a:lumMod val="85000"/>
            </a:schemeClr>
          </a:solidFill>
          <a:ln w="101600">
            <a:noFill/>
            <a:miter lim="800000"/>
            <a:headEnd/>
            <a:tailEnd/>
          </a:ln>
          <a:effectLst>
            <a:innerShdw blurRad="762000">
              <a:schemeClr val="accent1">
                <a:alpha val="80000"/>
              </a:schemeClr>
            </a:innerShdw>
            <a:softEdge rad="76200"/>
          </a:effectLst>
        </p:spPr>
      </p:pic>
      <p:sp>
        <p:nvSpPr>
          <p:cNvPr id="6" name="Footer Placeholder 5"/>
          <p:cNvSpPr>
            <a:spLocks noGrp="1"/>
          </p:cNvSpPr>
          <p:nvPr>
            <p:ph type="ftr" sz="quarter" idx="11"/>
          </p:nvPr>
        </p:nvSpPr>
        <p:spPr>
          <a:xfrm>
            <a:off x="0" y="6492875"/>
            <a:ext cx="5638800" cy="365125"/>
          </a:xfrm>
        </p:spPr>
        <p:txBody>
          <a:bodyPr/>
          <a:lstStyle/>
          <a:p>
            <a:pPr>
              <a:defRPr/>
            </a:pPr>
            <a:r>
              <a:rPr lang="en-US" sz="1000" dirty="0" smtClean="0"/>
              <a:t>© 2017 Pearson Education, Inc., Hoboken, NJ. All rights reserved.  </a:t>
            </a:r>
            <a:endParaRPr lang="en-US" sz="1000" dirty="0"/>
          </a:p>
        </p:txBody>
      </p:sp>
    </p:spTree>
  </p:cSld>
  <p:clrMapOvr>
    <a:masterClrMapping/>
  </p:clrMapOvr>
  <p:timing>
    <p:tnLst>
      <p:par>
        <p:cTn id="1" dur="indefinite" restart="never" nodeType="tmRoot"/>
      </p:par>
    </p:tnLst>
  </p:timing>
</p:sld>
</file>

<file path=ppt/theme/_rels/theme2.xml.rels><?xml version="1.0" encoding="UTF-8" standalone="yes"?>
<Relationships xmlns="http://schemas.openxmlformats.org/package/2006/relationships"><Relationship Id="rId3" Type="http://schemas.openxmlformats.org/officeDocument/2006/relationships/image" Target="../media/image3.jpeg"/><Relationship Id="rId4" Type="http://schemas.openxmlformats.org/officeDocument/2006/relationships/image" Target="../media/image4.jpeg"/><Relationship Id="rId5" Type="http://schemas.openxmlformats.org/officeDocument/2006/relationships/image" Target="../media/image5.jpeg"/><Relationship Id="rId1" Type="http://schemas.openxmlformats.org/officeDocument/2006/relationships/image" Target="../media/image1.jpeg"/><Relationship Id="rId2" Type="http://schemas.openxmlformats.org/officeDocument/2006/relationships/image" Target="../media/image2.jpeg"/></Relationships>
</file>

<file path=ppt/theme/theme1.xml><?xml version="1.0" encoding="utf-8"?>
<a:theme xmlns:a="http://schemas.openxmlformats.org/drawingml/2006/main" name="ch01">
  <a:themeElements>
    <a:clrScheme name="ch01 4">
      <a:dk1>
        <a:srgbClr val="9B69FF"/>
      </a:dk1>
      <a:lt1>
        <a:srgbClr val="FFFFFF"/>
      </a:lt1>
      <a:dk2>
        <a:srgbClr val="666699"/>
      </a:dk2>
      <a:lt2>
        <a:srgbClr val="D9D9FF"/>
      </a:lt2>
      <a:accent1>
        <a:srgbClr val="9966FF"/>
      </a:accent1>
      <a:accent2>
        <a:srgbClr val="00FFFF"/>
      </a:accent2>
      <a:accent3>
        <a:srgbClr val="B8B8CA"/>
      </a:accent3>
      <a:accent4>
        <a:srgbClr val="DADADA"/>
      </a:accent4>
      <a:accent5>
        <a:srgbClr val="CAB8FF"/>
      </a:accent5>
      <a:accent6>
        <a:srgbClr val="00E7E7"/>
      </a:accent6>
      <a:hlink>
        <a:srgbClr val="5FAFFF"/>
      </a:hlink>
      <a:folHlink>
        <a:srgbClr val="003399"/>
      </a:folHlink>
    </a:clrScheme>
    <a:fontScheme name="ch01">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extraClrScheme>
      <a:clrScheme name="ch01 1">
        <a:dk1>
          <a:srgbClr val="2B2B85"/>
        </a:dk1>
        <a:lt1>
          <a:srgbClr val="FFFFFF"/>
        </a:lt1>
        <a:dk2>
          <a:srgbClr val="00254A"/>
        </a:dk2>
        <a:lt2>
          <a:srgbClr val="C0C0C0"/>
        </a:lt2>
        <a:accent1>
          <a:srgbClr val="2E2E8E"/>
        </a:accent1>
        <a:accent2>
          <a:srgbClr val="0066CC"/>
        </a:accent2>
        <a:accent3>
          <a:srgbClr val="AAACB1"/>
        </a:accent3>
        <a:accent4>
          <a:srgbClr val="DADADA"/>
        </a:accent4>
        <a:accent5>
          <a:srgbClr val="ADADC6"/>
        </a:accent5>
        <a:accent6>
          <a:srgbClr val="005CB9"/>
        </a:accent6>
        <a:hlink>
          <a:srgbClr val="99CCFF"/>
        </a:hlink>
        <a:folHlink>
          <a:srgbClr val="8F8FB5"/>
        </a:folHlink>
      </a:clrScheme>
      <a:clrMap bg1="dk2" tx1="lt1" bg2="dk1" tx2="lt2" accent1="accent1" accent2="accent2" accent3="accent3" accent4="accent4" accent5="accent5" accent6="accent6" hlink="hlink" folHlink="folHlink"/>
    </a:extraClrScheme>
    <a:extraClrScheme>
      <a:clrScheme name="ch01 2">
        <a:dk1>
          <a:srgbClr val="3B4B5D"/>
        </a:dk1>
        <a:lt1>
          <a:srgbClr val="FFFFFF"/>
        </a:lt1>
        <a:dk2>
          <a:srgbClr val="466886"/>
        </a:dk2>
        <a:lt2>
          <a:srgbClr val="CCECFF"/>
        </a:lt2>
        <a:accent1>
          <a:srgbClr val="58718C"/>
        </a:accent1>
        <a:accent2>
          <a:srgbClr val="6D9D97"/>
        </a:accent2>
        <a:accent3>
          <a:srgbClr val="B0B9C3"/>
        </a:accent3>
        <a:accent4>
          <a:srgbClr val="DADADA"/>
        </a:accent4>
        <a:accent5>
          <a:srgbClr val="B4BBC5"/>
        </a:accent5>
        <a:accent6>
          <a:srgbClr val="628E88"/>
        </a:accent6>
        <a:hlink>
          <a:srgbClr val="99CCFF"/>
        </a:hlink>
        <a:folHlink>
          <a:srgbClr val="A97CF2"/>
        </a:folHlink>
      </a:clrScheme>
      <a:clrMap bg1="dk2" tx1="lt1" bg2="dk1" tx2="lt2" accent1="accent1" accent2="accent2" accent3="accent3" accent4="accent4" accent5="accent5" accent6="accent6" hlink="hlink" folHlink="folHlink"/>
    </a:extraClrScheme>
    <a:extraClrScheme>
      <a:clrScheme name="ch01 3">
        <a:dk1>
          <a:srgbClr val="008AE8"/>
        </a:dk1>
        <a:lt1>
          <a:srgbClr val="FFFFFF"/>
        </a:lt1>
        <a:dk2>
          <a:srgbClr val="0068AE"/>
        </a:dk2>
        <a:lt2>
          <a:srgbClr val="CCECFF"/>
        </a:lt2>
        <a:accent1>
          <a:srgbClr val="0088E4"/>
        </a:accent1>
        <a:accent2>
          <a:srgbClr val="009999"/>
        </a:accent2>
        <a:accent3>
          <a:srgbClr val="AAB9D3"/>
        </a:accent3>
        <a:accent4>
          <a:srgbClr val="DADADA"/>
        </a:accent4>
        <a:accent5>
          <a:srgbClr val="AAC3EF"/>
        </a:accent5>
        <a:accent6>
          <a:srgbClr val="008A8A"/>
        </a:accent6>
        <a:hlink>
          <a:srgbClr val="99FF99"/>
        </a:hlink>
        <a:folHlink>
          <a:srgbClr val="AFE1FF"/>
        </a:folHlink>
      </a:clrScheme>
      <a:clrMap bg1="dk2" tx1="lt1" bg2="dk1" tx2="lt2" accent1="accent1" accent2="accent2" accent3="accent3" accent4="accent4" accent5="accent5" accent6="accent6" hlink="hlink" folHlink="folHlink"/>
    </a:extraClrScheme>
    <a:extraClrScheme>
      <a:clrScheme name="ch01 4">
        <a:dk1>
          <a:srgbClr val="9B69FF"/>
        </a:dk1>
        <a:lt1>
          <a:srgbClr val="FFFFFF"/>
        </a:lt1>
        <a:dk2>
          <a:srgbClr val="666699"/>
        </a:dk2>
        <a:lt2>
          <a:srgbClr val="D9D9FF"/>
        </a:lt2>
        <a:accent1>
          <a:srgbClr val="9966FF"/>
        </a:accent1>
        <a:accent2>
          <a:srgbClr val="00FFFF"/>
        </a:accent2>
        <a:accent3>
          <a:srgbClr val="B8B8CA"/>
        </a:accent3>
        <a:accent4>
          <a:srgbClr val="DADADA"/>
        </a:accent4>
        <a:accent5>
          <a:srgbClr val="CAB8FF"/>
        </a:accent5>
        <a:accent6>
          <a:srgbClr val="00E7E7"/>
        </a:accent6>
        <a:hlink>
          <a:srgbClr val="5FAFFF"/>
        </a:hlink>
        <a:folHlink>
          <a:srgbClr val="003399"/>
        </a:folHlink>
      </a:clrScheme>
      <a:clrMap bg1="dk2" tx1="lt1" bg2="dk1" tx2="lt2" accent1="accent1" accent2="accent2" accent3="accent3" accent4="accent4" accent5="accent5" accent6="accent6" hlink="hlink" folHlink="folHlink"/>
    </a:extraClrScheme>
    <a:extraClrScheme>
      <a:clrScheme name="ch01 5">
        <a:dk1>
          <a:srgbClr val="008080"/>
        </a:dk1>
        <a:lt1>
          <a:srgbClr val="FFFFFF"/>
        </a:lt1>
        <a:dk2>
          <a:srgbClr val="006666"/>
        </a:dk2>
        <a:lt2>
          <a:srgbClr val="FFFFCC"/>
        </a:lt2>
        <a:accent1>
          <a:srgbClr val="008080"/>
        </a:accent1>
        <a:accent2>
          <a:srgbClr val="0099FF"/>
        </a:accent2>
        <a:accent3>
          <a:srgbClr val="AAB8B8"/>
        </a:accent3>
        <a:accent4>
          <a:srgbClr val="DADADA"/>
        </a:accent4>
        <a:accent5>
          <a:srgbClr val="AAC0C0"/>
        </a:accent5>
        <a:accent6>
          <a:srgbClr val="008AE7"/>
        </a:accent6>
        <a:hlink>
          <a:srgbClr val="1ACE9F"/>
        </a:hlink>
        <a:folHlink>
          <a:srgbClr val="A5B5CD"/>
        </a:folHlink>
      </a:clrScheme>
      <a:clrMap bg1="dk2" tx1="lt1" bg2="dk1" tx2="lt2" accent1="accent1" accent2="accent2" accent3="accent3" accent4="accent4" accent5="accent5" accent6="accent6" hlink="hlink" folHlink="folHlink"/>
    </a:extraClrScheme>
    <a:extraClrScheme>
      <a:clrScheme name="ch01 6">
        <a:dk1>
          <a:srgbClr val="CDD9D1"/>
        </a:dk1>
        <a:lt1>
          <a:srgbClr val="FFFFFF"/>
        </a:lt1>
        <a:dk2>
          <a:srgbClr val="A3BBA9"/>
        </a:dk2>
        <a:lt2>
          <a:srgbClr val="007D80"/>
        </a:lt2>
        <a:accent1>
          <a:srgbClr val="CBD7CE"/>
        </a:accent1>
        <a:accent2>
          <a:srgbClr val="9CA8A4"/>
        </a:accent2>
        <a:accent3>
          <a:srgbClr val="CEDAD1"/>
        </a:accent3>
        <a:accent4>
          <a:srgbClr val="DADADA"/>
        </a:accent4>
        <a:accent5>
          <a:srgbClr val="E2E8E3"/>
        </a:accent5>
        <a:accent6>
          <a:srgbClr val="8D9894"/>
        </a:accent6>
        <a:hlink>
          <a:srgbClr val="009900"/>
        </a:hlink>
        <a:folHlink>
          <a:srgbClr val="009999"/>
        </a:folHlink>
      </a:clrScheme>
      <a:clrMap bg1="dk2" tx1="lt1" bg2="dk1" tx2="lt2" accent1="accent1" accent2="accent2" accent3="accent3" accent4="accent4" accent5="accent5" accent6="accent6" hlink="hlink" folHlink="folHlink"/>
    </a:extraClrScheme>
    <a:extraClrScheme>
      <a:clrScheme name="ch01 7">
        <a:dk1>
          <a:srgbClr val="686B5D"/>
        </a:dk1>
        <a:lt1>
          <a:srgbClr val="DCDAD0"/>
        </a:lt1>
        <a:dk2>
          <a:srgbClr val="525040"/>
        </a:dk2>
        <a:lt2>
          <a:srgbClr val="D3D2A6"/>
        </a:lt2>
        <a:accent1>
          <a:srgbClr val="686B5D"/>
        </a:accent1>
        <a:accent2>
          <a:srgbClr val="5D8770"/>
        </a:accent2>
        <a:accent3>
          <a:srgbClr val="B3B3AF"/>
        </a:accent3>
        <a:accent4>
          <a:srgbClr val="BCBAB1"/>
        </a:accent4>
        <a:accent5>
          <a:srgbClr val="B9BAB6"/>
        </a:accent5>
        <a:accent6>
          <a:srgbClr val="537A65"/>
        </a:accent6>
        <a:hlink>
          <a:srgbClr val="85B7A9"/>
        </a:hlink>
        <a:folHlink>
          <a:srgbClr val="B89362"/>
        </a:folHlink>
      </a:clrScheme>
      <a:clrMap bg1="dk2" tx1="lt1" bg2="dk1" tx2="lt2" accent1="accent1" accent2="accent2" accent3="accent3" accent4="accent4" accent5="accent5" accent6="accent6" hlink="hlink" folHlink="folHlink"/>
    </a:extraClrScheme>
    <a:extraClrScheme>
      <a:clrScheme name="ch01 8">
        <a:dk1>
          <a:srgbClr val="000000"/>
        </a:dk1>
        <a:lt1>
          <a:srgbClr val="EAEAEA"/>
        </a:lt1>
        <a:dk2>
          <a:srgbClr val="000000"/>
        </a:dk2>
        <a:lt2>
          <a:srgbClr val="B2B2B2"/>
        </a:lt2>
        <a:accent1>
          <a:srgbClr val="FFFFFF"/>
        </a:accent1>
        <a:accent2>
          <a:srgbClr val="A4BCC4"/>
        </a:accent2>
        <a:accent3>
          <a:srgbClr val="F3F3F3"/>
        </a:accent3>
        <a:accent4>
          <a:srgbClr val="000000"/>
        </a:accent4>
        <a:accent5>
          <a:srgbClr val="FFFFFF"/>
        </a:accent5>
        <a:accent6>
          <a:srgbClr val="94AAB1"/>
        </a:accent6>
        <a:hlink>
          <a:srgbClr val="0066FF"/>
        </a:hlink>
        <a:folHlink>
          <a:srgbClr val="00CC66"/>
        </a:folHlink>
      </a:clrScheme>
      <a:clrMap bg1="lt1" tx1="dk1" bg2="lt2" tx2="dk2" accent1="accent1" accent2="accent2" accent3="accent3" accent4="accent4" accent5="accent5" accent6="accent6" hlink="hlink" folHlink="folHlink"/>
    </a:extraClrScheme>
    <a:extraClrScheme>
      <a:clrScheme name="ch01 9">
        <a:dk1>
          <a:srgbClr val="000000"/>
        </a:dk1>
        <a:lt1>
          <a:srgbClr val="D7D1B9"/>
        </a:lt1>
        <a:dk2>
          <a:srgbClr val="B39257"/>
        </a:dk2>
        <a:lt2>
          <a:srgbClr val="B1A887"/>
        </a:lt2>
        <a:accent1>
          <a:srgbClr val="E6E3D4"/>
        </a:accent1>
        <a:accent2>
          <a:srgbClr val="A2A4AC"/>
        </a:accent2>
        <a:accent3>
          <a:srgbClr val="E8E5D9"/>
        </a:accent3>
        <a:accent4>
          <a:srgbClr val="000000"/>
        </a:accent4>
        <a:accent5>
          <a:srgbClr val="F0EFE6"/>
        </a:accent5>
        <a:accent6>
          <a:srgbClr val="92949B"/>
        </a:accent6>
        <a:hlink>
          <a:srgbClr val="666633"/>
        </a:hlink>
        <a:folHlink>
          <a:srgbClr val="9C9800"/>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Infusion">
  <a:themeElements>
    <a:clrScheme name="Infusion">
      <a:dk1>
        <a:sysClr val="windowText" lastClr="000000"/>
      </a:dk1>
      <a:lt1>
        <a:sysClr val="window" lastClr="FFFFFF"/>
      </a:lt1>
      <a:dk2>
        <a:srgbClr val="2F1F58"/>
      </a:dk2>
      <a:lt2>
        <a:srgbClr val="B7A9E0"/>
      </a:lt2>
      <a:accent1>
        <a:srgbClr val="8C73D0"/>
      </a:accent1>
      <a:accent2>
        <a:srgbClr val="C2E8C4"/>
      </a:accent2>
      <a:accent3>
        <a:srgbClr val="C5A6E8"/>
      </a:accent3>
      <a:accent4>
        <a:srgbClr val="B45EC7"/>
      </a:accent4>
      <a:accent5>
        <a:srgbClr val="9FDAFB"/>
      </a:accent5>
      <a:accent6>
        <a:srgbClr val="95C5B0"/>
      </a:accent6>
      <a:hlink>
        <a:srgbClr val="744AE0"/>
      </a:hlink>
      <a:folHlink>
        <a:srgbClr val="8D8AD1"/>
      </a:folHlink>
    </a:clrScheme>
    <a:fontScheme name="Infusion">
      <a:majorFont>
        <a:latin typeface="Mistral"/>
        <a:ea typeface=""/>
        <a:cs typeface=""/>
        <a:font script="Jpan" typeface="ＭＳ Ｐ明朝"/>
      </a:majorFont>
      <a:minorFont>
        <a:latin typeface="Candara"/>
        <a:ea typeface=""/>
        <a:cs typeface=""/>
        <a:font script="Jpan" typeface="メイリオ"/>
      </a:minorFont>
    </a:fontScheme>
    <a:fmtScheme name="Infusion">
      <a:fillStyleLst>
        <a:solidFill>
          <a:schemeClr val="phClr"/>
        </a:solidFill>
        <a:blipFill rotWithShape="1">
          <a:blip xmlns:r="http://schemas.openxmlformats.org/officeDocument/2006/relationships" r:embed="rId1">
            <a:duotone>
              <a:schemeClr val="phClr">
                <a:shade val="70000"/>
                <a:satMod val="120000"/>
              </a:schemeClr>
              <a:schemeClr val="phClr">
                <a:tint val="70000"/>
                <a:satMod val="300000"/>
                <a:lumMod val="125000"/>
              </a:schemeClr>
            </a:duotone>
          </a:blip>
          <a:tile tx="0" ty="0" sx="50000" sy="50000" flip="none" algn="tl"/>
        </a:blipFill>
        <a:blipFill rotWithShape="1">
          <a:blip xmlns:r="http://schemas.openxmlformats.org/officeDocument/2006/relationships" r:embed="rId2">
            <a:duotone>
              <a:schemeClr val="phClr">
                <a:shade val="70000"/>
                <a:satMod val="120000"/>
              </a:schemeClr>
              <a:schemeClr val="phClr">
                <a:tint val="70000"/>
                <a:satMod val="135000"/>
              </a:schemeClr>
            </a:duotone>
          </a:blip>
          <a:tile tx="0" ty="0" sx="40000" sy="40000" flip="none" algn="tl"/>
        </a:blipFill>
      </a:fillStyleLst>
      <a:lnStyleLst>
        <a:ln w="38100" cap="flat" cmpd="sng" algn="ctr">
          <a:solidFill>
            <a:schemeClr val="phClr">
              <a:alpha val="70000"/>
              <a:satMod val="105000"/>
            </a:schemeClr>
          </a:solidFill>
          <a:prstDash val="solid"/>
          <a:miter/>
        </a:ln>
        <a:ln w="50800" cap="flat" cmpd="sng" algn="ctr">
          <a:solidFill>
            <a:schemeClr val="phClr">
              <a:alpha val="50000"/>
            </a:schemeClr>
          </a:solidFill>
          <a:prstDash val="solid"/>
          <a:miter/>
        </a:ln>
        <a:ln w="88900" cap="flat" cmpd="sng" algn="ctr">
          <a:solidFill>
            <a:schemeClr val="phClr">
              <a:alpha val="40000"/>
            </a:schemeClr>
          </a:solidFill>
          <a:prstDash val="solid"/>
          <a:miter/>
        </a:ln>
      </a:lnStyleLst>
      <a:effectStyleLst>
        <a:effectStyle>
          <a:effectLst/>
        </a:effectStyle>
        <a:effectStyle>
          <a:effectLst>
            <a:outerShdw blurRad="38100" dist="25400" dir="5400000" rotWithShape="0">
              <a:srgbClr val="000000">
                <a:alpha val="50000"/>
              </a:srgbClr>
            </a:outerShdw>
          </a:effectLst>
        </a:effectStyle>
        <a:effectStyle>
          <a:effectLst>
            <a:innerShdw blurRad="190500" dir="13500000">
              <a:srgbClr val="000000">
                <a:alpha val="50000"/>
              </a:srgbClr>
            </a:innerShdw>
            <a:outerShdw blurRad="38100" dist="25400" dir="5400000" rotWithShape="0">
              <a:srgbClr val="000000">
                <a:alpha val="50000"/>
              </a:srgbClr>
            </a:outerShdw>
          </a:effectLst>
        </a:effectStyle>
      </a:effectStyleLst>
      <a:bgFillStyleLst>
        <a:blipFill rotWithShape="1">
          <a:blip xmlns:r="http://schemas.openxmlformats.org/officeDocument/2006/relationships" r:embed="rId3">
            <a:duotone>
              <a:schemeClr val="phClr">
                <a:shade val="70000"/>
                <a:satMod val="500000"/>
                <a:lumMod val="50000"/>
              </a:schemeClr>
              <a:schemeClr val="phClr">
                <a:satMod val="800000"/>
                <a:lumMod val="250000"/>
              </a:schemeClr>
            </a:duotone>
          </a:blip>
          <a:stretch/>
        </a:blipFill>
        <a:blipFill rotWithShape="1">
          <a:blip xmlns:r="http://schemas.openxmlformats.org/officeDocument/2006/relationships" r:embed="rId4">
            <a:duotone>
              <a:schemeClr val="phClr">
                <a:shade val="70000"/>
                <a:satMod val="500000"/>
                <a:lumMod val="50000"/>
              </a:schemeClr>
              <a:schemeClr val="phClr">
                <a:satMod val="800000"/>
                <a:lumMod val="250000"/>
              </a:schemeClr>
            </a:duotone>
          </a:blip>
          <a:stretch/>
        </a:blipFill>
        <a:blipFill rotWithShape="1">
          <a:blip xmlns:r="http://schemas.openxmlformats.org/officeDocument/2006/relationships" r:embed="rId5">
            <a:duotone>
              <a:schemeClr val="phClr">
                <a:shade val="70000"/>
                <a:satMod val="500000"/>
                <a:lumMod val="50000"/>
              </a:schemeClr>
              <a:schemeClr val="phClr">
                <a:satMod val="800000"/>
                <a:lumMod val="250000"/>
              </a:schemeClr>
            </a:duotone>
          </a:blip>
          <a:stretch/>
        </a:blipFill>
      </a:bgFillStyleLst>
    </a:fmtScheme>
  </a:themeElements>
  <a:objectDefaults>
    <a:spDef>
      <a:spPr/>
      <a:bodyPr rtlCol="0" anchor="ctr"/>
      <a:lstStyle>
        <a:defPPr algn="ctr">
          <a:defRPr/>
        </a:defP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 Mnementh:Users:lpb:admin:consult:Prentice-Hall:Slides:ch01.ppt</Template>
  <TotalTime>14498</TotalTime>
  <Words>9472</Words>
  <Application>Microsoft Macintosh PowerPoint</Application>
  <PresentationFormat>On-screen Show (4:3)</PresentationFormat>
  <Paragraphs>737</Paragraphs>
  <Slides>41</Slides>
  <Notes>41</Notes>
  <HiddenSlides>0</HiddenSlides>
  <MMClips>0</MMClips>
  <ScaleCrop>false</ScaleCrop>
  <HeadingPairs>
    <vt:vector size="8" baseType="variant">
      <vt:variant>
        <vt:lpstr>Design Template</vt:lpstr>
      </vt:variant>
      <vt:variant>
        <vt:i4>2</vt:i4>
      </vt:variant>
      <vt:variant>
        <vt:lpstr>Links</vt:lpstr>
      </vt:variant>
      <vt:variant>
        <vt:i4>1</vt:i4>
      </vt:variant>
      <vt:variant>
        <vt:lpstr>Embedded OLE Servers</vt:lpstr>
      </vt:variant>
      <vt:variant>
        <vt:i4>1</vt:i4>
      </vt:variant>
      <vt:variant>
        <vt:lpstr>Slide Titles</vt:lpstr>
      </vt:variant>
      <vt:variant>
        <vt:i4>41</vt:i4>
      </vt:variant>
    </vt:vector>
  </HeadingPairs>
  <TitlesOfParts>
    <vt:vector size="45" baseType="lpstr">
      <vt:lpstr>ch01</vt:lpstr>
      <vt:lpstr>Infusion</vt:lpstr>
      <vt:lpstr>mclaughlinkl:Desktop:Stallings Books:Crypto 7e:T11-Hash.doc!OLE_LINK17</vt:lpstr>
      <vt:lpstr>Document</vt:lpstr>
      <vt:lpstr>Cryptography and Network Security</vt:lpstr>
      <vt:lpstr>Chapter 11</vt:lpstr>
      <vt:lpstr>Hash Functions</vt:lpstr>
      <vt:lpstr>Slide 4</vt:lpstr>
      <vt:lpstr>Slide 5</vt:lpstr>
      <vt:lpstr>Slide 6</vt:lpstr>
      <vt:lpstr>Message Authentication Code (MAC)</vt:lpstr>
      <vt:lpstr>Digital Signature</vt:lpstr>
      <vt:lpstr>Slide 9</vt:lpstr>
      <vt:lpstr>Other Hash Function Uses</vt:lpstr>
      <vt:lpstr>Two Simple Hash Functions</vt:lpstr>
      <vt:lpstr>Slide 12</vt:lpstr>
      <vt:lpstr>Requirements and Security</vt:lpstr>
      <vt:lpstr>Table 11.1 Requirements for a Cryptographic Hash Function H</vt:lpstr>
      <vt:lpstr>Slide 15</vt:lpstr>
      <vt:lpstr>Slide 16</vt:lpstr>
      <vt:lpstr>Attacks on Hash Functions</vt:lpstr>
      <vt:lpstr>Collision Resistant Attacks</vt:lpstr>
      <vt:lpstr>A Letter  in 238  Variation</vt:lpstr>
      <vt:lpstr>Slide 20</vt:lpstr>
      <vt:lpstr>Hash Functions Based on Cipher Block Chaining</vt:lpstr>
      <vt:lpstr>Secure Hash Algorithm (SHA)</vt:lpstr>
      <vt:lpstr>Slide 23</vt:lpstr>
      <vt:lpstr>Slide 24</vt:lpstr>
      <vt:lpstr>Slide 25</vt:lpstr>
      <vt:lpstr>Slide 26</vt:lpstr>
      <vt:lpstr>Slide 27</vt:lpstr>
      <vt:lpstr>Slide 28</vt:lpstr>
      <vt:lpstr>Slide 29</vt:lpstr>
      <vt:lpstr>SHA-3</vt:lpstr>
      <vt:lpstr>The Sponge Construction</vt:lpstr>
      <vt:lpstr>Slide 32</vt:lpstr>
      <vt:lpstr>Slide 33</vt:lpstr>
      <vt:lpstr>Slide 34</vt:lpstr>
      <vt:lpstr>Slide 35</vt:lpstr>
      <vt:lpstr>SHA-3  Iteration Function f</vt:lpstr>
      <vt:lpstr>Slide 37</vt:lpstr>
      <vt:lpstr>Slide 38</vt:lpstr>
      <vt:lpstr>Slide 39</vt:lpstr>
      <vt:lpstr>Slide 40</vt:lpstr>
      <vt:lpstr>Summary</vt:lpstr>
    </vt:vector>
  </TitlesOfParts>
  <Manager/>
  <Company>School of Eng &amp; IT, UNSW@ADFA</Company>
  <LinksUpToDate>false</LinksUpToDate>
  <SharedDoc>false</SharedDoc>
  <HyperlinkBase/>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William Stallings, Cryptography and Network Security 5/e</dc:title>
  <dc:subject>Lecture Overheads - Ch 11</dc:subject>
  <dc:creator>Dr Lawrie Brown</dc:creator>
  <cp:keywords/>
  <dc:description/>
  <cp:lastModifiedBy>Kevin McLaughlin</cp:lastModifiedBy>
  <cp:revision>77</cp:revision>
  <cp:lastPrinted>2009-08-28T04:22:45Z</cp:lastPrinted>
  <dcterms:created xsi:type="dcterms:W3CDTF">2016-04-14T02:45:12Z</dcterms:created>
  <dcterms:modified xsi:type="dcterms:W3CDTF">2016-04-20T19:56:12Z</dcterms:modified>
  <cp:category/>
</cp:coreProperties>
</file>