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311" r:id="rId3"/>
    <p:sldId id="317" r:id="rId4"/>
    <p:sldId id="318" r:id="rId5"/>
    <p:sldId id="297" r:id="rId6"/>
    <p:sldId id="320" r:id="rId7"/>
    <p:sldId id="321" r:id="rId8"/>
    <p:sldId id="322" r:id="rId9"/>
    <p:sldId id="323" r:id="rId10"/>
    <p:sldId id="324" r:id="rId11"/>
    <p:sldId id="325" r:id="rId12"/>
    <p:sldId id="326" r:id="rId13"/>
    <p:sldId id="327" r:id="rId14"/>
    <p:sldId id="328" r:id="rId15"/>
    <p:sldId id="329" r:id="rId16"/>
    <p:sldId id="272" r:id="rId17"/>
    <p:sldId id="331" r:id="rId18"/>
    <p:sldId id="332" r:id="rId19"/>
    <p:sldId id="333" r:id="rId20"/>
    <p:sldId id="283" r:id="rId21"/>
    <p:sldId id="292" r:id="rId22"/>
    <p:sldId id="313" r:id="rId23"/>
    <p:sldId id="299" r:id="rId24"/>
    <p:sldId id="281" r:id="rId25"/>
    <p:sldId id="277" r:id="rId26"/>
    <p:sldId id="300" r:id="rId27"/>
    <p:sldId id="301" r:id="rId28"/>
    <p:sldId id="314" r:id="rId2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itchFamily="34" charset="0"/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itchFamily="34" charset="0"/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itchFamily="34" charset="0"/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itchFamily="34" charset="0"/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itchFamily="34" charset="0"/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itchFamily="18" charset="0"/>
        <a:ea typeface="楷体_GB2312" pitchFamily="1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5AB4"/>
    <a:srgbClr val="0066FF"/>
    <a:srgbClr val="0066CC"/>
    <a:srgbClr val="336600"/>
    <a:srgbClr val="00FF00"/>
    <a:srgbClr val="660066"/>
    <a:srgbClr val="FF66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18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20.wmf"/><Relationship Id="rId3" Type="http://schemas.openxmlformats.org/officeDocument/2006/relationships/image" Target="../media/image10.wmf"/><Relationship Id="rId7" Type="http://schemas.openxmlformats.org/officeDocument/2006/relationships/image" Target="../media/image14.png"/><Relationship Id="rId12" Type="http://schemas.openxmlformats.org/officeDocument/2006/relationships/image" Target="../media/image19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11" Type="http://schemas.openxmlformats.org/officeDocument/2006/relationships/image" Target="../media/image18.png"/><Relationship Id="rId5" Type="http://schemas.openxmlformats.org/officeDocument/2006/relationships/image" Target="../media/image12.wmf"/><Relationship Id="rId10" Type="http://schemas.openxmlformats.org/officeDocument/2006/relationships/image" Target="../media/image17.wmf"/><Relationship Id="rId4" Type="http://schemas.openxmlformats.org/officeDocument/2006/relationships/image" Target="../media/image11.wmf"/><Relationship Id="rId9" Type="http://schemas.openxmlformats.org/officeDocument/2006/relationships/image" Target="../media/image16.png"/><Relationship Id="rId14" Type="http://schemas.openxmlformats.org/officeDocument/2006/relationships/image" Target="../media/image2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6" Type="http://schemas.openxmlformats.org/officeDocument/2006/relationships/image" Target="../media/image27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image" Target="../media/image30.wmf"/><Relationship Id="rId7" Type="http://schemas.openxmlformats.org/officeDocument/2006/relationships/image" Target="../media/image34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19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1.png"/><Relationship Id="rId2" Type="http://schemas.openxmlformats.org/officeDocument/2006/relationships/image" Target="../media/image37.wmf"/><Relationship Id="rId16" Type="http://schemas.openxmlformats.org/officeDocument/2006/relationships/image" Target="../media/image17.wmf"/><Relationship Id="rId20" Type="http://schemas.openxmlformats.org/officeDocument/2006/relationships/image" Target="../media/image52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5" Type="http://schemas.openxmlformats.org/officeDocument/2006/relationships/image" Target="../media/image50.png"/><Relationship Id="rId10" Type="http://schemas.openxmlformats.org/officeDocument/2006/relationships/image" Target="../media/image45.wmf"/><Relationship Id="rId19" Type="http://schemas.openxmlformats.org/officeDocument/2006/relationships/image" Target="../media/image20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60.wmf"/><Relationship Id="rId13" Type="http://schemas.openxmlformats.org/officeDocument/2006/relationships/image" Target="../media/image64.wmf"/><Relationship Id="rId3" Type="http://schemas.openxmlformats.org/officeDocument/2006/relationships/image" Target="../media/image55.wmf"/><Relationship Id="rId7" Type="http://schemas.openxmlformats.org/officeDocument/2006/relationships/image" Target="../media/image59.wmf"/><Relationship Id="rId12" Type="http://schemas.openxmlformats.org/officeDocument/2006/relationships/image" Target="../media/image63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Relationship Id="rId6" Type="http://schemas.openxmlformats.org/officeDocument/2006/relationships/image" Target="../media/image58.wmf"/><Relationship Id="rId11" Type="http://schemas.openxmlformats.org/officeDocument/2006/relationships/image" Target="../media/image40.wmf"/><Relationship Id="rId5" Type="http://schemas.openxmlformats.org/officeDocument/2006/relationships/image" Target="../media/image57.wmf"/><Relationship Id="rId10" Type="http://schemas.openxmlformats.org/officeDocument/2006/relationships/image" Target="../media/image62.wmf"/><Relationship Id="rId4" Type="http://schemas.openxmlformats.org/officeDocument/2006/relationships/image" Target="../media/image56.wmf"/><Relationship Id="rId9" Type="http://schemas.openxmlformats.org/officeDocument/2006/relationships/image" Target="../media/image61.wmf"/><Relationship Id="rId14" Type="http://schemas.openxmlformats.org/officeDocument/2006/relationships/image" Target="../media/image65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13" Type="http://schemas.openxmlformats.org/officeDocument/2006/relationships/image" Target="../media/image80.wmf"/><Relationship Id="rId18" Type="http://schemas.openxmlformats.org/officeDocument/2006/relationships/image" Target="../media/image52.wmf"/><Relationship Id="rId3" Type="http://schemas.openxmlformats.org/officeDocument/2006/relationships/image" Target="../media/image70.wmf"/><Relationship Id="rId21" Type="http://schemas.openxmlformats.org/officeDocument/2006/relationships/image" Target="../media/image87.wmf"/><Relationship Id="rId7" Type="http://schemas.openxmlformats.org/officeDocument/2006/relationships/image" Target="../media/image74.wmf"/><Relationship Id="rId12" Type="http://schemas.openxmlformats.org/officeDocument/2006/relationships/image" Target="../media/image79.wmf"/><Relationship Id="rId17" Type="http://schemas.openxmlformats.org/officeDocument/2006/relationships/image" Target="../media/image84.wmf"/><Relationship Id="rId2" Type="http://schemas.openxmlformats.org/officeDocument/2006/relationships/image" Target="../media/image69.wmf"/><Relationship Id="rId16" Type="http://schemas.openxmlformats.org/officeDocument/2006/relationships/image" Target="../media/image83.wmf"/><Relationship Id="rId20" Type="http://schemas.openxmlformats.org/officeDocument/2006/relationships/image" Target="../media/image86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11" Type="http://schemas.openxmlformats.org/officeDocument/2006/relationships/image" Target="../media/image78.wmf"/><Relationship Id="rId5" Type="http://schemas.openxmlformats.org/officeDocument/2006/relationships/image" Target="../media/image72.wmf"/><Relationship Id="rId15" Type="http://schemas.openxmlformats.org/officeDocument/2006/relationships/image" Target="../media/image82.wmf"/><Relationship Id="rId10" Type="http://schemas.openxmlformats.org/officeDocument/2006/relationships/image" Target="../media/image77.wmf"/><Relationship Id="rId19" Type="http://schemas.openxmlformats.org/officeDocument/2006/relationships/image" Target="../media/image85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Relationship Id="rId14" Type="http://schemas.openxmlformats.org/officeDocument/2006/relationships/image" Target="../media/image81.wmf"/><Relationship Id="rId22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86.wmf"/><Relationship Id="rId3" Type="http://schemas.openxmlformats.org/officeDocument/2006/relationships/image" Target="../media/image90.wmf"/><Relationship Id="rId7" Type="http://schemas.openxmlformats.org/officeDocument/2006/relationships/image" Target="../media/image94.wmf"/><Relationship Id="rId12" Type="http://schemas.openxmlformats.org/officeDocument/2006/relationships/image" Target="../media/image17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3.wmf"/><Relationship Id="rId11" Type="http://schemas.openxmlformats.org/officeDocument/2006/relationships/image" Target="../media/image95.wmf"/><Relationship Id="rId5" Type="http://schemas.openxmlformats.org/officeDocument/2006/relationships/image" Target="../media/image92.wmf"/><Relationship Id="rId10" Type="http://schemas.openxmlformats.org/officeDocument/2006/relationships/image" Target="../media/image85.wmf"/><Relationship Id="rId4" Type="http://schemas.openxmlformats.org/officeDocument/2006/relationships/image" Target="../media/image91.wmf"/><Relationship Id="rId9" Type="http://schemas.openxmlformats.org/officeDocument/2006/relationships/image" Target="../media/image52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wmf"/><Relationship Id="rId13" Type="http://schemas.openxmlformats.org/officeDocument/2006/relationships/image" Target="../media/image108.wmf"/><Relationship Id="rId18" Type="http://schemas.openxmlformats.org/officeDocument/2006/relationships/image" Target="../media/image112.wmf"/><Relationship Id="rId3" Type="http://schemas.openxmlformats.org/officeDocument/2006/relationships/image" Target="../media/image98.wmf"/><Relationship Id="rId7" Type="http://schemas.openxmlformats.org/officeDocument/2006/relationships/image" Target="../media/image102.wmf"/><Relationship Id="rId12" Type="http://schemas.openxmlformats.org/officeDocument/2006/relationships/image" Target="../media/image107.wmf"/><Relationship Id="rId17" Type="http://schemas.openxmlformats.org/officeDocument/2006/relationships/image" Target="../media/image111.wmf"/><Relationship Id="rId2" Type="http://schemas.openxmlformats.org/officeDocument/2006/relationships/image" Target="../media/image97.wmf"/><Relationship Id="rId16" Type="http://schemas.openxmlformats.org/officeDocument/2006/relationships/image" Target="../media/image110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11" Type="http://schemas.openxmlformats.org/officeDocument/2006/relationships/image" Target="../media/image106.wmf"/><Relationship Id="rId5" Type="http://schemas.openxmlformats.org/officeDocument/2006/relationships/image" Target="../media/image100.wmf"/><Relationship Id="rId15" Type="http://schemas.openxmlformats.org/officeDocument/2006/relationships/image" Target="../media/image17.wmf"/><Relationship Id="rId10" Type="http://schemas.openxmlformats.org/officeDocument/2006/relationships/image" Target="../media/image105.wmf"/><Relationship Id="rId19" Type="http://schemas.openxmlformats.org/officeDocument/2006/relationships/image" Target="../media/image113.wmf"/><Relationship Id="rId4" Type="http://schemas.openxmlformats.org/officeDocument/2006/relationships/image" Target="../media/image99.wmf"/><Relationship Id="rId9" Type="http://schemas.openxmlformats.org/officeDocument/2006/relationships/image" Target="../media/image104.wmf"/><Relationship Id="rId14" Type="http://schemas.openxmlformats.org/officeDocument/2006/relationships/image" Target="../media/image10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13" Type="http://schemas.openxmlformats.org/officeDocument/2006/relationships/image" Target="../media/image126.wmf"/><Relationship Id="rId18" Type="http://schemas.openxmlformats.org/officeDocument/2006/relationships/image" Target="../media/image130.wmf"/><Relationship Id="rId3" Type="http://schemas.openxmlformats.org/officeDocument/2006/relationships/image" Target="../media/image116.wmf"/><Relationship Id="rId7" Type="http://schemas.openxmlformats.org/officeDocument/2006/relationships/image" Target="../media/image120.wmf"/><Relationship Id="rId12" Type="http://schemas.openxmlformats.org/officeDocument/2006/relationships/image" Target="../media/image125.wmf"/><Relationship Id="rId17" Type="http://schemas.openxmlformats.org/officeDocument/2006/relationships/image" Target="../media/image129.wmf"/><Relationship Id="rId2" Type="http://schemas.openxmlformats.org/officeDocument/2006/relationships/image" Target="../media/image115.wmf"/><Relationship Id="rId16" Type="http://schemas.openxmlformats.org/officeDocument/2006/relationships/image" Target="../media/image17.wmf"/><Relationship Id="rId1" Type="http://schemas.openxmlformats.org/officeDocument/2006/relationships/image" Target="../media/image114.wmf"/><Relationship Id="rId6" Type="http://schemas.openxmlformats.org/officeDocument/2006/relationships/image" Target="../media/image119.wmf"/><Relationship Id="rId11" Type="http://schemas.openxmlformats.org/officeDocument/2006/relationships/image" Target="../media/image124.wmf"/><Relationship Id="rId5" Type="http://schemas.openxmlformats.org/officeDocument/2006/relationships/image" Target="../media/image118.wmf"/><Relationship Id="rId15" Type="http://schemas.openxmlformats.org/officeDocument/2006/relationships/image" Target="../media/image128.wmf"/><Relationship Id="rId10" Type="http://schemas.openxmlformats.org/officeDocument/2006/relationships/image" Target="../media/image123.wmf"/><Relationship Id="rId19" Type="http://schemas.openxmlformats.org/officeDocument/2006/relationships/image" Target="../media/image131.wmf"/><Relationship Id="rId4" Type="http://schemas.openxmlformats.org/officeDocument/2006/relationships/image" Target="../media/image117.wmf"/><Relationship Id="rId9" Type="http://schemas.openxmlformats.org/officeDocument/2006/relationships/image" Target="../media/image122.wmf"/><Relationship Id="rId14" Type="http://schemas.openxmlformats.org/officeDocument/2006/relationships/image" Target="../media/image12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13" Type="http://schemas.openxmlformats.org/officeDocument/2006/relationships/image" Target="../media/image128.wmf"/><Relationship Id="rId3" Type="http://schemas.openxmlformats.org/officeDocument/2006/relationships/image" Target="../media/image134.wmf"/><Relationship Id="rId7" Type="http://schemas.openxmlformats.org/officeDocument/2006/relationships/image" Target="../media/image115.wmf"/><Relationship Id="rId12" Type="http://schemas.openxmlformats.org/officeDocument/2006/relationships/image" Target="../media/image127.wmf"/><Relationship Id="rId17" Type="http://schemas.openxmlformats.org/officeDocument/2006/relationships/image" Target="../media/image131.wmf"/><Relationship Id="rId2" Type="http://schemas.openxmlformats.org/officeDocument/2006/relationships/image" Target="../media/image133.wmf"/><Relationship Id="rId16" Type="http://schemas.openxmlformats.org/officeDocument/2006/relationships/image" Target="../media/image130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11" Type="http://schemas.openxmlformats.org/officeDocument/2006/relationships/image" Target="../media/image139.wmf"/><Relationship Id="rId5" Type="http://schemas.openxmlformats.org/officeDocument/2006/relationships/image" Target="../media/image136.wmf"/><Relationship Id="rId15" Type="http://schemas.openxmlformats.org/officeDocument/2006/relationships/image" Target="../media/image129.wmf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image" Target="../media/image123.wmf"/><Relationship Id="rId14" Type="http://schemas.openxmlformats.org/officeDocument/2006/relationships/image" Target="../media/image17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11" Type="http://schemas.openxmlformats.org/officeDocument/2006/relationships/image" Target="../media/image150.wmf"/><Relationship Id="rId5" Type="http://schemas.openxmlformats.org/officeDocument/2006/relationships/image" Target="../media/image144.wmf"/><Relationship Id="rId10" Type="http://schemas.openxmlformats.org/officeDocument/2006/relationships/image" Target="../media/image149.wmf"/><Relationship Id="rId4" Type="http://schemas.openxmlformats.org/officeDocument/2006/relationships/image" Target="../media/image143.wmf"/><Relationship Id="rId9" Type="http://schemas.openxmlformats.org/officeDocument/2006/relationships/image" Target="../media/image148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3" Type="http://schemas.openxmlformats.org/officeDocument/2006/relationships/image" Target="../media/image153.wmf"/><Relationship Id="rId7" Type="http://schemas.openxmlformats.org/officeDocument/2006/relationships/image" Target="../media/image157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6" Type="http://schemas.openxmlformats.org/officeDocument/2006/relationships/image" Target="../media/image156.wmf"/><Relationship Id="rId5" Type="http://schemas.openxmlformats.org/officeDocument/2006/relationships/image" Target="../media/image155.wmf"/><Relationship Id="rId4" Type="http://schemas.openxmlformats.org/officeDocument/2006/relationships/image" Target="../media/image154.wmf"/><Relationship Id="rId9" Type="http://schemas.openxmlformats.org/officeDocument/2006/relationships/image" Target="../media/image159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172.wmf"/><Relationship Id="rId3" Type="http://schemas.openxmlformats.org/officeDocument/2006/relationships/image" Target="../media/image162.wmf"/><Relationship Id="rId7" Type="http://schemas.openxmlformats.org/officeDocument/2006/relationships/image" Target="../media/image166.wmf"/><Relationship Id="rId12" Type="http://schemas.openxmlformats.org/officeDocument/2006/relationships/image" Target="../media/image171.wmf"/><Relationship Id="rId2" Type="http://schemas.openxmlformats.org/officeDocument/2006/relationships/image" Target="../media/image161.wmf"/><Relationship Id="rId1" Type="http://schemas.openxmlformats.org/officeDocument/2006/relationships/image" Target="../media/image160.wmf"/><Relationship Id="rId6" Type="http://schemas.openxmlformats.org/officeDocument/2006/relationships/image" Target="../media/image165.wmf"/><Relationship Id="rId11" Type="http://schemas.openxmlformats.org/officeDocument/2006/relationships/image" Target="../media/image170.wmf"/><Relationship Id="rId5" Type="http://schemas.openxmlformats.org/officeDocument/2006/relationships/image" Target="../media/image164.wmf"/><Relationship Id="rId15" Type="http://schemas.openxmlformats.org/officeDocument/2006/relationships/image" Target="../media/image174.wmf"/><Relationship Id="rId10" Type="http://schemas.openxmlformats.org/officeDocument/2006/relationships/image" Target="../media/image169.wmf"/><Relationship Id="rId4" Type="http://schemas.openxmlformats.org/officeDocument/2006/relationships/image" Target="../media/image163.wmf"/><Relationship Id="rId9" Type="http://schemas.openxmlformats.org/officeDocument/2006/relationships/image" Target="../media/image168.wmf"/><Relationship Id="rId14" Type="http://schemas.openxmlformats.org/officeDocument/2006/relationships/image" Target="../media/image173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13" Type="http://schemas.openxmlformats.org/officeDocument/2006/relationships/image" Target="../media/image183.wmf"/><Relationship Id="rId3" Type="http://schemas.openxmlformats.org/officeDocument/2006/relationships/image" Target="../media/image177.wmf"/><Relationship Id="rId7" Type="http://schemas.openxmlformats.org/officeDocument/2006/relationships/image" Target="../media/image180.wmf"/><Relationship Id="rId12" Type="http://schemas.openxmlformats.org/officeDocument/2006/relationships/image" Target="../media/image182.wmf"/><Relationship Id="rId2" Type="http://schemas.openxmlformats.org/officeDocument/2006/relationships/image" Target="../media/image176.wmf"/><Relationship Id="rId1" Type="http://schemas.openxmlformats.org/officeDocument/2006/relationships/image" Target="../media/image175.wmf"/><Relationship Id="rId6" Type="http://schemas.openxmlformats.org/officeDocument/2006/relationships/image" Target="../media/image17.wmf"/><Relationship Id="rId11" Type="http://schemas.openxmlformats.org/officeDocument/2006/relationships/image" Target="../media/image181.wmf"/><Relationship Id="rId5" Type="http://schemas.openxmlformats.org/officeDocument/2006/relationships/image" Target="../media/image179.wmf"/><Relationship Id="rId10" Type="http://schemas.openxmlformats.org/officeDocument/2006/relationships/image" Target="../media/image21.wmf"/><Relationship Id="rId4" Type="http://schemas.openxmlformats.org/officeDocument/2006/relationships/image" Target="../media/image178.wmf"/><Relationship Id="rId9" Type="http://schemas.openxmlformats.org/officeDocument/2006/relationships/image" Target="../media/image2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image" Target="../media/image20.wmf"/><Relationship Id="rId3" Type="http://schemas.openxmlformats.org/officeDocument/2006/relationships/image" Target="../media/image186.wmf"/><Relationship Id="rId7" Type="http://schemas.openxmlformats.org/officeDocument/2006/relationships/image" Target="../media/image190.wmf"/><Relationship Id="rId12" Type="http://schemas.openxmlformats.org/officeDocument/2006/relationships/image" Target="../media/image194.png"/><Relationship Id="rId2" Type="http://schemas.openxmlformats.org/officeDocument/2006/relationships/image" Target="../media/image185.wmf"/><Relationship Id="rId16" Type="http://schemas.openxmlformats.org/officeDocument/2006/relationships/image" Target="../media/image195.wmf"/><Relationship Id="rId1" Type="http://schemas.openxmlformats.org/officeDocument/2006/relationships/image" Target="../media/image184.wmf"/><Relationship Id="rId6" Type="http://schemas.openxmlformats.org/officeDocument/2006/relationships/image" Target="../media/image189.wmf"/><Relationship Id="rId11" Type="http://schemas.openxmlformats.org/officeDocument/2006/relationships/image" Target="../media/image17.wmf"/><Relationship Id="rId5" Type="http://schemas.openxmlformats.org/officeDocument/2006/relationships/image" Target="../media/image188.wmf"/><Relationship Id="rId15" Type="http://schemas.openxmlformats.org/officeDocument/2006/relationships/image" Target="../media/image21.wmf"/><Relationship Id="rId10" Type="http://schemas.openxmlformats.org/officeDocument/2006/relationships/image" Target="../media/image193.wmf"/><Relationship Id="rId4" Type="http://schemas.openxmlformats.org/officeDocument/2006/relationships/image" Target="../media/image187.wmf"/><Relationship Id="rId9" Type="http://schemas.openxmlformats.org/officeDocument/2006/relationships/image" Target="../media/image192.wmf"/><Relationship Id="rId14" Type="http://schemas.openxmlformats.org/officeDocument/2006/relationships/image" Target="../media/image19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3.wmf"/><Relationship Id="rId13" Type="http://schemas.openxmlformats.org/officeDocument/2006/relationships/image" Target="../media/image207.wmf"/><Relationship Id="rId3" Type="http://schemas.openxmlformats.org/officeDocument/2006/relationships/image" Target="../media/image198.wmf"/><Relationship Id="rId7" Type="http://schemas.openxmlformats.org/officeDocument/2006/relationships/image" Target="../media/image202.wmf"/><Relationship Id="rId12" Type="http://schemas.openxmlformats.org/officeDocument/2006/relationships/image" Target="../media/image206.wmf"/><Relationship Id="rId2" Type="http://schemas.openxmlformats.org/officeDocument/2006/relationships/image" Target="../media/image197.wmf"/><Relationship Id="rId1" Type="http://schemas.openxmlformats.org/officeDocument/2006/relationships/image" Target="../media/image196.wmf"/><Relationship Id="rId6" Type="http://schemas.openxmlformats.org/officeDocument/2006/relationships/image" Target="../media/image201.wmf"/><Relationship Id="rId11" Type="http://schemas.openxmlformats.org/officeDocument/2006/relationships/image" Target="../media/image205.wmf"/><Relationship Id="rId5" Type="http://schemas.openxmlformats.org/officeDocument/2006/relationships/image" Target="../media/image200.wmf"/><Relationship Id="rId10" Type="http://schemas.openxmlformats.org/officeDocument/2006/relationships/image" Target="../media/image204.wmf"/><Relationship Id="rId4" Type="http://schemas.openxmlformats.org/officeDocument/2006/relationships/image" Target="../media/image199.wmf"/><Relationship Id="rId9" Type="http://schemas.openxmlformats.org/officeDocument/2006/relationships/image" Target="../media/image17.wmf"/><Relationship Id="rId14" Type="http://schemas.openxmlformats.org/officeDocument/2006/relationships/image" Target="../media/image208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wmf"/><Relationship Id="rId13" Type="http://schemas.openxmlformats.org/officeDocument/2006/relationships/image" Target="../media/image207.wmf"/><Relationship Id="rId3" Type="http://schemas.openxmlformats.org/officeDocument/2006/relationships/image" Target="../media/image211.wmf"/><Relationship Id="rId7" Type="http://schemas.openxmlformats.org/officeDocument/2006/relationships/image" Target="../media/image196.wmf"/><Relationship Id="rId12" Type="http://schemas.openxmlformats.org/officeDocument/2006/relationships/image" Target="../media/image206.wmf"/><Relationship Id="rId2" Type="http://schemas.openxmlformats.org/officeDocument/2006/relationships/image" Target="../media/image210.wmf"/><Relationship Id="rId1" Type="http://schemas.openxmlformats.org/officeDocument/2006/relationships/image" Target="../media/image209.wmf"/><Relationship Id="rId6" Type="http://schemas.openxmlformats.org/officeDocument/2006/relationships/image" Target="../media/image214.wmf"/><Relationship Id="rId11" Type="http://schemas.openxmlformats.org/officeDocument/2006/relationships/image" Target="../media/image205.wmf"/><Relationship Id="rId5" Type="http://schemas.openxmlformats.org/officeDocument/2006/relationships/image" Target="../media/image213.wmf"/><Relationship Id="rId10" Type="http://schemas.openxmlformats.org/officeDocument/2006/relationships/image" Target="../media/image204.wmf"/><Relationship Id="rId4" Type="http://schemas.openxmlformats.org/officeDocument/2006/relationships/image" Target="../media/image212.wmf"/><Relationship Id="rId9" Type="http://schemas.openxmlformats.org/officeDocument/2006/relationships/image" Target="../media/image17.wmf"/><Relationship Id="rId14" Type="http://schemas.openxmlformats.org/officeDocument/2006/relationships/image" Target="../media/image208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217.wmf"/><Relationship Id="rId7" Type="http://schemas.openxmlformats.org/officeDocument/2006/relationships/image" Target="../media/image221.wmf"/><Relationship Id="rId2" Type="http://schemas.openxmlformats.org/officeDocument/2006/relationships/image" Target="../media/image216.wmf"/><Relationship Id="rId1" Type="http://schemas.openxmlformats.org/officeDocument/2006/relationships/image" Target="../media/image215.wmf"/><Relationship Id="rId6" Type="http://schemas.openxmlformats.org/officeDocument/2006/relationships/image" Target="../media/image220.wmf"/><Relationship Id="rId11" Type="http://schemas.openxmlformats.org/officeDocument/2006/relationships/image" Target="../media/image137.wmf"/><Relationship Id="rId5" Type="http://schemas.openxmlformats.org/officeDocument/2006/relationships/image" Target="../media/image219.wmf"/><Relationship Id="rId10" Type="http://schemas.openxmlformats.org/officeDocument/2006/relationships/image" Target="../media/image223.wmf"/><Relationship Id="rId4" Type="http://schemas.openxmlformats.org/officeDocument/2006/relationships/image" Target="../media/image218.wmf"/><Relationship Id="rId9" Type="http://schemas.openxmlformats.org/officeDocument/2006/relationships/image" Target="../media/image222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wmf"/><Relationship Id="rId2" Type="http://schemas.openxmlformats.org/officeDocument/2006/relationships/image" Target="../media/image225.wmf"/><Relationship Id="rId1" Type="http://schemas.openxmlformats.org/officeDocument/2006/relationships/image" Target="../media/image224.wmf"/><Relationship Id="rId4" Type="http://schemas.openxmlformats.org/officeDocument/2006/relationships/image" Target="../media/image227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wmf"/><Relationship Id="rId13" Type="http://schemas.openxmlformats.org/officeDocument/2006/relationships/image" Target="../media/image85.wmf"/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12" Type="http://schemas.openxmlformats.org/officeDocument/2006/relationships/image" Target="../media/image17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11" Type="http://schemas.openxmlformats.org/officeDocument/2006/relationships/image" Target="../media/image237.png"/><Relationship Id="rId5" Type="http://schemas.openxmlformats.org/officeDocument/2006/relationships/image" Target="../media/image232.wmf"/><Relationship Id="rId15" Type="http://schemas.openxmlformats.org/officeDocument/2006/relationships/image" Target="../media/image238.wmf"/><Relationship Id="rId10" Type="http://schemas.openxmlformats.org/officeDocument/2006/relationships/image" Target="../media/image84.wmf"/><Relationship Id="rId4" Type="http://schemas.openxmlformats.org/officeDocument/2006/relationships/image" Target="../media/image231.wmf"/><Relationship Id="rId9" Type="http://schemas.openxmlformats.org/officeDocument/2006/relationships/image" Target="../media/image236.wmf"/><Relationship Id="rId14" Type="http://schemas.openxmlformats.org/officeDocument/2006/relationships/image" Target="../media/image52.wmf"/></Relationships>
</file>

<file path=ppt/drawings/_rels/vmlDrawing2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241.wmf"/><Relationship Id="rId7" Type="http://schemas.openxmlformats.org/officeDocument/2006/relationships/image" Target="../media/image245.wmf"/><Relationship Id="rId2" Type="http://schemas.openxmlformats.org/officeDocument/2006/relationships/image" Target="../media/image240.wmf"/><Relationship Id="rId1" Type="http://schemas.openxmlformats.org/officeDocument/2006/relationships/image" Target="../media/image239.wmf"/><Relationship Id="rId6" Type="http://schemas.openxmlformats.org/officeDocument/2006/relationships/image" Target="../media/image244.wmf"/><Relationship Id="rId11" Type="http://schemas.openxmlformats.org/officeDocument/2006/relationships/image" Target="../media/image246.wmf"/><Relationship Id="rId5" Type="http://schemas.openxmlformats.org/officeDocument/2006/relationships/image" Target="../media/image243.wmf"/><Relationship Id="rId10" Type="http://schemas.openxmlformats.org/officeDocument/2006/relationships/image" Target="../media/image111.wmf"/><Relationship Id="rId4" Type="http://schemas.openxmlformats.org/officeDocument/2006/relationships/image" Target="../media/image242.wmf"/><Relationship Id="rId9" Type="http://schemas.openxmlformats.org/officeDocument/2006/relationships/image" Target="../media/image11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7" Type="http://schemas.openxmlformats.org/officeDocument/2006/relationships/image" Target="../media/image253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6" Type="http://schemas.openxmlformats.org/officeDocument/2006/relationships/image" Target="../media/image252.wmf"/><Relationship Id="rId5" Type="http://schemas.openxmlformats.org/officeDocument/2006/relationships/image" Target="../media/image251.wmf"/><Relationship Id="rId4" Type="http://schemas.openxmlformats.org/officeDocument/2006/relationships/image" Target="../media/image250.wmf"/></Relationships>
</file>

<file path=ppt/drawings/_rels/vmlDrawing2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2.wmf"/><Relationship Id="rId13" Type="http://schemas.openxmlformats.org/officeDocument/2006/relationships/image" Target="../media/image17.wmf"/><Relationship Id="rId3" Type="http://schemas.openxmlformats.org/officeDocument/2006/relationships/image" Target="../media/image257.wmf"/><Relationship Id="rId7" Type="http://schemas.openxmlformats.org/officeDocument/2006/relationships/image" Target="../media/image261.wmf"/><Relationship Id="rId12" Type="http://schemas.openxmlformats.org/officeDocument/2006/relationships/image" Target="../media/image85.wmf"/><Relationship Id="rId2" Type="http://schemas.openxmlformats.org/officeDocument/2006/relationships/image" Target="../media/image256.wmf"/><Relationship Id="rId1" Type="http://schemas.openxmlformats.org/officeDocument/2006/relationships/image" Target="../media/image255.wmf"/><Relationship Id="rId6" Type="http://schemas.openxmlformats.org/officeDocument/2006/relationships/image" Target="../media/image260.wmf"/><Relationship Id="rId11" Type="http://schemas.openxmlformats.org/officeDocument/2006/relationships/image" Target="../media/image52.wmf"/><Relationship Id="rId5" Type="http://schemas.openxmlformats.org/officeDocument/2006/relationships/image" Target="../media/image259.wmf"/><Relationship Id="rId15" Type="http://schemas.openxmlformats.org/officeDocument/2006/relationships/image" Target="../media/image263.wmf"/><Relationship Id="rId10" Type="http://schemas.openxmlformats.org/officeDocument/2006/relationships/image" Target="../media/image84.wmf"/><Relationship Id="rId4" Type="http://schemas.openxmlformats.org/officeDocument/2006/relationships/image" Target="../media/image258.wmf"/><Relationship Id="rId9" Type="http://schemas.openxmlformats.org/officeDocument/2006/relationships/image" Target="../media/image83.wmf"/><Relationship Id="rId14" Type="http://schemas.openxmlformats.org/officeDocument/2006/relationships/image" Target="../media/image68.wmf"/></Relationships>
</file>

<file path=ppt/drawings/_rels/vmlDrawing2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71.wmf"/><Relationship Id="rId13" Type="http://schemas.openxmlformats.org/officeDocument/2006/relationships/image" Target="../media/image276.wmf"/><Relationship Id="rId18" Type="http://schemas.openxmlformats.org/officeDocument/2006/relationships/image" Target="../media/image19.wmf"/><Relationship Id="rId3" Type="http://schemas.openxmlformats.org/officeDocument/2006/relationships/image" Target="../media/image266.wmf"/><Relationship Id="rId7" Type="http://schemas.openxmlformats.org/officeDocument/2006/relationships/image" Target="../media/image270.wmf"/><Relationship Id="rId12" Type="http://schemas.openxmlformats.org/officeDocument/2006/relationships/image" Target="../media/image275.wmf"/><Relationship Id="rId17" Type="http://schemas.openxmlformats.org/officeDocument/2006/relationships/image" Target="../media/image20.wmf"/><Relationship Id="rId2" Type="http://schemas.openxmlformats.org/officeDocument/2006/relationships/image" Target="../media/image265.wmf"/><Relationship Id="rId16" Type="http://schemas.openxmlformats.org/officeDocument/2006/relationships/image" Target="../media/image21.wmf"/><Relationship Id="rId1" Type="http://schemas.openxmlformats.org/officeDocument/2006/relationships/image" Target="../media/image264.wmf"/><Relationship Id="rId6" Type="http://schemas.openxmlformats.org/officeDocument/2006/relationships/image" Target="../media/image269.wmf"/><Relationship Id="rId11" Type="http://schemas.openxmlformats.org/officeDocument/2006/relationships/image" Target="../media/image274.wmf"/><Relationship Id="rId5" Type="http://schemas.openxmlformats.org/officeDocument/2006/relationships/image" Target="../media/image268.wmf"/><Relationship Id="rId15" Type="http://schemas.openxmlformats.org/officeDocument/2006/relationships/image" Target="../media/image278.wmf"/><Relationship Id="rId10" Type="http://schemas.openxmlformats.org/officeDocument/2006/relationships/image" Target="../media/image273.wmf"/><Relationship Id="rId19" Type="http://schemas.openxmlformats.org/officeDocument/2006/relationships/image" Target="../media/image17.wmf"/><Relationship Id="rId4" Type="http://schemas.openxmlformats.org/officeDocument/2006/relationships/image" Target="../media/image267.wmf"/><Relationship Id="rId9" Type="http://schemas.openxmlformats.org/officeDocument/2006/relationships/image" Target="../media/image272.wmf"/><Relationship Id="rId14" Type="http://schemas.openxmlformats.org/officeDocument/2006/relationships/image" Target="../media/image277.wmf"/></Relationships>
</file>

<file path=ppt/drawings/_rels/vmlDrawing27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8.wmf"/><Relationship Id="rId13" Type="http://schemas.openxmlformats.org/officeDocument/2006/relationships/image" Target="../media/image273.wmf"/><Relationship Id="rId3" Type="http://schemas.openxmlformats.org/officeDocument/2006/relationships/image" Target="../media/image281.wmf"/><Relationship Id="rId7" Type="http://schemas.openxmlformats.org/officeDocument/2006/relationships/image" Target="../media/image267.wmf"/><Relationship Id="rId12" Type="http://schemas.openxmlformats.org/officeDocument/2006/relationships/image" Target="../media/image272.wmf"/><Relationship Id="rId17" Type="http://schemas.openxmlformats.org/officeDocument/2006/relationships/image" Target="../media/image277.wmf"/><Relationship Id="rId2" Type="http://schemas.openxmlformats.org/officeDocument/2006/relationships/image" Target="../media/image280.wmf"/><Relationship Id="rId16" Type="http://schemas.openxmlformats.org/officeDocument/2006/relationships/image" Target="../media/image276.wmf"/><Relationship Id="rId1" Type="http://schemas.openxmlformats.org/officeDocument/2006/relationships/image" Target="../media/image279.wmf"/><Relationship Id="rId6" Type="http://schemas.openxmlformats.org/officeDocument/2006/relationships/image" Target="../media/image266.wmf"/><Relationship Id="rId11" Type="http://schemas.openxmlformats.org/officeDocument/2006/relationships/image" Target="../media/image271.wmf"/><Relationship Id="rId5" Type="http://schemas.openxmlformats.org/officeDocument/2006/relationships/image" Target="../media/image283.wmf"/><Relationship Id="rId15" Type="http://schemas.openxmlformats.org/officeDocument/2006/relationships/image" Target="../media/image275.wmf"/><Relationship Id="rId10" Type="http://schemas.openxmlformats.org/officeDocument/2006/relationships/image" Target="../media/image270.wmf"/><Relationship Id="rId4" Type="http://schemas.openxmlformats.org/officeDocument/2006/relationships/image" Target="../media/image282.wmf"/><Relationship Id="rId9" Type="http://schemas.openxmlformats.org/officeDocument/2006/relationships/image" Target="../media/image269.wmf"/><Relationship Id="rId14" Type="http://schemas.openxmlformats.org/officeDocument/2006/relationships/image" Target="../media/image27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1748" name="Rectangle 4"/>
          <p:cNvSpPr>
            <a:spLocks noGrp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 cmpd="sng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noProof="0" smtClean="0"/>
              <a:t>单击此处编辑母版文本样式</a:t>
            </a:r>
          </a:p>
          <a:p>
            <a:pPr lvl="1"/>
            <a:r>
              <a:rPr lang="zh-CN" noProof="0" smtClean="0"/>
              <a:t>第二级</a:t>
            </a:r>
          </a:p>
          <a:p>
            <a:pPr lvl="2"/>
            <a:r>
              <a:rPr lang="zh-CN" noProof="0" smtClean="0"/>
              <a:t>第三级</a:t>
            </a:r>
          </a:p>
          <a:p>
            <a:pPr lvl="3"/>
            <a:r>
              <a:rPr lang="zh-CN" noProof="0" smtClean="0"/>
              <a:t>第四级</a:t>
            </a:r>
          </a:p>
          <a:p>
            <a:pPr lvl="4"/>
            <a:r>
              <a:rPr lang="zh-CN" noProof="0" smtClean="0"/>
              <a:t>第五级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C3CAE577-8569-431E-9D09-A64B9FC58E6F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C16332-FD93-4B53-96F0-44B0E7302FD3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8B9FE0-0556-47A6-89D8-F282913118F2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48FD2B-55B2-442F-A23A-51BC3A1DAF1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82A13B-99EF-4B39-ADE6-10759ED709F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8C9EC9-1256-4E2F-8048-C2E94FF9C7DD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73577C-CBA3-4B35-B114-01C47534466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B7804-D858-4784-BA7E-9B8AC3D0EABC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D94848-1594-408B-B42E-8E60D7E80A0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1B8EE-B61F-44E4-9B26-EA041F8FD796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985EF2-B382-4B3A-8438-BFD21BD8C810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AE7B38-CC56-4934-BBA1-16A444C33697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18" Type="http://schemas.openxmlformats.org/officeDocument/2006/relationships/image" Target="../media/image6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单击此处编辑母版标题样式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/>
              <a:t>单击此处编辑母版文本样式</a:t>
            </a:r>
          </a:p>
          <a:p>
            <a:pPr lvl="1"/>
            <a:r>
              <a:rPr lang="zh-CN" smtClean="0"/>
              <a:t>第二级</a:t>
            </a:r>
          </a:p>
          <a:p>
            <a:pPr lvl="2"/>
            <a:r>
              <a:rPr lang="zh-CN" smtClean="0"/>
              <a:t>第三级</a:t>
            </a:r>
          </a:p>
          <a:p>
            <a:pPr lvl="3"/>
            <a:r>
              <a:rPr lang="zh-CN" smtClean="0"/>
              <a:t>第四级</a:t>
            </a:r>
          </a:p>
          <a:p>
            <a:pPr lvl="4"/>
            <a:r>
              <a:rPr lang="zh-CN" smtClean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ea typeface="+mn-ea"/>
              </a:defRPr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>
                <a:ea typeface="+mn-ea"/>
              </a:defRPr>
            </a:lvl1pPr>
          </a:lstStyle>
          <a:p>
            <a:pPr>
              <a:defRPr/>
            </a:pPr>
            <a:fld id="{48947FFB-26E5-439B-9D31-2DDECE2277E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6513513" y="6600825"/>
            <a:ext cx="227806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lang="zh-CN" sz="1000">
                <a:latin typeface="楷体_GB2312" pitchFamily="1" charset="-122"/>
              </a:rPr>
              <a:t>目录   上页   下页   返回   结束 </a:t>
            </a:r>
          </a:p>
        </p:txBody>
      </p:sp>
      <p:pic>
        <p:nvPicPr>
          <p:cNvPr id="28680" name="Picture 8" descr="返回">
            <a:hlinkClick r:id="" action="ppaction://hlinkshowjump?jump=lastslideviewed"/>
          </p:cNvPr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902575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1" name="Picture 9" descr="目录">
            <a:hlinkClick r:id="" action="ppaction://hlinkshowjump?jump=firstslide"/>
          </p:cNvPr>
          <p:cNvPicPr>
            <a:picLocks noChangeAspect="1" noChangeArrowheads="1"/>
          </p:cNvPicPr>
          <p:nvPr userDrawn="1"/>
        </p:nvPicPr>
        <p:blipFill>
          <a:blip r:embed="rId15"/>
          <a:srcRect/>
          <a:stretch>
            <a:fillRect/>
          </a:stretch>
        </p:blipFill>
        <p:spPr bwMode="auto">
          <a:xfrm>
            <a:off x="6564313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2" name="Picture 10" descr="上一页">
            <a:hlinkClick r:id="" action="ppaction://hlinkshowjump?jump=previousslide"/>
          </p:cNvPr>
          <p:cNvPicPr>
            <a:picLocks noChangeAspect="1" noChangeArrowheads="1"/>
          </p:cNvPicPr>
          <p:nvPr userDrawn="1"/>
        </p:nvPicPr>
        <p:blipFill>
          <a:blip r:embed="rId16"/>
          <a:srcRect/>
          <a:stretch>
            <a:fillRect/>
          </a:stretch>
        </p:blipFill>
        <p:spPr bwMode="auto">
          <a:xfrm>
            <a:off x="7010400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3" name="Picture 11" descr="退出">
            <a:hlinkClick r:id="" action="ppaction://hlinkshowjump?jump=endshow"/>
          </p:cNvPr>
          <p:cNvPicPr>
            <a:picLocks noChangeAspect="1" noChangeArrowheads="1"/>
          </p:cNvPicPr>
          <p:nvPr userDrawn="1"/>
        </p:nvPicPr>
        <p:blipFill>
          <a:blip r:embed="rId17"/>
          <a:srcRect/>
          <a:stretch>
            <a:fillRect/>
          </a:stretch>
        </p:blipFill>
        <p:spPr bwMode="auto">
          <a:xfrm>
            <a:off x="8348663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84" name="Picture 12" descr="下一页">
            <a:hlinkClick r:id="" action="ppaction://hlinkshowjump?jump=nextslide"/>
          </p:cNvPr>
          <p:cNvPicPr>
            <a:picLocks noChangeAspect="1" noChangeArrowheads="1"/>
          </p:cNvPicPr>
          <p:nvPr userDrawn="1"/>
        </p:nvPicPr>
        <p:blipFill>
          <a:blip r:embed="rId18"/>
          <a:srcRect/>
          <a:stretch>
            <a:fillRect/>
          </a:stretch>
        </p:blipFill>
        <p:spPr bwMode="auto">
          <a:xfrm>
            <a:off x="7456488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 dir="r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6.bin"/><Relationship Id="rId12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.bin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14.bin"/><Relationship Id="rId10" Type="http://schemas.openxmlformats.org/officeDocument/2006/relationships/oleObject" Target="../embeddings/oleObject9.bin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9.bin"/><Relationship Id="rId5" Type="http://schemas.openxmlformats.org/officeDocument/2006/relationships/oleObject" Target="../embeddings/oleObject18.bin"/><Relationship Id="rId4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23.bin"/><Relationship Id="rId9" Type="http://schemas.openxmlformats.org/officeDocument/2006/relationships/oleObject" Target="../embeddings/oleObject2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oleObject" Target="../embeddings/oleObject40.bin"/><Relationship Id="rId18" Type="http://schemas.openxmlformats.org/officeDocument/2006/relationships/oleObject" Target="../embeddings/oleObject45.bin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48.bin"/><Relationship Id="rId7" Type="http://schemas.openxmlformats.org/officeDocument/2006/relationships/oleObject" Target="../embeddings/oleObject34.bin"/><Relationship Id="rId12" Type="http://schemas.openxmlformats.org/officeDocument/2006/relationships/oleObject" Target="../embeddings/oleObject39.bin"/><Relationship Id="rId17" Type="http://schemas.openxmlformats.org/officeDocument/2006/relationships/oleObject" Target="../embeddings/oleObject4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33.bin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2.bin"/><Relationship Id="rId15" Type="http://schemas.openxmlformats.org/officeDocument/2006/relationships/oleObject" Target="../embeddings/oleObject42.bin"/><Relationship Id="rId10" Type="http://schemas.openxmlformats.org/officeDocument/2006/relationships/oleObject" Target="../embeddings/oleObject37.bin"/><Relationship Id="rId19" Type="http://schemas.openxmlformats.org/officeDocument/2006/relationships/oleObject" Target="../embeddings/oleObject46.bin"/><Relationship Id="rId4" Type="http://schemas.openxmlformats.org/officeDocument/2006/relationships/oleObject" Target="../embeddings/oleObject31.bin"/><Relationship Id="rId9" Type="http://schemas.openxmlformats.org/officeDocument/2006/relationships/oleObject" Target="../embeddings/oleObject36.bin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9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oleObject" Target="../embeddings/oleObject60.bin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4.bin"/><Relationship Id="rId12" Type="http://schemas.openxmlformats.org/officeDocument/2006/relationships/oleObject" Target="../embeddings/oleObject5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63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53.bin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62.bin"/><Relationship Id="rId10" Type="http://schemas.openxmlformats.org/officeDocument/2006/relationships/oleObject" Target="../embeddings/oleObject57.bin"/><Relationship Id="rId4" Type="http://schemas.openxmlformats.org/officeDocument/2006/relationships/oleObject" Target="../embeddings/oleObject51.bin"/><Relationship Id="rId9" Type="http://schemas.openxmlformats.org/officeDocument/2006/relationships/oleObject" Target="../embeddings/oleObject56.bin"/><Relationship Id="rId14" Type="http://schemas.openxmlformats.org/officeDocument/2006/relationships/oleObject" Target="../embeddings/oleObject6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6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1.bin"/><Relationship Id="rId13" Type="http://schemas.openxmlformats.org/officeDocument/2006/relationships/oleObject" Target="../embeddings/oleObject76.bin"/><Relationship Id="rId18" Type="http://schemas.openxmlformats.org/officeDocument/2006/relationships/oleObject" Target="../embeddings/oleObject81.bin"/><Relationship Id="rId3" Type="http://schemas.openxmlformats.org/officeDocument/2006/relationships/oleObject" Target="../embeddings/oleObject66.bin"/><Relationship Id="rId21" Type="http://schemas.openxmlformats.org/officeDocument/2006/relationships/oleObject" Target="../embeddings/oleObject84.bin"/><Relationship Id="rId7" Type="http://schemas.openxmlformats.org/officeDocument/2006/relationships/oleObject" Target="../embeddings/oleObject70.bin"/><Relationship Id="rId12" Type="http://schemas.openxmlformats.org/officeDocument/2006/relationships/oleObject" Target="../embeddings/oleObject75.bin"/><Relationship Id="rId17" Type="http://schemas.openxmlformats.org/officeDocument/2006/relationships/oleObject" Target="../embeddings/oleObject80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9.bin"/><Relationship Id="rId20" Type="http://schemas.openxmlformats.org/officeDocument/2006/relationships/oleObject" Target="../embeddings/oleObject83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69.bin"/><Relationship Id="rId11" Type="http://schemas.openxmlformats.org/officeDocument/2006/relationships/oleObject" Target="../embeddings/oleObject74.bin"/><Relationship Id="rId24" Type="http://schemas.openxmlformats.org/officeDocument/2006/relationships/oleObject" Target="../embeddings/oleObject87.bin"/><Relationship Id="rId5" Type="http://schemas.openxmlformats.org/officeDocument/2006/relationships/oleObject" Target="../embeddings/oleObject68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86.bin"/><Relationship Id="rId10" Type="http://schemas.openxmlformats.org/officeDocument/2006/relationships/oleObject" Target="../embeddings/oleObject73.bin"/><Relationship Id="rId19" Type="http://schemas.openxmlformats.org/officeDocument/2006/relationships/oleObject" Target="../embeddings/oleObject82.bin"/><Relationship Id="rId4" Type="http://schemas.openxmlformats.org/officeDocument/2006/relationships/oleObject" Target="../embeddings/oleObject67.bin"/><Relationship Id="rId9" Type="http://schemas.openxmlformats.org/officeDocument/2006/relationships/oleObject" Target="../embeddings/oleObject72.bin"/><Relationship Id="rId14" Type="http://schemas.openxmlformats.org/officeDocument/2006/relationships/oleObject" Target="../embeddings/oleObject77.bin"/><Relationship Id="rId22" Type="http://schemas.openxmlformats.org/officeDocument/2006/relationships/oleObject" Target="../embeddings/oleObject85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3.bin"/><Relationship Id="rId13" Type="http://schemas.openxmlformats.org/officeDocument/2006/relationships/oleObject" Target="../embeddings/oleObject98.bin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2.bin"/><Relationship Id="rId12" Type="http://schemas.openxmlformats.org/officeDocument/2006/relationships/oleObject" Target="../embeddings/oleObject9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91.bin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100.bin"/><Relationship Id="rId10" Type="http://schemas.openxmlformats.org/officeDocument/2006/relationships/oleObject" Target="../embeddings/oleObject95.bin"/><Relationship Id="rId4" Type="http://schemas.openxmlformats.org/officeDocument/2006/relationships/oleObject" Target="../embeddings/oleObject89.bin"/><Relationship Id="rId9" Type="http://schemas.openxmlformats.org/officeDocument/2006/relationships/oleObject" Target="../embeddings/oleObject94.bin"/><Relationship Id="rId14" Type="http://schemas.openxmlformats.org/officeDocument/2006/relationships/oleObject" Target="../embeddings/oleObject99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oleObject" Target="../embeddings/oleObject111.bin"/><Relationship Id="rId18" Type="http://schemas.openxmlformats.org/officeDocument/2006/relationships/oleObject" Target="../embeddings/oleObject116.bin"/><Relationship Id="rId3" Type="http://schemas.openxmlformats.org/officeDocument/2006/relationships/oleObject" Target="../embeddings/oleObject101.bin"/><Relationship Id="rId21" Type="http://schemas.openxmlformats.org/officeDocument/2006/relationships/oleObject" Target="../embeddings/oleObject119.bin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10.bin"/><Relationship Id="rId17" Type="http://schemas.openxmlformats.org/officeDocument/2006/relationships/oleObject" Target="../embeddings/oleObject11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14.bin"/><Relationship Id="rId20" Type="http://schemas.openxmlformats.org/officeDocument/2006/relationships/oleObject" Target="../embeddings/oleObject118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04.bin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13.bin"/><Relationship Id="rId23" Type="http://schemas.openxmlformats.org/officeDocument/2006/relationships/oleObject" Target="../embeddings/oleObject121.bin"/><Relationship Id="rId10" Type="http://schemas.openxmlformats.org/officeDocument/2006/relationships/oleObject" Target="../embeddings/oleObject108.bin"/><Relationship Id="rId19" Type="http://schemas.openxmlformats.org/officeDocument/2006/relationships/oleObject" Target="../embeddings/oleObject117.bin"/><Relationship Id="rId4" Type="http://schemas.openxmlformats.org/officeDocument/2006/relationships/oleObject" Target="../embeddings/oleObject102.bin"/><Relationship Id="rId9" Type="http://schemas.openxmlformats.org/officeDocument/2006/relationships/oleObject" Target="../embeddings/oleObject107.bin"/><Relationship Id="rId14" Type="http://schemas.openxmlformats.org/officeDocument/2006/relationships/oleObject" Target="../embeddings/oleObject112.bin"/><Relationship Id="rId22" Type="http://schemas.openxmlformats.org/officeDocument/2006/relationships/oleObject" Target="../embeddings/oleObject120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oleObject" Target="../embeddings/oleObject132.bin"/><Relationship Id="rId18" Type="http://schemas.openxmlformats.org/officeDocument/2006/relationships/oleObject" Target="../embeddings/oleObject137.bin"/><Relationship Id="rId3" Type="http://schemas.openxmlformats.org/officeDocument/2006/relationships/oleObject" Target="../embeddings/oleObject122.bin"/><Relationship Id="rId21" Type="http://schemas.openxmlformats.org/officeDocument/2006/relationships/oleObject" Target="../embeddings/oleObject140.bin"/><Relationship Id="rId7" Type="http://schemas.openxmlformats.org/officeDocument/2006/relationships/oleObject" Target="../embeddings/oleObject126.bin"/><Relationship Id="rId12" Type="http://schemas.openxmlformats.org/officeDocument/2006/relationships/oleObject" Target="../embeddings/oleObject131.bin"/><Relationship Id="rId17" Type="http://schemas.openxmlformats.org/officeDocument/2006/relationships/oleObject" Target="../embeddings/oleObject136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35.bin"/><Relationship Id="rId20" Type="http://schemas.openxmlformats.org/officeDocument/2006/relationships/oleObject" Target="../embeddings/oleObject139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125.bin"/><Relationship Id="rId11" Type="http://schemas.openxmlformats.org/officeDocument/2006/relationships/oleObject" Target="../embeddings/oleObject130.bin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34.bin"/><Relationship Id="rId10" Type="http://schemas.openxmlformats.org/officeDocument/2006/relationships/oleObject" Target="../embeddings/oleObject129.bin"/><Relationship Id="rId19" Type="http://schemas.openxmlformats.org/officeDocument/2006/relationships/oleObject" Target="../embeddings/oleObject138.bin"/><Relationship Id="rId4" Type="http://schemas.openxmlformats.org/officeDocument/2006/relationships/oleObject" Target="../embeddings/oleObject123.bin"/><Relationship Id="rId9" Type="http://schemas.openxmlformats.org/officeDocument/2006/relationships/oleObject" Target="../embeddings/oleObject128.bin"/><Relationship Id="rId14" Type="http://schemas.openxmlformats.org/officeDocument/2006/relationships/oleObject" Target="../embeddings/oleObject13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6.bin"/><Relationship Id="rId13" Type="http://schemas.openxmlformats.org/officeDocument/2006/relationships/oleObject" Target="../embeddings/oleObject151.bin"/><Relationship Id="rId18" Type="http://schemas.openxmlformats.org/officeDocument/2006/relationships/oleObject" Target="../embeddings/oleObject156.bin"/><Relationship Id="rId3" Type="http://schemas.openxmlformats.org/officeDocument/2006/relationships/oleObject" Target="../embeddings/oleObject141.bin"/><Relationship Id="rId7" Type="http://schemas.openxmlformats.org/officeDocument/2006/relationships/oleObject" Target="../embeddings/oleObject145.bin"/><Relationship Id="rId12" Type="http://schemas.openxmlformats.org/officeDocument/2006/relationships/oleObject" Target="../embeddings/oleObject150.bin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154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144.bin"/><Relationship Id="rId11" Type="http://schemas.openxmlformats.org/officeDocument/2006/relationships/oleObject" Target="../embeddings/oleObject149.bin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53.bin"/><Relationship Id="rId10" Type="http://schemas.openxmlformats.org/officeDocument/2006/relationships/oleObject" Target="../embeddings/oleObject148.bin"/><Relationship Id="rId19" Type="http://schemas.openxmlformats.org/officeDocument/2006/relationships/oleObject" Target="../embeddings/oleObject157.bin"/><Relationship Id="rId4" Type="http://schemas.openxmlformats.org/officeDocument/2006/relationships/oleObject" Target="../embeddings/oleObject142.bin"/><Relationship Id="rId9" Type="http://schemas.openxmlformats.org/officeDocument/2006/relationships/oleObject" Target="../embeddings/oleObject147.bin"/><Relationship Id="rId14" Type="http://schemas.openxmlformats.org/officeDocument/2006/relationships/oleObject" Target="../embeddings/oleObject15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3.bin"/><Relationship Id="rId13" Type="http://schemas.openxmlformats.org/officeDocument/2006/relationships/oleObject" Target="../embeddings/oleObject168.bin"/><Relationship Id="rId3" Type="http://schemas.openxmlformats.org/officeDocument/2006/relationships/oleObject" Target="../embeddings/oleObject158.bin"/><Relationship Id="rId7" Type="http://schemas.openxmlformats.org/officeDocument/2006/relationships/oleObject" Target="../embeddings/oleObject162.bin"/><Relationship Id="rId12" Type="http://schemas.openxmlformats.org/officeDocument/2006/relationships/oleObject" Target="../embeddings/oleObject16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61.bin"/><Relationship Id="rId11" Type="http://schemas.openxmlformats.org/officeDocument/2006/relationships/oleObject" Target="../embeddings/oleObject166.bin"/><Relationship Id="rId5" Type="http://schemas.openxmlformats.org/officeDocument/2006/relationships/oleObject" Target="../embeddings/oleObject160.bin"/><Relationship Id="rId10" Type="http://schemas.openxmlformats.org/officeDocument/2006/relationships/oleObject" Target="../embeddings/oleObject165.bin"/><Relationship Id="rId4" Type="http://schemas.openxmlformats.org/officeDocument/2006/relationships/oleObject" Target="../embeddings/oleObject159.bin"/><Relationship Id="rId9" Type="http://schemas.openxmlformats.org/officeDocument/2006/relationships/oleObject" Target="../embeddings/oleObject164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4.bin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3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2.bin"/><Relationship Id="rId11" Type="http://schemas.openxmlformats.org/officeDocument/2006/relationships/oleObject" Target="../embeddings/oleObject177.bin"/><Relationship Id="rId5" Type="http://schemas.openxmlformats.org/officeDocument/2006/relationships/oleObject" Target="../embeddings/oleObject171.bin"/><Relationship Id="rId10" Type="http://schemas.openxmlformats.org/officeDocument/2006/relationships/oleObject" Target="../embeddings/oleObject176.bin"/><Relationship Id="rId4" Type="http://schemas.openxmlformats.org/officeDocument/2006/relationships/oleObject" Target="../embeddings/oleObject170.bin"/><Relationship Id="rId9" Type="http://schemas.openxmlformats.org/officeDocument/2006/relationships/oleObject" Target="../embeddings/oleObject17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3.bin"/><Relationship Id="rId13" Type="http://schemas.openxmlformats.org/officeDocument/2006/relationships/oleObject" Target="../embeddings/oleObject188.bin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2.bin"/><Relationship Id="rId12" Type="http://schemas.openxmlformats.org/officeDocument/2006/relationships/oleObject" Target="../embeddings/oleObject187.bin"/><Relationship Id="rId17" Type="http://schemas.openxmlformats.org/officeDocument/2006/relationships/oleObject" Target="../embeddings/oleObject192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1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81.bin"/><Relationship Id="rId11" Type="http://schemas.openxmlformats.org/officeDocument/2006/relationships/oleObject" Target="../embeddings/oleObject186.bin"/><Relationship Id="rId5" Type="http://schemas.openxmlformats.org/officeDocument/2006/relationships/oleObject" Target="../embeddings/oleObject180.bin"/><Relationship Id="rId15" Type="http://schemas.openxmlformats.org/officeDocument/2006/relationships/oleObject" Target="../embeddings/oleObject190.bin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79.bin"/><Relationship Id="rId9" Type="http://schemas.openxmlformats.org/officeDocument/2006/relationships/oleObject" Target="../embeddings/oleObject184.bin"/><Relationship Id="rId14" Type="http://schemas.openxmlformats.org/officeDocument/2006/relationships/oleObject" Target="../embeddings/oleObject189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8.bin"/><Relationship Id="rId13" Type="http://schemas.openxmlformats.org/officeDocument/2006/relationships/oleObject" Target="../embeddings/oleObject203.bin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7.bin"/><Relationship Id="rId12" Type="http://schemas.openxmlformats.org/officeDocument/2006/relationships/oleObject" Target="../embeddings/oleObject20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96.bin"/><Relationship Id="rId11" Type="http://schemas.openxmlformats.org/officeDocument/2006/relationships/oleObject" Target="../embeddings/oleObject201.bin"/><Relationship Id="rId5" Type="http://schemas.openxmlformats.org/officeDocument/2006/relationships/oleObject" Target="../embeddings/oleObject195.bin"/><Relationship Id="rId15" Type="http://schemas.openxmlformats.org/officeDocument/2006/relationships/oleObject" Target="../embeddings/oleObject205.bin"/><Relationship Id="rId10" Type="http://schemas.openxmlformats.org/officeDocument/2006/relationships/oleObject" Target="../embeddings/oleObject200.bin"/><Relationship Id="rId4" Type="http://schemas.openxmlformats.org/officeDocument/2006/relationships/oleObject" Target="../embeddings/oleObject194.bin"/><Relationship Id="rId9" Type="http://schemas.openxmlformats.org/officeDocument/2006/relationships/oleObject" Target="../embeddings/oleObject199.bin"/><Relationship Id="rId14" Type="http://schemas.openxmlformats.org/officeDocument/2006/relationships/oleObject" Target="../embeddings/oleObject204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1.bin"/><Relationship Id="rId13" Type="http://schemas.openxmlformats.org/officeDocument/2006/relationships/oleObject" Target="../embeddings/oleObject216.bin"/><Relationship Id="rId18" Type="http://schemas.openxmlformats.org/officeDocument/2006/relationships/oleObject" Target="../embeddings/oleObject221.bin"/><Relationship Id="rId3" Type="http://schemas.openxmlformats.org/officeDocument/2006/relationships/oleObject" Target="../embeddings/oleObject206.bin"/><Relationship Id="rId7" Type="http://schemas.openxmlformats.org/officeDocument/2006/relationships/oleObject" Target="../embeddings/oleObject210.bin"/><Relationship Id="rId12" Type="http://schemas.openxmlformats.org/officeDocument/2006/relationships/oleObject" Target="../embeddings/oleObject215.bin"/><Relationship Id="rId17" Type="http://schemas.openxmlformats.org/officeDocument/2006/relationships/oleObject" Target="../embeddings/oleObject220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19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09.bin"/><Relationship Id="rId11" Type="http://schemas.openxmlformats.org/officeDocument/2006/relationships/oleObject" Target="../embeddings/oleObject214.bin"/><Relationship Id="rId5" Type="http://schemas.openxmlformats.org/officeDocument/2006/relationships/oleObject" Target="../embeddings/oleObject208.bin"/><Relationship Id="rId15" Type="http://schemas.openxmlformats.org/officeDocument/2006/relationships/oleObject" Target="../embeddings/oleObject218.bin"/><Relationship Id="rId10" Type="http://schemas.openxmlformats.org/officeDocument/2006/relationships/oleObject" Target="../embeddings/oleObject213.bin"/><Relationship Id="rId4" Type="http://schemas.openxmlformats.org/officeDocument/2006/relationships/oleObject" Target="../embeddings/oleObject207.bin"/><Relationship Id="rId9" Type="http://schemas.openxmlformats.org/officeDocument/2006/relationships/oleObject" Target="../embeddings/oleObject212.bin"/><Relationship Id="rId14" Type="http://schemas.openxmlformats.org/officeDocument/2006/relationships/oleObject" Target="../embeddings/oleObject217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oleObject" Target="../embeddings/oleObject232.bin"/><Relationship Id="rId3" Type="http://schemas.openxmlformats.org/officeDocument/2006/relationships/oleObject" Target="../embeddings/oleObject222.bin"/><Relationship Id="rId7" Type="http://schemas.openxmlformats.org/officeDocument/2006/relationships/oleObject" Target="../embeddings/oleObject226.bin"/><Relationship Id="rId12" Type="http://schemas.openxmlformats.org/officeDocument/2006/relationships/oleObject" Target="../embeddings/oleObject231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35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25.bin"/><Relationship Id="rId11" Type="http://schemas.openxmlformats.org/officeDocument/2006/relationships/oleObject" Target="../embeddings/oleObject230.bin"/><Relationship Id="rId5" Type="http://schemas.openxmlformats.org/officeDocument/2006/relationships/oleObject" Target="../embeddings/oleObject224.bin"/><Relationship Id="rId15" Type="http://schemas.openxmlformats.org/officeDocument/2006/relationships/oleObject" Target="../embeddings/oleObject234.bin"/><Relationship Id="rId10" Type="http://schemas.openxmlformats.org/officeDocument/2006/relationships/oleObject" Target="../embeddings/oleObject229.bin"/><Relationship Id="rId4" Type="http://schemas.openxmlformats.org/officeDocument/2006/relationships/oleObject" Target="../embeddings/oleObject223.bin"/><Relationship Id="rId9" Type="http://schemas.openxmlformats.org/officeDocument/2006/relationships/oleObject" Target="../embeddings/oleObject228.bin"/><Relationship Id="rId14" Type="http://schemas.openxmlformats.org/officeDocument/2006/relationships/oleObject" Target="../embeddings/oleObject23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1.bin"/><Relationship Id="rId13" Type="http://schemas.openxmlformats.org/officeDocument/2006/relationships/oleObject" Target="../embeddings/oleObject246.bin"/><Relationship Id="rId3" Type="http://schemas.openxmlformats.org/officeDocument/2006/relationships/oleObject" Target="../embeddings/oleObject236.bin"/><Relationship Id="rId7" Type="http://schemas.openxmlformats.org/officeDocument/2006/relationships/oleObject" Target="../embeddings/oleObject240.bin"/><Relationship Id="rId12" Type="http://schemas.openxmlformats.org/officeDocument/2006/relationships/oleObject" Target="../embeddings/oleObject245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49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239.bin"/><Relationship Id="rId11" Type="http://schemas.openxmlformats.org/officeDocument/2006/relationships/oleObject" Target="../embeddings/oleObject244.bin"/><Relationship Id="rId5" Type="http://schemas.openxmlformats.org/officeDocument/2006/relationships/oleObject" Target="../embeddings/oleObject238.bin"/><Relationship Id="rId15" Type="http://schemas.openxmlformats.org/officeDocument/2006/relationships/oleObject" Target="../embeddings/oleObject248.bin"/><Relationship Id="rId10" Type="http://schemas.openxmlformats.org/officeDocument/2006/relationships/oleObject" Target="../embeddings/oleObject243.bin"/><Relationship Id="rId4" Type="http://schemas.openxmlformats.org/officeDocument/2006/relationships/oleObject" Target="../embeddings/oleObject237.bin"/><Relationship Id="rId9" Type="http://schemas.openxmlformats.org/officeDocument/2006/relationships/oleObject" Target="../embeddings/oleObject242.bin"/><Relationship Id="rId14" Type="http://schemas.openxmlformats.org/officeDocument/2006/relationships/oleObject" Target="../embeddings/oleObject247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5.bin"/><Relationship Id="rId13" Type="http://schemas.openxmlformats.org/officeDocument/2006/relationships/oleObject" Target="../embeddings/oleObject260.bin"/><Relationship Id="rId3" Type="http://schemas.openxmlformats.org/officeDocument/2006/relationships/oleObject" Target="../embeddings/oleObject250.bin"/><Relationship Id="rId7" Type="http://schemas.openxmlformats.org/officeDocument/2006/relationships/oleObject" Target="../embeddings/oleObject254.bin"/><Relationship Id="rId12" Type="http://schemas.openxmlformats.org/officeDocument/2006/relationships/oleObject" Target="../embeddings/oleObject25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53.bin"/><Relationship Id="rId11" Type="http://schemas.openxmlformats.org/officeDocument/2006/relationships/oleObject" Target="../embeddings/oleObject258.bin"/><Relationship Id="rId5" Type="http://schemas.openxmlformats.org/officeDocument/2006/relationships/oleObject" Target="../embeddings/oleObject252.bin"/><Relationship Id="rId10" Type="http://schemas.openxmlformats.org/officeDocument/2006/relationships/oleObject" Target="../embeddings/oleObject257.bin"/><Relationship Id="rId4" Type="http://schemas.openxmlformats.org/officeDocument/2006/relationships/oleObject" Target="../embeddings/oleObject251.bin"/><Relationship Id="rId9" Type="http://schemas.openxmlformats.org/officeDocument/2006/relationships/oleObject" Target="../embeddings/oleObject256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264.bin"/><Relationship Id="rId5" Type="http://schemas.openxmlformats.org/officeDocument/2006/relationships/oleObject" Target="../embeddings/oleObject263.bin"/><Relationship Id="rId4" Type="http://schemas.openxmlformats.org/officeDocument/2006/relationships/oleObject" Target="../embeddings/oleObject262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0.bin"/><Relationship Id="rId13" Type="http://schemas.openxmlformats.org/officeDocument/2006/relationships/oleObject" Target="../embeddings/oleObject275.bin"/><Relationship Id="rId3" Type="http://schemas.openxmlformats.org/officeDocument/2006/relationships/oleObject" Target="../embeddings/oleObject265.bin"/><Relationship Id="rId7" Type="http://schemas.openxmlformats.org/officeDocument/2006/relationships/oleObject" Target="../embeddings/oleObject269.bin"/><Relationship Id="rId12" Type="http://schemas.openxmlformats.org/officeDocument/2006/relationships/oleObject" Target="../embeddings/oleObject274.bin"/><Relationship Id="rId17" Type="http://schemas.openxmlformats.org/officeDocument/2006/relationships/oleObject" Target="../embeddings/oleObject27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8.bin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68.bin"/><Relationship Id="rId11" Type="http://schemas.openxmlformats.org/officeDocument/2006/relationships/oleObject" Target="../embeddings/oleObject273.bin"/><Relationship Id="rId5" Type="http://schemas.openxmlformats.org/officeDocument/2006/relationships/oleObject" Target="../embeddings/oleObject267.bin"/><Relationship Id="rId15" Type="http://schemas.openxmlformats.org/officeDocument/2006/relationships/oleObject" Target="../embeddings/oleObject277.bin"/><Relationship Id="rId10" Type="http://schemas.openxmlformats.org/officeDocument/2006/relationships/oleObject" Target="../embeddings/oleObject272.bin"/><Relationship Id="rId4" Type="http://schemas.openxmlformats.org/officeDocument/2006/relationships/oleObject" Target="../embeddings/oleObject266.bin"/><Relationship Id="rId9" Type="http://schemas.openxmlformats.org/officeDocument/2006/relationships/oleObject" Target="../embeddings/oleObject271.bin"/><Relationship Id="rId14" Type="http://schemas.openxmlformats.org/officeDocument/2006/relationships/oleObject" Target="../embeddings/oleObject276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5.bin"/><Relationship Id="rId13" Type="http://schemas.openxmlformats.org/officeDocument/2006/relationships/oleObject" Target="../embeddings/oleObject290.bin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4.bin"/><Relationship Id="rId12" Type="http://schemas.openxmlformats.org/officeDocument/2006/relationships/oleObject" Target="../embeddings/oleObject2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83.bin"/><Relationship Id="rId11" Type="http://schemas.openxmlformats.org/officeDocument/2006/relationships/oleObject" Target="../embeddings/oleObject288.bin"/><Relationship Id="rId5" Type="http://schemas.openxmlformats.org/officeDocument/2006/relationships/oleObject" Target="../embeddings/oleObject282.bin"/><Relationship Id="rId10" Type="http://schemas.openxmlformats.org/officeDocument/2006/relationships/oleObject" Target="../embeddings/oleObject287.bin"/><Relationship Id="rId4" Type="http://schemas.openxmlformats.org/officeDocument/2006/relationships/oleObject" Target="../embeddings/oleObject281.bin"/><Relationship Id="rId9" Type="http://schemas.openxmlformats.org/officeDocument/2006/relationships/oleObject" Target="../embeddings/oleObject286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6.bin"/><Relationship Id="rId3" Type="http://schemas.openxmlformats.org/officeDocument/2006/relationships/oleObject" Target="../embeddings/oleObject291.bin"/><Relationship Id="rId7" Type="http://schemas.openxmlformats.org/officeDocument/2006/relationships/oleObject" Target="../embeddings/oleObject29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294.bin"/><Relationship Id="rId5" Type="http://schemas.openxmlformats.org/officeDocument/2006/relationships/oleObject" Target="../embeddings/oleObject293.bin"/><Relationship Id="rId4" Type="http://schemas.openxmlformats.org/officeDocument/2006/relationships/oleObject" Target="../embeddings/oleObject292.bin"/><Relationship Id="rId9" Type="http://schemas.openxmlformats.org/officeDocument/2006/relationships/oleObject" Target="../embeddings/oleObject297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eg"/><Relationship Id="rId2" Type="http://schemas.openxmlformats.org/officeDocument/2006/relationships/hyperlink" Target="D11_5&#23545;&#22352;&#26631;&#26354;&#38754;&#31215;&#20998;.ppt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3.bin"/><Relationship Id="rId13" Type="http://schemas.openxmlformats.org/officeDocument/2006/relationships/oleObject" Target="../embeddings/oleObject308.bin"/><Relationship Id="rId3" Type="http://schemas.openxmlformats.org/officeDocument/2006/relationships/oleObject" Target="../embeddings/oleObject298.bin"/><Relationship Id="rId7" Type="http://schemas.openxmlformats.org/officeDocument/2006/relationships/oleObject" Target="../embeddings/oleObject302.bin"/><Relationship Id="rId12" Type="http://schemas.openxmlformats.org/officeDocument/2006/relationships/oleObject" Target="../embeddings/oleObject307.bin"/><Relationship Id="rId17" Type="http://schemas.openxmlformats.org/officeDocument/2006/relationships/oleObject" Target="../embeddings/oleObject312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11.bin"/><Relationship Id="rId1" Type="http://schemas.openxmlformats.org/officeDocument/2006/relationships/vmlDrawing" Target="../drawings/vmlDrawing25.vml"/><Relationship Id="rId6" Type="http://schemas.openxmlformats.org/officeDocument/2006/relationships/oleObject" Target="../embeddings/oleObject301.bin"/><Relationship Id="rId11" Type="http://schemas.openxmlformats.org/officeDocument/2006/relationships/oleObject" Target="../embeddings/oleObject306.bin"/><Relationship Id="rId5" Type="http://schemas.openxmlformats.org/officeDocument/2006/relationships/oleObject" Target="../embeddings/oleObject300.bin"/><Relationship Id="rId15" Type="http://schemas.openxmlformats.org/officeDocument/2006/relationships/oleObject" Target="../embeddings/oleObject310.bin"/><Relationship Id="rId10" Type="http://schemas.openxmlformats.org/officeDocument/2006/relationships/oleObject" Target="../embeddings/oleObject305.bin"/><Relationship Id="rId4" Type="http://schemas.openxmlformats.org/officeDocument/2006/relationships/oleObject" Target="../embeddings/oleObject299.bin"/><Relationship Id="rId9" Type="http://schemas.openxmlformats.org/officeDocument/2006/relationships/oleObject" Target="../embeddings/oleObject304.bin"/><Relationship Id="rId14" Type="http://schemas.openxmlformats.org/officeDocument/2006/relationships/oleObject" Target="../embeddings/oleObject309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18.bin"/><Relationship Id="rId13" Type="http://schemas.openxmlformats.org/officeDocument/2006/relationships/oleObject" Target="../embeddings/oleObject323.bin"/><Relationship Id="rId18" Type="http://schemas.openxmlformats.org/officeDocument/2006/relationships/oleObject" Target="../embeddings/oleObject328.bin"/><Relationship Id="rId3" Type="http://schemas.openxmlformats.org/officeDocument/2006/relationships/oleObject" Target="../embeddings/oleObject313.bin"/><Relationship Id="rId21" Type="http://schemas.openxmlformats.org/officeDocument/2006/relationships/oleObject" Target="../embeddings/oleObject331.bin"/><Relationship Id="rId7" Type="http://schemas.openxmlformats.org/officeDocument/2006/relationships/oleObject" Target="../embeddings/oleObject317.bin"/><Relationship Id="rId12" Type="http://schemas.openxmlformats.org/officeDocument/2006/relationships/oleObject" Target="../embeddings/oleObject322.bin"/><Relationship Id="rId17" Type="http://schemas.openxmlformats.org/officeDocument/2006/relationships/oleObject" Target="../embeddings/oleObject327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26.bin"/><Relationship Id="rId20" Type="http://schemas.openxmlformats.org/officeDocument/2006/relationships/oleObject" Target="../embeddings/oleObject330.bin"/><Relationship Id="rId1" Type="http://schemas.openxmlformats.org/officeDocument/2006/relationships/vmlDrawing" Target="../drawings/vmlDrawing26.vml"/><Relationship Id="rId6" Type="http://schemas.openxmlformats.org/officeDocument/2006/relationships/oleObject" Target="../embeddings/oleObject316.bin"/><Relationship Id="rId11" Type="http://schemas.openxmlformats.org/officeDocument/2006/relationships/oleObject" Target="../embeddings/oleObject321.bin"/><Relationship Id="rId5" Type="http://schemas.openxmlformats.org/officeDocument/2006/relationships/oleObject" Target="../embeddings/oleObject315.bin"/><Relationship Id="rId15" Type="http://schemas.openxmlformats.org/officeDocument/2006/relationships/oleObject" Target="../embeddings/oleObject325.bin"/><Relationship Id="rId23" Type="http://schemas.openxmlformats.org/officeDocument/2006/relationships/oleObject" Target="../embeddings/oleObject333.bin"/><Relationship Id="rId10" Type="http://schemas.openxmlformats.org/officeDocument/2006/relationships/oleObject" Target="../embeddings/oleObject320.bin"/><Relationship Id="rId19" Type="http://schemas.openxmlformats.org/officeDocument/2006/relationships/oleObject" Target="../embeddings/oleObject329.bin"/><Relationship Id="rId4" Type="http://schemas.openxmlformats.org/officeDocument/2006/relationships/oleObject" Target="../embeddings/oleObject314.bin"/><Relationship Id="rId9" Type="http://schemas.openxmlformats.org/officeDocument/2006/relationships/oleObject" Target="../embeddings/oleObject319.bin"/><Relationship Id="rId14" Type="http://schemas.openxmlformats.org/officeDocument/2006/relationships/oleObject" Target="../embeddings/oleObject324.bin"/><Relationship Id="rId22" Type="http://schemas.openxmlformats.org/officeDocument/2006/relationships/oleObject" Target="../embeddings/oleObject33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9.bin"/><Relationship Id="rId13" Type="http://schemas.openxmlformats.org/officeDocument/2006/relationships/oleObject" Target="../embeddings/oleObject344.bin"/><Relationship Id="rId18" Type="http://schemas.openxmlformats.org/officeDocument/2006/relationships/oleObject" Target="../embeddings/oleObject349.bin"/><Relationship Id="rId3" Type="http://schemas.openxmlformats.org/officeDocument/2006/relationships/oleObject" Target="../embeddings/oleObject334.bin"/><Relationship Id="rId7" Type="http://schemas.openxmlformats.org/officeDocument/2006/relationships/oleObject" Target="../embeddings/oleObject338.bin"/><Relationship Id="rId12" Type="http://schemas.openxmlformats.org/officeDocument/2006/relationships/oleObject" Target="../embeddings/oleObject343.bin"/><Relationship Id="rId17" Type="http://schemas.openxmlformats.org/officeDocument/2006/relationships/oleObject" Target="../embeddings/oleObject348.bin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347.bin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337.bin"/><Relationship Id="rId11" Type="http://schemas.openxmlformats.org/officeDocument/2006/relationships/oleObject" Target="../embeddings/oleObject342.bin"/><Relationship Id="rId5" Type="http://schemas.openxmlformats.org/officeDocument/2006/relationships/oleObject" Target="../embeddings/oleObject336.bin"/><Relationship Id="rId15" Type="http://schemas.openxmlformats.org/officeDocument/2006/relationships/oleObject" Target="../embeddings/oleObject346.bin"/><Relationship Id="rId10" Type="http://schemas.openxmlformats.org/officeDocument/2006/relationships/oleObject" Target="../embeddings/oleObject341.bin"/><Relationship Id="rId19" Type="http://schemas.openxmlformats.org/officeDocument/2006/relationships/oleObject" Target="../embeddings/oleObject350.bin"/><Relationship Id="rId4" Type="http://schemas.openxmlformats.org/officeDocument/2006/relationships/oleObject" Target="../embeddings/oleObject335.bin"/><Relationship Id="rId9" Type="http://schemas.openxmlformats.org/officeDocument/2006/relationships/oleObject" Target="../embeddings/oleObject340.bin"/><Relationship Id="rId14" Type="http://schemas.openxmlformats.org/officeDocument/2006/relationships/oleObject" Target="../embeddings/oleObject34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0" y="0"/>
            <a:ext cx="9144000" cy="2057400"/>
          </a:xfrm>
          <a:prstGeom prst="rect">
            <a:avLst/>
          </a:prstGeom>
          <a:gradFill rotWithShape="0">
            <a:gsLst>
              <a:gs pos="0">
                <a:srgbClr val="00009B"/>
              </a:gs>
              <a:gs pos="100000">
                <a:srgbClr val="0000FF"/>
              </a:gs>
            </a:gsLst>
            <a:lin ang="5400000" scaled="1"/>
          </a:gradFill>
          <a:ln w="38100" cmpd="dbl">
            <a:solidFill>
              <a:srgbClr val="0066FF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143000" y="304800"/>
            <a:ext cx="2209800" cy="914400"/>
          </a:xfrm>
          <a:noFill/>
        </p:spPr>
        <p:txBody>
          <a:bodyPr/>
          <a:lstStyle/>
          <a:p>
            <a:pPr algn="l" eaLnBrk="1" hangingPunct="1"/>
            <a:r>
              <a:rPr lang="zh-CN" sz="4800" smtClean="0">
                <a:latin typeface="华文行楷" pitchFamily="2" charset="-122"/>
                <a:ea typeface="华文行楷" pitchFamily="2" charset="-122"/>
              </a:rPr>
              <a:t>第四节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1752600" y="2743200"/>
            <a:ext cx="69342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3200" b="1"/>
              <a:t>一、对面积的曲面积分的概念与性质  </a:t>
            </a:r>
            <a:endParaRPr lang="zh-CN" b="1"/>
          </a:p>
        </p:txBody>
      </p:sp>
      <p:sp>
        <p:nvSpPr>
          <p:cNvPr id="1030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752600" y="3760788"/>
            <a:ext cx="6200775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sz="3200" b="1"/>
              <a:t>二、对面积的曲面积分的计算法   </a:t>
            </a:r>
          </a:p>
        </p:txBody>
      </p:sp>
      <p:sp>
        <p:nvSpPr>
          <p:cNvPr id="1031" name="Text Box 6"/>
          <p:cNvSpPr txBox="1">
            <a:spLocks noChangeArrowheads="1"/>
          </p:cNvSpPr>
          <p:nvPr/>
        </p:nvSpPr>
        <p:spPr bwMode="auto">
          <a:xfrm>
            <a:off x="2333625" y="1081088"/>
            <a:ext cx="5210175" cy="82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sz="480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对面积的曲面积分 </a:t>
            </a:r>
          </a:p>
        </p:txBody>
      </p:sp>
      <p:graphicFrame>
        <p:nvGraphicFramePr>
          <p:cNvPr id="1026" name="Object 7"/>
          <p:cNvGraphicFramePr>
            <a:graphicFrameLocks noChangeAspect="1"/>
          </p:cNvGraphicFramePr>
          <p:nvPr/>
        </p:nvGraphicFramePr>
        <p:xfrm>
          <a:off x="238125" y="4572000"/>
          <a:ext cx="1590675" cy="1600200"/>
        </p:xfrm>
        <a:graphic>
          <a:graphicData uri="http://schemas.openxmlformats.org/presentationml/2006/ole">
            <p:oleObj spid="_x0000_s1026" r:id="rId4" imgW="3390476" imgH="3409524" progId="Paint.Picture">
              <p:embed/>
            </p:oleObj>
          </a:graphicData>
        </a:graphic>
      </p:graphicFrame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7086600" y="250825"/>
            <a:ext cx="1793875" cy="528638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r>
              <a:rPr lang="zh-CN" altLang="zh-CN">
                <a:solidFill>
                  <a:schemeClr val="accent2"/>
                </a:solidFill>
              </a:rPr>
              <a:t> </a:t>
            </a:r>
            <a:r>
              <a:rPr lang="zh-CN">
                <a:solidFill>
                  <a:schemeClr val="accent2"/>
                </a:solidFill>
              </a:rPr>
              <a:t>第十一章 </a:t>
            </a:r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5897563" y="2057400"/>
            <a:ext cx="2941637" cy="3227388"/>
            <a:chOff x="0" y="0"/>
            <a:chExt cx="1853" cy="2033"/>
          </a:xfrm>
        </p:grpSpPr>
        <p:graphicFrame>
          <p:nvGraphicFramePr>
            <p:cNvPr id="2059" name="Object 3"/>
            <p:cNvGraphicFramePr>
              <a:graphicFrameLocks noChangeAspect="1"/>
            </p:cNvGraphicFramePr>
            <p:nvPr/>
          </p:nvGraphicFramePr>
          <p:xfrm>
            <a:off x="388" y="1481"/>
            <a:ext cx="192" cy="200"/>
          </p:xfrm>
          <a:graphic>
            <a:graphicData uri="http://schemas.openxmlformats.org/presentationml/2006/ole">
              <p:oleObj spid="_x0000_s2059" r:id="rId3" imgW="304853" imgH="317542" progId="Equation.3">
                <p:embed/>
              </p:oleObj>
            </a:graphicData>
          </a:graphic>
        </p:graphicFrame>
        <p:grpSp>
          <p:nvGrpSpPr>
            <p:cNvPr id="2080" name="Group 4"/>
            <p:cNvGrpSpPr>
              <a:grpSpLocks/>
            </p:cNvGrpSpPr>
            <p:nvPr/>
          </p:nvGrpSpPr>
          <p:grpSpPr bwMode="auto">
            <a:xfrm>
              <a:off x="0" y="0"/>
              <a:ext cx="1853" cy="2033"/>
              <a:chOff x="0" y="0"/>
              <a:chExt cx="1853" cy="2033"/>
            </a:xfrm>
          </p:grpSpPr>
          <p:graphicFrame>
            <p:nvGraphicFramePr>
              <p:cNvPr id="2060" name="Object 5"/>
              <p:cNvGraphicFramePr>
                <a:graphicFrameLocks noChangeAspect="1"/>
              </p:cNvGraphicFramePr>
              <p:nvPr/>
            </p:nvGraphicFramePr>
            <p:xfrm>
              <a:off x="27" y="399"/>
              <a:ext cx="1674" cy="1050"/>
            </p:xfrm>
            <a:graphic>
              <a:graphicData uri="http://schemas.openxmlformats.org/presentationml/2006/ole">
                <p:oleObj spid="_x0000_s2060" r:id="rId4" imgW="2657846" imgH="1666667" progId="Paint.Picture">
                  <p:embed/>
                </p:oleObj>
              </a:graphicData>
            </a:graphic>
          </p:graphicFrame>
          <p:sp>
            <p:nvSpPr>
              <p:cNvPr id="2081" name="Line 6"/>
              <p:cNvSpPr>
                <a:spLocks noChangeShapeType="1"/>
              </p:cNvSpPr>
              <p:nvPr/>
            </p:nvSpPr>
            <p:spPr bwMode="auto">
              <a:xfrm>
                <a:off x="453" y="1476"/>
                <a:ext cx="134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2" name="Line 7"/>
              <p:cNvSpPr>
                <a:spLocks noChangeShapeType="1"/>
              </p:cNvSpPr>
              <p:nvPr/>
            </p:nvSpPr>
            <p:spPr bwMode="auto">
              <a:xfrm flipH="1">
                <a:off x="0" y="1476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2061" name="Object 8"/>
              <p:cNvGraphicFramePr>
                <a:graphicFrameLocks noChangeAspect="1"/>
              </p:cNvGraphicFramePr>
              <p:nvPr/>
            </p:nvGraphicFramePr>
            <p:xfrm>
              <a:off x="117" y="1881"/>
              <a:ext cx="144" cy="152"/>
            </p:xfrm>
            <a:graphic>
              <a:graphicData uri="http://schemas.openxmlformats.org/presentationml/2006/ole">
                <p:oleObj spid="_x0000_s2061" r:id="rId5" imgW="228818" imgH="241512" progId="Equation.3">
                  <p:embed/>
                </p:oleObj>
              </a:graphicData>
            </a:graphic>
          </p:graphicFrame>
          <p:graphicFrame>
            <p:nvGraphicFramePr>
              <p:cNvPr id="2062" name="Object 9"/>
              <p:cNvGraphicFramePr>
                <a:graphicFrameLocks noChangeAspect="1"/>
              </p:cNvGraphicFramePr>
              <p:nvPr/>
            </p:nvGraphicFramePr>
            <p:xfrm>
              <a:off x="1701" y="1545"/>
              <a:ext cx="152" cy="200"/>
            </p:xfrm>
            <a:graphic>
              <a:graphicData uri="http://schemas.openxmlformats.org/presentationml/2006/ole">
                <p:oleObj spid="_x0000_s2062" r:id="rId6" imgW="241408" imgH="317542" progId="Equation.3">
                  <p:embed/>
                </p:oleObj>
              </a:graphicData>
            </a:graphic>
          </p:graphicFrame>
          <p:graphicFrame>
            <p:nvGraphicFramePr>
              <p:cNvPr id="2063" name="Object 10"/>
              <p:cNvGraphicFramePr>
                <a:graphicFrameLocks noChangeAspect="1"/>
              </p:cNvGraphicFramePr>
              <p:nvPr/>
            </p:nvGraphicFramePr>
            <p:xfrm>
              <a:off x="308" y="42"/>
              <a:ext cx="136" cy="136"/>
            </p:xfrm>
            <a:graphic>
              <a:graphicData uri="http://schemas.openxmlformats.org/presentationml/2006/ole">
                <p:oleObj spid="_x0000_s2063" r:id="rId7" imgW="215936" imgH="215936" progId="Equation.3">
                  <p:embed/>
                </p:oleObj>
              </a:graphicData>
            </a:graphic>
          </p:graphicFrame>
          <p:sp>
            <p:nvSpPr>
              <p:cNvPr id="2083" name="Line 11"/>
              <p:cNvSpPr>
                <a:spLocks noChangeShapeType="1"/>
              </p:cNvSpPr>
              <p:nvPr/>
            </p:nvSpPr>
            <p:spPr bwMode="auto">
              <a:xfrm flipV="1">
                <a:off x="453" y="1065"/>
                <a:ext cx="0" cy="41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084" name="Line 12"/>
              <p:cNvSpPr>
                <a:spLocks noChangeShapeType="1"/>
              </p:cNvSpPr>
              <p:nvPr/>
            </p:nvSpPr>
            <p:spPr bwMode="auto">
              <a:xfrm flipV="1">
                <a:off x="453" y="0"/>
                <a:ext cx="0" cy="6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007100" y="2528888"/>
            <a:ext cx="2581275" cy="1828800"/>
            <a:chOff x="0" y="0"/>
            <a:chExt cx="1626" cy="1152"/>
          </a:xfrm>
        </p:grpSpPr>
        <p:graphicFrame>
          <p:nvGraphicFramePr>
            <p:cNvPr id="2058" name="Object 14"/>
            <p:cNvGraphicFramePr>
              <a:graphicFrameLocks noChangeAspect="1"/>
            </p:cNvGraphicFramePr>
            <p:nvPr/>
          </p:nvGraphicFramePr>
          <p:xfrm>
            <a:off x="0" y="87"/>
            <a:ext cx="1626" cy="1056"/>
          </p:xfrm>
          <a:graphic>
            <a:graphicData uri="http://schemas.openxmlformats.org/presentationml/2006/ole">
              <p:oleObj spid="_x0000_s2058" r:id="rId8" imgW="2580952" imgH="1676634" progId="Paint.Picture">
                <p:embed/>
              </p:oleObj>
            </a:graphicData>
          </a:graphic>
        </p:graphicFrame>
        <p:sp>
          <p:nvSpPr>
            <p:cNvPr id="2078" name="Line 15"/>
            <p:cNvSpPr>
              <a:spLocks noChangeShapeType="1"/>
            </p:cNvSpPr>
            <p:nvPr/>
          </p:nvSpPr>
          <p:spPr bwMode="auto">
            <a:xfrm flipV="1">
              <a:off x="384" y="0"/>
              <a:ext cx="0" cy="3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9" name="Line 16"/>
            <p:cNvSpPr>
              <a:spLocks noChangeShapeType="1"/>
            </p:cNvSpPr>
            <p:nvPr/>
          </p:nvSpPr>
          <p:spPr bwMode="auto">
            <a:xfrm>
              <a:off x="384" y="762"/>
              <a:ext cx="0" cy="39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66" name="Rectangle 17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7162800" cy="762000"/>
          </a:xfrm>
          <a:noFill/>
        </p:spPr>
        <p:txBody>
          <a:bodyPr/>
          <a:lstStyle/>
          <a:p>
            <a:pPr algn="l" eaLnBrk="1" hangingPunct="1"/>
            <a:r>
              <a:rPr lang="zh-CN" sz="3200" b="1" smtClean="0">
                <a:ea typeface="楷体_GB2312" pitchFamily="1" charset="-122"/>
              </a:rPr>
              <a:t>一、对面积的曲面积分的概念与性质</a:t>
            </a:r>
          </a:p>
        </p:txBody>
      </p:sp>
      <p:sp>
        <p:nvSpPr>
          <p:cNvPr id="4114" name="Text Box 18"/>
          <p:cNvSpPr txBox="1">
            <a:spLocks noChangeArrowheads="1"/>
          </p:cNvSpPr>
          <p:nvPr/>
        </p:nvSpPr>
        <p:spPr bwMode="auto">
          <a:xfrm>
            <a:off x="533400" y="1066800"/>
            <a:ext cx="6172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引例</a:t>
            </a:r>
            <a:r>
              <a:rPr lang="zh-CN" altLang="zh-CN" b="1">
                <a:solidFill>
                  <a:schemeClr val="tx2"/>
                </a:solidFill>
              </a:rPr>
              <a:t>:   </a:t>
            </a:r>
            <a:r>
              <a:rPr lang="zh-CN"/>
              <a:t>设曲面形构件具有连续面密度</a:t>
            </a:r>
          </a:p>
        </p:txBody>
      </p:sp>
      <p:graphicFrame>
        <p:nvGraphicFramePr>
          <p:cNvPr id="4115" name="Object 19"/>
          <p:cNvGraphicFramePr>
            <a:graphicFrameLocks noChangeAspect="1"/>
          </p:cNvGraphicFramePr>
          <p:nvPr/>
        </p:nvGraphicFramePr>
        <p:xfrm>
          <a:off x="6367463" y="1092200"/>
          <a:ext cx="1674812" cy="431800"/>
        </p:xfrm>
        <a:graphic>
          <a:graphicData uri="http://schemas.openxmlformats.org/presentationml/2006/ole">
            <p:oleObj spid="_x0000_s2050" r:id="rId9" imgW="1548373" imgH="406365" progId="Equation.3">
              <p:embed/>
            </p:oleObj>
          </a:graphicData>
        </a:graphic>
      </p:graphicFrame>
      <p:sp>
        <p:nvSpPr>
          <p:cNvPr id="4116" name="Text Box 20"/>
          <p:cNvSpPr txBox="1">
            <a:spLocks noChangeArrowheads="1"/>
          </p:cNvSpPr>
          <p:nvPr/>
        </p:nvSpPr>
        <p:spPr bwMode="auto">
          <a:xfrm>
            <a:off x="609600" y="2057400"/>
            <a:ext cx="548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类似求平面薄板质量的思想</a:t>
            </a:r>
            <a:r>
              <a:rPr lang="zh-CN" altLang="zh-CN"/>
              <a:t>, </a:t>
            </a:r>
            <a:r>
              <a:rPr lang="zh-CN"/>
              <a:t>采用</a:t>
            </a:r>
          </a:p>
        </p:txBody>
      </p:sp>
      <p:graphicFrame>
        <p:nvGraphicFramePr>
          <p:cNvPr id="4117" name="Object 21"/>
          <p:cNvGraphicFramePr>
            <a:graphicFrameLocks noChangeAspect="1"/>
          </p:cNvGraphicFramePr>
          <p:nvPr/>
        </p:nvGraphicFramePr>
        <p:xfrm>
          <a:off x="2867025" y="4057650"/>
          <a:ext cx="2771775" cy="471488"/>
        </p:xfrm>
        <a:graphic>
          <a:graphicData uri="http://schemas.openxmlformats.org/presentationml/2006/ole">
            <p:oleObj spid="_x0000_s2051" r:id="rId10" imgW="2564604" imgH="444624" progId="Equation.3">
              <p:embed/>
            </p:oleObj>
          </a:graphicData>
        </a:graphic>
      </p:graphicFrame>
      <p:sp>
        <p:nvSpPr>
          <p:cNvPr id="4118" name="Text Box 22"/>
          <p:cNvSpPr txBox="1">
            <a:spLocks noChangeArrowheads="1"/>
          </p:cNvSpPr>
          <p:nvPr/>
        </p:nvSpPr>
        <p:spPr bwMode="auto">
          <a:xfrm>
            <a:off x="1524000" y="3214688"/>
            <a:ext cx="121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可得</a:t>
            </a:r>
          </a:p>
        </p:txBody>
      </p:sp>
      <p:graphicFrame>
        <p:nvGraphicFramePr>
          <p:cNvPr id="4119" name="Object 23"/>
          <p:cNvGraphicFramePr>
            <a:graphicFrameLocks noChangeAspect="1"/>
          </p:cNvGraphicFramePr>
          <p:nvPr/>
        </p:nvGraphicFramePr>
        <p:xfrm>
          <a:off x="2386013" y="3733800"/>
          <a:ext cx="661987" cy="1090613"/>
        </p:xfrm>
        <a:graphic>
          <a:graphicData uri="http://schemas.openxmlformats.org/presentationml/2006/ole">
            <p:oleObj spid="_x0000_s2052" r:id="rId11" imgW="648017" imgH="1067117" progId="Equation.3">
              <p:embed/>
            </p:oleObj>
          </a:graphicData>
        </a:graphic>
      </p:graphicFrame>
      <p:graphicFrame>
        <p:nvGraphicFramePr>
          <p:cNvPr id="4120" name="Object 24"/>
          <p:cNvGraphicFramePr>
            <a:graphicFrameLocks noChangeAspect="1"/>
          </p:cNvGraphicFramePr>
          <p:nvPr/>
        </p:nvGraphicFramePr>
        <p:xfrm>
          <a:off x="1739900" y="4071938"/>
          <a:ext cx="622300" cy="652462"/>
        </p:xfrm>
        <a:graphic>
          <a:graphicData uri="http://schemas.openxmlformats.org/presentationml/2006/ole">
            <p:oleObj spid="_x0000_s2053" r:id="rId12" imgW="609653" imgH="622347" progId="Equation.3">
              <p:embed/>
            </p:oleObj>
          </a:graphicData>
        </a:graphic>
      </p:graphicFrame>
      <p:graphicFrame>
        <p:nvGraphicFramePr>
          <p:cNvPr id="4121" name="Object 25"/>
          <p:cNvGraphicFramePr>
            <a:graphicFrameLocks noChangeAspect="1"/>
          </p:cNvGraphicFramePr>
          <p:nvPr/>
        </p:nvGraphicFramePr>
        <p:xfrm>
          <a:off x="938213" y="4114800"/>
          <a:ext cx="714375" cy="304800"/>
        </p:xfrm>
        <a:graphic>
          <a:graphicData uri="http://schemas.openxmlformats.org/presentationml/2006/ole">
            <p:oleObj spid="_x0000_s2054" r:id="rId13" imgW="698211" imgH="304853" progId="Equation.3">
              <p:embed/>
            </p:oleObj>
          </a:graphicData>
        </a:graphic>
      </p:graphicFrame>
      <p:graphicFrame>
        <p:nvGraphicFramePr>
          <p:cNvPr id="4122" name="Object 26"/>
          <p:cNvGraphicFramePr>
            <a:graphicFrameLocks noChangeAspect="1"/>
          </p:cNvGraphicFramePr>
          <p:nvPr/>
        </p:nvGraphicFramePr>
        <p:xfrm>
          <a:off x="7023100" y="2116138"/>
          <a:ext cx="1739900" cy="444500"/>
        </p:xfrm>
        <a:graphic>
          <a:graphicData uri="http://schemas.openxmlformats.org/presentationml/2006/ole">
            <p:oleObj spid="_x0000_s2055" r:id="rId14" imgW="1739462" imgH="444624" progId="Equation.3">
              <p:embed/>
            </p:oleObj>
          </a:graphicData>
        </a:graphic>
      </p:graphicFrame>
      <p:sp>
        <p:nvSpPr>
          <p:cNvPr id="4123" name="Text Box 27"/>
          <p:cNvSpPr txBox="1">
            <a:spLocks noChangeArrowheads="1"/>
          </p:cNvSpPr>
          <p:nvPr/>
        </p:nvSpPr>
        <p:spPr bwMode="auto">
          <a:xfrm>
            <a:off x="8007350" y="1057275"/>
            <a:ext cx="984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求质 </a:t>
            </a:r>
          </a:p>
        </p:txBody>
      </p:sp>
      <p:graphicFrame>
        <p:nvGraphicFramePr>
          <p:cNvPr id="4124" name="Object 28"/>
          <p:cNvGraphicFramePr>
            <a:graphicFrameLocks noChangeAspect="1"/>
          </p:cNvGraphicFramePr>
          <p:nvPr/>
        </p:nvGraphicFramePr>
        <p:xfrm>
          <a:off x="7337425" y="3157538"/>
          <a:ext cx="285750" cy="304800"/>
        </p:xfrm>
        <a:graphic>
          <a:graphicData uri="http://schemas.openxmlformats.org/presentationml/2006/ole">
            <p:oleObj spid="_x0000_s2056" r:id="rId15" imgW="285866" imgH="304923" progId="Paint.Picture">
              <p:embed/>
            </p:oleObj>
          </a:graphicData>
        </a:graphic>
      </p:graphicFrame>
      <p:sp>
        <p:nvSpPr>
          <p:cNvPr id="4125" name="Line 29"/>
          <p:cNvSpPr>
            <a:spLocks noChangeShapeType="1"/>
          </p:cNvSpPr>
          <p:nvPr/>
        </p:nvSpPr>
        <p:spPr bwMode="auto">
          <a:xfrm flipH="1">
            <a:off x="7454900" y="2528888"/>
            <a:ext cx="376238" cy="7620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6" name="Text Box 30"/>
          <p:cNvSpPr txBox="1">
            <a:spLocks noChangeArrowheads="1"/>
          </p:cNvSpPr>
          <p:nvPr/>
        </p:nvSpPr>
        <p:spPr bwMode="auto">
          <a:xfrm>
            <a:off x="609600" y="2667000"/>
            <a:ext cx="563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 </a:t>
            </a:r>
            <a:r>
              <a:rPr lang="zh-CN" altLang="zh-CN">
                <a:solidFill>
                  <a:schemeClr val="tx2"/>
                </a:solidFill>
              </a:rPr>
              <a:t>“</a:t>
            </a:r>
            <a:r>
              <a:rPr lang="zh-CN">
                <a:solidFill>
                  <a:schemeClr val="tx2"/>
                </a:solidFill>
              </a:rPr>
              <a:t>大化小</a:t>
            </a:r>
            <a:r>
              <a:rPr lang="zh-CN" altLang="zh-CN">
                <a:solidFill>
                  <a:schemeClr val="tx2"/>
                </a:solidFill>
              </a:rPr>
              <a:t>, </a:t>
            </a:r>
            <a:r>
              <a:rPr lang="zh-CN">
                <a:solidFill>
                  <a:schemeClr val="tx2"/>
                </a:solidFill>
              </a:rPr>
              <a:t>常代变</a:t>
            </a:r>
            <a:r>
              <a:rPr lang="zh-CN" altLang="zh-CN">
                <a:solidFill>
                  <a:schemeClr val="tx2"/>
                </a:solidFill>
              </a:rPr>
              <a:t>, </a:t>
            </a:r>
            <a:r>
              <a:rPr lang="zh-CN">
                <a:solidFill>
                  <a:schemeClr val="tx2"/>
                </a:solidFill>
              </a:rPr>
              <a:t>近似和</a:t>
            </a:r>
            <a:r>
              <a:rPr lang="zh-CN" altLang="zh-CN">
                <a:solidFill>
                  <a:schemeClr val="tx2"/>
                </a:solidFill>
              </a:rPr>
              <a:t>, </a:t>
            </a:r>
            <a:r>
              <a:rPr lang="zh-CN">
                <a:solidFill>
                  <a:schemeClr val="tx2"/>
                </a:solidFill>
              </a:rPr>
              <a:t>求极限”</a:t>
            </a:r>
            <a:r>
              <a:rPr lang="zh-CN"/>
              <a:t> </a:t>
            </a:r>
          </a:p>
        </p:txBody>
      </p:sp>
      <p:sp>
        <p:nvSpPr>
          <p:cNvPr id="4127" name="Text Box 31"/>
          <p:cNvSpPr txBox="1">
            <a:spLocks noChangeArrowheads="1"/>
          </p:cNvSpPr>
          <p:nvPr/>
        </p:nvSpPr>
        <p:spPr bwMode="auto">
          <a:xfrm>
            <a:off x="304800" y="3214688"/>
            <a:ext cx="144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的方法</a:t>
            </a:r>
            <a:r>
              <a:rPr lang="zh-CN" altLang="zh-CN"/>
              <a:t>,</a:t>
            </a:r>
          </a:p>
        </p:txBody>
      </p:sp>
      <p:graphicFrame>
        <p:nvGraphicFramePr>
          <p:cNvPr id="4128" name="Object 32"/>
          <p:cNvGraphicFramePr>
            <a:graphicFrameLocks noChangeAspect="1"/>
          </p:cNvGraphicFramePr>
          <p:nvPr/>
        </p:nvGraphicFramePr>
        <p:xfrm>
          <a:off x="8153400" y="3657600"/>
          <a:ext cx="317500" cy="304800"/>
        </p:xfrm>
        <a:graphic>
          <a:graphicData uri="http://schemas.openxmlformats.org/presentationml/2006/ole">
            <p:oleObj spid="_x0000_s2057" r:id="rId16" imgW="317542" imgH="304853" progId="Equation.3">
              <p:embed/>
            </p:oleObj>
          </a:graphicData>
        </a:graphic>
      </p:graphicFrame>
      <p:sp>
        <p:nvSpPr>
          <p:cNvPr id="4129" name="Text Box 33"/>
          <p:cNvSpPr txBox="1">
            <a:spLocks noChangeArrowheads="1"/>
          </p:cNvSpPr>
          <p:nvPr/>
        </p:nvSpPr>
        <p:spPr bwMode="auto">
          <a:xfrm>
            <a:off x="365125" y="1590675"/>
            <a:ext cx="10144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量 </a:t>
            </a:r>
            <a:r>
              <a:rPr lang="zh-CN" altLang="zh-CN" i="1"/>
              <a:t>M</a:t>
            </a:r>
            <a:r>
              <a:rPr lang="zh-CN" altLang="zh-CN"/>
              <a:t>.</a:t>
            </a:r>
          </a:p>
        </p:txBody>
      </p:sp>
      <p:sp>
        <p:nvSpPr>
          <p:cNvPr id="4130" name="Text Box 34"/>
          <p:cNvSpPr txBox="1">
            <a:spLocks noChangeArrowheads="1"/>
          </p:cNvSpPr>
          <p:nvPr/>
        </p:nvSpPr>
        <p:spPr bwMode="auto">
          <a:xfrm>
            <a:off x="304800" y="4953000"/>
            <a:ext cx="5268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其中</a:t>
            </a:r>
            <a:r>
              <a:rPr lang="zh-CN" altLang="zh-CN"/>
              <a:t>, </a:t>
            </a:r>
            <a:r>
              <a:rPr lang="zh-CN" altLang="zh-CN" i="1">
                <a:sym typeface="Symbol" pitchFamily="18" charset="2"/>
              </a:rPr>
              <a:t> </a:t>
            </a:r>
            <a:r>
              <a:rPr lang="zh-CN">
                <a:sym typeface="Symbol" pitchFamily="18" charset="2"/>
              </a:rPr>
              <a:t>表示 </a:t>
            </a:r>
            <a:r>
              <a:rPr lang="zh-CN" altLang="zh-CN" i="1">
                <a:sym typeface="Symbol" pitchFamily="18" charset="2"/>
              </a:rPr>
              <a:t>n</a:t>
            </a:r>
            <a:r>
              <a:rPr lang="zh-CN" altLang="zh-CN"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小块曲面的直径的</a:t>
            </a:r>
            <a:endParaRPr lang="zh-CN"/>
          </a:p>
        </p:txBody>
      </p:sp>
      <p:sp>
        <p:nvSpPr>
          <p:cNvPr id="4131" name="Text Box 35"/>
          <p:cNvSpPr txBox="1">
            <a:spLocks noChangeArrowheads="1"/>
          </p:cNvSpPr>
          <p:nvPr/>
        </p:nvSpPr>
        <p:spPr bwMode="auto">
          <a:xfrm>
            <a:off x="1447800" y="5562600"/>
            <a:ext cx="7467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zh-CN"/>
              <a:t> (</a:t>
            </a:r>
            <a:r>
              <a:rPr lang="zh-CN"/>
              <a:t>曲面的直径为其上任意两点间距离的最大者</a:t>
            </a:r>
            <a:r>
              <a:rPr lang="zh-CN" altLang="zh-CN"/>
              <a:t>). </a:t>
            </a:r>
          </a:p>
        </p:txBody>
      </p:sp>
      <p:sp>
        <p:nvSpPr>
          <p:cNvPr id="4132" name="Text Box 36"/>
          <p:cNvSpPr txBox="1">
            <a:spLocks noChangeArrowheads="1"/>
          </p:cNvSpPr>
          <p:nvPr/>
        </p:nvSpPr>
        <p:spPr bwMode="auto">
          <a:xfrm>
            <a:off x="365125" y="5530850"/>
            <a:ext cx="1250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最大值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4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1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4" grpId="0" autoUpdateAnimBg="0"/>
      <p:bldP spid="4116" grpId="0" autoUpdateAnimBg="0"/>
      <p:bldP spid="4118" grpId="0" autoUpdateAnimBg="0"/>
      <p:bldP spid="4123" grpId="0" build="p" autoUpdateAnimBg="0"/>
      <p:bldP spid="4125" grpId="0" animBg="1"/>
      <p:bldP spid="4126" grpId="0" autoUpdateAnimBg="0"/>
      <p:bldP spid="4127" grpId="0" autoUpdateAnimBg="0"/>
      <p:bldP spid="4129" grpId="0" build="p" autoUpdateAnimBg="0" advAuto="0"/>
      <p:bldP spid="4130" grpId="0" build="p" autoUpdateAnimBg="0"/>
      <p:bldP spid="4131" grpId="0" build="p" autoUpdateAnimBg="0"/>
      <p:bldP spid="4132" grpId="0" build="p" autoUpdateAnimBg="0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5575300" y="4730750"/>
          <a:ext cx="3187700" cy="723900"/>
        </p:xfrm>
        <a:graphic>
          <a:graphicData uri="http://schemas.openxmlformats.org/presentationml/2006/ole">
            <p:oleObj spid="_x0000_s3074" r:id="rId3" imgW="3186634" imgH="723903" progId="Equation.3">
              <p:embed/>
            </p:oleObj>
          </a:graphicData>
        </a:graphic>
      </p:graphicFrame>
      <p:sp>
        <p:nvSpPr>
          <p:cNvPr id="3080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228600"/>
            <a:ext cx="1219200" cy="574675"/>
          </a:xfrm>
        </p:spPr>
        <p:txBody>
          <a:bodyPr/>
          <a:lstStyle/>
          <a:p>
            <a:pPr eaLnBrk="1" hangingPunct="1"/>
            <a:r>
              <a:rPr lang="zh-CN" sz="2800" b="1" smtClean="0">
                <a:ea typeface="楷体_GB2312" pitchFamily="1" charset="-122"/>
              </a:rPr>
              <a:t>定义</a:t>
            </a:r>
            <a:r>
              <a:rPr lang="zh-CN" altLang="zh-CN" sz="2800" b="1" smtClean="0">
                <a:ea typeface="楷体_GB2312" pitchFamily="1" charset="-122"/>
              </a:rPr>
              <a:t>: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600200" y="242888"/>
            <a:ext cx="3352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设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为光滑曲面</a:t>
            </a:r>
            <a:r>
              <a:rPr lang="zh-CN" altLang="zh-CN">
                <a:sym typeface="Symbol" pitchFamily="18" charset="2"/>
              </a:rPr>
              <a:t>,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457200" y="1385888"/>
            <a:ext cx="3124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>
                <a:sym typeface="Symbol" pitchFamily="18" charset="2"/>
              </a:rPr>
              <a:t>“</a:t>
            </a:r>
            <a:r>
              <a:rPr lang="zh-CN">
                <a:sym typeface="Symbol" pitchFamily="18" charset="2"/>
              </a:rPr>
              <a:t>乘积</a:t>
            </a:r>
            <a:r>
              <a:rPr lang="zh-CN"/>
              <a:t>和式极限” </a:t>
            </a:r>
            <a:endParaRPr lang="zh-CN">
              <a:sym typeface="Symbol" pitchFamily="18" charset="2"/>
            </a:endParaRPr>
          </a:p>
        </p:txBody>
      </p: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2533650" y="2222500"/>
          <a:ext cx="2641600" cy="444500"/>
        </p:xfrm>
        <a:graphic>
          <a:graphicData uri="http://schemas.openxmlformats.org/presentationml/2006/ole">
            <p:oleObj spid="_x0000_s3075" r:id="rId4" imgW="2640771" imgH="444624" progId="Equation.3">
              <p:embed/>
            </p:oleObj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2095500" y="1905000"/>
          <a:ext cx="647700" cy="1066800"/>
        </p:xfrm>
        <a:graphic>
          <a:graphicData uri="http://schemas.openxmlformats.org/presentationml/2006/ole">
            <p:oleObj spid="_x0000_s3076" r:id="rId5" imgW="648017" imgH="1067117" progId="Equation.3">
              <p:embed/>
            </p:oleObj>
          </a:graphicData>
        </a:graphic>
      </p:graphicFrame>
      <p:graphicFrame>
        <p:nvGraphicFramePr>
          <p:cNvPr id="5128" name="Object 8"/>
          <p:cNvGraphicFramePr>
            <a:graphicFrameLocks noChangeAspect="1"/>
          </p:cNvGraphicFramePr>
          <p:nvPr/>
        </p:nvGraphicFramePr>
        <p:xfrm>
          <a:off x="1447800" y="2133600"/>
          <a:ext cx="609600" cy="622300"/>
        </p:xfrm>
        <a:graphic>
          <a:graphicData uri="http://schemas.openxmlformats.org/presentationml/2006/ole">
            <p:oleObj spid="_x0000_s3077" r:id="rId6" imgW="609653" imgH="622347" progId="Equation.3">
              <p:embed/>
            </p:oleObj>
          </a:graphicData>
        </a:graphic>
      </p:graphicFrame>
      <p:sp>
        <p:nvSpPr>
          <p:cNvPr id="5129" name="Text Box 9"/>
          <p:cNvSpPr txBox="1">
            <a:spLocks noChangeArrowheads="1"/>
          </p:cNvSpPr>
          <p:nvPr/>
        </p:nvSpPr>
        <p:spPr bwMode="auto">
          <a:xfrm>
            <a:off x="304800" y="3051175"/>
            <a:ext cx="1676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都存在</a:t>
            </a:r>
            <a:r>
              <a:rPr lang="zh-CN" altLang="zh-CN"/>
              <a:t>,</a:t>
            </a:r>
            <a:endParaRPr lang="zh-CN" altLang="zh-CN">
              <a:sym typeface="Symbol" pitchFamily="18" charset="2"/>
            </a:endParaRPr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304800" y="35814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olidFill>
                  <a:schemeClr val="tx2"/>
                </a:solidFill>
                <a:sym typeface="Symbol" pitchFamily="18" charset="2"/>
              </a:rPr>
              <a:t>的</a:t>
            </a:r>
            <a:r>
              <a:rPr lang="zh-CN">
                <a:solidFill>
                  <a:schemeClr val="tx2"/>
                </a:solidFill>
              </a:rPr>
              <a:t>曲面积分</a:t>
            </a:r>
          </a:p>
        </p:txBody>
      </p: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6096000" y="2057400"/>
          <a:ext cx="2209800" cy="901700"/>
        </p:xfrm>
        <a:graphic>
          <a:graphicData uri="http://schemas.openxmlformats.org/presentationml/2006/ole">
            <p:oleObj spid="_x0000_s3078" r:id="rId7" imgW="2209158" imgH="901626" progId="Equation.3">
              <p:embed/>
            </p:oleObj>
          </a:graphicData>
        </a:graphic>
      </p:graphicFrame>
      <p:sp>
        <p:nvSpPr>
          <p:cNvPr id="5132" name="Text Box 12"/>
          <p:cNvSpPr txBox="1">
            <a:spLocks noChangeArrowheads="1"/>
          </p:cNvSpPr>
          <p:nvPr/>
        </p:nvSpPr>
        <p:spPr bwMode="auto">
          <a:xfrm>
            <a:off x="5105400" y="3595688"/>
            <a:ext cx="3810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其中 </a:t>
            </a:r>
            <a:r>
              <a:rPr lang="zh-CN" altLang="zh-CN" i="1"/>
              <a:t>f </a:t>
            </a:r>
            <a:r>
              <a:rPr lang="zh-CN" altLang="zh-CN"/>
              <a:t>(</a:t>
            </a:r>
            <a:r>
              <a:rPr lang="zh-CN" altLang="zh-CN" i="1"/>
              <a:t>x, y, z</a:t>
            </a:r>
            <a:r>
              <a:rPr lang="zh-CN" altLang="zh-CN"/>
              <a:t>) </a:t>
            </a:r>
            <a:r>
              <a:rPr lang="zh-CN"/>
              <a:t>叫做被积</a:t>
            </a:r>
          </a:p>
        </p:txBody>
      </p:sp>
      <p:sp>
        <p:nvSpPr>
          <p:cNvPr id="5133" name="Text Box 13"/>
          <p:cNvSpPr txBox="1">
            <a:spLocks noChangeArrowheads="1"/>
          </p:cNvSpPr>
          <p:nvPr/>
        </p:nvSpPr>
        <p:spPr bwMode="auto">
          <a:xfrm>
            <a:off x="609600" y="4759325"/>
            <a:ext cx="5638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据此定义</a:t>
            </a:r>
            <a:r>
              <a:rPr lang="zh-CN" altLang="zh-CN"/>
              <a:t>, </a:t>
            </a:r>
            <a:r>
              <a:rPr lang="zh-CN"/>
              <a:t>曲面形构件的质量为</a:t>
            </a:r>
          </a:p>
        </p:txBody>
      </p:sp>
      <p:sp>
        <p:nvSpPr>
          <p:cNvPr id="5134" name="Text Box 14"/>
          <p:cNvSpPr txBox="1">
            <a:spLocks noChangeArrowheads="1"/>
          </p:cNvSpPr>
          <p:nvPr/>
        </p:nvSpPr>
        <p:spPr bwMode="auto">
          <a:xfrm>
            <a:off x="2225675" y="5434013"/>
            <a:ext cx="2209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曲面面积为</a:t>
            </a:r>
          </a:p>
        </p:txBody>
      </p:sp>
      <p:graphicFrame>
        <p:nvGraphicFramePr>
          <p:cNvPr id="5135" name="Object 15"/>
          <p:cNvGraphicFramePr>
            <a:graphicFrameLocks noChangeAspect="1"/>
          </p:cNvGraphicFramePr>
          <p:nvPr/>
        </p:nvGraphicFramePr>
        <p:xfrm>
          <a:off x="4159250" y="5441950"/>
          <a:ext cx="1663700" cy="723900"/>
        </p:xfrm>
        <a:graphic>
          <a:graphicData uri="http://schemas.openxmlformats.org/presentationml/2006/ole">
            <p:oleObj spid="_x0000_s3079" r:id="rId8" imgW="1663295" imgH="723903" progId="Equation.3">
              <p:embed/>
            </p:oleObj>
          </a:graphicData>
        </a:graphic>
      </p:graphicFrame>
      <p:sp>
        <p:nvSpPr>
          <p:cNvPr id="5136" name="Text Box 16"/>
          <p:cNvSpPr txBox="1">
            <a:spLocks noChangeArrowheads="1"/>
          </p:cNvSpPr>
          <p:nvPr/>
        </p:nvSpPr>
        <p:spPr bwMode="auto">
          <a:xfrm>
            <a:off x="4419600" y="242888"/>
            <a:ext cx="451643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i="1">
                <a:sym typeface="Symbol" pitchFamily="18" charset="2"/>
              </a:rPr>
              <a:t>f </a:t>
            </a:r>
            <a:r>
              <a:rPr lang="zh-CN" altLang="en-US">
                <a:sym typeface="Symbol" pitchFamily="18" charset="2"/>
              </a:rPr>
              <a:t>(</a:t>
            </a:r>
            <a:r>
              <a:rPr lang="zh-CN" altLang="en-US" i="1">
                <a:sym typeface="Symbol" pitchFamily="18" charset="2"/>
              </a:rPr>
              <a:t>x, y, z</a:t>
            </a:r>
            <a:r>
              <a:rPr lang="zh-CN" altLang="en-US">
                <a:sym typeface="Symbol" pitchFamily="18" charset="2"/>
              </a:rPr>
              <a:t>) 是定义在 </a:t>
            </a:r>
            <a:r>
              <a:rPr lang="zh-CN" altLang="en-US" i="1">
                <a:sym typeface="Symbol" pitchFamily="18" charset="2"/>
              </a:rPr>
              <a:t></a:t>
            </a:r>
            <a:r>
              <a:rPr lang="zh-CN" altLang="en-US">
                <a:sym typeface="Symbol" pitchFamily="18" charset="2"/>
              </a:rPr>
              <a:t> 上的一 </a:t>
            </a:r>
          </a:p>
        </p:txBody>
      </p:sp>
      <p:sp>
        <p:nvSpPr>
          <p:cNvPr id="5137" name="Text Box 17"/>
          <p:cNvSpPr txBox="1">
            <a:spLocks noChangeArrowheads="1"/>
          </p:cNvSpPr>
          <p:nvPr/>
        </p:nvSpPr>
        <p:spPr bwMode="auto">
          <a:xfrm>
            <a:off x="311150" y="828675"/>
            <a:ext cx="20510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个有界</a:t>
            </a:r>
            <a:r>
              <a:rPr lang="zh-CN"/>
              <a:t>函数</a:t>
            </a:r>
            <a:r>
              <a:rPr lang="zh-CN" altLang="zh-CN"/>
              <a:t>,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5181600" y="1992313"/>
            <a:ext cx="990600" cy="522287"/>
            <a:chOff x="0" y="0"/>
            <a:chExt cx="624" cy="329"/>
          </a:xfrm>
        </p:grpSpPr>
        <p:sp>
          <p:nvSpPr>
            <p:cNvPr id="3095" name="Text Box 19"/>
            <p:cNvSpPr txBox="1">
              <a:spLocks noChangeArrowheads="1"/>
            </p:cNvSpPr>
            <p:nvPr/>
          </p:nvSpPr>
          <p:spPr bwMode="auto">
            <a:xfrm>
              <a:off x="0" y="0"/>
              <a:ext cx="62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>
                  <a:solidFill>
                    <a:schemeClr val="accent2"/>
                  </a:solidFill>
                </a:rPr>
                <a:t>记作</a:t>
              </a:r>
            </a:p>
          </p:txBody>
        </p:sp>
        <p:sp>
          <p:nvSpPr>
            <p:cNvPr id="3096" name="Line 20"/>
            <p:cNvSpPr>
              <a:spLocks noChangeShapeType="1"/>
            </p:cNvSpPr>
            <p:nvPr/>
          </p:nvSpPr>
          <p:spPr bwMode="auto">
            <a:xfrm>
              <a:off x="48" y="281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97" name="Line 21"/>
            <p:cNvSpPr>
              <a:spLocks noChangeShapeType="1"/>
            </p:cNvSpPr>
            <p:nvPr/>
          </p:nvSpPr>
          <p:spPr bwMode="auto">
            <a:xfrm>
              <a:off x="48" y="329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42" name="Text Box 22"/>
          <p:cNvSpPr txBox="1">
            <a:spLocks noChangeArrowheads="1"/>
          </p:cNvSpPr>
          <p:nvPr/>
        </p:nvSpPr>
        <p:spPr bwMode="auto">
          <a:xfrm>
            <a:off x="2133600" y="3595688"/>
            <a:ext cx="31178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或</a:t>
            </a:r>
            <a:r>
              <a:rPr lang="zh-CN">
                <a:solidFill>
                  <a:schemeClr val="tx2"/>
                </a:solidFill>
              </a:rPr>
              <a:t>第一类曲面积分</a:t>
            </a:r>
            <a:r>
              <a:rPr lang="zh-CN" altLang="zh-CN"/>
              <a:t>.</a:t>
            </a:r>
          </a:p>
        </p:txBody>
      </p:sp>
      <p:sp>
        <p:nvSpPr>
          <p:cNvPr id="5143" name="Text Box 23"/>
          <p:cNvSpPr txBox="1">
            <a:spLocks noChangeArrowheads="1"/>
          </p:cNvSpPr>
          <p:nvPr/>
        </p:nvSpPr>
        <p:spPr bwMode="auto">
          <a:xfrm>
            <a:off x="2286000" y="841375"/>
            <a:ext cx="6572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若对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 做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任意分割</a:t>
            </a:r>
            <a:r>
              <a:rPr lang="zh-CN">
                <a:sym typeface="Symbol" pitchFamily="18" charset="2"/>
              </a:rPr>
              <a:t>和局部区域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任意取点</a:t>
            </a:r>
            <a:r>
              <a:rPr lang="zh-CN" altLang="zh-CN">
                <a:sym typeface="Symbol" pitchFamily="18" charset="2"/>
              </a:rPr>
              <a:t>,  </a:t>
            </a:r>
          </a:p>
        </p:txBody>
      </p:sp>
      <p:sp>
        <p:nvSpPr>
          <p:cNvPr id="5144" name="Text Box 24"/>
          <p:cNvSpPr txBox="1">
            <a:spLocks noChangeArrowheads="1"/>
          </p:cNvSpPr>
          <p:nvPr/>
        </p:nvSpPr>
        <p:spPr bwMode="auto">
          <a:xfrm>
            <a:off x="1524000" y="3048000"/>
            <a:ext cx="73612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则称此极限为函数 </a:t>
            </a:r>
            <a:r>
              <a:rPr lang="zh-CN" altLang="zh-CN" i="1"/>
              <a:t>f </a:t>
            </a:r>
            <a:r>
              <a:rPr lang="zh-CN" altLang="zh-CN"/>
              <a:t>(</a:t>
            </a:r>
            <a:r>
              <a:rPr lang="zh-CN" altLang="zh-CN" i="1"/>
              <a:t>x, y, z</a:t>
            </a:r>
            <a:r>
              <a:rPr lang="zh-CN" altLang="zh-CN"/>
              <a:t>) </a:t>
            </a:r>
            <a:r>
              <a:rPr lang="zh-CN"/>
              <a:t>在曲面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上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对面积</a:t>
            </a:r>
          </a:p>
        </p:txBody>
      </p:sp>
      <p:sp>
        <p:nvSpPr>
          <p:cNvPr id="5145" name="Text Box 25"/>
          <p:cNvSpPr txBox="1">
            <a:spLocks noChangeArrowheads="1"/>
          </p:cNvSpPr>
          <p:nvPr/>
        </p:nvSpPr>
        <p:spPr bwMode="auto">
          <a:xfrm>
            <a:off x="304800" y="419100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函数</a:t>
            </a:r>
            <a:r>
              <a:rPr lang="zh-CN" altLang="zh-CN"/>
              <a:t>,  </a:t>
            </a:r>
            <a:r>
              <a:rPr lang="zh-CN" altLang="zh-CN" i="1">
                <a:sym typeface="Symbol" pitchFamily="18" charset="2"/>
              </a:rPr>
              <a:t></a:t>
            </a:r>
            <a:r>
              <a:rPr lang="zh-CN" altLang="zh-CN">
                <a:sym typeface="Symbol" pitchFamily="18" charset="2"/>
              </a:rPr>
              <a:t>  </a:t>
            </a:r>
            <a:r>
              <a:rPr lang="zh-CN">
                <a:sym typeface="Symbol" pitchFamily="18" charset="2"/>
              </a:rPr>
              <a:t>叫做积分曲面</a:t>
            </a:r>
            <a:r>
              <a:rPr lang="zh-CN" altLang="zh-CN">
                <a:sym typeface="Symbol" pitchFamily="18" charset="2"/>
              </a:rPr>
              <a:t>.</a:t>
            </a:r>
            <a:endParaRPr lang="zh-CN" altLang="zh-CN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1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1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 autoUpdateAnimBg="0"/>
      <p:bldP spid="5125" grpId="0" autoUpdateAnimBg="0"/>
      <p:bldP spid="5129" grpId="0" autoUpdateAnimBg="0"/>
      <p:bldP spid="5130" grpId="0" autoUpdateAnimBg="0"/>
      <p:bldP spid="5132" grpId="0" autoUpdateAnimBg="0"/>
      <p:bldP spid="5133" grpId="0" autoUpdateAnimBg="0"/>
      <p:bldP spid="5134" grpId="0" autoUpdateAnimBg="0"/>
      <p:bldP spid="5136" grpId="0" build="p" autoUpdateAnimBg="0"/>
      <p:bldP spid="5137" grpId="0" build="p" autoUpdateAnimBg="0" advAuto="0"/>
      <p:bldP spid="5142" grpId="0" build="p" autoUpdateAnimBg="0"/>
      <p:bldP spid="5143" grpId="0" build="p" autoUpdateAnimBg="0"/>
      <p:bldP spid="5144" grpId="0" build="p" autoUpdateAnimBg="0"/>
      <p:bldP spid="5145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85800" y="1487488"/>
            <a:ext cx="434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则对面积的曲面积分存在</a:t>
            </a:r>
            <a:r>
              <a:rPr lang="zh-CN" altLang="zh-CN"/>
              <a:t>.</a:t>
            </a:r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457200" y="2033588"/>
            <a:ext cx="3505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>
                <a:solidFill>
                  <a:schemeClr val="tx2"/>
                </a:solidFill>
              </a:rPr>
              <a:t>• </a:t>
            </a:r>
            <a:r>
              <a:rPr lang="zh-CN">
                <a:solidFill>
                  <a:schemeClr val="tx2"/>
                </a:solidFill>
              </a:rPr>
              <a:t>对积分域的可加性</a:t>
            </a:r>
            <a:r>
              <a:rPr lang="zh-CN" altLang="zh-CN">
                <a:solidFill>
                  <a:schemeClr val="tx2"/>
                </a:solidFill>
              </a:rPr>
              <a:t>.</a:t>
            </a:r>
            <a:endParaRPr lang="zh-CN" altLang="zh-CN">
              <a:solidFill>
                <a:schemeClr val="tx2"/>
              </a:solidFill>
              <a:sym typeface="Symbol" pitchFamily="18" charset="2"/>
            </a:endParaRPr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705100" y="2679700"/>
          <a:ext cx="1117600" cy="444500"/>
        </p:xfrm>
        <a:graphic>
          <a:graphicData uri="http://schemas.openxmlformats.org/presentationml/2006/ole">
            <p:oleObj spid="_x0000_s4098" r:id="rId3" imgW="1117432" imgH="444624" progId="Equation.3">
              <p:embed/>
            </p:oleObj>
          </a:graphicData>
        </a:graphic>
      </p:graphicFrame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3886200" y="2590800"/>
            <a:ext cx="1143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则有</a:t>
            </a:r>
          </a:p>
        </p:txBody>
      </p:sp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825500" y="3278188"/>
          <a:ext cx="2743200" cy="723900"/>
        </p:xfrm>
        <a:graphic>
          <a:graphicData uri="http://schemas.openxmlformats.org/presentationml/2006/ole">
            <p:oleObj spid="_x0000_s4099" r:id="rId4" imgW="2742327" imgH="723903" progId="Equation.3">
              <p:embed/>
            </p:oleObj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3543300" y="3232150"/>
          <a:ext cx="2527300" cy="723900"/>
        </p:xfrm>
        <a:graphic>
          <a:graphicData uri="http://schemas.openxmlformats.org/presentationml/2006/ole">
            <p:oleObj spid="_x0000_s4100" r:id="rId5" imgW="2526521" imgH="723903" progId="Equation.3">
              <p:embed/>
            </p:oleObj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6134100" y="3232150"/>
          <a:ext cx="2794000" cy="723900"/>
        </p:xfrm>
        <a:graphic>
          <a:graphicData uri="http://schemas.openxmlformats.org/presentationml/2006/ole">
            <p:oleObj spid="_x0000_s4101" r:id="rId6" imgW="2793105" imgH="723903" progId="Equation.3">
              <p:embed/>
            </p:oleObj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1187450" y="4730750"/>
          <a:ext cx="4902200" cy="723900"/>
        </p:xfrm>
        <a:graphic>
          <a:graphicData uri="http://schemas.openxmlformats.org/presentationml/2006/ole">
            <p:oleObj spid="_x0000_s4102" r:id="rId7" imgW="4900390" imgH="723903" progId="Equation.3">
              <p:embed/>
            </p:oleObj>
          </a:graphicData>
        </a:graphic>
      </p:graphicFrame>
      <p:sp>
        <p:nvSpPr>
          <p:cNvPr id="6154" name="Text Box 10"/>
          <p:cNvSpPr txBox="1">
            <a:spLocks noChangeArrowheads="1"/>
          </p:cNvSpPr>
          <p:nvPr/>
        </p:nvSpPr>
        <p:spPr bwMode="auto">
          <a:xfrm>
            <a:off x="457200" y="40386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>
                <a:solidFill>
                  <a:schemeClr val="tx2"/>
                </a:solidFill>
                <a:ea typeface="仿宋_GB2312" pitchFamily="1" charset="-122"/>
              </a:rPr>
              <a:t>• </a:t>
            </a:r>
            <a:r>
              <a:rPr lang="zh-CN">
                <a:solidFill>
                  <a:schemeClr val="tx2"/>
                </a:solidFill>
              </a:rPr>
              <a:t>线性性质</a:t>
            </a:r>
            <a:r>
              <a:rPr lang="zh-CN" altLang="zh-CN">
                <a:solidFill>
                  <a:schemeClr val="tx2"/>
                </a:solidFill>
              </a:rPr>
              <a:t>.</a:t>
            </a:r>
          </a:p>
        </p:txBody>
      </p:sp>
      <p:graphicFrame>
        <p:nvGraphicFramePr>
          <p:cNvPr id="6155" name="Object 11"/>
          <p:cNvGraphicFramePr>
            <a:graphicFrameLocks noChangeAspect="1"/>
          </p:cNvGraphicFramePr>
          <p:nvPr/>
        </p:nvGraphicFramePr>
        <p:xfrm>
          <a:off x="2438400" y="4114800"/>
          <a:ext cx="2895600" cy="469900"/>
        </p:xfrm>
        <a:graphic>
          <a:graphicData uri="http://schemas.openxmlformats.org/presentationml/2006/ole">
            <p:oleObj spid="_x0000_s4103" r:id="rId8" imgW="2895917" imgH="470217" progId="Equation.3">
              <p:embed/>
            </p:oleObj>
          </a:graphicData>
        </a:graphic>
      </p:graphicFrame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1790700" y="5410200"/>
          <a:ext cx="6045200" cy="723900"/>
        </p:xfrm>
        <a:graphic>
          <a:graphicData uri="http://schemas.openxmlformats.org/presentationml/2006/ole">
            <p:oleObj spid="_x0000_s4104" r:id="rId9" imgW="6042894" imgH="723903" progId="Equation.3">
              <p:embed/>
            </p:oleObj>
          </a:graphicData>
        </a:graphic>
      </p:graphicFrame>
      <p:graphicFrame>
        <p:nvGraphicFramePr>
          <p:cNvPr id="6157" name="Object 13"/>
          <p:cNvGraphicFramePr>
            <a:graphicFrameLocks noChangeAspect="1"/>
          </p:cNvGraphicFramePr>
          <p:nvPr/>
        </p:nvGraphicFramePr>
        <p:xfrm>
          <a:off x="3200400" y="990600"/>
          <a:ext cx="1752600" cy="444500"/>
        </p:xfrm>
        <a:graphic>
          <a:graphicData uri="http://schemas.openxmlformats.org/presentationml/2006/ole">
            <p:oleObj spid="_x0000_s4105" r:id="rId10" imgW="1752157" imgH="444624" progId="Equation.3">
              <p:embed/>
            </p:oleObj>
          </a:graphicData>
        </a:graphic>
      </p:graphicFrame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4895850" y="928688"/>
            <a:ext cx="35496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在光滑曲面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</a:t>
            </a:r>
            <a:r>
              <a:rPr lang="zh-CN"/>
              <a:t>上连续</a:t>
            </a:r>
            <a:r>
              <a:rPr lang="zh-CN" altLang="zh-CN"/>
              <a:t>, </a:t>
            </a:r>
          </a:p>
        </p:txBody>
      </p:sp>
      <p:sp>
        <p:nvSpPr>
          <p:cNvPr id="4111" name="Text Box 15"/>
          <p:cNvSpPr txBox="1">
            <a:spLocks noChangeArrowheads="1"/>
          </p:cNvSpPr>
          <p:nvPr/>
        </p:nvSpPr>
        <p:spPr bwMode="auto">
          <a:xfrm>
            <a:off x="641350" y="304800"/>
            <a:ext cx="7740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>
                <a:solidFill>
                  <a:schemeClr val="tx2"/>
                </a:solidFill>
              </a:rPr>
              <a:t>对面积</a:t>
            </a:r>
            <a:r>
              <a:rPr lang="zh-CN"/>
              <a:t>的曲面积分与</a:t>
            </a:r>
            <a:r>
              <a:rPr lang="zh-CN">
                <a:solidFill>
                  <a:schemeClr val="tx2"/>
                </a:solidFill>
              </a:rPr>
              <a:t>对弧长</a:t>
            </a:r>
            <a:r>
              <a:rPr lang="zh-CN"/>
              <a:t>的曲线积分性质类似</a:t>
            </a:r>
            <a:r>
              <a:rPr lang="zh-CN" altLang="zh-CN"/>
              <a:t>.</a:t>
            </a:r>
          </a:p>
        </p:txBody>
      </p:sp>
      <p:sp>
        <p:nvSpPr>
          <p:cNvPr id="6160" name="Text Box 16"/>
          <p:cNvSpPr txBox="1">
            <a:spLocks noChangeArrowheads="1"/>
          </p:cNvSpPr>
          <p:nvPr/>
        </p:nvSpPr>
        <p:spPr bwMode="auto">
          <a:xfrm>
            <a:off x="492125" y="914400"/>
            <a:ext cx="2708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>
                <a:solidFill>
                  <a:schemeClr val="tx2"/>
                </a:solidFill>
              </a:rPr>
              <a:t>• </a:t>
            </a:r>
            <a:r>
              <a:rPr lang="zh-CN">
                <a:solidFill>
                  <a:schemeClr val="tx2"/>
                </a:solidFill>
              </a:rPr>
              <a:t>积分的存在性</a:t>
            </a:r>
            <a:r>
              <a:rPr lang="zh-CN" altLang="zh-CN">
                <a:solidFill>
                  <a:schemeClr val="tx2"/>
                </a:solidFill>
              </a:rPr>
              <a:t>. </a:t>
            </a:r>
          </a:p>
        </p:txBody>
      </p:sp>
      <p:sp>
        <p:nvSpPr>
          <p:cNvPr id="6161" name="Text Box 17"/>
          <p:cNvSpPr txBox="1">
            <a:spLocks noChangeArrowheads="1"/>
          </p:cNvSpPr>
          <p:nvPr/>
        </p:nvSpPr>
        <p:spPr bwMode="auto">
          <a:xfrm>
            <a:off x="3733800" y="2057400"/>
            <a:ext cx="3505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若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是分片光滑的</a:t>
            </a:r>
            <a:r>
              <a:rPr lang="zh-CN" altLang="zh-CN">
                <a:sym typeface="Symbol" pitchFamily="18" charset="2"/>
              </a:rPr>
              <a:t>,</a:t>
            </a:r>
          </a:p>
        </p:txBody>
      </p:sp>
      <p:sp>
        <p:nvSpPr>
          <p:cNvPr id="6162" name="Text Box 18"/>
          <p:cNvSpPr txBox="1">
            <a:spLocks noChangeArrowheads="1"/>
          </p:cNvSpPr>
          <p:nvPr/>
        </p:nvSpPr>
        <p:spPr bwMode="auto">
          <a:xfrm>
            <a:off x="6858000" y="1995488"/>
            <a:ext cx="2133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例如分成两</a:t>
            </a:r>
          </a:p>
        </p:txBody>
      </p:sp>
      <p:sp>
        <p:nvSpPr>
          <p:cNvPr id="6163" name="Text Box 19"/>
          <p:cNvSpPr txBox="1">
            <a:spLocks noChangeArrowheads="1"/>
          </p:cNvSpPr>
          <p:nvPr/>
        </p:nvSpPr>
        <p:spPr bwMode="auto">
          <a:xfrm>
            <a:off x="762000" y="2590800"/>
            <a:ext cx="213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片光滑曲面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build="p" autoUpdateAnimBg="0"/>
      <p:bldP spid="6149" grpId="0" autoUpdateAnimBg="0"/>
      <p:bldP spid="6154" grpId="0" autoUpdateAnimBg="0"/>
      <p:bldP spid="6158" grpId="0" build="p" autoUpdateAnimBg="0" advAuto="0"/>
      <p:bldP spid="6160" grpId="0" build="p" autoUpdateAnimBg="0"/>
      <p:bldP spid="6161" grpId="0" build="p" autoUpdateAnimBg="0"/>
      <p:bldP spid="6162" grpId="0" build="p" autoUpdateAnimBg="0"/>
      <p:bldP spid="6163" grpId="0" build="p" autoUpdateAnimBg="0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367463" y="762000"/>
            <a:ext cx="2471737" cy="2362200"/>
            <a:chOff x="0" y="0"/>
            <a:chExt cx="1557" cy="1488"/>
          </a:xfrm>
        </p:grpSpPr>
        <p:graphicFrame>
          <p:nvGraphicFramePr>
            <p:cNvPr id="5137" name="Object 3"/>
            <p:cNvGraphicFramePr>
              <a:graphicFrameLocks noChangeAspect="1"/>
            </p:cNvGraphicFramePr>
            <p:nvPr/>
          </p:nvGraphicFramePr>
          <p:xfrm>
            <a:off x="385" y="960"/>
            <a:ext cx="192" cy="200"/>
          </p:xfrm>
          <a:graphic>
            <a:graphicData uri="http://schemas.openxmlformats.org/presentationml/2006/ole">
              <p:oleObj spid="_x0000_s5137" r:id="rId3" imgW="304853" imgH="317542" progId="Equation.3">
                <p:embed/>
              </p:oleObj>
            </a:graphicData>
          </a:graphic>
        </p:graphicFrame>
        <p:grpSp>
          <p:nvGrpSpPr>
            <p:cNvPr id="5167" name="Group 4"/>
            <p:cNvGrpSpPr>
              <a:grpSpLocks/>
            </p:cNvGrpSpPr>
            <p:nvPr/>
          </p:nvGrpSpPr>
          <p:grpSpPr bwMode="auto">
            <a:xfrm>
              <a:off x="0" y="0"/>
              <a:ext cx="1557" cy="1488"/>
              <a:chOff x="0" y="0"/>
              <a:chExt cx="1557" cy="1488"/>
            </a:xfrm>
          </p:grpSpPr>
          <p:graphicFrame>
            <p:nvGraphicFramePr>
              <p:cNvPr id="5138" name="Object 5"/>
              <p:cNvGraphicFramePr>
                <a:graphicFrameLocks noChangeAspect="1"/>
              </p:cNvGraphicFramePr>
              <p:nvPr/>
            </p:nvGraphicFramePr>
            <p:xfrm>
              <a:off x="333" y="96"/>
              <a:ext cx="984" cy="670"/>
            </p:xfrm>
            <a:graphic>
              <a:graphicData uri="http://schemas.openxmlformats.org/presentationml/2006/ole">
                <p:oleObj spid="_x0000_s5138" r:id="rId4" imgW="2600000" imgH="1771429" progId="Paint.Picture">
                  <p:embed/>
                </p:oleObj>
              </a:graphicData>
            </a:graphic>
          </p:graphicFrame>
          <p:sp>
            <p:nvSpPr>
              <p:cNvPr id="5168" name="Line 6"/>
              <p:cNvSpPr>
                <a:spLocks noChangeShapeType="1"/>
              </p:cNvSpPr>
              <p:nvPr/>
            </p:nvSpPr>
            <p:spPr bwMode="auto">
              <a:xfrm>
                <a:off x="453" y="960"/>
                <a:ext cx="106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69" name="Line 7"/>
              <p:cNvSpPr>
                <a:spLocks noChangeShapeType="1"/>
              </p:cNvSpPr>
              <p:nvPr/>
            </p:nvSpPr>
            <p:spPr bwMode="auto">
              <a:xfrm flipH="1">
                <a:off x="0" y="960"/>
                <a:ext cx="453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5139" name="Object 8"/>
              <p:cNvGraphicFramePr>
                <a:graphicFrameLocks noChangeAspect="1"/>
              </p:cNvGraphicFramePr>
              <p:nvPr/>
            </p:nvGraphicFramePr>
            <p:xfrm>
              <a:off x="117" y="1336"/>
              <a:ext cx="144" cy="152"/>
            </p:xfrm>
            <a:graphic>
              <a:graphicData uri="http://schemas.openxmlformats.org/presentationml/2006/ole">
                <p:oleObj spid="_x0000_s5139" r:id="rId5" imgW="228818" imgH="241512" progId="Equation.3">
                  <p:embed/>
                </p:oleObj>
              </a:graphicData>
            </a:graphic>
          </p:graphicFrame>
          <p:graphicFrame>
            <p:nvGraphicFramePr>
              <p:cNvPr id="5140" name="Object 9"/>
              <p:cNvGraphicFramePr>
                <a:graphicFrameLocks noChangeAspect="1"/>
              </p:cNvGraphicFramePr>
              <p:nvPr/>
            </p:nvGraphicFramePr>
            <p:xfrm>
              <a:off x="1405" y="1008"/>
              <a:ext cx="152" cy="200"/>
            </p:xfrm>
            <a:graphic>
              <a:graphicData uri="http://schemas.openxmlformats.org/presentationml/2006/ole">
                <p:oleObj spid="_x0000_s5140" r:id="rId6" imgW="241408" imgH="317542" progId="Equation.3">
                  <p:embed/>
                </p:oleObj>
              </a:graphicData>
            </a:graphic>
          </p:graphicFrame>
          <p:graphicFrame>
            <p:nvGraphicFramePr>
              <p:cNvPr id="5141" name="Object 10"/>
              <p:cNvGraphicFramePr>
                <a:graphicFrameLocks noChangeAspect="1"/>
              </p:cNvGraphicFramePr>
              <p:nvPr/>
            </p:nvGraphicFramePr>
            <p:xfrm>
              <a:off x="269" y="0"/>
              <a:ext cx="136" cy="136"/>
            </p:xfrm>
            <a:graphic>
              <a:graphicData uri="http://schemas.openxmlformats.org/presentationml/2006/ole">
                <p:oleObj spid="_x0000_s5141" r:id="rId7" imgW="215936" imgH="215936" progId="Equation.3">
                  <p:embed/>
                </p:oleObj>
              </a:graphicData>
            </a:graphic>
          </p:graphicFrame>
          <p:sp>
            <p:nvSpPr>
              <p:cNvPr id="5170" name="Line 11"/>
              <p:cNvSpPr>
                <a:spLocks noChangeShapeType="1"/>
              </p:cNvSpPr>
              <p:nvPr/>
            </p:nvSpPr>
            <p:spPr bwMode="auto">
              <a:xfrm flipV="1">
                <a:off x="453" y="0"/>
                <a:ext cx="0" cy="36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171" name="Line 12"/>
              <p:cNvSpPr>
                <a:spLocks noChangeShapeType="1"/>
              </p:cNvSpPr>
              <p:nvPr/>
            </p:nvSpPr>
            <p:spPr bwMode="auto">
              <a:xfrm flipV="1">
                <a:off x="453" y="506"/>
                <a:ext cx="0" cy="4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6910388" y="858838"/>
            <a:ext cx="1547812" cy="1131887"/>
            <a:chOff x="0" y="0"/>
            <a:chExt cx="975" cy="713"/>
          </a:xfrm>
        </p:grpSpPr>
        <p:graphicFrame>
          <p:nvGraphicFramePr>
            <p:cNvPr id="5136" name="Object 14"/>
            <p:cNvGraphicFramePr>
              <a:graphicFrameLocks noChangeAspect="1"/>
            </p:cNvGraphicFramePr>
            <p:nvPr/>
          </p:nvGraphicFramePr>
          <p:xfrm>
            <a:off x="0" y="30"/>
            <a:ext cx="975" cy="677"/>
          </p:xfrm>
          <a:graphic>
            <a:graphicData uri="http://schemas.openxmlformats.org/presentationml/2006/ole">
              <p:oleObj spid="_x0000_s5136" r:id="rId8" imgW="2580952" imgH="1790476" progId="Paint.Picture">
                <p:embed/>
              </p:oleObj>
            </a:graphicData>
          </a:graphic>
        </p:graphicFrame>
        <p:sp>
          <p:nvSpPr>
            <p:cNvPr id="5165" name="Line 15"/>
            <p:cNvSpPr>
              <a:spLocks noChangeShapeType="1"/>
            </p:cNvSpPr>
            <p:nvPr/>
          </p:nvSpPr>
          <p:spPr bwMode="auto">
            <a:xfrm flipV="1">
              <a:off x="111" y="445"/>
              <a:ext cx="0" cy="26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6" name="Line 16"/>
            <p:cNvSpPr>
              <a:spLocks noChangeShapeType="1"/>
            </p:cNvSpPr>
            <p:nvPr/>
          </p:nvSpPr>
          <p:spPr bwMode="auto">
            <a:xfrm flipV="1">
              <a:off x="111" y="0"/>
              <a:ext cx="0" cy="31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44" name="Line 17"/>
          <p:cNvSpPr>
            <a:spLocks noChangeShapeType="1"/>
          </p:cNvSpPr>
          <p:nvPr/>
        </p:nvSpPr>
        <p:spPr bwMode="auto">
          <a:xfrm>
            <a:off x="7216775" y="587375"/>
            <a:ext cx="0" cy="615950"/>
          </a:xfrm>
          <a:prstGeom prst="line">
            <a:avLst/>
          </a:prstGeom>
          <a:noFill/>
          <a:ln w="19050">
            <a:solidFill>
              <a:schemeClr val="bg1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86" name="Text Box 18"/>
          <p:cNvSpPr txBox="1">
            <a:spLocks noChangeArrowheads="1"/>
          </p:cNvSpPr>
          <p:nvPr/>
        </p:nvSpPr>
        <p:spPr bwMode="auto">
          <a:xfrm>
            <a:off x="609600" y="852488"/>
            <a:ext cx="358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定理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 </a:t>
            </a:r>
            <a:r>
              <a:rPr lang="zh-CN"/>
              <a:t>设有光滑曲面</a:t>
            </a:r>
            <a:endParaRPr lang="zh-CN">
              <a:sym typeface="Symbol" pitchFamily="18" charset="2"/>
            </a:endParaRPr>
          </a:p>
        </p:txBody>
      </p:sp>
      <p:graphicFrame>
        <p:nvGraphicFramePr>
          <p:cNvPr id="7187" name="Object 19"/>
          <p:cNvGraphicFramePr>
            <a:graphicFrameLocks noChangeAspect="1"/>
          </p:cNvGraphicFramePr>
          <p:nvPr/>
        </p:nvGraphicFramePr>
        <p:xfrm>
          <a:off x="1409700" y="1473200"/>
          <a:ext cx="3937000" cy="508000"/>
        </p:xfrm>
        <a:graphic>
          <a:graphicData uri="http://schemas.openxmlformats.org/presentationml/2006/ole">
            <p:oleObj spid="_x0000_s5122" r:id="rId9" imgW="3937317" imgH="508317" progId="Equation.3">
              <p:embed/>
            </p:oleObj>
          </a:graphicData>
        </a:graphic>
      </p:graphicFrame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457200" y="1995488"/>
            <a:ext cx="403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i="1"/>
              <a:t>f</a:t>
            </a:r>
            <a:r>
              <a:rPr lang="zh-CN" altLang="zh-CN"/>
              <a:t> (</a:t>
            </a:r>
            <a:r>
              <a:rPr lang="zh-CN" altLang="zh-CN" i="1"/>
              <a:t>x, y, z</a:t>
            </a:r>
            <a:r>
              <a:rPr lang="zh-CN" altLang="zh-CN"/>
              <a:t>) </a:t>
            </a:r>
            <a:r>
              <a:rPr lang="zh-CN"/>
              <a:t>在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上连续</a:t>
            </a:r>
            <a:r>
              <a:rPr lang="zh-CN" altLang="zh-CN">
                <a:sym typeface="Symbol" pitchFamily="18" charset="2"/>
              </a:rPr>
              <a:t>,</a:t>
            </a:r>
            <a:endParaRPr lang="zh-CN" altLang="zh-CN"/>
          </a:p>
        </p:txBody>
      </p:sp>
      <p:sp>
        <p:nvSpPr>
          <p:cNvPr id="7189" name="Text Box 21"/>
          <p:cNvSpPr txBox="1">
            <a:spLocks noChangeArrowheads="1"/>
          </p:cNvSpPr>
          <p:nvPr/>
        </p:nvSpPr>
        <p:spPr bwMode="auto">
          <a:xfrm>
            <a:off x="2819400" y="2667000"/>
            <a:ext cx="2209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存在</a:t>
            </a:r>
            <a:r>
              <a:rPr lang="zh-CN" altLang="zh-CN"/>
              <a:t>, </a:t>
            </a:r>
            <a:r>
              <a:rPr lang="zh-CN"/>
              <a:t>且有</a:t>
            </a:r>
          </a:p>
        </p:txBody>
      </p:sp>
      <p:graphicFrame>
        <p:nvGraphicFramePr>
          <p:cNvPr id="7190" name="Object 22"/>
          <p:cNvGraphicFramePr>
            <a:graphicFrameLocks noChangeAspect="1"/>
          </p:cNvGraphicFramePr>
          <p:nvPr/>
        </p:nvGraphicFramePr>
        <p:xfrm>
          <a:off x="441325" y="2628900"/>
          <a:ext cx="2384425" cy="723900"/>
        </p:xfrm>
        <a:graphic>
          <a:graphicData uri="http://schemas.openxmlformats.org/presentationml/2006/ole">
            <p:oleObj spid="_x0000_s5123" r:id="rId10" imgW="2386881" imgH="723903" progId="Equation.3">
              <p:embed/>
            </p:oleObj>
          </a:graphicData>
        </a:graphic>
      </p:graphicFrame>
      <p:graphicFrame>
        <p:nvGraphicFramePr>
          <p:cNvPr id="7191" name="Object 23"/>
          <p:cNvGraphicFramePr>
            <a:graphicFrameLocks noChangeAspect="1"/>
          </p:cNvGraphicFramePr>
          <p:nvPr/>
        </p:nvGraphicFramePr>
        <p:xfrm>
          <a:off x="1006475" y="4102100"/>
          <a:ext cx="3262313" cy="774700"/>
        </p:xfrm>
        <a:graphic>
          <a:graphicData uri="http://schemas.openxmlformats.org/presentationml/2006/ole">
            <p:oleObj spid="_x0000_s5124" r:id="rId11" imgW="3262801" imgH="774681" progId="Equation.3">
              <p:embed/>
            </p:oleObj>
          </a:graphicData>
        </a:graphic>
      </p:graphicFrame>
      <p:graphicFrame>
        <p:nvGraphicFramePr>
          <p:cNvPr id="7192" name="Object 24"/>
          <p:cNvGraphicFramePr>
            <a:graphicFrameLocks noChangeAspect="1"/>
          </p:cNvGraphicFramePr>
          <p:nvPr/>
        </p:nvGraphicFramePr>
        <p:xfrm>
          <a:off x="1289050" y="3276600"/>
          <a:ext cx="2386013" cy="723900"/>
        </p:xfrm>
        <a:graphic>
          <a:graphicData uri="http://schemas.openxmlformats.org/presentationml/2006/ole">
            <p:oleObj spid="_x0000_s5125" r:id="rId12" imgW="2386881" imgH="723903" progId="Equation.3">
              <p:embed/>
            </p:oleObj>
          </a:graphicData>
        </a:graphic>
      </p:graphicFrame>
      <p:graphicFrame>
        <p:nvGraphicFramePr>
          <p:cNvPr id="7193" name="Object 25"/>
          <p:cNvGraphicFramePr>
            <a:graphicFrameLocks noChangeAspect="1"/>
          </p:cNvGraphicFramePr>
          <p:nvPr/>
        </p:nvGraphicFramePr>
        <p:xfrm>
          <a:off x="3124200" y="4244975"/>
          <a:ext cx="1000125" cy="403225"/>
        </p:xfrm>
        <a:graphic>
          <a:graphicData uri="http://schemas.openxmlformats.org/presentationml/2006/ole">
            <p:oleObj spid="_x0000_s5126" r:id="rId13" imgW="1002747" imgH="406365" progId="Equation.3">
              <p:embed/>
            </p:oleObj>
          </a:graphicData>
        </a:graphic>
      </p:graphicFrame>
      <p:graphicFrame>
        <p:nvGraphicFramePr>
          <p:cNvPr id="7194" name="Object 26"/>
          <p:cNvGraphicFramePr>
            <a:graphicFrameLocks noChangeAspect="1"/>
          </p:cNvGraphicFramePr>
          <p:nvPr/>
        </p:nvGraphicFramePr>
        <p:xfrm>
          <a:off x="4243388" y="4089400"/>
          <a:ext cx="4519612" cy="635000"/>
        </p:xfrm>
        <a:graphic>
          <a:graphicData uri="http://schemas.openxmlformats.org/presentationml/2006/ole">
            <p:oleObj spid="_x0000_s5127" r:id="rId14" imgW="4519556" imgH="635042" progId="Equation.3">
              <p:embed/>
            </p:oleObj>
          </a:graphicData>
        </a:graphic>
      </p:graphicFrame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3271838" y="3771900"/>
            <a:ext cx="4572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2832100" y="3771900"/>
            <a:ext cx="22860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50" name="Rectangle 29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228600"/>
            <a:ext cx="6019800" cy="609600"/>
          </a:xfrm>
        </p:spPr>
        <p:txBody>
          <a:bodyPr/>
          <a:lstStyle/>
          <a:p>
            <a:pPr algn="l" eaLnBrk="1" hangingPunct="1"/>
            <a:r>
              <a:rPr lang="zh-CN" sz="3200" b="1" smtClean="0">
                <a:ea typeface="楷体_GB2312" pitchFamily="1" charset="-122"/>
              </a:rPr>
              <a:t>二、对面积的曲面积分的计算法</a:t>
            </a:r>
            <a:r>
              <a:rPr lang="zh-CN" sz="2800" smtClean="0">
                <a:ea typeface="楷体_GB2312" pitchFamily="1" charset="-122"/>
              </a:rPr>
              <a:t>   </a:t>
            </a:r>
            <a:endParaRPr lang="zh-CN" sz="2400" b="1" smtClean="0">
              <a:solidFill>
                <a:schemeClr val="accent2"/>
              </a:solidFill>
              <a:ea typeface="楷体_GB2312" pitchFamily="1" charset="-122"/>
            </a:endParaRPr>
          </a:p>
        </p:txBody>
      </p:sp>
      <p:sp>
        <p:nvSpPr>
          <p:cNvPr id="7198" name="Text Box 30"/>
          <p:cNvSpPr txBox="1">
            <a:spLocks noChangeArrowheads="1"/>
          </p:cNvSpPr>
          <p:nvPr/>
        </p:nvSpPr>
        <p:spPr bwMode="auto">
          <a:xfrm>
            <a:off x="3810000" y="1995488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则</a:t>
            </a:r>
            <a:r>
              <a:rPr lang="zh-CN"/>
              <a:t>曲面积分</a:t>
            </a:r>
          </a:p>
        </p:txBody>
      </p:sp>
      <p:sp>
        <p:nvSpPr>
          <p:cNvPr id="7199" name="Text Box 31"/>
          <p:cNvSpPr txBox="1">
            <a:spLocks noChangeArrowheads="1"/>
          </p:cNvSpPr>
          <p:nvPr/>
        </p:nvSpPr>
        <p:spPr bwMode="auto">
          <a:xfrm>
            <a:off x="609600" y="4876800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证明</a:t>
            </a:r>
            <a:r>
              <a:rPr lang="zh-CN" altLang="zh-CN" b="1">
                <a:solidFill>
                  <a:schemeClr val="tx2"/>
                </a:solidFill>
              </a:rPr>
              <a:t>: </a:t>
            </a:r>
            <a:r>
              <a:rPr lang="zh-CN"/>
              <a:t>由定义知</a:t>
            </a:r>
            <a:endParaRPr lang="zh-CN" b="1">
              <a:solidFill>
                <a:schemeClr val="tx2"/>
              </a:solidFill>
            </a:endParaRPr>
          </a:p>
        </p:txBody>
      </p:sp>
      <p:graphicFrame>
        <p:nvGraphicFramePr>
          <p:cNvPr id="7200" name="Object 32"/>
          <p:cNvGraphicFramePr>
            <a:graphicFrameLocks noChangeAspect="1"/>
          </p:cNvGraphicFramePr>
          <p:nvPr/>
        </p:nvGraphicFramePr>
        <p:xfrm>
          <a:off x="1138238" y="5448300"/>
          <a:ext cx="2678112" cy="723900"/>
        </p:xfrm>
        <a:graphic>
          <a:graphicData uri="http://schemas.openxmlformats.org/presentationml/2006/ole">
            <p:oleObj spid="_x0000_s5128" r:id="rId15" imgW="2678854" imgH="723903" progId="Equation.3">
              <p:embed/>
            </p:oleObj>
          </a:graphicData>
        </a:graphic>
      </p:graphicFrame>
      <p:graphicFrame>
        <p:nvGraphicFramePr>
          <p:cNvPr id="7201" name="Object 33"/>
          <p:cNvGraphicFramePr>
            <a:graphicFrameLocks noChangeAspect="1"/>
          </p:cNvGraphicFramePr>
          <p:nvPr/>
        </p:nvGraphicFramePr>
        <p:xfrm>
          <a:off x="5029200" y="5562600"/>
          <a:ext cx="2576513" cy="444500"/>
        </p:xfrm>
        <a:graphic>
          <a:graphicData uri="http://schemas.openxmlformats.org/presentationml/2006/ole">
            <p:oleObj spid="_x0000_s5129" r:id="rId16" imgW="2577299" imgH="444624" progId="Equation.3">
              <p:embed/>
            </p:oleObj>
          </a:graphicData>
        </a:graphic>
      </p:graphicFrame>
      <p:graphicFrame>
        <p:nvGraphicFramePr>
          <p:cNvPr id="7202" name="Object 34"/>
          <p:cNvGraphicFramePr>
            <a:graphicFrameLocks noChangeAspect="1"/>
          </p:cNvGraphicFramePr>
          <p:nvPr/>
        </p:nvGraphicFramePr>
        <p:xfrm>
          <a:off x="4572000" y="5257800"/>
          <a:ext cx="647700" cy="1066800"/>
        </p:xfrm>
        <a:graphic>
          <a:graphicData uri="http://schemas.openxmlformats.org/presentationml/2006/ole">
            <p:oleObj spid="_x0000_s5130" r:id="rId17" imgW="648017" imgH="1067117" progId="Equation.3">
              <p:embed/>
            </p:oleObj>
          </a:graphicData>
        </a:graphic>
      </p:graphicFrame>
      <p:graphicFrame>
        <p:nvGraphicFramePr>
          <p:cNvPr id="7203" name="Object 35"/>
          <p:cNvGraphicFramePr>
            <a:graphicFrameLocks noChangeAspect="1"/>
          </p:cNvGraphicFramePr>
          <p:nvPr/>
        </p:nvGraphicFramePr>
        <p:xfrm>
          <a:off x="3887788" y="5549900"/>
          <a:ext cx="609600" cy="622300"/>
        </p:xfrm>
        <a:graphic>
          <a:graphicData uri="http://schemas.openxmlformats.org/presentationml/2006/ole">
            <p:oleObj spid="_x0000_s5131" r:id="rId18" imgW="609653" imgH="622347" progId="Equation.3">
              <p:embed/>
            </p:oleObj>
          </a:graphicData>
        </a:graphic>
      </p:graphicFrame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6870700" y="1295400"/>
            <a:ext cx="1598613" cy="1828800"/>
            <a:chOff x="0" y="0"/>
            <a:chExt cx="1007" cy="1152"/>
          </a:xfrm>
        </p:grpSpPr>
        <p:sp>
          <p:nvSpPr>
            <p:cNvPr id="5160" name="Freeform 37"/>
            <p:cNvSpPr>
              <a:spLocks/>
            </p:cNvSpPr>
            <p:nvPr/>
          </p:nvSpPr>
          <p:spPr bwMode="auto">
            <a:xfrm>
              <a:off x="0" y="720"/>
              <a:ext cx="1007" cy="432"/>
            </a:xfrm>
            <a:custGeom>
              <a:avLst/>
              <a:gdLst>
                <a:gd name="T0" fmla="*/ 1000 w 1040"/>
                <a:gd name="T1" fmla="*/ 144 h 576"/>
                <a:gd name="T2" fmla="*/ 424 w 1040"/>
                <a:gd name="T3" fmla="*/ 48 h 576"/>
                <a:gd name="T4" fmla="*/ 40 w 1040"/>
                <a:gd name="T5" fmla="*/ 432 h 576"/>
                <a:gd name="T6" fmla="*/ 664 w 1040"/>
                <a:gd name="T7" fmla="*/ 528 h 576"/>
                <a:gd name="T8" fmla="*/ 1000 w 1040"/>
                <a:gd name="T9" fmla="*/ 144 h 5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0"/>
                <a:gd name="T16" fmla="*/ 0 h 576"/>
                <a:gd name="T17" fmla="*/ 1040 w 1040"/>
                <a:gd name="T18" fmla="*/ 576 h 5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0" h="576">
                  <a:moveTo>
                    <a:pt x="1000" y="144"/>
                  </a:moveTo>
                  <a:cubicBezTo>
                    <a:pt x="960" y="64"/>
                    <a:pt x="584" y="0"/>
                    <a:pt x="424" y="48"/>
                  </a:cubicBezTo>
                  <a:cubicBezTo>
                    <a:pt x="264" y="96"/>
                    <a:pt x="0" y="352"/>
                    <a:pt x="40" y="432"/>
                  </a:cubicBezTo>
                  <a:cubicBezTo>
                    <a:pt x="80" y="512"/>
                    <a:pt x="504" y="576"/>
                    <a:pt x="664" y="528"/>
                  </a:cubicBezTo>
                  <a:cubicBezTo>
                    <a:pt x="824" y="480"/>
                    <a:pt x="1040" y="224"/>
                    <a:pt x="1000" y="144"/>
                  </a:cubicBezTo>
                  <a:close/>
                </a:path>
              </a:pathLst>
            </a:custGeom>
            <a:solidFill>
              <a:srgbClr val="005AB4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1" name="Line 38"/>
            <p:cNvSpPr>
              <a:spLocks noChangeShapeType="1"/>
            </p:cNvSpPr>
            <p:nvPr/>
          </p:nvSpPr>
          <p:spPr bwMode="auto">
            <a:xfrm>
              <a:off x="40" y="144"/>
              <a:ext cx="0" cy="9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2" name="Line 39"/>
            <p:cNvSpPr>
              <a:spLocks noChangeShapeType="1"/>
            </p:cNvSpPr>
            <p:nvPr/>
          </p:nvSpPr>
          <p:spPr bwMode="auto">
            <a:xfrm>
              <a:off x="686" y="384"/>
              <a:ext cx="0" cy="7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3" name="Line 40"/>
            <p:cNvSpPr>
              <a:spLocks noChangeShapeType="1"/>
            </p:cNvSpPr>
            <p:nvPr/>
          </p:nvSpPr>
          <p:spPr bwMode="auto">
            <a:xfrm>
              <a:off x="976" y="0"/>
              <a:ext cx="0" cy="8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64" name="Line 41"/>
            <p:cNvSpPr>
              <a:spLocks noChangeShapeType="1"/>
            </p:cNvSpPr>
            <p:nvPr/>
          </p:nvSpPr>
          <p:spPr bwMode="auto">
            <a:xfrm>
              <a:off x="424" y="288"/>
              <a:ext cx="0" cy="45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7620000" y="1371600"/>
            <a:ext cx="180975" cy="1401763"/>
            <a:chOff x="0" y="0"/>
            <a:chExt cx="114" cy="883"/>
          </a:xfrm>
        </p:grpSpPr>
        <p:sp>
          <p:nvSpPr>
            <p:cNvPr id="5157" name="Line 43"/>
            <p:cNvSpPr>
              <a:spLocks noChangeShapeType="1"/>
            </p:cNvSpPr>
            <p:nvPr/>
          </p:nvSpPr>
          <p:spPr bwMode="auto">
            <a:xfrm>
              <a:off x="0" y="0"/>
              <a:ext cx="0" cy="8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8" name="Line 44"/>
            <p:cNvSpPr>
              <a:spLocks noChangeShapeType="1"/>
            </p:cNvSpPr>
            <p:nvPr/>
          </p:nvSpPr>
          <p:spPr bwMode="auto">
            <a:xfrm>
              <a:off x="114" y="0"/>
              <a:ext cx="0" cy="86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59" name="AutoShape 45"/>
            <p:cNvSpPr>
              <a:spLocks noChangeArrowheads="1"/>
            </p:cNvSpPr>
            <p:nvPr/>
          </p:nvSpPr>
          <p:spPr bwMode="auto">
            <a:xfrm rot="2751306">
              <a:off x="14" y="809"/>
              <a:ext cx="73" cy="73"/>
            </a:xfrm>
            <a:prstGeom prst="parallelogram">
              <a:avLst>
                <a:gd name="adj" fmla="val 25000"/>
              </a:avLst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7214" name="Object 46"/>
          <p:cNvGraphicFramePr>
            <a:graphicFrameLocks noChangeAspect="1"/>
          </p:cNvGraphicFramePr>
          <p:nvPr/>
        </p:nvGraphicFramePr>
        <p:xfrm>
          <a:off x="7099300" y="2616200"/>
          <a:ext cx="568325" cy="484188"/>
        </p:xfrm>
        <a:graphic>
          <a:graphicData uri="http://schemas.openxmlformats.org/presentationml/2006/ole">
            <p:oleObj spid="_x0000_s5132" r:id="rId19" imgW="597217" imgH="508317" progId="Equation.3">
              <p:embed/>
            </p:oleObj>
          </a:graphicData>
        </a:graphic>
      </p:graphicFrame>
      <p:graphicFrame>
        <p:nvGraphicFramePr>
          <p:cNvPr id="7215" name="Object 47"/>
          <p:cNvGraphicFramePr>
            <a:graphicFrameLocks noChangeAspect="1"/>
          </p:cNvGraphicFramePr>
          <p:nvPr/>
        </p:nvGraphicFramePr>
        <p:xfrm>
          <a:off x="7339013" y="3413125"/>
          <a:ext cx="1514475" cy="400050"/>
        </p:xfrm>
        <a:graphic>
          <a:graphicData uri="http://schemas.openxmlformats.org/presentationml/2006/ole">
            <p:oleObj spid="_x0000_s5133" r:id="rId20" imgW="1675990" imgH="444624" progId="Equation.3">
              <p:embed/>
            </p:oleObj>
          </a:graphicData>
        </a:graphic>
      </p:graphicFrame>
      <p:sp>
        <p:nvSpPr>
          <p:cNvPr id="7216" name="Line 48"/>
          <p:cNvSpPr>
            <a:spLocks noChangeShapeType="1"/>
          </p:cNvSpPr>
          <p:nvPr/>
        </p:nvSpPr>
        <p:spPr bwMode="auto">
          <a:xfrm flipH="1" flipV="1">
            <a:off x="7696200" y="1295400"/>
            <a:ext cx="762000" cy="2057400"/>
          </a:xfrm>
          <a:prstGeom prst="line">
            <a:avLst/>
          </a:prstGeom>
          <a:noFill/>
          <a:ln w="12700">
            <a:solidFill>
              <a:srgbClr val="66FF33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217" name="Object 49"/>
          <p:cNvGraphicFramePr>
            <a:graphicFrameLocks noChangeAspect="1"/>
          </p:cNvGraphicFramePr>
          <p:nvPr/>
        </p:nvGraphicFramePr>
        <p:xfrm>
          <a:off x="5919788" y="3352800"/>
          <a:ext cx="1166812" cy="457200"/>
        </p:xfrm>
        <a:graphic>
          <a:graphicData uri="http://schemas.openxmlformats.org/presentationml/2006/ole">
            <p:oleObj spid="_x0000_s5134" r:id="rId21" imgW="1295717" imgH="508317" progId="Equation.3">
              <p:embed/>
            </p:oleObj>
          </a:graphicData>
        </a:graphic>
      </p:graphicFrame>
      <p:sp>
        <p:nvSpPr>
          <p:cNvPr id="7218" name="Line 50"/>
          <p:cNvSpPr>
            <a:spLocks noChangeShapeType="1"/>
          </p:cNvSpPr>
          <p:nvPr/>
        </p:nvSpPr>
        <p:spPr bwMode="auto">
          <a:xfrm flipV="1">
            <a:off x="7010400" y="27432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219" name="Object 51"/>
          <p:cNvGraphicFramePr>
            <a:graphicFrameLocks noChangeAspect="1"/>
          </p:cNvGraphicFramePr>
          <p:nvPr/>
        </p:nvGraphicFramePr>
        <p:xfrm>
          <a:off x="8045450" y="762000"/>
          <a:ext cx="317500" cy="304800"/>
        </p:xfrm>
        <a:graphic>
          <a:graphicData uri="http://schemas.openxmlformats.org/presentationml/2006/ole">
            <p:oleObj spid="_x0000_s5135" r:id="rId22" imgW="317542" imgH="304853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7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7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7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7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7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00"/>
                            </p:stCondLst>
                            <p:childTnLst>
                              <p:par>
                                <p:cTn id="120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7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6" grpId="0" autoUpdateAnimBg="0"/>
      <p:bldP spid="7188" grpId="0" autoUpdateAnimBg="0"/>
      <p:bldP spid="7189" grpId="0" autoUpdateAnimBg="0"/>
      <p:bldP spid="7195" grpId="0" animBg="1"/>
      <p:bldP spid="7196" grpId="0" animBg="1"/>
      <p:bldP spid="7198" grpId="0" autoUpdateAnimBg="0"/>
      <p:bldP spid="7199" grpId="0" autoUpdateAnimBg="0"/>
      <p:bldP spid="7216" grpId="0" animBg="1"/>
      <p:bldP spid="72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920750" y="436563"/>
          <a:ext cx="939800" cy="444500"/>
        </p:xfrm>
        <a:graphic>
          <a:graphicData uri="http://schemas.openxmlformats.org/presentationml/2006/ole">
            <p:oleObj spid="_x0000_s6146" r:id="rId3" imgW="939709" imgH="444624" progId="Equation.3">
              <p:embed/>
            </p:oleObj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893888" y="304800"/>
          <a:ext cx="5891212" cy="812800"/>
        </p:xfrm>
        <a:graphic>
          <a:graphicData uri="http://schemas.openxmlformats.org/presentationml/2006/ole">
            <p:oleObj spid="_x0000_s6147" r:id="rId4" imgW="5890560" imgH="812764" progId="Equation.3">
              <p:embed/>
            </p:oleObj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1600200" y="1168400"/>
          <a:ext cx="6107113" cy="635000"/>
        </p:xfrm>
        <a:graphic>
          <a:graphicData uri="http://schemas.openxmlformats.org/presentationml/2006/ole">
            <p:oleObj spid="_x0000_s6148" r:id="rId5" imgW="6106367" imgH="635042" progId="Equation.3">
              <p:embed/>
            </p:oleObj>
          </a:graphicData>
        </a:graphic>
      </p:graphicFrame>
      <p:graphicFrame>
        <p:nvGraphicFramePr>
          <p:cNvPr id="8197" name="Object 5"/>
          <p:cNvGraphicFramePr>
            <a:graphicFrameLocks noChangeAspect="1"/>
          </p:cNvGraphicFramePr>
          <p:nvPr/>
        </p:nvGraphicFramePr>
        <p:xfrm>
          <a:off x="722313" y="2660650"/>
          <a:ext cx="901700" cy="622300"/>
        </p:xfrm>
        <a:graphic>
          <a:graphicData uri="http://schemas.openxmlformats.org/presentationml/2006/ole">
            <p:oleObj spid="_x0000_s6149" r:id="rId6" imgW="901626" imgH="622347" progId="Equation.3">
              <p:embed/>
            </p:oleObj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/>
        </p:nvGraphicFramePr>
        <p:xfrm>
          <a:off x="1644650" y="2398713"/>
          <a:ext cx="647700" cy="1066800"/>
        </p:xfrm>
        <a:graphic>
          <a:graphicData uri="http://schemas.openxmlformats.org/presentationml/2006/ole">
            <p:oleObj spid="_x0000_s6150" r:id="rId7" imgW="648017" imgH="1067117" progId="Equation.3">
              <p:embed/>
            </p:oleObj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048000" y="3251200"/>
          <a:ext cx="5827713" cy="635000"/>
        </p:xfrm>
        <a:graphic>
          <a:graphicData uri="http://schemas.openxmlformats.org/presentationml/2006/ole">
            <p:oleObj spid="_x0000_s6151" r:id="rId8" imgW="5827088" imgH="635042" progId="Equation.3">
              <p:embed/>
            </p:oleObj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762000" y="4013200"/>
          <a:ext cx="901700" cy="622300"/>
        </p:xfrm>
        <a:graphic>
          <a:graphicData uri="http://schemas.openxmlformats.org/presentationml/2006/ole">
            <p:oleObj spid="_x0000_s6152" r:id="rId9" imgW="901626" imgH="622347" progId="Equation.3">
              <p:embed/>
            </p:oleObj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1752600" y="3784600"/>
          <a:ext cx="647700" cy="1066800"/>
        </p:xfrm>
        <a:graphic>
          <a:graphicData uri="http://schemas.openxmlformats.org/presentationml/2006/ole">
            <p:oleObj spid="_x0000_s6153" r:id="rId10" imgW="648017" imgH="1067117" progId="Equation.3">
              <p:embed/>
            </p:oleObj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3124200" y="4673600"/>
          <a:ext cx="5827713" cy="635000"/>
        </p:xfrm>
        <a:graphic>
          <a:graphicData uri="http://schemas.openxmlformats.org/presentationml/2006/ole">
            <p:oleObj spid="_x0000_s6154" r:id="rId11" imgW="5827088" imgH="635042" progId="Equation.3">
              <p:embed/>
            </p:oleObj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779463" y="5410200"/>
          <a:ext cx="7908925" cy="812800"/>
        </p:xfrm>
        <a:graphic>
          <a:graphicData uri="http://schemas.openxmlformats.org/presentationml/2006/ole">
            <p:oleObj spid="_x0000_s6155" r:id="rId12" imgW="7908984" imgH="812764" progId="Equation.3">
              <p:embed/>
            </p:oleObj>
          </a:graphicData>
        </a:graphic>
      </p:graphicFrame>
      <p:graphicFrame>
        <p:nvGraphicFramePr>
          <p:cNvPr id="8204" name="Object 12"/>
          <p:cNvGraphicFramePr>
            <a:graphicFrameLocks noChangeAspect="1"/>
          </p:cNvGraphicFramePr>
          <p:nvPr/>
        </p:nvGraphicFramePr>
        <p:xfrm>
          <a:off x="2959100" y="5588000"/>
          <a:ext cx="1003300" cy="406400"/>
        </p:xfrm>
        <a:graphic>
          <a:graphicData uri="http://schemas.openxmlformats.org/presentationml/2006/ole">
            <p:oleObj spid="_x0000_s6156" r:id="rId13" imgW="1002747" imgH="406365" progId="Equation.3">
              <p:embed/>
            </p:oleObj>
          </a:graphicData>
        </a:graphic>
      </p:graphicFrame>
      <p:graphicFrame>
        <p:nvGraphicFramePr>
          <p:cNvPr id="8205" name="Object 13"/>
          <p:cNvGraphicFramePr>
            <a:graphicFrameLocks noChangeAspect="1"/>
          </p:cNvGraphicFramePr>
          <p:nvPr/>
        </p:nvGraphicFramePr>
        <p:xfrm>
          <a:off x="2133600" y="2667000"/>
          <a:ext cx="2944813" cy="444500"/>
        </p:xfrm>
        <a:graphic>
          <a:graphicData uri="http://schemas.openxmlformats.org/presentationml/2006/ole">
            <p:oleObj spid="_x0000_s6157" r:id="rId14" imgW="2945439" imgH="444624" progId="Equation.3">
              <p:embed/>
            </p:oleObj>
          </a:graphicData>
        </a:graphic>
      </p:graphicFrame>
      <p:sp>
        <p:nvSpPr>
          <p:cNvPr id="8206" name="Line 14"/>
          <p:cNvSpPr>
            <a:spLocks noChangeShapeType="1"/>
          </p:cNvSpPr>
          <p:nvPr/>
        </p:nvSpPr>
        <p:spPr bwMode="auto">
          <a:xfrm>
            <a:off x="3835400" y="3109913"/>
            <a:ext cx="974725" cy="0"/>
          </a:xfrm>
          <a:prstGeom prst="line">
            <a:avLst/>
          </a:prstGeom>
          <a:noFill/>
          <a:ln w="19050">
            <a:solidFill>
              <a:srgbClr val="66FF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8207" name="Object 15"/>
          <p:cNvGraphicFramePr>
            <a:graphicFrameLocks noChangeAspect="1"/>
          </p:cNvGraphicFramePr>
          <p:nvPr/>
        </p:nvGraphicFramePr>
        <p:xfrm>
          <a:off x="2206625" y="4059238"/>
          <a:ext cx="2943225" cy="444500"/>
        </p:xfrm>
        <a:graphic>
          <a:graphicData uri="http://schemas.openxmlformats.org/presentationml/2006/ole">
            <p:oleObj spid="_x0000_s6158" r:id="rId15" imgW="2945439" imgH="444624" progId="Equation.3">
              <p:embed/>
            </p:oleObj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495800" y="3860800"/>
            <a:ext cx="2971800" cy="0"/>
            <a:chOff x="0" y="0"/>
            <a:chExt cx="1872" cy="0"/>
          </a:xfrm>
        </p:grpSpPr>
        <p:sp>
          <p:nvSpPr>
            <p:cNvPr id="6164" name="Line 17"/>
            <p:cNvSpPr>
              <a:spLocks noChangeShapeType="1"/>
            </p:cNvSpPr>
            <p:nvPr/>
          </p:nvSpPr>
          <p:spPr bwMode="auto">
            <a:xfrm>
              <a:off x="0" y="0"/>
              <a:ext cx="576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65" name="Line 18"/>
            <p:cNvSpPr>
              <a:spLocks noChangeShapeType="1"/>
            </p:cNvSpPr>
            <p:nvPr/>
          </p:nvSpPr>
          <p:spPr bwMode="auto">
            <a:xfrm>
              <a:off x="1296" y="0"/>
              <a:ext cx="576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8211" name="Object 19"/>
          <p:cNvGraphicFramePr>
            <a:graphicFrameLocks noChangeAspect="1"/>
          </p:cNvGraphicFramePr>
          <p:nvPr/>
        </p:nvGraphicFramePr>
        <p:xfrm>
          <a:off x="749300" y="1803400"/>
          <a:ext cx="2692400" cy="723900"/>
        </p:xfrm>
        <a:graphic>
          <a:graphicData uri="http://schemas.openxmlformats.org/presentationml/2006/ole">
            <p:oleObj spid="_x0000_s6159" r:id="rId16" imgW="2691549" imgH="723903" progId="Equation.3">
              <p:embed/>
            </p:oleObj>
          </a:graphicData>
        </a:graphic>
      </p:graphicFrame>
      <p:sp>
        <p:nvSpPr>
          <p:cNvPr id="6162" name="Text Box 20"/>
          <p:cNvSpPr txBox="1">
            <a:spLocks noChangeArrowheads="1"/>
          </p:cNvSpPr>
          <p:nvPr/>
        </p:nvSpPr>
        <p:spPr bwMode="auto">
          <a:xfrm>
            <a:off x="298450" y="355600"/>
            <a:ext cx="539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而</a:t>
            </a:r>
          </a:p>
        </p:txBody>
      </p:sp>
      <p:sp>
        <p:nvSpPr>
          <p:cNvPr id="8213" name="Text Box 21"/>
          <p:cNvSpPr txBox="1">
            <a:spLocks noChangeArrowheads="1"/>
          </p:cNvSpPr>
          <p:nvPr/>
        </p:nvSpPr>
        <p:spPr bwMode="auto">
          <a:xfrm>
            <a:off x="7342188" y="3971925"/>
            <a:ext cx="1254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 sz="2400">
                <a:solidFill>
                  <a:schemeClr val="accent2"/>
                </a:solidFill>
                <a:sym typeface="Symbol" pitchFamily="18" charset="2"/>
              </a:rPr>
              <a:t>(</a:t>
            </a:r>
            <a:r>
              <a:rPr lang="zh-CN" altLang="zh-CN" sz="2400" i="1">
                <a:solidFill>
                  <a:schemeClr val="accent2"/>
                </a:solidFill>
                <a:sym typeface="Symbol" pitchFamily="18" charset="2"/>
              </a:rPr>
              <a:t> </a:t>
            </a:r>
            <a:r>
              <a:rPr lang="zh-CN" sz="2400">
                <a:solidFill>
                  <a:schemeClr val="accent2"/>
                </a:solidFill>
                <a:sym typeface="Symbol" pitchFamily="18" charset="2"/>
              </a:rPr>
              <a:t>光滑</a:t>
            </a:r>
            <a:r>
              <a:rPr lang="zh-CN" altLang="zh-CN" sz="2400">
                <a:solidFill>
                  <a:schemeClr val="accent2"/>
                </a:solidFill>
                <a:sym typeface="Symbol" pitchFamily="18" charset="2"/>
              </a:rPr>
              <a:t>)</a:t>
            </a:r>
            <a:endParaRPr lang="zh-CN" altLang="zh-CN" sz="2400">
              <a:solidFill>
                <a:schemeClr val="accent2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6" grpId="0" animBg="1"/>
      <p:bldP spid="8213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ext Box 2"/>
          <p:cNvSpPr txBox="1">
            <a:spLocks noChangeArrowheads="1"/>
          </p:cNvSpPr>
          <p:nvPr/>
        </p:nvSpPr>
        <p:spPr bwMode="auto">
          <a:xfrm>
            <a:off x="685800" y="533400"/>
            <a:ext cx="1219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说明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endParaRPr lang="zh-CN" altLang="zh-CN"/>
          </a:p>
        </p:txBody>
      </p:sp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743200" y="1524000"/>
          <a:ext cx="3502025" cy="508000"/>
        </p:xfrm>
        <a:graphic>
          <a:graphicData uri="http://schemas.openxmlformats.org/presentationml/2006/ole">
            <p:oleObj spid="_x0000_s7170" r:id="rId3" imgW="3416617" imgH="508317" progId="Equation.3">
              <p:embed/>
            </p:oleObj>
          </a:graphicData>
        </a:graphic>
      </p:graphicFrame>
      <p:graphicFrame>
        <p:nvGraphicFramePr>
          <p:cNvPr id="9220" name="Object 4"/>
          <p:cNvGraphicFramePr>
            <a:graphicFrameLocks noChangeAspect="1"/>
          </p:cNvGraphicFramePr>
          <p:nvPr/>
        </p:nvGraphicFramePr>
        <p:xfrm>
          <a:off x="1905000" y="2063750"/>
          <a:ext cx="4279900" cy="508000"/>
        </p:xfrm>
        <a:graphic>
          <a:graphicData uri="http://schemas.openxmlformats.org/presentationml/2006/ole">
            <p:oleObj spid="_x0000_s7171" r:id="rId4" imgW="4178617" imgH="508317" progId="Equation.3">
              <p:embed/>
            </p:oleObj>
          </a:graphicData>
        </a:graphic>
      </p:graphicFrame>
      <p:sp>
        <p:nvSpPr>
          <p:cNvPr id="9221" name="Text Box 5"/>
          <p:cNvSpPr txBox="1">
            <a:spLocks noChangeArrowheads="1"/>
          </p:cNvSpPr>
          <p:nvPr/>
        </p:nvSpPr>
        <p:spPr bwMode="auto">
          <a:xfrm>
            <a:off x="530225" y="2590800"/>
            <a:ext cx="2971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可有类似的公式</a:t>
            </a:r>
            <a:r>
              <a:rPr lang="zh-CN" altLang="zh-CN"/>
              <a:t>.</a:t>
            </a:r>
          </a:p>
        </p:txBody>
      </p:sp>
      <p:sp>
        <p:nvSpPr>
          <p:cNvPr id="9222" name="Text Box 6"/>
          <p:cNvSpPr txBox="1">
            <a:spLocks noChangeArrowheads="1"/>
          </p:cNvSpPr>
          <p:nvPr/>
        </p:nvSpPr>
        <p:spPr bwMode="auto">
          <a:xfrm>
            <a:off x="1143000" y="990600"/>
            <a:ext cx="30591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/>
              <a:t>1) </a:t>
            </a:r>
            <a:r>
              <a:rPr lang="zh-CN"/>
              <a:t>如果曲面方程为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1219200" y="3267075"/>
            <a:ext cx="35925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/>
              <a:t>2) </a:t>
            </a:r>
            <a:r>
              <a:rPr lang="zh-CN"/>
              <a:t>若曲面为参数方程</a:t>
            </a:r>
            <a:r>
              <a:rPr lang="zh-CN" altLang="zh-CN"/>
              <a:t>, </a:t>
            </a:r>
          </a:p>
        </p:txBody>
      </p:sp>
      <p:sp>
        <p:nvSpPr>
          <p:cNvPr id="9224" name="Text Box 8"/>
          <p:cNvSpPr txBox="1">
            <a:spLocks noChangeArrowheads="1"/>
          </p:cNvSpPr>
          <p:nvPr/>
        </p:nvSpPr>
        <p:spPr bwMode="auto">
          <a:xfrm>
            <a:off x="4648200" y="3298825"/>
            <a:ext cx="4184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只要求出在参数意义下</a:t>
            </a:r>
            <a:r>
              <a:rPr lang="zh-CN" altLang="zh-CN"/>
              <a:t>d</a:t>
            </a:r>
            <a:r>
              <a:rPr lang="zh-CN" altLang="zh-CN" i="1"/>
              <a:t>S </a:t>
            </a:r>
          </a:p>
        </p:txBody>
      </p:sp>
      <p:sp>
        <p:nvSpPr>
          <p:cNvPr id="9225" name="Text Box 9"/>
          <p:cNvSpPr txBox="1">
            <a:spLocks noChangeArrowheads="1"/>
          </p:cNvSpPr>
          <p:nvPr/>
        </p:nvSpPr>
        <p:spPr bwMode="auto">
          <a:xfrm>
            <a:off x="533400" y="3886200"/>
            <a:ext cx="1784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的表达式 </a:t>
            </a:r>
            <a:r>
              <a:rPr lang="zh-CN" altLang="zh-CN"/>
              <a:t>,</a:t>
            </a:r>
          </a:p>
        </p:txBody>
      </p:sp>
      <p:sp>
        <p:nvSpPr>
          <p:cNvPr id="9226" name="Text Box 10"/>
          <p:cNvSpPr txBox="1">
            <a:spLocks noChangeArrowheads="1"/>
          </p:cNvSpPr>
          <p:nvPr/>
        </p:nvSpPr>
        <p:spPr bwMode="auto">
          <a:xfrm>
            <a:off x="2228850" y="3886200"/>
            <a:ext cx="6584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也可将对面积的曲面积分转化为对参数的</a:t>
            </a:r>
          </a:p>
        </p:txBody>
      </p:sp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609600" y="4510088"/>
            <a:ext cx="49593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二重积分</a:t>
            </a:r>
            <a:r>
              <a:rPr lang="zh-CN" altLang="zh-CN"/>
              <a:t>. </a:t>
            </a:r>
            <a:r>
              <a:rPr lang="zh-CN" altLang="zh-CN" sz="2400">
                <a:solidFill>
                  <a:schemeClr val="accent2"/>
                </a:solidFill>
              </a:rPr>
              <a:t>(</a:t>
            </a:r>
            <a:r>
              <a:rPr lang="zh-CN" sz="2400">
                <a:solidFill>
                  <a:schemeClr val="accent2"/>
                </a:solidFill>
              </a:rPr>
              <a:t>见本节后面的例</a:t>
            </a:r>
            <a:r>
              <a:rPr lang="zh-CN" altLang="zh-CN" sz="2400">
                <a:solidFill>
                  <a:schemeClr val="accent2"/>
                </a:solidFill>
              </a:rPr>
              <a:t>4, </a:t>
            </a:r>
            <a:r>
              <a:rPr lang="zh-CN" sz="2400">
                <a:solidFill>
                  <a:schemeClr val="accent2"/>
                </a:solidFill>
              </a:rPr>
              <a:t>例</a:t>
            </a:r>
            <a:r>
              <a:rPr lang="zh-CN" altLang="zh-CN" sz="2400">
                <a:solidFill>
                  <a:schemeClr val="accent2"/>
                </a:solidFill>
              </a:rPr>
              <a:t>5)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2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2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2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1" grpId="0" build="p" autoUpdateAnimBg="0"/>
      <p:bldP spid="9222" grpId="0" build="p" autoUpdateAnimBg="0"/>
      <p:bldP spid="9223" grpId="0" build="p" autoUpdateAnimBg="0"/>
      <p:bldP spid="9224" grpId="0" build="p" autoUpdateAnimBg="0"/>
      <p:bldP spid="9225" grpId="0" build="p" autoUpdateAnimBg="0" advAuto="0"/>
      <p:bldP spid="9226" grpId="0" build="p" autoUpdateAnimBg="0"/>
      <p:bldP spid="9227" grpId="0" build="p" autoUpdateAnimBg="0" advAuto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675438" y="2490788"/>
            <a:ext cx="1370012" cy="823912"/>
            <a:chOff x="0" y="0"/>
            <a:chExt cx="863" cy="519"/>
          </a:xfrm>
        </p:grpSpPr>
        <p:sp>
          <p:nvSpPr>
            <p:cNvPr id="8238" name="Oval 3"/>
            <p:cNvSpPr>
              <a:spLocks noChangeArrowheads="1"/>
            </p:cNvSpPr>
            <p:nvPr/>
          </p:nvSpPr>
          <p:spPr bwMode="auto">
            <a:xfrm>
              <a:off x="0" y="259"/>
              <a:ext cx="863" cy="260"/>
            </a:xfrm>
            <a:prstGeom prst="ellipse">
              <a:avLst/>
            </a:prstGeom>
            <a:solidFill>
              <a:srgbClr val="005AB4"/>
            </a:solidFill>
            <a:ln w="1270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39" name="Line 4"/>
            <p:cNvSpPr>
              <a:spLocks noChangeShapeType="1"/>
            </p:cNvSpPr>
            <p:nvPr/>
          </p:nvSpPr>
          <p:spPr bwMode="auto">
            <a:xfrm>
              <a:off x="0" y="0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40" name="Line 5"/>
            <p:cNvSpPr>
              <a:spLocks noChangeShapeType="1"/>
            </p:cNvSpPr>
            <p:nvPr/>
          </p:nvSpPr>
          <p:spPr bwMode="auto">
            <a:xfrm>
              <a:off x="863" y="0"/>
              <a:ext cx="0" cy="389"/>
            </a:xfrm>
            <a:prstGeom prst="line">
              <a:avLst/>
            </a:prstGeom>
            <a:noFill/>
            <a:ln w="1905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0246" name="Object 6"/>
          <p:cNvGraphicFramePr>
            <a:graphicFrameLocks noChangeAspect="1"/>
          </p:cNvGraphicFramePr>
          <p:nvPr/>
        </p:nvGraphicFramePr>
        <p:xfrm>
          <a:off x="7391400" y="3095625"/>
          <a:ext cx="596900" cy="485775"/>
        </p:xfrm>
        <a:graphic>
          <a:graphicData uri="http://schemas.openxmlformats.org/presentationml/2006/ole">
            <p:oleObj spid="_x0000_s8194" r:id="rId3" imgW="622347" imgH="508097" progId="Equation.3">
              <p:embed/>
            </p:oleObj>
          </a:graphicData>
        </a:graphic>
      </p:graphicFrame>
      <p:sp>
        <p:nvSpPr>
          <p:cNvPr id="8217" name="Rectangle 7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3352800" cy="6858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1.</a:t>
            </a:r>
            <a:r>
              <a:rPr lang="zh-CN" altLang="zh-CN" sz="2800" smtClean="0">
                <a:ea typeface="楷体_GB2312" pitchFamily="1" charset="-12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计算曲面积分</a:t>
            </a:r>
            <a:endParaRPr lang="zh-CN" sz="2800" smtClean="0">
              <a:ea typeface="楷体_GB2312" pitchFamily="1" charset="-122"/>
            </a:endParaRPr>
          </a:p>
        </p:txBody>
      </p:sp>
      <p:graphicFrame>
        <p:nvGraphicFramePr>
          <p:cNvPr id="8195" name="Object 8"/>
          <p:cNvGraphicFramePr>
            <a:graphicFrameLocks noChangeAspect="1"/>
          </p:cNvGraphicFramePr>
          <p:nvPr/>
        </p:nvGraphicFramePr>
        <p:xfrm>
          <a:off x="3594100" y="228600"/>
          <a:ext cx="1155700" cy="850900"/>
        </p:xfrm>
        <a:graphic>
          <a:graphicData uri="http://schemas.openxmlformats.org/presentationml/2006/ole">
            <p:oleObj spid="_x0000_s8195" r:id="rId4" imgW="1155516" imgH="850848" progId="Equation.3">
              <p:embed/>
            </p:oleObj>
          </a:graphicData>
        </a:graphic>
      </p:graphicFrame>
      <p:sp>
        <p:nvSpPr>
          <p:cNvPr id="10249" name="Text Box 9"/>
          <p:cNvSpPr txBox="1">
            <a:spLocks noChangeArrowheads="1"/>
          </p:cNvSpPr>
          <p:nvPr/>
        </p:nvSpPr>
        <p:spPr bwMode="auto">
          <a:xfrm>
            <a:off x="4724400" y="395288"/>
            <a:ext cx="2438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其中</a:t>
            </a:r>
            <a:r>
              <a:rPr lang="zh-CN" i="1">
                <a:sym typeface="Symbol" pitchFamily="18" charset="2"/>
              </a:rPr>
              <a:t> </a:t>
            </a:r>
            <a:r>
              <a:rPr lang="zh-CN">
                <a:sym typeface="Symbol" pitchFamily="18" charset="2"/>
              </a:rPr>
              <a:t>是球面</a:t>
            </a:r>
            <a:endParaRPr lang="zh-CN">
              <a:solidFill>
                <a:schemeClr val="tx2"/>
              </a:solidFill>
              <a:sym typeface="Symbol" pitchFamily="18" charset="2"/>
            </a:endParaRPr>
          </a:p>
        </p:txBody>
      </p:sp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7010400" y="384175"/>
          <a:ext cx="1828800" cy="520700"/>
        </p:xfrm>
        <a:graphic>
          <a:graphicData uri="http://schemas.openxmlformats.org/presentationml/2006/ole">
            <p:oleObj spid="_x0000_s8196" r:id="rId5" imgW="1828324" imgH="520791" progId="Equation.3">
              <p:embed/>
            </p:oleObj>
          </a:graphicData>
        </a:graphic>
      </p:graphicFrame>
      <p:sp>
        <p:nvSpPr>
          <p:cNvPr id="10251" name="Text Box 11"/>
          <p:cNvSpPr txBox="1">
            <a:spLocks noChangeArrowheads="1"/>
          </p:cNvSpPr>
          <p:nvPr/>
        </p:nvSpPr>
        <p:spPr bwMode="auto">
          <a:xfrm>
            <a:off x="1066800" y="1066800"/>
            <a:ext cx="137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被平面</a:t>
            </a:r>
          </a:p>
        </p:txBody>
      </p:sp>
      <p:graphicFrame>
        <p:nvGraphicFramePr>
          <p:cNvPr id="10252" name="Object 12"/>
          <p:cNvGraphicFramePr>
            <a:graphicFrameLocks noChangeAspect="1"/>
          </p:cNvGraphicFramePr>
          <p:nvPr/>
        </p:nvGraphicFramePr>
        <p:xfrm>
          <a:off x="2286000" y="1143000"/>
          <a:ext cx="2386013" cy="406400"/>
        </p:xfrm>
        <a:graphic>
          <a:graphicData uri="http://schemas.openxmlformats.org/presentationml/2006/ole">
            <p:oleObj spid="_x0000_s8197" r:id="rId6" imgW="2385846" imgH="406365" progId="Equation.3">
              <p:embed/>
            </p:oleObj>
          </a:graphicData>
        </a:graphic>
      </p:graphicFrame>
      <p:sp>
        <p:nvSpPr>
          <p:cNvPr id="10253" name="Text Box 13"/>
          <p:cNvSpPr txBox="1">
            <a:spLocks noChangeArrowheads="1"/>
          </p:cNvSpPr>
          <p:nvPr/>
        </p:nvSpPr>
        <p:spPr bwMode="auto">
          <a:xfrm>
            <a:off x="4648200" y="1066800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截出的顶部</a:t>
            </a:r>
            <a:r>
              <a:rPr lang="zh-CN" altLang="zh-CN"/>
              <a:t>.</a:t>
            </a:r>
            <a:endParaRPr lang="zh-CN" altLang="zh-CN" sz="2400">
              <a:solidFill>
                <a:schemeClr val="accent2"/>
              </a:solidFill>
              <a:ea typeface="仿宋_GB2312" pitchFamily="1" charset="-122"/>
            </a:endParaRP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609600" y="1703388"/>
            <a:ext cx="83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  <a:latin typeface="楷体_GB2312" pitchFamily="1" charset="-122"/>
              </a:rPr>
              <a:t>解</a:t>
            </a:r>
            <a:r>
              <a:rPr lang="zh-CN" altLang="zh-CN" b="1">
                <a:solidFill>
                  <a:schemeClr val="tx2"/>
                </a:solidFill>
                <a:latin typeface="楷体_GB2312" pitchFamily="1" charset="-122"/>
              </a:rPr>
              <a:t>:</a:t>
            </a:r>
            <a:endParaRPr lang="zh-CN" altLang="zh-CN" b="1">
              <a:latin typeface="楷体_GB2312" pitchFamily="1" charset="-122"/>
            </a:endParaRPr>
          </a:p>
        </p:txBody>
      </p:sp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1282700" y="1670050"/>
          <a:ext cx="5167313" cy="635000"/>
        </p:xfrm>
        <a:graphic>
          <a:graphicData uri="http://schemas.openxmlformats.org/presentationml/2006/ole">
            <p:oleObj spid="_x0000_s8198" r:id="rId7" imgW="5166975" imgH="635042" progId="Equation.3">
              <p:embed/>
            </p:oleObj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1779588" y="2374900"/>
          <a:ext cx="3402012" cy="596900"/>
        </p:xfrm>
        <a:graphic>
          <a:graphicData uri="http://schemas.openxmlformats.org/presentationml/2006/ole">
            <p:oleObj spid="_x0000_s8199" r:id="rId8" imgW="3403917" imgH="597217" progId="Equation.3">
              <p:embed/>
            </p:oleObj>
          </a:graphicData>
        </a:graphic>
      </p:graphicFrame>
      <p:graphicFrame>
        <p:nvGraphicFramePr>
          <p:cNvPr id="10257" name="Object 17"/>
          <p:cNvGraphicFramePr>
            <a:graphicFrameLocks noChangeAspect="1"/>
          </p:cNvGraphicFramePr>
          <p:nvPr/>
        </p:nvGraphicFramePr>
        <p:xfrm>
          <a:off x="1371600" y="3124200"/>
          <a:ext cx="1917700" cy="660400"/>
        </p:xfrm>
        <a:graphic>
          <a:graphicData uri="http://schemas.openxmlformats.org/presentationml/2006/ole">
            <p:oleObj spid="_x0000_s8200" r:id="rId9" imgW="1917185" imgH="660430" progId="Equation.3">
              <p:embed/>
            </p:oleObj>
          </a:graphicData>
        </a:graphic>
      </p:graphicFrame>
      <p:graphicFrame>
        <p:nvGraphicFramePr>
          <p:cNvPr id="10258" name="Object 18"/>
          <p:cNvGraphicFramePr>
            <a:graphicFrameLocks noChangeAspect="1"/>
          </p:cNvGraphicFramePr>
          <p:nvPr/>
        </p:nvGraphicFramePr>
        <p:xfrm>
          <a:off x="3352800" y="2971800"/>
          <a:ext cx="2449513" cy="1016000"/>
        </p:xfrm>
        <a:graphic>
          <a:graphicData uri="http://schemas.openxmlformats.org/presentationml/2006/ole">
            <p:oleObj spid="_x0000_s8201" r:id="rId10" imgW="2451417" imgH="1016317" progId="Equation.3">
              <p:embed/>
            </p:oleObj>
          </a:graphicData>
        </a:graphic>
      </p:graphicFrame>
      <p:graphicFrame>
        <p:nvGraphicFramePr>
          <p:cNvPr id="10259" name="Object 19"/>
          <p:cNvGraphicFramePr>
            <a:graphicFrameLocks noChangeAspect="1"/>
          </p:cNvGraphicFramePr>
          <p:nvPr/>
        </p:nvGraphicFramePr>
        <p:xfrm>
          <a:off x="431800" y="4148138"/>
          <a:ext cx="1384300" cy="850900"/>
        </p:xfrm>
        <a:graphic>
          <a:graphicData uri="http://schemas.openxmlformats.org/presentationml/2006/ole">
            <p:oleObj spid="_x0000_s8202" r:id="rId11" imgW="1384016" imgH="850848" progId="Equation.3">
              <p:embed/>
            </p:oleObj>
          </a:graphicData>
        </a:graphic>
      </p:graphicFrame>
      <p:graphicFrame>
        <p:nvGraphicFramePr>
          <p:cNvPr id="10260" name="Object 20"/>
          <p:cNvGraphicFramePr>
            <a:graphicFrameLocks noChangeAspect="1"/>
          </p:cNvGraphicFramePr>
          <p:nvPr/>
        </p:nvGraphicFramePr>
        <p:xfrm>
          <a:off x="4965700" y="4208463"/>
          <a:ext cx="1562100" cy="825500"/>
        </p:xfrm>
        <a:graphic>
          <a:graphicData uri="http://schemas.openxmlformats.org/presentationml/2006/ole">
            <p:oleObj spid="_x0000_s8203" r:id="rId12" imgW="1562417" imgH="825817" progId="Equation.3">
              <p:embed/>
            </p:oleObj>
          </a:graphicData>
        </a:graphic>
      </p:graphicFrame>
      <p:graphicFrame>
        <p:nvGraphicFramePr>
          <p:cNvPr id="10261" name="Object 21"/>
          <p:cNvGraphicFramePr>
            <a:graphicFrameLocks noChangeAspect="1"/>
          </p:cNvGraphicFramePr>
          <p:nvPr/>
        </p:nvGraphicFramePr>
        <p:xfrm>
          <a:off x="1905000" y="5149850"/>
          <a:ext cx="4849813" cy="1066800"/>
        </p:xfrm>
        <a:graphic>
          <a:graphicData uri="http://schemas.openxmlformats.org/presentationml/2006/ole">
            <p:oleObj spid="_x0000_s8204" r:id="rId13" imgW="4851717" imgH="1067117" progId="Equation.3">
              <p:embed/>
            </p:oleObj>
          </a:graphicData>
        </a:graphic>
      </p:graphicFrame>
      <p:graphicFrame>
        <p:nvGraphicFramePr>
          <p:cNvPr id="10262" name="Object 22"/>
          <p:cNvGraphicFramePr>
            <a:graphicFrameLocks noChangeAspect="1"/>
          </p:cNvGraphicFramePr>
          <p:nvPr/>
        </p:nvGraphicFramePr>
        <p:xfrm>
          <a:off x="6718300" y="5257800"/>
          <a:ext cx="1587500" cy="850900"/>
        </p:xfrm>
        <a:graphic>
          <a:graphicData uri="http://schemas.openxmlformats.org/presentationml/2006/ole">
            <p:oleObj spid="_x0000_s8205" r:id="rId14" imgW="1587128" imgH="850848" progId="Equation.3">
              <p:embed/>
            </p:oleObj>
          </a:graphicData>
        </a:graphic>
      </p:graphicFrame>
      <p:graphicFrame>
        <p:nvGraphicFramePr>
          <p:cNvPr id="10263" name="Object 23"/>
          <p:cNvGraphicFramePr>
            <a:graphicFrameLocks noChangeAspect="1"/>
          </p:cNvGraphicFramePr>
          <p:nvPr/>
        </p:nvGraphicFramePr>
        <p:xfrm>
          <a:off x="1879600" y="4140200"/>
          <a:ext cx="2995613" cy="965200"/>
        </p:xfrm>
        <a:graphic>
          <a:graphicData uri="http://schemas.openxmlformats.org/presentationml/2006/ole">
            <p:oleObj spid="_x0000_s8206" r:id="rId15" imgW="2997517" imgH="965517" progId="Equation.3">
              <p:embed/>
            </p:oleObj>
          </a:graphicData>
        </a:graphic>
      </p:graphicFrame>
      <p:graphicFrame>
        <p:nvGraphicFramePr>
          <p:cNvPr id="10264" name="Object 24"/>
          <p:cNvGraphicFramePr>
            <a:graphicFrameLocks noChangeAspect="1"/>
          </p:cNvGraphicFramePr>
          <p:nvPr/>
        </p:nvGraphicFramePr>
        <p:xfrm>
          <a:off x="6553200" y="4152900"/>
          <a:ext cx="2360613" cy="952500"/>
        </p:xfrm>
        <a:graphic>
          <a:graphicData uri="http://schemas.openxmlformats.org/presentationml/2006/ole">
            <p:oleObj spid="_x0000_s8207" r:id="rId16" imgW="2361492" imgH="952404" progId="Equation.3">
              <p:embed/>
            </p:oleObj>
          </a:graphicData>
        </a:graphic>
      </p:graphicFrame>
      <p:graphicFrame>
        <p:nvGraphicFramePr>
          <p:cNvPr id="10265" name="Object 25"/>
          <p:cNvGraphicFramePr>
            <a:graphicFrameLocks noChangeAspect="1"/>
          </p:cNvGraphicFramePr>
          <p:nvPr/>
        </p:nvGraphicFramePr>
        <p:xfrm>
          <a:off x="457200" y="1066800"/>
          <a:ext cx="774700" cy="520700"/>
        </p:xfrm>
        <a:graphic>
          <a:graphicData uri="http://schemas.openxmlformats.org/presentationml/2006/ole">
            <p:oleObj spid="_x0000_s8208" r:id="rId17" imgW="774681" imgH="520791" progId="Equation.3">
              <p:embed/>
            </p:oleObj>
          </a:graphicData>
        </a:graphic>
      </p:graphicFrame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6400800" y="1676400"/>
            <a:ext cx="2413000" cy="2286000"/>
            <a:chOff x="0" y="0"/>
            <a:chExt cx="1520" cy="1440"/>
          </a:xfrm>
        </p:grpSpPr>
        <p:graphicFrame>
          <p:nvGraphicFramePr>
            <p:cNvPr id="8209" name="Object 27"/>
            <p:cNvGraphicFramePr>
              <a:graphicFrameLocks noChangeAspect="1"/>
            </p:cNvGraphicFramePr>
            <p:nvPr/>
          </p:nvGraphicFramePr>
          <p:xfrm>
            <a:off x="924" y="192"/>
            <a:ext cx="200" cy="192"/>
          </p:xfrm>
          <a:graphic>
            <a:graphicData uri="http://schemas.openxmlformats.org/presentationml/2006/ole">
              <p:oleObj spid="_x0000_s8209" r:id="rId18" imgW="317542" imgH="304853" progId="Equation.3">
                <p:embed/>
              </p:oleObj>
            </a:graphicData>
          </a:graphic>
        </p:graphicFrame>
        <p:grpSp>
          <p:nvGrpSpPr>
            <p:cNvPr id="8223" name="Group 28"/>
            <p:cNvGrpSpPr>
              <a:grpSpLocks/>
            </p:cNvGrpSpPr>
            <p:nvPr/>
          </p:nvGrpSpPr>
          <p:grpSpPr bwMode="auto">
            <a:xfrm>
              <a:off x="0" y="0"/>
              <a:ext cx="1520" cy="1440"/>
              <a:chOff x="0" y="0"/>
              <a:chExt cx="1520" cy="1440"/>
            </a:xfrm>
          </p:grpSpPr>
          <p:sp>
            <p:nvSpPr>
              <p:cNvPr id="8224" name="Arc 29"/>
              <p:cNvSpPr>
                <a:spLocks/>
              </p:cNvSpPr>
              <p:nvPr/>
            </p:nvSpPr>
            <p:spPr bwMode="auto">
              <a:xfrm>
                <a:off x="0" y="653"/>
                <a:ext cx="1207" cy="313"/>
              </a:xfrm>
              <a:custGeom>
                <a:avLst/>
                <a:gdLst>
                  <a:gd name="T0" fmla="*/ 5 w 43200"/>
                  <a:gd name="T1" fmla="*/ 313 h 24421"/>
                  <a:gd name="T2" fmla="*/ 1205 w 43200"/>
                  <a:gd name="T3" fmla="*/ 300 h 24421"/>
                  <a:gd name="T4" fmla="*/ 604 w 43200"/>
                  <a:gd name="T5" fmla="*/ 277 h 24421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4421"/>
                  <a:gd name="T11" fmla="*/ 43200 w 43200"/>
                  <a:gd name="T12" fmla="*/ 24421 h 244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4421" fill="none" extrusionOk="0">
                    <a:moveTo>
                      <a:pt x="185" y="24420"/>
                    </a:moveTo>
                    <a:cubicBezTo>
                      <a:pt x="61" y="23485"/>
                      <a:pt x="0" y="225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190"/>
                      <a:pt x="43175" y="22779"/>
                      <a:pt x="43127" y="23367"/>
                    </a:cubicBezTo>
                  </a:path>
                  <a:path w="43200" h="24421" stroke="0" extrusionOk="0">
                    <a:moveTo>
                      <a:pt x="185" y="24420"/>
                    </a:moveTo>
                    <a:cubicBezTo>
                      <a:pt x="61" y="23485"/>
                      <a:pt x="0" y="22543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190"/>
                      <a:pt x="43175" y="22779"/>
                      <a:pt x="43127" y="23367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folHlink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5" name="Arc 30"/>
              <p:cNvSpPr>
                <a:spLocks/>
              </p:cNvSpPr>
              <p:nvPr/>
            </p:nvSpPr>
            <p:spPr bwMode="auto">
              <a:xfrm>
                <a:off x="2" y="884"/>
                <a:ext cx="1207" cy="306"/>
              </a:xfrm>
              <a:custGeom>
                <a:avLst/>
                <a:gdLst>
                  <a:gd name="T0" fmla="*/ 1207 w 43200"/>
                  <a:gd name="T1" fmla="*/ 27 h 23827"/>
                  <a:gd name="T2" fmla="*/ 3 w 43200"/>
                  <a:gd name="T3" fmla="*/ 0 h 23827"/>
                  <a:gd name="T4" fmla="*/ 604 w 43200"/>
                  <a:gd name="T5" fmla="*/ 29 h 2382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3827"/>
                  <a:gd name="T11" fmla="*/ 43200 w 43200"/>
                  <a:gd name="T12" fmla="*/ 23827 h 238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3827" fill="none" extrusionOk="0">
                    <a:moveTo>
                      <a:pt x="43199" y="2117"/>
                    </a:moveTo>
                    <a:cubicBezTo>
                      <a:pt x="43199" y="2153"/>
                      <a:pt x="43200" y="2190"/>
                      <a:pt x="43200" y="2227"/>
                    </a:cubicBezTo>
                    <a:cubicBezTo>
                      <a:pt x="43200" y="14156"/>
                      <a:pt x="33529" y="23827"/>
                      <a:pt x="21600" y="23827"/>
                    </a:cubicBezTo>
                    <a:cubicBezTo>
                      <a:pt x="9670" y="23827"/>
                      <a:pt x="0" y="14156"/>
                      <a:pt x="0" y="2227"/>
                    </a:cubicBezTo>
                    <a:cubicBezTo>
                      <a:pt x="-1" y="1483"/>
                      <a:pt x="38" y="739"/>
                      <a:pt x="115" y="0"/>
                    </a:cubicBezTo>
                  </a:path>
                  <a:path w="43200" h="23827" stroke="0" extrusionOk="0">
                    <a:moveTo>
                      <a:pt x="43199" y="2117"/>
                    </a:moveTo>
                    <a:cubicBezTo>
                      <a:pt x="43199" y="2153"/>
                      <a:pt x="43200" y="2190"/>
                      <a:pt x="43200" y="2227"/>
                    </a:cubicBezTo>
                    <a:cubicBezTo>
                      <a:pt x="43200" y="14156"/>
                      <a:pt x="33529" y="23827"/>
                      <a:pt x="21600" y="23827"/>
                    </a:cubicBezTo>
                    <a:cubicBezTo>
                      <a:pt x="9670" y="23827"/>
                      <a:pt x="0" y="14156"/>
                      <a:pt x="0" y="2227"/>
                    </a:cubicBezTo>
                    <a:cubicBezTo>
                      <a:pt x="-1" y="1483"/>
                      <a:pt x="38" y="739"/>
                      <a:pt x="115" y="0"/>
                    </a:cubicBezTo>
                    <a:lnTo>
                      <a:pt x="21600" y="2227"/>
                    </a:lnTo>
                    <a:close/>
                  </a:path>
                </a:pathLst>
              </a:cu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6" name="Arc 31"/>
              <p:cNvSpPr>
                <a:spLocks/>
              </p:cNvSpPr>
              <p:nvPr/>
            </p:nvSpPr>
            <p:spPr bwMode="auto">
              <a:xfrm>
                <a:off x="605" y="499"/>
                <a:ext cx="603" cy="452"/>
              </a:xfrm>
              <a:custGeom>
                <a:avLst/>
                <a:gdLst>
                  <a:gd name="T0" fmla="*/ 436 w 21560"/>
                  <a:gd name="T1" fmla="*/ 0 h 14956"/>
                  <a:gd name="T2" fmla="*/ 603 w 21560"/>
                  <a:gd name="T3" fmla="*/ 412 h 14956"/>
                  <a:gd name="T4" fmla="*/ 0 w 21560"/>
                  <a:gd name="T5" fmla="*/ 452 h 14956"/>
                  <a:gd name="T6" fmla="*/ 0 60000 65536"/>
                  <a:gd name="T7" fmla="*/ 0 60000 65536"/>
                  <a:gd name="T8" fmla="*/ 0 60000 65536"/>
                  <a:gd name="T9" fmla="*/ 0 w 21560"/>
                  <a:gd name="T10" fmla="*/ 0 h 14956"/>
                  <a:gd name="T11" fmla="*/ 21560 w 21560"/>
                  <a:gd name="T12" fmla="*/ 14956 h 149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60" h="14956" fill="none" extrusionOk="0">
                    <a:moveTo>
                      <a:pt x="15584" y="-1"/>
                    </a:moveTo>
                    <a:cubicBezTo>
                      <a:pt x="19129" y="3694"/>
                      <a:pt x="21247" y="8528"/>
                      <a:pt x="21559" y="13639"/>
                    </a:cubicBezTo>
                  </a:path>
                  <a:path w="21560" h="14956" stroke="0" extrusionOk="0">
                    <a:moveTo>
                      <a:pt x="15584" y="-1"/>
                    </a:moveTo>
                    <a:cubicBezTo>
                      <a:pt x="19129" y="3694"/>
                      <a:pt x="21247" y="8528"/>
                      <a:pt x="21559" y="13639"/>
                    </a:cubicBezTo>
                    <a:lnTo>
                      <a:pt x="0" y="14956"/>
                    </a:lnTo>
                    <a:close/>
                  </a:path>
                </a:pathLst>
              </a:cu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7" name="Arc 32"/>
              <p:cNvSpPr>
                <a:spLocks/>
              </p:cNvSpPr>
              <p:nvPr/>
            </p:nvSpPr>
            <p:spPr bwMode="auto">
              <a:xfrm>
                <a:off x="168" y="297"/>
                <a:ext cx="869" cy="653"/>
              </a:xfrm>
              <a:custGeom>
                <a:avLst/>
                <a:gdLst>
                  <a:gd name="T0" fmla="*/ 0 w 31014"/>
                  <a:gd name="T1" fmla="*/ 205 h 21600"/>
                  <a:gd name="T2" fmla="*/ 869 w 31014"/>
                  <a:gd name="T3" fmla="*/ 192 h 21600"/>
                  <a:gd name="T4" fmla="*/ 440 w 31014"/>
                  <a:gd name="T5" fmla="*/ 653 h 21600"/>
                  <a:gd name="T6" fmla="*/ 0 60000 65536"/>
                  <a:gd name="T7" fmla="*/ 0 60000 65536"/>
                  <a:gd name="T8" fmla="*/ 0 60000 65536"/>
                  <a:gd name="T9" fmla="*/ 0 w 31014"/>
                  <a:gd name="T10" fmla="*/ 0 h 21600"/>
                  <a:gd name="T11" fmla="*/ 31014 w 31014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014" h="21600" fill="none" extrusionOk="0">
                    <a:moveTo>
                      <a:pt x="-1" y="6773"/>
                    </a:moveTo>
                    <a:cubicBezTo>
                      <a:pt x="4080" y="2450"/>
                      <a:pt x="9762" y="-1"/>
                      <a:pt x="15708" y="0"/>
                    </a:cubicBezTo>
                    <a:cubicBezTo>
                      <a:pt x="21452" y="0"/>
                      <a:pt x="26960" y="2288"/>
                      <a:pt x="31013" y="6359"/>
                    </a:cubicBezTo>
                  </a:path>
                  <a:path w="31014" h="21600" stroke="0" extrusionOk="0">
                    <a:moveTo>
                      <a:pt x="-1" y="6773"/>
                    </a:moveTo>
                    <a:cubicBezTo>
                      <a:pt x="4080" y="2450"/>
                      <a:pt x="9762" y="-1"/>
                      <a:pt x="15708" y="0"/>
                    </a:cubicBezTo>
                    <a:cubicBezTo>
                      <a:pt x="21452" y="0"/>
                      <a:pt x="26960" y="2288"/>
                      <a:pt x="31013" y="6359"/>
                    </a:cubicBezTo>
                    <a:lnTo>
                      <a:pt x="15708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28" name="Arc 33"/>
              <p:cNvSpPr>
                <a:spLocks/>
              </p:cNvSpPr>
              <p:nvPr/>
            </p:nvSpPr>
            <p:spPr bwMode="auto">
              <a:xfrm>
                <a:off x="2" y="497"/>
                <a:ext cx="604" cy="454"/>
              </a:xfrm>
              <a:custGeom>
                <a:avLst/>
                <a:gdLst>
                  <a:gd name="T0" fmla="*/ 0 w 21564"/>
                  <a:gd name="T1" fmla="*/ 417 h 15022"/>
                  <a:gd name="T2" fmla="*/ 169 w 21564"/>
                  <a:gd name="T3" fmla="*/ 0 h 15022"/>
                  <a:gd name="T4" fmla="*/ 604 w 21564"/>
                  <a:gd name="T5" fmla="*/ 454 h 15022"/>
                  <a:gd name="T6" fmla="*/ 0 60000 65536"/>
                  <a:gd name="T7" fmla="*/ 0 60000 65536"/>
                  <a:gd name="T8" fmla="*/ 0 60000 65536"/>
                  <a:gd name="T9" fmla="*/ 0 w 21564"/>
                  <a:gd name="T10" fmla="*/ 0 h 15022"/>
                  <a:gd name="T11" fmla="*/ 21564 w 21564"/>
                  <a:gd name="T12" fmla="*/ 15022 h 150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564" h="15022" fill="none" extrusionOk="0">
                    <a:moveTo>
                      <a:pt x="-1" y="13783"/>
                    </a:moveTo>
                    <a:cubicBezTo>
                      <a:pt x="296" y="8613"/>
                      <a:pt x="2441" y="3721"/>
                      <a:pt x="6043" y="0"/>
                    </a:cubicBezTo>
                  </a:path>
                  <a:path w="21564" h="15022" stroke="0" extrusionOk="0">
                    <a:moveTo>
                      <a:pt x="-1" y="13783"/>
                    </a:moveTo>
                    <a:cubicBezTo>
                      <a:pt x="296" y="8613"/>
                      <a:pt x="2441" y="3721"/>
                      <a:pt x="6043" y="0"/>
                    </a:cubicBezTo>
                    <a:lnTo>
                      <a:pt x="21564" y="15022"/>
                    </a:lnTo>
                    <a:close/>
                  </a:path>
                </a:pathLst>
              </a:custGeom>
              <a:noFill/>
              <a:ln w="19050">
                <a:solidFill>
                  <a:schemeClr val="fol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10" name="Object 34"/>
              <p:cNvGraphicFramePr>
                <a:graphicFrameLocks noChangeAspect="1"/>
              </p:cNvGraphicFramePr>
              <p:nvPr/>
            </p:nvGraphicFramePr>
            <p:xfrm>
              <a:off x="240" y="1288"/>
              <a:ext cx="144" cy="152"/>
            </p:xfrm>
            <a:graphic>
              <a:graphicData uri="http://schemas.openxmlformats.org/presentationml/2006/ole">
                <p:oleObj spid="_x0000_s8210" r:id="rId19" imgW="228818" imgH="241512" progId="Equation.3">
                  <p:embed/>
                </p:oleObj>
              </a:graphicData>
            </a:graphic>
          </p:graphicFrame>
          <p:graphicFrame>
            <p:nvGraphicFramePr>
              <p:cNvPr id="8211" name="Object 35"/>
              <p:cNvGraphicFramePr>
                <a:graphicFrameLocks noChangeAspect="1"/>
              </p:cNvGraphicFramePr>
              <p:nvPr/>
            </p:nvGraphicFramePr>
            <p:xfrm>
              <a:off x="412" y="8"/>
              <a:ext cx="136" cy="136"/>
            </p:xfrm>
            <a:graphic>
              <a:graphicData uri="http://schemas.openxmlformats.org/presentationml/2006/ole">
                <p:oleObj spid="_x0000_s8211" r:id="rId20" imgW="215936" imgH="215936" progId="Equation.3">
                  <p:embed/>
                </p:oleObj>
              </a:graphicData>
            </a:graphic>
          </p:graphicFrame>
          <p:graphicFrame>
            <p:nvGraphicFramePr>
              <p:cNvPr id="8212" name="Object 36"/>
              <p:cNvGraphicFramePr>
                <a:graphicFrameLocks noChangeAspect="1"/>
              </p:cNvGraphicFramePr>
              <p:nvPr/>
            </p:nvGraphicFramePr>
            <p:xfrm>
              <a:off x="1368" y="924"/>
              <a:ext cx="152" cy="200"/>
            </p:xfrm>
            <a:graphic>
              <a:graphicData uri="http://schemas.openxmlformats.org/presentationml/2006/ole">
                <p:oleObj spid="_x0000_s8212" r:id="rId21" imgW="241408" imgH="317542" progId="Equation.3">
                  <p:embed/>
                </p:oleObj>
              </a:graphicData>
            </a:graphic>
          </p:graphicFrame>
          <p:sp>
            <p:nvSpPr>
              <p:cNvPr id="8229" name="Line 37"/>
              <p:cNvSpPr>
                <a:spLocks noChangeShapeType="1"/>
              </p:cNvSpPr>
              <p:nvPr/>
            </p:nvSpPr>
            <p:spPr bwMode="auto">
              <a:xfrm>
                <a:off x="1209" y="889"/>
                <a:ext cx="27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0" name="Line 38"/>
              <p:cNvSpPr>
                <a:spLocks noChangeShapeType="1"/>
              </p:cNvSpPr>
              <p:nvPr/>
            </p:nvSpPr>
            <p:spPr bwMode="auto">
              <a:xfrm flipV="1">
                <a:off x="605" y="309"/>
                <a:ext cx="0" cy="5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1" name="Line 39"/>
              <p:cNvSpPr>
                <a:spLocks noChangeShapeType="1"/>
              </p:cNvSpPr>
              <p:nvPr/>
            </p:nvSpPr>
            <p:spPr bwMode="auto">
              <a:xfrm>
                <a:off x="605" y="889"/>
                <a:ext cx="60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2" name="Line 40"/>
              <p:cNvSpPr>
                <a:spLocks noChangeShapeType="1"/>
              </p:cNvSpPr>
              <p:nvPr/>
            </p:nvSpPr>
            <p:spPr bwMode="auto">
              <a:xfrm flipV="1">
                <a:off x="605" y="0"/>
                <a:ext cx="0" cy="34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3" name="Line 41"/>
              <p:cNvSpPr>
                <a:spLocks noChangeShapeType="1"/>
              </p:cNvSpPr>
              <p:nvPr/>
            </p:nvSpPr>
            <p:spPr bwMode="auto">
              <a:xfrm flipH="1">
                <a:off x="96" y="1169"/>
                <a:ext cx="216" cy="2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4" name="Line 42"/>
              <p:cNvSpPr>
                <a:spLocks noChangeShapeType="1"/>
              </p:cNvSpPr>
              <p:nvPr/>
            </p:nvSpPr>
            <p:spPr bwMode="auto">
              <a:xfrm flipH="1">
                <a:off x="336" y="889"/>
                <a:ext cx="259" cy="26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5" name="Oval 43"/>
              <p:cNvSpPr>
                <a:spLocks noChangeArrowheads="1"/>
              </p:cNvSpPr>
              <p:nvPr/>
            </p:nvSpPr>
            <p:spPr bwMode="auto">
              <a:xfrm>
                <a:off x="588" y="496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13" name="Object 44"/>
              <p:cNvGraphicFramePr>
                <a:graphicFrameLocks noChangeAspect="1"/>
              </p:cNvGraphicFramePr>
              <p:nvPr/>
            </p:nvGraphicFramePr>
            <p:xfrm>
              <a:off x="673" y="422"/>
              <a:ext cx="144" cy="208"/>
            </p:xfrm>
            <a:graphic>
              <a:graphicData uri="http://schemas.openxmlformats.org/presentationml/2006/ole">
                <p:oleObj spid="_x0000_s8213" r:id="rId22" imgW="228818" imgH="330374" progId="Equation.3">
                  <p:embed/>
                </p:oleObj>
              </a:graphicData>
            </a:graphic>
          </p:graphicFrame>
          <p:graphicFrame>
            <p:nvGraphicFramePr>
              <p:cNvPr id="8214" name="Object 45"/>
              <p:cNvGraphicFramePr>
                <a:graphicFrameLocks noChangeAspect="1"/>
              </p:cNvGraphicFramePr>
              <p:nvPr/>
            </p:nvGraphicFramePr>
            <p:xfrm>
              <a:off x="1225" y="940"/>
              <a:ext cx="144" cy="152"/>
            </p:xfrm>
            <a:graphic>
              <a:graphicData uri="http://schemas.openxmlformats.org/presentationml/2006/ole">
                <p:oleObj spid="_x0000_s8214" r:id="rId23" imgW="228818" imgH="241512" progId="Equation.3">
                  <p:embed/>
                </p:oleObj>
              </a:graphicData>
            </a:graphic>
          </p:graphicFrame>
          <p:sp>
            <p:nvSpPr>
              <p:cNvPr id="8236" name="Arc 46"/>
              <p:cNvSpPr>
                <a:spLocks/>
              </p:cNvSpPr>
              <p:nvPr/>
            </p:nvSpPr>
            <p:spPr bwMode="auto">
              <a:xfrm flipH="1" flipV="1">
                <a:off x="175" y="413"/>
                <a:ext cx="868" cy="131"/>
              </a:xfrm>
              <a:custGeom>
                <a:avLst/>
                <a:gdLst>
                  <a:gd name="T0" fmla="*/ 867 w 43200"/>
                  <a:gd name="T1" fmla="*/ 15 h 25779"/>
                  <a:gd name="T2" fmla="*/ 8 w 43200"/>
                  <a:gd name="T3" fmla="*/ 0 h 25779"/>
                  <a:gd name="T4" fmla="*/ 434 w 43200"/>
                  <a:gd name="T5" fmla="*/ 21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7" name="Arc 47"/>
              <p:cNvSpPr>
                <a:spLocks/>
              </p:cNvSpPr>
              <p:nvPr/>
            </p:nvSpPr>
            <p:spPr bwMode="auto">
              <a:xfrm flipH="1">
                <a:off x="175" y="509"/>
                <a:ext cx="868" cy="131"/>
              </a:xfrm>
              <a:custGeom>
                <a:avLst/>
                <a:gdLst>
                  <a:gd name="T0" fmla="*/ 867 w 43200"/>
                  <a:gd name="T1" fmla="*/ 15 h 25779"/>
                  <a:gd name="T2" fmla="*/ 8 w 43200"/>
                  <a:gd name="T3" fmla="*/ 0 h 25779"/>
                  <a:gd name="T4" fmla="*/ 434 w 43200"/>
                  <a:gd name="T5" fmla="*/ 21 h 2577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779"/>
                  <a:gd name="T11" fmla="*/ 43200 w 43200"/>
                  <a:gd name="T12" fmla="*/ 25779 h 257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779" fill="none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</a:path>
                  <a:path w="43200" h="25779" stroke="0" extrusionOk="0">
                    <a:moveTo>
                      <a:pt x="43159" y="2862"/>
                    </a:moveTo>
                    <a:cubicBezTo>
                      <a:pt x="43186" y="3300"/>
                      <a:pt x="43200" y="3739"/>
                      <a:pt x="43200" y="4179"/>
                    </a:cubicBezTo>
                    <a:cubicBezTo>
                      <a:pt x="43200" y="16108"/>
                      <a:pt x="33529" y="25779"/>
                      <a:pt x="21600" y="25779"/>
                    </a:cubicBezTo>
                    <a:cubicBezTo>
                      <a:pt x="9670" y="25779"/>
                      <a:pt x="0" y="16108"/>
                      <a:pt x="0" y="4179"/>
                    </a:cubicBezTo>
                    <a:cubicBezTo>
                      <a:pt x="-1" y="2776"/>
                      <a:pt x="136" y="1376"/>
                      <a:pt x="408" y="0"/>
                    </a:cubicBezTo>
                    <a:lnTo>
                      <a:pt x="21600" y="4179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8215" name="Object 48"/>
              <p:cNvGraphicFramePr>
                <a:graphicFrameLocks noChangeAspect="1"/>
              </p:cNvGraphicFramePr>
              <p:nvPr/>
            </p:nvGraphicFramePr>
            <p:xfrm>
              <a:off x="424" y="762"/>
              <a:ext cx="192" cy="200"/>
            </p:xfrm>
            <a:graphic>
              <a:graphicData uri="http://schemas.openxmlformats.org/presentationml/2006/ole">
                <p:oleObj spid="_x0000_s8215" r:id="rId24" imgW="304853" imgH="317542" progId="Equation.3">
                  <p:embed/>
                </p:oleObj>
              </a:graphicData>
            </a:graphic>
          </p:graphicFrame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9" grpId="0" autoUpdateAnimBg="0"/>
      <p:bldP spid="10251" grpId="0" build="p" autoUpdateAnimBg="0"/>
      <p:bldP spid="10253" grpId="0" autoUpdateAnimBg="0"/>
      <p:bldP spid="1025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33400" y="381000"/>
            <a:ext cx="2286000" cy="6858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思考</a:t>
            </a:r>
            <a:r>
              <a:rPr lang="zh-CN" altLang="zh-CN" sz="2800" b="1" smtClean="0">
                <a:ea typeface="仿宋_GB2312" pitchFamily="1" charset="-122"/>
              </a:rPr>
              <a:t>: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609600" y="1008063"/>
            <a:ext cx="2362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若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是球面</a:t>
            </a:r>
            <a:endParaRPr lang="zh-CN"/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2590800" y="996950"/>
          <a:ext cx="2590800" cy="520700"/>
        </p:xfrm>
        <a:graphic>
          <a:graphicData uri="http://schemas.openxmlformats.org/presentationml/2006/ole">
            <p:oleObj spid="_x0000_s9218" r:id="rId3" imgW="2589993" imgH="520791" progId="Equation.3">
              <p:embed/>
            </p:oleObj>
          </a:graphicData>
        </a:graphic>
      </p:graphicFrame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5181600" y="1004888"/>
            <a:ext cx="358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被平行平面 </a:t>
            </a:r>
            <a:r>
              <a:rPr lang="zh-CN" altLang="zh-CN" i="1"/>
              <a:t>z</a:t>
            </a:r>
            <a:r>
              <a:rPr lang="zh-CN" altLang="zh-CN"/>
              <a:t> =±</a:t>
            </a:r>
            <a:r>
              <a:rPr lang="zh-CN" altLang="zh-CN" i="1"/>
              <a:t>h</a:t>
            </a:r>
            <a:r>
              <a:rPr lang="zh-CN" altLang="zh-CN"/>
              <a:t> </a:t>
            </a:r>
            <a:r>
              <a:rPr lang="zh-CN"/>
              <a:t>截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228600" y="1614488"/>
            <a:ext cx="2895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出的上下两部分</a:t>
            </a:r>
            <a:r>
              <a:rPr lang="zh-CN" altLang="zh-CN"/>
              <a:t>,</a:t>
            </a:r>
          </a:p>
        </p:txBody>
      </p:sp>
      <p:graphicFrame>
        <p:nvGraphicFramePr>
          <p:cNvPr id="11271" name="Object 7"/>
          <p:cNvGraphicFramePr>
            <a:graphicFrameLocks noChangeAspect="1"/>
          </p:cNvGraphicFramePr>
          <p:nvPr/>
        </p:nvGraphicFramePr>
        <p:xfrm>
          <a:off x="1438275" y="2406650"/>
          <a:ext cx="3416300" cy="850900"/>
        </p:xfrm>
        <a:graphic>
          <a:graphicData uri="http://schemas.openxmlformats.org/presentationml/2006/ole">
            <p:oleObj spid="_x0000_s9219" r:id="rId4" imgW="3415135" imgH="850848" progId="Equation.3">
              <p:embed/>
            </p:oleObj>
          </a:graphicData>
        </a:graphic>
      </p:graphicFrame>
      <p:graphicFrame>
        <p:nvGraphicFramePr>
          <p:cNvPr id="11272" name="Object 8"/>
          <p:cNvGraphicFramePr>
            <a:graphicFrameLocks noChangeAspect="1"/>
          </p:cNvGraphicFramePr>
          <p:nvPr/>
        </p:nvGraphicFramePr>
        <p:xfrm>
          <a:off x="1438275" y="3651250"/>
          <a:ext cx="3441700" cy="952500"/>
        </p:xfrm>
        <a:graphic>
          <a:graphicData uri="http://schemas.openxmlformats.org/presentationml/2006/ole">
            <p:oleObj spid="_x0000_s9220" r:id="rId5" imgW="3440524" imgH="952404" progId="Equation.3">
              <p:embed/>
            </p:oleObj>
          </a:graphicData>
        </a:graphic>
      </p:graphicFrame>
      <p:graphicFrame>
        <p:nvGraphicFramePr>
          <p:cNvPr id="11273" name="Object 9"/>
          <p:cNvGraphicFramePr>
            <a:graphicFrameLocks noChangeAspect="1"/>
          </p:cNvGraphicFramePr>
          <p:nvPr/>
        </p:nvGraphicFramePr>
        <p:xfrm>
          <a:off x="3657600" y="2667000"/>
          <a:ext cx="215900" cy="317500"/>
        </p:xfrm>
        <a:graphic>
          <a:graphicData uri="http://schemas.openxmlformats.org/presentationml/2006/ole">
            <p:oleObj spid="_x0000_s9221" r:id="rId6" imgW="215936" imgH="317404" progId="Equation.3">
              <p:embed/>
            </p:oleObj>
          </a:graphicData>
        </a:graphic>
      </p:graphicFrame>
      <p:graphicFrame>
        <p:nvGraphicFramePr>
          <p:cNvPr id="11274" name="Object 10"/>
          <p:cNvGraphicFramePr>
            <a:graphicFrameLocks noChangeAspect="1"/>
          </p:cNvGraphicFramePr>
          <p:nvPr/>
        </p:nvGraphicFramePr>
        <p:xfrm>
          <a:off x="3059113" y="3606800"/>
          <a:ext cx="1441450" cy="971550"/>
        </p:xfrm>
        <a:graphic>
          <a:graphicData uri="http://schemas.openxmlformats.org/presentationml/2006/ole">
            <p:oleObj spid="_x0000_s9222" r:id="rId7" imgW="584264" imgH="393846" progId="Equation.DSMT4">
              <p:embed/>
            </p:oleObj>
          </a:graphicData>
        </a:graphic>
      </p:graphicFrame>
      <p:sp>
        <p:nvSpPr>
          <p:cNvPr id="11275" name="Text Box 11"/>
          <p:cNvSpPr txBox="1">
            <a:spLocks noChangeArrowheads="1"/>
          </p:cNvSpPr>
          <p:nvPr/>
        </p:nvSpPr>
        <p:spPr bwMode="auto">
          <a:xfrm>
            <a:off x="2965450" y="1557338"/>
            <a:ext cx="5397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则</a:t>
            </a:r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5715000" y="1981200"/>
            <a:ext cx="2819400" cy="3124200"/>
            <a:chOff x="0" y="0"/>
            <a:chExt cx="1776" cy="1968"/>
          </a:xfrm>
        </p:grpSpPr>
        <p:graphicFrame>
          <p:nvGraphicFramePr>
            <p:cNvPr id="9223" name="Object 13"/>
            <p:cNvGraphicFramePr>
              <a:graphicFrameLocks noChangeAspect="1"/>
            </p:cNvGraphicFramePr>
            <p:nvPr/>
          </p:nvGraphicFramePr>
          <p:xfrm>
            <a:off x="988" y="144"/>
            <a:ext cx="200" cy="192"/>
          </p:xfrm>
          <a:graphic>
            <a:graphicData uri="http://schemas.openxmlformats.org/presentationml/2006/ole">
              <p:oleObj spid="_x0000_s9223" r:id="rId8" imgW="317542" imgH="304853" progId="Equation.3">
                <p:embed/>
              </p:oleObj>
            </a:graphicData>
          </a:graphic>
        </p:graphicFrame>
        <p:sp>
          <p:nvSpPr>
            <p:cNvPr id="9237" name="Line 14"/>
            <p:cNvSpPr>
              <a:spLocks noChangeShapeType="1"/>
            </p:cNvSpPr>
            <p:nvPr/>
          </p:nvSpPr>
          <p:spPr bwMode="auto">
            <a:xfrm>
              <a:off x="1392" y="993"/>
              <a:ext cx="38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8" name="Line 15"/>
            <p:cNvSpPr>
              <a:spLocks noChangeShapeType="1"/>
            </p:cNvSpPr>
            <p:nvPr/>
          </p:nvSpPr>
          <p:spPr bwMode="auto">
            <a:xfrm flipV="1">
              <a:off x="720" y="349"/>
              <a:ext cx="0" cy="6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39" name="Line 16"/>
            <p:cNvSpPr>
              <a:spLocks noChangeShapeType="1"/>
            </p:cNvSpPr>
            <p:nvPr/>
          </p:nvSpPr>
          <p:spPr bwMode="auto">
            <a:xfrm>
              <a:off x="720" y="993"/>
              <a:ext cx="67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0" name="Line 17"/>
            <p:cNvSpPr>
              <a:spLocks noChangeShapeType="1"/>
            </p:cNvSpPr>
            <p:nvPr/>
          </p:nvSpPr>
          <p:spPr bwMode="auto">
            <a:xfrm flipV="1">
              <a:off x="720" y="2"/>
              <a:ext cx="0" cy="34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1" name="Line 18"/>
            <p:cNvSpPr>
              <a:spLocks noChangeShapeType="1"/>
            </p:cNvSpPr>
            <p:nvPr/>
          </p:nvSpPr>
          <p:spPr bwMode="auto">
            <a:xfrm flipH="1">
              <a:off x="288" y="1200"/>
              <a:ext cx="218" cy="2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2" name="Line 19"/>
            <p:cNvSpPr>
              <a:spLocks noChangeShapeType="1"/>
            </p:cNvSpPr>
            <p:nvPr/>
          </p:nvSpPr>
          <p:spPr bwMode="auto">
            <a:xfrm flipH="1">
              <a:off x="494" y="993"/>
              <a:ext cx="227" cy="2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3" name="Line 20"/>
            <p:cNvSpPr>
              <a:spLocks noChangeShapeType="1"/>
            </p:cNvSpPr>
            <p:nvPr/>
          </p:nvSpPr>
          <p:spPr bwMode="auto">
            <a:xfrm>
              <a:off x="720" y="1008"/>
              <a:ext cx="0" cy="5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244" name="Group 21"/>
            <p:cNvGrpSpPr>
              <a:grpSpLocks/>
            </p:cNvGrpSpPr>
            <p:nvPr/>
          </p:nvGrpSpPr>
          <p:grpSpPr bwMode="auto">
            <a:xfrm>
              <a:off x="0" y="446"/>
              <a:ext cx="1452" cy="1344"/>
              <a:chOff x="0" y="0"/>
              <a:chExt cx="1452" cy="1344"/>
            </a:xfrm>
          </p:grpSpPr>
          <p:grpSp>
            <p:nvGrpSpPr>
              <p:cNvPr id="9249" name="Group 22"/>
              <p:cNvGrpSpPr>
                <a:grpSpLocks/>
              </p:cNvGrpSpPr>
              <p:nvPr/>
            </p:nvGrpSpPr>
            <p:grpSpPr bwMode="auto">
              <a:xfrm>
                <a:off x="0" y="373"/>
                <a:ext cx="1451" cy="381"/>
                <a:chOff x="0" y="0"/>
                <a:chExt cx="1344" cy="597"/>
              </a:xfrm>
            </p:grpSpPr>
            <p:sp>
              <p:nvSpPr>
                <p:cNvPr id="9259" name="Arc 23"/>
                <p:cNvSpPr>
                  <a:spLocks/>
                </p:cNvSpPr>
                <p:nvPr/>
              </p:nvSpPr>
              <p:spPr bwMode="auto">
                <a:xfrm>
                  <a:off x="0" y="0"/>
                  <a:ext cx="1342" cy="348"/>
                </a:xfrm>
                <a:custGeom>
                  <a:avLst/>
                  <a:gdLst>
                    <a:gd name="T0" fmla="*/ 6 w 43200"/>
                    <a:gd name="T1" fmla="*/ 348 h 24421"/>
                    <a:gd name="T2" fmla="*/ 1340 w 43200"/>
                    <a:gd name="T3" fmla="*/ 333 h 24421"/>
                    <a:gd name="T4" fmla="*/ 671 w 43200"/>
                    <a:gd name="T5" fmla="*/ 308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60" name="Arc 24"/>
                <p:cNvSpPr>
                  <a:spLocks/>
                </p:cNvSpPr>
                <p:nvPr/>
              </p:nvSpPr>
              <p:spPr bwMode="auto">
                <a:xfrm>
                  <a:off x="2" y="257"/>
                  <a:ext cx="1342" cy="340"/>
                </a:xfrm>
                <a:custGeom>
                  <a:avLst/>
                  <a:gdLst>
                    <a:gd name="T0" fmla="*/ 1342 w 43200"/>
                    <a:gd name="T1" fmla="*/ 30 h 23827"/>
                    <a:gd name="T2" fmla="*/ 4 w 43200"/>
                    <a:gd name="T3" fmla="*/ 0 h 23827"/>
                    <a:gd name="T4" fmla="*/ 671 w 43200"/>
                    <a:gd name="T5" fmla="*/ 32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9250" name="Arc 25"/>
              <p:cNvSpPr>
                <a:spLocks/>
              </p:cNvSpPr>
              <p:nvPr/>
            </p:nvSpPr>
            <p:spPr bwMode="auto">
              <a:xfrm>
                <a:off x="2" y="127"/>
                <a:ext cx="725" cy="984"/>
              </a:xfrm>
              <a:custGeom>
                <a:avLst/>
                <a:gdLst>
                  <a:gd name="T0" fmla="*/ 194 w 21600"/>
                  <a:gd name="T1" fmla="*/ 984 h 29323"/>
                  <a:gd name="T2" fmla="*/ 192 w 21600"/>
                  <a:gd name="T3" fmla="*/ 0 h 29323"/>
                  <a:gd name="T4" fmla="*/ 725 w 21600"/>
                  <a:gd name="T5" fmla="*/ 491 h 2932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9323"/>
                  <a:gd name="T11" fmla="*/ 21600 w 21600"/>
                  <a:gd name="T12" fmla="*/ 29323 h 29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9323" fill="none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</a:path>
                  <a:path w="21600" h="29323" stroke="0" extrusionOk="0">
                    <a:moveTo>
                      <a:pt x="5767" y="29322"/>
                    </a:moveTo>
                    <a:cubicBezTo>
                      <a:pt x="2060" y="25328"/>
                      <a:pt x="0" y="20079"/>
                      <a:pt x="0" y="14630"/>
                    </a:cubicBezTo>
                    <a:cubicBezTo>
                      <a:pt x="-1" y="9209"/>
                      <a:pt x="2037" y="3987"/>
                      <a:pt x="5709" y="0"/>
                    </a:cubicBezTo>
                    <a:lnTo>
                      <a:pt x="21600" y="1463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1" name="Arc 26"/>
              <p:cNvSpPr>
                <a:spLocks/>
              </p:cNvSpPr>
              <p:nvPr/>
            </p:nvSpPr>
            <p:spPr bwMode="auto">
              <a:xfrm>
                <a:off x="726" y="69"/>
                <a:ext cx="726" cy="1045"/>
              </a:xfrm>
              <a:custGeom>
                <a:avLst/>
                <a:gdLst>
                  <a:gd name="T0" fmla="*/ 476 w 21600"/>
                  <a:gd name="T1" fmla="*/ 0 h 31094"/>
                  <a:gd name="T2" fmla="*/ 529 w 21600"/>
                  <a:gd name="T3" fmla="*/ 1045 h 31094"/>
                  <a:gd name="T4" fmla="*/ 0 w 21600"/>
                  <a:gd name="T5" fmla="*/ 548 h 31094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31094"/>
                  <a:gd name="T11" fmla="*/ 21600 w 21600"/>
                  <a:gd name="T12" fmla="*/ 31094 h 310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31094" fill="none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</a:path>
                  <a:path w="21600" h="31094" stroke="0" extrusionOk="0">
                    <a:moveTo>
                      <a:pt x="14160" y="-1"/>
                    </a:moveTo>
                    <a:cubicBezTo>
                      <a:pt x="18885" y="4102"/>
                      <a:pt x="21600" y="10052"/>
                      <a:pt x="21600" y="16311"/>
                    </a:cubicBezTo>
                    <a:cubicBezTo>
                      <a:pt x="21600" y="21803"/>
                      <a:pt x="19507" y="27089"/>
                      <a:pt x="15748" y="31093"/>
                    </a:cubicBezTo>
                    <a:lnTo>
                      <a:pt x="0" y="16311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52" name="Arc 27"/>
              <p:cNvSpPr>
                <a:spLocks/>
              </p:cNvSpPr>
              <p:nvPr/>
            </p:nvSpPr>
            <p:spPr bwMode="auto">
              <a:xfrm>
                <a:off x="193" y="618"/>
                <a:ext cx="1072" cy="726"/>
              </a:xfrm>
              <a:custGeom>
                <a:avLst/>
                <a:gdLst>
                  <a:gd name="T0" fmla="*/ 1072 w 31918"/>
                  <a:gd name="T1" fmla="*/ 488 h 21600"/>
                  <a:gd name="T2" fmla="*/ 0 w 31918"/>
                  <a:gd name="T3" fmla="*/ 490 h 21600"/>
                  <a:gd name="T4" fmla="*/ 535 w 31918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31918"/>
                  <a:gd name="T10" fmla="*/ 0 h 21600"/>
                  <a:gd name="T11" fmla="*/ 31918 w 31918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918" h="21600" fill="none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</a:path>
                  <a:path w="31918" h="21600" stroke="0" extrusionOk="0">
                    <a:moveTo>
                      <a:pt x="31917" y="14523"/>
                    </a:moveTo>
                    <a:cubicBezTo>
                      <a:pt x="27824" y="19030"/>
                      <a:pt x="22018" y="21599"/>
                      <a:pt x="15930" y="21600"/>
                    </a:cubicBezTo>
                    <a:cubicBezTo>
                      <a:pt x="9871" y="21600"/>
                      <a:pt x="4091" y="19055"/>
                      <a:pt x="-1" y="14587"/>
                    </a:cubicBezTo>
                    <a:lnTo>
                      <a:pt x="1593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253" name="Group 28"/>
              <p:cNvGrpSpPr>
                <a:grpSpLocks/>
              </p:cNvGrpSpPr>
              <p:nvPr/>
            </p:nvGrpSpPr>
            <p:grpSpPr bwMode="auto">
              <a:xfrm>
                <a:off x="203" y="946"/>
                <a:ext cx="1045" cy="274"/>
                <a:chOff x="0" y="0"/>
                <a:chExt cx="1344" cy="597"/>
              </a:xfrm>
            </p:grpSpPr>
            <p:sp>
              <p:nvSpPr>
                <p:cNvPr id="9257" name="Arc 29"/>
                <p:cNvSpPr>
                  <a:spLocks/>
                </p:cNvSpPr>
                <p:nvPr/>
              </p:nvSpPr>
              <p:spPr bwMode="auto">
                <a:xfrm>
                  <a:off x="0" y="0"/>
                  <a:ext cx="1342" cy="348"/>
                </a:xfrm>
                <a:custGeom>
                  <a:avLst/>
                  <a:gdLst>
                    <a:gd name="T0" fmla="*/ 6 w 43200"/>
                    <a:gd name="T1" fmla="*/ 348 h 24421"/>
                    <a:gd name="T2" fmla="*/ 1340 w 43200"/>
                    <a:gd name="T3" fmla="*/ 333 h 24421"/>
                    <a:gd name="T4" fmla="*/ 671 w 43200"/>
                    <a:gd name="T5" fmla="*/ 308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8" name="Arc 30"/>
                <p:cNvSpPr>
                  <a:spLocks/>
                </p:cNvSpPr>
                <p:nvPr/>
              </p:nvSpPr>
              <p:spPr bwMode="auto">
                <a:xfrm>
                  <a:off x="2" y="257"/>
                  <a:ext cx="1342" cy="340"/>
                </a:xfrm>
                <a:custGeom>
                  <a:avLst/>
                  <a:gdLst>
                    <a:gd name="T0" fmla="*/ 1342 w 43200"/>
                    <a:gd name="T1" fmla="*/ 30 h 23827"/>
                    <a:gd name="T2" fmla="*/ 4 w 43200"/>
                    <a:gd name="T3" fmla="*/ 0 h 23827"/>
                    <a:gd name="T4" fmla="*/ 671 w 43200"/>
                    <a:gd name="T5" fmla="*/ 32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254" name="Group 31"/>
              <p:cNvGrpSpPr>
                <a:grpSpLocks/>
              </p:cNvGrpSpPr>
              <p:nvPr/>
            </p:nvGrpSpPr>
            <p:grpSpPr bwMode="auto">
              <a:xfrm>
                <a:off x="192" y="0"/>
                <a:ext cx="1045" cy="274"/>
                <a:chOff x="0" y="0"/>
                <a:chExt cx="1344" cy="597"/>
              </a:xfrm>
            </p:grpSpPr>
            <p:sp>
              <p:nvSpPr>
                <p:cNvPr id="9255" name="Arc 32"/>
                <p:cNvSpPr>
                  <a:spLocks/>
                </p:cNvSpPr>
                <p:nvPr/>
              </p:nvSpPr>
              <p:spPr bwMode="auto">
                <a:xfrm>
                  <a:off x="0" y="0"/>
                  <a:ext cx="1342" cy="348"/>
                </a:xfrm>
                <a:custGeom>
                  <a:avLst/>
                  <a:gdLst>
                    <a:gd name="T0" fmla="*/ 6 w 43200"/>
                    <a:gd name="T1" fmla="*/ 348 h 24421"/>
                    <a:gd name="T2" fmla="*/ 1340 w 43200"/>
                    <a:gd name="T3" fmla="*/ 333 h 24421"/>
                    <a:gd name="T4" fmla="*/ 671 w 43200"/>
                    <a:gd name="T5" fmla="*/ 308 h 24421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4421"/>
                    <a:gd name="T11" fmla="*/ 43200 w 43200"/>
                    <a:gd name="T12" fmla="*/ 24421 h 2442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4421" fill="none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</a:path>
                    <a:path w="43200" h="24421" stroke="0" extrusionOk="0">
                      <a:moveTo>
                        <a:pt x="185" y="24420"/>
                      </a:moveTo>
                      <a:cubicBezTo>
                        <a:pt x="61" y="23485"/>
                        <a:pt x="0" y="22543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2190"/>
                        <a:pt x="43175" y="22779"/>
                        <a:pt x="43127" y="233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56" name="Arc 33"/>
                <p:cNvSpPr>
                  <a:spLocks/>
                </p:cNvSpPr>
                <p:nvPr/>
              </p:nvSpPr>
              <p:spPr bwMode="auto">
                <a:xfrm>
                  <a:off x="2" y="257"/>
                  <a:ext cx="1342" cy="340"/>
                </a:xfrm>
                <a:custGeom>
                  <a:avLst/>
                  <a:gdLst>
                    <a:gd name="T0" fmla="*/ 1342 w 43200"/>
                    <a:gd name="T1" fmla="*/ 30 h 23827"/>
                    <a:gd name="T2" fmla="*/ 4 w 43200"/>
                    <a:gd name="T3" fmla="*/ 0 h 23827"/>
                    <a:gd name="T4" fmla="*/ 671 w 43200"/>
                    <a:gd name="T5" fmla="*/ 32 h 238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3827"/>
                    <a:gd name="T11" fmla="*/ 43200 w 43200"/>
                    <a:gd name="T12" fmla="*/ 23827 h 23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3827" fill="none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</a:path>
                    <a:path w="43200" h="23827" stroke="0" extrusionOk="0">
                      <a:moveTo>
                        <a:pt x="43199" y="2117"/>
                      </a:moveTo>
                      <a:cubicBezTo>
                        <a:pt x="43199" y="2153"/>
                        <a:pt x="43200" y="2190"/>
                        <a:pt x="43200" y="2227"/>
                      </a:cubicBezTo>
                      <a:cubicBezTo>
                        <a:pt x="43200" y="14156"/>
                        <a:pt x="33529" y="23827"/>
                        <a:pt x="21600" y="23827"/>
                      </a:cubicBezTo>
                      <a:cubicBezTo>
                        <a:pt x="9670" y="23827"/>
                        <a:pt x="0" y="14156"/>
                        <a:pt x="0" y="2227"/>
                      </a:cubicBezTo>
                      <a:cubicBezTo>
                        <a:pt x="-1" y="1483"/>
                        <a:pt x="38" y="739"/>
                        <a:pt x="115" y="0"/>
                      </a:cubicBezTo>
                      <a:lnTo>
                        <a:pt x="21600" y="2227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9245" name="Group 34"/>
            <p:cNvGrpSpPr>
              <a:grpSpLocks/>
            </p:cNvGrpSpPr>
            <p:nvPr/>
          </p:nvGrpSpPr>
          <p:grpSpPr bwMode="auto">
            <a:xfrm>
              <a:off x="703" y="480"/>
              <a:ext cx="229" cy="208"/>
              <a:chOff x="0" y="0"/>
              <a:chExt cx="229" cy="208"/>
            </a:xfrm>
          </p:grpSpPr>
          <p:sp>
            <p:nvSpPr>
              <p:cNvPr id="9248" name="Oval 35"/>
              <p:cNvSpPr>
                <a:spLocks noChangeArrowheads="1"/>
              </p:cNvSpPr>
              <p:nvPr/>
            </p:nvSpPr>
            <p:spPr bwMode="auto">
              <a:xfrm>
                <a:off x="0" y="74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9230" name="Object 36"/>
              <p:cNvGraphicFramePr>
                <a:graphicFrameLocks noChangeAspect="1"/>
              </p:cNvGraphicFramePr>
              <p:nvPr/>
            </p:nvGraphicFramePr>
            <p:xfrm>
              <a:off x="85" y="0"/>
              <a:ext cx="144" cy="208"/>
            </p:xfrm>
            <a:graphic>
              <a:graphicData uri="http://schemas.openxmlformats.org/presentationml/2006/ole">
                <p:oleObj spid="_x0000_s9230" r:id="rId9" imgW="228818" imgH="330374" progId="Equation.3">
                  <p:embed/>
                </p:oleObj>
              </a:graphicData>
            </a:graphic>
          </p:graphicFrame>
        </p:grpSp>
        <p:graphicFrame>
          <p:nvGraphicFramePr>
            <p:cNvPr id="9224" name="Object 37"/>
            <p:cNvGraphicFramePr>
              <a:graphicFrameLocks noChangeAspect="1"/>
            </p:cNvGraphicFramePr>
            <p:nvPr/>
          </p:nvGraphicFramePr>
          <p:xfrm>
            <a:off x="768" y="1424"/>
            <a:ext cx="312" cy="208"/>
          </p:xfrm>
          <a:graphic>
            <a:graphicData uri="http://schemas.openxmlformats.org/presentationml/2006/ole">
              <p:oleObj spid="_x0000_s9224" r:id="rId10" imgW="495402" imgH="330374" progId="Equation.3">
                <p:embed/>
              </p:oleObj>
            </a:graphicData>
          </a:graphic>
        </p:graphicFrame>
        <p:sp>
          <p:nvSpPr>
            <p:cNvPr id="9246" name="Oval 38"/>
            <p:cNvSpPr>
              <a:spLocks noChangeArrowheads="1"/>
            </p:cNvSpPr>
            <p:nvPr/>
          </p:nvSpPr>
          <p:spPr bwMode="auto">
            <a:xfrm>
              <a:off x="703" y="1514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" name="Arc 39"/>
            <p:cNvSpPr>
              <a:spLocks/>
            </p:cNvSpPr>
            <p:nvPr/>
          </p:nvSpPr>
          <p:spPr bwMode="auto">
            <a:xfrm>
              <a:off x="176" y="339"/>
              <a:ext cx="1055" cy="726"/>
            </a:xfrm>
            <a:custGeom>
              <a:avLst/>
              <a:gdLst>
                <a:gd name="T0" fmla="*/ 0 w 31419"/>
                <a:gd name="T1" fmla="*/ 254 h 21600"/>
                <a:gd name="T2" fmla="*/ 1055 w 31419"/>
                <a:gd name="T3" fmla="*/ 204 h 21600"/>
                <a:gd name="T4" fmla="*/ 551 w 31419"/>
                <a:gd name="T5" fmla="*/ 726 h 21600"/>
                <a:gd name="T6" fmla="*/ 0 60000 65536"/>
                <a:gd name="T7" fmla="*/ 0 60000 65536"/>
                <a:gd name="T8" fmla="*/ 0 60000 65536"/>
                <a:gd name="T9" fmla="*/ 0 w 31419"/>
                <a:gd name="T10" fmla="*/ 0 h 21600"/>
                <a:gd name="T11" fmla="*/ 31419 w 3141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19" h="21600" fill="none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</a:path>
                <a:path w="31419" h="21600" stroke="0" extrusionOk="0">
                  <a:moveTo>
                    <a:pt x="-1" y="7567"/>
                  </a:moveTo>
                  <a:cubicBezTo>
                    <a:pt x="4103" y="2765"/>
                    <a:pt x="10103" y="-1"/>
                    <a:pt x="16421" y="0"/>
                  </a:cubicBezTo>
                  <a:cubicBezTo>
                    <a:pt x="22016" y="0"/>
                    <a:pt x="27392" y="2171"/>
                    <a:pt x="31419" y="6055"/>
                  </a:cubicBezTo>
                  <a:lnTo>
                    <a:pt x="16421" y="21600"/>
                  </a:lnTo>
                  <a:close/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25" name="Object 40"/>
            <p:cNvGraphicFramePr>
              <a:graphicFrameLocks noChangeAspect="1"/>
            </p:cNvGraphicFramePr>
            <p:nvPr/>
          </p:nvGraphicFramePr>
          <p:xfrm>
            <a:off x="384" y="1344"/>
            <a:ext cx="144" cy="152"/>
          </p:xfrm>
          <a:graphic>
            <a:graphicData uri="http://schemas.openxmlformats.org/presentationml/2006/ole">
              <p:oleObj spid="_x0000_s9225" r:id="rId11" imgW="228818" imgH="241512" progId="Equation.3">
                <p:embed/>
              </p:oleObj>
            </a:graphicData>
          </a:graphic>
        </p:graphicFrame>
        <p:graphicFrame>
          <p:nvGraphicFramePr>
            <p:cNvPr id="9226" name="Object 41"/>
            <p:cNvGraphicFramePr>
              <a:graphicFrameLocks noChangeAspect="1"/>
            </p:cNvGraphicFramePr>
            <p:nvPr/>
          </p:nvGraphicFramePr>
          <p:xfrm>
            <a:off x="528" y="0"/>
            <a:ext cx="136" cy="136"/>
          </p:xfrm>
          <a:graphic>
            <a:graphicData uri="http://schemas.openxmlformats.org/presentationml/2006/ole">
              <p:oleObj spid="_x0000_s9226" r:id="rId12" imgW="215936" imgH="215936" progId="Equation.3">
                <p:embed/>
              </p:oleObj>
            </a:graphicData>
          </a:graphic>
        </p:graphicFrame>
        <p:graphicFrame>
          <p:nvGraphicFramePr>
            <p:cNvPr id="9227" name="Object 42"/>
            <p:cNvGraphicFramePr>
              <a:graphicFrameLocks noChangeAspect="1"/>
            </p:cNvGraphicFramePr>
            <p:nvPr/>
          </p:nvGraphicFramePr>
          <p:xfrm>
            <a:off x="1624" y="1096"/>
            <a:ext cx="152" cy="200"/>
          </p:xfrm>
          <a:graphic>
            <a:graphicData uri="http://schemas.openxmlformats.org/presentationml/2006/ole">
              <p:oleObj spid="_x0000_s9227" r:id="rId13" imgW="241408" imgH="317542" progId="Equation.3">
                <p:embed/>
              </p:oleObj>
            </a:graphicData>
          </a:graphic>
        </p:graphicFrame>
        <p:graphicFrame>
          <p:nvGraphicFramePr>
            <p:cNvPr id="9228" name="Object 43"/>
            <p:cNvGraphicFramePr>
              <a:graphicFrameLocks noChangeAspect="1"/>
            </p:cNvGraphicFramePr>
            <p:nvPr/>
          </p:nvGraphicFramePr>
          <p:xfrm>
            <a:off x="988" y="1776"/>
            <a:ext cx="200" cy="192"/>
          </p:xfrm>
          <a:graphic>
            <a:graphicData uri="http://schemas.openxmlformats.org/presentationml/2006/ole">
              <p:oleObj spid="_x0000_s9228" r:id="rId14" imgW="317542" imgH="304853" progId="Equation.3">
                <p:embed/>
              </p:oleObj>
            </a:graphicData>
          </a:graphic>
        </p:graphicFrame>
        <p:graphicFrame>
          <p:nvGraphicFramePr>
            <p:cNvPr id="9229" name="Object 44"/>
            <p:cNvGraphicFramePr>
              <a:graphicFrameLocks noChangeAspect="1"/>
            </p:cNvGraphicFramePr>
            <p:nvPr/>
          </p:nvGraphicFramePr>
          <p:xfrm>
            <a:off x="516" y="856"/>
            <a:ext cx="192" cy="200"/>
          </p:xfrm>
          <a:graphic>
            <a:graphicData uri="http://schemas.openxmlformats.org/presentationml/2006/ole">
              <p:oleObj spid="_x0000_s9229" r:id="rId15" imgW="304853" imgH="317542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autoUpdateAnimBg="0"/>
      <p:bldP spid="11269" grpId="0" autoUpdateAnimBg="0"/>
      <p:bldP spid="11270" grpId="0" autoUpdateAnimBg="0"/>
      <p:bldP spid="1127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152400"/>
            <a:ext cx="1981200" cy="7620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2.</a:t>
            </a:r>
            <a:r>
              <a:rPr lang="zh-CN" altLang="zh-CN" sz="2800" smtClean="0">
                <a:ea typeface="楷体_GB2312" pitchFamily="1" charset="-12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计算</a:t>
            </a:r>
            <a:endParaRPr lang="zh-CN" sz="2800" smtClean="0">
              <a:ea typeface="楷体_GB2312" pitchFamily="1" charset="-122"/>
            </a:endParaRPr>
          </a:p>
        </p:txBody>
      </p:sp>
      <p:graphicFrame>
        <p:nvGraphicFramePr>
          <p:cNvPr id="10242" name="Object 3"/>
          <p:cNvGraphicFramePr>
            <a:graphicFrameLocks noChangeAspect="1"/>
          </p:cNvGraphicFramePr>
          <p:nvPr/>
        </p:nvGraphicFramePr>
        <p:xfrm>
          <a:off x="2133600" y="228600"/>
          <a:ext cx="1701800" cy="723900"/>
        </p:xfrm>
        <a:graphic>
          <a:graphicData uri="http://schemas.openxmlformats.org/presentationml/2006/ole">
            <p:oleObj spid="_x0000_s10242" r:id="rId3" imgW="1701379" imgH="723903" progId="Equation.3">
              <p:embed/>
            </p:oleObj>
          </a:graphicData>
        </a:graphic>
      </p:graphicFrame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3810000" y="258763"/>
            <a:ext cx="3048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其中</a:t>
            </a:r>
            <a:r>
              <a:rPr lang="zh-CN" i="1">
                <a:solidFill>
                  <a:schemeClr val="tx2"/>
                </a:solidFill>
                <a:sym typeface="Symbol" pitchFamily="18" charset="2"/>
              </a:rPr>
              <a:t>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是由平面</a:t>
            </a:r>
          </a:p>
        </p:txBody>
      </p:sp>
      <p:sp>
        <p:nvSpPr>
          <p:cNvPr id="12293" name="Text Box 5"/>
          <p:cNvSpPr txBox="1">
            <a:spLocks noChangeArrowheads="1"/>
          </p:cNvSpPr>
          <p:nvPr/>
        </p:nvSpPr>
        <p:spPr bwMode="auto">
          <a:xfrm>
            <a:off x="304800" y="890588"/>
            <a:ext cx="6629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坐标面所围成的四面体的表面</a:t>
            </a:r>
            <a:r>
              <a:rPr lang="zh-CN" altLang="zh-CN"/>
              <a:t>. </a:t>
            </a:r>
            <a:endParaRPr lang="zh-CN" altLang="zh-CN" sz="2400">
              <a:solidFill>
                <a:schemeClr val="accent2"/>
              </a:solidFill>
            </a:endParaRPr>
          </a:p>
        </p:txBody>
      </p:sp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609600" y="1423988"/>
            <a:ext cx="1219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 </a:t>
            </a:r>
            <a:r>
              <a:rPr lang="zh-CN" altLang="zh-CN"/>
              <a:t> </a:t>
            </a:r>
            <a:r>
              <a:rPr lang="zh-CN"/>
              <a:t>设</a:t>
            </a:r>
            <a:endParaRPr lang="zh-CN">
              <a:sym typeface="Symbol" pitchFamily="18" charset="2"/>
            </a:endParaRP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4876800" y="2033588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上的部分</a:t>
            </a:r>
            <a:r>
              <a:rPr lang="zh-CN" altLang="zh-CN"/>
              <a:t>, </a:t>
            </a:r>
            <a:r>
              <a:rPr lang="zh-CN"/>
              <a:t>则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1803400" y="1485900"/>
          <a:ext cx="2222500" cy="444500"/>
        </p:xfrm>
        <a:graphic>
          <a:graphicData uri="http://schemas.openxmlformats.org/presentationml/2006/ole">
            <p:oleObj spid="_x0000_s10243" r:id="rId4" imgW="2221853" imgH="444624" progId="Equation.3">
              <p:embed/>
            </p:oleObj>
          </a:graphicData>
        </a:graphic>
      </p:graphicFrame>
      <p:graphicFrame>
        <p:nvGraphicFramePr>
          <p:cNvPr id="12297" name="Object 9"/>
          <p:cNvGraphicFramePr>
            <a:graphicFrameLocks noChangeAspect="1"/>
          </p:cNvGraphicFramePr>
          <p:nvPr/>
        </p:nvGraphicFramePr>
        <p:xfrm>
          <a:off x="1981200" y="2636838"/>
          <a:ext cx="280988" cy="893762"/>
        </p:xfrm>
        <a:graphic>
          <a:graphicData uri="http://schemas.openxmlformats.org/presentationml/2006/ole">
            <p:oleObj spid="_x0000_s10244" r:id="rId5" imgW="279717" imgH="889317" progId="Equation.3">
              <p:embed/>
            </p:oleObj>
          </a:graphicData>
        </a:graphic>
      </p:graphicFrame>
      <p:graphicFrame>
        <p:nvGraphicFramePr>
          <p:cNvPr id="12298" name="Object 10"/>
          <p:cNvGraphicFramePr>
            <a:graphicFrameLocks noChangeAspect="1"/>
          </p:cNvGraphicFramePr>
          <p:nvPr/>
        </p:nvGraphicFramePr>
        <p:xfrm>
          <a:off x="1593850" y="3651250"/>
          <a:ext cx="2070100" cy="723900"/>
        </p:xfrm>
        <a:graphic>
          <a:graphicData uri="http://schemas.openxmlformats.org/presentationml/2006/ole">
            <p:oleObj spid="_x0000_s10245" r:id="rId6" imgW="2069519" imgH="723903" progId="Equation.3">
              <p:embed/>
            </p:oleObj>
          </a:graphicData>
        </a:graphic>
      </p:graphicFrame>
      <p:graphicFrame>
        <p:nvGraphicFramePr>
          <p:cNvPr id="12299" name="Object 11"/>
          <p:cNvGraphicFramePr>
            <a:graphicFrameLocks noChangeAspect="1"/>
          </p:cNvGraphicFramePr>
          <p:nvPr/>
        </p:nvGraphicFramePr>
        <p:xfrm>
          <a:off x="1841500" y="4546600"/>
          <a:ext cx="2616200" cy="444500"/>
        </p:xfrm>
        <a:graphic>
          <a:graphicData uri="http://schemas.openxmlformats.org/presentationml/2006/ole">
            <p:oleObj spid="_x0000_s10246" r:id="rId7" imgW="2615382" imgH="444624" progId="Equation.3">
              <p:embed/>
            </p:oleObj>
          </a:graphicData>
        </a:graphic>
      </p:graphicFrame>
      <p:graphicFrame>
        <p:nvGraphicFramePr>
          <p:cNvPr id="12300" name="Object 12"/>
          <p:cNvGraphicFramePr>
            <a:graphicFrameLocks noChangeAspect="1"/>
          </p:cNvGraphicFramePr>
          <p:nvPr/>
        </p:nvGraphicFramePr>
        <p:xfrm>
          <a:off x="4572000" y="4343400"/>
          <a:ext cx="3937000" cy="876300"/>
        </p:xfrm>
        <a:graphic>
          <a:graphicData uri="http://schemas.openxmlformats.org/presentationml/2006/ole">
            <p:oleObj spid="_x0000_s10247" r:id="rId8" imgW="3937317" imgH="876617" progId="Equation.3">
              <p:embed/>
            </p:oleObj>
          </a:graphicData>
        </a:graphic>
      </p:graphicFrame>
      <p:sp>
        <p:nvSpPr>
          <p:cNvPr id="12301" name="Line 13"/>
          <p:cNvSpPr>
            <a:spLocks noChangeShapeType="1"/>
          </p:cNvSpPr>
          <p:nvPr/>
        </p:nvSpPr>
        <p:spPr bwMode="auto">
          <a:xfrm>
            <a:off x="1752600" y="4305300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2302" name="Object 14"/>
          <p:cNvGraphicFramePr>
            <a:graphicFrameLocks noChangeAspect="1"/>
          </p:cNvGraphicFramePr>
          <p:nvPr/>
        </p:nvGraphicFramePr>
        <p:xfrm>
          <a:off x="3327400" y="5308600"/>
          <a:ext cx="2806700" cy="825500"/>
        </p:xfrm>
        <a:graphic>
          <a:graphicData uri="http://schemas.openxmlformats.org/presentationml/2006/ole">
            <p:oleObj spid="_x0000_s10248" r:id="rId9" imgW="2807017" imgH="825817" progId="Equation.3">
              <p:embed/>
            </p:oleObj>
          </a:graphicData>
        </a:graphic>
      </p:graphicFrame>
      <p:graphicFrame>
        <p:nvGraphicFramePr>
          <p:cNvPr id="12303" name="Object 15"/>
          <p:cNvGraphicFramePr>
            <a:graphicFrameLocks noChangeAspect="1"/>
          </p:cNvGraphicFramePr>
          <p:nvPr/>
        </p:nvGraphicFramePr>
        <p:xfrm>
          <a:off x="6210300" y="5372100"/>
          <a:ext cx="1295400" cy="685800"/>
        </p:xfrm>
        <a:graphic>
          <a:graphicData uri="http://schemas.openxmlformats.org/presentationml/2006/ole">
            <p:oleObj spid="_x0000_s10249" r:id="rId10" imgW="1295717" imgH="686117" progId="Equation.3">
              <p:embed/>
            </p:oleObj>
          </a:graphicData>
        </a:graphic>
      </p:graphicFrame>
      <p:graphicFrame>
        <p:nvGraphicFramePr>
          <p:cNvPr id="12304" name="Object 16"/>
          <p:cNvGraphicFramePr>
            <a:graphicFrameLocks noChangeAspect="1"/>
          </p:cNvGraphicFramePr>
          <p:nvPr/>
        </p:nvGraphicFramePr>
        <p:xfrm>
          <a:off x="6451600" y="371475"/>
          <a:ext cx="1778000" cy="393700"/>
        </p:xfrm>
        <a:graphic>
          <a:graphicData uri="http://schemas.openxmlformats.org/presentationml/2006/ole">
            <p:oleObj spid="_x0000_s10250" r:id="rId11" imgW="1777546" imgH="393846" progId="Equation.3">
              <p:embed/>
            </p:oleObj>
          </a:graphicData>
        </a:graphic>
      </p:graphicFrame>
      <p:sp>
        <p:nvSpPr>
          <p:cNvPr id="12305" name="Text Box 17"/>
          <p:cNvSpPr txBox="1">
            <a:spLocks noChangeArrowheads="1"/>
          </p:cNvSpPr>
          <p:nvPr/>
        </p:nvSpPr>
        <p:spPr bwMode="auto">
          <a:xfrm>
            <a:off x="8229600" y="244475"/>
            <a:ext cx="533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与</a:t>
            </a:r>
          </a:p>
        </p:txBody>
      </p:sp>
      <p:graphicFrame>
        <p:nvGraphicFramePr>
          <p:cNvPr id="12306" name="Object 18"/>
          <p:cNvGraphicFramePr>
            <a:graphicFrameLocks noChangeAspect="1"/>
          </p:cNvGraphicFramePr>
          <p:nvPr/>
        </p:nvGraphicFramePr>
        <p:xfrm>
          <a:off x="342900" y="2159000"/>
          <a:ext cx="2603500" cy="393700"/>
        </p:xfrm>
        <a:graphic>
          <a:graphicData uri="http://schemas.openxmlformats.org/presentationml/2006/ole">
            <p:oleObj spid="_x0000_s10251" r:id="rId12" imgW="2602687" imgH="393846" progId="Equation.3">
              <p:embed/>
            </p:oleObj>
          </a:graphicData>
        </a:graphic>
      </p:graphicFrame>
      <p:graphicFrame>
        <p:nvGraphicFramePr>
          <p:cNvPr id="12307" name="Object 19"/>
          <p:cNvGraphicFramePr>
            <a:graphicFrameLocks noChangeAspect="1"/>
          </p:cNvGraphicFramePr>
          <p:nvPr/>
        </p:nvGraphicFramePr>
        <p:xfrm>
          <a:off x="1600200" y="5308600"/>
          <a:ext cx="1714500" cy="825500"/>
        </p:xfrm>
        <a:graphic>
          <a:graphicData uri="http://schemas.openxmlformats.org/presentationml/2006/ole">
            <p:oleObj spid="_x0000_s10252" r:id="rId13" imgW="1714817" imgH="825817" progId="Equation.3">
              <p:embed/>
            </p:oleObj>
          </a:graphicData>
        </a:graphic>
      </p:graphicFrame>
      <p:graphicFrame>
        <p:nvGraphicFramePr>
          <p:cNvPr id="12308" name="Object 20"/>
          <p:cNvGraphicFramePr>
            <a:graphicFrameLocks noChangeAspect="1"/>
          </p:cNvGraphicFramePr>
          <p:nvPr/>
        </p:nvGraphicFramePr>
        <p:xfrm>
          <a:off x="2971800" y="2152650"/>
          <a:ext cx="1841500" cy="393700"/>
        </p:xfrm>
        <a:graphic>
          <a:graphicData uri="http://schemas.openxmlformats.org/presentationml/2006/ole">
            <p:oleObj spid="_x0000_s10253" r:id="rId14" imgW="1841018" imgH="393846" progId="Equation.3">
              <p:embed/>
            </p:oleObj>
          </a:graphicData>
        </a:graphic>
      </p:graphicFrame>
      <p:graphicFrame>
        <p:nvGraphicFramePr>
          <p:cNvPr id="12309" name="Object 21"/>
          <p:cNvGraphicFramePr>
            <a:graphicFrameLocks noChangeAspect="1"/>
          </p:cNvGraphicFramePr>
          <p:nvPr/>
        </p:nvGraphicFramePr>
        <p:xfrm>
          <a:off x="2114550" y="2768600"/>
          <a:ext cx="3492500" cy="736600"/>
        </p:xfrm>
        <a:graphic>
          <a:graphicData uri="http://schemas.openxmlformats.org/presentationml/2006/ole">
            <p:oleObj spid="_x0000_s10254" r:id="rId15" imgW="3492817" imgH="736917" progId="Equation.3">
              <p:embed/>
            </p:oleObj>
          </a:graphicData>
        </a:graphic>
      </p:graphicFrame>
      <p:graphicFrame>
        <p:nvGraphicFramePr>
          <p:cNvPr id="12310" name="Object 22"/>
          <p:cNvGraphicFramePr>
            <a:graphicFrameLocks noChangeAspect="1"/>
          </p:cNvGraphicFramePr>
          <p:nvPr/>
        </p:nvGraphicFramePr>
        <p:xfrm>
          <a:off x="5334000" y="2654300"/>
          <a:ext cx="1371600" cy="889000"/>
        </p:xfrm>
        <a:graphic>
          <a:graphicData uri="http://schemas.openxmlformats.org/presentationml/2006/ole">
            <p:oleObj spid="_x0000_s10255" r:id="rId16" imgW="1371917" imgH="889317" progId="Equation.3">
              <p:embed/>
            </p:oleObj>
          </a:graphicData>
        </a:graphic>
      </p:graphicFrame>
      <p:sp>
        <p:nvSpPr>
          <p:cNvPr id="12311" name="Text Box 23"/>
          <p:cNvSpPr txBox="1">
            <a:spLocks noChangeArrowheads="1"/>
          </p:cNvSpPr>
          <p:nvPr/>
        </p:nvSpPr>
        <p:spPr bwMode="auto">
          <a:xfrm>
            <a:off x="530225" y="2782888"/>
            <a:ext cx="145097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/>
              <a:t>  </a:t>
            </a:r>
            <a:r>
              <a:rPr lang="zh-CN"/>
              <a:t>原式 </a:t>
            </a:r>
            <a:r>
              <a:rPr lang="zh-CN" altLang="zh-CN"/>
              <a:t>= </a:t>
            </a:r>
          </a:p>
        </p:txBody>
      </p:sp>
      <p:sp>
        <p:nvSpPr>
          <p:cNvPr id="12312" name="Text Box 24"/>
          <p:cNvSpPr txBox="1">
            <a:spLocks noChangeArrowheads="1"/>
          </p:cNvSpPr>
          <p:nvPr/>
        </p:nvSpPr>
        <p:spPr bwMode="auto">
          <a:xfrm>
            <a:off x="3994150" y="1439863"/>
            <a:ext cx="3105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分别表示</a:t>
            </a:r>
            <a:r>
              <a:rPr lang="zh-CN" i="1">
                <a:solidFill>
                  <a:schemeClr val="tx2"/>
                </a:solidFill>
                <a:sym typeface="Symbol" pitchFamily="18" charset="2"/>
              </a:rPr>
              <a:t>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在平面 </a:t>
            </a:r>
            <a:endParaRPr lang="zh-CN"/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6858000" y="1181100"/>
            <a:ext cx="2166938" cy="2162175"/>
            <a:chOff x="0" y="0"/>
            <a:chExt cx="1365" cy="1362"/>
          </a:xfrm>
        </p:grpSpPr>
        <p:grpSp>
          <p:nvGrpSpPr>
            <p:cNvPr id="10273" name="Group 26"/>
            <p:cNvGrpSpPr>
              <a:grpSpLocks/>
            </p:cNvGrpSpPr>
            <p:nvPr/>
          </p:nvGrpSpPr>
          <p:grpSpPr bwMode="auto">
            <a:xfrm>
              <a:off x="0" y="0"/>
              <a:ext cx="1365" cy="1362"/>
              <a:chOff x="0" y="0"/>
              <a:chExt cx="1365" cy="1362"/>
            </a:xfrm>
          </p:grpSpPr>
          <p:sp>
            <p:nvSpPr>
              <p:cNvPr id="12315" name="Freeform 27"/>
              <p:cNvSpPr>
                <a:spLocks/>
              </p:cNvSpPr>
              <p:nvPr/>
            </p:nvSpPr>
            <p:spPr bwMode="auto">
              <a:xfrm>
                <a:off x="274" y="273"/>
                <a:ext cx="775" cy="774"/>
              </a:xfrm>
              <a:custGeom>
                <a:avLst/>
                <a:gdLst/>
                <a:ahLst/>
                <a:cxnLst>
                  <a:cxn ang="0">
                    <a:pos x="240" y="0"/>
                  </a:cxn>
                  <a:cxn ang="0">
                    <a:pos x="816" y="576"/>
                  </a:cxn>
                  <a:cxn ang="0">
                    <a:pos x="0" y="816"/>
                  </a:cxn>
                  <a:cxn ang="0">
                    <a:pos x="240" y="0"/>
                  </a:cxn>
                </a:cxnLst>
                <a:rect l="0" t="0" r="r" b="b"/>
                <a:pathLst>
                  <a:path w="816" h="816">
                    <a:moveTo>
                      <a:pt x="240" y="0"/>
                    </a:moveTo>
                    <a:lnTo>
                      <a:pt x="816" y="576"/>
                    </a:lnTo>
                    <a:lnTo>
                      <a:pt x="0" y="816"/>
                    </a:lnTo>
                    <a:lnTo>
                      <a:pt x="24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folHlink"/>
                  </a:gs>
                  <a:gs pos="100000">
                    <a:schemeClr val="folHlink">
                      <a:gamma/>
                      <a:shade val="46275"/>
                      <a:invGamma/>
                    </a:schemeClr>
                  </a:gs>
                </a:gsLst>
                <a:path path="rect">
                  <a:fillToRect t="100000" r="100000"/>
                </a:path>
              </a:gradFill>
              <a:ln w="19050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grpSp>
            <p:nvGrpSpPr>
              <p:cNvPr id="10275" name="Group 28"/>
              <p:cNvGrpSpPr>
                <a:grpSpLocks/>
              </p:cNvGrpSpPr>
              <p:nvPr/>
            </p:nvGrpSpPr>
            <p:grpSpPr bwMode="auto">
              <a:xfrm>
                <a:off x="0" y="0"/>
                <a:ext cx="1322" cy="1320"/>
                <a:chOff x="0" y="0"/>
                <a:chExt cx="1392" cy="1392"/>
              </a:xfrm>
            </p:grpSpPr>
            <p:sp>
              <p:nvSpPr>
                <p:cNvPr id="10276" name="Line 29"/>
                <p:cNvSpPr>
                  <a:spLocks noChangeShapeType="1"/>
                </p:cNvSpPr>
                <p:nvPr/>
              </p:nvSpPr>
              <p:spPr bwMode="auto">
                <a:xfrm>
                  <a:off x="528" y="864"/>
                  <a:ext cx="528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77" name="Line 30"/>
                <p:cNvSpPr>
                  <a:spLocks noChangeShapeType="1"/>
                </p:cNvSpPr>
                <p:nvPr/>
              </p:nvSpPr>
              <p:spPr bwMode="auto">
                <a:xfrm flipV="1">
                  <a:off x="528" y="288"/>
                  <a:ext cx="0" cy="57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78" name="Line 31"/>
                <p:cNvSpPr>
                  <a:spLocks noChangeShapeType="1"/>
                </p:cNvSpPr>
                <p:nvPr/>
              </p:nvSpPr>
              <p:spPr bwMode="auto">
                <a:xfrm flipH="1">
                  <a:off x="240" y="864"/>
                  <a:ext cx="288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79" name="Line 32"/>
                <p:cNvSpPr>
                  <a:spLocks noChangeShapeType="1"/>
                </p:cNvSpPr>
                <p:nvPr/>
              </p:nvSpPr>
              <p:spPr bwMode="auto">
                <a:xfrm>
                  <a:off x="1056" y="864"/>
                  <a:ext cx="336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0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0" y="1104"/>
                  <a:ext cx="288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0281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528" y="0"/>
                  <a:ext cx="0" cy="28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0257" name="Object 35"/>
              <p:cNvGraphicFramePr>
                <a:graphicFrameLocks noChangeAspect="1"/>
              </p:cNvGraphicFramePr>
              <p:nvPr/>
            </p:nvGraphicFramePr>
            <p:xfrm>
              <a:off x="547" y="0"/>
              <a:ext cx="161" cy="160"/>
            </p:xfrm>
            <a:graphic>
              <a:graphicData uri="http://schemas.openxmlformats.org/presentationml/2006/ole">
                <p:oleObj spid="_x0000_s10257" r:id="rId17" imgW="127042" imgH="127042" progId="Equation.3">
                  <p:embed/>
                </p:oleObj>
              </a:graphicData>
            </a:graphic>
          </p:graphicFrame>
          <p:graphicFrame>
            <p:nvGraphicFramePr>
              <p:cNvPr id="10258" name="Object 36"/>
              <p:cNvGraphicFramePr>
                <a:graphicFrameLocks noChangeAspect="1"/>
              </p:cNvGraphicFramePr>
              <p:nvPr/>
            </p:nvGraphicFramePr>
            <p:xfrm>
              <a:off x="1185" y="838"/>
              <a:ext cx="180" cy="209"/>
            </p:xfrm>
            <a:graphic>
              <a:graphicData uri="http://schemas.openxmlformats.org/presentationml/2006/ole">
                <p:oleObj spid="_x0000_s10258" r:id="rId18" imgW="139835" imgH="165202" progId="Equation.3">
                  <p:embed/>
                </p:oleObj>
              </a:graphicData>
            </a:graphic>
          </p:graphicFrame>
          <p:graphicFrame>
            <p:nvGraphicFramePr>
              <p:cNvPr id="10259" name="Object 37"/>
              <p:cNvGraphicFramePr>
                <a:graphicFrameLocks noChangeAspect="1"/>
              </p:cNvGraphicFramePr>
              <p:nvPr/>
            </p:nvGraphicFramePr>
            <p:xfrm>
              <a:off x="137" y="1184"/>
              <a:ext cx="160" cy="178"/>
            </p:xfrm>
            <a:graphic>
              <a:graphicData uri="http://schemas.openxmlformats.org/presentationml/2006/ole">
                <p:oleObj spid="_x0000_s10259" r:id="rId19" imgW="127042" imgH="139714" progId="Equation.3">
                  <p:embed/>
                </p:oleObj>
              </a:graphicData>
            </a:graphic>
          </p:graphicFrame>
          <p:graphicFrame>
            <p:nvGraphicFramePr>
              <p:cNvPr id="10260" name="Object 38"/>
              <p:cNvGraphicFramePr>
                <a:graphicFrameLocks noChangeAspect="1"/>
              </p:cNvGraphicFramePr>
              <p:nvPr/>
            </p:nvGraphicFramePr>
            <p:xfrm>
              <a:off x="344" y="182"/>
              <a:ext cx="112" cy="209"/>
            </p:xfrm>
            <a:graphic>
              <a:graphicData uri="http://schemas.openxmlformats.org/presentationml/2006/ole">
                <p:oleObj spid="_x0000_s10260" r:id="rId20" imgW="88871" imgH="164775" progId="Equation.3">
                  <p:embed/>
                </p:oleObj>
              </a:graphicData>
            </a:graphic>
          </p:graphicFrame>
          <p:graphicFrame>
            <p:nvGraphicFramePr>
              <p:cNvPr id="10261" name="Object 39"/>
              <p:cNvGraphicFramePr>
                <a:graphicFrameLocks noChangeAspect="1"/>
              </p:cNvGraphicFramePr>
              <p:nvPr/>
            </p:nvGraphicFramePr>
            <p:xfrm>
              <a:off x="1003" y="819"/>
              <a:ext cx="112" cy="209"/>
            </p:xfrm>
            <a:graphic>
              <a:graphicData uri="http://schemas.openxmlformats.org/presentationml/2006/ole">
                <p:oleObj spid="_x0000_s10261" r:id="rId21" imgW="88871" imgH="164775" progId="Equation.3">
                  <p:embed/>
                </p:oleObj>
              </a:graphicData>
            </a:graphic>
          </p:graphicFrame>
          <p:graphicFrame>
            <p:nvGraphicFramePr>
              <p:cNvPr id="10262" name="Object 40"/>
              <p:cNvGraphicFramePr>
                <a:graphicFrameLocks noChangeAspect="1"/>
              </p:cNvGraphicFramePr>
              <p:nvPr/>
            </p:nvGraphicFramePr>
            <p:xfrm>
              <a:off x="116" y="884"/>
              <a:ext cx="112" cy="209"/>
            </p:xfrm>
            <a:graphic>
              <a:graphicData uri="http://schemas.openxmlformats.org/presentationml/2006/ole">
                <p:oleObj spid="_x0000_s10262" r:id="rId22" imgW="88871" imgH="164775" progId="Equation.3">
                  <p:embed/>
                </p:oleObj>
              </a:graphicData>
            </a:graphic>
          </p:graphicFrame>
        </p:grpSp>
        <p:graphicFrame>
          <p:nvGraphicFramePr>
            <p:cNvPr id="10256" name="Object 41"/>
            <p:cNvGraphicFramePr>
              <a:graphicFrameLocks noChangeAspect="1"/>
            </p:cNvGraphicFramePr>
            <p:nvPr/>
          </p:nvGraphicFramePr>
          <p:xfrm>
            <a:off x="528" y="600"/>
            <a:ext cx="192" cy="200"/>
          </p:xfrm>
          <a:graphic>
            <a:graphicData uri="http://schemas.openxmlformats.org/presentationml/2006/ole">
              <p:oleObj spid="_x0000_s10256" r:id="rId23" imgW="304853" imgH="317542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3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23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2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2" grpId="0" autoUpdateAnimBg="0"/>
      <p:bldP spid="12293" grpId="0" autoUpdateAnimBg="0"/>
      <p:bldP spid="12294" grpId="0" autoUpdateAnimBg="0"/>
      <p:bldP spid="12295" grpId="0" autoUpdateAnimBg="0"/>
      <p:bldP spid="12301" grpId="0" animBg="1"/>
      <p:bldP spid="12305" grpId="0" autoUpdateAnimBg="0"/>
      <p:bldP spid="12311" grpId="0" build="p" autoUpdateAnimBg="0"/>
      <p:bldP spid="12312" grpId="0" build="p" autoUpdateAnimBg="0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934200" y="401638"/>
            <a:ext cx="1905000" cy="1981200"/>
            <a:chOff x="0" y="0"/>
            <a:chExt cx="1200" cy="1248"/>
          </a:xfrm>
        </p:grpSpPr>
        <p:grpSp>
          <p:nvGrpSpPr>
            <p:cNvPr id="11304" name="Group 3"/>
            <p:cNvGrpSpPr>
              <a:grpSpLocks/>
            </p:cNvGrpSpPr>
            <p:nvPr/>
          </p:nvGrpSpPr>
          <p:grpSpPr bwMode="auto">
            <a:xfrm>
              <a:off x="0" y="0"/>
              <a:ext cx="1200" cy="1248"/>
              <a:chOff x="0" y="0"/>
              <a:chExt cx="1200" cy="1248"/>
            </a:xfrm>
          </p:grpSpPr>
          <p:sp>
            <p:nvSpPr>
              <p:cNvPr id="11305" name="Oval 4"/>
              <p:cNvSpPr>
                <a:spLocks noChangeArrowheads="1"/>
              </p:cNvSpPr>
              <p:nvPr/>
            </p:nvSpPr>
            <p:spPr bwMode="auto">
              <a:xfrm>
                <a:off x="48" y="288"/>
                <a:ext cx="864" cy="864"/>
              </a:xfrm>
              <a:prstGeom prst="ellipse">
                <a:avLst/>
              </a:prstGeom>
              <a:gradFill rotWithShape="0">
                <a:gsLst>
                  <a:gs pos="0">
                    <a:srgbClr val="99CC00"/>
                  </a:gs>
                  <a:gs pos="100000">
                    <a:srgbClr val="475E00"/>
                  </a:gs>
                </a:gsLst>
                <a:path path="shape">
                  <a:fillToRect l="50000" t="50000" r="50000" b="50000"/>
                </a:path>
              </a:gradFill>
              <a:ln w="28575">
                <a:solidFill>
                  <a:srgbClr val="33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6" name="Freeform 5"/>
              <p:cNvSpPr>
                <a:spLocks/>
              </p:cNvSpPr>
              <p:nvPr/>
            </p:nvSpPr>
            <p:spPr bwMode="auto">
              <a:xfrm>
                <a:off x="144" y="432"/>
                <a:ext cx="672" cy="288"/>
              </a:xfrm>
              <a:custGeom>
                <a:avLst/>
                <a:gdLst>
                  <a:gd name="T0" fmla="*/ 0 w 672"/>
                  <a:gd name="T1" fmla="*/ 0 h 288"/>
                  <a:gd name="T2" fmla="*/ 336 w 672"/>
                  <a:gd name="T3" fmla="*/ 288 h 288"/>
                  <a:gd name="T4" fmla="*/ 672 w 672"/>
                  <a:gd name="T5" fmla="*/ 0 h 288"/>
                  <a:gd name="T6" fmla="*/ 0 60000 65536"/>
                  <a:gd name="T7" fmla="*/ 0 60000 65536"/>
                  <a:gd name="T8" fmla="*/ 0 60000 65536"/>
                  <a:gd name="T9" fmla="*/ 0 w 672"/>
                  <a:gd name="T10" fmla="*/ 0 h 288"/>
                  <a:gd name="T11" fmla="*/ 672 w 672"/>
                  <a:gd name="T12" fmla="*/ 288 h 2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72" h="288">
                    <a:moveTo>
                      <a:pt x="0" y="0"/>
                    </a:moveTo>
                    <a:lnTo>
                      <a:pt x="336" y="288"/>
                    </a:lnTo>
                    <a:lnTo>
                      <a:pt x="672" y="0"/>
                    </a:lnTo>
                  </a:path>
                </a:pathLst>
              </a:custGeom>
              <a:gradFill rotWithShape="0">
                <a:gsLst>
                  <a:gs pos="0">
                    <a:srgbClr val="5E2F00"/>
                  </a:gs>
                  <a:gs pos="100000">
                    <a:srgbClr val="CC6600"/>
                  </a:gs>
                </a:gsLst>
                <a:lin ang="5400000" scaled="1"/>
              </a:gradFill>
              <a:ln w="19050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7" name="Oval 6"/>
              <p:cNvSpPr>
                <a:spLocks noChangeArrowheads="1"/>
              </p:cNvSpPr>
              <p:nvPr/>
            </p:nvSpPr>
            <p:spPr bwMode="auto">
              <a:xfrm>
                <a:off x="144" y="384"/>
                <a:ext cx="672" cy="96"/>
              </a:xfrm>
              <a:prstGeom prst="ellipse">
                <a:avLst/>
              </a:prstGeom>
              <a:gradFill rotWithShape="0">
                <a:gsLst>
                  <a:gs pos="0">
                    <a:srgbClr val="CC6600"/>
                  </a:gs>
                  <a:gs pos="100000">
                    <a:srgbClr val="5E2F00"/>
                  </a:gs>
                </a:gsLst>
                <a:lin ang="5400000" scaled="1"/>
              </a:gradFill>
              <a:ln w="9525">
                <a:solidFill>
                  <a:srgbClr val="CC66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11308" name="Group 7"/>
              <p:cNvGrpSpPr>
                <a:grpSpLocks/>
              </p:cNvGrpSpPr>
              <p:nvPr/>
            </p:nvGrpSpPr>
            <p:grpSpPr bwMode="auto">
              <a:xfrm>
                <a:off x="144" y="48"/>
                <a:ext cx="1008" cy="960"/>
                <a:chOff x="0" y="0"/>
                <a:chExt cx="1008" cy="960"/>
              </a:xfrm>
            </p:grpSpPr>
            <p:sp>
              <p:nvSpPr>
                <p:cNvPr id="11309" name="Line 8"/>
                <p:cNvSpPr>
                  <a:spLocks noChangeShapeType="1"/>
                </p:cNvSpPr>
                <p:nvPr/>
              </p:nvSpPr>
              <p:spPr bwMode="auto">
                <a:xfrm>
                  <a:off x="336" y="672"/>
                  <a:ext cx="432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0" name="Line 9"/>
                <p:cNvSpPr>
                  <a:spLocks noChangeShapeType="1"/>
                </p:cNvSpPr>
                <p:nvPr/>
              </p:nvSpPr>
              <p:spPr bwMode="auto">
                <a:xfrm flipV="1">
                  <a:off x="336" y="240"/>
                  <a:ext cx="0" cy="43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1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192" y="672"/>
                  <a:ext cx="144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2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336" y="0"/>
                  <a:ext cx="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3" name="Line 12"/>
                <p:cNvSpPr>
                  <a:spLocks noChangeShapeType="1"/>
                </p:cNvSpPr>
                <p:nvPr/>
              </p:nvSpPr>
              <p:spPr bwMode="auto">
                <a:xfrm>
                  <a:off x="768" y="672"/>
                  <a:ext cx="24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1314" name="Line 13"/>
                <p:cNvSpPr>
                  <a:spLocks noChangeShapeType="1"/>
                </p:cNvSpPr>
                <p:nvPr/>
              </p:nvSpPr>
              <p:spPr bwMode="auto">
                <a:xfrm flipH="1">
                  <a:off x="0" y="816"/>
                  <a:ext cx="192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1282" name="Object 14"/>
              <p:cNvGraphicFramePr>
                <a:graphicFrameLocks noChangeAspect="1"/>
              </p:cNvGraphicFramePr>
              <p:nvPr/>
            </p:nvGraphicFramePr>
            <p:xfrm>
              <a:off x="0" y="1008"/>
              <a:ext cx="215" cy="240"/>
            </p:xfrm>
            <a:graphic>
              <a:graphicData uri="http://schemas.openxmlformats.org/presentationml/2006/ole">
                <p:oleObj spid="_x0000_s11282" r:id="rId3" imgW="127042" imgH="139714" progId="Equation.3">
                  <p:embed/>
                </p:oleObj>
              </a:graphicData>
            </a:graphic>
          </p:graphicFrame>
          <p:graphicFrame>
            <p:nvGraphicFramePr>
              <p:cNvPr id="11283" name="Object 15"/>
              <p:cNvGraphicFramePr>
                <a:graphicFrameLocks noChangeAspect="1"/>
              </p:cNvGraphicFramePr>
              <p:nvPr/>
            </p:nvGraphicFramePr>
            <p:xfrm>
              <a:off x="480" y="0"/>
              <a:ext cx="215" cy="216"/>
            </p:xfrm>
            <a:graphic>
              <a:graphicData uri="http://schemas.openxmlformats.org/presentationml/2006/ole">
                <p:oleObj spid="_x0000_s11283" r:id="rId4" imgW="127042" imgH="127042" progId="Equation.3">
                  <p:embed/>
                </p:oleObj>
              </a:graphicData>
            </a:graphic>
          </p:graphicFrame>
          <p:graphicFrame>
            <p:nvGraphicFramePr>
              <p:cNvPr id="11284" name="Object 16"/>
              <p:cNvGraphicFramePr>
                <a:graphicFrameLocks noChangeAspect="1"/>
              </p:cNvGraphicFramePr>
              <p:nvPr/>
            </p:nvGraphicFramePr>
            <p:xfrm>
              <a:off x="1002" y="727"/>
              <a:ext cx="198" cy="233"/>
            </p:xfrm>
            <a:graphic>
              <a:graphicData uri="http://schemas.openxmlformats.org/presentationml/2006/ole">
                <p:oleObj spid="_x0000_s11284" r:id="rId5" imgW="139835" imgH="165202" progId="Equation.3">
                  <p:embed/>
                </p:oleObj>
              </a:graphicData>
            </a:graphic>
          </p:graphicFrame>
        </p:grpSp>
        <p:graphicFrame>
          <p:nvGraphicFramePr>
            <p:cNvPr id="11281" name="Object 17"/>
            <p:cNvGraphicFramePr>
              <a:graphicFrameLocks noChangeAspect="1"/>
            </p:cNvGraphicFramePr>
            <p:nvPr/>
          </p:nvGraphicFramePr>
          <p:xfrm>
            <a:off x="240" y="651"/>
            <a:ext cx="192" cy="200"/>
          </p:xfrm>
          <a:graphic>
            <a:graphicData uri="http://schemas.openxmlformats.org/presentationml/2006/ole">
              <p:oleObj spid="_x0000_s11281" r:id="rId6" imgW="304853" imgH="317542" progId="Equation.3">
                <p:embed/>
              </p:oleObj>
            </a:graphicData>
          </a:graphic>
        </p:graphicFrame>
      </p:grpSp>
      <p:sp>
        <p:nvSpPr>
          <p:cNvPr id="11286" name="Rectangle 18"/>
          <p:cNvSpPr>
            <a:spLocks noGrp="1" noChangeArrowheads="1"/>
          </p:cNvSpPr>
          <p:nvPr>
            <p:ph type="title"/>
          </p:nvPr>
        </p:nvSpPr>
        <p:spPr>
          <a:xfrm>
            <a:off x="660400" y="309563"/>
            <a:ext cx="1600200" cy="5334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仿宋_GB2312" pitchFamily="1" charset="-122"/>
              </a:rPr>
              <a:t>例</a:t>
            </a:r>
            <a:r>
              <a:rPr lang="zh-CN" altLang="zh-CN" sz="2800" b="1" smtClean="0">
                <a:ea typeface="仿宋_GB2312" pitchFamily="1" charset="-122"/>
              </a:rPr>
              <a:t>3.</a:t>
            </a:r>
          </a:p>
        </p:txBody>
      </p:sp>
      <p:sp>
        <p:nvSpPr>
          <p:cNvPr id="11287" name="Text Box 19"/>
          <p:cNvSpPr txBox="1">
            <a:spLocks noChangeArrowheads="1"/>
          </p:cNvSpPr>
          <p:nvPr/>
        </p:nvSpPr>
        <p:spPr bwMode="auto">
          <a:xfrm>
            <a:off x="1346200" y="323850"/>
            <a:ext cx="990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 </a:t>
            </a:r>
            <a:r>
              <a:rPr lang="zh-CN"/>
              <a:t>设</a:t>
            </a:r>
          </a:p>
        </p:txBody>
      </p:sp>
      <p:graphicFrame>
        <p:nvGraphicFramePr>
          <p:cNvPr id="11266" name="Object 20"/>
          <p:cNvGraphicFramePr>
            <a:graphicFrameLocks noChangeAspect="1"/>
          </p:cNvGraphicFramePr>
          <p:nvPr/>
        </p:nvGraphicFramePr>
        <p:xfrm>
          <a:off x="1936750" y="304800"/>
          <a:ext cx="3111500" cy="520700"/>
        </p:xfrm>
        <a:graphic>
          <a:graphicData uri="http://schemas.openxmlformats.org/presentationml/2006/ole">
            <p:oleObj spid="_x0000_s11266" r:id="rId7" imgW="3110467" imgH="520791" progId="Equation.3">
              <p:embed/>
            </p:oleObj>
          </a:graphicData>
        </a:graphic>
      </p:graphicFrame>
      <p:graphicFrame>
        <p:nvGraphicFramePr>
          <p:cNvPr id="13333" name="Object 21"/>
          <p:cNvGraphicFramePr>
            <a:graphicFrameLocks noChangeAspect="1"/>
          </p:cNvGraphicFramePr>
          <p:nvPr/>
        </p:nvGraphicFramePr>
        <p:xfrm>
          <a:off x="1066800" y="1300163"/>
          <a:ext cx="1689100" cy="406400"/>
        </p:xfrm>
        <a:graphic>
          <a:graphicData uri="http://schemas.openxmlformats.org/presentationml/2006/ole">
            <p:oleObj spid="_x0000_s11267" r:id="rId8" imgW="1687952" imgH="406365" progId="Equation.3">
              <p:embed/>
            </p:oleObj>
          </a:graphicData>
        </a:graphic>
      </p:graphicFrame>
      <p:sp>
        <p:nvSpPr>
          <p:cNvPr id="13334" name="Text Box 22"/>
          <p:cNvSpPr txBox="1">
            <a:spLocks noChangeArrowheads="1"/>
          </p:cNvSpPr>
          <p:nvPr/>
        </p:nvSpPr>
        <p:spPr bwMode="auto">
          <a:xfrm>
            <a:off x="304800" y="2117725"/>
            <a:ext cx="91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计算</a:t>
            </a:r>
          </a:p>
        </p:txBody>
      </p:sp>
      <p:graphicFrame>
        <p:nvGraphicFramePr>
          <p:cNvPr id="13335" name="Object 23"/>
          <p:cNvGraphicFramePr>
            <a:graphicFrameLocks noChangeAspect="1"/>
          </p:cNvGraphicFramePr>
          <p:nvPr/>
        </p:nvGraphicFramePr>
        <p:xfrm>
          <a:off x="1149350" y="2157413"/>
          <a:ext cx="3124200" cy="723900"/>
        </p:xfrm>
        <a:graphic>
          <a:graphicData uri="http://schemas.openxmlformats.org/presentationml/2006/ole">
            <p:oleObj spid="_x0000_s11268" r:id="rId9" imgW="3123162" imgH="723903" progId="Equation.3">
              <p:embed/>
            </p:oleObj>
          </a:graphicData>
        </a:graphic>
      </p:graphicFrame>
      <p:sp>
        <p:nvSpPr>
          <p:cNvPr id="13336" name="Text Box 24"/>
          <p:cNvSpPr txBox="1">
            <a:spLocks noChangeArrowheads="1"/>
          </p:cNvSpPr>
          <p:nvPr/>
        </p:nvSpPr>
        <p:spPr bwMode="auto">
          <a:xfrm>
            <a:off x="633413" y="2971800"/>
            <a:ext cx="15763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</a:t>
            </a:r>
            <a:r>
              <a:rPr lang="zh-CN"/>
              <a:t>锥面</a:t>
            </a:r>
          </a:p>
        </p:txBody>
      </p:sp>
      <p:graphicFrame>
        <p:nvGraphicFramePr>
          <p:cNvPr id="13337" name="Object 25"/>
          <p:cNvGraphicFramePr>
            <a:graphicFrameLocks noChangeAspect="1"/>
          </p:cNvGraphicFramePr>
          <p:nvPr/>
        </p:nvGraphicFramePr>
        <p:xfrm>
          <a:off x="2057400" y="2932113"/>
          <a:ext cx="1968500" cy="558800"/>
        </p:xfrm>
        <a:graphic>
          <a:graphicData uri="http://schemas.openxmlformats.org/presentationml/2006/ole">
            <p:oleObj spid="_x0000_s11269" r:id="rId10" imgW="1968817" imgH="559117" progId="Equation.3">
              <p:embed/>
            </p:oleObj>
          </a:graphicData>
        </a:graphic>
      </p:graphicFrame>
      <p:graphicFrame>
        <p:nvGraphicFramePr>
          <p:cNvPr id="13338" name="Object 26"/>
          <p:cNvGraphicFramePr>
            <a:graphicFrameLocks noChangeAspect="1"/>
          </p:cNvGraphicFramePr>
          <p:nvPr/>
        </p:nvGraphicFramePr>
        <p:xfrm>
          <a:off x="5854700" y="2944813"/>
          <a:ext cx="3136900" cy="584200"/>
        </p:xfrm>
        <a:graphic>
          <a:graphicData uri="http://schemas.openxmlformats.org/presentationml/2006/ole">
            <p:oleObj spid="_x0000_s11270" r:id="rId11" imgW="3135856" imgH="584264" progId="Equation.3">
              <p:embed/>
            </p:oleObj>
          </a:graphicData>
        </a:graphic>
      </p:graphicFrame>
      <p:graphicFrame>
        <p:nvGraphicFramePr>
          <p:cNvPr id="13339" name="Object 27"/>
          <p:cNvGraphicFramePr>
            <a:graphicFrameLocks noChangeAspect="1"/>
          </p:cNvGraphicFramePr>
          <p:nvPr/>
        </p:nvGraphicFramePr>
        <p:xfrm>
          <a:off x="1562100" y="3586163"/>
          <a:ext cx="3467100" cy="596900"/>
        </p:xfrm>
        <a:graphic>
          <a:graphicData uri="http://schemas.openxmlformats.org/presentationml/2006/ole">
            <p:oleObj spid="_x0000_s11271" r:id="rId12" imgW="3467417" imgH="597217" progId="Equation.3">
              <p:embed/>
            </p:oleObj>
          </a:graphicData>
        </a:graphic>
      </p:graphicFrame>
      <p:graphicFrame>
        <p:nvGraphicFramePr>
          <p:cNvPr id="13340" name="Object 28"/>
          <p:cNvGraphicFramePr>
            <a:graphicFrameLocks noChangeAspect="1"/>
          </p:cNvGraphicFramePr>
          <p:nvPr/>
        </p:nvGraphicFramePr>
        <p:xfrm>
          <a:off x="723900" y="4356100"/>
          <a:ext cx="762000" cy="446088"/>
        </p:xfrm>
        <a:graphic>
          <a:graphicData uri="http://schemas.openxmlformats.org/presentationml/2006/ole">
            <p:oleObj spid="_x0000_s11272" r:id="rId13" imgW="761986" imgH="444624" progId="Equation.3">
              <p:embed/>
            </p:oleObj>
          </a:graphicData>
        </a:graphic>
      </p:graphicFrame>
      <p:graphicFrame>
        <p:nvGraphicFramePr>
          <p:cNvPr id="13341" name="Object 29"/>
          <p:cNvGraphicFramePr>
            <a:graphicFrameLocks noChangeAspect="1"/>
          </p:cNvGraphicFramePr>
          <p:nvPr/>
        </p:nvGraphicFramePr>
        <p:xfrm>
          <a:off x="1828800" y="4854575"/>
          <a:ext cx="4610100" cy="685800"/>
        </p:xfrm>
        <a:graphic>
          <a:graphicData uri="http://schemas.openxmlformats.org/presentationml/2006/ole">
            <p:oleObj spid="_x0000_s11273" r:id="rId14" imgW="4610417" imgH="686117" progId="Equation.3">
              <p:embed/>
            </p:oleObj>
          </a:graphicData>
        </a:graphic>
      </p:graphicFrame>
      <p:sp>
        <p:nvSpPr>
          <p:cNvPr id="13342" name="AutoShape 30"/>
          <p:cNvSpPr>
            <a:spLocks/>
          </p:cNvSpPr>
          <p:nvPr/>
        </p:nvSpPr>
        <p:spPr bwMode="auto">
          <a:xfrm>
            <a:off x="2819400" y="1071563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3343" name="Object 31"/>
          <p:cNvGraphicFramePr>
            <a:graphicFrameLocks noChangeAspect="1"/>
          </p:cNvGraphicFramePr>
          <p:nvPr/>
        </p:nvGraphicFramePr>
        <p:xfrm>
          <a:off x="3048000" y="892175"/>
          <a:ext cx="1244600" cy="520700"/>
        </p:xfrm>
        <a:graphic>
          <a:graphicData uri="http://schemas.openxmlformats.org/presentationml/2006/ole">
            <p:oleObj spid="_x0000_s11274" r:id="rId15" imgW="1244377" imgH="520791" progId="Equation.3">
              <p:embed/>
            </p:oleObj>
          </a:graphicData>
        </a:graphic>
      </p:graphicFrame>
      <p:graphicFrame>
        <p:nvGraphicFramePr>
          <p:cNvPr id="13344" name="Object 32"/>
          <p:cNvGraphicFramePr>
            <a:graphicFrameLocks noChangeAspect="1"/>
          </p:cNvGraphicFramePr>
          <p:nvPr/>
        </p:nvGraphicFramePr>
        <p:xfrm>
          <a:off x="3048000" y="1671638"/>
          <a:ext cx="330200" cy="393700"/>
        </p:xfrm>
        <a:graphic>
          <a:graphicData uri="http://schemas.openxmlformats.org/presentationml/2006/ole">
            <p:oleObj spid="_x0000_s11275" r:id="rId16" imgW="330374" imgH="393846" progId="Equation.3">
              <p:embed/>
            </p:oleObj>
          </a:graphicData>
        </a:graphic>
      </p:graphicFrame>
      <p:graphicFrame>
        <p:nvGraphicFramePr>
          <p:cNvPr id="13345" name="Object 33"/>
          <p:cNvGraphicFramePr>
            <a:graphicFrameLocks noChangeAspect="1"/>
          </p:cNvGraphicFramePr>
          <p:nvPr/>
        </p:nvGraphicFramePr>
        <p:xfrm>
          <a:off x="4419600" y="842963"/>
          <a:ext cx="2286000" cy="584200"/>
        </p:xfrm>
        <a:graphic>
          <a:graphicData uri="http://schemas.openxmlformats.org/presentationml/2006/ole">
            <p:oleObj spid="_x0000_s11276" r:id="rId17" imgW="2285325" imgH="584264" progId="Equation.3">
              <p:embed/>
            </p:oleObj>
          </a:graphicData>
        </a:graphic>
      </p:graphicFrame>
      <p:graphicFrame>
        <p:nvGraphicFramePr>
          <p:cNvPr id="13346" name="Object 34"/>
          <p:cNvGraphicFramePr>
            <a:graphicFrameLocks noChangeAspect="1"/>
          </p:cNvGraphicFramePr>
          <p:nvPr/>
        </p:nvGraphicFramePr>
        <p:xfrm>
          <a:off x="4419600" y="1528763"/>
          <a:ext cx="2286000" cy="584200"/>
        </p:xfrm>
        <a:graphic>
          <a:graphicData uri="http://schemas.openxmlformats.org/presentationml/2006/ole">
            <p:oleObj spid="_x0000_s11277" r:id="rId18" imgW="2285325" imgH="584264" progId="Equation.3">
              <p:embed/>
            </p:oleObj>
          </a:graphicData>
        </a:graphic>
      </p:graphicFrame>
      <p:sp>
        <p:nvSpPr>
          <p:cNvPr id="13347" name="Text Box 35"/>
          <p:cNvSpPr txBox="1">
            <a:spLocks noChangeArrowheads="1"/>
          </p:cNvSpPr>
          <p:nvPr/>
        </p:nvSpPr>
        <p:spPr bwMode="auto">
          <a:xfrm>
            <a:off x="3962400" y="2971800"/>
            <a:ext cx="2368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与上半球面</a:t>
            </a:r>
          </a:p>
        </p:txBody>
      </p:sp>
      <p:sp>
        <p:nvSpPr>
          <p:cNvPr id="13348" name="Text Box 36"/>
          <p:cNvSpPr txBox="1">
            <a:spLocks noChangeArrowheads="1"/>
          </p:cNvSpPr>
          <p:nvPr/>
        </p:nvSpPr>
        <p:spPr bwMode="auto">
          <a:xfrm>
            <a:off x="298450" y="3567113"/>
            <a:ext cx="14541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交线为</a:t>
            </a:r>
          </a:p>
        </p:txBody>
      </p:sp>
      <p:sp>
        <p:nvSpPr>
          <p:cNvPr id="13349" name="Text Box 37"/>
          <p:cNvSpPr txBox="1">
            <a:spLocks noChangeArrowheads="1"/>
          </p:cNvSpPr>
          <p:nvPr/>
        </p:nvSpPr>
        <p:spPr bwMode="auto">
          <a:xfrm>
            <a:off x="1447800" y="4271963"/>
            <a:ext cx="525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为上半球面夹于锥面间的部分</a:t>
            </a:r>
            <a:r>
              <a:rPr lang="zh-CN" altLang="zh-CN"/>
              <a:t>, </a:t>
            </a:r>
          </a:p>
        </p:txBody>
      </p:sp>
      <p:sp>
        <p:nvSpPr>
          <p:cNvPr id="13350" name="Text Box 38"/>
          <p:cNvSpPr txBox="1">
            <a:spLocks noChangeArrowheads="1"/>
          </p:cNvSpPr>
          <p:nvPr/>
        </p:nvSpPr>
        <p:spPr bwMode="auto">
          <a:xfrm>
            <a:off x="6172200" y="4271963"/>
            <a:ext cx="2743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它在 </a:t>
            </a:r>
            <a:r>
              <a:rPr lang="zh-CN" altLang="zh-CN" i="1"/>
              <a:t>xOy </a:t>
            </a:r>
            <a:r>
              <a:rPr lang="zh-CN"/>
              <a:t>面上的</a:t>
            </a:r>
          </a:p>
        </p:txBody>
      </p:sp>
      <p:sp>
        <p:nvSpPr>
          <p:cNvPr id="13351" name="Text Box 39"/>
          <p:cNvSpPr txBox="1">
            <a:spLocks noChangeArrowheads="1"/>
          </p:cNvSpPr>
          <p:nvPr/>
        </p:nvSpPr>
        <p:spPr bwMode="auto">
          <a:xfrm>
            <a:off x="280988" y="4876800"/>
            <a:ext cx="1776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投影域为</a:t>
            </a:r>
          </a:p>
        </p:txBody>
      </p:sp>
      <p:sp>
        <p:nvSpPr>
          <p:cNvPr id="13352" name="Text Box 40"/>
          <p:cNvSpPr txBox="1">
            <a:spLocks noChangeArrowheads="1"/>
          </p:cNvSpPr>
          <p:nvPr/>
        </p:nvSpPr>
        <p:spPr bwMode="auto">
          <a:xfrm>
            <a:off x="6400800" y="4895850"/>
            <a:ext cx="628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则 </a:t>
            </a:r>
          </a:p>
        </p:txBody>
      </p:sp>
      <p:graphicFrame>
        <p:nvGraphicFramePr>
          <p:cNvPr id="13353" name="Object 41"/>
          <p:cNvGraphicFramePr>
            <a:graphicFrameLocks noChangeAspect="1"/>
          </p:cNvGraphicFramePr>
          <p:nvPr/>
        </p:nvGraphicFramePr>
        <p:xfrm>
          <a:off x="1860550" y="5461000"/>
          <a:ext cx="3187700" cy="774700"/>
        </p:xfrm>
        <a:graphic>
          <a:graphicData uri="http://schemas.openxmlformats.org/presentationml/2006/ole">
            <p:oleObj spid="_x0000_s11278" r:id="rId19" imgW="3186634" imgH="774681" progId="Equation.3">
              <p:embed/>
            </p:oleObj>
          </a:graphicData>
        </a:graphic>
      </p:graphicFrame>
      <p:graphicFrame>
        <p:nvGraphicFramePr>
          <p:cNvPr id="13354" name="Object 42"/>
          <p:cNvGraphicFramePr>
            <a:graphicFrameLocks noChangeAspect="1"/>
          </p:cNvGraphicFramePr>
          <p:nvPr/>
        </p:nvGraphicFramePr>
        <p:xfrm>
          <a:off x="8077200" y="620713"/>
          <a:ext cx="381000" cy="446087"/>
        </p:xfrm>
        <a:graphic>
          <a:graphicData uri="http://schemas.openxmlformats.org/presentationml/2006/ole">
            <p:oleObj spid="_x0000_s11279" r:id="rId20" imgW="381152" imgH="444624" progId="Equation.3">
              <p:embed/>
            </p:oleObj>
          </a:graphicData>
        </a:graphic>
      </p:graphicFrame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7162800" y="1422400"/>
            <a:ext cx="1057275" cy="227013"/>
            <a:chOff x="0" y="0"/>
            <a:chExt cx="865" cy="203"/>
          </a:xfrm>
        </p:grpSpPr>
        <p:sp>
          <p:nvSpPr>
            <p:cNvPr id="11302" name="Arc 44"/>
            <p:cNvSpPr>
              <a:spLocks/>
            </p:cNvSpPr>
            <p:nvPr/>
          </p:nvSpPr>
          <p:spPr bwMode="auto">
            <a:xfrm>
              <a:off x="3" y="0"/>
              <a:ext cx="862" cy="107"/>
            </a:xfrm>
            <a:custGeom>
              <a:avLst/>
              <a:gdLst>
                <a:gd name="T0" fmla="*/ 1 w 43200"/>
                <a:gd name="T1" fmla="*/ 95 h 25626"/>
                <a:gd name="T2" fmla="*/ 854 w 43200"/>
                <a:gd name="T3" fmla="*/ 107 h 25626"/>
                <a:gd name="T4" fmla="*/ 431 w 43200"/>
                <a:gd name="T5" fmla="*/ 9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3" name="Arc 45"/>
            <p:cNvSpPr>
              <a:spLocks/>
            </p:cNvSpPr>
            <p:nvPr/>
          </p:nvSpPr>
          <p:spPr bwMode="auto">
            <a:xfrm rot="10800000">
              <a:off x="0" y="96"/>
              <a:ext cx="862" cy="107"/>
            </a:xfrm>
            <a:custGeom>
              <a:avLst/>
              <a:gdLst>
                <a:gd name="T0" fmla="*/ 1 w 43200"/>
                <a:gd name="T1" fmla="*/ 95 h 25626"/>
                <a:gd name="T2" fmla="*/ 854 w 43200"/>
                <a:gd name="T3" fmla="*/ 107 h 25626"/>
                <a:gd name="T4" fmla="*/ 431 w 43200"/>
                <a:gd name="T5" fmla="*/ 90 h 2562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5626"/>
                <a:gd name="T11" fmla="*/ 43200 w 43200"/>
                <a:gd name="T12" fmla="*/ 25626 h 256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5626" fill="none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</a:path>
                <a:path w="43200" h="25626" stroke="0" extrusionOk="0">
                  <a:moveTo>
                    <a:pt x="28" y="22705"/>
                  </a:moveTo>
                  <a:cubicBezTo>
                    <a:pt x="9" y="22337"/>
                    <a:pt x="0" y="2196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2950"/>
                    <a:pt x="43073" y="24298"/>
                    <a:pt x="42821" y="25626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3358" name="Object 46"/>
          <p:cNvGraphicFramePr>
            <a:graphicFrameLocks noChangeAspect="1"/>
          </p:cNvGraphicFramePr>
          <p:nvPr/>
        </p:nvGraphicFramePr>
        <p:xfrm>
          <a:off x="7734300" y="1598613"/>
          <a:ext cx="723900" cy="631825"/>
        </p:xfrm>
        <a:graphic>
          <a:graphicData uri="http://schemas.openxmlformats.org/presentationml/2006/ole">
            <p:oleObj spid="_x0000_s11280" r:id="rId21" imgW="292164" imgH="254097" progId="Equation.3">
              <p:embed/>
            </p:oleObj>
          </a:graphicData>
        </a:graphic>
      </p:graphicFrame>
      <p:grpSp>
        <p:nvGrpSpPr>
          <p:cNvPr id="6" name="Group 47"/>
          <p:cNvGrpSpPr>
            <a:grpSpLocks/>
          </p:cNvGrpSpPr>
          <p:nvPr/>
        </p:nvGrpSpPr>
        <p:grpSpPr bwMode="auto">
          <a:xfrm>
            <a:off x="7162800" y="862013"/>
            <a:ext cx="1079500" cy="684212"/>
            <a:chOff x="0" y="0"/>
            <a:chExt cx="680" cy="431"/>
          </a:xfrm>
        </p:grpSpPr>
        <p:sp>
          <p:nvSpPr>
            <p:cNvPr id="11299" name="Arc 48"/>
            <p:cNvSpPr>
              <a:spLocks/>
            </p:cNvSpPr>
            <p:nvPr/>
          </p:nvSpPr>
          <p:spPr bwMode="auto">
            <a:xfrm>
              <a:off x="0" y="0"/>
              <a:ext cx="680" cy="431"/>
            </a:xfrm>
            <a:custGeom>
              <a:avLst/>
              <a:gdLst>
                <a:gd name="T0" fmla="*/ 0 w 31701"/>
                <a:gd name="T1" fmla="*/ 140 h 21600"/>
                <a:gd name="T2" fmla="*/ 680 w 31701"/>
                <a:gd name="T3" fmla="*/ 136 h 21600"/>
                <a:gd name="T4" fmla="*/ 342 w 31701"/>
                <a:gd name="T5" fmla="*/ 431 h 21600"/>
                <a:gd name="T6" fmla="*/ 0 60000 65536"/>
                <a:gd name="T7" fmla="*/ 0 60000 65536"/>
                <a:gd name="T8" fmla="*/ 0 60000 65536"/>
                <a:gd name="T9" fmla="*/ 0 w 31701"/>
                <a:gd name="T10" fmla="*/ 0 h 21600"/>
                <a:gd name="T11" fmla="*/ 31701 w 31701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01" h="21600" fill="none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</a:path>
                <a:path w="31701" h="21600" stroke="0" extrusionOk="0">
                  <a:moveTo>
                    <a:pt x="-1" y="7039"/>
                  </a:moveTo>
                  <a:cubicBezTo>
                    <a:pt x="4092" y="2555"/>
                    <a:pt x="9883" y="-1"/>
                    <a:pt x="15955" y="0"/>
                  </a:cubicBezTo>
                  <a:cubicBezTo>
                    <a:pt x="21919" y="0"/>
                    <a:pt x="27618" y="2466"/>
                    <a:pt x="31701" y="6814"/>
                  </a:cubicBezTo>
                  <a:lnTo>
                    <a:pt x="15955" y="21600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0" name="Arc 49"/>
            <p:cNvSpPr>
              <a:spLocks/>
            </p:cNvSpPr>
            <p:nvPr/>
          </p:nvSpPr>
          <p:spPr bwMode="auto">
            <a:xfrm>
              <a:off x="0" y="94"/>
              <a:ext cx="671" cy="48"/>
            </a:xfrm>
            <a:custGeom>
              <a:avLst/>
              <a:gdLst>
                <a:gd name="T0" fmla="*/ 0 w 43200"/>
                <a:gd name="T1" fmla="*/ 48 h 21600"/>
                <a:gd name="T2" fmla="*/ 671 w 43200"/>
                <a:gd name="T3" fmla="*/ 48 h 21600"/>
                <a:gd name="T4" fmla="*/ 336 w 43200"/>
                <a:gd name="T5" fmla="*/ 48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1" name="Arc 50"/>
            <p:cNvSpPr>
              <a:spLocks/>
            </p:cNvSpPr>
            <p:nvPr/>
          </p:nvSpPr>
          <p:spPr bwMode="auto">
            <a:xfrm rot="10800000">
              <a:off x="0" y="142"/>
              <a:ext cx="671" cy="48"/>
            </a:xfrm>
            <a:custGeom>
              <a:avLst/>
              <a:gdLst>
                <a:gd name="T0" fmla="*/ 0 w 43200"/>
                <a:gd name="T1" fmla="*/ 48 h 21600"/>
                <a:gd name="T2" fmla="*/ 671 w 43200"/>
                <a:gd name="T3" fmla="*/ 48 h 21600"/>
                <a:gd name="T4" fmla="*/ 336 w 43200"/>
                <a:gd name="T5" fmla="*/ 48 h 21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21600"/>
                <a:gd name="T11" fmla="*/ 43200 w 432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1600" fill="none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</a:path>
                <a:path w="43200" h="21600" stroke="0" extrusionOk="0">
                  <a:moveTo>
                    <a:pt x="0" y="21489"/>
                  </a:moveTo>
                  <a:cubicBezTo>
                    <a:pt x="61" y="9603"/>
                    <a:pt x="9713" y="-1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3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3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3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3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3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34" grpId="0" autoUpdateAnimBg="0"/>
      <p:bldP spid="13336" grpId="0" autoUpdateAnimBg="0"/>
      <p:bldP spid="13342" grpId="0" animBg="1"/>
      <p:bldP spid="13347" grpId="0" autoUpdateAnimBg="0"/>
      <p:bldP spid="13348" grpId="0" autoUpdateAnimBg="0"/>
      <p:bldP spid="13349" grpId="0" autoUpdateAnimBg="0"/>
      <p:bldP spid="13350" grpId="0" autoUpdateAnimBg="0"/>
      <p:bldP spid="13351" grpId="0" autoUpdateAnimBg="0"/>
      <p:bldP spid="1335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990600" y="304800"/>
          <a:ext cx="3149600" cy="723900"/>
        </p:xfrm>
        <a:graphic>
          <a:graphicData uri="http://schemas.openxmlformats.org/presentationml/2006/ole">
            <p:oleObj spid="_x0000_s12290" r:id="rId3" imgW="3148551" imgH="723903" progId="Equation.3">
              <p:embed/>
            </p:oleObj>
          </a:graphicData>
        </a:graphic>
      </p:graphicFrame>
      <p:graphicFrame>
        <p:nvGraphicFramePr>
          <p:cNvPr id="14339" name="Object 3"/>
          <p:cNvGraphicFramePr>
            <a:graphicFrameLocks noChangeAspect="1"/>
          </p:cNvGraphicFramePr>
          <p:nvPr/>
        </p:nvGraphicFramePr>
        <p:xfrm>
          <a:off x="1270000" y="1111250"/>
          <a:ext cx="2578100" cy="800100"/>
        </p:xfrm>
        <a:graphic>
          <a:graphicData uri="http://schemas.openxmlformats.org/presentationml/2006/ole">
            <p:oleObj spid="_x0000_s12291" r:id="rId4" imgW="2577299" imgH="800070" progId="Equation.3">
              <p:embed/>
            </p:oleObj>
          </a:graphicData>
        </a:graphic>
      </p:graphicFrame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1320800" y="1993900"/>
          <a:ext cx="4318000" cy="1041400"/>
        </p:xfrm>
        <a:graphic>
          <a:graphicData uri="http://schemas.openxmlformats.org/presentationml/2006/ole">
            <p:oleObj spid="_x0000_s12292" r:id="rId5" imgW="4316444" imgH="1041265" progId="Equation.3">
              <p:embed/>
            </p:oleObj>
          </a:graphicData>
        </a:graphic>
      </p:graphicFrame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1314450" y="3048000"/>
          <a:ext cx="2578100" cy="850900"/>
        </p:xfrm>
        <a:graphic>
          <a:graphicData uri="http://schemas.openxmlformats.org/presentationml/2006/ole">
            <p:oleObj spid="_x0000_s12293" r:id="rId6" imgW="2577299" imgH="850848" progId="Equation.3">
              <p:embed/>
            </p:oleObj>
          </a:graphicData>
        </a:graphic>
      </p:graphicFrame>
      <p:graphicFrame>
        <p:nvGraphicFramePr>
          <p:cNvPr id="14342" name="Object 6"/>
          <p:cNvGraphicFramePr>
            <a:graphicFrameLocks noChangeAspect="1"/>
          </p:cNvGraphicFramePr>
          <p:nvPr/>
        </p:nvGraphicFramePr>
        <p:xfrm>
          <a:off x="3898900" y="952500"/>
          <a:ext cx="2197100" cy="1028700"/>
        </p:xfrm>
        <a:graphic>
          <a:graphicData uri="http://schemas.openxmlformats.org/presentationml/2006/ole">
            <p:oleObj spid="_x0000_s12294" r:id="rId7" imgW="2197417" imgH="1029017" progId="Equation.3">
              <p:embed/>
            </p:oleObj>
          </a:graphicData>
        </a:graphic>
      </p:graphicFrame>
      <p:graphicFrame>
        <p:nvGraphicFramePr>
          <p:cNvPr id="14343" name="Object 7"/>
          <p:cNvGraphicFramePr>
            <a:graphicFrameLocks noChangeAspect="1"/>
          </p:cNvGraphicFramePr>
          <p:nvPr/>
        </p:nvGraphicFramePr>
        <p:xfrm>
          <a:off x="6134100" y="1187450"/>
          <a:ext cx="952500" cy="406400"/>
        </p:xfrm>
        <a:graphic>
          <a:graphicData uri="http://schemas.openxmlformats.org/presentationml/2006/ole">
            <p:oleObj spid="_x0000_s12295" r:id="rId8" imgW="951991" imgH="406365" progId="Equation.3">
              <p:embed/>
            </p:oleObj>
          </a:graphicData>
        </a:graphic>
      </p:graphicFrame>
      <p:sp>
        <p:nvSpPr>
          <p:cNvPr id="14344" name="Text Box 8"/>
          <p:cNvSpPr txBox="1">
            <a:spLocks noChangeArrowheads="1"/>
          </p:cNvSpPr>
          <p:nvPr/>
        </p:nvSpPr>
        <p:spPr bwMode="auto">
          <a:xfrm>
            <a:off x="533400" y="3900488"/>
            <a:ext cx="45735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b="1">
                <a:solidFill>
                  <a:schemeClr val="tx2"/>
                </a:solidFill>
              </a:rPr>
              <a:t>思考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</a:t>
            </a:r>
            <a:r>
              <a:rPr lang="zh-CN"/>
              <a:t>若例</a:t>
            </a:r>
            <a:r>
              <a:rPr lang="zh-CN" altLang="zh-CN"/>
              <a:t>3 </a:t>
            </a:r>
            <a:r>
              <a:rPr lang="zh-CN"/>
              <a:t>中被积函数改为</a:t>
            </a:r>
          </a:p>
        </p:txBody>
      </p:sp>
      <p:graphicFrame>
        <p:nvGraphicFramePr>
          <p:cNvPr id="14345" name="Object 9"/>
          <p:cNvGraphicFramePr>
            <a:graphicFrameLocks noChangeAspect="1"/>
          </p:cNvGraphicFramePr>
          <p:nvPr/>
        </p:nvGraphicFramePr>
        <p:xfrm>
          <a:off x="1524000" y="4902200"/>
          <a:ext cx="1689100" cy="406400"/>
        </p:xfrm>
        <a:graphic>
          <a:graphicData uri="http://schemas.openxmlformats.org/presentationml/2006/ole">
            <p:oleObj spid="_x0000_s12296" r:id="rId9" imgW="1687952" imgH="406365" progId="Equation.3">
              <p:embed/>
            </p:oleObj>
          </a:graphicData>
        </a:graphic>
      </p:graphicFrame>
      <p:sp>
        <p:nvSpPr>
          <p:cNvPr id="14346" name="AutoShape 10"/>
          <p:cNvSpPr>
            <a:spLocks/>
          </p:cNvSpPr>
          <p:nvPr/>
        </p:nvSpPr>
        <p:spPr bwMode="auto">
          <a:xfrm>
            <a:off x="3276600" y="4673600"/>
            <a:ext cx="152400" cy="838200"/>
          </a:xfrm>
          <a:prstGeom prst="leftBrace">
            <a:avLst>
              <a:gd name="adj1" fmla="val 45833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4347" name="Object 11"/>
          <p:cNvGraphicFramePr>
            <a:graphicFrameLocks noChangeAspect="1"/>
          </p:cNvGraphicFramePr>
          <p:nvPr/>
        </p:nvGraphicFramePr>
        <p:xfrm>
          <a:off x="3505200" y="4494213"/>
          <a:ext cx="1244600" cy="520700"/>
        </p:xfrm>
        <a:graphic>
          <a:graphicData uri="http://schemas.openxmlformats.org/presentationml/2006/ole">
            <p:oleObj spid="_x0000_s12297" r:id="rId10" imgW="1244377" imgH="520791" progId="Equation.3">
              <p:embed/>
            </p:oleObj>
          </a:graphicData>
        </a:graphic>
      </p:graphicFrame>
      <p:graphicFrame>
        <p:nvGraphicFramePr>
          <p:cNvPr id="14348" name="Object 12"/>
          <p:cNvGraphicFramePr>
            <a:graphicFrameLocks noChangeAspect="1"/>
          </p:cNvGraphicFramePr>
          <p:nvPr/>
        </p:nvGraphicFramePr>
        <p:xfrm>
          <a:off x="3505200" y="5273675"/>
          <a:ext cx="330200" cy="393700"/>
        </p:xfrm>
        <a:graphic>
          <a:graphicData uri="http://schemas.openxmlformats.org/presentationml/2006/ole">
            <p:oleObj spid="_x0000_s12298" r:id="rId11" imgW="330374" imgH="393846" progId="Equation.3">
              <p:embed/>
            </p:oleObj>
          </a:graphicData>
        </a:graphic>
      </p:graphicFrame>
      <p:graphicFrame>
        <p:nvGraphicFramePr>
          <p:cNvPr id="14349" name="Object 13"/>
          <p:cNvGraphicFramePr>
            <a:graphicFrameLocks noChangeAspect="1"/>
          </p:cNvGraphicFramePr>
          <p:nvPr/>
        </p:nvGraphicFramePr>
        <p:xfrm>
          <a:off x="4914900" y="4457700"/>
          <a:ext cx="2476500" cy="558800"/>
        </p:xfrm>
        <a:graphic>
          <a:graphicData uri="http://schemas.openxmlformats.org/presentationml/2006/ole">
            <p:oleObj spid="_x0000_s12299" r:id="rId12" imgW="2476817" imgH="559117" progId="Equation.3">
              <p:embed/>
            </p:oleObj>
          </a:graphicData>
        </a:graphic>
      </p:graphicFrame>
      <p:graphicFrame>
        <p:nvGraphicFramePr>
          <p:cNvPr id="14350" name="Object 14"/>
          <p:cNvGraphicFramePr>
            <a:graphicFrameLocks noChangeAspect="1"/>
          </p:cNvGraphicFramePr>
          <p:nvPr/>
        </p:nvGraphicFramePr>
        <p:xfrm>
          <a:off x="4914900" y="5143500"/>
          <a:ext cx="2476500" cy="558800"/>
        </p:xfrm>
        <a:graphic>
          <a:graphicData uri="http://schemas.openxmlformats.org/presentationml/2006/ole">
            <p:oleObj spid="_x0000_s12300" r:id="rId13" imgW="2476817" imgH="559117" progId="Equation.3">
              <p:embed/>
            </p:oleObj>
          </a:graphicData>
        </a:graphic>
      </p:graphicFrame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66688" y="5576888"/>
            <a:ext cx="26527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计算结果如何 </a:t>
            </a:r>
            <a:r>
              <a:rPr lang="zh-CN" altLang="zh-CN"/>
              <a:t>? </a:t>
            </a:r>
          </a:p>
        </p:txBody>
      </p:sp>
      <p:grpSp>
        <p:nvGrpSpPr>
          <p:cNvPr id="12310" name="Group 16"/>
          <p:cNvGrpSpPr>
            <a:grpSpLocks/>
          </p:cNvGrpSpPr>
          <p:nvPr/>
        </p:nvGrpSpPr>
        <p:grpSpPr bwMode="auto">
          <a:xfrm>
            <a:off x="6705600" y="1600200"/>
            <a:ext cx="1905000" cy="1981200"/>
            <a:chOff x="0" y="0"/>
            <a:chExt cx="1200" cy="1248"/>
          </a:xfrm>
        </p:grpSpPr>
        <p:grpSp>
          <p:nvGrpSpPr>
            <p:cNvPr id="12311" name="Group 17"/>
            <p:cNvGrpSpPr>
              <a:grpSpLocks/>
            </p:cNvGrpSpPr>
            <p:nvPr/>
          </p:nvGrpSpPr>
          <p:grpSpPr bwMode="auto">
            <a:xfrm>
              <a:off x="0" y="0"/>
              <a:ext cx="1200" cy="1248"/>
              <a:chOff x="0" y="0"/>
              <a:chExt cx="1200" cy="1248"/>
            </a:xfrm>
          </p:grpSpPr>
          <p:grpSp>
            <p:nvGrpSpPr>
              <p:cNvPr id="12319" name="Group 18"/>
              <p:cNvGrpSpPr>
                <a:grpSpLocks/>
              </p:cNvGrpSpPr>
              <p:nvPr/>
            </p:nvGrpSpPr>
            <p:grpSpPr bwMode="auto">
              <a:xfrm>
                <a:off x="0" y="0"/>
                <a:ext cx="1200" cy="1248"/>
                <a:chOff x="0" y="0"/>
                <a:chExt cx="1200" cy="1248"/>
              </a:xfrm>
            </p:grpSpPr>
            <p:sp>
              <p:nvSpPr>
                <p:cNvPr id="12320" name="Oval 19"/>
                <p:cNvSpPr>
                  <a:spLocks noChangeArrowheads="1"/>
                </p:cNvSpPr>
                <p:nvPr/>
              </p:nvSpPr>
              <p:spPr bwMode="auto">
                <a:xfrm>
                  <a:off x="48" y="288"/>
                  <a:ext cx="864" cy="864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99CC00"/>
                    </a:gs>
                    <a:gs pos="100000">
                      <a:srgbClr val="475E00"/>
                    </a:gs>
                  </a:gsLst>
                  <a:path path="shape">
                    <a:fillToRect l="50000" t="50000" r="50000" b="50000"/>
                  </a:path>
                </a:gradFill>
                <a:ln w="28575">
                  <a:solidFill>
                    <a:srgbClr val="33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1" name="Freeform 20"/>
                <p:cNvSpPr>
                  <a:spLocks/>
                </p:cNvSpPr>
                <p:nvPr/>
              </p:nvSpPr>
              <p:spPr bwMode="auto">
                <a:xfrm>
                  <a:off x="144" y="432"/>
                  <a:ext cx="672" cy="288"/>
                </a:xfrm>
                <a:custGeom>
                  <a:avLst/>
                  <a:gdLst>
                    <a:gd name="T0" fmla="*/ 0 w 672"/>
                    <a:gd name="T1" fmla="*/ 0 h 288"/>
                    <a:gd name="T2" fmla="*/ 336 w 672"/>
                    <a:gd name="T3" fmla="*/ 288 h 288"/>
                    <a:gd name="T4" fmla="*/ 672 w 672"/>
                    <a:gd name="T5" fmla="*/ 0 h 288"/>
                    <a:gd name="T6" fmla="*/ 0 60000 65536"/>
                    <a:gd name="T7" fmla="*/ 0 60000 65536"/>
                    <a:gd name="T8" fmla="*/ 0 60000 65536"/>
                    <a:gd name="T9" fmla="*/ 0 w 672"/>
                    <a:gd name="T10" fmla="*/ 0 h 288"/>
                    <a:gd name="T11" fmla="*/ 672 w 672"/>
                    <a:gd name="T12" fmla="*/ 288 h 28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72" h="288">
                      <a:moveTo>
                        <a:pt x="0" y="0"/>
                      </a:moveTo>
                      <a:lnTo>
                        <a:pt x="336" y="288"/>
                      </a:lnTo>
                      <a:lnTo>
                        <a:pt x="67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5E2F00"/>
                    </a:gs>
                    <a:gs pos="100000">
                      <a:srgbClr val="CC6600"/>
                    </a:gs>
                  </a:gsLst>
                  <a:lin ang="5400000" scaled="1"/>
                </a:gradFill>
                <a:ln w="19050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22" name="Oval 21"/>
                <p:cNvSpPr>
                  <a:spLocks noChangeArrowheads="1"/>
                </p:cNvSpPr>
                <p:nvPr/>
              </p:nvSpPr>
              <p:spPr bwMode="auto">
                <a:xfrm>
                  <a:off x="144" y="384"/>
                  <a:ext cx="672" cy="96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CC6600"/>
                    </a:gs>
                    <a:gs pos="100000">
                      <a:srgbClr val="5E2F00"/>
                    </a:gs>
                  </a:gsLst>
                  <a:lin ang="5400000" scaled="1"/>
                </a:gradFill>
                <a:ln w="9525">
                  <a:solidFill>
                    <a:srgbClr val="CC6600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pSp>
              <p:nvGrpSpPr>
                <p:cNvPr id="12323" name="Group 22"/>
                <p:cNvGrpSpPr>
                  <a:grpSpLocks/>
                </p:cNvGrpSpPr>
                <p:nvPr/>
              </p:nvGrpSpPr>
              <p:grpSpPr bwMode="auto">
                <a:xfrm>
                  <a:off x="144" y="48"/>
                  <a:ext cx="1008" cy="960"/>
                  <a:chOff x="0" y="0"/>
                  <a:chExt cx="1008" cy="960"/>
                </a:xfrm>
              </p:grpSpPr>
              <p:sp>
                <p:nvSpPr>
                  <p:cNvPr id="12324" name="Line 23"/>
                  <p:cNvSpPr>
                    <a:spLocks noChangeShapeType="1"/>
                  </p:cNvSpPr>
                  <p:nvPr/>
                </p:nvSpPr>
                <p:spPr bwMode="auto">
                  <a:xfrm>
                    <a:off x="336" y="672"/>
                    <a:ext cx="432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5" name="Line 24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6" y="240"/>
                    <a:ext cx="0" cy="43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6" name="Lin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92" y="672"/>
                    <a:ext cx="144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7" name="Line 2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6" y="0"/>
                    <a:ext cx="0" cy="24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8" name="Line 27"/>
                  <p:cNvSpPr>
                    <a:spLocks noChangeShapeType="1"/>
                  </p:cNvSpPr>
                  <p:nvPr/>
                </p:nvSpPr>
                <p:spPr bwMode="auto">
                  <a:xfrm>
                    <a:off x="768" y="672"/>
                    <a:ext cx="240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  <p:sp>
                <p:nvSpPr>
                  <p:cNvPr id="12329" name="Line 28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816"/>
                    <a:ext cx="192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 wrap="none" anchor="ctr"/>
                  <a:lstStyle/>
                  <a:p>
                    <a:endParaRPr lang="zh-CN" altLang="en-US"/>
                  </a:p>
                </p:txBody>
              </p:sp>
            </p:grpSp>
            <p:graphicFrame>
              <p:nvGraphicFramePr>
                <p:cNvPr id="12304" name="Object 29"/>
                <p:cNvGraphicFramePr>
                  <a:graphicFrameLocks noChangeAspect="1"/>
                </p:cNvGraphicFramePr>
                <p:nvPr/>
              </p:nvGraphicFramePr>
              <p:xfrm>
                <a:off x="0" y="1008"/>
                <a:ext cx="215" cy="240"/>
              </p:xfrm>
              <a:graphic>
                <a:graphicData uri="http://schemas.openxmlformats.org/presentationml/2006/ole">
                  <p:oleObj spid="_x0000_s12304" r:id="rId14" imgW="127042" imgH="139714" progId="Equation.3">
                    <p:embed/>
                  </p:oleObj>
                </a:graphicData>
              </a:graphic>
            </p:graphicFrame>
            <p:graphicFrame>
              <p:nvGraphicFramePr>
                <p:cNvPr id="12305" name="Object 30"/>
                <p:cNvGraphicFramePr>
                  <a:graphicFrameLocks noChangeAspect="1"/>
                </p:cNvGraphicFramePr>
                <p:nvPr/>
              </p:nvGraphicFramePr>
              <p:xfrm>
                <a:off x="480" y="0"/>
                <a:ext cx="215" cy="216"/>
              </p:xfrm>
              <a:graphic>
                <a:graphicData uri="http://schemas.openxmlformats.org/presentationml/2006/ole">
                  <p:oleObj spid="_x0000_s12305" r:id="rId15" imgW="127042" imgH="127042" progId="Equation.3">
                    <p:embed/>
                  </p:oleObj>
                </a:graphicData>
              </a:graphic>
            </p:graphicFrame>
            <p:graphicFrame>
              <p:nvGraphicFramePr>
                <p:cNvPr id="12306" name="Object 31"/>
                <p:cNvGraphicFramePr>
                  <a:graphicFrameLocks noChangeAspect="1"/>
                </p:cNvGraphicFramePr>
                <p:nvPr/>
              </p:nvGraphicFramePr>
              <p:xfrm>
                <a:off x="1002" y="727"/>
                <a:ext cx="198" cy="233"/>
              </p:xfrm>
              <a:graphic>
                <a:graphicData uri="http://schemas.openxmlformats.org/presentationml/2006/ole">
                  <p:oleObj spid="_x0000_s12306" r:id="rId16" imgW="139835" imgH="165202" progId="Equation.3">
                    <p:embed/>
                  </p:oleObj>
                </a:graphicData>
              </a:graphic>
            </p:graphicFrame>
          </p:grpSp>
          <p:graphicFrame>
            <p:nvGraphicFramePr>
              <p:cNvPr id="12303" name="Object 32"/>
              <p:cNvGraphicFramePr>
                <a:graphicFrameLocks noChangeAspect="1"/>
              </p:cNvGraphicFramePr>
              <p:nvPr/>
            </p:nvGraphicFramePr>
            <p:xfrm>
              <a:off x="240" y="651"/>
              <a:ext cx="192" cy="200"/>
            </p:xfrm>
            <a:graphic>
              <a:graphicData uri="http://schemas.openxmlformats.org/presentationml/2006/ole">
                <p:oleObj spid="_x0000_s12303" r:id="rId17" imgW="304853" imgH="317542" progId="Equation.3">
                  <p:embed/>
                </p:oleObj>
              </a:graphicData>
            </a:graphic>
          </p:graphicFrame>
        </p:grpSp>
        <p:graphicFrame>
          <p:nvGraphicFramePr>
            <p:cNvPr id="12301" name="Object 33"/>
            <p:cNvGraphicFramePr>
              <a:graphicFrameLocks noChangeAspect="1"/>
            </p:cNvGraphicFramePr>
            <p:nvPr/>
          </p:nvGraphicFramePr>
          <p:xfrm>
            <a:off x="720" y="138"/>
            <a:ext cx="240" cy="281"/>
          </p:xfrm>
          <a:graphic>
            <a:graphicData uri="http://schemas.openxmlformats.org/presentationml/2006/ole">
              <p:oleObj spid="_x0000_s12301" r:id="rId18" imgW="381152" imgH="444624" progId="Equation.3">
                <p:embed/>
              </p:oleObj>
            </a:graphicData>
          </a:graphic>
        </p:graphicFrame>
        <p:grpSp>
          <p:nvGrpSpPr>
            <p:cNvPr id="12312" name="Group 34"/>
            <p:cNvGrpSpPr>
              <a:grpSpLocks/>
            </p:cNvGrpSpPr>
            <p:nvPr/>
          </p:nvGrpSpPr>
          <p:grpSpPr bwMode="auto">
            <a:xfrm>
              <a:off x="144" y="643"/>
              <a:ext cx="666" cy="143"/>
              <a:chOff x="0" y="0"/>
              <a:chExt cx="865" cy="203"/>
            </a:xfrm>
          </p:grpSpPr>
          <p:sp>
            <p:nvSpPr>
              <p:cNvPr id="12317" name="Arc 35"/>
              <p:cNvSpPr>
                <a:spLocks/>
              </p:cNvSpPr>
              <p:nvPr/>
            </p:nvSpPr>
            <p:spPr bwMode="auto">
              <a:xfrm>
                <a:off x="3" y="0"/>
                <a:ext cx="862" cy="107"/>
              </a:xfrm>
              <a:custGeom>
                <a:avLst/>
                <a:gdLst>
                  <a:gd name="T0" fmla="*/ 1 w 43200"/>
                  <a:gd name="T1" fmla="*/ 95 h 25626"/>
                  <a:gd name="T2" fmla="*/ 854 w 43200"/>
                  <a:gd name="T3" fmla="*/ 107 h 25626"/>
                  <a:gd name="T4" fmla="*/ 431 w 43200"/>
                  <a:gd name="T5" fmla="*/ 9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8" name="Arc 36"/>
              <p:cNvSpPr>
                <a:spLocks/>
              </p:cNvSpPr>
              <p:nvPr/>
            </p:nvSpPr>
            <p:spPr bwMode="auto">
              <a:xfrm rot="10800000">
                <a:off x="0" y="96"/>
                <a:ext cx="862" cy="107"/>
              </a:xfrm>
              <a:custGeom>
                <a:avLst/>
                <a:gdLst>
                  <a:gd name="T0" fmla="*/ 1 w 43200"/>
                  <a:gd name="T1" fmla="*/ 95 h 25626"/>
                  <a:gd name="T2" fmla="*/ 854 w 43200"/>
                  <a:gd name="T3" fmla="*/ 107 h 25626"/>
                  <a:gd name="T4" fmla="*/ 431 w 43200"/>
                  <a:gd name="T5" fmla="*/ 90 h 25626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5626"/>
                  <a:gd name="T11" fmla="*/ 43200 w 43200"/>
                  <a:gd name="T12" fmla="*/ 25626 h 256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5626" fill="none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</a:path>
                  <a:path w="43200" h="25626" stroke="0" extrusionOk="0">
                    <a:moveTo>
                      <a:pt x="28" y="22705"/>
                    </a:moveTo>
                    <a:cubicBezTo>
                      <a:pt x="9" y="22337"/>
                      <a:pt x="0" y="21968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2950"/>
                      <a:pt x="43073" y="24298"/>
                      <a:pt x="42821" y="25626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2302" name="Object 37"/>
            <p:cNvGraphicFramePr>
              <a:graphicFrameLocks noChangeAspect="1"/>
            </p:cNvGraphicFramePr>
            <p:nvPr/>
          </p:nvGraphicFramePr>
          <p:xfrm>
            <a:off x="504" y="754"/>
            <a:ext cx="456" cy="398"/>
          </p:xfrm>
          <a:graphic>
            <a:graphicData uri="http://schemas.openxmlformats.org/presentationml/2006/ole">
              <p:oleObj spid="_x0000_s12302" r:id="rId19" imgW="292164" imgH="254097" progId="Equation.3">
                <p:embed/>
              </p:oleObj>
            </a:graphicData>
          </a:graphic>
        </p:graphicFrame>
        <p:grpSp>
          <p:nvGrpSpPr>
            <p:cNvPr id="12313" name="Group 38"/>
            <p:cNvGrpSpPr>
              <a:grpSpLocks/>
            </p:cNvGrpSpPr>
            <p:nvPr/>
          </p:nvGrpSpPr>
          <p:grpSpPr bwMode="auto">
            <a:xfrm>
              <a:off x="144" y="290"/>
              <a:ext cx="680" cy="431"/>
              <a:chOff x="0" y="0"/>
              <a:chExt cx="680" cy="431"/>
            </a:xfrm>
          </p:grpSpPr>
          <p:sp>
            <p:nvSpPr>
              <p:cNvPr id="12314" name="Arc 39"/>
              <p:cNvSpPr>
                <a:spLocks/>
              </p:cNvSpPr>
              <p:nvPr/>
            </p:nvSpPr>
            <p:spPr bwMode="auto">
              <a:xfrm>
                <a:off x="0" y="0"/>
                <a:ext cx="680" cy="431"/>
              </a:xfrm>
              <a:custGeom>
                <a:avLst/>
                <a:gdLst>
                  <a:gd name="T0" fmla="*/ 0 w 31701"/>
                  <a:gd name="T1" fmla="*/ 140 h 21600"/>
                  <a:gd name="T2" fmla="*/ 680 w 31701"/>
                  <a:gd name="T3" fmla="*/ 136 h 21600"/>
                  <a:gd name="T4" fmla="*/ 342 w 31701"/>
                  <a:gd name="T5" fmla="*/ 431 h 21600"/>
                  <a:gd name="T6" fmla="*/ 0 60000 65536"/>
                  <a:gd name="T7" fmla="*/ 0 60000 65536"/>
                  <a:gd name="T8" fmla="*/ 0 60000 65536"/>
                  <a:gd name="T9" fmla="*/ 0 w 31701"/>
                  <a:gd name="T10" fmla="*/ 0 h 21600"/>
                  <a:gd name="T11" fmla="*/ 31701 w 31701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01" h="21600" fill="none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</a:path>
                  <a:path w="31701" h="21600" stroke="0" extrusionOk="0">
                    <a:moveTo>
                      <a:pt x="-1" y="7039"/>
                    </a:moveTo>
                    <a:cubicBezTo>
                      <a:pt x="4092" y="2555"/>
                      <a:pt x="9883" y="-1"/>
                      <a:pt x="15955" y="0"/>
                    </a:cubicBezTo>
                    <a:cubicBezTo>
                      <a:pt x="21919" y="0"/>
                      <a:pt x="27618" y="2466"/>
                      <a:pt x="31701" y="6814"/>
                    </a:cubicBezTo>
                    <a:lnTo>
                      <a:pt x="15955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5" name="Arc 40"/>
              <p:cNvSpPr>
                <a:spLocks/>
              </p:cNvSpPr>
              <p:nvPr/>
            </p:nvSpPr>
            <p:spPr bwMode="auto">
              <a:xfrm>
                <a:off x="0" y="94"/>
                <a:ext cx="671" cy="48"/>
              </a:xfrm>
              <a:custGeom>
                <a:avLst/>
                <a:gdLst>
                  <a:gd name="T0" fmla="*/ 0 w 43200"/>
                  <a:gd name="T1" fmla="*/ 48 h 21600"/>
                  <a:gd name="T2" fmla="*/ 671 w 43200"/>
                  <a:gd name="T3" fmla="*/ 48 h 21600"/>
                  <a:gd name="T4" fmla="*/ 336 w 43200"/>
                  <a:gd name="T5" fmla="*/ 48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16" name="Arc 41"/>
              <p:cNvSpPr>
                <a:spLocks/>
              </p:cNvSpPr>
              <p:nvPr/>
            </p:nvSpPr>
            <p:spPr bwMode="auto">
              <a:xfrm rot="10800000">
                <a:off x="0" y="142"/>
                <a:ext cx="671" cy="48"/>
              </a:xfrm>
              <a:custGeom>
                <a:avLst/>
                <a:gdLst>
                  <a:gd name="T0" fmla="*/ 0 w 43200"/>
                  <a:gd name="T1" fmla="*/ 48 h 21600"/>
                  <a:gd name="T2" fmla="*/ 671 w 43200"/>
                  <a:gd name="T3" fmla="*/ 48 h 21600"/>
                  <a:gd name="T4" fmla="*/ 336 w 43200"/>
                  <a:gd name="T5" fmla="*/ 48 h 216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600"/>
                  <a:gd name="T11" fmla="*/ 43200 w 432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600" fill="none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</a:path>
                  <a:path w="43200" h="21600" stroke="0" extrusionOk="0">
                    <a:moveTo>
                      <a:pt x="0" y="21489"/>
                    </a:moveTo>
                    <a:cubicBezTo>
                      <a:pt x="61" y="9603"/>
                      <a:pt x="9713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3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4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43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4" grpId="0" build="p" autoUpdateAnimBg="0"/>
      <p:bldP spid="14346" grpId="0" animBg="1"/>
      <p:bldP spid="14351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04800"/>
            <a:ext cx="6629400" cy="6858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4.</a:t>
            </a:r>
            <a:r>
              <a:rPr lang="zh-CN" altLang="zh-CN" sz="2800" smtClean="0">
                <a:ea typeface="楷体_GB2312" pitchFamily="1" charset="-122"/>
              </a:rPr>
              <a:t> 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求半径为</a:t>
            </a:r>
            <a:r>
              <a:rPr lang="zh-CN" altLang="zh-CN" sz="2800" i="1" smtClean="0">
                <a:solidFill>
                  <a:schemeClr val="tx1"/>
                </a:solidFill>
                <a:ea typeface="楷体_GB2312" pitchFamily="1" charset="-122"/>
              </a:rPr>
              <a:t>R</a:t>
            </a:r>
            <a:r>
              <a:rPr lang="zh-CN" altLang="zh-CN" sz="2800" i="1" smtClean="0">
                <a:ea typeface="楷体_GB2312" pitchFamily="1" charset="-12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的均匀半球壳 </a:t>
            </a:r>
            <a:r>
              <a:rPr lang="zh-CN" sz="2800" i="1" smtClean="0">
                <a:solidFill>
                  <a:schemeClr val="tx1"/>
                </a:solidFill>
                <a:ea typeface="楷体_GB2312" pitchFamily="1" charset="-122"/>
                <a:sym typeface="Symbol" pitchFamily="18" charset="2"/>
              </a:rPr>
              <a:t>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  <a:sym typeface="Symbol" pitchFamily="18" charset="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的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质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心</a:t>
            </a:r>
            <a:r>
              <a:rPr lang="zh-CN" altLang="zh-CN" sz="2800" smtClean="0">
                <a:solidFill>
                  <a:schemeClr val="tx1"/>
                </a:solidFill>
                <a:ea typeface="楷体_GB2312" pitchFamily="1" charset="-122"/>
              </a:rPr>
              <a:t>.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609600" y="1031875"/>
            <a:ext cx="3810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 </a:t>
            </a:r>
            <a:r>
              <a:rPr lang="zh-CN"/>
              <a:t>设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的方程为</a:t>
            </a:r>
            <a:endParaRPr lang="zh-CN"/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3657600" y="990600"/>
          <a:ext cx="4673600" cy="647700"/>
        </p:xfrm>
        <a:graphic>
          <a:graphicData uri="http://schemas.openxmlformats.org/presentationml/2006/ole">
            <p:oleObj spid="_x0000_s13314" r:id="rId3" imgW="4673917" imgH="648017" progId="Equation.3">
              <p:embed/>
            </p:oleObj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609600" y="1611313"/>
            <a:ext cx="4648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利用对称性可知</a:t>
            </a:r>
            <a:r>
              <a:rPr lang="zh-CN" altLang="en-US"/>
              <a:t>质</a:t>
            </a:r>
            <a:r>
              <a:rPr lang="zh-CN"/>
              <a:t>心的坐标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5137150" y="1665288"/>
          <a:ext cx="1524000" cy="457200"/>
        </p:xfrm>
        <a:graphic>
          <a:graphicData uri="http://schemas.openxmlformats.org/presentationml/2006/ole">
            <p:oleObj spid="_x0000_s13315" r:id="rId4" imgW="1524317" imgH="457517" progId="Equation.3">
              <p:embed/>
            </p:oleObj>
          </a:graphicData>
        </a:graphic>
      </p:graphicFrame>
      <p:sp>
        <p:nvSpPr>
          <p:cNvPr id="15367" name="Text Box 7"/>
          <p:cNvSpPr txBox="1">
            <a:spLocks noChangeArrowheads="1"/>
          </p:cNvSpPr>
          <p:nvPr/>
        </p:nvSpPr>
        <p:spPr bwMode="auto">
          <a:xfrm>
            <a:off x="6553200" y="1600200"/>
            <a:ext cx="609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而</a:t>
            </a:r>
          </a:p>
        </p:txBody>
      </p:sp>
      <p:graphicFrame>
        <p:nvGraphicFramePr>
          <p:cNvPr id="15368" name="Object 8"/>
          <p:cNvGraphicFramePr>
            <a:graphicFrameLocks noChangeAspect="1"/>
          </p:cNvGraphicFramePr>
          <p:nvPr/>
        </p:nvGraphicFramePr>
        <p:xfrm>
          <a:off x="1524000" y="2547938"/>
          <a:ext cx="2108200" cy="850900"/>
        </p:xfrm>
        <a:graphic>
          <a:graphicData uri="http://schemas.openxmlformats.org/presentationml/2006/ole">
            <p:oleObj spid="_x0000_s13316" r:id="rId5" imgW="2107602" imgH="850848" progId="Equation.3">
              <p:embed/>
            </p:oleObj>
          </a:graphicData>
        </a:graphic>
      </p:graphicFrame>
      <p:graphicFrame>
        <p:nvGraphicFramePr>
          <p:cNvPr id="15369" name="Object 9"/>
          <p:cNvGraphicFramePr>
            <a:graphicFrameLocks noChangeAspect="1"/>
          </p:cNvGraphicFramePr>
          <p:nvPr/>
        </p:nvGraphicFramePr>
        <p:xfrm>
          <a:off x="1828800" y="4343400"/>
          <a:ext cx="4362450" cy="925513"/>
        </p:xfrm>
        <a:graphic>
          <a:graphicData uri="http://schemas.openxmlformats.org/presentationml/2006/ole">
            <p:oleObj spid="_x0000_s13317" r:id="rId6" imgW="4343717" imgH="927417" progId="Equation.3">
              <p:embed/>
            </p:oleObj>
          </a:graphicData>
        </a:graphic>
      </p:graphicFrame>
      <p:graphicFrame>
        <p:nvGraphicFramePr>
          <p:cNvPr id="15370" name="Object 10"/>
          <p:cNvGraphicFramePr>
            <a:graphicFrameLocks noChangeAspect="1"/>
          </p:cNvGraphicFramePr>
          <p:nvPr/>
        </p:nvGraphicFramePr>
        <p:xfrm>
          <a:off x="6248400" y="4235450"/>
          <a:ext cx="1905000" cy="1079500"/>
        </p:xfrm>
        <a:graphic>
          <a:graphicData uri="http://schemas.openxmlformats.org/presentationml/2006/ole">
            <p:oleObj spid="_x0000_s13318" r:id="rId7" imgW="1905317" imgH="1079817" progId="Equation.3">
              <p:embed/>
            </p:oleObj>
          </a:graphicData>
        </a:graphic>
      </p:graphicFrame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4800600" y="2209800"/>
            <a:ext cx="2057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用球面坐标</a:t>
            </a:r>
          </a:p>
        </p:txBody>
      </p:sp>
      <p:graphicFrame>
        <p:nvGraphicFramePr>
          <p:cNvPr id="15372" name="Object 12"/>
          <p:cNvGraphicFramePr>
            <a:graphicFrameLocks noChangeAspect="1"/>
          </p:cNvGraphicFramePr>
          <p:nvPr/>
        </p:nvGraphicFramePr>
        <p:xfrm>
          <a:off x="5003800" y="2832100"/>
          <a:ext cx="1511300" cy="368300"/>
        </p:xfrm>
        <a:graphic>
          <a:graphicData uri="http://schemas.openxmlformats.org/presentationml/2006/ole">
            <p:oleObj spid="_x0000_s13319" r:id="rId8" imgW="1511617" imgH="368617" progId="Equation.3">
              <p:embed/>
            </p:oleObj>
          </a:graphicData>
        </a:graphic>
      </p:graphicFrame>
      <p:graphicFrame>
        <p:nvGraphicFramePr>
          <p:cNvPr id="15373" name="Object 13"/>
          <p:cNvGraphicFramePr>
            <a:graphicFrameLocks noChangeAspect="1"/>
          </p:cNvGraphicFramePr>
          <p:nvPr/>
        </p:nvGraphicFramePr>
        <p:xfrm>
          <a:off x="4959350" y="3219450"/>
          <a:ext cx="2794000" cy="508000"/>
        </p:xfrm>
        <a:graphic>
          <a:graphicData uri="http://schemas.openxmlformats.org/presentationml/2006/ole">
            <p:oleObj spid="_x0000_s13320" r:id="rId9" imgW="2794317" imgH="508317" progId="Equation.3">
              <p:embed/>
            </p:oleObj>
          </a:graphicData>
        </a:graphic>
      </p:graphicFrame>
      <p:graphicFrame>
        <p:nvGraphicFramePr>
          <p:cNvPr id="15374" name="Object 14"/>
          <p:cNvGraphicFramePr>
            <a:graphicFrameLocks noChangeAspect="1"/>
          </p:cNvGraphicFramePr>
          <p:nvPr/>
        </p:nvGraphicFramePr>
        <p:xfrm>
          <a:off x="2273300" y="3048000"/>
          <a:ext cx="1079500" cy="723900"/>
        </p:xfrm>
        <a:graphic>
          <a:graphicData uri="http://schemas.openxmlformats.org/presentationml/2006/ole">
            <p:oleObj spid="_x0000_s13321" r:id="rId10" imgW="1079349" imgH="723903" progId="Equation.3">
              <p:embed/>
            </p:oleObj>
          </a:graphicData>
        </a:graphic>
      </p:graphicFrame>
      <p:graphicFrame>
        <p:nvGraphicFramePr>
          <p:cNvPr id="15375" name="Object 15"/>
          <p:cNvGraphicFramePr>
            <a:graphicFrameLocks noChangeAspect="1"/>
          </p:cNvGraphicFramePr>
          <p:nvPr/>
        </p:nvGraphicFramePr>
        <p:xfrm>
          <a:off x="2197100" y="2286000"/>
          <a:ext cx="1333500" cy="723900"/>
        </p:xfrm>
        <a:graphic>
          <a:graphicData uri="http://schemas.openxmlformats.org/presentationml/2006/ole">
            <p:oleObj spid="_x0000_s13322" r:id="rId11" imgW="1333238" imgH="723903" progId="Equation.3">
              <p:embed/>
            </p:oleObj>
          </a:graphicData>
        </a:graphic>
      </p:graphicFrame>
      <p:graphicFrame>
        <p:nvGraphicFramePr>
          <p:cNvPr id="15376" name="Object 16"/>
          <p:cNvGraphicFramePr>
            <a:graphicFrameLocks noChangeAspect="1"/>
          </p:cNvGraphicFramePr>
          <p:nvPr/>
        </p:nvGraphicFramePr>
        <p:xfrm>
          <a:off x="2279650" y="3930650"/>
          <a:ext cx="3924300" cy="876300"/>
        </p:xfrm>
        <a:graphic>
          <a:graphicData uri="http://schemas.openxmlformats.org/presentationml/2006/ole">
            <p:oleObj spid="_x0000_s13323" r:id="rId12" imgW="3924617" imgH="876617" progId="Equation.3">
              <p:embed/>
            </p:oleObj>
          </a:graphicData>
        </a:graphic>
      </p:graphicFrame>
      <p:graphicFrame>
        <p:nvGraphicFramePr>
          <p:cNvPr id="15377" name="Object 17"/>
          <p:cNvGraphicFramePr>
            <a:graphicFrameLocks noChangeAspect="1"/>
          </p:cNvGraphicFramePr>
          <p:nvPr/>
        </p:nvGraphicFramePr>
        <p:xfrm>
          <a:off x="2603500" y="4832350"/>
          <a:ext cx="2946400" cy="876300"/>
        </p:xfrm>
        <a:graphic>
          <a:graphicData uri="http://schemas.openxmlformats.org/presentationml/2006/ole">
            <p:oleObj spid="_x0000_s13324" r:id="rId13" imgW="2946717" imgH="876617" progId="Equation.3">
              <p:embed/>
            </p:oleObj>
          </a:graphicData>
        </a:graphic>
      </p:graphicFrame>
      <p:sp>
        <p:nvSpPr>
          <p:cNvPr id="15378" name="Rectangle 18"/>
          <p:cNvSpPr>
            <a:spLocks noChangeArrowheads="1"/>
          </p:cNvSpPr>
          <p:nvPr/>
        </p:nvSpPr>
        <p:spPr bwMode="auto">
          <a:xfrm>
            <a:off x="609600" y="5715000"/>
            <a:ext cx="63246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思考题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 </a:t>
            </a:r>
            <a:r>
              <a:rPr lang="zh-CN"/>
              <a:t>例 </a:t>
            </a:r>
            <a:r>
              <a:rPr lang="zh-CN" altLang="zh-CN"/>
              <a:t>3 </a:t>
            </a:r>
            <a:r>
              <a:rPr lang="zh-CN"/>
              <a:t>是否可用球面坐标计算</a:t>
            </a:r>
            <a:r>
              <a:rPr lang="zh-CN">
                <a:ea typeface="仿宋_GB2312" pitchFamily="1" charset="-122"/>
              </a:rPr>
              <a:t> </a:t>
            </a:r>
            <a:r>
              <a:rPr lang="zh-CN" altLang="zh-CN">
                <a:ea typeface="仿宋_GB2312" pitchFamily="1" charset="-122"/>
              </a:rPr>
              <a:t>?</a:t>
            </a:r>
          </a:p>
        </p:txBody>
      </p:sp>
      <p:sp>
        <p:nvSpPr>
          <p:cNvPr id="15379" name="Rectangle 19"/>
          <p:cNvSpPr>
            <a:spLocks noChangeArrowheads="1"/>
          </p:cNvSpPr>
          <p:nvPr/>
        </p:nvSpPr>
        <p:spPr bwMode="auto">
          <a:xfrm>
            <a:off x="4724400" y="2209800"/>
            <a:ext cx="3200400" cy="1600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autoUpdateAnimBg="0"/>
      <p:bldP spid="15365" grpId="0" autoUpdateAnimBg="0"/>
      <p:bldP spid="15367" grpId="0" autoUpdateAnimBg="0"/>
      <p:bldP spid="15371" grpId="0" autoUpdateAnimBg="0"/>
      <p:bldP spid="15378" grpId="0" autoUpdateAnimBg="0"/>
      <p:bldP spid="1537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7" name="Rectangle 2"/>
          <p:cNvSpPr>
            <a:spLocks noGrp="1" noChangeArrowheads="1"/>
          </p:cNvSpPr>
          <p:nvPr>
            <p:ph type="title"/>
          </p:nvPr>
        </p:nvSpPr>
        <p:spPr>
          <a:xfrm>
            <a:off x="639763" y="512763"/>
            <a:ext cx="2209800" cy="6096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5.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计算</a:t>
            </a:r>
            <a:endParaRPr lang="zh-CN" sz="2800" b="1" smtClean="0">
              <a:ea typeface="楷体_GB2312" pitchFamily="1" charset="-122"/>
            </a:endParaRPr>
          </a:p>
        </p:txBody>
      </p:sp>
      <p:graphicFrame>
        <p:nvGraphicFramePr>
          <p:cNvPr id="14338" name="Object 3"/>
          <p:cNvGraphicFramePr>
            <a:graphicFrameLocks noChangeAspect="1"/>
          </p:cNvGraphicFramePr>
          <p:nvPr/>
        </p:nvGraphicFramePr>
        <p:xfrm>
          <a:off x="2146300" y="412750"/>
          <a:ext cx="3289300" cy="927100"/>
        </p:xfrm>
        <a:graphic>
          <a:graphicData uri="http://schemas.openxmlformats.org/presentationml/2006/ole">
            <p:oleObj spid="_x0000_s14338" r:id="rId3" imgW="3289617" imgH="927417" progId="Equation.3">
              <p:embed/>
            </p:oleObj>
          </a:graphicData>
        </a:graphic>
      </p:graphicFrame>
      <p:graphicFrame>
        <p:nvGraphicFramePr>
          <p:cNvPr id="14339" name="Object 4"/>
          <p:cNvGraphicFramePr>
            <a:graphicFrameLocks noChangeAspect="1"/>
          </p:cNvGraphicFramePr>
          <p:nvPr/>
        </p:nvGraphicFramePr>
        <p:xfrm>
          <a:off x="5562600" y="571500"/>
          <a:ext cx="3263900" cy="520700"/>
        </p:xfrm>
        <a:graphic>
          <a:graphicData uri="http://schemas.openxmlformats.org/presentationml/2006/ole">
            <p:oleObj spid="_x0000_s14339" r:id="rId4" imgW="3262801" imgH="520791" progId="Equation.3">
              <p:embed/>
            </p:oleObj>
          </a:graphicData>
        </a:graphic>
      </p:graphicFrame>
      <p:sp>
        <p:nvSpPr>
          <p:cNvPr id="16389" name="Text Box 5"/>
          <p:cNvSpPr txBox="1">
            <a:spLocks noChangeArrowheads="1"/>
          </p:cNvSpPr>
          <p:nvPr/>
        </p:nvSpPr>
        <p:spPr bwMode="auto">
          <a:xfrm>
            <a:off x="609600" y="1327150"/>
            <a:ext cx="3962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 </a:t>
            </a:r>
            <a:r>
              <a:rPr lang="zh-CN"/>
              <a:t>取球面坐标系</a:t>
            </a:r>
            <a:r>
              <a:rPr lang="zh-CN" altLang="zh-CN"/>
              <a:t>, </a:t>
            </a:r>
            <a:r>
              <a:rPr lang="zh-CN"/>
              <a:t>则</a:t>
            </a:r>
          </a:p>
        </p:txBody>
      </p:sp>
      <p:graphicFrame>
        <p:nvGraphicFramePr>
          <p:cNvPr id="16390" name="Object 6"/>
          <p:cNvGraphicFramePr>
            <a:graphicFrameLocks noChangeAspect="1"/>
          </p:cNvGraphicFramePr>
          <p:nvPr/>
        </p:nvGraphicFramePr>
        <p:xfrm>
          <a:off x="4038600" y="1403350"/>
          <a:ext cx="1727200" cy="393700"/>
        </p:xfrm>
        <a:graphic>
          <a:graphicData uri="http://schemas.openxmlformats.org/presentationml/2006/ole">
            <p:oleObj spid="_x0000_s14340" r:id="rId5" imgW="1726768" imgH="393846" progId="Equation.3">
              <p:embed/>
            </p:oleObj>
          </a:graphicData>
        </a:graphic>
      </p:graphicFrame>
      <p:graphicFrame>
        <p:nvGraphicFramePr>
          <p:cNvPr id="16391" name="Object 7"/>
          <p:cNvGraphicFramePr>
            <a:graphicFrameLocks noChangeAspect="1"/>
          </p:cNvGraphicFramePr>
          <p:nvPr/>
        </p:nvGraphicFramePr>
        <p:xfrm>
          <a:off x="1600200" y="2954338"/>
          <a:ext cx="495300" cy="304800"/>
        </p:xfrm>
        <a:graphic>
          <a:graphicData uri="http://schemas.openxmlformats.org/presentationml/2006/ole">
            <p:oleObj spid="_x0000_s14341" r:id="rId6" imgW="495187" imgH="304853" progId="Equation.3">
              <p:embed/>
            </p:oleObj>
          </a:graphicData>
        </a:graphic>
      </p:graphicFrame>
      <p:graphicFrame>
        <p:nvGraphicFramePr>
          <p:cNvPr id="16392" name="Object 8"/>
          <p:cNvGraphicFramePr>
            <a:graphicFrameLocks noChangeAspect="1"/>
          </p:cNvGraphicFramePr>
          <p:nvPr/>
        </p:nvGraphicFramePr>
        <p:xfrm>
          <a:off x="1892300" y="3752850"/>
          <a:ext cx="3352800" cy="1193800"/>
        </p:xfrm>
        <a:graphic>
          <a:graphicData uri="http://schemas.openxmlformats.org/presentationml/2006/ole">
            <p:oleObj spid="_x0000_s14342" r:id="rId7" imgW="3353117" imgH="1194117" progId="Equation.3">
              <p:embed/>
            </p:oleObj>
          </a:graphicData>
        </a:graphic>
      </p:graphicFrame>
      <p:graphicFrame>
        <p:nvGraphicFramePr>
          <p:cNvPr id="16393" name="Object 9"/>
          <p:cNvGraphicFramePr>
            <a:graphicFrameLocks noChangeAspect="1"/>
          </p:cNvGraphicFramePr>
          <p:nvPr/>
        </p:nvGraphicFramePr>
        <p:xfrm>
          <a:off x="1930400" y="5016500"/>
          <a:ext cx="2260600" cy="850900"/>
        </p:xfrm>
        <a:graphic>
          <a:graphicData uri="http://schemas.openxmlformats.org/presentationml/2006/ole">
            <p:oleObj spid="_x0000_s14343" r:id="rId8" imgW="2259936" imgH="850848" progId="Equation.3">
              <p:embed/>
            </p:oleObj>
          </a:graphicData>
        </a:graphic>
      </p:graphicFrame>
      <p:graphicFrame>
        <p:nvGraphicFramePr>
          <p:cNvPr id="16394" name="Object 10"/>
          <p:cNvGraphicFramePr>
            <a:graphicFrameLocks noChangeAspect="1"/>
          </p:cNvGraphicFramePr>
          <p:nvPr/>
        </p:nvGraphicFramePr>
        <p:xfrm>
          <a:off x="2139950" y="1943100"/>
          <a:ext cx="2794000" cy="508000"/>
        </p:xfrm>
        <a:graphic>
          <a:graphicData uri="http://schemas.openxmlformats.org/presentationml/2006/ole">
            <p:oleObj spid="_x0000_s14344" r:id="rId9" imgW="2794317" imgH="508317" progId="Equation.3">
              <p:embed/>
            </p:oleObj>
          </a:graphicData>
        </a:graphic>
      </p:graphicFrame>
      <p:graphicFrame>
        <p:nvGraphicFramePr>
          <p:cNvPr id="16395" name="Object 11"/>
          <p:cNvGraphicFramePr>
            <a:graphicFrameLocks noChangeAspect="1"/>
          </p:cNvGraphicFramePr>
          <p:nvPr/>
        </p:nvGraphicFramePr>
        <p:xfrm>
          <a:off x="2838450" y="2533650"/>
          <a:ext cx="2374900" cy="1193800"/>
        </p:xfrm>
        <a:graphic>
          <a:graphicData uri="http://schemas.openxmlformats.org/presentationml/2006/ole">
            <p:oleObj spid="_x0000_s14345" r:id="rId10" imgW="2375217" imgH="1194117" progId="Equation.3">
              <p:embed/>
            </p:oleObj>
          </a:graphicData>
        </a:graphic>
      </p:graphicFrame>
      <p:graphicFrame>
        <p:nvGraphicFramePr>
          <p:cNvPr id="16396" name="Object 12"/>
          <p:cNvGraphicFramePr>
            <a:graphicFrameLocks noChangeAspect="1"/>
          </p:cNvGraphicFramePr>
          <p:nvPr/>
        </p:nvGraphicFramePr>
        <p:xfrm>
          <a:off x="2044700" y="2559050"/>
          <a:ext cx="762000" cy="1193800"/>
        </p:xfrm>
        <a:graphic>
          <a:graphicData uri="http://schemas.openxmlformats.org/presentationml/2006/ole">
            <p:oleObj spid="_x0000_s14346" r:id="rId11" imgW="761986" imgH="1193599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9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7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92113" y="398463"/>
            <a:ext cx="1905000" cy="592137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6. 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计算</a:t>
            </a:r>
            <a:endParaRPr lang="zh-CN" sz="2800" smtClean="0">
              <a:ea typeface="楷体_GB2312" pitchFamily="1" charset="-122"/>
            </a:endParaRPr>
          </a:p>
        </p:txBody>
      </p:sp>
      <p:graphicFrame>
        <p:nvGraphicFramePr>
          <p:cNvPr id="15362" name="Object 3"/>
          <p:cNvGraphicFramePr>
            <a:graphicFrameLocks noChangeAspect="1"/>
          </p:cNvGraphicFramePr>
          <p:nvPr/>
        </p:nvGraphicFramePr>
        <p:xfrm>
          <a:off x="2055813" y="431800"/>
          <a:ext cx="3162300" cy="723900"/>
        </p:xfrm>
        <a:graphic>
          <a:graphicData uri="http://schemas.openxmlformats.org/presentationml/2006/ole">
            <p:oleObj spid="_x0000_s15362" r:id="rId3" imgW="3161245" imgH="723903" progId="Equation.3">
              <p:embed/>
            </p:oleObj>
          </a:graphicData>
        </a:graphic>
      </p:graphicFrame>
      <p:sp>
        <p:nvSpPr>
          <p:cNvPr id="15378" name="Text Box 4"/>
          <p:cNvSpPr txBox="1">
            <a:spLocks noChangeArrowheads="1"/>
          </p:cNvSpPr>
          <p:nvPr/>
        </p:nvSpPr>
        <p:spPr bwMode="auto">
          <a:xfrm>
            <a:off x="5192713" y="450850"/>
            <a:ext cx="2514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其中 </a:t>
            </a:r>
            <a:r>
              <a:rPr lang="zh-CN" i="1">
                <a:solidFill>
                  <a:schemeClr val="tx2"/>
                </a:solidFill>
                <a:sym typeface="Symbol" pitchFamily="18" charset="2"/>
              </a:rPr>
              <a:t>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是球面</a:t>
            </a:r>
            <a:endParaRPr lang="zh-CN">
              <a:solidFill>
                <a:schemeClr val="tx2"/>
              </a:solidFill>
              <a:sym typeface="Symbol" pitchFamily="18" charset="2"/>
            </a:endParaRPr>
          </a:p>
        </p:txBody>
      </p:sp>
      <p:graphicFrame>
        <p:nvGraphicFramePr>
          <p:cNvPr id="15363" name="Object 5"/>
          <p:cNvGraphicFramePr>
            <a:graphicFrameLocks noChangeAspect="1"/>
          </p:cNvGraphicFramePr>
          <p:nvPr/>
        </p:nvGraphicFramePr>
        <p:xfrm>
          <a:off x="7631113" y="436563"/>
          <a:ext cx="1143000" cy="533400"/>
        </p:xfrm>
        <a:graphic>
          <a:graphicData uri="http://schemas.openxmlformats.org/presentationml/2006/ole">
            <p:oleObj spid="_x0000_s15363" r:id="rId4" imgW="1142821" imgH="533486" progId="Equation.3">
              <p:embed/>
            </p:oleObj>
          </a:graphicData>
        </a:graphic>
      </p:graphicFrame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468313" y="2238375"/>
            <a:ext cx="2743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利用对称性可知</a:t>
            </a:r>
          </a:p>
        </p:txBody>
      </p:sp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3121025" y="2217738"/>
          <a:ext cx="4999038" cy="723900"/>
        </p:xfrm>
        <a:graphic>
          <a:graphicData uri="http://schemas.openxmlformats.org/presentationml/2006/ole">
            <p:oleObj spid="_x0000_s15364" r:id="rId5" imgW="5001946" imgH="723903" progId="Equation.3">
              <p:embed/>
            </p:oleObj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1579563" y="3898900"/>
          <a:ext cx="4419600" cy="723900"/>
        </p:xfrm>
        <a:graphic>
          <a:graphicData uri="http://schemas.openxmlformats.org/presentationml/2006/ole">
            <p:oleObj spid="_x0000_s15365" r:id="rId6" imgW="4418000" imgH="723903" progId="Equation.3">
              <p:embed/>
            </p:oleObj>
          </a:graphicData>
        </a:graphic>
      </p:graphicFrame>
      <p:graphicFrame>
        <p:nvGraphicFramePr>
          <p:cNvPr id="17417" name="Object 9"/>
          <p:cNvGraphicFramePr>
            <a:graphicFrameLocks noChangeAspect="1"/>
          </p:cNvGraphicFramePr>
          <p:nvPr/>
        </p:nvGraphicFramePr>
        <p:xfrm>
          <a:off x="531813" y="2971800"/>
          <a:ext cx="4597400" cy="850900"/>
        </p:xfrm>
        <a:graphic>
          <a:graphicData uri="http://schemas.openxmlformats.org/presentationml/2006/ole">
            <p:oleObj spid="_x0000_s15366" r:id="rId7" imgW="4595722" imgH="850848" progId="Equation.3">
              <p:embed/>
            </p:oleObj>
          </a:graphicData>
        </a:graphic>
      </p:graphicFrame>
      <p:graphicFrame>
        <p:nvGraphicFramePr>
          <p:cNvPr id="17418" name="Object 10"/>
          <p:cNvGraphicFramePr>
            <a:graphicFrameLocks noChangeAspect="1"/>
          </p:cNvGraphicFramePr>
          <p:nvPr/>
        </p:nvGraphicFramePr>
        <p:xfrm>
          <a:off x="5224463" y="2971800"/>
          <a:ext cx="3175000" cy="850900"/>
        </p:xfrm>
        <a:graphic>
          <a:graphicData uri="http://schemas.openxmlformats.org/presentationml/2006/ole">
            <p:oleObj spid="_x0000_s15367" r:id="rId8" imgW="3173940" imgH="850848" progId="Equation.3">
              <p:embed/>
            </p:oleObj>
          </a:graphicData>
        </a:graphic>
      </p:graphicFrame>
      <p:graphicFrame>
        <p:nvGraphicFramePr>
          <p:cNvPr id="17419" name="Object 11"/>
          <p:cNvGraphicFramePr>
            <a:graphicFrameLocks noChangeAspect="1"/>
          </p:cNvGraphicFramePr>
          <p:nvPr/>
        </p:nvGraphicFramePr>
        <p:xfrm>
          <a:off x="1344613" y="4843463"/>
          <a:ext cx="1739900" cy="723900"/>
        </p:xfrm>
        <a:graphic>
          <a:graphicData uri="http://schemas.openxmlformats.org/presentationml/2006/ole">
            <p:oleObj spid="_x0000_s15368" r:id="rId9" imgW="1739462" imgH="723903" progId="Equation.3">
              <p:embed/>
            </p:oleObj>
          </a:graphicData>
        </a:graphic>
      </p:graphicFrame>
      <p:graphicFrame>
        <p:nvGraphicFramePr>
          <p:cNvPr id="17420" name="Object 12"/>
          <p:cNvGraphicFramePr>
            <a:graphicFrameLocks noChangeAspect="1"/>
          </p:cNvGraphicFramePr>
          <p:nvPr/>
        </p:nvGraphicFramePr>
        <p:xfrm>
          <a:off x="3148013" y="4851400"/>
          <a:ext cx="2133600" cy="723900"/>
        </p:xfrm>
        <a:graphic>
          <a:graphicData uri="http://schemas.openxmlformats.org/presentationml/2006/ole">
            <p:oleObj spid="_x0000_s15369" r:id="rId10" imgW="2132991" imgH="723903" progId="Equation.3">
              <p:embed/>
            </p:oleObj>
          </a:graphicData>
        </a:graphic>
      </p:graphicFrame>
      <p:graphicFrame>
        <p:nvGraphicFramePr>
          <p:cNvPr id="17421" name="Object 13"/>
          <p:cNvGraphicFramePr>
            <a:graphicFrameLocks noChangeAspect="1"/>
          </p:cNvGraphicFramePr>
          <p:nvPr/>
        </p:nvGraphicFramePr>
        <p:xfrm>
          <a:off x="1338263" y="5727700"/>
          <a:ext cx="3327400" cy="520700"/>
        </p:xfrm>
        <a:graphic>
          <a:graphicData uri="http://schemas.openxmlformats.org/presentationml/2006/ole">
            <p:oleObj spid="_x0000_s15370" r:id="rId11" imgW="3326273" imgH="520791" progId="Equation.3">
              <p:embed/>
            </p:oleObj>
          </a:graphicData>
        </a:graphic>
      </p:graphicFrame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468313" y="1612900"/>
            <a:ext cx="2667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</a:t>
            </a:r>
            <a:r>
              <a:rPr lang="zh-CN"/>
              <a:t>显然球心为</a:t>
            </a:r>
          </a:p>
        </p:txBody>
      </p:sp>
      <p:graphicFrame>
        <p:nvGraphicFramePr>
          <p:cNvPr id="17423" name="Object 15"/>
          <p:cNvGraphicFramePr>
            <a:graphicFrameLocks noChangeAspect="1"/>
          </p:cNvGraphicFramePr>
          <p:nvPr/>
        </p:nvGraphicFramePr>
        <p:xfrm>
          <a:off x="2906713" y="1676400"/>
          <a:ext cx="1016000" cy="406400"/>
        </p:xfrm>
        <a:graphic>
          <a:graphicData uri="http://schemas.openxmlformats.org/presentationml/2006/ole">
            <p:oleObj spid="_x0000_s15371" r:id="rId12" imgW="1015436" imgH="406365" progId="Equation.3">
              <p:embed/>
            </p:oleObj>
          </a:graphicData>
        </a:graphic>
      </p:graphicFrame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3897313" y="1612900"/>
            <a:ext cx="1371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半径为</a:t>
            </a:r>
          </a:p>
        </p:txBody>
      </p:sp>
      <p:graphicFrame>
        <p:nvGraphicFramePr>
          <p:cNvPr id="17425" name="Object 17"/>
          <p:cNvGraphicFramePr>
            <a:graphicFrameLocks noChangeAspect="1"/>
          </p:cNvGraphicFramePr>
          <p:nvPr/>
        </p:nvGraphicFramePr>
        <p:xfrm>
          <a:off x="5040313" y="1689100"/>
          <a:ext cx="457200" cy="393700"/>
        </p:xfrm>
        <a:graphic>
          <a:graphicData uri="http://schemas.openxmlformats.org/presentationml/2006/ole">
            <p:oleObj spid="_x0000_s15372" r:id="rId13" imgW="457319" imgH="393846" progId="Equation.3">
              <p:embed/>
            </p:oleObj>
          </a:graphicData>
        </a:graphic>
      </p:graphicFrame>
      <p:sp>
        <p:nvSpPr>
          <p:cNvPr id="17426" name="Line 18"/>
          <p:cNvSpPr>
            <a:spLocks noChangeShapeType="1"/>
          </p:cNvSpPr>
          <p:nvPr/>
        </p:nvSpPr>
        <p:spPr bwMode="auto">
          <a:xfrm>
            <a:off x="1458913" y="3822700"/>
            <a:ext cx="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7" name="Rectangle 19"/>
          <p:cNvSpPr>
            <a:spLocks noChangeArrowheads="1"/>
          </p:cNvSpPr>
          <p:nvPr/>
        </p:nvSpPr>
        <p:spPr bwMode="auto">
          <a:xfrm>
            <a:off x="6030913" y="4051300"/>
            <a:ext cx="2819400" cy="19812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7428" name="Object 20"/>
          <p:cNvGraphicFramePr>
            <a:graphicFrameLocks noChangeAspect="1"/>
          </p:cNvGraphicFramePr>
          <p:nvPr/>
        </p:nvGraphicFramePr>
        <p:xfrm>
          <a:off x="6157913" y="5024438"/>
          <a:ext cx="508000" cy="381000"/>
        </p:xfrm>
        <a:graphic>
          <a:graphicData uri="http://schemas.openxmlformats.org/presentationml/2006/ole">
            <p:oleObj spid="_x0000_s15373" r:id="rId14" imgW="508097" imgH="381152" progId="Equation.3">
              <p:embed/>
            </p:oleObj>
          </a:graphicData>
        </a:graphic>
      </p:graphicFrame>
      <p:sp>
        <p:nvSpPr>
          <p:cNvPr id="17429" name="Text Box 21"/>
          <p:cNvSpPr txBox="1">
            <a:spLocks noChangeArrowheads="1"/>
          </p:cNvSpPr>
          <p:nvPr/>
        </p:nvSpPr>
        <p:spPr bwMode="auto">
          <a:xfrm>
            <a:off x="6030913" y="4051300"/>
            <a:ext cx="2514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利用重心公式</a:t>
            </a:r>
          </a:p>
        </p:txBody>
      </p:sp>
      <p:graphicFrame>
        <p:nvGraphicFramePr>
          <p:cNvPr id="17430" name="Object 22"/>
          <p:cNvGraphicFramePr>
            <a:graphicFrameLocks noChangeAspect="1"/>
          </p:cNvGraphicFramePr>
          <p:nvPr/>
        </p:nvGraphicFramePr>
        <p:xfrm>
          <a:off x="6769100" y="4622800"/>
          <a:ext cx="1282700" cy="723900"/>
        </p:xfrm>
        <a:graphic>
          <a:graphicData uri="http://schemas.openxmlformats.org/presentationml/2006/ole">
            <p:oleObj spid="_x0000_s15374" r:id="rId15" imgW="1282461" imgH="723903" progId="Equation.3">
              <p:embed/>
            </p:oleObj>
          </a:graphicData>
        </a:graphic>
      </p:graphicFrame>
      <p:sp>
        <p:nvSpPr>
          <p:cNvPr id="17431" name="Line 23"/>
          <p:cNvSpPr>
            <a:spLocks noChangeShapeType="1"/>
          </p:cNvSpPr>
          <p:nvPr/>
        </p:nvSpPr>
        <p:spPr bwMode="auto">
          <a:xfrm flipH="1">
            <a:off x="7131050" y="4660900"/>
            <a:ext cx="1371600" cy="990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32" name="Object 24"/>
          <p:cNvGraphicFramePr>
            <a:graphicFrameLocks noChangeAspect="1"/>
          </p:cNvGraphicFramePr>
          <p:nvPr/>
        </p:nvGraphicFramePr>
        <p:xfrm>
          <a:off x="7694613" y="5232400"/>
          <a:ext cx="1092200" cy="723900"/>
        </p:xfrm>
        <a:graphic>
          <a:graphicData uri="http://schemas.openxmlformats.org/presentationml/2006/ole">
            <p:oleObj spid="_x0000_s15375" r:id="rId16" imgW="1092043" imgH="723903" progId="Equation.3">
              <p:embed/>
            </p:oleObj>
          </a:graphicData>
        </a:graphic>
      </p:graphicFrame>
      <p:graphicFrame>
        <p:nvGraphicFramePr>
          <p:cNvPr id="15376" name="Object 25"/>
          <p:cNvGraphicFramePr>
            <a:graphicFrameLocks noChangeAspect="1"/>
          </p:cNvGraphicFramePr>
          <p:nvPr/>
        </p:nvGraphicFramePr>
        <p:xfrm>
          <a:off x="304800" y="1003300"/>
          <a:ext cx="2830513" cy="533400"/>
        </p:xfrm>
        <a:graphic>
          <a:graphicData uri="http://schemas.openxmlformats.org/presentationml/2006/ole">
            <p:oleObj spid="_x0000_s15376" r:id="rId17" imgW="2831188" imgH="533486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74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7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7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4" grpId="0" autoUpdateAnimBg="0"/>
      <p:bldP spid="17422" grpId="0" autoUpdateAnimBg="0"/>
      <p:bldP spid="17424" grpId="0" autoUpdateAnimBg="0"/>
      <p:bldP spid="17426" grpId="0" animBg="1"/>
      <p:bldP spid="17427" grpId="0" animBg="1"/>
      <p:bldP spid="17429" grpId="0" build="p" autoUpdateAnimBg="0" advAuto="0"/>
      <p:bldP spid="174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235700" y="3540125"/>
            <a:ext cx="2298700" cy="779463"/>
            <a:chOff x="0" y="0"/>
            <a:chExt cx="1448" cy="491"/>
          </a:xfrm>
        </p:grpSpPr>
        <p:sp>
          <p:nvSpPr>
            <p:cNvPr id="16424" name="Arc 3"/>
            <p:cNvSpPr>
              <a:spLocks/>
            </p:cNvSpPr>
            <p:nvPr/>
          </p:nvSpPr>
          <p:spPr bwMode="auto">
            <a:xfrm rot="-10734819">
              <a:off x="0" y="239"/>
              <a:ext cx="1152" cy="252"/>
            </a:xfrm>
            <a:custGeom>
              <a:avLst/>
              <a:gdLst>
                <a:gd name="T0" fmla="*/ 18 w 43200"/>
                <a:gd name="T1" fmla="*/ 245 h 27768"/>
                <a:gd name="T2" fmla="*/ 1128 w 43200"/>
                <a:gd name="T3" fmla="*/ 252 h 27768"/>
                <a:gd name="T4" fmla="*/ 576 w 43200"/>
                <a:gd name="T5" fmla="*/ 196 h 27768"/>
                <a:gd name="T6" fmla="*/ 0 60000 65536"/>
                <a:gd name="T7" fmla="*/ 0 60000 65536"/>
                <a:gd name="T8" fmla="*/ 0 60000 65536"/>
                <a:gd name="T9" fmla="*/ 0 w 43200"/>
                <a:gd name="T10" fmla="*/ 0 h 27768"/>
                <a:gd name="T11" fmla="*/ 43200 w 43200"/>
                <a:gd name="T12" fmla="*/ 27768 h 277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7768" fill="none" extrusionOk="0">
                  <a:moveTo>
                    <a:pt x="675" y="26960"/>
                  </a:moveTo>
                  <a:cubicBezTo>
                    <a:pt x="226" y="25208"/>
                    <a:pt x="0" y="2340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688"/>
                    <a:pt x="42897" y="25766"/>
                    <a:pt x="42300" y="27767"/>
                  </a:cubicBezTo>
                </a:path>
                <a:path w="43200" h="27768" stroke="0" extrusionOk="0">
                  <a:moveTo>
                    <a:pt x="675" y="26960"/>
                  </a:moveTo>
                  <a:cubicBezTo>
                    <a:pt x="226" y="25208"/>
                    <a:pt x="0" y="23407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3688"/>
                    <a:pt x="42897" y="25766"/>
                    <a:pt x="42300" y="27767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777777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5" name="Arc 4"/>
            <p:cNvSpPr>
              <a:spLocks/>
            </p:cNvSpPr>
            <p:nvPr/>
          </p:nvSpPr>
          <p:spPr bwMode="auto">
            <a:xfrm>
              <a:off x="7" y="0"/>
              <a:ext cx="1152" cy="299"/>
            </a:xfrm>
            <a:custGeom>
              <a:avLst/>
              <a:gdLst>
                <a:gd name="T0" fmla="*/ 86 w 43200"/>
                <a:gd name="T1" fmla="*/ 299 h 32948"/>
                <a:gd name="T2" fmla="*/ 1116 w 43200"/>
                <a:gd name="T3" fmla="*/ 264 h 32948"/>
                <a:gd name="T4" fmla="*/ 576 w 43200"/>
                <a:gd name="T5" fmla="*/ 196 h 32948"/>
                <a:gd name="T6" fmla="*/ 0 60000 65536"/>
                <a:gd name="T7" fmla="*/ 0 60000 65536"/>
                <a:gd name="T8" fmla="*/ 0 60000 65536"/>
                <a:gd name="T9" fmla="*/ 0 w 43200"/>
                <a:gd name="T10" fmla="*/ 0 h 32948"/>
                <a:gd name="T11" fmla="*/ 43200 w 43200"/>
                <a:gd name="T12" fmla="*/ 32948 h 329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32948" fill="none" extrusionOk="0">
                  <a:moveTo>
                    <a:pt x="3221" y="32947"/>
                  </a:moveTo>
                  <a:cubicBezTo>
                    <a:pt x="1115" y="29537"/>
                    <a:pt x="0" y="256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4174"/>
                    <a:pt x="42739" y="26728"/>
                    <a:pt x="41840" y="29140"/>
                  </a:cubicBezTo>
                </a:path>
                <a:path w="43200" h="32948" stroke="0" extrusionOk="0">
                  <a:moveTo>
                    <a:pt x="3221" y="32947"/>
                  </a:moveTo>
                  <a:cubicBezTo>
                    <a:pt x="1115" y="29537"/>
                    <a:pt x="0" y="25608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24174"/>
                    <a:pt x="42739" y="26728"/>
                    <a:pt x="41840" y="2914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777777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6" name="Arc 5"/>
            <p:cNvSpPr>
              <a:spLocks/>
            </p:cNvSpPr>
            <p:nvPr/>
          </p:nvSpPr>
          <p:spPr bwMode="auto">
            <a:xfrm rot="-10734819">
              <a:off x="1" y="198"/>
              <a:ext cx="1145" cy="196"/>
            </a:xfrm>
            <a:custGeom>
              <a:avLst/>
              <a:gdLst>
                <a:gd name="T0" fmla="*/ 0 w 42959"/>
                <a:gd name="T1" fmla="*/ 171 h 21600"/>
                <a:gd name="T2" fmla="*/ 1145 w 42959"/>
                <a:gd name="T3" fmla="*/ 181 h 21600"/>
                <a:gd name="T4" fmla="*/ 571 w 42959"/>
                <a:gd name="T5" fmla="*/ 196 h 21600"/>
                <a:gd name="T6" fmla="*/ 0 60000 65536"/>
                <a:gd name="T7" fmla="*/ 0 60000 65536"/>
                <a:gd name="T8" fmla="*/ 0 60000 65536"/>
                <a:gd name="T9" fmla="*/ 0 w 42959"/>
                <a:gd name="T10" fmla="*/ 0 h 21600"/>
                <a:gd name="T11" fmla="*/ 42959 w 4295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959" h="21600" fill="none" extrusionOk="0">
                  <a:moveTo>
                    <a:pt x="0" y="18816"/>
                  </a:moveTo>
                  <a:cubicBezTo>
                    <a:pt x="1399" y="8053"/>
                    <a:pt x="10566" y="-1"/>
                    <a:pt x="21420" y="0"/>
                  </a:cubicBezTo>
                  <a:cubicBezTo>
                    <a:pt x="32720" y="0"/>
                    <a:pt x="42111" y="8710"/>
                    <a:pt x="42959" y="19978"/>
                  </a:cubicBezTo>
                </a:path>
                <a:path w="42959" h="21600" stroke="0" extrusionOk="0">
                  <a:moveTo>
                    <a:pt x="0" y="18816"/>
                  </a:moveTo>
                  <a:cubicBezTo>
                    <a:pt x="1399" y="8053"/>
                    <a:pt x="10566" y="-1"/>
                    <a:pt x="21420" y="0"/>
                  </a:cubicBezTo>
                  <a:cubicBezTo>
                    <a:pt x="32720" y="0"/>
                    <a:pt x="42111" y="8710"/>
                    <a:pt x="42959" y="19978"/>
                  </a:cubicBezTo>
                  <a:lnTo>
                    <a:pt x="21420" y="2160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7" name="Arc 6"/>
            <p:cNvSpPr>
              <a:spLocks/>
            </p:cNvSpPr>
            <p:nvPr/>
          </p:nvSpPr>
          <p:spPr bwMode="auto">
            <a:xfrm>
              <a:off x="27" y="98"/>
              <a:ext cx="1124" cy="196"/>
            </a:xfrm>
            <a:custGeom>
              <a:avLst/>
              <a:gdLst>
                <a:gd name="T0" fmla="*/ 0 w 42133"/>
                <a:gd name="T1" fmla="*/ 144 h 21600"/>
                <a:gd name="T2" fmla="*/ 1124 w 42133"/>
                <a:gd name="T3" fmla="*/ 163 h 21600"/>
                <a:gd name="T4" fmla="*/ 556 w 42133"/>
                <a:gd name="T5" fmla="*/ 196 h 21600"/>
                <a:gd name="T6" fmla="*/ 0 60000 65536"/>
                <a:gd name="T7" fmla="*/ 0 60000 65536"/>
                <a:gd name="T8" fmla="*/ 0 60000 65536"/>
                <a:gd name="T9" fmla="*/ 0 w 42133"/>
                <a:gd name="T10" fmla="*/ 0 h 21600"/>
                <a:gd name="T11" fmla="*/ 42133 w 4213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133" h="21600" fill="none" extrusionOk="0">
                  <a:moveTo>
                    <a:pt x="0" y="15898"/>
                  </a:moveTo>
                  <a:cubicBezTo>
                    <a:pt x="2569" y="6509"/>
                    <a:pt x="11100" y="-1"/>
                    <a:pt x="20834" y="0"/>
                  </a:cubicBezTo>
                  <a:cubicBezTo>
                    <a:pt x="31376" y="0"/>
                    <a:pt x="40379" y="7611"/>
                    <a:pt x="42133" y="18006"/>
                  </a:cubicBezTo>
                </a:path>
                <a:path w="42133" h="21600" stroke="0" extrusionOk="0">
                  <a:moveTo>
                    <a:pt x="0" y="15898"/>
                  </a:moveTo>
                  <a:cubicBezTo>
                    <a:pt x="2569" y="6509"/>
                    <a:pt x="11100" y="-1"/>
                    <a:pt x="20834" y="0"/>
                  </a:cubicBezTo>
                  <a:cubicBezTo>
                    <a:pt x="31376" y="0"/>
                    <a:pt x="40379" y="7611"/>
                    <a:pt x="42133" y="18006"/>
                  </a:cubicBezTo>
                  <a:lnTo>
                    <a:pt x="20834" y="2160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28" name="Line 7"/>
            <p:cNvSpPr>
              <a:spLocks noChangeShapeType="1"/>
            </p:cNvSpPr>
            <p:nvPr/>
          </p:nvSpPr>
          <p:spPr bwMode="auto">
            <a:xfrm>
              <a:off x="576" y="313"/>
              <a:ext cx="576" cy="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6397" name="Object 8"/>
            <p:cNvGraphicFramePr>
              <a:graphicFrameLocks noChangeAspect="1"/>
            </p:cNvGraphicFramePr>
            <p:nvPr/>
          </p:nvGraphicFramePr>
          <p:xfrm>
            <a:off x="624" y="145"/>
            <a:ext cx="136" cy="136"/>
          </p:xfrm>
          <a:graphic>
            <a:graphicData uri="http://schemas.openxmlformats.org/presentationml/2006/ole">
              <p:oleObj spid="_x0000_s16397" r:id="rId3" imgW="215936" imgH="215936" progId="Equation.3">
                <p:embed/>
              </p:oleObj>
            </a:graphicData>
          </a:graphic>
        </p:graphicFrame>
        <p:graphicFrame>
          <p:nvGraphicFramePr>
            <p:cNvPr id="16398" name="Object 9"/>
            <p:cNvGraphicFramePr>
              <a:graphicFrameLocks noChangeAspect="1"/>
            </p:cNvGraphicFramePr>
            <p:nvPr/>
          </p:nvGraphicFramePr>
          <p:xfrm>
            <a:off x="1200" y="145"/>
            <a:ext cx="248" cy="256"/>
          </p:xfrm>
          <a:graphic>
            <a:graphicData uri="http://schemas.openxmlformats.org/presentationml/2006/ole">
              <p:oleObj spid="_x0000_s16398" r:id="rId4" imgW="393676" imgH="406365" progId="Equation.3">
                <p:embed/>
              </p:oleObj>
            </a:graphicData>
          </a:graphic>
        </p:graphicFrame>
      </p:grpSp>
      <p:sp>
        <p:nvSpPr>
          <p:cNvPr id="16400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61963"/>
            <a:ext cx="1752600" cy="6096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7.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计算</a:t>
            </a:r>
            <a:endParaRPr lang="zh-CN" sz="2800" smtClean="0">
              <a:ea typeface="楷体_GB2312" pitchFamily="1" charset="-122"/>
            </a:endParaRPr>
          </a:p>
        </p:txBody>
      </p:sp>
      <p:graphicFrame>
        <p:nvGraphicFramePr>
          <p:cNvPr id="16386" name="Object 11"/>
          <p:cNvGraphicFramePr>
            <a:graphicFrameLocks noChangeAspect="1"/>
          </p:cNvGraphicFramePr>
          <p:nvPr/>
        </p:nvGraphicFramePr>
        <p:xfrm>
          <a:off x="2152650" y="334963"/>
          <a:ext cx="3200400" cy="977900"/>
        </p:xfrm>
        <a:graphic>
          <a:graphicData uri="http://schemas.openxmlformats.org/presentationml/2006/ole">
            <p:oleObj spid="_x0000_s16386" r:id="rId5" imgW="3200717" imgH="978217" progId="Equation.3">
              <p:embed/>
            </p:oleObj>
          </a:graphicData>
        </a:graphic>
      </p:graphicFrame>
      <p:sp>
        <p:nvSpPr>
          <p:cNvPr id="16401" name="Text Box 12"/>
          <p:cNvSpPr txBox="1">
            <a:spLocks noChangeArrowheads="1"/>
          </p:cNvSpPr>
          <p:nvPr/>
        </p:nvSpPr>
        <p:spPr bwMode="auto">
          <a:xfrm>
            <a:off x="5334000" y="552450"/>
            <a:ext cx="3124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其中 </a:t>
            </a:r>
            <a:r>
              <a:rPr lang="zh-CN" i="1">
                <a:solidFill>
                  <a:schemeClr val="tx2"/>
                </a:solidFill>
                <a:sym typeface="Symbol" pitchFamily="18" charset="2"/>
              </a:rPr>
              <a:t></a:t>
            </a:r>
            <a:r>
              <a:rPr lang="zh-CN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是介于平面</a:t>
            </a:r>
            <a:endParaRPr lang="zh-CN">
              <a:solidFill>
                <a:schemeClr val="tx2"/>
              </a:solidFill>
              <a:sym typeface="Symbol" pitchFamily="18" charset="2"/>
            </a:endParaRPr>
          </a:p>
        </p:txBody>
      </p:sp>
      <p:grpSp>
        <p:nvGrpSpPr>
          <p:cNvPr id="16402" name="Group 13"/>
          <p:cNvGrpSpPr>
            <a:grpSpLocks/>
          </p:cNvGrpSpPr>
          <p:nvPr/>
        </p:nvGrpSpPr>
        <p:grpSpPr bwMode="auto">
          <a:xfrm>
            <a:off x="2057400" y="1344613"/>
            <a:ext cx="4318000" cy="520700"/>
            <a:chOff x="0" y="0"/>
            <a:chExt cx="2720" cy="328"/>
          </a:xfrm>
        </p:grpSpPr>
        <p:sp>
          <p:nvSpPr>
            <p:cNvPr id="16423" name="Text Box 14"/>
            <p:cNvSpPr txBox="1">
              <a:spLocks noChangeArrowheads="1"/>
            </p:cNvSpPr>
            <p:nvPr/>
          </p:nvSpPr>
          <p:spPr bwMode="auto">
            <a:xfrm>
              <a:off x="0" y="1"/>
              <a:ext cx="172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/>
                <a:t>之间的圆柱面</a:t>
              </a:r>
              <a:endParaRPr lang="zh-CN" b="1" i="1">
                <a:solidFill>
                  <a:schemeClr val="accent2"/>
                </a:solidFill>
              </a:endParaRPr>
            </a:p>
          </p:txBody>
        </p:sp>
        <p:graphicFrame>
          <p:nvGraphicFramePr>
            <p:cNvPr id="16396" name="Object 15"/>
            <p:cNvGraphicFramePr>
              <a:graphicFrameLocks noChangeAspect="1"/>
            </p:cNvGraphicFramePr>
            <p:nvPr/>
          </p:nvGraphicFramePr>
          <p:xfrm>
            <a:off x="1440" y="0"/>
            <a:ext cx="1280" cy="328"/>
          </p:xfrm>
          <a:graphic>
            <a:graphicData uri="http://schemas.openxmlformats.org/presentationml/2006/ole">
              <p:oleObj spid="_x0000_s16396" r:id="rId6" imgW="2031435" imgH="520791" progId="Equation.3">
                <p:embed/>
              </p:oleObj>
            </a:graphicData>
          </a:graphic>
        </p:graphicFrame>
      </p:grp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609600" y="1941513"/>
            <a:ext cx="5486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分析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 </a:t>
            </a:r>
            <a:r>
              <a:rPr lang="zh-CN"/>
              <a:t>若将曲面分为前后</a:t>
            </a:r>
            <a:r>
              <a:rPr lang="zh-CN" altLang="zh-CN"/>
              <a:t>(</a:t>
            </a:r>
            <a:r>
              <a:rPr lang="zh-CN"/>
              <a:t>或左右</a:t>
            </a:r>
            <a:r>
              <a:rPr lang="zh-CN" altLang="zh-CN"/>
              <a:t>)</a:t>
            </a:r>
          </a:p>
        </p:txBody>
      </p:sp>
      <p:graphicFrame>
        <p:nvGraphicFramePr>
          <p:cNvPr id="18449" name="Object 17"/>
          <p:cNvGraphicFramePr>
            <a:graphicFrameLocks noChangeAspect="1"/>
          </p:cNvGraphicFramePr>
          <p:nvPr/>
        </p:nvGraphicFramePr>
        <p:xfrm>
          <a:off x="1771650" y="3770313"/>
          <a:ext cx="1892300" cy="406400"/>
        </p:xfrm>
        <a:graphic>
          <a:graphicData uri="http://schemas.openxmlformats.org/presentationml/2006/ole">
            <p:oleObj spid="_x0000_s16387" r:id="rId7" imgW="1890976" imgH="406365" progId="Equation.3">
              <p:embed/>
            </p:oleObj>
          </a:graphicData>
        </a:graphic>
      </p:graphicFrame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609600" y="4379913"/>
            <a:ext cx="114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</a:t>
            </a:r>
          </a:p>
        </p:txBody>
      </p:sp>
      <p:graphicFrame>
        <p:nvGraphicFramePr>
          <p:cNvPr id="18451" name="Object 19"/>
          <p:cNvGraphicFramePr>
            <a:graphicFrameLocks noChangeAspect="1"/>
          </p:cNvGraphicFramePr>
          <p:nvPr/>
        </p:nvGraphicFramePr>
        <p:xfrm>
          <a:off x="1993900" y="4233863"/>
          <a:ext cx="2273300" cy="889000"/>
        </p:xfrm>
        <a:graphic>
          <a:graphicData uri="http://schemas.openxmlformats.org/presentationml/2006/ole">
            <p:oleObj spid="_x0000_s16388" r:id="rId8" imgW="2273617" imgH="889317" progId="Equation.3">
              <p:embed/>
            </p:oleObj>
          </a:graphicData>
        </a:graphic>
      </p:graphicFrame>
      <p:graphicFrame>
        <p:nvGraphicFramePr>
          <p:cNvPr id="18452" name="Object 20"/>
          <p:cNvGraphicFramePr>
            <a:graphicFrameLocks noChangeAspect="1"/>
          </p:cNvGraphicFramePr>
          <p:nvPr/>
        </p:nvGraphicFramePr>
        <p:xfrm>
          <a:off x="2286000" y="5245100"/>
          <a:ext cx="2095500" cy="850900"/>
        </p:xfrm>
        <a:graphic>
          <a:graphicData uri="http://schemas.openxmlformats.org/presentationml/2006/ole">
            <p:oleObj spid="_x0000_s16389" r:id="rId9" imgW="2094908" imgH="850848" progId="Equation.3">
              <p:embed/>
            </p:oleObj>
          </a:graphicData>
        </a:graphic>
      </p:graphicFrame>
      <p:graphicFrame>
        <p:nvGraphicFramePr>
          <p:cNvPr id="16390" name="Object 21"/>
          <p:cNvGraphicFramePr>
            <a:graphicFrameLocks noChangeAspect="1"/>
          </p:cNvGraphicFramePr>
          <p:nvPr/>
        </p:nvGraphicFramePr>
        <p:xfrm>
          <a:off x="304800" y="1471613"/>
          <a:ext cx="1841500" cy="393700"/>
        </p:xfrm>
        <a:graphic>
          <a:graphicData uri="http://schemas.openxmlformats.org/presentationml/2006/ole">
            <p:oleObj spid="_x0000_s16390" r:id="rId10" imgW="1841018" imgH="393846" progId="Equation.3">
              <p:embed/>
            </p:oleObj>
          </a:graphicData>
        </a:graphic>
      </p:graphicFrame>
      <p:grpSp>
        <p:nvGrpSpPr>
          <p:cNvPr id="4" name="Group 22"/>
          <p:cNvGrpSpPr>
            <a:grpSpLocks/>
          </p:cNvGrpSpPr>
          <p:nvPr/>
        </p:nvGrpSpPr>
        <p:grpSpPr bwMode="auto">
          <a:xfrm>
            <a:off x="6246813" y="2106613"/>
            <a:ext cx="2592387" cy="3581400"/>
            <a:chOff x="0" y="0"/>
            <a:chExt cx="1633" cy="2256"/>
          </a:xfrm>
        </p:grpSpPr>
        <p:grpSp>
          <p:nvGrpSpPr>
            <p:cNvPr id="16409" name="Group 23"/>
            <p:cNvGrpSpPr>
              <a:grpSpLocks/>
            </p:cNvGrpSpPr>
            <p:nvPr/>
          </p:nvGrpSpPr>
          <p:grpSpPr bwMode="auto">
            <a:xfrm>
              <a:off x="0" y="39"/>
              <a:ext cx="1632" cy="2148"/>
              <a:chOff x="0" y="0"/>
              <a:chExt cx="1632" cy="2148"/>
            </a:xfrm>
          </p:grpSpPr>
          <p:grpSp>
            <p:nvGrpSpPr>
              <p:cNvPr id="16410" name="Group 24"/>
              <p:cNvGrpSpPr>
                <a:grpSpLocks/>
              </p:cNvGrpSpPr>
              <p:nvPr/>
            </p:nvGrpSpPr>
            <p:grpSpPr bwMode="auto">
              <a:xfrm>
                <a:off x="0" y="0"/>
                <a:ext cx="1632" cy="2148"/>
                <a:chOff x="0" y="0"/>
                <a:chExt cx="1632" cy="2148"/>
              </a:xfrm>
            </p:grpSpPr>
            <p:sp>
              <p:nvSpPr>
                <p:cNvPr id="16412" name="Arc 25"/>
                <p:cNvSpPr>
                  <a:spLocks/>
                </p:cNvSpPr>
                <p:nvPr/>
              </p:nvSpPr>
              <p:spPr bwMode="auto">
                <a:xfrm>
                  <a:off x="3" y="1512"/>
                  <a:ext cx="1152" cy="252"/>
                </a:xfrm>
                <a:custGeom>
                  <a:avLst/>
                  <a:gdLst>
                    <a:gd name="T0" fmla="*/ 18 w 43200"/>
                    <a:gd name="T1" fmla="*/ 245 h 27768"/>
                    <a:gd name="T2" fmla="*/ 1128 w 43200"/>
                    <a:gd name="T3" fmla="*/ 252 h 27768"/>
                    <a:gd name="T4" fmla="*/ 576 w 43200"/>
                    <a:gd name="T5" fmla="*/ 196 h 27768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7768"/>
                    <a:gd name="T11" fmla="*/ 43200 w 43200"/>
                    <a:gd name="T12" fmla="*/ 27768 h 27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7768" fill="none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</a:path>
                    <a:path w="43200" h="27768" stroke="0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3" name="Line 26"/>
                <p:cNvSpPr>
                  <a:spLocks noChangeShapeType="1"/>
                </p:cNvSpPr>
                <p:nvPr/>
              </p:nvSpPr>
              <p:spPr bwMode="auto">
                <a:xfrm>
                  <a:off x="576" y="528"/>
                  <a:ext cx="0" cy="120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4" name="Arc 27"/>
                <p:cNvSpPr>
                  <a:spLocks/>
                </p:cNvSpPr>
                <p:nvPr/>
              </p:nvSpPr>
              <p:spPr bwMode="auto">
                <a:xfrm rot="-10734819">
                  <a:off x="0" y="1668"/>
                  <a:ext cx="1152" cy="252"/>
                </a:xfrm>
                <a:custGeom>
                  <a:avLst/>
                  <a:gdLst>
                    <a:gd name="T0" fmla="*/ 18 w 43200"/>
                    <a:gd name="T1" fmla="*/ 245 h 27768"/>
                    <a:gd name="T2" fmla="*/ 1128 w 43200"/>
                    <a:gd name="T3" fmla="*/ 252 h 27768"/>
                    <a:gd name="T4" fmla="*/ 576 w 43200"/>
                    <a:gd name="T5" fmla="*/ 196 h 27768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7768"/>
                    <a:gd name="T11" fmla="*/ 43200 w 43200"/>
                    <a:gd name="T12" fmla="*/ 27768 h 27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7768" fill="none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</a:path>
                    <a:path w="43200" h="27768" stroke="0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5" name="Arc 28"/>
                <p:cNvSpPr>
                  <a:spLocks/>
                </p:cNvSpPr>
                <p:nvPr/>
              </p:nvSpPr>
              <p:spPr bwMode="auto">
                <a:xfrm>
                  <a:off x="3" y="276"/>
                  <a:ext cx="1152" cy="252"/>
                </a:xfrm>
                <a:custGeom>
                  <a:avLst/>
                  <a:gdLst>
                    <a:gd name="T0" fmla="*/ 18 w 43200"/>
                    <a:gd name="T1" fmla="*/ 245 h 27768"/>
                    <a:gd name="T2" fmla="*/ 1128 w 43200"/>
                    <a:gd name="T3" fmla="*/ 252 h 27768"/>
                    <a:gd name="T4" fmla="*/ 576 w 43200"/>
                    <a:gd name="T5" fmla="*/ 196 h 27768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7768"/>
                    <a:gd name="T11" fmla="*/ 43200 w 43200"/>
                    <a:gd name="T12" fmla="*/ 27768 h 27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7768" fill="none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</a:path>
                    <a:path w="43200" h="27768" stroke="0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6" name="Arc 29"/>
                <p:cNvSpPr>
                  <a:spLocks/>
                </p:cNvSpPr>
                <p:nvPr/>
              </p:nvSpPr>
              <p:spPr bwMode="auto">
                <a:xfrm rot="-10734819">
                  <a:off x="0" y="420"/>
                  <a:ext cx="1152" cy="252"/>
                </a:xfrm>
                <a:custGeom>
                  <a:avLst/>
                  <a:gdLst>
                    <a:gd name="T0" fmla="*/ 18 w 43200"/>
                    <a:gd name="T1" fmla="*/ 245 h 27768"/>
                    <a:gd name="T2" fmla="*/ 1128 w 43200"/>
                    <a:gd name="T3" fmla="*/ 252 h 27768"/>
                    <a:gd name="T4" fmla="*/ 576 w 43200"/>
                    <a:gd name="T5" fmla="*/ 196 h 27768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7768"/>
                    <a:gd name="T11" fmla="*/ 43200 w 43200"/>
                    <a:gd name="T12" fmla="*/ 27768 h 277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7768" fill="none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</a:path>
                    <a:path w="43200" h="27768" stroke="0" extrusionOk="0">
                      <a:moveTo>
                        <a:pt x="675" y="26960"/>
                      </a:moveTo>
                      <a:cubicBezTo>
                        <a:pt x="226" y="25208"/>
                        <a:pt x="0" y="234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23688"/>
                        <a:pt x="42897" y="25766"/>
                        <a:pt x="42300" y="27767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7" name="Line 30"/>
                <p:cNvSpPr>
                  <a:spLocks noChangeShapeType="1"/>
                </p:cNvSpPr>
                <p:nvPr/>
              </p:nvSpPr>
              <p:spPr bwMode="auto">
                <a:xfrm>
                  <a:off x="0" y="468"/>
                  <a:ext cx="0" cy="1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8" name="Line 31"/>
                <p:cNvSpPr>
                  <a:spLocks noChangeShapeType="1"/>
                </p:cNvSpPr>
                <p:nvPr/>
              </p:nvSpPr>
              <p:spPr bwMode="auto">
                <a:xfrm>
                  <a:off x="1152" y="468"/>
                  <a:ext cx="0" cy="1248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19" name="Line 32"/>
                <p:cNvSpPr>
                  <a:spLocks noChangeShapeType="1"/>
                </p:cNvSpPr>
                <p:nvPr/>
              </p:nvSpPr>
              <p:spPr bwMode="auto">
                <a:xfrm>
                  <a:off x="1152" y="1716"/>
                  <a:ext cx="480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0" name="Line 33"/>
                <p:cNvSpPr>
                  <a:spLocks noChangeShapeType="1"/>
                </p:cNvSpPr>
                <p:nvPr/>
              </p:nvSpPr>
              <p:spPr bwMode="auto">
                <a:xfrm flipH="1">
                  <a:off x="384" y="1716"/>
                  <a:ext cx="192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1" name="Line 34"/>
                <p:cNvSpPr>
                  <a:spLocks noChangeShapeType="1"/>
                </p:cNvSpPr>
                <p:nvPr/>
              </p:nvSpPr>
              <p:spPr bwMode="auto">
                <a:xfrm flipH="1">
                  <a:off x="144" y="1908"/>
                  <a:ext cx="240" cy="24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422" name="Line 35"/>
                <p:cNvSpPr>
                  <a:spLocks noChangeShapeType="1"/>
                </p:cNvSpPr>
                <p:nvPr/>
              </p:nvSpPr>
              <p:spPr bwMode="auto">
                <a:xfrm flipV="1">
                  <a:off x="576" y="0"/>
                  <a:ext cx="0" cy="48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6411" name="Line 36"/>
              <p:cNvSpPr>
                <a:spLocks noChangeShapeType="1"/>
              </p:cNvSpPr>
              <p:nvPr/>
            </p:nvSpPr>
            <p:spPr bwMode="auto">
              <a:xfrm>
                <a:off x="576" y="1716"/>
                <a:ext cx="5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6392" name="Object 37"/>
            <p:cNvGraphicFramePr>
              <a:graphicFrameLocks noChangeAspect="1"/>
            </p:cNvGraphicFramePr>
            <p:nvPr/>
          </p:nvGraphicFramePr>
          <p:xfrm>
            <a:off x="587" y="426"/>
            <a:ext cx="222" cy="190"/>
          </p:xfrm>
          <a:graphic>
            <a:graphicData uri="http://schemas.openxmlformats.org/presentationml/2006/ole">
              <p:oleObj spid="_x0000_s16392" r:id="rId11" imgW="355609" imgH="304853" progId="Equation.3">
                <p:embed/>
              </p:oleObj>
            </a:graphicData>
          </a:graphic>
        </p:graphicFrame>
        <p:graphicFrame>
          <p:nvGraphicFramePr>
            <p:cNvPr id="16393" name="Object 38"/>
            <p:cNvGraphicFramePr>
              <a:graphicFrameLocks noChangeAspect="1"/>
            </p:cNvGraphicFramePr>
            <p:nvPr/>
          </p:nvGraphicFramePr>
          <p:xfrm>
            <a:off x="281" y="2104"/>
            <a:ext cx="144" cy="152"/>
          </p:xfrm>
          <a:graphic>
            <a:graphicData uri="http://schemas.openxmlformats.org/presentationml/2006/ole">
              <p:oleObj spid="_x0000_s16393" r:id="rId12" imgW="228818" imgH="241512" progId="Equation.3">
                <p:embed/>
              </p:oleObj>
            </a:graphicData>
          </a:graphic>
        </p:graphicFrame>
        <p:graphicFrame>
          <p:nvGraphicFramePr>
            <p:cNvPr id="16394" name="Object 39"/>
            <p:cNvGraphicFramePr>
              <a:graphicFrameLocks noChangeAspect="1"/>
            </p:cNvGraphicFramePr>
            <p:nvPr/>
          </p:nvGraphicFramePr>
          <p:xfrm>
            <a:off x="1481" y="1816"/>
            <a:ext cx="152" cy="200"/>
          </p:xfrm>
          <a:graphic>
            <a:graphicData uri="http://schemas.openxmlformats.org/presentationml/2006/ole">
              <p:oleObj spid="_x0000_s16394" r:id="rId13" imgW="241408" imgH="317542" progId="Equation.3">
                <p:embed/>
              </p:oleObj>
            </a:graphicData>
          </a:graphic>
        </p:graphicFrame>
        <p:graphicFrame>
          <p:nvGraphicFramePr>
            <p:cNvPr id="16395" name="Object 40"/>
            <p:cNvGraphicFramePr>
              <a:graphicFrameLocks noChangeAspect="1"/>
            </p:cNvGraphicFramePr>
            <p:nvPr/>
          </p:nvGraphicFramePr>
          <p:xfrm>
            <a:off x="377" y="0"/>
            <a:ext cx="136" cy="136"/>
          </p:xfrm>
          <a:graphic>
            <a:graphicData uri="http://schemas.openxmlformats.org/presentationml/2006/ole">
              <p:oleObj spid="_x0000_s16395" r:id="rId14" imgW="215936" imgH="215936" progId="Equation.3">
                <p:embed/>
              </p:oleObj>
            </a:graphicData>
          </a:graphic>
        </p:graphicFrame>
      </p:grp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685800" y="3160713"/>
            <a:ext cx="3505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 dirty="0">
                <a:solidFill>
                  <a:schemeClr val="tx2"/>
                </a:solidFill>
              </a:rPr>
              <a:t>解</a:t>
            </a:r>
            <a:r>
              <a:rPr lang="zh-CN" altLang="zh-CN" b="1" dirty="0">
                <a:solidFill>
                  <a:schemeClr val="tx2"/>
                </a:solidFill>
              </a:rPr>
              <a:t>:</a:t>
            </a:r>
            <a:r>
              <a:rPr lang="zh-CN" altLang="zh-CN" dirty="0"/>
              <a:t>  </a:t>
            </a:r>
            <a:r>
              <a:rPr lang="zh-CN" dirty="0"/>
              <a:t>取曲面面积元素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381000" y="2551113"/>
            <a:ext cx="1143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两片</a:t>
            </a:r>
            <a:r>
              <a:rPr lang="zh-CN" altLang="zh-CN"/>
              <a:t>,</a:t>
            </a:r>
          </a:p>
        </p:txBody>
      </p:sp>
      <p:sp>
        <p:nvSpPr>
          <p:cNvPr id="18475" name="Text Box 43"/>
          <p:cNvSpPr txBox="1">
            <a:spLocks noChangeArrowheads="1"/>
          </p:cNvSpPr>
          <p:nvPr/>
        </p:nvSpPr>
        <p:spPr bwMode="auto">
          <a:xfrm>
            <a:off x="1289050" y="2541588"/>
            <a:ext cx="21399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则计算较繁</a:t>
            </a:r>
            <a:r>
              <a:rPr lang="zh-CN" altLang="zh-CN"/>
              <a:t>. </a:t>
            </a:r>
          </a:p>
        </p:txBody>
      </p:sp>
      <p:graphicFrame>
        <p:nvGraphicFramePr>
          <p:cNvPr id="18476" name="Object 44"/>
          <p:cNvGraphicFramePr>
            <a:graphicFrameLocks noChangeAspect="1"/>
          </p:cNvGraphicFramePr>
          <p:nvPr/>
        </p:nvGraphicFramePr>
        <p:xfrm>
          <a:off x="6826250" y="4722813"/>
          <a:ext cx="304800" cy="317500"/>
        </p:xfrm>
        <a:graphic>
          <a:graphicData uri="http://schemas.openxmlformats.org/presentationml/2006/ole">
            <p:oleObj spid="_x0000_s16391" r:id="rId15" imgW="304853" imgH="317542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8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8" grpId="0" autoUpdateAnimBg="0"/>
      <p:bldP spid="18450" grpId="0" autoUpdateAnimBg="0"/>
      <p:bldP spid="18473" grpId="0" autoUpdateAnimBg="0"/>
      <p:bldP spid="18474" grpId="0" autoUpdateAnimBg="0"/>
      <p:bldP spid="18475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 bwMode="auto">
          <a:xfrm>
            <a:off x="6934200" y="3006725"/>
            <a:ext cx="1866900" cy="2238375"/>
            <a:chOff x="0" y="0"/>
            <a:chExt cx="1176" cy="1410"/>
          </a:xfrm>
        </p:grpSpPr>
        <p:grpSp>
          <p:nvGrpSpPr>
            <p:cNvPr id="17435" name="Group 3"/>
            <p:cNvGrpSpPr>
              <a:grpSpLocks noChangeAspect="1"/>
            </p:cNvGrpSpPr>
            <p:nvPr/>
          </p:nvGrpSpPr>
          <p:grpSpPr bwMode="auto">
            <a:xfrm>
              <a:off x="0" y="0"/>
              <a:ext cx="1176" cy="1410"/>
              <a:chOff x="0" y="0"/>
              <a:chExt cx="1176" cy="1410"/>
            </a:xfrm>
          </p:grpSpPr>
          <p:graphicFrame>
            <p:nvGraphicFramePr>
              <p:cNvPr id="17422" name="Object 4"/>
              <p:cNvGraphicFramePr>
                <a:graphicFrameLocks noChangeAspect="1"/>
              </p:cNvGraphicFramePr>
              <p:nvPr/>
            </p:nvGraphicFramePr>
            <p:xfrm>
              <a:off x="0" y="0"/>
              <a:ext cx="1176" cy="1410"/>
            </p:xfrm>
            <a:graphic>
              <a:graphicData uri="http://schemas.openxmlformats.org/presentationml/2006/ole">
                <p:oleObj spid="_x0000_s17422" r:id="rId3" imgW="1867161" imgH="2238687" progId="Paint.Picture">
                  <p:embed/>
                </p:oleObj>
              </a:graphicData>
            </a:graphic>
          </p:graphicFrame>
          <p:graphicFrame>
            <p:nvGraphicFramePr>
              <p:cNvPr id="17423" name="Object 5"/>
              <p:cNvGraphicFramePr>
                <a:graphicFrameLocks noChangeAspect="1"/>
              </p:cNvGraphicFramePr>
              <p:nvPr/>
            </p:nvGraphicFramePr>
            <p:xfrm>
              <a:off x="976" y="826"/>
              <a:ext cx="152" cy="200"/>
            </p:xfrm>
            <a:graphic>
              <a:graphicData uri="http://schemas.openxmlformats.org/presentationml/2006/ole">
                <p:oleObj spid="_x0000_s17423" r:id="rId4" imgW="241408" imgH="317542" progId="Equation.3">
                  <p:embed/>
                </p:oleObj>
              </a:graphicData>
            </a:graphic>
          </p:graphicFrame>
          <p:graphicFrame>
            <p:nvGraphicFramePr>
              <p:cNvPr id="17424" name="Object 6"/>
              <p:cNvGraphicFramePr>
                <a:graphicFrameLocks noChangeAspect="1"/>
              </p:cNvGraphicFramePr>
              <p:nvPr/>
            </p:nvGraphicFramePr>
            <p:xfrm>
              <a:off x="120" y="1258"/>
              <a:ext cx="144" cy="152"/>
            </p:xfrm>
            <a:graphic>
              <a:graphicData uri="http://schemas.openxmlformats.org/presentationml/2006/ole">
                <p:oleObj spid="_x0000_s17424" r:id="rId5" imgW="228818" imgH="241512" progId="Equation.3">
                  <p:embed/>
                </p:oleObj>
              </a:graphicData>
            </a:graphic>
          </p:graphicFrame>
          <p:graphicFrame>
            <p:nvGraphicFramePr>
              <p:cNvPr id="17425" name="Object 7"/>
              <p:cNvGraphicFramePr>
                <a:graphicFrameLocks noChangeAspect="1"/>
              </p:cNvGraphicFramePr>
              <p:nvPr/>
            </p:nvGraphicFramePr>
            <p:xfrm>
              <a:off x="104" y="26"/>
              <a:ext cx="136" cy="136"/>
            </p:xfrm>
            <a:graphic>
              <a:graphicData uri="http://schemas.openxmlformats.org/presentationml/2006/ole">
                <p:oleObj spid="_x0000_s17425" r:id="rId6" imgW="215936" imgH="215936" progId="Equation.3">
                  <p:embed/>
                </p:oleObj>
              </a:graphicData>
            </a:graphic>
          </p:graphicFrame>
          <p:graphicFrame>
            <p:nvGraphicFramePr>
              <p:cNvPr id="17426" name="Object 8"/>
              <p:cNvGraphicFramePr>
                <a:graphicFrameLocks noChangeAspect="1"/>
              </p:cNvGraphicFramePr>
              <p:nvPr/>
            </p:nvGraphicFramePr>
            <p:xfrm>
              <a:off x="344" y="1026"/>
              <a:ext cx="160" cy="192"/>
            </p:xfrm>
            <a:graphic>
              <a:graphicData uri="http://schemas.openxmlformats.org/presentationml/2006/ole">
                <p:oleObj spid="_x0000_s17426" r:id="rId7" imgW="254097" imgH="304853" progId="Equation.3">
                  <p:embed/>
                </p:oleObj>
              </a:graphicData>
            </a:graphic>
          </p:graphicFrame>
        </p:grpSp>
        <p:graphicFrame>
          <p:nvGraphicFramePr>
            <p:cNvPr id="17421" name="Object 9"/>
            <p:cNvGraphicFramePr>
              <a:graphicFrameLocks noChangeAspect="1"/>
            </p:cNvGraphicFramePr>
            <p:nvPr/>
          </p:nvGraphicFramePr>
          <p:xfrm>
            <a:off x="96" y="690"/>
            <a:ext cx="192" cy="200"/>
          </p:xfrm>
          <a:graphic>
            <a:graphicData uri="http://schemas.openxmlformats.org/presentationml/2006/ole">
              <p:oleObj spid="_x0000_s17421" r:id="rId8" imgW="304853" imgH="317542" progId="Equation.3">
                <p:embed/>
              </p:oleObj>
            </a:graphicData>
          </a:graphic>
        </p:graphicFrame>
      </p:grpSp>
      <p:sp>
        <p:nvSpPr>
          <p:cNvPr id="19466" name="Freeform 10"/>
          <p:cNvSpPr>
            <a:spLocks/>
          </p:cNvSpPr>
          <p:nvPr/>
        </p:nvSpPr>
        <p:spPr bwMode="auto">
          <a:xfrm>
            <a:off x="7924800" y="3668713"/>
            <a:ext cx="147638" cy="812800"/>
          </a:xfrm>
          <a:custGeom>
            <a:avLst/>
            <a:gdLst>
              <a:gd name="T0" fmla="*/ 96 w 96"/>
              <a:gd name="T1" fmla="*/ 480 h 528"/>
              <a:gd name="T2" fmla="*/ 96 w 96"/>
              <a:gd name="T3" fmla="*/ 0 h 528"/>
              <a:gd name="T4" fmla="*/ 0 w 96"/>
              <a:gd name="T5" fmla="*/ 144 h 528"/>
              <a:gd name="T6" fmla="*/ 0 w 96"/>
              <a:gd name="T7" fmla="*/ 528 h 528"/>
              <a:gd name="T8" fmla="*/ 96 w 96"/>
              <a:gd name="T9" fmla="*/ 480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6"/>
              <a:gd name="T16" fmla="*/ 0 h 528"/>
              <a:gd name="T17" fmla="*/ 96 w 96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6" h="528">
                <a:moveTo>
                  <a:pt x="96" y="480"/>
                </a:moveTo>
                <a:lnTo>
                  <a:pt x="96" y="0"/>
                </a:lnTo>
                <a:lnTo>
                  <a:pt x="0" y="144"/>
                </a:lnTo>
                <a:lnTo>
                  <a:pt x="0" y="528"/>
                </a:lnTo>
                <a:lnTo>
                  <a:pt x="96" y="480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429" name="Rectangle 11"/>
          <p:cNvSpPr>
            <a:spLocks noGrp="1" noChangeArrowheads="1"/>
          </p:cNvSpPr>
          <p:nvPr>
            <p:ph type="title"/>
          </p:nvPr>
        </p:nvSpPr>
        <p:spPr>
          <a:xfrm>
            <a:off x="609600" y="444500"/>
            <a:ext cx="3733800" cy="5334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8.</a:t>
            </a:r>
            <a:r>
              <a:rPr lang="zh-CN" altLang="zh-CN" sz="2800" smtClean="0">
                <a:ea typeface="楷体_GB2312" pitchFamily="1" charset="-12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求椭圆柱面</a:t>
            </a:r>
          </a:p>
        </p:txBody>
      </p:sp>
      <p:graphicFrame>
        <p:nvGraphicFramePr>
          <p:cNvPr id="17410" name="Object 12"/>
          <p:cNvGraphicFramePr>
            <a:graphicFrameLocks noChangeAspect="1"/>
          </p:cNvGraphicFramePr>
          <p:nvPr/>
        </p:nvGraphicFramePr>
        <p:xfrm>
          <a:off x="3276600" y="171450"/>
          <a:ext cx="1701800" cy="939800"/>
        </p:xfrm>
        <a:graphic>
          <a:graphicData uri="http://schemas.openxmlformats.org/presentationml/2006/ole">
            <p:oleObj spid="_x0000_s17410" r:id="rId9" imgW="1702117" imgH="940117" progId="Equation.3">
              <p:embed/>
            </p:oleObj>
          </a:graphicData>
        </a:graphic>
      </p:graphicFrame>
      <p:sp>
        <p:nvSpPr>
          <p:cNvPr id="17430" name="Text Box 13"/>
          <p:cNvSpPr txBox="1">
            <a:spLocks noChangeArrowheads="1"/>
          </p:cNvSpPr>
          <p:nvPr/>
        </p:nvSpPr>
        <p:spPr bwMode="auto">
          <a:xfrm>
            <a:off x="4953000" y="382588"/>
            <a:ext cx="3886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位于 </a:t>
            </a:r>
            <a:r>
              <a:rPr lang="zh-CN" altLang="zh-CN" i="1"/>
              <a:t>xOy</a:t>
            </a:r>
            <a:r>
              <a:rPr lang="zh-CN" altLang="zh-CN"/>
              <a:t> </a:t>
            </a:r>
            <a:r>
              <a:rPr lang="zh-CN"/>
              <a:t>面上方及平面</a:t>
            </a:r>
          </a:p>
        </p:txBody>
      </p:sp>
      <p:sp>
        <p:nvSpPr>
          <p:cNvPr id="17431" name="Text Box 14"/>
          <p:cNvSpPr txBox="1">
            <a:spLocks noChangeArrowheads="1"/>
          </p:cNvSpPr>
          <p:nvPr/>
        </p:nvSpPr>
        <p:spPr bwMode="auto">
          <a:xfrm>
            <a:off x="304800" y="1068388"/>
            <a:ext cx="6019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 </a:t>
            </a:r>
            <a:r>
              <a:rPr lang="zh-CN" altLang="zh-CN" i="1"/>
              <a:t>z = y</a:t>
            </a:r>
            <a:r>
              <a:rPr lang="zh-CN" altLang="zh-CN"/>
              <a:t> </a:t>
            </a:r>
            <a:r>
              <a:rPr lang="zh-CN"/>
              <a:t>下方那部分柱面</a:t>
            </a:r>
            <a:r>
              <a:rPr lang="zh-CN" b="1"/>
              <a:t> </a:t>
            </a:r>
            <a:r>
              <a:rPr lang="zh-CN" b="1" i="1">
                <a:sym typeface="Symbol" pitchFamily="18" charset="2"/>
              </a:rPr>
              <a:t></a:t>
            </a:r>
            <a:r>
              <a:rPr lang="zh-CN">
                <a:sym typeface="Symbol" pitchFamily="18" charset="2"/>
              </a:rPr>
              <a:t> </a:t>
            </a:r>
            <a:r>
              <a:rPr lang="zh-CN"/>
              <a:t>的侧面积 </a:t>
            </a:r>
            <a:r>
              <a:rPr lang="zh-CN" altLang="zh-CN" i="1"/>
              <a:t>S</a:t>
            </a:r>
            <a:r>
              <a:rPr lang="zh-CN" altLang="zh-CN"/>
              <a:t> .  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609600" y="1739900"/>
            <a:ext cx="91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 </a:t>
            </a:r>
          </a:p>
        </p:txBody>
      </p:sp>
      <p:graphicFrame>
        <p:nvGraphicFramePr>
          <p:cNvPr id="19472" name="Object 16"/>
          <p:cNvGraphicFramePr>
            <a:graphicFrameLocks noChangeAspect="1"/>
          </p:cNvGraphicFramePr>
          <p:nvPr/>
        </p:nvGraphicFramePr>
        <p:xfrm>
          <a:off x="1847850" y="2425700"/>
          <a:ext cx="5559425" cy="457200"/>
        </p:xfrm>
        <a:graphic>
          <a:graphicData uri="http://schemas.openxmlformats.org/presentationml/2006/ole">
            <p:oleObj spid="_x0000_s17411" r:id="rId10" imgW="5562917" imgH="457517" progId="Equation.3">
              <p:embed/>
            </p:oleObj>
          </a:graphicData>
        </a:graphic>
      </p:graphicFrame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1752600" y="29591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取</a:t>
            </a:r>
          </a:p>
        </p:txBody>
      </p:sp>
      <p:graphicFrame>
        <p:nvGraphicFramePr>
          <p:cNvPr id="19474" name="Object 18"/>
          <p:cNvGraphicFramePr>
            <a:graphicFrameLocks noChangeAspect="1"/>
          </p:cNvGraphicFramePr>
          <p:nvPr/>
        </p:nvGraphicFramePr>
        <p:xfrm>
          <a:off x="1320800" y="1739900"/>
          <a:ext cx="1600200" cy="723900"/>
        </p:xfrm>
        <a:graphic>
          <a:graphicData uri="http://schemas.openxmlformats.org/presentationml/2006/ole">
            <p:oleObj spid="_x0000_s17412" r:id="rId11" imgW="1599823" imgH="723903" progId="Equation.3">
              <p:embed/>
            </p:oleObj>
          </a:graphicData>
        </a:graphic>
      </p:graphicFrame>
      <p:graphicFrame>
        <p:nvGraphicFramePr>
          <p:cNvPr id="19476" name="Object 20"/>
          <p:cNvGraphicFramePr>
            <a:graphicFrameLocks noChangeAspect="1"/>
          </p:cNvGraphicFramePr>
          <p:nvPr/>
        </p:nvGraphicFramePr>
        <p:xfrm>
          <a:off x="1644650" y="5334000"/>
          <a:ext cx="3911600" cy="825500"/>
        </p:xfrm>
        <a:graphic>
          <a:graphicData uri="http://schemas.openxmlformats.org/presentationml/2006/ole">
            <p:oleObj spid="_x0000_s17414" r:id="rId12" imgW="3911917" imgH="825817" progId="Equation.3">
              <p:embed/>
            </p:oleObj>
          </a:graphicData>
        </a:graphic>
      </p:graphicFrame>
      <p:sp>
        <p:nvSpPr>
          <p:cNvPr id="19477" name="Line 21"/>
          <p:cNvSpPr>
            <a:spLocks noChangeShapeType="1"/>
          </p:cNvSpPr>
          <p:nvPr/>
        </p:nvSpPr>
        <p:spPr bwMode="auto">
          <a:xfrm>
            <a:off x="1752600" y="2349500"/>
            <a:ext cx="0" cy="1219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9478" name="Object 22"/>
          <p:cNvGraphicFramePr>
            <a:graphicFrameLocks noChangeAspect="1"/>
          </p:cNvGraphicFramePr>
          <p:nvPr/>
        </p:nvGraphicFramePr>
        <p:xfrm>
          <a:off x="7848600" y="4483100"/>
          <a:ext cx="434975" cy="330200"/>
        </p:xfrm>
        <a:graphic>
          <a:graphicData uri="http://schemas.openxmlformats.org/presentationml/2006/ole">
            <p:oleObj spid="_x0000_s17415" r:id="rId13" imgW="431930" imgH="330374" progId="Equation.3">
              <p:embed/>
            </p:oleObj>
          </a:graphicData>
        </a:graphic>
      </p:graphicFrame>
      <p:graphicFrame>
        <p:nvGraphicFramePr>
          <p:cNvPr id="19479" name="Object 23"/>
          <p:cNvGraphicFramePr>
            <a:graphicFrameLocks noChangeAspect="1"/>
          </p:cNvGraphicFramePr>
          <p:nvPr/>
        </p:nvGraphicFramePr>
        <p:xfrm>
          <a:off x="5664200" y="5321300"/>
          <a:ext cx="1727200" cy="850900"/>
        </p:xfrm>
        <a:graphic>
          <a:graphicData uri="http://schemas.openxmlformats.org/presentationml/2006/ole">
            <p:oleObj spid="_x0000_s17416" r:id="rId14" imgW="1726768" imgH="850848" progId="Equation.3">
              <p:embed/>
            </p:oleObj>
          </a:graphicData>
        </a:graphic>
      </p:graphicFrame>
      <p:graphicFrame>
        <p:nvGraphicFramePr>
          <p:cNvPr id="19480" name="Object 24"/>
          <p:cNvGraphicFramePr>
            <a:graphicFrameLocks noChangeAspect="1"/>
          </p:cNvGraphicFramePr>
          <p:nvPr/>
        </p:nvGraphicFramePr>
        <p:xfrm>
          <a:off x="7737475" y="4051300"/>
          <a:ext cx="215900" cy="215900"/>
        </p:xfrm>
        <a:graphic>
          <a:graphicData uri="http://schemas.openxmlformats.org/presentationml/2006/ole">
            <p:oleObj spid="_x0000_s17417" r:id="rId15" imgW="215936" imgH="215936" progId="Equation.3">
              <p:embed/>
            </p:oleObj>
          </a:graphicData>
        </a:graphic>
      </p:graphicFrame>
      <p:graphicFrame>
        <p:nvGraphicFramePr>
          <p:cNvPr id="19481" name="Object 25"/>
          <p:cNvGraphicFramePr>
            <a:graphicFrameLocks noChangeAspect="1"/>
          </p:cNvGraphicFramePr>
          <p:nvPr/>
        </p:nvGraphicFramePr>
        <p:xfrm>
          <a:off x="2209800" y="3049588"/>
          <a:ext cx="1485900" cy="406400"/>
        </p:xfrm>
        <a:graphic>
          <a:graphicData uri="http://schemas.openxmlformats.org/presentationml/2006/ole">
            <p:oleObj spid="_x0000_s17418" r:id="rId16" imgW="1484928" imgH="406365" progId="Equation.3">
              <p:embed/>
            </p:oleObj>
          </a:graphicData>
        </a:graphic>
      </p:graphicFrame>
      <p:graphicFrame>
        <p:nvGraphicFramePr>
          <p:cNvPr id="19482" name="Object 26"/>
          <p:cNvGraphicFramePr>
            <a:graphicFrameLocks noChangeAspect="1"/>
          </p:cNvGraphicFramePr>
          <p:nvPr/>
        </p:nvGraphicFramePr>
        <p:xfrm>
          <a:off x="1606550" y="4419600"/>
          <a:ext cx="4787900" cy="825500"/>
        </p:xfrm>
        <a:graphic>
          <a:graphicData uri="http://schemas.openxmlformats.org/presentationml/2006/ole">
            <p:oleObj spid="_x0000_s17419" r:id="rId17" imgW="4788217" imgH="825817" progId="Equation.3">
              <p:embed/>
            </p:oleObj>
          </a:graphicData>
        </a:graphic>
      </p:graphicFrame>
      <p:graphicFrame>
        <p:nvGraphicFramePr>
          <p:cNvPr id="19483" name="Object 27"/>
          <p:cNvGraphicFramePr>
            <a:graphicFrameLocks noChangeAspect="1"/>
          </p:cNvGraphicFramePr>
          <p:nvPr/>
        </p:nvGraphicFramePr>
        <p:xfrm>
          <a:off x="1633526" y="3643314"/>
          <a:ext cx="1295400" cy="723900"/>
        </p:xfrm>
        <a:graphic>
          <a:graphicData uri="http://schemas.openxmlformats.org/presentationml/2006/ole">
            <p:oleObj spid="_x0000_s17420" r:id="rId18" imgW="1295155" imgH="723903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9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94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4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8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6" grpId="0" animBg="1"/>
      <p:bldP spid="19471" grpId="0" build="p" autoUpdateAnimBg="0"/>
      <p:bldP spid="19473" grpId="0" build="p" autoUpdateAnimBg="0"/>
      <p:bldP spid="1947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705600" y="2797175"/>
            <a:ext cx="1554163" cy="2643188"/>
            <a:chOff x="0" y="0"/>
            <a:chExt cx="979" cy="1665"/>
          </a:xfrm>
        </p:grpSpPr>
        <p:grpSp>
          <p:nvGrpSpPr>
            <p:cNvPr id="18480" name="Group 3"/>
            <p:cNvGrpSpPr>
              <a:grpSpLocks/>
            </p:cNvGrpSpPr>
            <p:nvPr/>
          </p:nvGrpSpPr>
          <p:grpSpPr bwMode="auto">
            <a:xfrm>
              <a:off x="0" y="686"/>
              <a:ext cx="979" cy="979"/>
              <a:chOff x="0" y="0"/>
              <a:chExt cx="1152" cy="1152"/>
            </a:xfrm>
          </p:grpSpPr>
          <p:sp>
            <p:nvSpPr>
              <p:cNvPr id="18482" name="Oval 4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152" cy="1152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3" name="Arc 5"/>
              <p:cNvSpPr>
                <a:spLocks/>
              </p:cNvSpPr>
              <p:nvPr/>
            </p:nvSpPr>
            <p:spPr bwMode="auto">
              <a:xfrm>
                <a:off x="0" y="415"/>
                <a:ext cx="1152" cy="145"/>
              </a:xfrm>
              <a:custGeom>
                <a:avLst/>
                <a:gdLst>
                  <a:gd name="T0" fmla="*/ 0 w 43200"/>
                  <a:gd name="T1" fmla="*/ 145 h 21927"/>
                  <a:gd name="T2" fmla="*/ 1152 w 43200"/>
                  <a:gd name="T3" fmla="*/ 143 h 21927"/>
                  <a:gd name="T4" fmla="*/ 576 w 43200"/>
                  <a:gd name="T5" fmla="*/ 143 h 2192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927"/>
                  <a:gd name="T11" fmla="*/ 43200 w 43200"/>
                  <a:gd name="T12" fmla="*/ 21927 h 219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927" fill="none" extrusionOk="0">
                    <a:moveTo>
                      <a:pt x="2" y="21926"/>
                    </a:moveTo>
                    <a:cubicBezTo>
                      <a:pt x="0" y="21818"/>
                      <a:pt x="0" y="2170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1927" stroke="0" extrusionOk="0">
                    <a:moveTo>
                      <a:pt x="2" y="21926"/>
                    </a:moveTo>
                    <a:cubicBezTo>
                      <a:pt x="0" y="21818"/>
                      <a:pt x="0" y="2170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4" name="Arc 6"/>
              <p:cNvSpPr>
                <a:spLocks/>
              </p:cNvSpPr>
              <p:nvPr/>
            </p:nvSpPr>
            <p:spPr bwMode="auto">
              <a:xfrm rot="10800000">
                <a:off x="0" y="527"/>
                <a:ext cx="1152" cy="145"/>
              </a:xfrm>
              <a:custGeom>
                <a:avLst/>
                <a:gdLst>
                  <a:gd name="T0" fmla="*/ 0 w 43200"/>
                  <a:gd name="T1" fmla="*/ 145 h 21927"/>
                  <a:gd name="T2" fmla="*/ 1152 w 43200"/>
                  <a:gd name="T3" fmla="*/ 143 h 21927"/>
                  <a:gd name="T4" fmla="*/ 576 w 43200"/>
                  <a:gd name="T5" fmla="*/ 143 h 21927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1927"/>
                  <a:gd name="T11" fmla="*/ 43200 w 43200"/>
                  <a:gd name="T12" fmla="*/ 21927 h 219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1927" fill="none" extrusionOk="0">
                    <a:moveTo>
                      <a:pt x="2" y="21926"/>
                    </a:moveTo>
                    <a:cubicBezTo>
                      <a:pt x="0" y="21818"/>
                      <a:pt x="0" y="2170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</a:path>
                  <a:path w="43200" h="21927" stroke="0" extrusionOk="0">
                    <a:moveTo>
                      <a:pt x="2" y="21926"/>
                    </a:moveTo>
                    <a:cubicBezTo>
                      <a:pt x="0" y="21818"/>
                      <a:pt x="0" y="2170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-1"/>
                      <a:pt x="43199" y="9670"/>
                      <a:pt x="43200" y="2159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8481" name="Oval 7"/>
            <p:cNvSpPr>
              <a:spLocks noChangeArrowheads="1"/>
            </p:cNvSpPr>
            <p:nvPr/>
          </p:nvSpPr>
          <p:spPr bwMode="auto">
            <a:xfrm>
              <a:off x="470" y="0"/>
              <a:ext cx="34" cy="34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8"/>
          <p:cNvGrpSpPr>
            <a:grpSpLocks/>
          </p:cNvGrpSpPr>
          <p:nvPr/>
        </p:nvGrpSpPr>
        <p:grpSpPr bwMode="auto">
          <a:xfrm>
            <a:off x="6767513" y="2828925"/>
            <a:ext cx="1422400" cy="1817688"/>
            <a:chOff x="0" y="0"/>
            <a:chExt cx="896" cy="1145"/>
          </a:xfrm>
        </p:grpSpPr>
        <p:graphicFrame>
          <p:nvGraphicFramePr>
            <p:cNvPr id="18447" name="Object 9"/>
            <p:cNvGraphicFramePr>
              <a:graphicFrameLocks noChangeAspect="1"/>
            </p:cNvGraphicFramePr>
            <p:nvPr/>
          </p:nvGraphicFramePr>
          <p:xfrm>
            <a:off x="518" y="474"/>
            <a:ext cx="195" cy="171"/>
          </p:xfrm>
          <a:graphic>
            <a:graphicData uri="http://schemas.openxmlformats.org/presentationml/2006/ole">
              <p:oleObj spid="_x0000_s18447" r:id="rId3" imgW="317542" imgH="304853" progId="Equation.3">
                <p:embed/>
              </p:oleObj>
            </a:graphicData>
          </a:graphic>
        </p:graphicFrame>
        <p:grpSp>
          <p:nvGrpSpPr>
            <p:cNvPr id="18474" name="Group 10"/>
            <p:cNvGrpSpPr>
              <a:grpSpLocks/>
            </p:cNvGrpSpPr>
            <p:nvPr/>
          </p:nvGrpSpPr>
          <p:grpSpPr bwMode="auto">
            <a:xfrm>
              <a:off x="0" y="0"/>
              <a:ext cx="896" cy="1145"/>
              <a:chOff x="0" y="0"/>
              <a:chExt cx="896" cy="1145"/>
            </a:xfrm>
          </p:grpSpPr>
          <p:sp>
            <p:nvSpPr>
              <p:cNvPr id="18475" name="Line 11"/>
              <p:cNvSpPr>
                <a:spLocks noChangeShapeType="1"/>
              </p:cNvSpPr>
              <p:nvPr/>
            </p:nvSpPr>
            <p:spPr bwMode="auto">
              <a:xfrm flipH="1">
                <a:off x="9" y="0"/>
                <a:ext cx="442" cy="960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6" name="Line 12"/>
              <p:cNvSpPr>
                <a:spLocks noChangeShapeType="1"/>
              </p:cNvSpPr>
              <p:nvPr/>
            </p:nvSpPr>
            <p:spPr bwMode="auto">
              <a:xfrm>
                <a:off x="449" y="0"/>
                <a:ext cx="442" cy="959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7" name="Arc 13"/>
              <p:cNvSpPr>
                <a:spLocks/>
              </p:cNvSpPr>
              <p:nvPr/>
            </p:nvSpPr>
            <p:spPr bwMode="auto">
              <a:xfrm>
                <a:off x="23" y="889"/>
                <a:ext cx="861" cy="77"/>
              </a:xfrm>
              <a:custGeom>
                <a:avLst/>
                <a:gdLst>
                  <a:gd name="T0" fmla="*/ 0 w 43197"/>
                  <a:gd name="T1" fmla="*/ 76 h 21600"/>
                  <a:gd name="T2" fmla="*/ 861 w 43197"/>
                  <a:gd name="T3" fmla="*/ 77 h 21600"/>
                  <a:gd name="T4" fmla="*/ 430 w 43197"/>
                  <a:gd name="T5" fmla="*/ 77 h 21600"/>
                  <a:gd name="T6" fmla="*/ 0 60000 65536"/>
                  <a:gd name="T7" fmla="*/ 0 60000 65536"/>
                  <a:gd name="T8" fmla="*/ 0 60000 65536"/>
                  <a:gd name="T9" fmla="*/ 0 w 43197"/>
                  <a:gd name="T10" fmla="*/ 0 h 21600"/>
                  <a:gd name="T11" fmla="*/ 43197 w 4319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7" h="21600" fill="none" extrusionOk="0">
                    <a:moveTo>
                      <a:pt x="0" y="21214"/>
                    </a:moveTo>
                    <a:cubicBezTo>
                      <a:pt x="210" y="9437"/>
                      <a:pt x="9818" y="-1"/>
                      <a:pt x="21597" y="0"/>
                    </a:cubicBezTo>
                    <a:cubicBezTo>
                      <a:pt x="33526" y="0"/>
                      <a:pt x="43197" y="9670"/>
                      <a:pt x="43197" y="21600"/>
                    </a:cubicBezTo>
                  </a:path>
                  <a:path w="43197" h="21600" stroke="0" extrusionOk="0">
                    <a:moveTo>
                      <a:pt x="0" y="21214"/>
                    </a:moveTo>
                    <a:cubicBezTo>
                      <a:pt x="210" y="9437"/>
                      <a:pt x="9818" y="-1"/>
                      <a:pt x="21597" y="0"/>
                    </a:cubicBezTo>
                    <a:cubicBezTo>
                      <a:pt x="33526" y="0"/>
                      <a:pt x="43197" y="9670"/>
                      <a:pt x="43197" y="21600"/>
                    </a:cubicBezTo>
                    <a:lnTo>
                      <a:pt x="21597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8" name="Arc 14"/>
              <p:cNvSpPr>
                <a:spLocks/>
              </p:cNvSpPr>
              <p:nvPr/>
            </p:nvSpPr>
            <p:spPr bwMode="auto">
              <a:xfrm rot="10800000">
                <a:off x="23" y="951"/>
                <a:ext cx="861" cy="77"/>
              </a:xfrm>
              <a:custGeom>
                <a:avLst/>
                <a:gdLst>
                  <a:gd name="T0" fmla="*/ 0 w 43197"/>
                  <a:gd name="T1" fmla="*/ 76 h 21600"/>
                  <a:gd name="T2" fmla="*/ 861 w 43197"/>
                  <a:gd name="T3" fmla="*/ 77 h 21600"/>
                  <a:gd name="T4" fmla="*/ 430 w 43197"/>
                  <a:gd name="T5" fmla="*/ 77 h 21600"/>
                  <a:gd name="T6" fmla="*/ 0 60000 65536"/>
                  <a:gd name="T7" fmla="*/ 0 60000 65536"/>
                  <a:gd name="T8" fmla="*/ 0 60000 65536"/>
                  <a:gd name="T9" fmla="*/ 0 w 43197"/>
                  <a:gd name="T10" fmla="*/ 0 h 21600"/>
                  <a:gd name="T11" fmla="*/ 43197 w 43197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197" h="21600" fill="none" extrusionOk="0">
                    <a:moveTo>
                      <a:pt x="0" y="21214"/>
                    </a:moveTo>
                    <a:cubicBezTo>
                      <a:pt x="210" y="9437"/>
                      <a:pt x="9818" y="-1"/>
                      <a:pt x="21597" y="0"/>
                    </a:cubicBezTo>
                    <a:cubicBezTo>
                      <a:pt x="33526" y="0"/>
                      <a:pt x="43197" y="9670"/>
                      <a:pt x="43197" y="21600"/>
                    </a:cubicBezTo>
                  </a:path>
                  <a:path w="43197" h="21600" stroke="0" extrusionOk="0">
                    <a:moveTo>
                      <a:pt x="0" y="21214"/>
                    </a:moveTo>
                    <a:cubicBezTo>
                      <a:pt x="210" y="9437"/>
                      <a:pt x="9818" y="-1"/>
                      <a:pt x="21597" y="0"/>
                    </a:cubicBezTo>
                    <a:cubicBezTo>
                      <a:pt x="33526" y="0"/>
                      <a:pt x="43197" y="9670"/>
                      <a:pt x="43197" y="21600"/>
                    </a:cubicBezTo>
                    <a:lnTo>
                      <a:pt x="21597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9" name="Arc 15"/>
              <p:cNvSpPr>
                <a:spLocks/>
              </p:cNvSpPr>
              <p:nvPr/>
            </p:nvSpPr>
            <p:spPr bwMode="auto">
              <a:xfrm>
                <a:off x="0" y="671"/>
                <a:ext cx="896" cy="474"/>
              </a:xfrm>
              <a:custGeom>
                <a:avLst/>
                <a:gdLst>
                  <a:gd name="T0" fmla="*/ 0 w 39539"/>
                  <a:gd name="T1" fmla="*/ 290 h 21600"/>
                  <a:gd name="T2" fmla="*/ 896 w 39539"/>
                  <a:gd name="T3" fmla="*/ 276 h 21600"/>
                  <a:gd name="T4" fmla="*/ 451 w 39539"/>
                  <a:gd name="T5" fmla="*/ 474 h 21600"/>
                  <a:gd name="T6" fmla="*/ 0 60000 65536"/>
                  <a:gd name="T7" fmla="*/ 0 60000 65536"/>
                  <a:gd name="T8" fmla="*/ 0 60000 65536"/>
                  <a:gd name="T9" fmla="*/ 0 w 39539"/>
                  <a:gd name="T10" fmla="*/ 0 h 21600"/>
                  <a:gd name="T11" fmla="*/ 39539 w 39539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539" h="21600" fill="none" extrusionOk="0">
                    <a:moveTo>
                      <a:pt x="-1" y="13217"/>
                    </a:moveTo>
                    <a:cubicBezTo>
                      <a:pt x="3372" y="5208"/>
                      <a:pt x="11216" y="-1"/>
                      <a:pt x="19907" y="0"/>
                    </a:cubicBezTo>
                    <a:cubicBezTo>
                      <a:pt x="28349" y="0"/>
                      <a:pt x="36017" y="4918"/>
                      <a:pt x="39538" y="12591"/>
                    </a:cubicBezTo>
                  </a:path>
                  <a:path w="39539" h="21600" stroke="0" extrusionOk="0">
                    <a:moveTo>
                      <a:pt x="-1" y="13217"/>
                    </a:moveTo>
                    <a:cubicBezTo>
                      <a:pt x="3372" y="5208"/>
                      <a:pt x="11216" y="-1"/>
                      <a:pt x="19907" y="0"/>
                    </a:cubicBezTo>
                    <a:cubicBezTo>
                      <a:pt x="28349" y="0"/>
                      <a:pt x="36017" y="4918"/>
                      <a:pt x="39538" y="12591"/>
                    </a:cubicBezTo>
                    <a:lnTo>
                      <a:pt x="19907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8450" name="Rectangle 16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914400" cy="533400"/>
          </a:xfrm>
        </p:spPr>
        <p:txBody>
          <a:bodyPr/>
          <a:lstStyle/>
          <a:p>
            <a:pPr algn="l" eaLnBrk="1" hangingPunct="1"/>
            <a:r>
              <a:rPr lang="zh-CN" sz="2800" b="1" smtClean="0">
                <a:ea typeface="楷体_GB2312" pitchFamily="1" charset="-122"/>
              </a:rPr>
              <a:t>例</a:t>
            </a:r>
            <a:r>
              <a:rPr lang="zh-CN" altLang="zh-CN" sz="2800" b="1" smtClean="0">
                <a:ea typeface="楷体_GB2312" pitchFamily="1" charset="-122"/>
              </a:rPr>
              <a:t>9.</a:t>
            </a:r>
            <a:r>
              <a:rPr lang="zh-CN" altLang="zh-CN" sz="2800" smtClean="0">
                <a:ea typeface="楷体_GB2312" pitchFamily="1" charset="-122"/>
              </a:rPr>
              <a:t> </a:t>
            </a:r>
            <a:endParaRPr lang="zh-CN" altLang="zh-CN" sz="2800" smtClean="0">
              <a:solidFill>
                <a:schemeClr val="tx1"/>
              </a:solidFill>
              <a:ea typeface="楷体_GB2312" pitchFamily="1" charset="-122"/>
            </a:endParaRPr>
          </a:p>
        </p:txBody>
      </p:sp>
      <p:sp>
        <p:nvSpPr>
          <p:cNvPr id="18451" name="Text Box 17"/>
          <p:cNvSpPr txBox="1">
            <a:spLocks noChangeArrowheads="1"/>
          </p:cNvSpPr>
          <p:nvPr/>
        </p:nvSpPr>
        <p:spPr bwMode="auto">
          <a:xfrm>
            <a:off x="1447800" y="395288"/>
            <a:ext cx="7391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设有一颗地球同步轨道通讯卫星</a:t>
            </a:r>
            <a:r>
              <a:rPr lang="zh-CN" altLang="zh-CN"/>
              <a:t>, </a:t>
            </a:r>
            <a:r>
              <a:rPr lang="zh-CN"/>
              <a:t>距地面高度</a:t>
            </a:r>
          </a:p>
        </p:txBody>
      </p:sp>
      <p:sp>
        <p:nvSpPr>
          <p:cNvPr id="18452" name="Text Box 18"/>
          <p:cNvSpPr txBox="1">
            <a:spLocks noChangeArrowheads="1"/>
          </p:cNvSpPr>
          <p:nvPr/>
        </p:nvSpPr>
        <p:spPr bwMode="auto">
          <a:xfrm>
            <a:off x="304800" y="938213"/>
            <a:ext cx="2286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 </a:t>
            </a:r>
            <a:r>
              <a:rPr lang="zh-CN" altLang="zh-CN" i="1"/>
              <a:t>h</a:t>
            </a:r>
            <a:r>
              <a:rPr lang="zh-CN" altLang="zh-CN"/>
              <a:t> = 36000</a:t>
            </a:r>
            <a:r>
              <a:rPr lang="zh-CN" altLang="zh-CN" i="1"/>
              <a:t> </a:t>
            </a:r>
            <a:r>
              <a:rPr lang="zh-CN" altLang="zh-CN"/>
              <a:t>km,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2559050" y="938213"/>
            <a:ext cx="60515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运行的角速度与地球自转角速度相同</a:t>
            </a:r>
            <a:r>
              <a:rPr lang="zh-CN" altLang="zh-CN"/>
              <a:t>, </a:t>
            </a: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323850" y="1524000"/>
            <a:ext cx="7829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试计算该通讯卫星的覆盖面积与地球表面积的比</a:t>
            </a:r>
            <a:r>
              <a:rPr lang="zh-CN" altLang="zh-CN"/>
              <a:t>. </a:t>
            </a:r>
          </a:p>
        </p:txBody>
      </p:sp>
      <p:sp>
        <p:nvSpPr>
          <p:cNvPr id="20501" name="Text Box 21"/>
          <p:cNvSpPr txBox="1">
            <a:spLocks noChangeArrowheads="1"/>
          </p:cNvSpPr>
          <p:nvPr/>
        </p:nvSpPr>
        <p:spPr bwMode="auto">
          <a:xfrm>
            <a:off x="304800" y="2043113"/>
            <a:ext cx="38719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zh-CN"/>
              <a:t>(</a:t>
            </a:r>
            <a:r>
              <a:rPr lang="zh-CN"/>
              <a:t>地球半径 </a:t>
            </a:r>
            <a:r>
              <a:rPr lang="zh-CN" altLang="zh-CN" i="1"/>
              <a:t>R</a:t>
            </a:r>
            <a:r>
              <a:rPr lang="zh-CN" altLang="zh-CN"/>
              <a:t> = 6400 km )</a:t>
            </a:r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>
            <a:off x="685800" y="2606675"/>
            <a:ext cx="9144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 </a:t>
            </a:r>
          </a:p>
        </p:txBody>
      </p: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7485063" y="4267200"/>
            <a:ext cx="685800" cy="527050"/>
            <a:chOff x="0" y="0"/>
            <a:chExt cx="432" cy="332"/>
          </a:xfrm>
        </p:grpSpPr>
        <p:sp>
          <p:nvSpPr>
            <p:cNvPr id="18472" name="Line 24"/>
            <p:cNvSpPr>
              <a:spLocks noChangeShapeType="1"/>
            </p:cNvSpPr>
            <p:nvPr/>
          </p:nvSpPr>
          <p:spPr bwMode="auto">
            <a:xfrm flipV="1">
              <a:off x="0" y="47"/>
              <a:ext cx="432" cy="1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46" name="Object 25"/>
            <p:cNvGraphicFramePr>
              <a:graphicFrameLocks noChangeAspect="1"/>
            </p:cNvGraphicFramePr>
            <p:nvPr/>
          </p:nvGraphicFramePr>
          <p:xfrm>
            <a:off x="37" y="0"/>
            <a:ext cx="159" cy="138"/>
          </p:xfrm>
          <a:graphic>
            <a:graphicData uri="http://schemas.openxmlformats.org/presentationml/2006/ole">
              <p:oleObj spid="_x0000_s18446" r:id="rId4" imgW="279596" imgH="241512" progId="Equation.3">
                <p:embed/>
              </p:oleObj>
            </a:graphicData>
          </a:graphic>
        </p:graphicFrame>
        <p:sp>
          <p:nvSpPr>
            <p:cNvPr id="18473" name="Arc 26"/>
            <p:cNvSpPr>
              <a:spLocks/>
            </p:cNvSpPr>
            <p:nvPr/>
          </p:nvSpPr>
          <p:spPr bwMode="auto">
            <a:xfrm>
              <a:off x="0" y="160"/>
              <a:ext cx="100" cy="172"/>
            </a:xfrm>
            <a:custGeom>
              <a:avLst/>
              <a:gdLst>
                <a:gd name="T0" fmla="*/ 0 w 14056"/>
                <a:gd name="T1" fmla="*/ 0 h 21600"/>
                <a:gd name="T2" fmla="*/ 100 w 14056"/>
                <a:gd name="T3" fmla="*/ 41 h 21600"/>
                <a:gd name="T4" fmla="*/ 0 w 14056"/>
                <a:gd name="T5" fmla="*/ 172 h 21600"/>
                <a:gd name="T6" fmla="*/ 0 60000 65536"/>
                <a:gd name="T7" fmla="*/ 0 60000 65536"/>
                <a:gd name="T8" fmla="*/ 0 60000 65536"/>
                <a:gd name="T9" fmla="*/ 0 w 14056"/>
                <a:gd name="T10" fmla="*/ 0 h 21600"/>
                <a:gd name="T11" fmla="*/ 14056 w 14056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56" h="21600" fill="none" extrusionOk="0">
                  <a:moveTo>
                    <a:pt x="-1" y="0"/>
                  </a:moveTo>
                  <a:cubicBezTo>
                    <a:pt x="5155" y="0"/>
                    <a:pt x="10141" y="1844"/>
                    <a:pt x="14055" y="5199"/>
                  </a:cubicBezTo>
                </a:path>
                <a:path w="14056" h="21600" stroke="0" extrusionOk="0">
                  <a:moveTo>
                    <a:pt x="-1" y="0"/>
                  </a:moveTo>
                  <a:cubicBezTo>
                    <a:pt x="5155" y="0"/>
                    <a:pt x="10141" y="1844"/>
                    <a:pt x="14055" y="5199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0507" name="Object 27"/>
          <p:cNvGraphicFramePr>
            <a:graphicFrameLocks noChangeAspect="1"/>
          </p:cNvGraphicFramePr>
          <p:nvPr/>
        </p:nvGraphicFramePr>
        <p:xfrm>
          <a:off x="7620000" y="2671763"/>
          <a:ext cx="738188" cy="300037"/>
        </p:xfrm>
        <a:graphic>
          <a:graphicData uri="http://schemas.openxmlformats.org/presentationml/2006/ole">
            <p:oleObj spid="_x0000_s18434" r:id="rId5" imgW="812764" imgH="330374" progId="Equation.3">
              <p:embed/>
            </p:oleObj>
          </a:graphicData>
        </a:graphic>
      </p:graphicFrame>
      <p:graphicFrame>
        <p:nvGraphicFramePr>
          <p:cNvPr id="20508" name="Object 28"/>
          <p:cNvGraphicFramePr>
            <a:graphicFrameLocks noChangeAspect="1"/>
          </p:cNvGraphicFramePr>
          <p:nvPr/>
        </p:nvGraphicFramePr>
        <p:xfrm>
          <a:off x="8305800" y="4343400"/>
          <a:ext cx="247650" cy="271463"/>
        </p:xfrm>
        <a:graphic>
          <a:graphicData uri="http://schemas.openxmlformats.org/presentationml/2006/ole">
            <p:oleObj spid="_x0000_s18435" r:id="rId6" imgW="279475" imgH="304853" progId="Equation.3">
              <p:embed/>
            </p:oleObj>
          </a:graphicData>
        </a:graphic>
      </p:graphicFrame>
      <p:sp>
        <p:nvSpPr>
          <p:cNvPr id="20509" name="Text Box 29"/>
          <p:cNvSpPr txBox="1">
            <a:spLocks noChangeArrowheads="1"/>
          </p:cNvSpPr>
          <p:nvPr/>
        </p:nvSpPr>
        <p:spPr bwMode="auto">
          <a:xfrm>
            <a:off x="1416050" y="2606675"/>
            <a:ext cx="2851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建立坐标系如图</a:t>
            </a:r>
            <a:r>
              <a:rPr lang="zh-CN" altLang="zh-CN"/>
              <a:t>, </a:t>
            </a:r>
          </a:p>
        </p:txBody>
      </p:sp>
      <p:sp>
        <p:nvSpPr>
          <p:cNvPr id="20510" name="Text Box 30"/>
          <p:cNvSpPr txBox="1">
            <a:spLocks noChangeArrowheads="1"/>
          </p:cNvSpPr>
          <p:nvPr/>
        </p:nvSpPr>
        <p:spPr bwMode="auto">
          <a:xfrm>
            <a:off x="4175125" y="2590800"/>
            <a:ext cx="26177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记覆盖曲面</a:t>
            </a:r>
            <a:r>
              <a:rPr lang="zh-CN" i="1">
                <a:sym typeface="Symbol" pitchFamily="18" charset="2"/>
              </a:rPr>
              <a:t></a:t>
            </a:r>
            <a:r>
              <a:rPr lang="zh-CN">
                <a:sym typeface="Symbol" pitchFamily="18" charset="2"/>
              </a:rPr>
              <a:t> 的</a:t>
            </a:r>
            <a:endParaRPr lang="zh-CN"/>
          </a:p>
        </p:txBody>
      </p:sp>
      <p:sp>
        <p:nvSpPr>
          <p:cNvPr id="20511" name="Text Box 31"/>
          <p:cNvSpPr txBox="1">
            <a:spLocks noChangeArrowheads="1"/>
          </p:cNvSpPr>
          <p:nvPr/>
        </p:nvSpPr>
        <p:spPr bwMode="auto">
          <a:xfrm>
            <a:off x="304800" y="3138488"/>
            <a:ext cx="20081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半顶角为</a:t>
            </a:r>
            <a:r>
              <a:rPr lang="zh-CN" i="1">
                <a:sym typeface="Symbol" pitchFamily="18" charset="2"/>
              </a:rPr>
              <a:t></a:t>
            </a:r>
            <a:r>
              <a:rPr lang="zh-CN">
                <a:sym typeface="Symbol" pitchFamily="18" charset="2"/>
              </a:rPr>
              <a:t> </a:t>
            </a:r>
            <a:r>
              <a:rPr lang="zh-CN" altLang="zh-CN">
                <a:sym typeface="Symbol" pitchFamily="18" charset="2"/>
              </a:rPr>
              <a:t>,</a:t>
            </a:r>
            <a:endParaRPr lang="zh-CN" altLang="zh-CN"/>
          </a:p>
        </p:txBody>
      </p:sp>
      <p:sp>
        <p:nvSpPr>
          <p:cNvPr id="20512" name="Text Box 32"/>
          <p:cNvSpPr txBox="1">
            <a:spLocks noChangeArrowheads="1"/>
          </p:cNvSpPr>
          <p:nvPr/>
        </p:nvSpPr>
        <p:spPr bwMode="auto">
          <a:xfrm>
            <a:off x="2286000" y="3124200"/>
            <a:ext cx="3295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利用球面坐标系</a:t>
            </a:r>
            <a:r>
              <a:rPr lang="zh-CN" altLang="zh-CN"/>
              <a:t>, </a:t>
            </a:r>
            <a:r>
              <a:rPr lang="zh-CN"/>
              <a:t>则 </a:t>
            </a:r>
          </a:p>
        </p:txBody>
      </p:sp>
      <p:graphicFrame>
        <p:nvGraphicFramePr>
          <p:cNvPr id="20513" name="Object 33"/>
          <p:cNvGraphicFramePr>
            <a:graphicFrameLocks noChangeAspect="1"/>
          </p:cNvGraphicFramePr>
          <p:nvPr/>
        </p:nvGraphicFramePr>
        <p:xfrm>
          <a:off x="1752600" y="3657600"/>
          <a:ext cx="3048000" cy="508000"/>
        </p:xfrm>
        <a:graphic>
          <a:graphicData uri="http://schemas.openxmlformats.org/presentationml/2006/ole">
            <p:oleObj spid="_x0000_s18436" r:id="rId7" imgW="3048317" imgH="508317" progId="Equation.3">
              <p:embed/>
            </p:oleObj>
          </a:graphicData>
        </a:graphic>
      </p:graphicFrame>
      <p:sp>
        <p:nvSpPr>
          <p:cNvPr id="20514" name="Text Box 34"/>
          <p:cNvSpPr txBox="1">
            <a:spLocks noChangeArrowheads="1"/>
          </p:cNvSpPr>
          <p:nvPr/>
        </p:nvSpPr>
        <p:spPr bwMode="auto">
          <a:xfrm>
            <a:off x="381000" y="4191000"/>
            <a:ext cx="2673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卫星覆盖面积为</a:t>
            </a:r>
          </a:p>
        </p:txBody>
      </p:sp>
      <p:graphicFrame>
        <p:nvGraphicFramePr>
          <p:cNvPr id="20515" name="Object 35"/>
          <p:cNvGraphicFramePr>
            <a:graphicFrameLocks noChangeAspect="1"/>
          </p:cNvGraphicFramePr>
          <p:nvPr/>
        </p:nvGraphicFramePr>
        <p:xfrm>
          <a:off x="1162050" y="4870450"/>
          <a:ext cx="1689100" cy="723900"/>
        </p:xfrm>
        <a:graphic>
          <a:graphicData uri="http://schemas.openxmlformats.org/presentationml/2006/ole">
            <p:oleObj spid="_x0000_s18437" r:id="rId8" imgW="1688684" imgH="723903" progId="Equation.3">
              <p:embed/>
            </p:oleObj>
          </a:graphicData>
        </a:graphic>
      </p:graphicFrame>
      <p:graphicFrame>
        <p:nvGraphicFramePr>
          <p:cNvPr id="20516" name="Object 36"/>
          <p:cNvGraphicFramePr>
            <a:graphicFrameLocks noChangeAspect="1"/>
          </p:cNvGraphicFramePr>
          <p:nvPr/>
        </p:nvGraphicFramePr>
        <p:xfrm>
          <a:off x="1460500" y="5657850"/>
          <a:ext cx="2794000" cy="520700"/>
        </p:xfrm>
        <a:graphic>
          <a:graphicData uri="http://schemas.openxmlformats.org/presentationml/2006/ole">
            <p:oleObj spid="_x0000_s18438" r:id="rId9" imgW="2793105" imgH="520791" progId="Equation.3">
              <p:embed/>
            </p:oleObj>
          </a:graphicData>
        </a:graphic>
      </p:graphicFrame>
      <p:graphicFrame>
        <p:nvGraphicFramePr>
          <p:cNvPr id="20517" name="Object 37"/>
          <p:cNvGraphicFramePr>
            <a:graphicFrameLocks noChangeAspect="1"/>
          </p:cNvGraphicFramePr>
          <p:nvPr/>
        </p:nvGraphicFramePr>
        <p:xfrm>
          <a:off x="6753225" y="5410200"/>
          <a:ext cx="1982788" cy="852488"/>
        </p:xfrm>
        <a:graphic>
          <a:graphicData uri="http://schemas.openxmlformats.org/presentationml/2006/ole">
            <p:oleObj spid="_x0000_s18439" r:id="rId10" imgW="1980657" imgH="850848" progId="Equation.3">
              <p:embed/>
            </p:oleObj>
          </a:graphicData>
        </a:graphic>
      </p:graphicFrame>
      <p:graphicFrame>
        <p:nvGraphicFramePr>
          <p:cNvPr id="20518" name="Object 38"/>
          <p:cNvGraphicFramePr>
            <a:graphicFrameLocks noChangeAspect="1"/>
          </p:cNvGraphicFramePr>
          <p:nvPr/>
        </p:nvGraphicFramePr>
        <p:xfrm>
          <a:off x="4267200" y="5549900"/>
          <a:ext cx="2159000" cy="850900"/>
        </p:xfrm>
        <a:graphic>
          <a:graphicData uri="http://schemas.openxmlformats.org/presentationml/2006/ole">
            <p:oleObj spid="_x0000_s18440" r:id="rId11" imgW="2158380" imgH="850848" progId="Equation.3">
              <p:embed/>
            </p:oleObj>
          </a:graphicData>
        </a:graphic>
      </p:graphicFrame>
      <p:graphicFrame>
        <p:nvGraphicFramePr>
          <p:cNvPr id="20519" name="Object 39"/>
          <p:cNvGraphicFramePr>
            <a:graphicFrameLocks noChangeAspect="1"/>
          </p:cNvGraphicFramePr>
          <p:nvPr/>
        </p:nvGraphicFramePr>
        <p:xfrm>
          <a:off x="2901950" y="4770438"/>
          <a:ext cx="3492500" cy="825500"/>
        </p:xfrm>
        <a:graphic>
          <a:graphicData uri="http://schemas.openxmlformats.org/presentationml/2006/ole">
            <p:oleObj spid="_x0000_s18441" r:id="rId12" imgW="3492817" imgH="825817" progId="Equation.3">
              <p:embed/>
            </p:oleObj>
          </a:graphicData>
        </a:graphic>
      </p:graphicFrame>
      <p:grpSp>
        <p:nvGrpSpPr>
          <p:cNvPr id="7" name="Group 40"/>
          <p:cNvGrpSpPr>
            <a:grpSpLocks/>
          </p:cNvGrpSpPr>
          <p:nvPr/>
        </p:nvGrpSpPr>
        <p:grpSpPr bwMode="auto">
          <a:xfrm>
            <a:off x="7056438" y="2309813"/>
            <a:ext cx="1527175" cy="2989262"/>
            <a:chOff x="0" y="0"/>
            <a:chExt cx="962" cy="1883"/>
          </a:xfrm>
        </p:grpSpPr>
        <p:grpSp>
          <p:nvGrpSpPr>
            <p:cNvPr id="18464" name="Group 41"/>
            <p:cNvGrpSpPr>
              <a:grpSpLocks/>
            </p:cNvGrpSpPr>
            <p:nvPr/>
          </p:nvGrpSpPr>
          <p:grpSpPr bwMode="auto">
            <a:xfrm>
              <a:off x="0" y="0"/>
              <a:ext cx="962" cy="1883"/>
              <a:chOff x="0" y="0"/>
              <a:chExt cx="962" cy="1883"/>
            </a:xfrm>
          </p:grpSpPr>
          <p:graphicFrame>
            <p:nvGraphicFramePr>
              <p:cNvPr id="18443" name="Object 42"/>
              <p:cNvGraphicFramePr>
                <a:graphicFrameLocks noChangeAspect="1"/>
              </p:cNvGraphicFramePr>
              <p:nvPr/>
            </p:nvGraphicFramePr>
            <p:xfrm>
              <a:off x="787" y="1539"/>
              <a:ext cx="144" cy="190"/>
            </p:xfrm>
            <a:graphic>
              <a:graphicData uri="http://schemas.openxmlformats.org/presentationml/2006/ole">
                <p:oleObj spid="_x0000_s18443" r:id="rId13" imgW="241408" imgH="317542" progId="Equation.3">
                  <p:embed/>
                </p:oleObj>
              </a:graphicData>
            </a:graphic>
          </p:graphicFrame>
          <p:graphicFrame>
            <p:nvGraphicFramePr>
              <p:cNvPr id="18444" name="Object 43"/>
              <p:cNvGraphicFramePr>
                <a:graphicFrameLocks noChangeAspect="1"/>
              </p:cNvGraphicFramePr>
              <p:nvPr/>
            </p:nvGraphicFramePr>
            <p:xfrm>
              <a:off x="355" y="11"/>
              <a:ext cx="129" cy="129"/>
            </p:xfrm>
            <a:graphic>
              <a:graphicData uri="http://schemas.openxmlformats.org/presentationml/2006/ole">
                <p:oleObj spid="_x0000_s18444" r:id="rId14" imgW="215936" imgH="215936" progId="Equation.3">
                  <p:embed/>
                </p:oleObj>
              </a:graphicData>
            </a:graphic>
          </p:graphicFrame>
          <p:graphicFrame>
            <p:nvGraphicFramePr>
              <p:cNvPr id="18445" name="Object 44"/>
              <p:cNvGraphicFramePr>
                <a:graphicFrameLocks noChangeAspect="1"/>
              </p:cNvGraphicFramePr>
              <p:nvPr/>
            </p:nvGraphicFramePr>
            <p:xfrm>
              <a:off x="67" y="1739"/>
              <a:ext cx="137" cy="144"/>
            </p:xfrm>
            <a:graphic>
              <a:graphicData uri="http://schemas.openxmlformats.org/presentationml/2006/ole">
                <p:oleObj spid="_x0000_s18445" r:id="rId15" imgW="228818" imgH="241512" progId="Equation.3">
                  <p:embed/>
                </p:oleObj>
              </a:graphicData>
            </a:graphic>
          </p:graphicFrame>
          <p:grpSp>
            <p:nvGrpSpPr>
              <p:cNvPr id="18465" name="Group 45"/>
              <p:cNvGrpSpPr>
                <a:grpSpLocks/>
              </p:cNvGrpSpPr>
              <p:nvPr/>
            </p:nvGrpSpPr>
            <p:grpSpPr bwMode="auto">
              <a:xfrm>
                <a:off x="0" y="0"/>
                <a:ext cx="962" cy="1739"/>
                <a:chOff x="0" y="0"/>
                <a:chExt cx="962" cy="1739"/>
              </a:xfrm>
            </p:grpSpPr>
            <p:sp>
              <p:nvSpPr>
                <p:cNvPr id="18466" name="Line 46"/>
                <p:cNvSpPr>
                  <a:spLocks noChangeShapeType="1"/>
                </p:cNvSpPr>
                <p:nvPr/>
              </p:nvSpPr>
              <p:spPr bwMode="auto">
                <a:xfrm>
                  <a:off x="269" y="1470"/>
                  <a:ext cx="489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7" name="Line 47"/>
                <p:cNvSpPr>
                  <a:spLocks noChangeShapeType="1"/>
                </p:cNvSpPr>
                <p:nvPr/>
              </p:nvSpPr>
              <p:spPr bwMode="auto">
                <a:xfrm>
                  <a:off x="269" y="1163"/>
                  <a:ext cx="0" cy="31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8" name="Line 48"/>
                <p:cNvSpPr>
                  <a:spLocks noChangeShapeType="1"/>
                </p:cNvSpPr>
                <p:nvPr/>
              </p:nvSpPr>
              <p:spPr bwMode="auto">
                <a:xfrm flipH="1">
                  <a:off x="122" y="1470"/>
                  <a:ext cx="147" cy="147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69" name="Line 49"/>
                <p:cNvSpPr>
                  <a:spLocks noChangeShapeType="1"/>
                </p:cNvSpPr>
                <p:nvPr/>
              </p:nvSpPr>
              <p:spPr bwMode="auto">
                <a:xfrm flipH="1" flipV="1">
                  <a:off x="269" y="0"/>
                  <a:ext cx="0" cy="110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0" name="Line 50"/>
                <p:cNvSpPr>
                  <a:spLocks noChangeShapeType="1"/>
                </p:cNvSpPr>
                <p:nvPr/>
              </p:nvSpPr>
              <p:spPr bwMode="auto">
                <a:xfrm>
                  <a:off x="758" y="1470"/>
                  <a:ext cx="204" cy="0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8471" name="Line 51"/>
                <p:cNvSpPr>
                  <a:spLocks noChangeShapeType="1"/>
                </p:cNvSpPr>
                <p:nvPr/>
              </p:nvSpPr>
              <p:spPr bwMode="auto">
                <a:xfrm flipH="1">
                  <a:off x="0" y="1593"/>
                  <a:ext cx="146" cy="146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18442" name="Object 52"/>
            <p:cNvGraphicFramePr>
              <a:graphicFrameLocks noChangeAspect="1"/>
            </p:cNvGraphicFramePr>
            <p:nvPr/>
          </p:nvGraphicFramePr>
          <p:xfrm>
            <a:off x="67" y="1364"/>
            <a:ext cx="192" cy="200"/>
          </p:xfrm>
          <a:graphic>
            <a:graphicData uri="http://schemas.openxmlformats.org/presentationml/2006/ole">
              <p:oleObj spid="_x0000_s18442" r:id="rId16" imgW="304853" imgH="317542" progId="Equation.3">
                <p:embed/>
              </p:oleObj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5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05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05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0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9" grpId="0" build="p" autoUpdateAnimBg="0"/>
      <p:bldP spid="20500" grpId="0" build="p" autoUpdateAnimBg="0"/>
      <p:bldP spid="20501" grpId="0" build="p" autoUpdateAnimBg="0"/>
      <p:bldP spid="20502" grpId="0" build="p" autoUpdateAnimBg="0"/>
      <p:bldP spid="20509" grpId="0" build="p" autoUpdateAnimBg="0" advAuto="0"/>
      <p:bldP spid="20510" grpId="0" build="p" autoUpdateAnimBg="0"/>
      <p:bldP spid="20511" grpId="0" build="p" autoUpdateAnimBg="0" advAuto="0"/>
      <p:bldP spid="20512" grpId="0" build="p" autoUpdateAnimBg="0"/>
      <p:bldP spid="20514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72" name="Text Box 2"/>
          <p:cNvSpPr txBox="1">
            <a:spLocks noChangeArrowheads="1"/>
          </p:cNvSpPr>
          <p:nvPr/>
        </p:nvSpPr>
        <p:spPr bwMode="auto">
          <a:xfrm>
            <a:off x="685800" y="381000"/>
            <a:ext cx="69405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故通讯卫星的覆盖面积与地球表面积的比为</a:t>
            </a:r>
          </a:p>
        </p:txBody>
      </p:sp>
      <p:graphicFrame>
        <p:nvGraphicFramePr>
          <p:cNvPr id="21507" name="Object 3"/>
          <p:cNvGraphicFramePr>
            <a:graphicFrameLocks noChangeAspect="1"/>
          </p:cNvGraphicFramePr>
          <p:nvPr/>
        </p:nvGraphicFramePr>
        <p:xfrm>
          <a:off x="1295400" y="1016000"/>
          <a:ext cx="927100" cy="965200"/>
        </p:xfrm>
        <a:graphic>
          <a:graphicData uri="http://schemas.openxmlformats.org/presentationml/2006/ole">
            <p:oleObj spid="_x0000_s19458" r:id="rId3" imgW="927417" imgH="965517" progId="Equation.3">
              <p:embed/>
            </p:oleObj>
          </a:graphicData>
        </a:graphic>
      </p:graphicFrame>
      <p:graphicFrame>
        <p:nvGraphicFramePr>
          <p:cNvPr id="21508" name="Object 4"/>
          <p:cNvGraphicFramePr>
            <a:graphicFrameLocks noChangeAspect="1"/>
          </p:cNvGraphicFramePr>
          <p:nvPr/>
        </p:nvGraphicFramePr>
        <p:xfrm>
          <a:off x="2362200" y="1016000"/>
          <a:ext cx="1625600" cy="927100"/>
        </p:xfrm>
        <a:graphic>
          <a:graphicData uri="http://schemas.openxmlformats.org/presentationml/2006/ole">
            <p:oleObj spid="_x0000_s19459" r:id="rId4" imgW="1625917" imgH="927417" progId="Equation.3">
              <p:embed/>
            </p:oleObj>
          </a:graphicData>
        </a:graphic>
      </p:graphicFrame>
      <p:graphicFrame>
        <p:nvGraphicFramePr>
          <p:cNvPr id="21509" name="Object 5"/>
          <p:cNvGraphicFramePr>
            <a:graphicFrameLocks noChangeAspect="1"/>
          </p:cNvGraphicFramePr>
          <p:nvPr/>
        </p:nvGraphicFramePr>
        <p:xfrm>
          <a:off x="2387600" y="1981200"/>
          <a:ext cx="2641600" cy="1041400"/>
        </p:xfrm>
        <a:graphic>
          <a:graphicData uri="http://schemas.openxmlformats.org/presentationml/2006/ole">
            <p:oleObj spid="_x0000_s19460" r:id="rId5" imgW="2640771" imgH="1041265" progId="Equation.3">
              <p:embed/>
            </p:oleObj>
          </a:graphicData>
        </a:graphic>
      </p:graphicFrame>
      <p:graphicFrame>
        <p:nvGraphicFramePr>
          <p:cNvPr id="21510" name="Object 6"/>
          <p:cNvGraphicFramePr>
            <a:graphicFrameLocks noChangeAspect="1"/>
          </p:cNvGraphicFramePr>
          <p:nvPr/>
        </p:nvGraphicFramePr>
        <p:xfrm>
          <a:off x="5130800" y="2349500"/>
          <a:ext cx="1346200" cy="393700"/>
        </p:xfrm>
        <a:graphic>
          <a:graphicData uri="http://schemas.openxmlformats.org/presentationml/2006/ole">
            <p:oleObj spid="_x0000_s19461" r:id="rId6" imgW="1345933" imgH="393846" progId="Equation.3">
              <p:embed/>
            </p:oleObj>
          </a:graphicData>
        </a:graphic>
      </p:graphicFrame>
      <p:sp>
        <p:nvSpPr>
          <p:cNvPr id="21511" name="Text Box 7"/>
          <p:cNvSpPr txBox="1">
            <a:spLocks noChangeArrowheads="1"/>
          </p:cNvSpPr>
          <p:nvPr/>
        </p:nvSpPr>
        <p:spPr bwMode="auto">
          <a:xfrm>
            <a:off x="666750" y="3267075"/>
            <a:ext cx="5429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由以上结果可知</a:t>
            </a:r>
            <a:r>
              <a:rPr lang="zh-CN" altLang="zh-CN"/>
              <a:t>, </a:t>
            </a:r>
            <a:r>
              <a:rPr lang="zh-CN"/>
              <a:t>卫星覆盖了地球 </a:t>
            </a:r>
          </a:p>
        </p:txBody>
      </p:sp>
      <p:graphicFrame>
        <p:nvGraphicFramePr>
          <p:cNvPr id="21512" name="Object 8"/>
          <p:cNvGraphicFramePr>
            <a:graphicFrameLocks noChangeAspect="1"/>
          </p:cNvGraphicFramePr>
          <p:nvPr/>
        </p:nvGraphicFramePr>
        <p:xfrm>
          <a:off x="314325" y="3871913"/>
          <a:ext cx="342900" cy="457200"/>
        </p:xfrm>
        <a:graphic>
          <a:graphicData uri="http://schemas.openxmlformats.org/presentationml/2006/ole">
            <p:oleObj spid="_x0000_s19462" r:id="rId7" imgW="343068" imgH="457319" progId="Equation.3">
              <p:embed/>
            </p:oleObj>
          </a:graphicData>
        </a:graphic>
      </p:graphicFrame>
      <p:sp>
        <p:nvSpPr>
          <p:cNvPr id="21513" name="Text Box 9"/>
          <p:cNvSpPr txBox="1">
            <a:spLocks noChangeArrowheads="1"/>
          </p:cNvSpPr>
          <p:nvPr/>
        </p:nvSpPr>
        <p:spPr bwMode="auto">
          <a:xfrm>
            <a:off x="685800" y="3810000"/>
            <a:ext cx="21399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以上的面积</a:t>
            </a:r>
            <a:r>
              <a:rPr lang="zh-CN" altLang="zh-CN"/>
              <a:t>, </a:t>
            </a:r>
          </a:p>
        </p:txBody>
      </p:sp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2667000" y="3810000"/>
            <a:ext cx="26733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故使用三颗相隔</a:t>
            </a:r>
          </a:p>
        </p:txBody>
      </p:sp>
      <p:graphicFrame>
        <p:nvGraphicFramePr>
          <p:cNvPr id="21515" name="Object 11"/>
          <p:cNvGraphicFramePr>
            <a:graphicFrameLocks noChangeAspect="1"/>
          </p:cNvGraphicFramePr>
          <p:nvPr/>
        </p:nvGraphicFramePr>
        <p:xfrm>
          <a:off x="5314950" y="3790950"/>
          <a:ext cx="546100" cy="495300"/>
        </p:xfrm>
        <a:graphic>
          <a:graphicData uri="http://schemas.openxmlformats.org/presentationml/2006/ole">
            <p:oleObj spid="_x0000_s19463" r:id="rId8" imgW="546180" imgH="495402" progId="Equation.3">
              <p:embed/>
            </p:oleObj>
          </a:graphicData>
        </a:graphic>
      </p:graphicFrame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228600" y="4419600"/>
            <a:ext cx="5873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角度的通讯卫星就几乎可以覆盖地球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228600" y="4953000"/>
            <a:ext cx="14287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/>
              <a:t>全表面</a:t>
            </a:r>
            <a:r>
              <a:rPr lang="zh-CN" altLang="zh-CN"/>
              <a:t>. </a:t>
            </a:r>
          </a:p>
        </p:txBody>
      </p:sp>
      <p:grpSp>
        <p:nvGrpSpPr>
          <p:cNvPr id="19479" name="Group 15"/>
          <p:cNvGrpSpPr>
            <a:grpSpLocks/>
          </p:cNvGrpSpPr>
          <p:nvPr/>
        </p:nvGrpSpPr>
        <p:grpSpPr bwMode="auto">
          <a:xfrm>
            <a:off x="6705600" y="1928813"/>
            <a:ext cx="1878013" cy="3130550"/>
            <a:chOff x="0" y="0"/>
            <a:chExt cx="1183" cy="1972"/>
          </a:xfrm>
        </p:grpSpPr>
        <p:grpSp>
          <p:nvGrpSpPr>
            <p:cNvPr id="19480" name="Group 16"/>
            <p:cNvGrpSpPr>
              <a:grpSpLocks/>
            </p:cNvGrpSpPr>
            <p:nvPr/>
          </p:nvGrpSpPr>
          <p:grpSpPr bwMode="auto">
            <a:xfrm>
              <a:off x="0" y="307"/>
              <a:ext cx="979" cy="1665"/>
              <a:chOff x="0" y="0"/>
              <a:chExt cx="979" cy="1665"/>
            </a:xfrm>
          </p:grpSpPr>
          <p:grpSp>
            <p:nvGrpSpPr>
              <p:cNvPr id="19500" name="Group 17"/>
              <p:cNvGrpSpPr>
                <a:grpSpLocks/>
              </p:cNvGrpSpPr>
              <p:nvPr/>
            </p:nvGrpSpPr>
            <p:grpSpPr bwMode="auto">
              <a:xfrm>
                <a:off x="0" y="686"/>
                <a:ext cx="979" cy="979"/>
                <a:chOff x="0" y="0"/>
                <a:chExt cx="1152" cy="1152"/>
              </a:xfrm>
            </p:grpSpPr>
            <p:sp>
              <p:nvSpPr>
                <p:cNvPr id="19502" name="Oval 18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1152" cy="1152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3" name="Arc 19"/>
                <p:cNvSpPr>
                  <a:spLocks/>
                </p:cNvSpPr>
                <p:nvPr/>
              </p:nvSpPr>
              <p:spPr bwMode="auto">
                <a:xfrm>
                  <a:off x="0" y="415"/>
                  <a:ext cx="1152" cy="145"/>
                </a:xfrm>
                <a:custGeom>
                  <a:avLst/>
                  <a:gdLst>
                    <a:gd name="T0" fmla="*/ 0 w 43200"/>
                    <a:gd name="T1" fmla="*/ 145 h 21927"/>
                    <a:gd name="T2" fmla="*/ 1152 w 43200"/>
                    <a:gd name="T3" fmla="*/ 143 h 21927"/>
                    <a:gd name="T4" fmla="*/ 576 w 43200"/>
                    <a:gd name="T5" fmla="*/ 143 h 219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1927"/>
                    <a:gd name="T11" fmla="*/ 43200 w 43200"/>
                    <a:gd name="T12" fmla="*/ 21927 h 219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1927" fill="none" extrusionOk="0">
                      <a:moveTo>
                        <a:pt x="2" y="21926"/>
                      </a:moveTo>
                      <a:cubicBezTo>
                        <a:pt x="0" y="21818"/>
                        <a:pt x="0" y="2170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21927" stroke="0" extrusionOk="0">
                      <a:moveTo>
                        <a:pt x="2" y="21926"/>
                      </a:moveTo>
                      <a:cubicBezTo>
                        <a:pt x="0" y="21818"/>
                        <a:pt x="0" y="2170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4" name="Arc 20"/>
                <p:cNvSpPr>
                  <a:spLocks/>
                </p:cNvSpPr>
                <p:nvPr/>
              </p:nvSpPr>
              <p:spPr bwMode="auto">
                <a:xfrm rot="10800000">
                  <a:off x="0" y="527"/>
                  <a:ext cx="1152" cy="145"/>
                </a:xfrm>
                <a:custGeom>
                  <a:avLst/>
                  <a:gdLst>
                    <a:gd name="T0" fmla="*/ 0 w 43200"/>
                    <a:gd name="T1" fmla="*/ 145 h 21927"/>
                    <a:gd name="T2" fmla="*/ 1152 w 43200"/>
                    <a:gd name="T3" fmla="*/ 143 h 21927"/>
                    <a:gd name="T4" fmla="*/ 576 w 43200"/>
                    <a:gd name="T5" fmla="*/ 143 h 21927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21927"/>
                    <a:gd name="T11" fmla="*/ 43200 w 43200"/>
                    <a:gd name="T12" fmla="*/ 21927 h 219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21927" fill="none" extrusionOk="0">
                      <a:moveTo>
                        <a:pt x="2" y="21926"/>
                      </a:moveTo>
                      <a:cubicBezTo>
                        <a:pt x="0" y="21818"/>
                        <a:pt x="0" y="2170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</a:path>
                    <a:path w="43200" h="21927" stroke="0" extrusionOk="0">
                      <a:moveTo>
                        <a:pt x="2" y="21926"/>
                      </a:moveTo>
                      <a:cubicBezTo>
                        <a:pt x="0" y="21818"/>
                        <a:pt x="0" y="21709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3529" y="-1"/>
                        <a:pt x="43199" y="9670"/>
                        <a:pt x="43200" y="21599"/>
                      </a:cubicBezTo>
                      <a:lnTo>
                        <a:pt x="2160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9501" name="Oval 21"/>
              <p:cNvSpPr>
                <a:spLocks noChangeArrowheads="1"/>
              </p:cNvSpPr>
              <p:nvPr/>
            </p:nvSpPr>
            <p:spPr bwMode="auto">
              <a:xfrm>
                <a:off x="470" y="0"/>
                <a:ext cx="34" cy="34"/>
              </a:xfrm>
              <a:prstGeom prst="ellipse">
                <a:avLst/>
              </a:pr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481" name="Group 22"/>
            <p:cNvGrpSpPr>
              <a:grpSpLocks/>
            </p:cNvGrpSpPr>
            <p:nvPr/>
          </p:nvGrpSpPr>
          <p:grpSpPr bwMode="auto">
            <a:xfrm>
              <a:off x="39" y="327"/>
              <a:ext cx="896" cy="1145"/>
              <a:chOff x="0" y="0"/>
              <a:chExt cx="896" cy="1145"/>
            </a:xfrm>
          </p:grpSpPr>
          <p:graphicFrame>
            <p:nvGraphicFramePr>
              <p:cNvPr id="19471" name="Object 23"/>
              <p:cNvGraphicFramePr>
                <a:graphicFrameLocks noChangeAspect="1"/>
              </p:cNvGraphicFramePr>
              <p:nvPr/>
            </p:nvGraphicFramePr>
            <p:xfrm>
              <a:off x="518" y="474"/>
              <a:ext cx="195" cy="171"/>
            </p:xfrm>
            <a:graphic>
              <a:graphicData uri="http://schemas.openxmlformats.org/presentationml/2006/ole">
                <p:oleObj spid="_x0000_s19471" r:id="rId9" imgW="317542" imgH="304853" progId="Equation.3">
                  <p:embed/>
                </p:oleObj>
              </a:graphicData>
            </a:graphic>
          </p:graphicFrame>
          <p:grpSp>
            <p:nvGrpSpPr>
              <p:cNvPr id="19494" name="Group 24"/>
              <p:cNvGrpSpPr>
                <a:grpSpLocks/>
              </p:cNvGrpSpPr>
              <p:nvPr/>
            </p:nvGrpSpPr>
            <p:grpSpPr bwMode="auto">
              <a:xfrm>
                <a:off x="0" y="0"/>
                <a:ext cx="896" cy="1145"/>
                <a:chOff x="0" y="0"/>
                <a:chExt cx="896" cy="1145"/>
              </a:xfrm>
            </p:grpSpPr>
            <p:sp>
              <p:nvSpPr>
                <p:cNvPr id="19495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9" y="0"/>
                  <a:ext cx="442" cy="960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96" name="Line 26"/>
                <p:cNvSpPr>
                  <a:spLocks noChangeShapeType="1"/>
                </p:cNvSpPr>
                <p:nvPr/>
              </p:nvSpPr>
              <p:spPr bwMode="auto">
                <a:xfrm>
                  <a:off x="449" y="0"/>
                  <a:ext cx="442" cy="959"/>
                </a:xfrm>
                <a:prstGeom prst="line">
                  <a:avLst/>
                </a:prstGeom>
                <a:noFill/>
                <a:ln w="28575">
                  <a:solidFill>
                    <a:schemeClr val="accent2"/>
                  </a:solidFill>
                  <a:prstDash val="dash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497" name="Arc 27"/>
                <p:cNvSpPr>
                  <a:spLocks/>
                </p:cNvSpPr>
                <p:nvPr/>
              </p:nvSpPr>
              <p:spPr bwMode="auto">
                <a:xfrm>
                  <a:off x="23" y="889"/>
                  <a:ext cx="861" cy="77"/>
                </a:xfrm>
                <a:custGeom>
                  <a:avLst/>
                  <a:gdLst>
                    <a:gd name="T0" fmla="*/ 0 w 43197"/>
                    <a:gd name="T1" fmla="*/ 76 h 21600"/>
                    <a:gd name="T2" fmla="*/ 861 w 43197"/>
                    <a:gd name="T3" fmla="*/ 77 h 21600"/>
                    <a:gd name="T4" fmla="*/ 430 w 43197"/>
                    <a:gd name="T5" fmla="*/ 77 h 21600"/>
                    <a:gd name="T6" fmla="*/ 0 60000 65536"/>
                    <a:gd name="T7" fmla="*/ 0 60000 65536"/>
                    <a:gd name="T8" fmla="*/ 0 60000 65536"/>
                    <a:gd name="T9" fmla="*/ 0 w 43197"/>
                    <a:gd name="T10" fmla="*/ 0 h 21600"/>
                    <a:gd name="T11" fmla="*/ 43197 w 4319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97" h="21600" fill="none" extrusionOk="0">
                      <a:moveTo>
                        <a:pt x="0" y="21214"/>
                      </a:moveTo>
                      <a:cubicBezTo>
                        <a:pt x="210" y="9437"/>
                        <a:pt x="9818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</a:path>
                    <a:path w="43197" h="21600" stroke="0" extrusionOk="0">
                      <a:moveTo>
                        <a:pt x="0" y="21214"/>
                      </a:moveTo>
                      <a:cubicBezTo>
                        <a:pt x="210" y="9437"/>
                        <a:pt x="9818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  <a:lnTo>
                        <a:pt x="21597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prstDash val="dash"/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8" name="Arc 28"/>
                <p:cNvSpPr>
                  <a:spLocks/>
                </p:cNvSpPr>
                <p:nvPr/>
              </p:nvSpPr>
              <p:spPr bwMode="auto">
                <a:xfrm rot="10800000">
                  <a:off x="23" y="951"/>
                  <a:ext cx="861" cy="77"/>
                </a:xfrm>
                <a:custGeom>
                  <a:avLst/>
                  <a:gdLst>
                    <a:gd name="T0" fmla="*/ 0 w 43197"/>
                    <a:gd name="T1" fmla="*/ 76 h 21600"/>
                    <a:gd name="T2" fmla="*/ 861 w 43197"/>
                    <a:gd name="T3" fmla="*/ 77 h 21600"/>
                    <a:gd name="T4" fmla="*/ 430 w 43197"/>
                    <a:gd name="T5" fmla="*/ 77 h 21600"/>
                    <a:gd name="T6" fmla="*/ 0 60000 65536"/>
                    <a:gd name="T7" fmla="*/ 0 60000 65536"/>
                    <a:gd name="T8" fmla="*/ 0 60000 65536"/>
                    <a:gd name="T9" fmla="*/ 0 w 43197"/>
                    <a:gd name="T10" fmla="*/ 0 h 21600"/>
                    <a:gd name="T11" fmla="*/ 43197 w 43197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197" h="21600" fill="none" extrusionOk="0">
                      <a:moveTo>
                        <a:pt x="0" y="21214"/>
                      </a:moveTo>
                      <a:cubicBezTo>
                        <a:pt x="210" y="9437"/>
                        <a:pt x="9818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</a:path>
                    <a:path w="43197" h="21600" stroke="0" extrusionOk="0">
                      <a:moveTo>
                        <a:pt x="0" y="21214"/>
                      </a:moveTo>
                      <a:cubicBezTo>
                        <a:pt x="210" y="9437"/>
                        <a:pt x="9818" y="-1"/>
                        <a:pt x="21597" y="0"/>
                      </a:cubicBezTo>
                      <a:cubicBezTo>
                        <a:pt x="33526" y="0"/>
                        <a:pt x="43197" y="9670"/>
                        <a:pt x="43197" y="21600"/>
                      </a:cubicBezTo>
                      <a:lnTo>
                        <a:pt x="21597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9" name="Arc 29"/>
                <p:cNvSpPr>
                  <a:spLocks/>
                </p:cNvSpPr>
                <p:nvPr/>
              </p:nvSpPr>
              <p:spPr bwMode="auto">
                <a:xfrm>
                  <a:off x="0" y="671"/>
                  <a:ext cx="896" cy="474"/>
                </a:xfrm>
                <a:custGeom>
                  <a:avLst/>
                  <a:gdLst>
                    <a:gd name="T0" fmla="*/ 0 w 39539"/>
                    <a:gd name="T1" fmla="*/ 290 h 21600"/>
                    <a:gd name="T2" fmla="*/ 896 w 39539"/>
                    <a:gd name="T3" fmla="*/ 276 h 21600"/>
                    <a:gd name="T4" fmla="*/ 451 w 39539"/>
                    <a:gd name="T5" fmla="*/ 474 h 21600"/>
                    <a:gd name="T6" fmla="*/ 0 60000 65536"/>
                    <a:gd name="T7" fmla="*/ 0 60000 65536"/>
                    <a:gd name="T8" fmla="*/ 0 60000 65536"/>
                    <a:gd name="T9" fmla="*/ 0 w 39539"/>
                    <a:gd name="T10" fmla="*/ 0 h 21600"/>
                    <a:gd name="T11" fmla="*/ 39539 w 395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39" h="21600" fill="none" extrusionOk="0">
                      <a:moveTo>
                        <a:pt x="-1" y="13217"/>
                      </a:moveTo>
                      <a:cubicBezTo>
                        <a:pt x="3372" y="5208"/>
                        <a:pt x="11216" y="-1"/>
                        <a:pt x="19907" y="0"/>
                      </a:cubicBezTo>
                      <a:cubicBezTo>
                        <a:pt x="28349" y="0"/>
                        <a:pt x="36017" y="4918"/>
                        <a:pt x="39538" y="12591"/>
                      </a:cubicBezTo>
                    </a:path>
                    <a:path w="39539" h="21600" stroke="0" extrusionOk="0">
                      <a:moveTo>
                        <a:pt x="-1" y="13217"/>
                      </a:moveTo>
                      <a:cubicBezTo>
                        <a:pt x="3372" y="5208"/>
                        <a:pt x="11216" y="-1"/>
                        <a:pt x="19907" y="0"/>
                      </a:cubicBezTo>
                      <a:cubicBezTo>
                        <a:pt x="28349" y="0"/>
                        <a:pt x="36017" y="4918"/>
                        <a:pt x="39538" y="12591"/>
                      </a:cubicBezTo>
                      <a:lnTo>
                        <a:pt x="19907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19482" name="Group 30"/>
            <p:cNvGrpSpPr>
              <a:grpSpLocks/>
            </p:cNvGrpSpPr>
            <p:nvPr/>
          </p:nvGrpSpPr>
          <p:grpSpPr bwMode="auto">
            <a:xfrm>
              <a:off x="491" y="1233"/>
              <a:ext cx="432" cy="332"/>
              <a:chOff x="0" y="0"/>
              <a:chExt cx="432" cy="332"/>
            </a:xfrm>
          </p:grpSpPr>
          <p:sp>
            <p:nvSpPr>
              <p:cNvPr id="19492" name="Line 31"/>
              <p:cNvSpPr>
                <a:spLocks noChangeShapeType="1"/>
              </p:cNvSpPr>
              <p:nvPr/>
            </p:nvSpPr>
            <p:spPr bwMode="auto">
              <a:xfrm flipV="1">
                <a:off x="0" y="47"/>
                <a:ext cx="43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9470" name="Object 32"/>
              <p:cNvGraphicFramePr>
                <a:graphicFrameLocks noChangeAspect="1"/>
              </p:cNvGraphicFramePr>
              <p:nvPr/>
            </p:nvGraphicFramePr>
            <p:xfrm>
              <a:off x="37" y="0"/>
              <a:ext cx="159" cy="138"/>
            </p:xfrm>
            <a:graphic>
              <a:graphicData uri="http://schemas.openxmlformats.org/presentationml/2006/ole">
                <p:oleObj spid="_x0000_s19470" r:id="rId10" imgW="279596" imgH="241512" progId="Equation.3">
                  <p:embed/>
                </p:oleObj>
              </a:graphicData>
            </a:graphic>
          </p:graphicFrame>
          <p:sp>
            <p:nvSpPr>
              <p:cNvPr id="19493" name="Arc 33"/>
              <p:cNvSpPr>
                <a:spLocks/>
              </p:cNvSpPr>
              <p:nvPr/>
            </p:nvSpPr>
            <p:spPr bwMode="auto">
              <a:xfrm>
                <a:off x="0" y="160"/>
                <a:ext cx="100" cy="172"/>
              </a:xfrm>
              <a:custGeom>
                <a:avLst/>
                <a:gdLst>
                  <a:gd name="T0" fmla="*/ 0 w 14056"/>
                  <a:gd name="T1" fmla="*/ 0 h 21600"/>
                  <a:gd name="T2" fmla="*/ 100 w 14056"/>
                  <a:gd name="T3" fmla="*/ 41 h 21600"/>
                  <a:gd name="T4" fmla="*/ 0 w 14056"/>
                  <a:gd name="T5" fmla="*/ 172 h 21600"/>
                  <a:gd name="T6" fmla="*/ 0 60000 65536"/>
                  <a:gd name="T7" fmla="*/ 0 60000 65536"/>
                  <a:gd name="T8" fmla="*/ 0 60000 65536"/>
                  <a:gd name="T9" fmla="*/ 0 w 14056"/>
                  <a:gd name="T10" fmla="*/ 0 h 21600"/>
                  <a:gd name="T11" fmla="*/ 14056 w 14056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56" h="21600" fill="none" extrusionOk="0">
                    <a:moveTo>
                      <a:pt x="-1" y="0"/>
                    </a:moveTo>
                    <a:cubicBezTo>
                      <a:pt x="5155" y="0"/>
                      <a:pt x="10141" y="1844"/>
                      <a:pt x="14055" y="5199"/>
                    </a:cubicBezTo>
                  </a:path>
                  <a:path w="14056" h="21600" stroke="0" extrusionOk="0">
                    <a:moveTo>
                      <a:pt x="-1" y="0"/>
                    </a:moveTo>
                    <a:cubicBezTo>
                      <a:pt x="5155" y="0"/>
                      <a:pt x="10141" y="1844"/>
                      <a:pt x="14055" y="5199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2857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19464" name="Object 34"/>
            <p:cNvGraphicFramePr>
              <a:graphicFrameLocks noChangeAspect="1"/>
            </p:cNvGraphicFramePr>
            <p:nvPr/>
          </p:nvGraphicFramePr>
          <p:xfrm>
            <a:off x="576" y="228"/>
            <a:ext cx="465" cy="189"/>
          </p:xfrm>
          <a:graphic>
            <a:graphicData uri="http://schemas.openxmlformats.org/presentationml/2006/ole">
              <p:oleObj spid="_x0000_s19464" r:id="rId11" imgW="812764" imgH="330374" progId="Equation.3">
                <p:embed/>
              </p:oleObj>
            </a:graphicData>
          </a:graphic>
        </p:graphicFrame>
        <p:graphicFrame>
          <p:nvGraphicFramePr>
            <p:cNvPr id="19465" name="Object 35"/>
            <p:cNvGraphicFramePr>
              <a:graphicFrameLocks noChangeAspect="1"/>
            </p:cNvGraphicFramePr>
            <p:nvPr/>
          </p:nvGraphicFramePr>
          <p:xfrm>
            <a:off x="1008" y="1281"/>
            <a:ext cx="156" cy="171"/>
          </p:xfrm>
          <a:graphic>
            <a:graphicData uri="http://schemas.openxmlformats.org/presentationml/2006/ole">
              <p:oleObj spid="_x0000_s19465" r:id="rId12" imgW="279475" imgH="304853" progId="Equation.3">
                <p:embed/>
              </p:oleObj>
            </a:graphicData>
          </a:graphic>
        </p:graphicFrame>
        <p:grpSp>
          <p:nvGrpSpPr>
            <p:cNvPr id="19483" name="Group 36"/>
            <p:cNvGrpSpPr>
              <a:grpSpLocks/>
            </p:cNvGrpSpPr>
            <p:nvPr/>
          </p:nvGrpSpPr>
          <p:grpSpPr bwMode="auto">
            <a:xfrm>
              <a:off x="221" y="0"/>
              <a:ext cx="962" cy="1883"/>
              <a:chOff x="0" y="0"/>
              <a:chExt cx="962" cy="1883"/>
            </a:xfrm>
          </p:grpSpPr>
          <p:grpSp>
            <p:nvGrpSpPr>
              <p:cNvPr id="19484" name="Group 37"/>
              <p:cNvGrpSpPr>
                <a:grpSpLocks/>
              </p:cNvGrpSpPr>
              <p:nvPr/>
            </p:nvGrpSpPr>
            <p:grpSpPr bwMode="auto">
              <a:xfrm>
                <a:off x="0" y="0"/>
                <a:ext cx="962" cy="1883"/>
                <a:chOff x="0" y="0"/>
                <a:chExt cx="962" cy="1883"/>
              </a:xfrm>
            </p:grpSpPr>
            <p:graphicFrame>
              <p:nvGraphicFramePr>
                <p:cNvPr id="19467" name="Object 38"/>
                <p:cNvGraphicFramePr>
                  <a:graphicFrameLocks noChangeAspect="1"/>
                </p:cNvGraphicFramePr>
                <p:nvPr/>
              </p:nvGraphicFramePr>
              <p:xfrm>
                <a:off x="787" y="1539"/>
                <a:ext cx="144" cy="190"/>
              </p:xfrm>
              <a:graphic>
                <a:graphicData uri="http://schemas.openxmlformats.org/presentationml/2006/ole">
                  <p:oleObj spid="_x0000_s19467" r:id="rId13" imgW="241408" imgH="317542" progId="Equation.3">
                    <p:embed/>
                  </p:oleObj>
                </a:graphicData>
              </a:graphic>
            </p:graphicFrame>
            <p:graphicFrame>
              <p:nvGraphicFramePr>
                <p:cNvPr id="19468" name="Object 39"/>
                <p:cNvGraphicFramePr>
                  <a:graphicFrameLocks noChangeAspect="1"/>
                </p:cNvGraphicFramePr>
                <p:nvPr/>
              </p:nvGraphicFramePr>
              <p:xfrm>
                <a:off x="355" y="11"/>
                <a:ext cx="129" cy="129"/>
              </p:xfrm>
              <a:graphic>
                <a:graphicData uri="http://schemas.openxmlformats.org/presentationml/2006/ole">
                  <p:oleObj spid="_x0000_s19468" r:id="rId14" imgW="215936" imgH="215936" progId="Equation.3">
                    <p:embed/>
                  </p:oleObj>
                </a:graphicData>
              </a:graphic>
            </p:graphicFrame>
            <p:graphicFrame>
              <p:nvGraphicFramePr>
                <p:cNvPr id="19469" name="Object 40"/>
                <p:cNvGraphicFramePr>
                  <a:graphicFrameLocks noChangeAspect="1"/>
                </p:cNvGraphicFramePr>
                <p:nvPr/>
              </p:nvGraphicFramePr>
              <p:xfrm>
                <a:off x="67" y="1739"/>
                <a:ext cx="137" cy="144"/>
              </p:xfrm>
              <a:graphic>
                <a:graphicData uri="http://schemas.openxmlformats.org/presentationml/2006/ole">
                  <p:oleObj spid="_x0000_s19469" r:id="rId15" imgW="228818" imgH="241512" progId="Equation.3">
                    <p:embed/>
                  </p:oleObj>
                </a:graphicData>
              </a:graphic>
            </p:graphicFrame>
            <p:grpSp>
              <p:nvGrpSpPr>
                <p:cNvPr id="19485" name="Group 41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962" cy="1739"/>
                  <a:chOff x="0" y="0"/>
                  <a:chExt cx="962" cy="1739"/>
                </a:xfrm>
              </p:grpSpPr>
              <p:sp>
                <p:nvSpPr>
                  <p:cNvPr id="19486" name="Line 42"/>
                  <p:cNvSpPr>
                    <a:spLocks noChangeShapeType="1"/>
                  </p:cNvSpPr>
                  <p:nvPr/>
                </p:nvSpPr>
                <p:spPr bwMode="auto">
                  <a:xfrm>
                    <a:off x="269" y="1470"/>
                    <a:ext cx="489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87" name="Line 43"/>
                  <p:cNvSpPr>
                    <a:spLocks noChangeShapeType="1"/>
                  </p:cNvSpPr>
                  <p:nvPr/>
                </p:nvSpPr>
                <p:spPr bwMode="auto">
                  <a:xfrm>
                    <a:off x="269" y="1163"/>
                    <a:ext cx="0" cy="31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88" name="Line 44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122" y="1470"/>
                    <a:ext cx="147" cy="14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89" name="Line 4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69" y="0"/>
                    <a:ext cx="0" cy="110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90" name="Line 46"/>
                  <p:cNvSpPr>
                    <a:spLocks noChangeShapeType="1"/>
                  </p:cNvSpPr>
                  <p:nvPr/>
                </p:nvSpPr>
                <p:spPr bwMode="auto">
                  <a:xfrm>
                    <a:off x="758" y="1470"/>
                    <a:ext cx="204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19491" name="Line 4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0" y="1593"/>
                    <a:ext cx="146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aphicFrame>
            <p:nvGraphicFramePr>
              <p:cNvPr id="19466" name="Object 48"/>
              <p:cNvGraphicFramePr>
                <a:graphicFrameLocks noChangeAspect="1"/>
              </p:cNvGraphicFramePr>
              <p:nvPr/>
            </p:nvGraphicFramePr>
            <p:xfrm>
              <a:off x="67" y="1364"/>
              <a:ext cx="192" cy="200"/>
            </p:xfrm>
            <a:graphic>
              <a:graphicData uri="http://schemas.openxmlformats.org/presentationml/2006/ole">
                <p:oleObj spid="_x0000_s19466" r:id="rId16" imgW="304853" imgH="317542" progId="Equation.3">
                  <p:embed/>
                </p:oleObj>
              </a:graphicData>
            </a:graphic>
          </p:graphicFrame>
        </p:grp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5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1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 build="p" autoUpdateAnimBg="0"/>
      <p:bldP spid="21513" grpId="0" build="p" autoUpdateAnimBg="0" advAuto="0"/>
      <p:bldP spid="21514" grpId="0" build="p" autoUpdateAnimBg="0"/>
      <p:bldP spid="21516" grpId="0" build="p" autoUpdateAnimBg="0" advAuto="0"/>
      <p:bldP spid="21517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2133600" cy="609600"/>
          </a:xfrm>
          <a:noFill/>
          <a:ln w="19050">
            <a:solidFill>
              <a:schemeClr val="accent2"/>
            </a:solidFill>
          </a:ln>
        </p:spPr>
        <p:txBody>
          <a:bodyPr/>
          <a:lstStyle/>
          <a:p>
            <a:pPr eaLnBrk="1" hangingPunct="1"/>
            <a:r>
              <a:rPr lang="zh-CN" sz="3200" b="1" smtClean="0">
                <a:ea typeface="楷体_GB2312" pitchFamily="1" charset="-122"/>
              </a:rPr>
              <a:t>内容小结</a:t>
            </a:r>
          </a:p>
        </p:txBody>
      </p:sp>
      <p:sp>
        <p:nvSpPr>
          <p:cNvPr id="22531" name="Text Box 3"/>
          <p:cNvSpPr txBox="1">
            <a:spLocks noChangeArrowheads="1"/>
          </p:cNvSpPr>
          <p:nvPr/>
        </p:nvSpPr>
        <p:spPr bwMode="auto">
          <a:xfrm>
            <a:off x="698500" y="1176338"/>
            <a:ext cx="1600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1. </a:t>
            </a:r>
            <a:r>
              <a:rPr lang="zh-CN"/>
              <a:t>定义</a:t>
            </a:r>
            <a:r>
              <a:rPr lang="zh-CN" altLang="zh-CN"/>
              <a:t>: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2016125" y="1143000"/>
          <a:ext cx="2400300" cy="723900"/>
        </p:xfrm>
        <a:graphic>
          <a:graphicData uri="http://schemas.openxmlformats.org/presentationml/2006/ole">
            <p:oleObj spid="_x0000_s20482" r:id="rId3" imgW="2399576" imgH="723903" progId="Equation.3">
              <p:embed/>
            </p:oleObj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5803900" y="1263650"/>
          <a:ext cx="2425700" cy="508000"/>
        </p:xfrm>
        <a:graphic>
          <a:graphicData uri="http://schemas.openxmlformats.org/presentationml/2006/ole">
            <p:oleObj spid="_x0000_s20483" r:id="rId4" imgW="2426017" imgH="508317" progId="Equation.3">
              <p:embed/>
            </p:oleObj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/>
        </p:nvGraphicFramePr>
        <p:xfrm>
          <a:off x="5346700" y="990600"/>
          <a:ext cx="546100" cy="1066800"/>
        </p:xfrm>
        <a:graphic>
          <a:graphicData uri="http://schemas.openxmlformats.org/presentationml/2006/ole">
            <p:oleObj spid="_x0000_s20484" r:id="rId5" imgW="546180" imgH="1066654" progId="Equation.3">
              <p:embed/>
            </p:oleObj>
          </a:graphicData>
        </a:graphic>
      </p:graphicFrame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4432300" y="1235075"/>
          <a:ext cx="901700" cy="622300"/>
        </p:xfrm>
        <a:graphic>
          <a:graphicData uri="http://schemas.openxmlformats.org/presentationml/2006/ole">
            <p:oleObj spid="_x0000_s20485" r:id="rId6" imgW="901626" imgH="622347" progId="Equation.3">
              <p:embed/>
            </p:oleObj>
          </a:graphicData>
        </a:graphic>
      </p:graphicFrame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698500" y="2209800"/>
            <a:ext cx="213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2. </a:t>
            </a:r>
            <a:r>
              <a:rPr lang="zh-CN"/>
              <a:t>计算</a:t>
            </a:r>
            <a:r>
              <a:rPr lang="zh-CN" altLang="zh-CN"/>
              <a:t>:  </a:t>
            </a:r>
            <a:r>
              <a:rPr lang="zh-CN"/>
              <a:t>设</a:t>
            </a:r>
          </a:p>
        </p:txBody>
      </p:sp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2489200" y="2286000"/>
          <a:ext cx="4038600" cy="508000"/>
        </p:xfrm>
        <a:graphic>
          <a:graphicData uri="http://schemas.openxmlformats.org/presentationml/2006/ole">
            <p:oleObj spid="_x0000_s20486" r:id="rId7" imgW="4038917" imgH="508317" progId="Equation.3">
              <p:embed/>
            </p:oleObj>
          </a:graphicData>
        </a:graphic>
      </p:graphicFrame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6477000" y="2209800"/>
            <a:ext cx="68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</a:t>
            </a:r>
          </a:p>
        </p:txBody>
      </p:sp>
      <p:graphicFrame>
        <p:nvGraphicFramePr>
          <p:cNvPr id="22539" name="Object 11"/>
          <p:cNvGraphicFramePr>
            <a:graphicFrameLocks noChangeAspect="1"/>
          </p:cNvGraphicFramePr>
          <p:nvPr/>
        </p:nvGraphicFramePr>
        <p:xfrm>
          <a:off x="1270000" y="2819400"/>
          <a:ext cx="2400300" cy="723900"/>
        </p:xfrm>
        <a:graphic>
          <a:graphicData uri="http://schemas.openxmlformats.org/presentationml/2006/ole">
            <p:oleObj spid="_x0000_s20487" r:id="rId8" imgW="2399576" imgH="723903" progId="Equation.3">
              <p:embed/>
            </p:oleObj>
          </a:graphicData>
        </a:graphic>
      </p:graphicFrame>
      <p:graphicFrame>
        <p:nvGraphicFramePr>
          <p:cNvPr id="22540" name="Object 12"/>
          <p:cNvGraphicFramePr>
            <a:graphicFrameLocks noChangeAspect="1"/>
          </p:cNvGraphicFramePr>
          <p:nvPr/>
        </p:nvGraphicFramePr>
        <p:xfrm>
          <a:off x="2286000" y="3581400"/>
          <a:ext cx="2133600" cy="787400"/>
        </p:xfrm>
        <a:graphic>
          <a:graphicData uri="http://schemas.openxmlformats.org/presentationml/2006/ole">
            <p:oleObj spid="_x0000_s20488" r:id="rId9" imgW="2133917" imgH="787717" progId="Equation.3">
              <p:embed/>
            </p:oleObj>
          </a:graphicData>
        </a:graphic>
      </p:graphicFrame>
      <p:graphicFrame>
        <p:nvGraphicFramePr>
          <p:cNvPr id="22541" name="Object 13"/>
          <p:cNvGraphicFramePr>
            <a:graphicFrameLocks noChangeAspect="1"/>
          </p:cNvGraphicFramePr>
          <p:nvPr/>
        </p:nvGraphicFramePr>
        <p:xfrm>
          <a:off x="4495800" y="3711575"/>
          <a:ext cx="1003300" cy="406400"/>
        </p:xfrm>
        <a:graphic>
          <a:graphicData uri="http://schemas.openxmlformats.org/presentationml/2006/ole">
            <p:oleObj spid="_x0000_s20489" r:id="rId10" imgW="1002747" imgH="406365" progId="Equation.3">
              <p:embed/>
            </p:oleObj>
          </a:graphicData>
        </a:graphic>
      </p:graphicFrame>
      <p:graphicFrame>
        <p:nvGraphicFramePr>
          <p:cNvPr id="22542" name="Object 14"/>
          <p:cNvGraphicFramePr>
            <a:graphicFrameLocks noChangeAspect="1"/>
          </p:cNvGraphicFramePr>
          <p:nvPr/>
        </p:nvGraphicFramePr>
        <p:xfrm>
          <a:off x="5486400" y="3559175"/>
          <a:ext cx="2286000" cy="631825"/>
        </p:xfrm>
        <a:graphic>
          <a:graphicData uri="http://schemas.openxmlformats.org/presentationml/2006/ole">
            <p:oleObj spid="_x0000_s20490" r:id="rId11" imgW="913924" imgH="254097" progId="Equation.3">
              <p:embed/>
            </p:oleObj>
          </a:graphicData>
        </a:graphic>
      </p:graphicFrame>
      <p:graphicFrame>
        <p:nvGraphicFramePr>
          <p:cNvPr id="22543" name="Object 15"/>
          <p:cNvGraphicFramePr>
            <a:graphicFrameLocks noChangeAspect="1"/>
          </p:cNvGraphicFramePr>
          <p:nvPr/>
        </p:nvGraphicFramePr>
        <p:xfrm>
          <a:off x="6070600" y="3657600"/>
          <a:ext cx="1549400" cy="596900"/>
        </p:xfrm>
        <a:graphic>
          <a:graphicData uri="http://schemas.openxmlformats.org/presentationml/2006/ole">
            <p:oleObj spid="_x0000_s20491" r:id="rId12" imgW="1549717" imgH="597217" progId="Equation.3">
              <p:embed/>
            </p:oleObj>
          </a:graphicData>
        </a:graphic>
      </p:graphicFrame>
      <p:graphicFrame>
        <p:nvGraphicFramePr>
          <p:cNvPr id="22544" name="Object 16"/>
          <p:cNvGraphicFramePr>
            <a:graphicFrameLocks noChangeAspect="1"/>
          </p:cNvGraphicFramePr>
          <p:nvPr/>
        </p:nvGraphicFramePr>
        <p:xfrm>
          <a:off x="7772400" y="3733800"/>
          <a:ext cx="952500" cy="406400"/>
        </p:xfrm>
        <a:graphic>
          <a:graphicData uri="http://schemas.openxmlformats.org/presentationml/2006/ole">
            <p:oleObj spid="_x0000_s20492" r:id="rId13" imgW="951991" imgH="406365" progId="Equation.3">
              <p:embed/>
            </p:oleObj>
          </a:graphicData>
        </a:graphic>
      </p:graphicFrame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1143000" y="4510088"/>
            <a:ext cx="449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/>
              <a:t>(</a:t>
            </a:r>
            <a:r>
              <a:rPr lang="zh-CN"/>
              <a:t>曲面的其他两种情况类似</a:t>
            </a:r>
            <a:r>
              <a:rPr lang="zh-CN" altLang="zh-CN"/>
              <a:t>)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609600" y="5195888"/>
            <a:ext cx="838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Arial" pitchFamily="34" charset="0"/>
              <a:buChar char="•"/>
            </a:pPr>
            <a:r>
              <a:rPr lang="zh-CN" altLang="zh-CN" dirty="0">
                <a:solidFill>
                  <a:schemeClr val="accent1"/>
                </a:solidFill>
              </a:rPr>
              <a:t> </a:t>
            </a:r>
            <a:r>
              <a:rPr lang="zh-CN" dirty="0"/>
              <a:t>注意利用球面坐标、柱面坐标、对称性、质心公式</a:t>
            </a:r>
          </a:p>
        </p:txBody>
      </p:sp>
      <p:sp>
        <p:nvSpPr>
          <p:cNvPr id="22547" name="Text Box 19"/>
          <p:cNvSpPr txBox="1">
            <a:spLocks noChangeArrowheads="1"/>
          </p:cNvSpPr>
          <p:nvPr/>
        </p:nvSpPr>
        <p:spPr bwMode="auto">
          <a:xfrm>
            <a:off x="762000" y="5781675"/>
            <a:ext cx="2851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简化计算的技巧</a:t>
            </a:r>
            <a:r>
              <a:rPr lang="zh-CN" altLang="zh-CN"/>
              <a:t>. 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2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autoUpdateAnimBg="0"/>
      <p:bldP spid="22536" grpId="0" autoUpdateAnimBg="0"/>
      <p:bldP spid="22538" grpId="0" autoUpdateAnimBg="0"/>
      <p:bldP spid="22545" grpId="0" autoUpdateAnimBg="0"/>
      <p:bldP spid="22546" grpId="0" autoUpdateAnimBg="0"/>
      <p:bldP spid="22547" grpId="0" build="p" autoUpdateAnimBg="0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2438400" cy="762000"/>
          </a:xfrm>
          <a:ln w="19050">
            <a:solidFill>
              <a:schemeClr val="accent2"/>
            </a:solidFill>
          </a:ln>
        </p:spPr>
        <p:txBody>
          <a:bodyPr/>
          <a:lstStyle/>
          <a:p>
            <a:pPr eaLnBrk="1" hangingPunct="1"/>
            <a:r>
              <a:rPr lang="zh-CN" sz="3200" b="1" smtClean="0">
                <a:ea typeface="楷体_GB2312" pitchFamily="1" charset="-122"/>
              </a:rPr>
              <a:t>思考与练习</a:t>
            </a:r>
            <a:endParaRPr lang="zh-CN" sz="3200" smtClean="0">
              <a:ea typeface="楷体_GB2312" pitchFamily="1" charset="-122"/>
            </a:endParaRPr>
          </a:p>
        </p:txBody>
      </p:sp>
      <p:sp>
        <p:nvSpPr>
          <p:cNvPr id="21511" name="Text Box 3"/>
          <p:cNvSpPr txBox="1">
            <a:spLocks noChangeArrowheads="1"/>
          </p:cNvSpPr>
          <p:nvPr/>
        </p:nvSpPr>
        <p:spPr bwMode="auto">
          <a:xfrm>
            <a:off x="1219200" y="1371600"/>
            <a:ext cx="39624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/>
              <a:t>P2</a:t>
            </a:r>
            <a:r>
              <a:rPr lang="en-US" altLang="zh-CN"/>
              <a:t>22</a:t>
            </a:r>
            <a:r>
              <a:rPr lang="zh-CN" altLang="en-US"/>
              <a:t>  题1；3；4 </a:t>
            </a:r>
            <a:r>
              <a:rPr lang="zh-CN" altLang="en-US" sz="2400"/>
              <a:t>(1)</a:t>
            </a:r>
            <a:r>
              <a:rPr lang="zh-CN" altLang="en-US"/>
              <a:t> ;    7 </a:t>
            </a:r>
          </a:p>
        </p:txBody>
      </p:sp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609600" y="2336800"/>
            <a:ext cx="1905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解答提示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</a:p>
        </p:txBody>
      </p:sp>
      <p:sp>
        <p:nvSpPr>
          <p:cNvPr id="23557" name="Text Box 5"/>
          <p:cNvSpPr txBox="1">
            <a:spLocks noChangeArrowheads="1"/>
          </p:cNvSpPr>
          <p:nvPr/>
        </p:nvSpPr>
        <p:spPr bwMode="auto">
          <a:xfrm>
            <a:off x="609600" y="3006725"/>
            <a:ext cx="1905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仿宋_GB2312" pitchFamily="1" charset="-122"/>
              </a:rPr>
              <a:t>P2</a:t>
            </a:r>
            <a:r>
              <a:rPr lang="en-US" altLang="zh-CN">
                <a:ea typeface="仿宋_GB2312" pitchFamily="1" charset="-122"/>
              </a:rPr>
              <a:t>22</a:t>
            </a:r>
            <a:r>
              <a:rPr lang="zh-CN" altLang="en-US">
                <a:ea typeface="仿宋_GB2312" pitchFamily="1" charset="-122"/>
              </a:rPr>
              <a:t> </a:t>
            </a:r>
            <a:r>
              <a:rPr lang="zh-CN" altLang="en-US">
                <a:solidFill>
                  <a:schemeClr val="tx2"/>
                </a:solidFill>
                <a:ea typeface="仿宋_GB2312" pitchFamily="1" charset="-122"/>
              </a:rPr>
              <a:t>题1.</a:t>
            </a:r>
          </a:p>
        </p:txBody>
      </p:sp>
      <p:graphicFrame>
        <p:nvGraphicFramePr>
          <p:cNvPr id="23558" name="Object 6"/>
          <p:cNvGraphicFramePr>
            <a:graphicFrameLocks noChangeAspect="1"/>
          </p:cNvGraphicFramePr>
          <p:nvPr/>
        </p:nvGraphicFramePr>
        <p:xfrm>
          <a:off x="2578100" y="3028950"/>
          <a:ext cx="4581525" cy="723900"/>
        </p:xfrm>
        <a:graphic>
          <a:graphicData uri="http://schemas.openxmlformats.org/presentationml/2006/ole">
            <p:oleObj spid="_x0000_s21506" r:id="rId3" imgW="4583028" imgH="723903" progId="Equation.3">
              <p:embed/>
            </p:oleObj>
          </a:graphicData>
        </a:graphic>
      </p:graphicFrame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09600" y="3784600"/>
            <a:ext cx="1828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ea typeface="仿宋_GB2312" pitchFamily="1" charset="-122"/>
              </a:rPr>
              <a:t>P2</a:t>
            </a:r>
            <a:r>
              <a:rPr lang="en-US" altLang="zh-CN">
                <a:ea typeface="仿宋_GB2312" pitchFamily="1" charset="-122"/>
              </a:rPr>
              <a:t>22</a:t>
            </a:r>
            <a:r>
              <a:rPr lang="zh-CN" altLang="en-US">
                <a:ea typeface="仿宋_GB2312" pitchFamily="1" charset="-122"/>
              </a:rPr>
              <a:t> </a:t>
            </a:r>
            <a:r>
              <a:rPr lang="zh-CN" altLang="en-US">
                <a:solidFill>
                  <a:schemeClr val="tx2"/>
                </a:solidFill>
                <a:ea typeface="仿宋_GB2312" pitchFamily="1" charset="-122"/>
              </a:rPr>
              <a:t>题3.</a:t>
            </a:r>
            <a:r>
              <a:rPr lang="zh-CN" altLang="en-US">
                <a:ea typeface="仿宋_GB2312" pitchFamily="1" charset="-122"/>
              </a:rPr>
              <a:t> </a:t>
            </a:r>
          </a:p>
        </p:txBody>
      </p:sp>
      <p:graphicFrame>
        <p:nvGraphicFramePr>
          <p:cNvPr id="23560" name="Object 8"/>
          <p:cNvGraphicFramePr>
            <a:graphicFrameLocks noChangeAspect="1"/>
          </p:cNvGraphicFramePr>
          <p:nvPr/>
        </p:nvGraphicFramePr>
        <p:xfrm>
          <a:off x="2971800" y="3860800"/>
          <a:ext cx="3340100" cy="508000"/>
        </p:xfrm>
        <a:graphic>
          <a:graphicData uri="http://schemas.openxmlformats.org/presentationml/2006/ole">
            <p:oleObj spid="_x0000_s21507" r:id="rId4" imgW="3340417" imgH="508317" progId="Equation.3">
              <p:embed/>
            </p:oleObj>
          </a:graphicData>
        </a:graphic>
      </p:graphicFrame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1136650" y="4629150"/>
          <a:ext cx="6270625" cy="774700"/>
        </p:xfrm>
        <a:graphic>
          <a:graphicData uri="http://schemas.openxmlformats.org/presentationml/2006/ole">
            <p:oleObj spid="_x0000_s21508" r:id="rId5" imgW="6271395" imgH="774681" progId="Equation.3">
              <p:embed/>
            </p:oleObj>
          </a:graphicData>
        </a:graphic>
      </p:graphicFrame>
      <p:sp>
        <p:nvSpPr>
          <p:cNvPr id="23562" name="Text Box 10"/>
          <p:cNvSpPr txBox="1">
            <a:spLocks noChangeArrowheads="1"/>
          </p:cNvSpPr>
          <p:nvPr/>
        </p:nvSpPr>
        <p:spPr bwMode="auto">
          <a:xfrm>
            <a:off x="2438400" y="3784600"/>
            <a:ext cx="68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设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6248400" y="3784600"/>
            <a:ext cx="685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则</a:t>
            </a:r>
          </a:p>
        </p:txBody>
      </p:sp>
      <p:graphicFrame>
        <p:nvGraphicFramePr>
          <p:cNvPr id="23564" name="Object 12"/>
          <p:cNvGraphicFramePr>
            <a:graphicFrameLocks noChangeAspect="1"/>
          </p:cNvGraphicFramePr>
          <p:nvPr/>
        </p:nvGraphicFramePr>
        <p:xfrm>
          <a:off x="6019800" y="4699000"/>
          <a:ext cx="320675" cy="450850"/>
        </p:xfrm>
        <a:graphic>
          <a:graphicData uri="http://schemas.openxmlformats.org/presentationml/2006/ole">
            <p:oleObj spid="_x0000_s21509" r:id="rId6" imgW="127042" imgH="177732" progId="Equation.3">
              <p:embed/>
            </p:oleObj>
          </a:graphicData>
        </a:graphic>
      </p:graphicFrame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851525" y="1362075"/>
            <a:ext cx="1641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/>
              <a:t>P24</a:t>
            </a:r>
            <a:r>
              <a:rPr lang="en-US" altLang="zh-CN"/>
              <a:t>9</a:t>
            </a:r>
            <a:r>
              <a:rPr lang="zh-CN" altLang="en-US"/>
              <a:t>  题2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6" grpId="0" autoUpdateAnimBg="0"/>
      <p:bldP spid="23557" grpId="0" autoUpdateAnimBg="0"/>
      <p:bldP spid="23559" grpId="0" autoUpdateAnimBg="0"/>
      <p:bldP spid="23562" grpId="0" autoUpdateAnimBg="0"/>
      <p:bldP spid="23563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5" name="Text Box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381000"/>
            <a:ext cx="2209800" cy="609600"/>
          </a:xfrm>
          <a:noFill/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P2</a:t>
            </a:r>
            <a:r>
              <a:rPr lang="en-US" altLang="zh-CN" sz="2800" smtClean="0">
                <a:solidFill>
                  <a:schemeClr val="tx1"/>
                </a:solidFill>
                <a:ea typeface="楷体_GB2312" pitchFamily="1" charset="-122"/>
              </a:rPr>
              <a:t>22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 </a:t>
            </a:r>
            <a:r>
              <a:rPr lang="zh-CN" altLang="en-US" sz="2800" smtClean="0">
                <a:ea typeface="楷体_GB2312" pitchFamily="1" charset="-122"/>
              </a:rPr>
              <a:t>题4 </a:t>
            </a:r>
            <a:r>
              <a:rPr lang="zh-CN" altLang="en-US" sz="2400" smtClean="0">
                <a:ea typeface="楷体_GB2312" pitchFamily="1" charset="-122"/>
              </a:rPr>
              <a:t>(1)</a:t>
            </a:r>
            <a:r>
              <a:rPr lang="zh-CN" altLang="en-US" sz="2800" smtClean="0">
                <a:ea typeface="楷体_GB2312" pitchFamily="1" charset="-122"/>
              </a:rPr>
              <a:t>.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6738938" y="762000"/>
            <a:ext cx="2252662" cy="2603500"/>
            <a:chOff x="0" y="0"/>
            <a:chExt cx="1419" cy="1640"/>
          </a:xfrm>
        </p:grpSpPr>
        <p:grpSp>
          <p:nvGrpSpPr>
            <p:cNvPr id="22553" name="Group 4"/>
            <p:cNvGrpSpPr>
              <a:grpSpLocks/>
            </p:cNvGrpSpPr>
            <p:nvPr/>
          </p:nvGrpSpPr>
          <p:grpSpPr bwMode="auto">
            <a:xfrm>
              <a:off x="0" y="0"/>
              <a:ext cx="1419" cy="1584"/>
              <a:chOff x="0" y="0"/>
              <a:chExt cx="1419" cy="1584"/>
            </a:xfrm>
          </p:grpSpPr>
          <p:graphicFrame>
            <p:nvGraphicFramePr>
              <p:cNvPr id="22540" name="Object 5"/>
              <p:cNvGraphicFramePr>
                <a:graphicFrameLocks noChangeAspect="1"/>
              </p:cNvGraphicFramePr>
              <p:nvPr/>
            </p:nvGraphicFramePr>
            <p:xfrm>
              <a:off x="0" y="222"/>
              <a:ext cx="1026" cy="1302"/>
            </p:xfrm>
            <a:graphic>
              <a:graphicData uri="http://schemas.openxmlformats.org/presentationml/2006/ole">
                <p:oleObj spid="_x0000_s22540" r:id="rId3" imgW="1628571" imgH="2066667" progId="Paint.Picture">
                  <p:embed/>
                </p:oleObj>
              </a:graphicData>
            </a:graphic>
          </p:graphicFrame>
          <p:graphicFrame>
            <p:nvGraphicFramePr>
              <p:cNvPr id="22541" name="Object 6"/>
              <p:cNvGraphicFramePr>
                <a:graphicFrameLocks noChangeAspect="1"/>
              </p:cNvGraphicFramePr>
              <p:nvPr/>
            </p:nvGraphicFramePr>
            <p:xfrm>
              <a:off x="447" y="1115"/>
              <a:ext cx="192" cy="200"/>
            </p:xfrm>
            <a:graphic>
              <a:graphicData uri="http://schemas.openxmlformats.org/presentationml/2006/ole">
                <p:oleObj spid="_x0000_s22541" r:id="rId4" imgW="304853" imgH="317542" progId="Equation.3">
                  <p:embed/>
                </p:oleObj>
              </a:graphicData>
            </a:graphic>
          </p:graphicFrame>
          <p:graphicFrame>
            <p:nvGraphicFramePr>
              <p:cNvPr id="22542" name="Object 7"/>
              <p:cNvGraphicFramePr>
                <a:graphicFrameLocks noChangeAspect="1"/>
              </p:cNvGraphicFramePr>
              <p:nvPr/>
            </p:nvGraphicFramePr>
            <p:xfrm>
              <a:off x="1219" y="1336"/>
              <a:ext cx="152" cy="200"/>
            </p:xfrm>
            <a:graphic>
              <a:graphicData uri="http://schemas.openxmlformats.org/presentationml/2006/ole">
                <p:oleObj spid="_x0000_s22542" r:id="rId5" imgW="241408" imgH="317542" progId="Equation.3">
                  <p:embed/>
                </p:oleObj>
              </a:graphicData>
            </a:graphic>
          </p:graphicFrame>
          <p:graphicFrame>
            <p:nvGraphicFramePr>
              <p:cNvPr id="22543" name="Object 8"/>
              <p:cNvGraphicFramePr>
                <a:graphicFrameLocks noChangeAspect="1"/>
              </p:cNvGraphicFramePr>
              <p:nvPr/>
            </p:nvGraphicFramePr>
            <p:xfrm>
              <a:off x="555" y="0"/>
              <a:ext cx="136" cy="136"/>
            </p:xfrm>
            <a:graphic>
              <a:graphicData uri="http://schemas.openxmlformats.org/presentationml/2006/ole">
                <p:oleObj spid="_x0000_s22543" r:id="rId6" imgW="215936" imgH="215936" progId="Equation.3">
                  <p:embed/>
                </p:oleObj>
              </a:graphicData>
            </a:graphic>
          </p:graphicFrame>
          <p:sp>
            <p:nvSpPr>
              <p:cNvPr id="22554" name="Line 9"/>
              <p:cNvSpPr>
                <a:spLocks noChangeShapeType="1"/>
              </p:cNvSpPr>
              <p:nvPr/>
            </p:nvSpPr>
            <p:spPr bwMode="auto">
              <a:xfrm flipV="1">
                <a:off x="507" y="336"/>
                <a:ext cx="0" cy="76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5" name="Line 10"/>
              <p:cNvSpPr>
                <a:spLocks noChangeShapeType="1"/>
              </p:cNvSpPr>
              <p:nvPr/>
            </p:nvSpPr>
            <p:spPr bwMode="auto">
              <a:xfrm flipH="1">
                <a:off x="219" y="1104"/>
                <a:ext cx="288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6" name="Line 11"/>
              <p:cNvSpPr>
                <a:spLocks noChangeShapeType="1"/>
              </p:cNvSpPr>
              <p:nvPr/>
            </p:nvSpPr>
            <p:spPr bwMode="auto">
              <a:xfrm>
                <a:off x="507" y="1104"/>
                <a:ext cx="48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7" name="Line 12"/>
              <p:cNvSpPr>
                <a:spLocks noChangeShapeType="1"/>
              </p:cNvSpPr>
              <p:nvPr/>
            </p:nvSpPr>
            <p:spPr bwMode="auto">
              <a:xfrm flipH="1">
                <a:off x="27" y="1392"/>
                <a:ext cx="192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558" name="Line 13"/>
              <p:cNvSpPr>
                <a:spLocks noChangeShapeType="1"/>
              </p:cNvSpPr>
              <p:nvPr/>
            </p:nvSpPr>
            <p:spPr bwMode="auto">
              <a:xfrm flipV="1">
                <a:off x="507" y="0"/>
                <a:ext cx="0" cy="28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44" name="Object 14"/>
              <p:cNvGraphicFramePr>
                <a:graphicFrameLocks noChangeAspect="1"/>
              </p:cNvGraphicFramePr>
              <p:nvPr/>
            </p:nvGraphicFramePr>
            <p:xfrm>
              <a:off x="363" y="96"/>
              <a:ext cx="136" cy="192"/>
            </p:xfrm>
            <a:graphic>
              <a:graphicData uri="http://schemas.openxmlformats.org/presentationml/2006/ole">
                <p:oleObj spid="_x0000_s22544" r:id="rId7" imgW="215936" imgH="304721" progId="Equation.3">
                  <p:embed/>
                </p:oleObj>
              </a:graphicData>
            </a:graphic>
          </p:graphicFrame>
          <p:sp>
            <p:nvSpPr>
              <p:cNvPr id="22559" name="Line 15"/>
              <p:cNvSpPr>
                <a:spLocks noChangeShapeType="1"/>
              </p:cNvSpPr>
              <p:nvPr/>
            </p:nvSpPr>
            <p:spPr bwMode="auto">
              <a:xfrm>
                <a:off x="939" y="1197"/>
                <a:ext cx="480" cy="9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2539" name="Object 16"/>
            <p:cNvGraphicFramePr>
              <a:graphicFrameLocks noChangeAspect="1"/>
            </p:cNvGraphicFramePr>
            <p:nvPr/>
          </p:nvGraphicFramePr>
          <p:xfrm>
            <a:off x="123" y="1488"/>
            <a:ext cx="144" cy="152"/>
          </p:xfrm>
          <a:graphic>
            <a:graphicData uri="http://schemas.openxmlformats.org/presentationml/2006/ole">
              <p:oleObj spid="_x0000_s22539" r:id="rId8" imgW="228818" imgH="241512" progId="Equation.3">
                <p:embed/>
              </p:oleObj>
            </a:graphicData>
          </a:graphic>
        </p:graphicFrame>
      </p:grp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914400" y="990600"/>
            <a:ext cx="419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i="1">
                <a:sym typeface="Symbol" pitchFamily="18" charset="2"/>
              </a:rPr>
              <a:t></a:t>
            </a:r>
            <a:r>
              <a:rPr lang="zh-CN" altLang="zh-CN"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在</a:t>
            </a:r>
            <a:r>
              <a:rPr lang="zh-CN" i="1">
                <a:sym typeface="Symbol" pitchFamily="18" charset="2"/>
              </a:rPr>
              <a:t> </a:t>
            </a:r>
            <a:r>
              <a:rPr lang="zh-CN" altLang="zh-CN" i="1">
                <a:sym typeface="Symbol" pitchFamily="18" charset="2"/>
              </a:rPr>
              <a:t>xOy</a:t>
            </a:r>
            <a:r>
              <a:rPr lang="zh-CN" altLang="zh-CN"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面上的投影域为</a:t>
            </a:r>
            <a:endParaRPr lang="zh-CN"/>
          </a:p>
        </p:txBody>
      </p:sp>
      <p:graphicFrame>
        <p:nvGraphicFramePr>
          <p:cNvPr id="24594" name="Object 18"/>
          <p:cNvGraphicFramePr>
            <a:graphicFrameLocks noChangeAspect="1"/>
          </p:cNvGraphicFramePr>
          <p:nvPr/>
        </p:nvGraphicFramePr>
        <p:xfrm>
          <a:off x="1663700" y="1600200"/>
          <a:ext cx="2527300" cy="596900"/>
        </p:xfrm>
        <a:graphic>
          <a:graphicData uri="http://schemas.openxmlformats.org/presentationml/2006/ole">
            <p:oleObj spid="_x0000_s22530" r:id="rId9" imgW="2527617" imgH="597217" progId="Equation.3">
              <p:embed/>
            </p:oleObj>
          </a:graphicData>
        </a:graphic>
      </p:graphicFrame>
      <p:graphicFrame>
        <p:nvGraphicFramePr>
          <p:cNvPr id="24595" name="Object 19"/>
          <p:cNvGraphicFramePr>
            <a:graphicFrameLocks noChangeAspect="1"/>
          </p:cNvGraphicFramePr>
          <p:nvPr/>
        </p:nvGraphicFramePr>
        <p:xfrm>
          <a:off x="1143000" y="2336800"/>
          <a:ext cx="3810000" cy="635000"/>
        </p:xfrm>
        <a:graphic>
          <a:graphicData uri="http://schemas.openxmlformats.org/presentationml/2006/ole">
            <p:oleObj spid="_x0000_s22531" r:id="rId10" imgW="3808664" imgH="635042" progId="Equation.3">
              <p:embed/>
            </p:oleObj>
          </a:graphicData>
        </a:graphic>
      </p:graphicFrame>
      <p:graphicFrame>
        <p:nvGraphicFramePr>
          <p:cNvPr id="24596" name="Object 20"/>
          <p:cNvGraphicFramePr>
            <a:graphicFrameLocks noChangeAspect="1"/>
          </p:cNvGraphicFramePr>
          <p:nvPr/>
        </p:nvGraphicFramePr>
        <p:xfrm>
          <a:off x="1676400" y="3124200"/>
          <a:ext cx="3467100" cy="558800"/>
        </p:xfrm>
        <a:graphic>
          <a:graphicData uri="http://schemas.openxmlformats.org/presentationml/2006/ole">
            <p:oleObj spid="_x0000_s22532" r:id="rId11" imgW="3467417" imgH="559117" progId="Equation.3">
              <p:embed/>
            </p:oleObj>
          </a:graphicData>
        </a:graphic>
      </p:graphicFrame>
      <p:graphicFrame>
        <p:nvGraphicFramePr>
          <p:cNvPr id="24597" name="Object 21"/>
          <p:cNvGraphicFramePr>
            <a:graphicFrameLocks noChangeAspect="1"/>
          </p:cNvGraphicFramePr>
          <p:nvPr/>
        </p:nvGraphicFramePr>
        <p:xfrm>
          <a:off x="762000" y="3886200"/>
          <a:ext cx="5778500" cy="838200"/>
        </p:xfrm>
        <a:graphic>
          <a:graphicData uri="http://schemas.openxmlformats.org/presentationml/2006/ole">
            <p:oleObj spid="_x0000_s22533" r:id="rId12" imgW="5778817" imgH="838517" progId="Equation.3">
              <p:embed/>
            </p:oleObj>
          </a:graphicData>
        </a:graphic>
      </p:graphicFrame>
      <p:graphicFrame>
        <p:nvGraphicFramePr>
          <p:cNvPr id="24598" name="Object 22"/>
          <p:cNvGraphicFramePr>
            <a:graphicFrameLocks noChangeAspect="1"/>
          </p:cNvGraphicFramePr>
          <p:nvPr/>
        </p:nvGraphicFramePr>
        <p:xfrm>
          <a:off x="2044700" y="4787900"/>
          <a:ext cx="3848100" cy="850900"/>
        </p:xfrm>
        <a:graphic>
          <a:graphicData uri="http://schemas.openxmlformats.org/presentationml/2006/ole">
            <p:oleObj spid="_x0000_s22534" r:id="rId13" imgW="3846748" imgH="850848" progId="Equation.3">
              <p:embed/>
            </p:oleObj>
          </a:graphicData>
        </a:graphic>
      </p:graphicFrame>
      <p:graphicFrame>
        <p:nvGraphicFramePr>
          <p:cNvPr id="24599" name="Object 23"/>
          <p:cNvGraphicFramePr>
            <a:graphicFrameLocks noChangeAspect="1"/>
          </p:cNvGraphicFramePr>
          <p:nvPr/>
        </p:nvGraphicFramePr>
        <p:xfrm>
          <a:off x="5930900" y="4781550"/>
          <a:ext cx="914400" cy="850900"/>
        </p:xfrm>
        <a:graphic>
          <a:graphicData uri="http://schemas.openxmlformats.org/presentationml/2006/ole">
            <p:oleObj spid="_x0000_s22535" r:id="rId14" imgW="914320" imgH="850848" progId="Equation.3">
              <p:embed/>
            </p:oleObj>
          </a:graphicData>
        </a:graphic>
      </p:graphicFrame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1981200" y="5805488"/>
            <a:ext cx="2819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这是 </a:t>
            </a:r>
            <a:r>
              <a:rPr lang="zh-CN" i="1">
                <a:sym typeface="Symbol" pitchFamily="18" charset="2"/>
              </a:rPr>
              <a:t></a:t>
            </a:r>
            <a:r>
              <a:rPr lang="zh-CN">
                <a:sym typeface="Symbol" pitchFamily="18" charset="2"/>
              </a:rPr>
              <a:t> </a:t>
            </a:r>
            <a:r>
              <a:rPr lang="zh-CN"/>
              <a:t>的面积 </a:t>
            </a:r>
            <a:r>
              <a:rPr lang="zh-CN" altLang="zh-CN"/>
              <a:t>!</a:t>
            </a:r>
          </a:p>
        </p:txBody>
      </p: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6796088" y="2133600"/>
            <a:ext cx="1738312" cy="981075"/>
            <a:chOff x="0" y="0"/>
            <a:chExt cx="1095" cy="618"/>
          </a:xfrm>
        </p:grpSpPr>
        <p:grpSp>
          <p:nvGrpSpPr>
            <p:cNvPr id="22550" name="Group 26"/>
            <p:cNvGrpSpPr>
              <a:grpSpLocks/>
            </p:cNvGrpSpPr>
            <p:nvPr/>
          </p:nvGrpSpPr>
          <p:grpSpPr bwMode="auto">
            <a:xfrm>
              <a:off x="0" y="0"/>
              <a:ext cx="936" cy="604"/>
              <a:chOff x="0" y="0"/>
              <a:chExt cx="936" cy="604"/>
            </a:xfrm>
          </p:grpSpPr>
          <p:sp>
            <p:nvSpPr>
              <p:cNvPr id="22551" name="Arc 27"/>
              <p:cNvSpPr>
                <a:spLocks/>
              </p:cNvSpPr>
              <p:nvPr/>
            </p:nvSpPr>
            <p:spPr bwMode="auto">
              <a:xfrm flipV="1">
                <a:off x="2" y="267"/>
                <a:ext cx="929" cy="337"/>
              </a:xfrm>
              <a:custGeom>
                <a:avLst/>
                <a:gdLst>
                  <a:gd name="T0" fmla="*/ 3 w 43200"/>
                  <a:gd name="T1" fmla="*/ 337 h 24039"/>
                  <a:gd name="T2" fmla="*/ 928 w 43200"/>
                  <a:gd name="T3" fmla="*/ 317 h 24039"/>
                  <a:gd name="T4" fmla="*/ 465 w 43200"/>
                  <a:gd name="T5" fmla="*/ 303 h 24039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24039"/>
                  <a:gd name="T11" fmla="*/ 43200 w 43200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940"/>
                      <a:pt x="43191" y="22280"/>
                      <a:pt x="43175" y="22619"/>
                    </a:cubicBezTo>
                  </a:path>
                  <a:path w="43200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21940"/>
                      <a:pt x="43191" y="22280"/>
                      <a:pt x="43175" y="22619"/>
                    </a:cubicBezTo>
                    <a:lnTo>
                      <a:pt x="2160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52" name="Arc 28"/>
              <p:cNvSpPr>
                <a:spLocks/>
              </p:cNvSpPr>
              <p:nvPr/>
            </p:nvSpPr>
            <p:spPr bwMode="auto">
              <a:xfrm>
                <a:off x="0" y="0"/>
                <a:ext cx="936" cy="317"/>
              </a:xfrm>
              <a:custGeom>
                <a:avLst/>
                <a:gdLst>
                  <a:gd name="T0" fmla="*/ 0 w 43051"/>
                  <a:gd name="T1" fmla="*/ 267 h 22620"/>
                  <a:gd name="T2" fmla="*/ 935 w 43051"/>
                  <a:gd name="T3" fmla="*/ 317 h 22620"/>
                  <a:gd name="T4" fmla="*/ 466 w 43051"/>
                  <a:gd name="T5" fmla="*/ 303 h 22620"/>
                  <a:gd name="T6" fmla="*/ 0 60000 65536"/>
                  <a:gd name="T7" fmla="*/ 0 60000 65536"/>
                  <a:gd name="T8" fmla="*/ 0 60000 65536"/>
                  <a:gd name="T9" fmla="*/ 0 w 43051"/>
                  <a:gd name="T10" fmla="*/ 0 h 22620"/>
                  <a:gd name="T11" fmla="*/ 43051 w 43051"/>
                  <a:gd name="T12" fmla="*/ 22620 h 226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051" h="22620" fill="none" extrusionOk="0">
                    <a:moveTo>
                      <a:pt x="-1" y="19069"/>
                    </a:moveTo>
                    <a:cubicBezTo>
                      <a:pt x="1282" y="8194"/>
                      <a:pt x="10500" y="-1"/>
                      <a:pt x="21451" y="0"/>
                    </a:cubicBezTo>
                    <a:cubicBezTo>
                      <a:pt x="33380" y="0"/>
                      <a:pt x="43051" y="9670"/>
                      <a:pt x="43051" y="21600"/>
                    </a:cubicBezTo>
                    <a:cubicBezTo>
                      <a:pt x="43051" y="21940"/>
                      <a:pt x="43042" y="22280"/>
                      <a:pt x="43026" y="22619"/>
                    </a:cubicBezTo>
                  </a:path>
                  <a:path w="43051" h="22620" stroke="0" extrusionOk="0">
                    <a:moveTo>
                      <a:pt x="-1" y="19069"/>
                    </a:moveTo>
                    <a:cubicBezTo>
                      <a:pt x="1282" y="8194"/>
                      <a:pt x="10500" y="-1"/>
                      <a:pt x="21451" y="0"/>
                    </a:cubicBezTo>
                    <a:cubicBezTo>
                      <a:pt x="33380" y="0"/>
                      <a:pt x="43051" y="9670"/>
                      <a:pt x="43051" y="21600"/>
                    </a:cubicBezTo>
                    <a:cubicBezTo>
                      <a:pt x="43051" y="21940"/>
                      <a:pt x="43042" y="22280"/>
                      <a:pt x="43026" y="22619"/>
                    </a:cubicBezTo>
                    <a:lnTo>
                      <a:pt x="21451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hlink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2537" name="Object 29"/>
            <p:cNvGraphicFramePr>
              <a:graphicFrameLocks noChangeAspect="1"/>
            </p:cNvGraphicFramePr>
            <p:nvPr/>
          </p:nvGraphicFramePr>
          <p:xfrm>
            <a:off x="791" y="378"/>
            <a:ext cx="304" cy="240"/>
          </p:xfrm>
          <a:graphic>
            <a:graphicData uri="http://schemas.openxmlformats.org/presentationml/2006/ole">
              <p:oleObj spid="_x0000_s22537" r:id="rId15" imgW="482708" imgH="381152" progId="Equation.3">
                <p:embed/>
              </p:oleObj>
            </a:graphicData>
          </a:graphic>
        </p:graphicFrame>
        <p:graphicFrame>
          <p:nvGraphicFramePr>
            <p:cNvPr id="22538" name="Object 30"/>
            <p:cNvGraphicFramePr>
              <a:graphicFrameLocks noChangeAspect="1"/>
            </p:cNvGraphicFramePr>
            <p:nvPr/>
          </p:nvGraphicFramePr>
          <p:xfrm>
            <a:off x="87" y="96"/>
            <a:ext cx="376" cy="320"/>
          </p:xfrm>
          <a:graphic>
            <a:graphicData uri="http://schemas.openxmlformats.org/presentationml/2006/ole">
              <p:oleObj spid="_x0000_s22538" r:id="rId16" imgW="597217" imgH="508317" progId="Equation.3">
                <p:embed/>
              </p:oleObj>
            </a:graphicData>
          </a:graphic>
        </p:graphicFrame>
      </p:grpSp>
      <p:graphicFrame>
        <p:nvGraphicFramePr>
          <p:cNvPr id="24607" name="Object 31"/>
          <p:cNvGraphicFramePr>
            <a:graphicFrameLocks noChangeAspect="1"/>
          </p:cNvGraphicFramePr>
          <p:nvPr/>
        </p:nvGraphicFramePr>
        <p:xfrm>
          <a:off x="2717800" y="387350"/>
          <a:ext cx="2984500" cy="520700"/>
        </p:xfrm>
        <a:graphic>
          <a:graphicData uri="http://schemas.openxmlformats.org/presentationml/2006/ole">
            <p:oleObj spid="_x0000_s22536" r:id="rId17" imgW="2983522" imgH="520791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4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3" grpId="0" autoUpdateAnimBg="0"/>
      <p:bldP spid="24600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5" name="Text Box 2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381000"/>
            <a:ext cx="1676400" cy="609600"/>
          </a:xfrm>
          <a:noFill/>
        </p:spPr>
        <p:txBody>
          <a:bodyPr/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P22</a:t>
            </a:r>
            <a:r>
              <a:rPr lang="en-US" altLang="zh-CN" sz="2800" smtClean="0">
                <a:solidFill>
                  <a:schemeClr val="tx1"/>
                </a:solidFill>
                <a:ea typeface="楷体_GB2312" pitchFamily="1" charset="-122"/>
              </a:rPr>
              <a:t>3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  </a:t>
            </a:r>
            <a:r>
              <a:rPr lang="zh-CN" altLang="en-US" sz="2800" smtClean="0">
                <a:ea typeface="楷体_GB2312" pitchFamily="1" charset="-122"/>
              </a:rPr>
              <a:t>题7.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  </a:t>
            </a:r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2438400" y="457200"/>
            <a:ext cx="2286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>
                <a:sym typeface="Symbol" pitchFamily="18" charset="2"/>
              </a:rPr>
              <a:t>如图所示</a:t>
            </a:r>
            <a:r>
              <a:rPr lang="zh-CN" altLang="zh-CN">
                <a:sym typeface="Symbol" pitchFamily="18" charset="2"/>
              </a:rPr>
              <a:t>, </a:t>
            </a:r>
            <a:r>
              <a:rPr lang="zh-CN">
                <a:sym typeface="Symbol" pitchFamily="18" charset="2"/>
              </a:rPr>
              <a:t>有</a:t>
            </a:r>
            <a:endParaRPr lang="zh-CN"/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/>
        </p:nvGraphicFramePr>
        <p:xfrm>
          <a:off x="758825" y="1136650"/>
          <a:ext cx="6702425" cy="901700"/>
        </p:xfrm>
        <a:graphic>
          <a:graphicData uri="http://schemas.openxmlformats.org/presentationml/2006/ole">
            <p:oleObj spid="_x0000_s23554" r:id="rId3" imgW="6703008" imgH="901626" progId="Equation.3">
              <p:embed/>
            </p:oleObj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/>
        </p:nvGraphicFramePr>
        <p:xfrm>
          <a:off x="2044700" y="2178050"/>
          <a:ext cx="4025900" cy="850900"/>
        </p:xfrm>
        <a:graphic>
          <a:graphicData uri="http://schemas.openxmlformats.org/presentationml/2006/ole">
            <p:oleObj spid="_x0000_s23555" r:id="rId4" imgW="4024470" imgH="850848" progId="Equation.3">
              <p:embed/>
            </p:oleObj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/>
        </p:nvGraphicFramePr>
        <p:xfrm>
          <a:off x="1981200" y="5168900"/>
          <a:ext cx="1257300" cy="850900"/>
        </p:xfrm>
        <a:graphic>
          <a:graphicData uri="http://schemas.openxmlformats.org/presentationml/2006/ole">
            <p:oleObj spid="_x0000_s23556" r:id="rId5" imgW="1257072" imgH="850848" progId="Equation.3">
              <p:embed/>
            </p:oleObj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1981200" y="4184650"/>
          <a:ext cx="2857500" cy="850900"/>
        </p:xfrm>
        <a:graphic>
          <a:graphicData uri="http://schemas.openxmlformats.org/presentationml/2006/ole">
            <p:oleObj spid="_x0000_s23557" r:id="rId6" imgW="2856577" imgH="850848" progId="Equation.3">
              <p:embed/>
            </p:oleObj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2209800" y="3298825"/>
          <a:ext cx="2019300" cy="587375"/>
        </p:xfrm>
        <a:graphic>
          <a:graphicData uri="http://schemas.openxmlformats.org/presentationml/2006/ole">
            <p:oleObj spid="_x0000_s23558" r:id="rId7" imgW="2018741" imgH="584264" progId="Equation.3">
              <p:embed/>
            </p:oleObj>
          </a:graphicData>
        </a:graphic>
      </p:graphicFrame>
      <p:sp>
        <p:nvSpPr>
          <p:cNvPr id="25609" name="Line 9"/>
          <p:cNvSpPr>
            <a:spLocks noChangeShapeType="1"/>
          </p:cNvSpPr>
          <p:nvPr/>
        </p:nvSpPr>
        <p:spPr bwMode="auto">
          <a:xfrm>
            <a:off x="2133600" y="3111500"/>
            <a:ext cx="0" cy="1066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7924800" y="4864100"/>
          <a:ext cx="546100" cy="469900"/>
        </p:xfrm>
        <a:graphic>
          <a:graphicData uri="http://schemas.openxmlformats.org/presentationml/2006/ole">
            <p:oleObj spid="_x0000_s23559" r:id="rId8" imgW="546180" imgH="470013" progId="Equation.3">
              <p:embed/>
            </p:oleObj>
          </a:graphicData>
        </a:graphic>
      </p:graphicFrame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5410200" y="2819400"/>
            <a:ext cx="3581400" cy="2819400"/>
            <a:chOff x="0" y="0"/>
            <a:chExt cx="2256" cy="1776"/>
          </a:xfrm>
        </p:grpSpPr>
        <p:grpSp>
          <p:nvGrpSpPr>
            <p:cNvPr id="23569" name="Group 12"/>
            <p:cNvGrpSpPr>
              <a:grpSpLocks/>
            </p:cNvGrpSpPr>
            <p:nvPr/>
          </p:nvGrpSpPr>
          <p:grpSpPr bwMode="auto">
            <a:xfrm>
              <a:off x="0" y="1056"/>
              <a:ext cx="1728" cy="384"/>
              <a:chOff x="0" y="0"/>
              <a:chExt cx="1728" cy="384"/>
            </a:xfrm>
          </p:grpSpPr>
          <p:sp>
            <p:nvSpPr>
              <p:cNvPr id="25613" name="Oval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728" cy="384"/>
              </a:xfrm>
              <a:prstGeom prst="ellipse">
                <a:avLst/>
              </a:pr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 cmpd="sng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  <p:sp>
            <p:nvSpPr>
              <p:cNvPr id="25614" name="Arc 14"/>
              <p:cNvSpPr>
                <a:spLocks/>
              </p:cNvSpPr>
              <p:nvPr/>
            </p:nvSpPr>
            <p:spPr bwMode="auto">
              <a:xfrm>
                <a:off x="2" y="158"/>
                <a:ext cx="1723" cy="226"/>
              </a:xfrm>
              <a:custGeom>
                <a:avLst/>
                <a:gdLst>
                  <a:gd name="G0" fmla="+- 21600 0 0"/>
                  <a:gd name="G1" fmla="+- 3827 0 0"/>
                  <a:gd name="G2" fmla="+- 21600 0 0"/>
                  <a:gd name="T0" fmla="*/ 43083 w 43083"/>
                  <a:gd name="T1" fmla="*/ 6075 h 25427"/>
                  <a:gd name="T2" fmla="*/ 342 w 43083"/>
                  <a:gd name="T3" fmla="*/ 0 h 25427"/>
                  <a:gd name="T4" fmla="*/ 21600 w 43083"/>
                  <a:gd name="T5" fmla="*/ 3827 h 254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083" h="25427" fill="none" extrusionOk="0">
                    <a:moveTo>
                      <a:pt x="43082" y="6074"/>
                    </a:moveTo>
                    <a:cubicBezTo>
                      <a:pt x="41931" y="17073"/>
                      <a:pt x="32659" y="25426"/>
                      <a:pt x="21600" y="25427"/>
                    </a:cubicBezTo>
                    <a:cubicBezTo>
                      <a:pt x="9670" y="25427"/>
                      <a:pt x="0" y="15756"/>
                      <a:pt x="0" y="3827"/>
                    </a:cubicBezTo>
                    <a:cubicBezTo>
                      <a:pt x="-1" y="2543"/>
                      <a:pt x="114" y="1262"/>
                      <a:pt x="341" y="-1"/>
                    </a:cubicBezTo>
                  </a:path>
                  <a:path w="43083" h="25427" stroke="0" extrusionOk="0">
                    <a:moveTo>
                      <a:pt x="43082" y="6074"/>
                    </a:moveTo>
                    <a:cubicBezTo>
                      <a:pt x="41931" y="17073"/>
                      <a:pt x="32659" y="25426"/>
                      <a:pt x="21600" y="25427"/>
                    </a:cubicBezTo>
                    <a:cubicBezTo>
                      <a:pt x="9670" y="25427"/>
                      <a:pt x="0" y="15756"/>
                      <a:pt x="0" y="3827"/>
                    </a:cubicBezTo>
                    <a:cubicBezTo>
                      <a:pt x="-1" y="2543"/>
                      <a:pt x="114" y="1262"/>
                      <a:pt x="341" y="-1"/>
                    </a:cubicBezTo>
                    <a:lnTo>
                      <a:pt x="21600" y="382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50000">
                    <a:schemeClr val="accent1"/>
                  </a:gs>
                  <a:gs pos="100000">
                    <a:schemeClr val="accent1">
                      <a:gamma/>
                      <a:shade val="46275"/>
                      <a:invGamma/>
                    </a:schemeClr>
                  </a:gs>
                </a:gsLst>
                <a:lin ang="0" scaled="1"/>
              </a:gradFill>
              <a:ln w="9525" cmpd="sng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23570" name="Line 15"/>
            <p:cNvSpPr>
              <a:spLocks noChangeShapeType="1"/>
            </p:cNvSpPr>
            <p:nvPr/>
          </p:nvSpPr>
          <p:spPr bwMode="auto">
            <a:xfrm flipV="1">
              <a:off x="1728" y="57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1" name="Line 16"/>
            <p:cNvSpPr>
              <a:spLocks noChangeShapeType="1"/>
            </p:cNvSpPr>
            <p:nvPr/>
          </p:nvSpPr>
          <p:spPr bwMode="auto">
            <a:xfrm flipV="1">
              <a:off x="0" y="576"/>
              <a:ext cx="0" cy="6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Freeform 17"/>
            <p:cNvSpPr>
              <a:spLocks/>
            </p:cNvSpPr>
            <p:nvPr/>
          </p:nvSpPr>
          <p:spPr bwMode="auto">
            <a:xfrm>
              <a:off x="0" y="576"/>
              <a:ext cx="1728" cy="672"/>
            </a:xfrm>
            <a:custGeom>
              <a:avLst/>
              <a:gdLst>
                <a:gd name="T0" fmla="*/ 0 w 1728"/>
                <a:gd name="T1" fmla="*/ 0 h 672"/>
                <a:gd name="T2" fmla="*/ 336 w 1728"/>
                <a:gd name="T3" fmla="*/ 432 h 672"/>
                <a:gd name="T4" fmla="*/ 864 w 1728"/>
                <a:gd name="T5" fmla="*/ 672 h 672"/>
                <a:gd name="T6" fmla="*/ 1392 w 1728"/>
                <a:gd name="T7" fmla="*/ 432 h 672"/>
                <a:gd name="T8" fmla="*/ 1728 w 1728"/>
                <a:gd name="T9" fmla="*/ 48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728"/>
                <a:gd name="T16" fmla="*/ 0 h 672"/>
                <a:gd name="T17" fmla="*/ 1728 w 1728"/>
                <a:gd name="T18" fmla="*/ 672 h 67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728" h="672">
                  <a:moveTo>
                    <a:pt x="0" y="0"/>
                  </a:moveTo>
                  <a:cubicBezTo>
                    <a:pt x="96" y="160"/>
                    <a:pt x="192" y="320"/>
                    <a:pt x="336" y="432"/>
                  </a:cubicBezTo>
                  <a:cubicBezTo>
                    <a:pt x="480" y="544"/>
                    <a:pt x="688" y="672"/>
                    <a:pt x="864" y="672"/>
                  </a:cubicBezTo>
                  <a:cubicBezTo>
                    <a:pt x="1040" y="672"/>
                    <a:pt x="1248" y="536"/>
                    <a:pt x="1392" y="432"/>
                  </a:cubicBezTo>
                  <a:cubicBezTo>
                    <a:pt x="1536" y="328"/>
                    <a:pt x="1672" y="112"/>
                    <a:pt x="1728" y="48"/>
                  </a:cubicBezTo>
                </a:path>
              </a:pathLst>
            </a:custGeom>
            <a:gradFill rotWithShape="0">
              <a:gsLst>
                <a:gs pos="0">
                  <a:srgbClr val="525252"/>
                </a:gs>
                <a:gs pos="50000">
                  <a:srgbClr val="B2B2B2"/>
                </a:gs>
                <a:gs pos="100000">
                  <a:srgbClr val="52525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23562" name="Object 18"/>
            <p:cNvGraphicFramePr>
              <a:graphicFrameLocks noChangeAspect="1"/>
            </p:cNvGraphicFramePr>
            <p:nvPr/>
          </p:nvGraphicFramePr>
          <p:xfrm>
            <a:off x="864" y="0"/>
            <a:ext cx="205" cy="205"/>
          </p:xfrm>
          <a:graphic>
            <a:graphicData uri="http://schemas.openxmlformats.org/presentationml/2006/ole">
              <p:oleObj spid="_x0000_s23562" r:id="rId9" imgW="127042" imgH="127042" progId="Equation.3">
                <p:embed/>
              </p:oleObj>
            </a:graphicData>
          </a:graphic>
        </p:graphicFrame>
        <p:graphicFrame>
          <p:nvGraphicFramePr>
            <p:cNvPr id="23563" name="Object 19"/>
            <p:cNvGraphicFramePr>
              <a:graphicFrameLocks noChangeAspect="1"/>
            </p:cNvGraphicFramePr>
            <p:nvPr/>
          </p:nvGraphicFramePr>
          <p:xfrm>
            <a:off x="2028" y="1152"/>
            <a:ext cx="228" cy="267"/>
          </p:xfrm>
          <a:graphic>
            <a:graphicData uri="http://schemas.openxmlformats.org/presentationml/2006/ole">
              <p:oleObj spid="_x0000_s23563" r:id="rId10" imgW="139835" imgH="165202" progId="Equation.3">
                <p:embed/>
              </p:oleObj>
            </a:graphicData>
          </a:graphic>
        </p:graphicFrame>
        <p:graphicFrame>
          <p:nvGraphicFramePr>
            <p:cNvPr id="23564" name="Object 20"/>
            <p:cNvGraphicFramePr>
              <a:graphicFrameLocks noChangeAspect="1"/>
            </p:cNvGraphicFramePr>
            <p:nvPr/>
          </p:nvGraphicFramePr>
          <p:xfrm>
            <a:off x="384" y="1548"/>
            <a:ext cx="205" cy="228"/>
          </p:xfrm>
          <a:graphic>
            <a:graphicData uri="http://schemas.openxmlformats.org/presentationml/2006/ole">
              <p:oleObj spid="_x0000_s23564" r:id="rId11" imgW="127042" imgH="139714" progId="Equation.3">
                <p:embed/>
              </p:oleObj>
            </a:graphicData>
          </a:graphic>
        </p:graphicFrame>
        <p:sp>
          <p:nvSpPr>
            <p:cNvPr id="25621" name="Oval 21"/>
            <p:cNvSpPr>
              <a:spLocks noChangeArrowheads="1"/>
            </p:cNvSpPr>
            <p:nvPr/>
          </p:nvSpPr>
          <p:spPr bwMode="auto">
            <a:xfrm>
              <a:off x="0" y="384"/>
              <a:ext cx="1728" cy="384"/>
            </a:xfrm>
            <a:prstGeom prst="ellipse">
              <a:avLst/>
            </a:prstGeom>
            <a:gradFill rotWithShape="0">
              <a:gsLst>
                <a:gs pos="0">
                  <a:schemeClr val="tx1"/>
                </a:gs>
                <a:gs pos="100000">
                  <a:schemeClr val="tx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 cmpd="sng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zh-CN" altLang="en-US"/>
            </a:p>
          </p:txBody>
        </p:sp>
        <p:grpSp>
          <p:nvGrpSpPr>
            <p:cNvPr id="23574" name="Group 22"/>
            <p:cNvGrpSpPr>
              <a:grpSpLocks/>
            </p:cNvGrpSpPr>
            <p:nvPr/>
          </p:nvGrpSpPr>
          <p:grpSpPr bwMode="auto">
            <a:xfrm>
              <a:off x="336" y="0"/>
              <a:ext cx="1680" cy="1632"/>
              <a:chOff x="0" y="0"/>
              <a:chExt cx="1680" cy="1632"/>
            </a:xfrm>
          </p:grpSpPr>
          <p:sp>
            <p:nvSpPr>
              <p:cNvPr id="23575" name="Line 23"/>
              <p:cNvSpPr>
                <a:spLocks noChangeShapeType="1"/>
              </p:cNvSpPr>
              <p:nvPr/>
            </p:nvSpPr>
            <p:spPr bwMode="auto">
              <a:xfrm>
                <a:off x="528" y="1248"/>
                <a:ext cx="96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6" name="Line 24"/>
              <p:cNvSpPr>
                <a:spLocks noChangeShapeType="1"/>
              </p:cNvSpPr>
              <p:nvPr/>
            </p:nvSpPr>
            <p:spPr bwMode="auto">
              <a:xfrm flipV="1">
                <a:off x="528" y="576"/>
                <a:ext cx="0" cy="67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7" name="Line 25"/>
              <p:cNvSpPr>
                <a:spLocks noChangeShapeType="1"/>
              </p:cNvSpPr>
              <p:nvPr/>
            </p:nvSpPr>
            <p:spPr bwMode="auto">
              <a:xfrm flipV="1">
                <a:off x="528" y="0"/>
                <a:ext cx="0" cy="5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8" name="Line 26"/>
              <p:cNvSpPr>
                <a:spLocks noChangeShapeType="1"/>
              </p:cNvSpPr>
              <p:nvPr/>
            </p:nvSpPr>
            <p:spPr bwMode="auto">
              <a:xfrm>
                <a:off x="1392" y="1248"/>
                <a:ext cx="28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79" name="Line 27"/>
              <p:cNvSpPr>
                <a:spLocks noChangeShapeType="1"/>
              </p:cNvSpPr>
              <p:nvPr/>
            </p:nvSpPr>
            <p:spPr bwMode="auto">
              <a:xfrm flipH="1">
                <a:off x="240" y="1248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0" name="Line 28"/>
              <p:cNvSpPr>
                <a:spLocks noChangeShapeType="1"/>
              </p:cNvSpPr>
              <p:nvPr/>
            </p:nvSpPr>
            <p:spPr bwMode="auto">
              <a:xfrm flipH="1">
                <a:off x="0" y="1440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25629" name="Object 29"/>
          <p:cNvGraphicFramePr>
            <a:graphicFrameLocks noChangeAspect="1"/>
          </p:cNvGraphicFramePr>
          <p:nvPr/>
        </p:nvGraphicFramePr>
        <p:xfrm>
          <a:off x="6826250" y="3581400"/>
          <a:ext cx="152400" cy="304800"/>
        </p:xfrm>
        <a:graphic>
          <a:graphicData uri="http://schemas.openxmlformats.org/presentationml/2006/ole">
            <p:oleObj spid="_x0000_s23560" r:id="rId12" imgW="152585" imgH="304853" progId="Equation.3">
              <p:embed/>
            </p:oleObj>
          </a:graphicData>
        </a:graphic>
      </p:graphicFrame>
      <p:graphicFrame>
        <p:nvGraphicFramePr>
          <p:cNvPr id="25630" name="Object 30"/>
          <p:cNvGraphicFramePr>
            <a:graphicFrameLocks noChangeAspect="1"/>
          </p:cNvGraphicFramePr>
          <p:nvPr/>
        </p:nvGraphicFramePr>
        <p:xfrm>
          <a:off x="6705600" y="4800600"/>
          <a:ext cx="304800" cy="317500"/>
        </p:xfrm>
        <a:graphic>
          <a:graphicData uri="http://schemas.openxmlformats.org/presentationml/2006/ole">
            <p:oleObj spid="_x0000_s23561" r:id="rId13" imgW="304853" imgH="317542" progId="Equation.3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 autoUpdateAnimBg="0"/>
      <p:bldP spid="2560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5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60375"/>
            <a:ext cx="1828800" cy="530225"/>
          </a:xfrm>
        </p:spPr>
        <p:txBody>
          <a:bodyPr/>
          <a:lstStyle/>
          <a:p>
            <a:pPr algn="l" eaLnBrk="1" hangingPunct="1"/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P24</a:t>
            </a:r>
            <a:r>
              <a:rPr lang="en-US" altLang="zh-CN" sz="2800" smtClean="0">
                <a:solidFill>
                  <a:schemeClr val="tx1"/>
                </a:solidFill>
                <a:ea typeface="楷体_GB2312" pitchFamily="1" charset="-122"/>
              </a:rPr>
              <a:t>9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  </a:t>
            </a:r>
            <a:r>
              <a:rPr lang="zh-CN" altLang="en-US" sz="2800" smtClean="0">
                <a:ea typeface="楷体_GB2312" pitchFamily="1" charset="-122"/>
              </a:rPr>
              <a:t>题2.</a:t>
            </a:r>
            <a:r>
              <a:rPr lang="zh-CN" altLang="en-US" sz="2800" smtClean="0">
                <a:solidFill>
                  <a:schemeClr val="tx1"/>
                </a:solidFill>
                <a:ea typeface="楷体_GB2312" pitchFamily="1" charset="-122"/>
              </a:rPr>
              <a:t> </a:t>
            </a:r>
          </a:p>
        </p:txBody>
      </p:sp>
      <p:graphicFrame>
        <p:nvGraphicFramePr>
          <p:cNvPr id="24578" name="Object 3"/>
          <p:cNvGraphicFramePr>
            <a:graphicFrameLocks noChangeAspect="1"/>
          </p:cNvGraphicFramePr>
          <p:nvPr/>
        </p:nvGraphicFramePr>
        <p:xfrm>
          <a:off x="2184400" y="457200"/>
          <a:ext cx="3987800" cy="482600"/>
        </p:xfrm>
        <a:graphic>
          <a:graphicData uri="http://schemas.openxmlformats.org/presentationml/2006/ole">
            <p:oleObj spid="_x0000_s24578" r:id="rId3" imgW="3986387" imgH="482708" progId="Equation.3">
              <p:embed/>
            </p:oleObj>
          </a:graphicData>
        </a:graphic>
      </p:graphicFrame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6248400" y="533400"/>
          <a:ext cx="2444750" cy="442913"/>
        </p:xfrm>
        <a:graphic>
          <a:graphicData uri="http://schemas.openxmlformats.org/presentationml/2006/ole">
            <p:oleObj spid="_x0000_s24579" r:id="rId4" imgW="2437659" imgH="444624" progId="Equation.3">
              <p:embed/>
            </p:oleObj>
          </a:graphicData>
        </a:graphic>
      </p:graphicFrame>
      <p:sp>
        <p:nvSpPr>
          <p:cNvPr id="24586" name="Text Box 5"/>
          <p:cNvSpPr txBox="1">
            <a:spLocks noChangeArrowheads="1"/>
          </p:cNvSpPr>
          <p:nvPr/>
        </p:nvSpPr>
        <p:spPr bwMode="auto">
          <a:xfrm>
            <a:off x="304800" y="1004888"/>
            <a:ext cx="5257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dirty="0"/>
              <a:t>限中的部分</a:t>
            </a:r>
            <a:r>
              <a:rPr lang="zh-CN" altLang="zh-CN" dirty="0"/>
              <a:t>, </a:t>
            </a:r>
            <a:r>
              <a:rPr lang="zh-CN" dirty="0"/>
              <a:t>则有</a:t>
            </a:r>
            <a:r>
              <a:rPr lang="zh-CN" altLang="zh-CN" dirty="0"/>
              <a:t>(           ).</a:t>
            </a:r>
          </a:p>
        </p:txBody>
      </p:sp>
      <p:graphicFrame>
        <p:nvGraphicFramePr>
          <p:cNvPr id="24580" name="Object 6"/>
          <p:cNvGraphicFramePr>
            <a:graphicFrameLocks noChangeAspect="1"/>
          </p:cNvGraphicFramePr>
          <p:nvPr/>
        </p:nvGraphicFramePr>
        <p:xfrm>
          <a:off x="1150938" y="1682750"/>
          <a:ext cx="3906837" cy="723900"/>
        </p:xfrm>
        <a:graphic>
          <a:graphicData uri="http://schemas.openxmlformats.org/presentationml/2006/ole">
            <p:oleObj spid="_x0000_s24580" r:id="rId5" imgW="3910220" imgH="723903" progId="Equation.3">
              <p:embed/>
            </p:oleObj>
          </a:graphicData>
        </a:graphic>
      </p:graphicFrame>
      <p:graphicFrame>
        <p:nvGraphicFramePr>
          <p:cNvPr id="24581" name="Object 7"/>
          <p:cNvGraphicFramePr>
            <a:graphicFrameLocks noChangeAspect="1"/>
          </p:cNvGraphicFramePr>
          <p:nvPr/>
        </p:nvGraphicFramePr>
        <p:xfrm>
          <a:off x="1158875" y="2597150"/>
          <a:ext cx="3975100" cy="723900"/>
        </p:xfrm>
        <a:graphic>
          <a:graphicData uri="http://schemas.openxmlformats.org/presentationml/2006/ole">
            <p:oleObj spid="_x0000_s24581" r:id="rId6" imgW="3973692" imgH="723903" progId="Equation.3">
              <p:embed/>
            </p:oleObj>
          </a:graphicData>
        </a:graphic>
      </p:graphicFrame>
      <p:graphicFrame>
        <p:nvGraphicFramePr>
          <p:cNvPr id="24582" name="Object 8"/>
          <p:cNvGraphicFramePr>
            <a:graphicFrameLocks noChangeAspect="1"/>
          </p:cNvGraphicFramePr>
          <p:nvPr/>
        </p:nvGraphicFramePr>
        <p:xfrm>
          <a:off x="1143000" y="3511550"/>
          <a:ext cx="3908425" cy="723900"/>
        </p:xfrm>
        <a:graphic>
          <a:graphicData uri="http://schemas.openxmlformats.org/presentationml/2006/ole">
            <p:oleObj spid="_x0000_s24582" r:id="rId7" imgW="3910220" imgH="723903" progId="Equation.3">
              <p:embed/>
            </p:oleObj>
          </a:graphicData>
        </a:graphic>
      </p:graphicFrame>
      <p:graphicFrame>
        <p:nvGraphicFramePr>
          <p:cNvPr id="24583" name="Object 9"/>
          <p:cNvGraphicFramePr>
            <a:graphicFrameLocks noChangeAspect="1"/>
          </p:cNvGraphicFramePr>
          <p:nvPr/>
        </p:nvGraphicFramePr>
        <p:xfrm>
          <a:off x="1187450" y="4502150"/>
          <a:ext cx="4670425" cy="723900"/>
        </p:xfrm>
        <a:graphic>
          <a:graphicData uri="http://schemas.openxmlformats.org/presentationml/2006/ole">
            <p:oleObj spid="_x0000_s24583" r:id="rId8" imgW="4671889" imgH="723903" progId="Equation.3">
              <p:embed/>
            </p:oleObj>
          </a:graphicData>
        </a:graphic>
      </p:graphicFrame>
      <p:graphicFrame>
        <p:nvGraphicFramePr>
          <p:cNvPr id="26634" name="Object 10"/>
          <p:cNvGraphicFramePr>
            <a:graphicFrameLocks noChangeAspect="1"/>
          </p:cNvGraphicFramePr>
          <p:nvPr/>
        </p:nvGraphicFramePr>
        <p:xfrm>
          <a:off x="3505200" y="1130300"/>
          <a:ext cx="292100" cy="317500"/>
        </p:xfrm>
        <a:graphic>
          <a:graphicData uri="http://schemas.openxmlformats.org/presentationml/2006/ole">
            <p:oleObj spid="_x0000_s24584" r:id="rId9" imgW="292164" imgH="317542" progId="Equation.3">
              <p:embed/>
            </p:oleObj>
          </a:graphicData>
        </a:graphic>
      </p:graphicFrame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6096000" y="4572000"/>
            <a:ext cx="1981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zh-CN" sz="2400">
                <a:solidFill>
                  <a:schemeClr val="accent2"/>
                </a:solidFill>
              </a:rPr>
              <a:t>( 2000 </a:t>
            </a:r>
            <a:r>
              <a:rPr lang="zh-CN" sz="2400">
                <a:solidFill>
                  <a:schemeClr val="accent2"/>
                </a:solidFill>
              </a:rPr>
              <a:t>考研 </a:t>
            </a:r>
            <a:r>
              <a:rPr lang="zh-CN" altLang="zh-CN" sz="2400">
                <a:solidFill>
                  <a:schemeClr val="accent2"/>
                </a:solidFill>
              </a:rPr>
              <a:t>)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3538538" y="1371600"/>
            <a:ext cx="16764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sz="4400">
                <a:solidFill>
                  <a:schemeClr val="tx2"/>
                </a:solidFill>
              </a:rPr>
              <a:t>作业</a:t>
            </a:r>
            <a:r>
              <a:rPr lang="zh-CN" sz="3600"/>
              <a:t>  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1938338" y="2498725"/>
            <a:ext cx="4916487" cy="163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/>
              <a:t>  P2</a:t>
            </a:r>
            <a:r>
              <a:rPr lang="en-US" altLang="zh-CN" sz="4000"/>
              <a:t>22</a:t>
            </a:r>
            <a:r>
              <a:rPr lang="zh-CN" altLang="en-US" sz="4000"/>
              <a:t>     4</a:t>
            </a:r>
            <a:r>
              <a:rPr lang="zh-CN" altLang="en-US" sz="3200"/>
              <a:t>(3)</a:t>
            </a:r>
            <a:r>
              <a:rPr lang="zh-CN" altLang="en-US" sz="4000"/>
              <a:t>;       5</a:t>
            </a:r>
            <a:r>
              <a:rPr lang="zh-CN" altLang="en-US" sz="3200"/>
              <a:t>(2)</a:t>
            </a:r>
            <a:r>
              <a:rPr lang="zh-CN" altLang="en-US" sz="4000"/>
              <a:t>;</a:t>
            </a:r>
          </a:p>
          <a:p>
            <a:pPr>
              <a:spcBef>
                <a:spcPct val="50000"/>
              </a:spcBef>
            </a:pPr>
            <a:r>
              <a:rPr lang="zh-CN" altLang="en-US" sz="4000"/>
              <a:t>   22</a:t>
            </a:r>
            <a:r>
              <a:rPr lang="en-US" altLang="zh-CN" sz="4000"/>
              <a:t>3</a:t>
            </a:r>
            <a:r>
              <a:rPr lang="zh-CN" altLang="en-US" sz="4000"/>
              <a:t>    6</a:t>
            </a:r>
            <a:r>
              <a:rPr lang="zh-CN" altLang="en-US" sz="3200"/>
              <a:t>(4)</a:t>
            </a:r>
            <a:r>
              <a:rPr lang="zh-CN" altLang="en-US" sz="4000"/>
              <a:t>;        8</a:t>
            </a:r>
          </a:p>
        </p:txBody>
      </p:sp>
      <p:pic>
        <p:nvPicPr>
          <p:cNvPr id="29700" name="Picture 4" descr="机动">
            <a:hlinkClick r:id="rId2" action="ppaction://hlinkpres?slideindex=1&amp;slidetitle=第五节"/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231A93"/>
              </a:clrFrom>
              <a:clrTo>
                <a:srgbClr val="231A93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0" y="6376988"/>
            <a:ext cx="355600" cy="287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6019800" y="6600825"/>
            <a:ext cx="628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zh-CN" sz="1000">
                <a:latin typeface="楷体_GB2312" pitchFamily="1" charset="-122"/>
              </a:rPr>
              <a:t>第五节 </a:t>
            </a:r>
          </a:p>
        </p:txBody>
      </p:sp>
    </p:spTree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7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81000"/>
            <a:ext cx="4038600" cy="533400"/>
          </a:xfrm>
        </p:spPr>
        <p:txBody>
          <a:bodyPr/>
          <a:lstStyle/>
          <a:p>
            <a:pPr algn="l" eaLnBrk="1" hangingPunct="1"/>
            <a:r>
              <a:rPr lang="zh-CN" sz="3200" b="1" smtClean="0">
                <a:ea typeface="楷体_GB2312" pitchFamily="1" charset="-122"/>
              </a:rPr>
              <a:t>备用题  </a:t>
            </a:r>
            <a:r>
              <a:rPr lang="zh-CN" altLang="zh-CN" sz="2800" smtClean="0">
                <a:ea typeface="楷体_GB2312" pitchFamily="1" charset="-122"/>
              </a:rPr>
              <a:t>1.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已知曲面壳</a:t>
            </a:r>
          </a:p>
        </p:txBody>
      </p:sp>
      <p:graphicFrame>
        <p:nvGraphicFramePr>
          <p:cNvPr id="25602" name="Object 3"/>
          <p:cNvGraphicFramePr>
            <a:graphicFrameLocks noChangeAspect="1"/>
          </p:cNvGraphicFramePr>
          <p:nvPr/>
        </p:nvGraphicFramePr>
        <p:xfrm>
          <a:off x="4406900" y="392113"/>
          <a:ext cx="2451100" cy="520700"/>
        </p:xfrm>
        <a:graphic>
          <a:graphicData uri="http://schemas.openxmlformats.org/presentationml/2006/ole">
            <p:oleObj spid="_x0000_s25602" r:id="rId3" imgW="2450354" imgH="520791" progId="Equation.3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400050" y="1085850"/>
          <a:ext cx="2413000" cy="508000"/>
        </p:xfrm>
        <a:graphic>
          <a:graphicData uri="http://schemas.openxmlformats.org/presentationml/2006/ole">
            <p:oleObj spid="_x0000_s25603" r:id="rId4" imgW="2413317" imgH="508317" progId="Equation.3">
              <p:embed/>
            </p:oleObj>
          </a:graphicData>
        </a:graphic>
      </p:graphicFrame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2819400" y="1066800"/>
            <a:ext cx="6096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求此曲面壳在平面 </a:t>
            </a:r>
            <a:r>
              <a:rPr lang="zh-CN" altLang="zh-CN"/>
              <a:t>z =1</a:t>
            </a:r>
            <a:r>
              <a:rPr lang="zh-CN"/>
              <a:t>以上部分</a:t>
            </a:r>
            <a:r>
              <a:rPr lang="zh-CN" i="1">
                <a:sym typeface="Symbol" pitchFamily="18" charset="2"/>
              </a:rPr>
              <a:t> </a:t>
            </a:r>
            <a:r>
              <a:rPr lang="zh-CN"/>
              <a:t>的</a:t>
            </a:r>
          </a:p>
        </p:txBody>
      </p:sp>
      <p:sp>
        <p:nvSpPr>
          <p:cNvPr id="25619" name="Text Box 6"/>
          <p:cNvSpPr txBox="1">
            <a:spLocks noChangeArrowheads="1"/>
          </p:cNvSpPr>
          <p:nvPr/>
        </p:nvSpPr>
        <p:spPr bwMode="auto">
          <a:xfrm>
            <a:off x="6858000" y="395288"/>
            <a:ext cx="1828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的面密度</a:t>
            </a:r>
          </a:p>
        </p:txBody>
      </p:sp>
      <p:sp>
        <p:nvSpPr>
          <p:cNvPr id="28679" name="Text Box 7"/>
          <p:cNvSpPr txBox="1">
            <a:spLocks noChangeArrowheads="1"/>
          </p:cNvSpPr>
          <p:nvPr/>
        </p:nvSpPr>
        <p:spPr bwMode="auto">
          <a:xfrm>
            <a:off x="304800" y="1676400"/>
            <a:ext cx="16002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质量 </a:t>
            </a:r>
            <a:r>
              <a:rPr lang="zh-CN" altLang="zh-CN" i="1"/>
              <a:t>M .   </a:t>
            </a:r>
          </a:p>
        </p:txBody>
      </p:sp>
      <p:sp>
        <p:nvSpPr>
          <p:cNvPr id="28680" name="Text Box 8"/>
          <p:cNvSpPr txBox="1">
            <a:spLocks noChangeArrowheads="1"/>
          </p:cNvSpPr>
          <p:nvPr/>
        </p:nvSpPr>
        <p:spPr bwMode="auto">
          <a:xfrm>
            <a:off x="609600" y="2370138"/>
            <a:ext cx="5181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</a:t>
            </a:r>
            <a:r>
              <a:rPr lang="zh-CN" altLang="zh-CN" i="1">
                <a:sym typeface="Symbol" pitchFamily="18" charset="2"/>
              </a:rPr>
              <a:t></a:t>
            </a:r>
            <a:r>
              <a:rPr lang="zh-CN" altLang="zh-CN" i="1">
                <a:solidFill>
                  <a:schemeClr val="tx2"/>
                </a:solidFill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在 </a:t>
            </a:r>
            <a:r>
              <a:rPr lang="zh-CN" altLang="zh-CN" i="1">
                <a:sym typeface="Symbol" pitchFamily="18" charset="2"/>
              </a:rPr>
              <a:t>xOy</a:t>
            </a:r>
            <a:r>
              <a:rPr lang="zh-CN" altLang="zh-CN">
                <a:sym typeface="Symbol" pitchFamily="18" charset="2"/>
              </a:rPr>
              <a:t> </a:t>
            </a:r>
            <a:r>
              <a:rPr lang="zh-CN">
                <a:sym typeface="Symbol" pitchFamily="18" charset="2"/>
              </a:rPr>
              <a:t>面上的投影为</a:t>
            </a:r>
            <a:r>
              <a:rPr lang="zh-CN"/>
              <a:t> </a:t>
            </a:r>
          </a:p>
        </p:txBody>
      </p:sp>
      <p:graphicFrame>
        <p:nvGraphicFramePr>
          <p:cNvPr id="28681" name="Object 9"/>
          <p:cNvGraphicFramePr>
            <a:graphicFrameLocks noChangeAspect="1"/>
          </p:cNvGraphicFramePr>
          <p:nvPr/>
        </p:nvGraphicFramePr>
        <p:xfrm>
          <a:off x="4876800" y="2368550"/>
          <a:ext cx="2730500" cy="596900"/>
        </p:xfrm>
        <a:graphic>
          <a:graphicData uri="http://schemas.openxmlformats.org/presentationml/2006/ole">
            <p:oleObj spid="_x0000_s25604" r:id="rId5" imgW="2730817" imgH="597217" progId="Equation.3">
              <p:embed/>
            </p:oleObj>
          </a:graphicData>
        </a:graphic>
      </p:graphicFrame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7696200" y="2370138"/>
            <a:ext cx="6858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故</a:t>
            </a:r>
          </a:p>
        </p:txBody>
      </p:sp>
      <p:graphicFrame>
        <p:nvGraphicFramePr>
          <p:cNvPr id="28683" name="Object 11"/>
          <p:cNvGraphicFramePr>
            <a:graphicFrameLocks noChangeAspect="1"/>
          </p:cNvGraphicFramePr>
          <p:nvPr/>
        </p:nvGraphicFramePr>
        <p:xfrm>
          <a:off x="1141413" y="3095625"/>
          <a:ext cx="2108200" cy="723900"/>
        </p:xfrm>
        <a:graphic>
          <a:graphicData uri="http://schemas.openxmlformats.org/presentationml/2006/ole">
            <p:oleObj spid="_x0000_s25605" r:id="rId6" imgW="2107602" imgH="723903" progId="Equation.3">
              <p:embed/>
            </p:oleObj>
          </a:graphicData>
        </a:graphic>
      </p:graphicFrame>
      <p:graphicFrame>
        <p:nvGraphicFramePr>
          <p:cNvPr id="28684" name="Object 12"/>
          <p:cNvGraphicFramePr>
            <a:graphicFrameLocks noChangeAspect="1"/>
          </p:cNvGraphicFramePr>
          <p:nvPr/>
        </p:nvGraphicFramePr>
        <p:xfrm>
          <a:off x="1638300" y="4025900"/>
          <a:ext cx="4165600" cy="850900"/>
        </p:xfrm>
        <a:graphic>
          <a:graphicData uri="http://schemas.openxmlformats.org/presentationml/2006/ole">
            <p:oleObj spid="_x0000_s25606" r:id="rId7" imgW="4164110" imgH="850848" progId="Equation.3">
              <p:embed/>
            </p:oleObj>
          </a:graphicData>
        </a:graphic>
      </p:graphicFrame>
      <p:graphicFrame>
        <p:nvGraphicFramePr>
          <p:cNvPr id="28685" name="Object 13"/>
          <p:cNvGraphicFramePr>
            <a:graphicFrameLocks noChangeAspect="1"/>
          </p:cNvGraphicFramePr>
          <p:nvPr/>
        </p:nvGraphicFramePr>
        <p:xfrm>
          <a:off x="1636713" y="5016500"/>
          <a:ext cx="4521200" cy="850900"/>
        </p:xfrm>
        <a:graphic>
          <a:graphicData uri="http://schemas.openxmlformats.org/presentationml/2006/ole">
            <p:oleObj spid="_x0000_s25607" r:id="rId8" imgW="4519556" imgH="850848" progId="Equation.3">
              <p:embed/>
            </p:oleObj>
          </a:graphicData>
        </a:graphic>
      </p:graphicFrame>
      <p:graphicFrame>
        <p:nvGraphicFramePr>
          <p:cNvPr id="28686" name="Object 14"/>
          <p:cNvGraphicFramePr>
            <a:graphicFrameLocks noChangeAspect="1"/>
          </p:cNvGraphicFramePr>
          <p:nvPr/>
        </p:nvGraphicFramePr>
        <p:xfrm>
          <a:off x="3330575" y="3041650"/>
          <a:ext cx="4594225" cy="800100"/>
        </p:xfrm>
        <a:graphic>
          <a:graphicData uri="http://schemas.openxmlformats.org/presentationml/2006/ole">
            <p:oleObj spid="_x0000_s25608" r:id="rId9" imgW="4595722" imgH="800070" progId="Equation.3">
              <p:embed/>
            </p:oleObj>
          </a:graphicData>
        </a:graphic>
      </p:graphicFrame>
      <p:graphicFrame>
        <p:nvGraphicFramePr>
          <p:cNvPr id="28687" name="Object 15"/>
          <p:cNvGraphicFramePr>
            <a:graphicFrameLocks noChangeAspect="1"/>
          </p:cNvGraphicFramePr>
          <p:nvPr/>
        </p:nvGraphicFramePr>
        <p:xfrm>
          <a:off x="1636713" y="6007100"/>
          <a:ext cx="889000" cy="317500"/>
        </p:xfrm>
        <a:graphic>
          <a:graphicData uri="http://schemas.openxmlformats.org/presentationml/2006/ole">
            <p:oleObj spid="_x0000_s25609" r:id="rId10" imgW="888546" imgH="317542" progId="Equation.3">
              <p:embed/>
            </p:oleObj>
          </a:graphicData>
        </a:graphic>
      </p:graphicFrame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6931025" y="4497388"/>
            <a:ext cx="1633538" cy="1549400"/>
            <a:chOff x="0" y="0"/>
            <a:chExt cx="1084" cy="1026"/>
          </a:xfrm>
        </p:grpSpPr>
        <p:sp>
          <p:nvSpPr>
            <p:cNvPr id="31021" name="Oval 17"/>
            <p:cNvSpPr>
              <a:spLocks noChangeArrowheads="1"/>
            </p:cNvSpPr>
            <p:nvPr/>
          </p:nvSpPr>
          <p:spPr bwMode="auto">
            <a:xfrm>
              <a:off x="0" y="576"/>
              <a:ext cx="920" cy="260"/>
            </a:xfrm>
            <a:prstGeom prst="ellipse">
              <a:avLst/>
            </a:prstGeom>
            <a:solidFill>
              <a:srgbClr val="005AB4"/>
            </a:solidFill>
            <a:ln w="12700">
              <a:solidFill>
                <a:srgbClr val="C0C0C0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31022" name="Group 18"/>
            <p:cNvGrpSpPr>
              <a:grpSpLocks/>
            </p:cNvGrpSpPr>
            <p:nvPr/>
          </p:nvGrpSpPr>
          <p:grpSpPr bwMode="auto">
            <a:xfrm>
              <a:off x="0" y="0"/>
              <a:ext cx="920" cy="703"/>
              <a:chOff x="0" y="0"/>
              <a:chExt cx="920" cy="771"/>
            </a:xfrm>
          </p:grpSpPr>
          <p:sp>
            <p:nvSpPr>
              <p:cNvPr id="31023" name="Line 19"/>
              <p:cNvSpPr>
                <a:spLocks noChangeShapeType="1"/>
              </p:cNvSpPr>
              <p:nvPr/>
            </p:nvSpPr>
            <p:spPr bwMode="auto">
              <a:xfrm>
                <a:off x="0" y="0"/>
                <a:ext cx="0" cy="771"/>
              </a:xfrm>
              <a:prstGeom prst="line">
                <a:avLst/>
              </a:prstGeom>
              <a:noFill/>
              <a:ln w="19050">
                <a:solidFill>
                  <a:srgbClr val="C0C0C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024" name="Line 20"/>
              <p:cNvSpPr>
                <a:spLocks noChangeShapeType="1"/>
              </p:cNvSpPr>
              <p:nvPr/>
            </p:nvSpPr>
            <p:spPr bwMode="auto">
              <a:xfrm>
                <a:off x="920" y="0"/>
                <a:ext cx="0" cy="771"/>
              </a:xfrm>
              <a:prstGeom prst="line">
                <a:avLst/>
              </a:prstGeom>
              <a:noFill/>
              <a:ln w="19050">
                <a:solidFill>
                  <a:srgbClr val="C0C0C0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5615" name="Object 21"/>
            <p:cNvGraphicFramePr>
              <a:graphicFrameLocks noChangeAspect="1"/>
            </p:cNvGraphicFramePr>
            <p:nvPr/>
          </p:nvGraphicFramePr>
          <p:xfrm>
            <a:off x="432" y="720"/>
            <a:ext cx="376" cy="306"/>
          </p:xfrm>
          <a:graphic>
            <a:graphicData uri="http://schemas.openxmlformats.org/presentationml/2006/ole">
              <p:oleObj spid="_x0000_s25615" r:id="rId11" imgW="622347" imgH="508097" progId="Equation.3">
                <p:embed/>
              </p:oleObj>
            </a:graphicData>
          </a:graphic>
        </p:graphicFrame>
        <p:graphicFrame>
          <p:nvGraphicFramePr>
            <p:cNvPr id="25616" name="Object 22"/>
            <p:cNvGraphicFramePr>
              <a:graphicFrameLocks noChangeAspect="1"/>
            </p:cNvGraphicFramePr>
            <p:nvPr/>
          </p:nvGraphicFramePr>
          <p:xfrm>
            <a:off x="816" y="702"/>
            <a:ext cx="268" cy="210"/>
          </p:xfrm>
          <a:graphic>
            <a:graphicData uri="http://schemas.openxmlformats.org/presentationml/2006/ole">
              <p:oleObj spid="_x0000_s25616" r:id="rId12" imgW="470217" imgH="368617" progId="Equation.3">
                <p:embed/>
              </p:oleObj>
            </a:graphicData>
          </a:graphic>
        </p:graphicFrame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6858000" y="3657600"/>
            <a:ext cx="2098675" cy="2619375"/>
            <a:chOff x="0" y="0"/>
            <a:chExt cx="1392" cy="1736"/>
          </a:xfrm>
        </p:grpSpPr>
        <p:sp>
          <p:nvSpPr>
            <p:cNvPr id="25625" name="Line 24"/>
            <p:cNvSpPr>
              <a:spLocks noChangeShapeType="1"/>
            </p:cNvSpPr>
            <p:nvPr/>
          </p:nvSpPr>
          <p:spPr bwMode="auto">
            <a:xfrm>
              <a:off x="528" y="672"/>
              <a:ext cx="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5626" name="Group 25"/>
            <p:cNvGrpSpPr>
              <a:grpSpLocks/>
            </p:cNvGrpSpPr>
            <p:nvPr/>
          </p:nvGrpSpPr>
          <p:grpSpPr bwMode="auto">
            <a:xfrm>
              <a:off x="48" y="240"/>
              <a:ext cx="920" cy="453"/>
              <a:chOff x="0" y="0"/>
              <a:chExt cx="1533" cy="1533"/>
            </a:xfrm>
          </p:grpSpPr>
          <p:grpSp>
            <p:nvGrpSpPr>
              <p:cNvPr id="25630" name="Group 26"/>
              <p:cNvGrpSpPr>
                <a:grpSpLocks/>
              </p:cNvGrpSpPr>
              <p:nvPr/>
            </p:nvGrpSpPr>
            <p:grpSpPr bwMode="auto">
              <a:xfrm>
                <a:off x="0" y="72"/>
                <a:ext cx="1533" cy="1162"/>
                <a:chOff x="0" y="0"/>
                <a:chExt cx="1533" cy="1162"/>
              </a:xfrm>
            </p:grpSpPr>
            <p:sp>
              <p:nvSpPr>
                <p:cNvPr id="30821" name="Freeform 27"/>
                <p:cNvSpPr>
                  <a:spLocks/>
                </p:cNvSpPr>
                <p:nvPr/>
              </p:nvSpPr>
              <p:spPr bwMode="auto">
                <a:xfrm>
                  <a:off x="127" y="418"/>
                  <a:ext cx="145" cy="181"/>
                </a:xfrm>
                <a:custGeom>
                  <a:avLst/>
                  <a:gdLst>
                    <a:gd name="T0" fmla="*/ 0 w 145"/>
                    <a:gd name="T1" fmla="*/ 181 h 181"/>
                    <a:gd name="T2" fmla="*/ 118 w 145"/>
                    <a:gd name="T3" fmla="*/ 63 h 181"/>
                    <a:gd name="T4" fmla="*/ 145 w 145"/>
                    <a:gd name="T5" fmla="*/ 0 h 181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81"/>
                    <a:gd name="T11" fmla="*/ 145 w 145"/>
                    <a:gd name="T12" fmla="*/ 181 h 1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81">
                      <a:moveTo>
                        <a:pt x="0" y="181"/>
                      </a:moveTo>
                      <a:lnTo>
                        <a:pt x="118" y="63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2" name="Freeform 28"/>
                <p:cNvSpPr>
                  <a:spLocks/>
                </p:cNvSpPr>
                <p:nvPr/>
              </p:nvSpPr>
              <p:spPr bwMode="auto">
                <a:xfrm>
                  <a:off x="1007" y="254"/>
                  <a:ext cx="163" cy="64"/>
                </a:xfrm>
                <a:custGeom>
                  <a:avLst/>
                  <a:gdLst>
                    <a:gd name="T0" fmla="*/ 0 w 163"/>
                    <a:gd name="T1" fmla="*/ 0 h 64"/>
                    <a:gd name="T2" fmla="*/ 163 w 163"/>
                    <a:gd name="T3" fmla="*/ 64 h 64"/>
                    <a:gd name="T4" fmla="*/ 136 w 163"/>
                    <a:gd name="T5" fmla="*/ 9 h 64"/>
                    <a:gd name="T6" fmla="*/ 0 w 163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64"/>
                    <a:gd name="T14" fmla="*/ 163 w 163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64">
                      <a:moveTo>
                        <a:pt x="0" y="0"/>
                      </a:moveTo>
                      <a:lnTo>
                        <a:pt x="163" y="64"/>
                      </a:lnTo>
                      <a:lnTo>
                        <a:pt x="1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915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3" name="Freeform 29"/>
                <p:cNvSpPr>
                  <a:spLocks/>
                </p:cNvSpPr>
                <p:nvPr/>
              </p:nvSpPr>
              <p:spPr bwMode="auto">
                <a:xfrm>
                  <a:off x="1007" y="254"/>
                  <a:ext cx="163" cy="64"/>
                </a:xfrm>
                <a:custGeom>
                  <a:avLst/>
                  <a:gdLst>
                    <a:gd name="T0" fmla="*/ 0 w 163"/>
                    <a:gd name="T1" fmla="*/ 0 h 64"/>
                    <a:gd name="T2" fmla="*/ 163 w 163"/>
                    <a:gd name="T3" fmla="*/ 64 h 64"/>
                    <a:gd name="T4" fmla="*/ 136 w 163"/>
                    <a:gd name="T5" fmla="*/ 9 h 64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64"/>
                    <a:gd name="T11" fmla="*/ 163 w 163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64">
                      <a:moveTo>
                        <a:pt x="0" y="0"/>
                      </a:moveTo>
                      <a:lnTo>
                        <a:pt x="163" y="64"/>
                      </a:lnTo>
                      <a:lnTo>
                        <a:pt x="1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4" name="Freeform 30"/>
                <p:cNvSpPr>
                  <a:spLocks/>
                </p:cNvSpPr>
                <p:nvPr/>
              </p:nvSpPr>
              <p:spPr bwMode="auto">
                <a:xfrm>
                  <a:off x="989" y="209"/>
                  <a:ext cx="154" cy="54"/>
                </a:xfrm>
                <a:custGeom>
                  <a:avLst/>
                  <a:gdLst>
                    <a:gd name="T0" fmla="*/ 154 w 154"/>
                    <a:gd name="T1" fmla="*/ 54 h 54"/>
                    <a:gd name="T2" fmla="*/ 0 w 154"/>
                    <a:gd name="T3" fmla="*/ 0 h 54"/>
                    <a:gd name="T4" fmla="*/ 18 w 154"/>
                    <a:gd name="T5" fmla="*/ 45 h 54"/>
                    <a:gd name="T6" fmla="*/ 154 w 154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54"/>
                    <a:gd name="T14" fmla="*/ 154 w 154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54">
                      <a:moveTo>
                        <a:pt x="154" y="54"/>
                      </a:moveTo>
                      <a:lnTo>
                        <a:pt x="0" y="0"/>
                      </a:lnTo>
                      <a:lnTo>
                        <a:pt x="18" y="45"/>
                      </a:lnTo>
                      <a:lnTo>
                        <a:pt x="154" y="54"/>
                      </a:lnTo>
                      <a:close/>
                    </a:path>
                  </a:pathLst>
                </a:custGeom>
                <a:solidFill>
                  <a:srgbClr val="6915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5" name="Freeform 31"/>
                <p:cNvSpPr>
                  <a:spLocks/>
                </p:cNvSpPr>
                <p:nvPr/>
              </p:nvSpPr>
              <p:spPr bwMode="auto">
                <a:xfrm>
                  <a:off x="989" y="209"/>
                  <a:ext cx="154" cy="54"/>
                </a:xfrm>
                <a:custGeom>
                  <a:avLst/>
                  <a:gdLst>
                    <a:gd name="T0" fmla="*/ 154 w 154"/>
                    <a:gd name="T1" fmla="*/ 54 h 54"/>
                    <a:gd name="T2" fmla="*/ 0 w 154"/>
                    <a:gd name="T3" fmla="*/ 0 h 54"/>
                    <a:gd name="T4" fmla="*/ 18 w 154"/>
                    <a:gd name="T5" fmla="*/ 45 h 54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54"/>
                    <a:gd name="T11" fmla="*/ 154 w 154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54">
                      <a:moveTo>
                        <a:pt x="154" y="54"/>
                      </a:moveTo>
                      <a:lnTo>
                        <a:pt x="0" y="0"/>
                      </a:lnTo>
                      <a:lnTo>
                        <a:pt x="18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6" name="Freeform 32"/>
                <p:cNvSpPr>
                  <a:spLocks/>
                </p:cNvSpPr>
                <p:nvPr/>
              </p:nvSpPr>
              <p:spPr bwMode="auto">
                <a:xfrm>
                  <a:off x="0" y="672"/>
                  <a:ext cx="100" cy="236"/>
                </a:xfrm>
                <a:custGeom>
                  <a:avLst/>
                  <a:gdLst>
                    <a:gd name="T0" fmla="*/ 0 w 100"/>
                    <a:gd name="T1" fmla="*/ 236 h 236"/>
                    <a:gd name="T2" fmla="*/ 64 w 100"/>
                    <a:gd name="T3" fmla="*/ 81 h 236"/>
                    <a:gd name="T4" fmla="*/ 100 w 100"/>
                    <a:gd name="T5" fmla="*/ 0 h 236"/>
                    <a:gd name="T6" fmla="*/ 0 w 100"/>
                    <a:gd name="T7" fmla="*/ 236 h 2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236"/>
                    <a:gd name="T14" fmla="*/ 100 w 100"/>
                    <a:gd name="T15" fmla="*/ 236 h 2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236">
                      <a:moveTo>
                        <a:pt x="0" y="236"/>
                      </a:moveTo>
                      <a:lnTo>
                        <a:pt x="64" y="81"/>
                      </a:lnTo>
                      <a:lnTo>
                        <a:pt x="100" y="0"/>
                      </a:lnTo>
                      <a:lnTo>
                        <a:pt x="0" y="236"/>
                      </a:lnTo>
                      <a:close/>
                    </a:path>
                  </a:pathLst>
                </a:custGeom>
                <a:solidFill>
                  <a:srgbClr val="B65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7" name="Freeform 33"/>
                <p:cNvSpPr>
                  <a:spLocks/>
                </p:cNvSpPr>
                <p:nvPr/>
              </p:nvSpPr>
              <p:spPr bwMode="auto">
                <a:xfrm>
                  <a:off x="0" y="672"/>
                  <a:ext cx="100" cy="236"/>
                </a:xfrm>
                <a:custGeom>
                  <a:avLst/>
                  <a:gdLst>
                    <a:gd name="T0" fmla="*/ 0 w 100"/>
                    <a:gd name="T1" fmla="*/ 236 h 236"/>
                    <a:gd name="T2" fmla="*/ 64 w 100"/>
                    <a:gd name="T3" fmla="*/ 81 h 236"/>
                    <a:gd name="T4" fmla="*/ 100 w 100"/>
                    <a:gd name="T5" fmla="*/ 0 h 236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236"/>
                    <a:gd name="T11" fmla="*/ 100 w 100"/>
                    <a:gd name="T12" fmla="*/ 236 h 2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236">
                      <a:moveTo>
                        <a:pt x="0" y="236"/>
                      </a:moveTo>
                      <a:lnTo>
                        <a:pt x="64" y="81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8" name="Freeform 34"/>
                <p:cNvSpPr>
                  <a:spLocks/>
                </p:cNvSpPr>
                <p:nvPr/>
              </p:nvSpPr>
              <p:spPr bwMode="auto">
                <a:xfrm>
                  <a:off x="1188" y="372"/>
                  <a:ext cx="145" cy="100"/>
                </a:xfrm>
                <a:custGeom>
                  <a:avLst/>
                  <a:gdLst>
                    <a:gd name="T0" fmla="*/ 0 w 145"/>
                    <a:gd name="T1" fmla="*/ 0 h 100"/>
                    <a:gd name="T2" fmla="*/ 145 w 145"/>
                    <a:gd name="T3" fmla="*/ 100 h 100"/>
                    <a:gd name="T4" fmla="*/ 109 w 145"/>
                    <a:gd name="T5" fmla="*/ 37 h 100"/>
                    <a:gd name="T6" fmla="*/ 0 w 145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0"/>
                    <a:gd name="T14" fmla="*/ 145 w 1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0">
                      <a:moveTo>
                        <a:pt x="0" y="0"/>
                      </a:moveTo>
                      <a:lnTo>
                        <a:pt x="145" y="100"/>
                      </a:lnTo>
                      <a:lnTo>
                        <a:pt x="109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A00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9" name="Freeform 35"/>
                <p:cNvSpPr>
                  <a:spLocks/>
                </p:cNvSpPr>
                <p:nvPr/>
              </p:nvSpPr>
              <p:spPr bwMode="auto">
                <a:xfrm>
                  <a:off x="1188" y="372"/>
                  <a:ext cx="145" cy="100"/>
                </a:xfrm>
                <a:custGeom>
                  <a:avLst/>
                  <a:gdLst>
                    <a:gd name="T0" fmla="*/ 0 w 145"/>
                    <a:gd name="T1" fmla="*/ 0 h 100"/>
                    <a:gd name="T2" fmla="*/ 145 w 145"/>
                    <a:gd name="T3" fmla="*/ 100 h 100"/>
                    <a:gd name="T4" fmla="*/ 109 w 145"/>
                    <a:gd name="T5" fmla="*/ 37 h 100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0"/>
                    <a:gd name="T11" fmla="*/ 145 w 1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0">
                      <a:moveTo>
                        <a:pt x="0" y="0"/>
                      </a:moveTo>
                      <a:lnTo>
                        <a:pt x="145" y="100"/>
                      </a:lnTo>
                      <a:lnTo>
                        <a:pt x="109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0" name="Freeform 36"/>
                <p:cNvSpPr>
                  <a:spLocks/>
                </p:cNvSpPr>
                <p:nvPr/>
              </p:nvSpPr>
              <p:spPr bwMode="auto">
                <a:xfrm>
                  <a:off x="1170" y="318"/>
                  <a:ext cx="127" cy="91"/>
                </a:xfrm>
                <a:custGeom>
                  <a:avLst/>
                  <a:gdLst>
                    <a:gd name="T0" fmla="*/ 127 w 127"/>
                    <a:gd name="T1" fmla="*/ 91 h 91"/>
                    <a:gd name="T2" fmla="*/ 0 w 127"/>
                    <a:gd name="T3" fmla="*/ 0 h 91"/>
                    <a:gd name="T4" fmla="*/ 18 w 127"/>
                    <a:gd name="T5" fmla="*/ 54 h 91"/>
                    <a:gd name="T6" fmla="*/ 127 w 127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91"/>
                    <a:gd name="T14" fmla="*/ 127 w 127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91">
                      <a:moveTo>
                        <a:pt x="127" y="91"/>
                      </a:moveTo>
                      <a:lnTo>
                        <a:pt x="0" y="0"/>
                      </a:lnTo>
                      <a:lnTo>
                        <a:pt x="18" y="54"/>
                      </a:lnTo>
                      <a:lnTo>
                        <a:pt x="127" y="91"/>
                      </a:lnTo>
                      <a:close/>
                    </a:path>
                  </a:pathLst>
                </a:custGeom>
                <a:solidFill>
                  <a:srgbClr val="2A003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1" name="Freeform 37"/>
                <p:cNvSpPr>
                  <a:spLocks/>
                </p:cNvSpPr>
                <p:nvPr/>
              </p:nvSpPr>
              <p:spPr bwMode="auto">
                <a:xfrm>
                  <a:off x="1170" y="318"/>
                  <a:ext cx="127" cy="91"/>
                </a:xfrm>
                <a:custGeom>
                  <a:avLst/>
                  <a:gdLst>
                    <a:gd name="T0" fmla="*/ 127 w 127"/>
                    <a:gd name="T1" fmla="*/ 91 h 91"/>
                    <a:gd name="T2" fmla="*/ 0 w 127"/>
                    <a:gd name="T3" fmla="*/ 0 h 91"/>
                    <a:gd name="T4" fmla="*/ 18 w 127"/>
                    <a:gd name="T5" fmla="*/ 54 h 9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91"/>
                    <a:gd name="T11" fmla="*/ 127 w 127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91">
                      <a:moveTo>
                        <a:pt x="127" y="91"/>
                      </a:moveTo>
                      <a:lnTo>
                        <a:pt x="0" y="0"/>
                      </a:lnTo>
                      <a:lnTo>
                        <a:pt x="18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2" name="Freeform 38"/>
                <p:cNvSpPr>
                  <a:spLocks/>
                </p:cNvSpPr>
                <p:nvPr/>
              </p:nvSpPr>
              <p:spPr bwMode="auto">
                <a:xfrm>
                  <a:off x="272" y="282"/>
                  <a:ext cx="172" cy="136"/>
                </a:xfrm>
                <a:custGeom>
                  <a:avLst/>
                  <a:gdLst>
                    <a:gd name="T0" fmla="*/ 172 w 172"/>
                    <a:gd name="T1" fmla="*/ 0 h 136"/>
                    <a:gd name="T2" fmla="*/ 27 w 172"/>
                    <a:gd name="T3" fmla="*/ 81 h 136"/>
                    <a:gd name="T4" fmla="*/ 0 w 172"/>
                    <a:gd name="T5" fmla="*/ 136 h 136"/>
                    <a:gd name="T6" fmla="*/ 172 w 172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136"/>
                    <a:gd name="T14" fmla="*/ 172 w 17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136">
                      <a:moveTo>
                        <a:pt x="172" y="0"/>
                      </a:moveTo>
                      <a:lnTo>
                        <a:pt x="27" y="81"/>
                      </a:lnTo>
                      <a:lnTo>
                        <a:pt x="0" y="136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rgbClr val="D8714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3" name="Freeform 39"/>
                <p:cNvSpPr>
                  <a:spLocks/>
                </p:cNvSpPr>
                <p:nvPr/>
              </p:nvSpPr>
              <p:spPr bwMode="auto">
                <a:xfrm>
                  <a:off x="272" y="282"/>
                  <a:ext cx="172" cy="136"/>
                </a:xfrm>
                <a:custGeom>
                  <a:avLst/>
                  <a:gdLst>
                    <a:gd name="T0" fmla="*/ 172 w 172"/>
                    <a:gd name="T1" fmla="*/ 0 h 136"/>
                    <a:gd name="T2" fmla="*/ 27 w 172"/>
                    <a:gd name="T3" fmla="*/ 81 h 136"/>
                    <a:gd name="T4" fmla="*/ 0 w 172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136"/>
                    <a:gd name="T11" fmla="*/ 172 w 172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136">
                      <a:moveTo>
                        <a:pt x="172" y="0"/>
                      </a:moveTo>
                      <a:lnTo>
                        <a:pt x="27" y="81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4" name="Freeform 40"/>
                <p:cNvSpPr>
                  <a:spLocks/>
                </p:cNvSpPr>
                <p:nvPr/>
              </p:nvSpPr>
              <p:spPr bwMode="auto">
                <a:xfrm>
                  <a:off x="299" y="227"/>
                  <a:ext cx="164" cy="136"/>
                </a:xfrm>
                <a:custGeom>
                  <a:avLst/>
                  <a:gdLst>
                    <a:gd name="T0" fmla="*/ 0 w 164"/>
                    <a:gd name="T1" fmla="*/ 136 h 136"/>
                    <a:gd name="T2" fmla="*/ 145 w 164"/>
                    <a:gd name="T3" fmla="*/ 55 h 136"/>
                    <a:gd name="T4" fmla="*/ 164 w 164"/>
                    <a:gd name="T5" fmla="*/ 0 h 136"/>
                    <a:gd name="T6" fmla="*/ 0 w 164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4"/>
                    <a:gd name="T13" fmla="*/ 0 h 136"/>
                    <a:gd name="T14" fmla="*/ 164 w 164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4" h="136">
                      <a:moveTo>
                        <a:pt x="0" y="136"/>
                      </a:moveTo>
                      <a:lnTo>
                        <a:pt x="145" y="55"/>
                      </a:lnTo>
                      <a:lnTo>
                        <a:pt x="164" y="0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D76C3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5" name="Freeform 41"/>
                <p:cNvSpPr>
                  <a:spLocks/>
                </p:cNvSpPr>
                <p:nvPr/>
              </p:nvSpPr>
              <p:spPr bwMode="auto">
                <a:xfrm>
                  <a:off x="299" y="227"/>
                  <a:ext cx="164" cy="136"/>
                </a:xfrm>
                <a:custGeom>
                  <a:avLst/>
                  <a:gdLst>
                    <a:gd name="T0" fmla="*/ 0 w 164"/>
                    <a:gd name="T1" fmla="*/ 136 h 136"/>
                    <a:gd name="T2" fmla="*/ 145 w 164"/>
                    <a:gd name="T3" fmla="*/ 55 h 136"/>
                    <a:gd name="T4" fmla="*/ 164 w 164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164"/>
                    <a:gd name="T10" fmla="*/ 0 h 136"/>
                    <a:gd name="T11" fmla="*/ 164 w 164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4" h="136">
                      <a:moveTo>
                        <a:pt x="0" y="136"/>
                      </a:moveTo>
                      <a:lnTo>
                        <a:pt x="145" y="55"/>
                      </a:lnTo>
                      <a:lnTo>
                        <a:pt x="16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6" name="Freeform 42"/>
                <p:cNvSpPr>
                  <a:spLocks/>
                </p:cNvSpPr>
                <p:nvPr/>
              </p:nvSpPr>
              <p:spPr bwMode="auto">
                <a:xfrm>
                  <a:off x="444" y="191"/>
                  <a:ext cx="191" cy="91"/>
                </a:xfrm>
                <a:custGeom>
                  <a:avLst/>
                  <a:gdLst>
                    <a:gd name="T0" fmla="*/ 191 w 191"/>
                    <a:gd name="T1" fmla="*/ 0 h 91"/>
                    <a:gd name="T2" fmla="*/ 19 w 191"/>
                    <a:gd name="T3" fmla="*/ 36 h 91"/>
                    <a:gd name="T4" fmla="*/ 0 w 191"/>
                    <a:gd name="T5" fmla="*/ 91 h 91"/>
                    <a:gd name="T6" fmla="*/ 191 w 191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1"/>
                    <a:gd name="T13" fmla="*/ 0 h 91"/>
                    <a:gd name="T14" fmla="*/ 191 w 191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1" h="91">
                      <a:moveTo>
                        <a:pt x="191" y="0"/>
                      </a:moveTo>
                      <a:lnTo>
                        <a:pt x="19" y="36"/>
                      </a:lnTo>
                      <a:lnTo>
                        <a:pt x="0" y="91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rgbClr val="C2605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7" name="Freeform 43"/>
                <p:cNvSpPr>
                  <a:spLocks/>
                </p:cNvSpPr>
                <p:nvPr/>
              </p:nvSpPr>
              <p:spPr bwMode="auto">
                <a:xfrm>
                  <a:off x="444" y="191"/>
                  <a:ext cx="191" cy="91"/>
                </a:xfrm>
                <a:custGeom>
                  <a:avLst/>
                  <a:gdLst>
                    <a:gd name="T0" fmla="*/ 191 w 191"/>
                    <a:gd name="T1" fmla="*/ 0 h 91"/>
                    <a:gd name="T2" fmla="*/ 19 w 191"/>
                    <a:gd name="T3" fmla="*/ 36 h 91"/>
                    <a:gd name="T4" fmla="*/ 0 w 191"/>
                    <a:gd name="T5" fmla="*/ 91 h 91"/>
                    <a:gd name="T6" fmla="*/ 0 60000 65536"/>
                    <a:gd name="T7" fmla="*/ 0 60000 65536"/>
                    <a:gd name="T8" fmla="*/ 0 60000 65536"/>
                    <a:gd name="T9" fmla="*/ 0 w 191"/>
                    <a:gd name="T10" fmla="*/ 0 h 91"/>
                    <a:gd name="T11" fmla="*/ 191 w 191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1" h="91">
                      <a:moveTo>
                        <a:pt x="191" y="0"/>
                      </a:moveTo>
                      <a:lnTo>
                        <a:pt x="19" y="36"/>
                      </a:lnTo>
                      <a:lnTo>
                        <a:pt x="0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8" name="Freeform 44"/>
                <p:cNvSpPr>
                  <a:spLocks/>
                </p:cNvSpPr>
                <p:nvPr/>
              </p:nvSpPr>
              <p:spPr bwMode="auto">
                <a:xfrm>
                  <a:off x="635" y="136"/>
                  <a:ext cx="181" cy="55"/>
                </a:xfrm>
                <a:custGeom>
                  <a:avLst/>
                  <a:gdLst>
                    <a:gd name="T0" fmla="*/ 0 w 181"/>
                    <a:gd name="T1" fmla="*/ 55 h 55"/>
                    <a:gd name="T2" fmla="*/ 181 w 181"/>
                    <a:gd name="T3" fmla="*/ 46 h 55"/>
                    <a:gd name="T4" fmla="*/ 172 w 181"/>
                    <a:gd name="T5" fmla="*/ 0 h 55"/>
                    <a:gd name="T6" fmla="*/ 0 w 181"/>
                    <a:gd name="T7" fmla="*/ 55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1"/>
                    <a:gd name="T13" fmla="*/ 0 h 55"/>
                    <a:gd name="T14" fmla="*/ 181 w 181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1" h="55">
                      <a:moveTo>
                        <a:pt x="0" y="55"/>
                      </a:moveTo>
                      <a:lnTo>
                        <a:pt x="181" y="46"/>
                      </a:lnTo>
                      <a:lnTo>
                        <a:pt x="172" y="0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A94B5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39" name="Freeform 45"/>
                <p:cNvSpPr>
                  <a:spLocks/>
                </p:cNvSpPr>
                <p:nvPr/>
              </p:nvSpPr>
              <p:spPr bwMode="auto">
                <a:xfrm>
                  <a:off x="635" y="136"/>
                  <a:ext cx="181" cy="55"/>
                </a:xfrm>
                <a:custGeom>
                  <a:avLst/>
                  <a:gdLst>
                    <a:gd name="T0" fmla="*/ 0 w 181"/>
                    <a:gd name="T1" fmla="*/ 55 h 55"/>
                    <a:gd name="T2" fmla="*/ 181 w 181"/>
                    <a:gd name="T3" fmla="*/ 46 h 55"/>
                    <a:gd name="T4" fmla="*/ 172 w 181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181"/>
                    <a:gd name="T10" fmla="*/ 0 h 55"/>
                    <a:gd name="T11" fmla="*/ 181 w 181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1" h="55">
                      <a:moveTo>
                        <a:pt x="0" y="55"/>
                      </a:moveTo>
                      <a:lnTo>
                        <a:pt x="181" y="46"/>
                      </a:lnTo>
                      <a:lnTo>
                        <a:pt x="17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0" name="Freeform 46"/>
                <p:cNvSpPr>
                  <a:spLocks/>
                </p:cNvSpPr>
                <p:nvPr/>
              </p:nvSpPr>
              <p:spPr bwMode="auto">
                <a:xfrm>
                  <a:off x="816" y="164"/>
                  <a:ext cx="173" cy="45"/>
                </a:xfrm>
                <a:custGeom>
                  <a:avLst/>
                  <a:gdLst>
                    <a:gd name="T0" fmla="*/ 0 w 173"/>
                    <a:gd name="T1" fmla="*/ 18 h 45"/>
                    <a:gd name="T2" fmla="*/ 173 w 173"/>
                    <a:gd name="T3" fmla="*/ 45 h 45"/>
                    <a:gd name="T4" fmla="*/ 164 w 173"/>
                    <a:gd name="T5" fmla="*/ 0 h 45"/>
                    <a:gd name="T6" fmla="*/ 0 w 173"/>
                    <a:gd name="T7" fmla="*/ 18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3"/>
                    <a:gd name="T13" fmla="*/ 0 h 45"/>
                    <a:gd name="T14" fmla="*/ 173 w 17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3" h="45">
                      <a:moveTo>
                        <a:pt x="0" y="18"/>
                      </a:moveTo>
                      <a:lnTo>
                        <a:pt x="173" y="45"/>
                      </a:lnTo>
                      <a:lnTo>
                        <a:pt x="164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8E335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1" name="Freeform 47"/>
                <p:cNvSpPr>
                  <a:spLocks/>
                </p:cNvSpPr>
                <p:nvPr/>
              </p:nvSpPr>
              <p:spPr bwMode="auto">
                <a:xfrm>
                  <a:off x="816" y="164"/>
                  <a:ext cx="173" cy="45"/>
                </a:xfrm>
                <a:custGeom>
                  <a:avLst/>
                  <a:gdLst>
                    <a:gd name="T0" fmla="*/ 0 w 173"/>
                    <a:gd name="T1" fmla="*/ 18 h 45"/>
                    <a:gd name="T2" fmla="*/ 173 w 173"/>
                    <a:gd name="T3" fmla="*/ 45 h 45"/>
                    <a:gd name="T4" fmla="*/ 164 w 173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173"/>
                    <a:gd name="T10" fmla="*/ 0 h 45"/>
                    <a:gd name="T11" fmla="*/ 173 w 173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3" h="45">
                      <a:moveTo>
                        <a:pt x="0" y="18"/>
                      </a:moveTo>
                      <a:lnTo>
                        <a:pt x="173" y="45"/>
                      </a:lnTo>
                      <a:lnTo>
                        <a:pt x="16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2" name="Freeform 48"/>
                <p:cNvSpPr>
                  <a:spLocks/>
                </p:cNvSpPr>
                <p:nvPr/>
              </p:nvSpPr>
              <p:spPr bwMode="auto">
                <a:xfrm>
                  <a:off x="807" y="136"/>
                  <a:ext cx="173" cy="46"/>
                </a:xfrm>
                <a:custGeom>
                  <a:avLst/>
                  <a:gdLst>
                    <a:gd name="T0" fmla="*/ 173 w 173"/>
                    <a:gd name="T1" fmla="*/ 28 h 46"/>
                    <a:gd name="T2" fmla="*/ 0 w 173"/>
                    <a:gd name="T3" fmla="*/ 0 h 46"/>
                    <a:gd name="T4" fmla="*/ 9 w 173"/>
                    <a:gd name="T5" fmla="*/ 46 h 46"/>
                    <a:gd name="T6" fmla="*/ 173 w 173"/>
                    <a:gd name="T7" fmla="*/ 28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3"/>
                    <a:gd name="T13" fmla="*/ 0 h 46"/>
                    <a:gd name="T14" fmla="*/ 173 w 17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3" h="46">
                      <a:moveTo>
                        <a:pt x="173" y="28"/>
                      </a:moveTo>
                      <a:lnTo>
                        <a:pt x="0" y="0"/>
                      </a:lnTo>
                      <a:lnTo>
                        <a:pt x="9" y="46"/>
                      </a:lnTo>
                      <a:lnTo>
                        <a:pt x="173" y="28"/>
                      </a:lnTo>
                      <a:close/>
                    </a:path>
                  </a:pathLst>
                </a:custGeom>
                <a:solidFill>
                  <a:srgbClr val="8E335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3" name="Freeform 49"/>
                <p:cNvSpPr>
                  <a:spLocks/>
                </p:cNvSpPr>
                <p:nvPr/>
              </p:nvSpPr>
              <p:spPr bwMode="auto">
                <a:xfrm>
                  <a:off x="807" y="136"/>
                  <a:ext cx="173" cy="46"/>
                </a:xfrm>
                <a:custGeom>
                  <a:avLst/>
                  <a:gdLst>
                    <a:gd name="T0" fmla="*/ 173 w 173"/>
                    <a:gd name="T1" fmla="*/ 28 h 46"/>
                    <a:gd name="T2" fmla="*/ 0 w 173"/>
                    <a:gd name="T3" fmla="*/ 0 h 46"/>
                    <a:gd name="T4" fmla="*/ 9 w 173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173"/>
                    <a:gd name="T10" fmla="*/ 0 h 46"/>
                    <a:gd name="T11" fmla="*/ 173 w 1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3" h="46">
                      <a:moveTo>
                        <a:pt x="173" y="28"/>
                      </a:moveTo>
                      <a:lnTo>
                        <a:pt x="0" y="0"/>
                      </a:lnTo>
                      <a:lnTo>
                        <a:pt x="9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4" name="Freeform 50"/>
                <p:cNvSpPr>
                  <a:spLocks/>
                </p:cNvSpPr>
                <p:nvPr/>
              </p:nvSpPr>
              <p:spPr bwMode="auto">
                <a:xfrm>
                  <a:off x="463" y="145"/>
                  <a:ext cx="181" cy="82"/>
                </a:xfrm>
                <a:custGeom>
                  <a:avLst/>
                  <a:gdLst>
                    <a:gd name="T0" fmla="*/ 0 w 181"/>
                    <a:gd name="T1" fmla="*/ 82 h 82"/>
                    <a:gd name="T2" fmla="*/ 172 w 181"/>
                    <a:gd name="T3" fmla="*/ 46 h 82"/>
                    <a:gd name="T4" fmla="*/ 181 w 181"/>
                    <a:gd name="T5" fmla="*/ 0 h 82"/>
                    <a:gd name="T6" fmla="*/ 0 w 181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1"/>
                    <a:gd name="T13" fmla="*/ 0 h 82"/>
                    <a:gd name="T14" fmla="*/ 181 w 181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1" h="82">
                      <a:moveTo>
                        <a:pt x="0" y="82"/>
                      </a:moveTo>
                      <a:lnTo>
                        <a:pt x="172" y="46"/>
                      </a:lnTo>
                      <a:lnTo>
                        <a:pt x="181" y="0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C15C4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5" name="Freeform 51"/>
                <p:cNvSpPr>
                  <a:spLocks/>
                </p:cNvSpPr>
                <p:nvPr/>
              </p:nvSpPr>
              <p:spPr bwMode="auto">
                <a:xfrm>
                  <a:off x="463" y="145"/>
                  <a:ext cx="181" cy="82"/>
                </a:xfrm>
                <a:custGeom>
                  <a:avLst/>
                  <a:gdLst>
                    <a:gd name="T0" fmla="*/ 0 w 181"/>
                    <a:gd name="T1" fmla="*/ 82 h 82"/>
                    <a:gd name="T2" fmla="*/ 172 w 181"/>
                    <a:gd name="T3" fmla="*/ 46 h 82"/>
                    <a:gd name="T4" fmla="*/ 181 w 181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181"/>
                    <a:gd name="T10" fmla="*/ 0 h 82"/>
                    <a:gd name="T11" fmla="*/ 181 w 181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1" h="82">
                      <a:moveTo>
                        <a:pt x="0" y="82"/>
                      </a:moveTo>
                      <a:lnTo>
                        <a:pt x="172" y="46"/>
                      </a:lnTo>
                      <a:lnTo>
                        <a:pt x="18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6" name="Freeform 52"/>
                <p:cNvSpPr>
                  <a:spLocks/>
                </p:cNvSpPr>
                <p:nvPr/>
              </p:nvSpPr>
              <p:spPr bwMode="auto">
                <a:xfrm>
                  <a:off x="635" y="136"/>
                  <a:ext cx="172" cy="55"/>
                </a:xfrm>
                <a:custGeom>
                  <a:avLst/>
                  <a:gdLst>
                    <a:gd name="T0" fmla="*/ 172 w 172"/>
                    <a:gd name="T1" fmla="*/ 0 h 55"/>
                    <a:gd name="T2" fmla="*/ 9 w 172"/>
                    <a:gd name="T3" fmla="*/ 9 h 55"/>
                    <a:gd name="T4" fmla="*/ 0 w 172"/>
                    <a:gd name="T5" fmla="*/ 55 h 55"/>
                    <a:gd name="T6" fmla="*/ 172 w 172"/>
                    <a:gd name="T7" fmla="*/ 0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55"/>
                    <a:gd name="T14" fmla="*/ 172 w 17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55">
                      <a:moveTo>
                        <a:pt x="172" y="0"/>
                      </a:moveTo>
                      <a:lnTo>
                        <a:pt x="9" y="9"/>
                      </a:lnTo>
                      <a:lnTo>
                        <a:pt x="0" y="55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rgbClr val="A94B5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7" name="Freeform 53"/>
                <p:cNvSpPr>
                  <a:spLocks/>
                </p:cNvSpPr>
                <p:nvPr/>
              </p:nvSpPr>
              <p:spPr bwMode="auto">
                <a:xfrm>
                  <a:off x="635" y="136"/>
                  <a:ext cx="172" cy="55"/>
                </a:xfrm>
                <a:custGeom>
                  <a:avLst/>
                  <a:gdLst>
                    <a:gd name="T0" fmla="*/ 172 w 172"/>
                    <a:gd name="T1" fmla="*/ 0 h 55"/>
                    <a:gd name="T2" fmla="*/ 9 w 172"/>
                    <a:gd name="T3" fmla="*/ 9 h 55"/>
                    <a:gd name="T4" fmla="*/ 0 w 172"/>
                    <a:gd name="T5" fmla="*/ 55 h 55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55"/>
                    <a:gd name="T11" fmla="*/ 172 w 17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55">
                      <a:moveTo>
                        <a:pt x="172" y="0"/>
                      </a:moveTo>
                      <a:lnTo>
                        <a:pt x="9" y="9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8" name="Freeform 54"/>
                <p:cNvSpPr>
                  <a:spLocks/>
                </p:cNvSpPr>
                <p:nvPr/>
              </p:nvSpPr>
              <p:spPr bwMode="auto">
                <a:xfrm>
                  <a:off x="1360" y="536"/>
                  <a:ext cx="91" cy="136"/>
                </a:xfrm>
                <a:custGeom>
                  <a:avLst/>
                  <a:gdLst>
                    <a:gd name="T0" fmla="*/ 0 w 91"/>
                    <a:gd name="T1" fmla="*/ 0 h 136"/>
                    <a:gd name="T2" fmla="*/ 91 w 91"/>
                    <a:gd name="T3" fmla="*/ 136 h 136"/>
                    <a:gd name="T4" fmla="*/ 55 w 91"/>
                    <a:gd name="T5" fmla="*/ 54 h 136"/>
                    <a:gd name="T6" fmla="*/ 0 w 91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36"/>
                    <a:gd name="T14" fmla="*/ 91 w 91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36">
                      <a:moveTo>
                        <a:pt x="0" y="0"/>
                      </a:moveTo>
                      <a:lnTo>
                        <a:pt x="91" y="136"/>
                      </a:lnTo>
                      <a:lnTo>
                        <a:pt x="55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49" name="Freeform 55"/>
                <p:cNvSpPr>
                  <a:spLocks/>
                </p:cNvSpPr>
                <p:nvPr/>
              </p:nvSpPr>
              <p:spPr bwMode="auto">
                <a:xfrm>
                  <a:off x="1360" y="536"/>
                  <a:ext cx="91" cy="136"/>
                </a:xfrm>
                <a:custGeom>
                  <a:avLst/>
                  <a:gdLst>
                    <a:gd name="T0" fmla="*/ 0 w 91"/>
                    <a:gd name="T1" fmla="*/ 0 h 136"/>
                    <a:gd name="T2" fmla="*/ 91 w 91"/>
                    <a:gd name="T3" fmla="*/ 136 h 136"/>
                    <a:gd name="T4" fmla="*/ 55 w 91"/>
                    <a:gd name="T5" fmla="*/ 54 h 136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36"/>
                    <a:gd name="T11" fmla="*/ 91 w 91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36">
                      <a:moveTo>
                        <a:pt x="0" y="0"/>
                      </a:moveTo>
                      <a:lnTo>
                        <a:pt x="91" y="136"/>
                      </a:lnTo>
                      <a:lnTo>
                        <a:pt x="55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0" name="Freeform 56"/>
                <p:cNvSpPr>
                  <a:spLocks/>
                </p:cNvSpPr>
                <p:nvPr/>
              </p:nvSpPr>
              <p:spPr bwMode="auto">
                <a:xfrm>
                  <a:off x="1333" y="472"/>
                  <a:ext cx="82" cy="118"/>
                </a:xfrm>
                <a:custGeom>
                  <a:avLst/>
                  <a:gdLst>
                    <a:gd name="T0" fmla="*/ 82 w 82"/>
                    <a:gd name="T1" fmla="*/ 118 h 118"/>
                    <a:gd name="T2" fmla="*/ 0 w 82"/>
                    <a:gd name="T3" fmla="*/ 0 h 118"/>
                    <a:gd name="T4" fmla="*/ 27 w 82"/>
                    <a:gd name="T5" fmla="*/ 64 h 118"/>
                    <a:gd name="T6" fmla="*/ 82 w 82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18"/>
                    <a:gd name="T14" fmla="*/ 82 w 82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18">
                      <a:moveTo>
                        <a:pt x="82" y="118"/>
                      </a:moveTo>
                      <a:lnTo>
                        <a:pt x="0" y="0"/>
                      </a:lnTo>
                      <a:lnTo>
                        <a:pt x="27" y="64"/>
                      </a:lnTo>
                      <a:lnTo>
                        <a:pt x="82" y="1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1" name="Freeform 57"/>
                <p:cNvSpPr>
                  <a:spLocks/>
                </p:cNvSpPr>
                <p:nvPr/>
              </p:nvSpPr>
              <p:spPr bwMode="auto">
                <a:xfrm>
                  <a:off x="1333" y="472"/>
                  <a:ext cx="82" cy="118"/>
                </a:xfrm>
                <a:custGeom>
                  <a:avLst/>
                  <a:gdLst>
                    <a:gd name="T0" fmla="*/ 82 w 82"/>
                    <a:gd name="T1" fmla="*/ 118 h 118"/>
                    <a:gd name="T2" fmla="*/ 0 w 82"/>
                    <a:gd name="T3" fmla="*/ 0 h 118"/>
                    <a:gd name="T4" fmla="*/ 27 w 82"/>
                    <a:gd name="T5" fmla="*/ 64 h 11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18"/>
                    <a:gd name="T11" fmla="*/ 82 w 82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18">
                      <a:moveTo>
                        <a:pt x="82" y="118"/>
                      </a:moveTo>
                      <a:lnTo>
                        <a:pt x="0" y="0"/>
                      </a:lnTo>
                      <a:lnTo>
                        <a:pt x="27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2" name="Freeform 58"/>
                <p:cNvSpPr>
                  <a:spLocks/>
                </p:cNvSpPr>
                <p:nvPr/>
              </p:nvSpPr>
              <p:spPr bwMode="auto">
                <a:xfrm>
                  <a:off x="127" y="418"/>
                  <a:ext cx="145" cy="181"/>
                </a:xfrm>
                <a:custGeom>
                  <a:avLst/>
                  <a:gdLst>
                    <a:gd name="T0" fmla="*/ 145 w 145"/>
                    <a:gd name="T1" fmla="*/ 0 h 181"/>
                    <a:gd name="T2" fmla="*/ 27 w 145"/>
                    <a:gd name="T3" fmla="*/ 108 h 181"/>
                    <a:gd name="T4" fmla="*/ 0 w 145"/>
                    <a:gd name="T5" fmla="*/ 181 h 181"/>
                    <a:gd name="T6" fmla="*/ 145 w 145"/>
                    <a:gd name="T7" fmla="*/ 0 h 1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81"/>
                    <a:gd name="T14" fmla="*/ 145 w 145"/>
                    <a:gd name="T15" fmla="*/ 181 h 1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81">
                      <a:moveTo>
                        <a:pt x="145" y="0"/>
                      </a:moveTo>
                      <a:lnTo>
                        <a:pt x="27" y="108"/>
                      </a:lnTo>
                      <a:lnTo>
                        <a:pt x="0" y="181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E5791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3" name="Freeform 59"/>
                <p:cNvSpPr>
                  <a:spLocks/>
                </p:cNvSpPr>
                <p:nvPr/>
              </p:nvSpPr>
              <p:spPr bwMode="auto">
                <a:xfrm>
                  <a:off x="127" y="418"/>
                  <a:ext cx="145" cy="181"/>
                </a:xfrm>
                <a:custGeom>
                  <a:avLst/>
                  <a:gdLst>
                    <a:gd name="T0" fmla="*/ 145 w 145"/>
                    <a:gd name="T1" fmla="*/ 0 h 181"/>
                    <a:gd name="T2" fmla="*/ 27 w 145"/>
                    <a:gd name="T3" fmla="*/ 108 h 181"/>
                    <a:gd name="T4" fmla="*/ 0 w 145"/>
                    <a:gd name="T5" fmla="*/ 181 h 181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81"/>
                    <a:gd name="T11" fmla="*/ 145 w 145"/>
                    <a:gd name="T12" fmla="*/ 181 h 1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81">
                      <a:moveTo>
                        <a:pt x="145" y="0"/>
                      </a:moveTo>
                      <a:lnTo>
                        <a:pt x="27" y="108"/>
                      </a:lnTo>
                      <a:lnTo>
                        <a:pt x="0" y="1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4" name="Freeform 60"/>
                <p:cNvSpPr>
                  <a:spLocks/>
                </p:cNvSpPr>
                <p:nvPr/>
              </p:nvSpPr>
              <p:spPr bwMode="auto">
                <a:xfrm>
                  <a:off x="154" y="363"/>
                  <a:ext cx="145" cy="163"/>
                </a:xfrm>
                <a:custGeom>
                  <a:avLst/>
                  <a:gdLst>
                    <a:gd name="T0" fmla="*/ 0 w 145"/>
                    <a:gd name="T1" fmla="*/ 163 h 163"/>
                    <a:gd name="T2" fmla="*/ 118 w 145"/>
                    <a:gd name="T3" fmla="*/ 55 h 163"/>
                    <a:gd name="T4" fmla="*/ 145 w 145"/>
                    <a:gd name="T5" fmla="*/ 0 h 163"/>
                    <a:gd name="T6" fmla="*/ 0 w 145"/>
                    <a:gd name="T7" fmla="*/ 163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63"/>
                    <a:gd name="T14" fmla="*/ 145 w 145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63">
                      <a:moveTo>
                        <a:pt x="0" y="163"/>
                      </a:moveTo>
                      <a:lnTo>
                        <a:pt x="118" y="55"/>
                      </a:lnTo>
                      <a:lnTo>
                        <a:pt x="145" y="0"/>
                      </a:lnTo>
                      <a:lnTo>
                        <a:pt x="0" y="163"/>
                      </a:lnTo>
                      <a:close/>
                    </a:path>
                  </a:pathLst>
                </a:custGeom>
                <a:solidFill>
                  <a:srgbClr val="E1721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5" name="Freeform 61"/>
                <p:cNvSpPr>
                  <a:spLocks/>
                </p:cNvSpPr>
                <p:nvPr/>
              </p:nvSpPr>
              <p:spPr bwMode="auto">
                <a:xfrm>
                  <a:off x="154" y="363"/>
                  <a:ext cx="145" cy="163"/>
                </a:xfrm>
                <a:custGeom>
                  <a:avLst/>
                  <a:gdLst>
                    <a:gd name="T0" fmla="*/ 0 w 145"/>
                    <a:gd name="T1" fmla="*/ 163 h 163"/>
                    <a:gd name="T2" fmla="*/ 118 w 145"/>
                    <a:gd name="T3" fmla="*/ 55 h 163"/>
                    <a:gd name="T4" fmla="*/ 145 w 145"/>
                    <a:gd name="T5" fmla="*/ 0 h 163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63"/>
                    <a:gd name="T11" fmla="*/ 145 w 145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63">
                      <a:moveTo>
                        <a:pt x="0" y="163"/>
                      </a:moveTo>
                      <a:lnTo>
                        <a:pt x="118" y="55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6" name="Freeform 62"/>
                <p:cNvSpPr>
                  <a:spLocks/>
                </p:cNvSpPr>
                <p:nvPr/>
              </p:nvSpPr>
              <p:spPr bwMode="auto">
                <a:xfrm>
                  <a:off x="0" y="672"/>
                  <a:ext cx="100" cy="236"/>
                </a:xfrm>
                <a:custGeom>
                  <a:avLst/>
                  <a:gdLst>
                    <a:gd name="T0" fmla="*/ 100 w 100"/>
                    <a:gd name="T1" fmla="*/ 0 h 236"/>
                    <a:gd name="T2" fmla="*/ 36 w 100"/>
                    <a:gd name="T3" fmla="*/ 145 h 236"/>
                    <a:gd name="T4" fmla="*/ 0 w 100"/>
                    <a:gd name="T5" fmla="*/ 236 h 236"/>
                    <a:gd name="T6" fmla="*/ 100 w 100"/>
                    <a:gd name="T7" fmla="*/ 0 h 2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236"/>
                    <a:gd name="T14" fmla="*/ 100 w 100"/>
                    <a:gd name="T15" fmla="*/ 236 h 2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236">
                      <a:moveTo>
                        <a:pt x="100" y="0"/>
                      </a:moveTo>
                      <a:lnTo>
                        <a:pt x="36" y="145"/>
                      </a:lnTo>
                      <a:lnTo>
                        <a:pt x="0" y="236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B65F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7" name="Freeform 63"/>
                <p:cNvSpPr>
                  <a:spLocks/>
                </p:cNvSpPr>
                <p:nvPr/>
              </p:nvSpPr>
              <p:spPr bwMode="auto">
                <a:xfrm>
                  <a:off x="0" y="672"/>
                  <a:ext cx="100" cy="236"/>
                </a:xfrm>
                <a:custGeom>
                  <a:avLst/>
                  <a:gdLst>
                    <a:gd name="T0" fmla="*/ 100 w 100"/>
                    <a:gd name="T1" fmla="*/ 0 h 236"/>
                    <a:gd name="T2" fmla="*/ 36 w 100"/>
                    <a:gd name="T3" fmla="*/ 145 h 236"/>
                    <a:gd name="T4" fmla="*/ 0 w 100"/>
                    <a:gd name="T5" fmla="*/ 236 h 236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236"/>
                    <a:gd name="T11" fmla="*/ 100 w 100"/>
                    <a:gd name="T12" fmla="*/ 236 h 2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236">
                      <a:moveTo>
                        <a:pt x="100" y="0"/>
                      </a:moveTo>
                      <a:lnTo>
                        <a:pt x="36" y="145"/>
                      </a:lnTo>
                      <a:lnTo>
                        <a:pt x="0" y="2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8" name="Freeform 64"/>
                <p:cNvSpPr>
                  <a:spLocks/>
                </p:cNvSpPr>
                <p:nvPr/>
              </p:nvSpPr>
              <p:spPr bwMode="auto">
                <a:xfrm>
                  <a:off x="36" y="599"/>
                  <a:ext cx="91" cy="218"/>
                </a:xfrm>
                <a:custGeom>
                  <a:avLst/>
                  <a:gdLst>
                    <a:gd name="T0" fmla="*/ 0 w 91"/>
                    <a:gd name="T1" fmla="*/ 218 h 218"/>
                    <a:gd name="T2" fmla="*/ 64 w 91"/>
                    <a:gd name="T3" fmla="*/ 73 h 218"/>
                    <a:gd name="T4" fmla="*/ 91 w 91"/>
                    <a:gd name="T5" fmla="*/ 0 h 218"/>
                    <a:gd name="T6" fmla="*/ 0 w 91"/>
                    <a:gd name="T7" fmla="*/ 218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18"/>
                    <a:gd name="T14" fmla="*/ 91 w 91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18">
                      <a:moveTo>
                        <a:pt x="0" y="218"/>
                      </a:moveTo>
                      <a:lnTo>
                        <a:pt x="64" y="73"/>
                      </a:lnTo>
                      <a:lnTo>
                        <a:pt x="91" y="0"/>
                      </a:lnTo>
                      <a:lnTo>
                        <a:pt x="0" y="218"/>
                      </a:lnTo>
                      <a:close/>
                    </a:path>
                  </a:pathLst>
                </a:custGeom>
                <a:solidFill>
                  <a:srgbClr val="AE56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59" name="Freeform 65"/>
                <p:cNvSpPr>
                  <a:spLocks/>
                </p:cNvSpPr>
                <p:nvPr/>
              </p:nvSpPr>
              <p:spPr bwMode="auto">
                <a:xfrm>
                  <a:off x="36" y="599"/>
                  <a:ext cx="91" cy="218"/>
                </a:xfrm>
                <a:custGeom>
                  <a:avLst/>
                  <a:gdLst>
                    <a:gd name="T0" fmla="*/ 0 w 91"/>
                    <a:gd name="T1" fmla="*/ 218 h 218"/>
                    <a:gd name="T2" fmla="*/ 64 w 91"/>
                    <a:gd name="T3" fmla="*/ 73 h 218"/>
                    <a:gd name="T4" fmla="*/ 91 w 91"/>
                    <a:gd name="T5" fmla="*/ 0 h 218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18"/>
                    <a:gd name="T11" fmla="*/ 91 w 91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18">
                      <a:moveTo>
                        <a:pt x="0" y="218"/>
                      </a:moveTo>
                      <a:lnTo>
                        <a:pt x="64" y="73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0" name="Freeform 66"/>
                <p:cNvSpPr>
                  <a:spLocks/>
                </p:cNvSpPr>
                <p:nvPr/>
              </p:nvSpPr>
              <p:spPr bwMode="auto">
                <a:xfrm>
                  <a:off x="989" y="209"/>
                  <a:ext cx="154" cy="54"/>
                </a:xfrm>
                <a:custGeom>
                  <a:avLst/>
                  <a:gdLst>
                    <a:gd name="T0" fmla="*/ 0 w 154"/>
                    <a:gd name="T1" fmla="*/ 0 h 54"/>
                    <a:gd name="T2" fmla="*/ 154 w 154"/>
                    <a:gd name="T3" fmla="*/ 54 h 54"/>
                    <a:gd name="T4" fmla="*/ 136 w 154"/>
                    <a:gd name="T5" fmla="*/ 0 h 54"/>
                    <a:gd name="T6" fmla="*/ 0 w 154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54"/>
                    <a:gd name="T14" fmla="*/ 154 w 154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54">
                      <a:moveTo>
                        <a:pt x="0" y="0"/>
                      </a:moveTo>
                      <a:lnTo>
                        <a:pt x="154" y="54"/>
                      </a:lnTo>
                      <a:lnTo>
                        <a:pt x="13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0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1" name="Freeform 67"/>
                <p:cNvSpPr>
                  <a:spLocks/>
                </p:cNvSpPr>
                <p:nvPr/>
              </p:nvSpPr>
              <p:spPr bwMode="auto">
                <a:xfrm>
                  <a:off x="989" y="209"/>
                  <a:ext cx="154" cy="54"/>
                </a:xfrm>
                <a:custGeom>
                  <a:avLst/>
                  <a:gdLst>
                    <a:gd name="T0" fmla="*/ 0 w 154"/>
                    <a:gd name="T1" fmla="*/ 0 h 54"/>
                    <a:gd name="T2" fmla="*/ 154 w 154"/>
                    <a:gd name="T3" fmla="*/ 54 h 54"/>
                    <a:gd name="T4" fmla="*/ 136 w 154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54"/>
                    <a:gd name="T11" fmla="*/ 154 w 154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54">
                      <a:moveTo>
                        <a:pt x="0" y="0"/>
                      </a:moveTo>
                      <a:lnTo>
                        <a:pt x="154" y="54"/>
                      </a:lnTo>
                      <a:lnTo>
                        <a:pt x="1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2" name="Freeform 68"/>
                <p:cNvSpPr>
                  <a:spLocks/>
                </p:cNvSpPr>
                <p:nvPr/>
              </p:nvSpPr>
              <p:spPr bwMode="auto">
                <a:xfrm>
                  <a:off x="980" y="164"/>
                  <a:ext cx="145" cy="45"/>
                </a:xfrm>
                <a:custGeom>
                  <a:avLst/>
                  <a:gdLst>
                    <a:gd name="T0" fmla="*/ 145 w 145"/>
                    <a:gd name="T1" fmla="*/ 45 h 45"/>
                    <a:gd name="T2" fmla="*/ 0 w 145"/>
                    <a:gd name="T3" fmla="*/ 0 h 45"/>
                    <a:gd name="T4" fmla="*/ 9 w 145"/>
                    <a:gd name="T5" fmla="*/ 45 h 45"/>
                    <a:gd name="T6" fmla="*/ 145 w 145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45"/>
                    <a:gd name="T14" fmla="*/ 145 w 145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45">
                      <a:moveTo>
                        <a:pt x="145" y="45"/>
                      </a:moveTo>
                      <a:lnTo>
                        <a:pt x="0" y="0"/>
                      </a:lnTo>
                      <a:lnTo>
                        <a:pt x="9" y="45"/>
                      </a:lnTo>
                      <a:lnTo>
                        <a:pt x="145" y="45"/>
                      </a:lnTo>
                      <a:close/>
                    </a:path>
                  </a:pathLst>
                </a:custGeom>
                <a:solidFill>
                  <a:srgbClr val="650F4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3" name="Freeform 69"/>
                <p:cNvSpPr>
                  <a:spLocks/>
                </p:cNvSpPr>
                <p:nvPr/>
              </p:nvSpPr>
              <p:spPr bwMode="auto">
                <a:xfrm>
                  <a:off x="980" y="164"/>
                  <a:ext cx="145" cy="45"/>
                </a:xfrm>
                <a:custGeom>
                  <a:avLst/>
                  <a:gdLst>
                    <a:gd name="T0" fmla="*/ 145 w 145"/>
                    <a:gd name="T1" fmla="*/ 45 h 45"/>
                    <a:gd name="T2" fmla="*/ 0 w 145"/>
                    <a:gd name="T3" fmla="*/ 0 h 45"/>
                    <a:gd name="T4" fmla="*/ 9 w 145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45"/>
                    <a:gd name="T11" fmla="*/ 145 w 145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45">
                      <a:moveTo>
                        <a:pt x="145" y="45"/>
                      </a:moveTo>
                      <a:lnTo>
                        <a:pt x="0" y="0"/>
                      </a:lnTo>
                      <a:lnTo>
                        <a:pt x="9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4" name="Freeform 70"/>
                <p:cNvSpPr>
                  <a:spLocks/>
                </p:cNvSpPr>
                <p:nvPr/>
              </p:nvSpPr>
              <p:spPr bwMode="auto">
                <a:xfrm>
                  <a:off x="1170" y="318"/>
                  <a:ext cx="127" cy="91"/>
                </a:xfrm>
                <a:custGeom>
                  <a:avLst/>
                  <a:gdLst>
                    <a:gd name="T0" fmla="*/ 0 w 127"/>
                    <a:gd name="T1" fmla="*/ 0 h 91"/>
                    <a:gd name="T2" fmla="*/ 127 w 127"/>
                    <a:gd name="T3" fmla="*/ 91 h 91"/>
                    <a:gd name="T4" fmla="*/ 100 w 127"/>
                    <a:gd name="T5" fmla="*/ 27 h 91"/>
                    <a:gd name="T6" fmla="*/ 0 w 127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91"/>
                    <a:gd name="T14" fmla="*/ 127 w 127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91">
                      <a:moveTo>
                        <a:pt x="0" y="0"/>
                      </a:moveTo>
                      <a:lnTo>
                        <a:pt x="127" y="91"/>
                      </a:lnTo>
                      <a:lnTo>
                        <a:pt x="100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4002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5" name="Freeform 71"/>
                <p:cNvSpPr>
                  <a:spLocks/>
                </p:cNvSpPr>
                <p:nvPr/>
              </p:nvSpPr>
              <p:spPr bwMode="auto">
                <a:xfrm>
                  <a:off x="1170" y="318"/>
                  <a:ext cx="127" cy="91"/>
                </a:xfrm>
                <a:custGeom>
                  <a:avLst/>
                  <a:gdLst>
                    <a:gd name="T0" fmla="*/ 0 w 127"/>
                    <a:gd name="T1" fmla="*/ 0 h 91"/>
                    <a:gd name="T2" fmla="*/ 127 w 127"/>
                    <a:gd name="T3" fmla="*/ 91 h 91"/>
                    <a:gd name="T4" fmla="*/ 100 w 127"/>
                    <a:gd name="T5" fmla="*/ 27 h 9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91"/>
                    <a:gd name="T11" fmla="*/ 127 w 127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91">
                      <a:moveTo>
                        <a:pt x="0" y="0"/>
                      </a:moveTo>
                      <a:lnTo>
                        <a:pt x="127" y="91"/>
                      </a:lnTo>
                      <a:lnTo>
                        <a:pt x="10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6" name="Freeform 72"/>
                <p:cNvSpPr>
                  <a:spLocks/>
                </p:cNvSpPr>
                <p:nvPr/>
              </p:nvSpPr>
              <p:spPr bwMode="auto">
                <a:xfrm>
                  <a:off x="1143" y="263"/>
                  <a:ext cx="127" cy="82"/>
                </a:xfrm>
                <a:custGeom>
                  <a:avLst/>
                  <a:gdLst>
                    <a:gd name="T0" fmla="*/ 127 w 127"/>
                    <a:gd name="T1" fmla="*/ 82 h 82"/>
                    <a:gd name="T2" fmla="*/ 0 w 127"/>
                    <a:gd name="T3" fmla="*/ 0 h 82"/>
                    <a:gd name="T4" fmla="*/ 27 w 127"/>
                    <a:gd name="T5" fmla="*/ 55 h 82"/>
                    <a:gd name="T6" fmla="*/ 127 w 127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82"/>
                    <a:gd name="T14" fmla="*/ 127 w 127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82">
                      <a:moveTo>
                        <a:pt x="127" y="82"/>
                      </a:moveTo>
                      <a:lnTo>
                        <a:pt x="0" y="0"/>
                      </a:lnTo>
                      <a:lnTo>
                        <a:pt x="27" y="55"/>
                      </a:lnTo>
                      <a:lnTo>
                        <a:pt x="127" y="82"/>
                      </a:lnTo>
                      <a:close/>
                    </a:path>
                  </a:pathLst>
                </a:custGeom>
                <a:solidFill>
                  <a:srgbClr val="24002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7" name="Freeform 73"/>
                <p:cNvSpPr>
                  <a:spLocks/>
                </p:cNvSpPr>
                <p:nvPr/>
              </p:nvSpPr>
              <p:spPr bwMode="auto">
                <a:xfrm>
                  <a:off x="1143" y="263"/>
                  <a:ext cx="127" cy="82"/>
                </a:xfrm>
                <a:custGeom>
                  <a:avLst/>
                  <a:gdLst>
                    <a:gd name="T0" fmla="*/ 127 w 127"/>
                    <a:gd name="T1" fmla="*/ 82 h 82"/>
                    <a:gd name="T2" fmla="*/ 0 w 127"/>
                    <a:gd name="T3" fmla="*/ 0 h 82"/>
                    <a:gd name="T4" fmla="*/ 27 w 127"/>
                    <a:gd name="T5" fmla="*/ 55 h 82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82"/>
                    <a:gd name="T11" fmla="*/ 127 w 127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82">
                      <a:moveTo>
                        <a:pt x="127" y="82"/>
                      </a:moveTo>
                      <a:lnTo>
                        <a:pt x="0" y="0"/>
                      </a:lnTo>
                      <a:lnTo>
                        <a:pt x="27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8" name="Freeform 74"/>
                <p:cNvSpPr>
                  <a:spLocks/>
                </p:cNvSpPr>
                <p:nvPr/>
              </p:nvSpPr>
              <p:spPr bwMode="auto">
                <a:xfrm>
                  <a:off x="1506" y="826"/>
                  <a:ext cx="27" cy="163"/>
                </a:xfrm>
                <a:custGeom>
                  <a:avLst/>
                  <a:gdLst>
                    <a:gd name="T0" fmla="*/ 0 w 27"/>
                    <a:gd name="T1" fmla="*/ 0 h 163"/>
                    <a:gd name="T2" fmla="*/ 27 w 27"/>
                    <a:gd name="T3" fmla="*/ 163 h 163"/>
                    <a:gd name="T4" fmla="*/ 0 w 27"/>
                    <a:gd name="T5" fmla="*/ 72 h 163"/>
                    <a:gd name="T6" fmla="*/ 0 w 27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63"/>
                    <a:gd name="T14" fmla="*/ 27 w 27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63">
                      <a:moveTo>
                        <a:pt x="0" y="0"/>
                      </a:moveTo>
                      <a:lnTo>
                        <a:pt x="27" y="163"/>
                      </a:lnTo>
                      <a:lnTo>
                        <a:pt x="0" y="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0DD6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69" name="Freeform 75"/>
                <p:cNvSpPr>
                  <a:spLocks/>
                </p:cNvSpPr>
                <p:nvPr/>
              </p:nvSpPr>
              <p:spPr bwMode="auto">
                <a:xfrm>
                  <a:off x="1506" y="826"/>
                  <a:ext cx="27" cy="163"/>
                </a:xfrm>
                <a:custGeom>
                  <a:avLst/>
                  <a:gdLst>
                    <a:gd name="T0" fmla="*/ 0 w 27"/>
                    <a:gd name="T1" fmla="*/ 0 h 163"/>
                    <a:gd name="T2" fmla="*/ 27 w 27"/>
                    <a:gd name="T3" fmla="*/ 163 h 163"/>
                    <a:gd name="T4" fmla="*/ 0 w 27"/>
                    <a:gd name="T5" fmla="*/ 72 h 163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163"/>
                    <a:gd name="T11" fmla="*/ 27 w 27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163">
                      <a:moveTo>
                        <a:pt x="0" y="0"/>
                      </a:moveTo>
                      <a:lnTo>
                        <a:pt x="27" y="163"/>
                      </a:lnTo>
                      <a:lnTo>
                        <a:pt x="0" y="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0" name="Freeform 76"/>
                <p:cNvSpPr>
                  <a:spLocks/>
                </p:cNvSpPr>
                <p:nvPr/>
              </p:nvSpPr>
              <p:spPr bwMode="auto">
                <a:xfrm>
                  <a:off x="1478" y="744"/>
                  <a:ext cx="28" cy="154"/>
                </a:xfrm>
                <a:custGeom>
                  <a:avLst/>
                  <a:gdLst>
                    <a:gd name="T0" fmla="*/ 28 w 28"/>
                    <a:gd name="T1" fmla="*/ 154 h 154"/>
                    <a:gd name="T2" fmla="*/ 0 w 28"/>
                    <a:gd name="T3" fmla="*/ 0 h 154"/>
                    <a:gd name="T4" fmla="*/ 28 w 28"/>
                    <a:gd name="T5" fmla="*/ 82 h 154"/>
                    <a:gd name="T6" fmla="*/ 28 w 28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"/>
                    <a:gd name="T13" fmla="*/ 0 h 154"/>
                    <a:gd name="T14" fmla="*/ 28 w 28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" h="154">
                      <a:moveTo>
                        <a:pt x="28" y="154"/>
                      </a:moveTo>
                      <a:lnTo>
                        <a:pt x="0" y="0"/>
                      </a:lnTo>
                      <a:lnTo>
                        <a:pt x="28" y="82"/>
                      </a:lnTo>
                      <a:lnTo>
                        <a:pt x="28" y="154"/>
                      </a:lnTo>
                      <a:close/>
                    </a:path>
                  </a:pathLst>
                </a:custGeom>
                <a:solidFill>
                  <a:srgbClr val="E0DD6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1" name="Freeform 77"/>
                <p:cNvSpPr>
                  <a:spLocks/>
                </p:cNvSpPr>
                <p:nvPr/>
              </p:nvSpPr>
              <p:spPr bwMode="auto">
                <a:xfrm>
                  <a:off x="1478" y="744"/>
                  <a:ext cx="28" cy="154"/>
                </a:xfrm>
                <a:custGeom>
                  <a:avLst/>
                  <a:gdLst>
                    <a:gd name="T0" fmla="*/ 28 w 28"/>
                    <a:gd name="T1" fmla="*/ 154 h 154"/>
                    <a:gd name="T2" fmla="*/ 0 w 28"/>
                    <a:gd name="T3" fmla="*/ 0 h 154"/>
                    <a:gd name="T4" fmla="*/ 28 w 28"/>
                    <a:gd name="T5" fmla="*/ 82 h 154"/>
                    <a:gd name="T6" fmla="*/ 0 60000 65536"/>
                    <a:gd name="T7" fmla="*/ 0 60000 65536"/>
                    <a:gd name="T8" fmla="*/ 0 60000 65536"/>
                    <a:gd name="T9" fmla="*/ 0 w 28"/>
                    <a:gd name="T10" fmla="*/ 0 h 154"/>
                    <a:gd name="T11" fmla="*/ 28 w 28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" h="154">
                      <a:moveTo>
                        <a:pt x="28" y="154"/>
                      </a:moveTo>
                      <a:lnTo>
                        <a:pt x="0" y="0"/>
                      </a:lnTo>
                      <a:lnTo>
                        <a:pt x="28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2" name="Freeform 78"/>
                <p:cNvSpPr>
                  <a:spLocks/>
                </p:cNvSpPr>
                <p:nvPr/>
              </p:nvSpPr>
              <p:spPr bwMode="auto">
                <a:xfrm>
                  <a:off x="299" y="227"/>
                  <a:ext cx="164" cy="136"/>
                </a:xfrm>
                <a:custGeom>
                  <a:avLst/>
                  <a:gdLst>
                    <a:gd name="T0" fmla="*/ 164 w 164"/>
                    <a:gd name="T1" fmla="*/ 0 h 136"/>
                    <a:gd name="T2" fmla="*/ 19 w 164"/>
                    <a:gd name="T3" fmla="*/ 73 h 136"/>
                    <a:gd name="T4" fmla="*/ 0 w 164"/>
                    <a:gd name="T5" fmla="*/ 136 h 136"/>
                    <a:gd name="T6" fmla="*/ 164 w 164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4"/>
                    <a:gd name="T13" fmla="*/ 0 h 136"/>
                    <a:gd name="T14" fmla="*/ 164 w 164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4" h="136">
                      <a:moveTo>
                        <a:pt x="164" y="0"/>
                      </a:moveTo>
                      <a:lnTo>
                        <a:pt x="19" y="73"/>
                      </a:lnTo>
                      <a:lnTo>
                        <a:pt x="0" y="136"/>
                      </a:lnTo>
                      <a:lnTo>
                        <a:pt x="164" y="0"/>
                      </a:lnTo>
                      <a:close/>
                    </a:path>
                  </a:pathLst>
                </a:custGeom>
                <a:solidFill>
                  <a:srgbClr val="D76C3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3" name="Freeform 79"/>
                <p:cNvSpPr>
                  <a:spLocks/>
                </p:cNvSpPr>
                <p:nvPr/>
              </p:nvSpPr>
              <p:spPr bwMode="auto">
                <a:xfrm>
                  <a:off x="299" y="227"/>
                  <a:ext cx="164" cy="136"/>
                </a:xfrm>
                <a:custGeom>
                  <a:avLst/>
                  <a:gdLst>
                    <a:gd name="T0" fmla="*/ 164 w 164"/>
                    <a:gd name="T1" fmla="*/ 0 h 136"/>
                    <a:gd name="T2" fmla="*/ 19 w 164"/>
                    <a:gd name="T3" fmla="*/ 73 h 136"/>
                    <a:gd name="T4" fmla="*/ 0 w 164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164"/>
                    <a:gd name="T10" fmla="*/ 0 h 136"/>
                    <a:gd name="T11" fmla="*/ 164 w 164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4" h="136">
                      <a:moveTo>
                        <a:pt x="164" y="0"/>
                      </a:moveTo>
                      <a:lnTo>
                        <a:pt x="19" y="73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4" name="Freeform 80"/>
                <p:cNvSpPr>
                  <a:spLocks/>
                </p:cNvSpPr>
                <p:nvPr/>
              </p:nvSpPr>
              <p:spPr bwMode="auto">
                <a:xfrm>
                  <a:off x="318" y="182"/>
                  <a:ext cx="163" cy="118"/>
                </a:xfrm>
                <a:custGeom>
                  <a:avLst/>
                  <a:gdLst>
                    <a:gd name="T0" fmla="*/ 0 w 163"/>
                    <a:gd name="T1" fmla="*/ 118 h 118"/>
                    <a:gd name="T2" fmla="*/ 145 w 163"/>
                    <a:gd name="T3" fmla="*/ 45 h 118"/>
                    <a:gd name="T4" fmla="*/ 163 w 163"/>
                    <a:gd name="T5" fmla="*/ 0 h 118"/>
                    <a:gd name="T6" fmla="*/ 0 w 163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18"/>
                    <a:gd name="T14" fmla="*/ 163 w 16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18">
                      <a:moveTo>
                        <a:pt x="0" y="118"/>
                      </a:moveTo>
                      <a:lnTo>
                        <a:pt x="145" y="45"/>
                      </a:lnTo>
                      <a:lnTo>
                        <a:pt x="163" y="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D4673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5" name="Freeform 81"/>
                <p:cNvSpPr>
                  <a:spLocks/>
                </p:cNvSpPr>
                <p:nvPr/>
              </p:nvSpPr>
              <p:spPr bwMode="auto">
                <a:xfrm>
                  <a:off x="318" y="182"/>
                  <a:ext cx="163" cy="118"/>
                </a:xfrm>
                <a:custGeom>
                  <a:avLst/>
                  <a:gdLst>
                    <a:gd name="T0" fmla="*/ 0 w 163"/>
                    <a:gd name="T1" fmla="*/ 118 h 118"/>
                    <a:gd name="T2" fmla="*/ 145 w 163"/>
                    <a:gd name="T3" fmla="*/ 45 h 118"/>
                    <a:gd name="T4" fmla="*/ 163 w 163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18"/>
                    <a:gd name="T11" fmla="*/ 163 w 16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18">
                      <a:moveTo>
                        <a:pt x="0" y="118"/>
                      </a:moveTo>
                      <a:lnTo>
                        <a:pt x="145" y="45"/>
                      </a:lnTo>
                      <a:lnTo>
                        <a:pt x="1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6" name="Freeform 82"/>
                <p:cNvSpPr>
                  <a:spLocks/>
                </p:cNvSpPr>
                <p:nvPr/>
              </p:nvSpPr>
              <p:spPr bwMode="auto">
                <a:xfrm>
                  <a:off x="463" y="145"/>
                  <a:ext cx="181" cy="82"/>
                </a:xfrm>
                <a:custGeom>
                  <a:avLst/>
                  <a:gdLst>
                    <a:gd name="T0" fmla="*/ 181 w 181"/>
                    <a:gd name="T1" fmla="*/ 0 h 82"/>
                    <a:gd name="T2" fmla="*/ 18 w 181"/>
                    <a:gd name="T3" fmla="*/ 37 h 82"/>
                    <a:gd name="T4" fmla="*/ 0 w 181"/>
                    <a:gd name="T5" fmla="*/ 82 h 82"/>
                    <a:gd name="T6" fmla="*/ 181 w 181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1"/>
                    <a:gd name="T13" fmla="*/ 0 h 82"/>
                    <a:gd name="T14" fmla="*/ 181 w 181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1" h="82">
                      <a:moveTo>
                        <a:pt x="181" y="0"/>
                      </a:moveTo>
                      <a:lnTo>
                        <a:pt x="18" y="37"/>
                      </a:lnTo>
                      <a:lnTo>
                        <a:pt x="0" y="82"/>
                      </a:lnTo>
                      <a:lnTo>
                        <a:pt x="181" y="0"/>
                      </a:lnTo>
                      <a:close/>
                    </a:path>
                  </a:pathLst>
                </a:custGeom>
                <a:solidFill>
                  <a:srgbClr val="C15C4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7" name="Freeform 83"/>
                <p:cNvSpPr>
                  <a:spLocks/>
                </p:cNvSpPr>
                <p:nvPr/>
              </p:nvSpPr>
              <p:spPr bwMode="auto">
                <a:xfrm>
                  <a:off x="463" y="145"/>
                  <a:ext cx="181" cy="82"/>
                </a:xfrm>
                <a:custGeom>
                  <a:avLst/>
                  <a:gdLst>
                    <a:gd name="T0" fmla="*/ 181 w 181"/>
                    <a:gd name="T1" fmla="*/ 0 h 82"/>
                    <a:gd name="T2" fmla="*/ 18 w 181"/>
                    <a:gd name="T3" fmla="*/ 37 h 82"/>
                    <a:gd name="T4" fmla="*/ 0 w 181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181"/>
                    <a:gd name="T10" fmla="*/ 0 h 82"/>
                    <a:gd name="T11" fmla="*/ 181 w 181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1" h="82">
                      <a:moveTo>
                        <a:pt x="181" y="0"/>
                      </a:moveTo>
                      <a:lnTo>
                        <a:pt x="18" y="37"/>
                      </a:lnTo>
                      <a:lnTo>
                        <a:pt x="0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8" name="Freeform 84"/>
                <p:cNvSpPr>
                  <a:spLocks/>
                </p:cNvSpPr>
                <p:nvPr/>
              </p:nvSpPr>
              <p:spPr bwMode="auto">
                <a:xfrm>
                  <a:off x="644" y="100"/>
                  <a:ext cx="163" cy="45"/>
                </a:xfrm>
                <a:custGeom>
                  <a:avLst/>
                  <a:gdLst>
                    <a:gd name="T0" fmla="*/ 0 w 163"/>
                    <a:gd name="T1" fmla="*/ 45 h 45"/>
                    <a:gd name="T2" fmla="*/ 163 w 163"/>
                    <a:gd name="T3" fmla="*/ 36 h 45"/>
                    <a:gd name="T4" fmla="*/ 163 w 163"/>
                    <a:gd name="T5" fmla="*/ 0 h 45"/>
                    <a:gd name="T6" fmla="*/ 0 w 163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45"/>
                    <a:gd name="T14" fmla="*/ 163 w 16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45">
                      <a:moveTo>
                        <a:pt x="0" y="45"/>
                      </a:moveTo>
                      <a:lnTo>
                        <a:pt x="163" y="36"/>
                      </a:lnTo>
                      <a:lnTo>
                        <a:pt x="163" y="0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A7454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79" name="Freeform 85"/>
                <p:cNvSpPr>
                  <a:spLocks/>
                </p:cNvSpPr>
                <p:nvPr/>
              </p:nvSpPr>
              <p:spPr bwMode="auto">
                <a:xfrm>
                  <a:off x="644" y="100"/>
                  <a:ext cx="163" cy="45"/>
                </a:xfrm>
                <a:custGeom>
                  <a:avLst/>
                  <a:gdLst>
                    <a:gd name="T0" fmla="*/ 0 w 163"/>
                    <a:gd name="T1" fmla="*/ 45 h 45"/>
                    <a:gd name="T2" fmla="*/ 163 w 163"/>
                    <a:gd name="T3" fmla="*/ 36 h 45"/>
                    <a:gd name="T4" fmla="*/ 163 w 163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45"/>
                    <a:gd name="T11" fmla="*/ 163 w 163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45">
                      <a:moveTo>
                        <a:pt x="0" y="45"/>
                      </a:moveTo>
                      <a:lnTo>
                        <a:pt x="163" y="36"/>
                      </a:lnTo>
                      <a:lnTo>
                        <a:pt x="1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0" name="Freeform 86"/>
                <p:cNvSpPr>
                  <a:spLocks/>
                </p:cNvSpPr>
                <p:nvPr/>
              </p:nvSpPr>
              <p:spPr bwMode="auto">
                <a:xfrm>
                  <a:off x="807" y="118"/>
                  <a:ext cx="173" cy="46"/>
                </a:xfrm>
                <a:custGeom>
                  <a:avLst/>
                  <a:gdLst>
                    <a:gd name="T0" fmla="*/ 0 w 173"/>
                    <a:gd name="T1" fmla="*/ 18 h 46"/>
                    <a:gd name="T2" fmla="*/ 173 w 173"/>
                    <a:gd name="T3" fmla="*/ 46 h 46"/>
                    <a:gd name="T4" fmla="*/ 154 w 173"/>
                    <a:gd name="T5" fmla="*/ 0 h 46"/>
                    <a:gd name="T6" fmla="*/ 0 w 173"/>
                    <a:gd name="T7" fmla="*/ 18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3"/>
                    <a:gd name="T13" fmla="*/ 0 h 46"/>
                    <a:gd name="T14" fmla="*/ 173 w 17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3" h="46">
                      <a:moveTo>
                        <a:pt x="0" y="18"/>
                      </a:moveTo>
                      <a:lnTo>
                        <a:pt x="173" y="46"/>
                      </a:lnTo>
                      <a:lnTo>
                        <a:pt x="154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8B2D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1" name="Freeform 87"/>
                <p:cNvSpPr>
                  <a:spLocks/>
                </p:cNvSpPr>
                <p:nvPr/>
              </p:nvSpPr>
              <p:spPr bwMode="auto">
                <a:xfrm>
                  <a:off x="807" y="118"/>
                  <a:ext cx="173" cy="46"/>
                </a:xfrm>
                <a:custGeom>
                  <a:avLst/>
                  <a:gdLst>
                    <a:gd name="T0" fmla="*/ 0 w 173"/>
                    <a:gd name="T1" fmla="*/ 18 h 46"/>
                    <a:gd name="T2" fmla="*/ 173 w 173"/>
                    <a:gd name="T3" fmla="*/ 46 h 46"/>
                    <a:gd name="T4" fmla="*/ 154 w 1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173"/>
                    <a:gd name="T10" fmla="*/ 0 h 46"/>
                    <a:gd name="T11" fmla="*/ 173 w 1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3" h="46">
                      <a:moveTo>
                        <a:pt x="0" y="18"/>
                      </a:moveTo>
                      <a:lnTo>
                        <a:pt x="173" y="46"/>
                      </a:lnTo>
                      <a:lnTo>
                        <a:pt x="1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2" name="Freeform 88"/>
                <p:cNvSpPr>
                  <a:spLocks/>
                </p:cNvSpPr>
                <p:nvPr/>
              </p:nvSpPr>
              <p:spPr bwMode="auto">
                <a:xfrm>
                  <a:off x="807" y="100"/>
                  <a:ext cx="154" cy="36"/>
                </a:xfrm>
                <a:custGeom>
                  <a:avLst/>
                  <a:gdLst>
                    <a:gd name="T0" fmla="*/ 154 w 154"/>
                    <a:gd name="T1" fmla="*/ 18 h 36"/>
                    <a:gd name="T2" fmla="*/ 0 w 154"/>
                    <a:gd name="T3" fmla="*/ 0 h 36"/>
                    <a:gd name="T4" fmla="*/ 0 w 154"/>
                    <a:gd name="T5" fmla="*/ 36 h 36"/>
                    <a:gd name="T6" fmla="*/ 154 w 154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36"/>
                    <a:gd name="T14" fmla="*/ 154 w 1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36">
                      <a:moveTo>
                        <a:pt x="154" y="18"/>
                      </a:moveTo>
                      <a:lnTo>
                        <a:pt x="0" y="0"/>
                      </a:lnTo>
                      <a:lnTo>
                        <a:pt x="0" y="36"/>
                      </a:lnTo>
                      <a:lnTo>
                        <a:pt x="154" y="18"/>
                      </a:lnTo>
                      <a:close/>
                    </a:path>
                  </a:pathLst>
                </a:custGeom>
                <a:solidFill>
                  <a:srgbClr val="8B2D4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3" name="Freeform 89"/>
                <p:cNvSpPr>
                  <a:spLocks/>
                </p:cNvSpPr>
                <p:nvPr/>
              </p:nvSpPr>
              <p:spPr bwMode="auto">
                <a:xfrm>
                  <a:off x="807" y="100"/>
                  <a:ext cx="154" cy="36"/>
                </a:xfrm>
                <a:custGeom>
                  <a:avLst/>
                  <a:gdLst>
                    <a:gd name="T0" fmla="*/ 154 w 154"/>
                    <a:gd name="T1" fmla="*/ 18 h 36"/>
                    <a:gd name="T2" fmla="*/ 0 w 154"/>
                    <a:gd name="T3" fmla="*/ 0 h 36"/>
                    <a:gd name="T4" fmla="*/ 0 w 15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36"/>
                    <a:gd name="T11" fmla="*/ 154 w 1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36">
                      <a:moveTo>
                        <a:pt x="154" y="18"/>
                      </a:moveTo>
                      <a:lnTo>
                        <a:pt x="0" y="0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4" name="Freeform 90"/>
                <p:cNvSpPr>
                  <a:spLocks/>
                </p:cNvSpPr>
                <p:nvPr/>
              </p:nvSpPr>
              <p:spPr bwMode="auto">
                <a:xfrm>
                  <a:off x="481" y="100"/>
                  <a:ext cx="172" cy="82"/>
                </a:xfrm>
                <a:custGeom>
                  <a:avLst/>
                  <a:gdLst>
                    <a:gd name="T0" fmla="*/ 0 w 172"/>
                    <a:gd name="T1" fmla="*/ 82 h 82"/>
                    <a:gd name="T2" fmla="*/ 163 w 172"/>
                    <a:gd name="T3" fmla="*/ 45 h 82"/>
                    <a:gd name="T4" fmla="*/ 172 w 172"/>
                    <a:gd name="T5" fmla="*/ 0 h 82"/>
                    <a:gd name="T6" fmla="*/ 0 w 172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82"/>
                    <a:gd name="T14" fmla="*/ 172 w 172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82">
                      <a:moveTo>
                        <a:pt x="0" y="82"/>
                      </a:moveTo>
                      <a:lnTo>
                        <a:pt x="163" y="45"/>
                      </a:lnTo>
                      <a:lnTo>
                        <a:pt x="172" y="0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BE564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5" name="Freeform 91"/>
                <p:cNvSpPr>
                  <a:spLocks/>
                </p:cNvSpPr>
                <p:nvPr/>
              </p:nvSpPr>
              <p:spPr bwMode="auto">
                <a:xfrm>
                  <a:off x="481" y="100"/>
                  <a:ext cx="172" cy="82"/>
                </a:xfrm>
                <a:custGeom>
                  <a:avLst/>
                  <a:gdLst>
                    <a:gd name="T0" fmla="*/ 0 w 172"/>
                    <a:gd name="T1" fmla="*/ 82 h 82"/>
                    <a:gd name="T2" fmla="*/ 163 w 172"/>
                    <a:gd name="T3" fmla="*/ 45 h 82"/>
                    <a:gd name="T4" fmla="*/ 172 w 172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82"/>
                    <a:gd name="T11" fmla="*/ 172 w 172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82">
                      <a:moveTo>
                        <a:pt x="0" y="82"/>
                      </a:moveTo>
                      <a:lnTo>
                        <a:pt x="163" y="45"/>
                      </a:lnTo>
                      <a:lnTo>
                        <a:pt x="17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6" name="Freeform 92"/>
                <p:cNvSpPr>
                  <a:spLocks/>
                </p:cNvSpPr>
                <p:nvPr/>
              </p:nvSpPr>
              <p:spPr bwMode="auto">
                <a:xfrm>
                  <a:off x="644" y="100"/>
                  <a:ext cx="163" cy="45"/>
                </a:xfrm>
                <a:custGeom>
                  <a:avLst/>
                  <a:gdLst>
                    <a:gd name="T0" fmla="*/ 163 w 163"/>
                    <a:gd name="T1" fmla="*/ 0 h 45"/>
                    <a:gd name="T2" fmla="*/ 9 w 163"/>
                    <a:gd name="T3" fmla="*/ 0 h 45"/>
                    <a:gd name="T4" fmla="*/ 0 w 163"/>
                    <a:gd name="T5" fmla="*/ 45 h 45"/>
                    <a:gd name="T6" fmla="*/ 163 w 163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45"/>
                    <a:gd name="T14" fmla="*/ 163 w 16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45">
                      <a:moveTo>
                        <a:pt x="163" y="0"/>
                      </a:moveTo>
                      <a:lnTo>
                        <a:pt x="9" y="0"/>
                      </a:lnTo>
                      <a:lnTo>
                        <a:pt x="0" y="45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A7454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7" name="Freeform 93"/>
                <p:cNvSpPr>
                  <a:spLocks/>
                </p:cNvSpPr>
                <p:nvPr/>
              </p:nvSpPr>
              <p:spPr bwMode="auto">
                <a:xfrm>
                  <a:off x="644" y="100"/>
                  <a:ext cx="163" cy="45"/>
                </a:xfrm>
                <a:custGeom>
                  <a:avLst/>
                  <a:gdLst>
                    <a:gd name="T0" fmla="*/ 163 w 163"/>
                    <a:gd name="T1" fmla="*/ 0 h 45"/>
                    <a:gd name="T2" fmla="*/ 9 w 163"/>
                    <a:gd name="T3" fmla="*/ 0 h 45"/>
                    <a:gd name="T4" fmla="*/ 0 w 163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45"/>
                    <a:gd name="T11" fmla="*/ 163 w 163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45">
                      <a:moveTo>
                        <a:pt x="163" y="0"/>
                      </a:moveTo>
                      <a:lnTo>
                        <a:pt x="9" y="0"/>
                      </a:lnTo>
                      <a:lnTo>
                        <a:pt x="0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8" name="Freeform 94"/>
                <p:cNvSpPr>
                  <a:spLocks/>
                </p:cNvSpPr>
                <p:nvPr/>
              </p:nvSpPr>
              <p:spPr bwMode="auto">
                <a:xfrm>
                  <a:off x="1333" y="472"/>
                  <a:ext cx="82" cy="118"/>
                </a:xfrm>
                <a:custGeom>
                  <a:avLst/>
                  <a:gdLst>
                    <a:gd name="T0" fmla="*/ 0 w 82"/>
                    <a:gd name="T1" fmla="*/ 0 h 118"/>
                    <a:gd name="T2" fmla="*/ 82 w 82"/>
                    <a:gd name="T3" fmla="*/ 118 h 118"/>
                    <a:gd name="T4" fmla="*/ 46 w 82"/>
                    <a:gd name="T5" fmla="*/ 45 h 118"/>
                    <a:gd name="T6" fmla="*/ 0 w 82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18"/>
                    <a:gd name="T14" fmla="*/ 82 w 82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18">
                      <a:moveTo>
                        <a:pt x="0" y="0"/>
                      </a:moveTo>
                      <a:lnTo>
                        <a:pt x="82" y="118"/>
                      </a:lnTo>
                      <a:lnTo>
                        <a:pt x="46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89" name="Freeform 95"/>
                <p:cNvSpPr>
                  <a:spLocks/>
                </p:cNvSpPr>
                <p:nvPr/>
              </p:nvSpPr>
              <p:spPr bwMode="auto">
                <a:xfrm>
                  <a:off x="1333" y="472"/>
                  <a:ext cx="82" cy="118"/>
                </a:xfrm>
                <a:custGeom>
                  <a:avLst/>
                  <a:gdLst>
                    <a:gd name="T0" fmla="*/ 0 w 82"/>
                    <a:gd name="T1" fmla="*/ 0 h 118"/>
                    <a:gd name="T2" fmla="*/ 82 w 82"/>
                    <a:gd name="T3" fmla="*/ 118 h 118"/>
                    <a:gd name="T4" fmla="*/ 46 w 82"/>
                    <a:gd name="T5" fmla="*/ 45 h 11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18"/>
                    <a:gd name="T11" fmla="*/ 82 w 82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18">
                      <a:moveTo>
                        <a:pt x="0" y="0"/>
                      </a:moveTo>
                      <a:lnTo>
                        <a:pt x="82" y="118"/>
                      </a:lnTo>
                      <a:lnTo>
                        <a:pt x="46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0" name="Freeform 96"/>
                <p:cNvSpPr>
                  <a:spLocks/>
                </p:cNvSpPr>
                <p:nvPr/>
              </p:nvSpPr>
              <p:spPr bwMode="auto">
                <a:xfrm>
                  <a:off x="1297" y="409"/>
                  <a:ext cx="82" cy="108"/>
                </a:xfrm>
                <a:custGeom>
                  <a:avLst/>
                  <a:gdLst>
                    <a:gd name="T0" fmla="*/ 82 w 82"/>
                    <a:gd name="T1" fmla="*/ 108 h 108"/>
                    <a:gd name="T2" fmla="*/ 0 w 82"/>
                    <a:gd name="T3" fmla="*/ 0 h 108"/>
                    <a:gd name="T4" fmla="*/ 36 w 82"/>
                    <a:gd name="T5" fmla="*/ 63 h 108"/>
                    <a:gd name="T6" fmla="*/ 82 w 82"/>
                    <a:gd name="T7" fmla="*/ 108 h 1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08"/>
                    <a:gd name="T14" fmla="*/ 82 w 82"/>
                    <a:gd name="T15" fmla="*/ 108 h 1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08">
                      <a:moveTo>
                        <a:pt x="82" y="108"/>
                      </a:moveTo>
                      <a:lnTo>
                        <a:pt x="0" y="0"/>
                      </a:lnTo>
                      <a:lnTo>
                        <a:pt x="36" y="63"/>
                      </a:lnTo>
                      <a:lnTo>
                        <a:pt x="82" y="10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1" name="Freeform 97"/>
                <p:cNvSpPr>
                  <a:spLocks/>
                </p:cNvSpPr>
                <p:nvPr/>
              </p:nvSpPr>
              <p:spPr bwMode="auto">
                <a:xfrm>
                  <a:off x="1297" y="409"/>
                  <a:ext cx="82" cy="108"/>
                </a:xfrm>
                <a:custGeom>
                  <a:avLst/>
                  <a:gdLst>
                    <a:gd name="T0" fmla="*/ 82 w 82"/>
                    <a:gd name="T1" fmla="*/ 108 h 108"/>
                    <a:gd name="T2" fmla="*/ 0 w 82"/>
                    <a:gd name="T3" fmla="*/ 0 h 108"/>
                    <a:gd name="T4" fmla="*/ 36 w 82"/>
                    <a:gd name="T5" fmla="*/ 63 h 10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08"/>
                    <a:gd name="T11" fmla="*/ 82 w 82"/>
                    <a:gd name="T12" fmla="*/ 108 h 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08">
                      <a:moveTo>
                        <a:pt x="82" y="108"/>
                      </a:moveTo>
                      <a:lnTo>
                        <a:pt x="0" y="0"/>
                      </a:lnTo>
                      <a:lnTo>
                        <a:pt x="36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2" name="Freeform 98"/>
                <p:cNvSpPr>
                  <a:spLocks/>
                </p:cNvSpPr>
                <p:nvPr/>
              </p:nvSpPr>
              <p:spPr bwMode="auto">
                <a:xfrm>
                  <a:off x="154" y="363"/>
                  <a:ext cx="145" cy="163"/>
                </a:xfrm>
                <a:custGeom>
                  <a:avLst/>
                  <a:gdLst>
                    <a:gd name="T0" fmla="*/ 145 w 145"/>
                    <a:gd name="T1" fmla="*/ 0 h 163"/>
                    <a:gd name="T2" fmla="*/ 37 w 145"/>
                    <a:gd name="T3" fmla="*/ 100 h 163"/>
                    <a:gd name="T4" fmla="*/ 0 w 145"/>
                    <a:gd name="T5" fmla="*/ 163 h 163"/>
                    <a:gd name="T6" fmla="*/ 145 w 145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63"/>
                    <a:gd name="T14" fmla="*/ 145 w 145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63">
                      <a:moveTo>
                        <a:pt x="145" y="0"/>
                      </a:moveTo>
                      <a:lnTo>
                        <a:pt x="37" y="100"/>
                      </a:lnTo>
                      <a:lnTo>
                        <a:pt x="0" y="163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E1721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3" name="Freeform 99"/>
                <p:cNvSpPr>
                  <a:spLocks/>
                </p:cNvSpPr>
                <p:nvPr/>
              </p:nvSpPr>
              <p:spPr bwMode="auto">
                <a:xfrm>
                  <a:off x="154" y="363"/>
                  <a:ext cx="145" cy="163"/>
                </a:xfrm>
                <a:custGeom>
                  <a:avLst/>
                  <a:gdLst>
                    <a:gd name="T0" fmla="*/ 145 w 145"/>
                    <a:gd name="T1" fmla="*/ 0 h 163"/>
                    <a:gd name="T2" fmla="*/ 37 w 145"/>
                    <a:gd name="T3" fmla="*/ 100 h 163"/>
                    <a:gd name="T4" fmla="*/ 0 w 145"/>
                    <a:gd name="T5" fmla="*/ 163 h 163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63"/>
                    <a:gd name="T11" fmla="*/ 145 w 145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63">
                      <a:moveTo>
                        <a:pt x="145" y="0"/>
                      </a:moveTo>
                      <a:lnTo>
                        <a:pt x="37" y="100"/>
                      </a:lnTo>
                      <a:lnTo>
                        <a:pt x="0" y="1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4" name="Freeform 100"/>
                <p:cNvSpPr>
                  <a:spLocks/>
                </p:cNvSpPr>
                <p:nvPr/>
              </p:nvSpPr>
              <p:spPr bwMode="auto">
                <a:xfrm>
                  <a:off x="191" y="300"/>
                  <a:ext cx="127" cy="163"/>
                </a:xfrm>
                <a:custGeom>
                  <a:avLst/>
                  <a:gdLst>
                    <a:gd name="T0" fmla="*/ 0 w 127"/>
                    <a:gd name="T1" fmla="*/ 163 h 163"/>
                    <a:gd name="T2" fmla="*/ 108 w 127"/>
                    <a:gd name="T3" fmla="*/ 63 h 163"/>
                    <a:gd name="T4" fmla="*/ 127 w 127"/>
                    <a:gd name="T5" fmla="*/ 0 h 163"/>
                    <a:gd name="T6" fmla="*/ 0 w 127"/>
                    <a:gd name="T7" fmla="*/ 163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63"/>
                    <a:gd name="T14" fmla="*/ 127 w 127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63">
                      <a:moveTo>
                        <a:pt x="0" y="163"/>
                      </a:moveTo>
                      <a:lnTo>
                        <a:pt x="108" y="63"/>
                      </a:lnTo>
                      <a:lnTo>
                        <a:pt x="127" y="0"/>
                      </a:lnTo>
                      <a:lnTo>
                        <a:pt x="0" y="163"/>
                      </a:lnTo>
                      <a:close/>
                    </a:path>
                  </a:pathLst>
                </a:custGeom>
                <a:solidFill>
                  <a:srgbClr val="DD6B0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5" name="Freeform 101"/>
                <p:cNvSpPr>
                  <a:spLocks/>
                </p:cNvSpPr>
                <p:nvPr/>
              </p:nvSpPr>
              <p:spPr bwMode="auto">
                <a:xfrm>
                  <a:off x="191" y="300"/>
                  <a:ext cx="127" cy="163"/>
                </a:xfrm>
                <a:custGeom>
                  <a:avLst/>
                  <a:gdLst>
                    <a:gd name="T0" fmla="*/ 0 w 127"/>
                    <a:gd name="T1" fmla="*/ 163 h 163"/>
                    <a:gd name="T2" fmla="*/ 108 w 127"/>
                    <a:gd name="T3" fmla="*/ 63 h 163"/>
                    <a:gd name="T4" fmla="*/ 127 w 127"/>
                    <a:gd name="T5" fmla="*/ 0 h 163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63"/>
                    <a:gd name="T11" fmla="*/ 127 w 127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63">
                      <a:moveTo>
                        <a:pt x="0" y="163"/>
                      </a:moveTo>
                      <a:lnTo>
                        <a:pt x="108" y="63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6" name="Freeform 102"/>
                <p:cNvSpPr>
                  <a:spLocks/>
                </p:cNvSpPr>
                <p:nvPr/>
              </p:nvSpPr>
              <p:spPr bwMode="auto">
                <a:xfrm>
                  <a:off x="36" y="599"/>
                  <a:ext cx="91" cy="218"/>
                </a:xfrm>
                <a:custGeom>
                  <a:avLst/>
                  <a:gdLst>
                    <a:gd name="T0" fmla="*/ 91 w 91"/>
                    <a:gd name="T1" fmla="*/ 0 h 218"/>
                    <a:gd name="T2" fmla="*/ 28 w 91"/>
                    <a:gd name="T3" fmla="*/ 136 h 218"/>
                    <a:gd name="T4" fmla="*/ 0 w 91"/>
                    <a:gd name="T5" fmla="*/ 218 h 218"/>
                    <a:gd name="T6" fmla="*/ 91 w 91"/>
                    <a:gd name="T7" fmla="*/ 0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18"/>
                    <a:gd name="T14" fmla="*/ 91 w 91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18">
                      <a:moveTo>
                        <a:pt x="91" y="0"/>
                      </a:moveTo>
                      <a:lnTo>
                        <a:pt x="28" y="136"/>
                      </a:lnTo>
                      <a:lnTo>
                        <a:pt x="0" y="218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AE56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7" name="Freeform 103"/>
                <p:cNvSpPr>
                  <a:spLocks/>
                </p:cNvSpPr>
                <p:nvPr/>
              </p:nvSpPr>
              <p:spPr bwMode="auto">
                <a:xfrm>
                  <a:off x="36" y="599"/>
                  <a:ext cx="91" cy="218"/>
                </a:xfrm>
                <a:custGeom>
                  <a:avLst/>
                  <a:gdLst>
                    <a:gd name="T0" fmla="*/ 91 w 91"/>
                    <a:gd name="T1" fmla="*/ 0 h 218"/>
                    <a:gd name="T2" fmla="*/ 28 w 91"/>
                    <a:gd name="T3" fmla="*/ 136 h 218"/>
                    <a:gd name="T4" fmla="*/ 0 w 91"/>
                    <a:gd name="T5" fmla="*/ 218 h 218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18"/>
                    <a:gd name="T11" fmla="*/ 91 w 91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18">
                      <a:moveTo>
                        <a:pt x="91" y="0"/>
                      </a:moveTo>
                      <a:lnTo>
                        <a:pt x="28" y="136"/>
                      </a:lnTo>
                      <a:lnTo>
                        <a:pt x="0" y="2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8" name="Freeform 104"/>
                <p:cNvSpPr>
                  <a:spLocks/>
                </p:cNvSpPr>
                <p:nvPr/>
              </p:nvSpPr>
              <p:spPr bwMode="auto">
                <a:xfrm>
                  <a:off x="64" y="526"/>
                  <a:ext cx="90" cy="209"/>
                </a:xfrm>
                <a:custGeom>
                  <a:avLst/>
                  <a:gdLst>
                    <a:gd name="T0" fmla="*/ 0 w 90"/>
                    <a:gd name="T1" fmla="*/ 209 h 209"/>
                    <a:gd name="T2" fmla="*/ 63 w 90"/>
                    <a:gd name="T3" fmla="*/ 73 h 209"/>
                    <a:gd name="T4" fmla="*/ 90 w 90"/>
                    <a:gd name="T5" fmla="*/ 0 h 209"/>
                    <a:gd name="T6" fmla="*/ 0 w 90"/>
                    <a:gd name="T7" fmla="*/ 209 h 2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209"/>
                    <a:gd name="T14" fmla="*/ 90 w 90"/>
                    <a:gd name="T15" fmla="*/ 209 h 2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209">
                      <a:moveTo>
                        <a:pt x="0" y="209"/>
                      </a:moveTo>
                      <a:lnTo>
                        <a:pt x="63" y="73"/>
                      </a:lnTo>
                      <a:lnTo>
                        <a:pt x="90" y="0"/>
                      </a:lnTo>
                      <a:lnTo>
                        <a:pt x="0" y="209"/>
                      </a:lnTo>
                      <a:close/>
                    </a:path>
                  </a:pathLst>
                </a:custGeom>
                <a:solidFill>
                  <a:srgbClr val="00004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99" name="Freeform 105"/>
                <p:cNvSpPr>
                  <a:spLocks/>
                </p:cNvSpPr>
                <p:nvPr/>
              </p:nvSpPr>
              <p:spPr bwMode="auto">
                <a:xfrm>
                  <a:off x="64" y="526"/>
                  <a:ext cx="90" cy="209"/>
                </a:xfrm>
                <a:custGeom>
                  <a:avLst/>
                  <a:gdLst>
                    <a:gd name="T0" fmla="*/ 0 w 90"/>
                    <a:gd name="T1" fmla="*/ 209 h 209"/>
                    <a:gd name="T2" fmla="*/ 63 w 90"/>
                    <a:gd name="T3" fmla="*/ 73 h 209"/>
                    <a:gd name="T4" fmla="*/ 90 w 90"/>
                    <a:gd name="T5" fmla="*/ 0 h 209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209"/>
                    <a:gd name="T11" fmla="*/ 90 w 90"/>
                    <a:gd name="T12" fmla="*/ 209 h 2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209">
                      <a:moveTo>
                        <a:pt x="0" y="209"/>
                      </a:moveTo>
                      <a:lnTo>
                        <a:pt x="63" y="73"/>
                      </a:lnTo>
                      <a:lnTo>
                        <a:pt x="9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0" name="Freeform 106"/>
                <p:cNvSpPr>
                  <a:spLocks/>
                </p:cNvSpPr>
                <p:nvPr/>
              </p:nvSpPr>
              <p:spPr bwMode="auto">
                <a:xfrm>
                  <a:off x="980" y="164"/>
                  <a:ext cx="145" cy="45"/>
                </a:xfrm>
                <a:custGeom>
                  <a:avLst/>
                  <a:gdLst>
                    <a:gd name="T0" fmla="*/ 0 w 145"/>
                    <a:gd name="T1" fmla="*/ 0 h 45"/>
                    <a:gd name="T2" fmla="*/ 145 w 145"/>
                    <a:gd name="T3" fmla="*/ 45 h 45"/>
                    <a:gd name="T4" fmla="*/ 117 w 145"/>
                    <a:gd name="T5" fmla="*/ 0 h 45"/>
                    <a:gd name="T6" fmla="*/ 0 w 145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45"/>
                    <a:gd name="T14" fmla="*/ 145 w 145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45">
                      <a:moveTo>
                        <a:pt x="0" y="0"/>
                      </a:moveTo>
                      <a:lnTo>
                        <a:pt x="145" y="45"/>
                      </a:lnTo>
                      <a:lnTo>
                        <a:pt x="117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0063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1" name="Freeform 107"/>
                <p:cNvSpPr>
                  <a:spLocks/>
                </p:cNvSpPr>
                <p:nvPr/>
              </p:nvSpPr>
              <p:spPr bwMode="auto">
                <a:xfrm>
                  <a:off x="980" y="164"/>
                  <a:ext cx="145" cy="45"/>
                </a:xfrm>
                <a:custGeom>
                  <a:avLst/>
                  <a:gdLst>
                    <a:gd name="T0" fmla="*/ 0 w 145"/>
                    <a:gd name="T1" fmla="*/ 0 h 45"/>
                    <a:gd name="T2" fmla="*/ 145 w 145"/>
                    <a:gd name="T3" fmla="*/ 45 h 45"/>
                    <a:gd name="T4" fmla="*/ 117 w 145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45"/>
                    <a:gd name="T11" fmla="*/ 145 w 145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45">
                      <a:moveTo>
                        <a:pt x="0" y="0"/>
                      </a:moveTo>
                      <a:lnTo>
                        <a:pt x="145" y="45"/>
                      </a:lnTo>
                      <a:lnTo>
                        <a:pt x="11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2" name="Freeform 108"/>
                <p:cNvSpPr>
                  <a:spLocks/>
                </p:cNvSpPr>
                <p:nvPr/>
              </p:nvSpPr>
              <p:spPr bwMode="auto">
                <a:xfrm>
                  <a:off x="961" y="118"/>
                  <a:ext cx="136" cy="46"/>
                </a:xfrm>
                <a:custGeom>
                  <a:avLst/>
                  <a:gdLst>
                    <a:gd name="T0" fmla="*/ 136 w 136"/>
                    <a:gd name="T1" fmla="*/ 46 h 46"/>
                    <a:gd name="T2" fmla="*/ 0 w 136"/>
                    <a:gd name="T3" fmla="*/ 0 h 46"/>
                    <a:gd name="T4" fmla="*/ 19 w 136"/>
                    <a:gd name="T5" fmla="*/ 46 h 46"/>
                    <a:gd name="T6" fmla="*/ 136 w 136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46"/>
                    <a:gd name="T14" fmla="*/ 136 w 136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46">
                      <a:moveTo>
                        <a:pt x="136" y="46"/>
                      </a:moveTo>
                      <a:lnTo>
                        <a:pt x="0" y="0"/>
                      </a:lnTo>
                      <a:lnTo>
                        <a:pt x="19" y="46"/>
                      </a:lnTo>
                      <a:lnTo>
                        <a:pt x="136" y="46"/>
                      </a:lnTo>
                      <a:close/>
                    </a:path>
                  </a:pathLst>
                </a:custGeom>
                <a:solidFill>
                  <a:srgbClr val="60063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3" name="Freeform 109"/>
                <p:cNvSpPr>
                  <a:spLocks/>
                </p:cNvSpPr>
                <p:nvPr/>
              </p:nvSpPr>
              <p:spPr bwMode="auto">
                <a:xfrm>
                  <a:off x="961" y="118"/>
                  <a:ext cx="136" cy="46"/>
                </a:xfrm>
                <a:custGeom>
                  <a:avLst/>
                  <a:gdLst>
                    <a:gd name="T0" fmla="*/ 136 w 136"/>
                    <a:gd name="T1" fmla="*/ 46 h 46"/>
                    <a:gd name="T2" fmla="*/ 0 w 136"/>
                    <a:gd name="T3" fmla="*/ 0 h 46"/>
                    <a:gd name="T4" fmla="*/ 19 w 136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46"/>
                    <a:gd name="T11" fmla="*/ 136 w 136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46">
                      <a:moveTo>
                        <a:pt x="136" y="46"/>
                      </a:moveTo>
                      <a:lnTo>
                        <a:pt x="0" y="0"/>
                      </a:lnTo>
                      <a:lnTo>
                        <a:pt x="19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4" name="Freeform 110"/>
                <p:cNvSpPr>
                  <a:spLocks/>
                </p:cNvSpPr>
                <p:nvPr/>
              </p:nvSpPr>
              <p:spPr bwMode="auto">
                <a:xfrm>
                  <a:off x="1143" y="263"/>
                  <a:ext cx="127" cy="82"/>
                </a:xfrm>
                <a:custGeom>
                  <a:avLst/>
                  <a:gdLst>
                    <a:gd name="T0" fmla="*/ 0 w 127"/>
                    <a:gd name="T1" fmla="*/ 0 h 82"/>
                    <a:gd name="T2" fmla="*/ 127 w 127"/>
                    <a:gd name="T3" fmla="*/ 82 h 82"/>
                    <a:gd name="T4" fmla="*/ 100 w 127"/>
                    <a:gd name="T5" fmla="*/ 28 h 82"/>
                    <a:gd name="T6" fmla="*/ 0 w 127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82"/>
                    <a:gd name="T14" fmla="*/ 127 w 127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82">
                      <a:moveTo>
                        <a:pt x="0" y="0"/>
                      </a:moveTo>
                      <a:lnTo>
                        <a:pt x="127" y="82"/>
                      </a:lnTo>
                      <a:lnTo>
                        <a:pt x="100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C002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5" name="Freeform 111"/>
                <p:cNvSpPr>
                  <a:spLocks/>
                </p:cNvSpPr>
                <p:nvPr/>
              </p:nvSpPr>
              <p:spPr bwMode="auto">
                <a:xfrm>
                  <a:off x="1143" y="263"/>
                  <a:ext cx="127" cy="82"/>
                </a:xfrm>
                <a:custGeom>
                  <a:avLst/>
                  <a:gdLst>
                    <a:gd name="T0" fmla="*/ 0 w 127"/>
                    <a:gd name="T1" fmla="*/ 0 h 82"/>
                    <a:gd name="T2" fmla="*/ 127 w 127"/>
                    <a:gd name="T3" fmla="*/ 82 h 82"/>
                    <a:gd name="T4" fmla="*/ 100 w 127"/>
                    <a:gd name="T5" fmla="*/ 28 h 82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82"/>
                    <a:gd name="T11" fmla="*/ 127 w 127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82">
                      <a:moveTo>
                        <a:pt x="0" y="0"/>
                      </a:moveTo>
                      <a:lnTo>
                        <a:pt x="127" y="82"/>
                      </a:lnTo>
                      <a:lnTo>
                        <a:pt x="100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6" name="Freeform 112"/>
                <p:cNvSpPr>
                  <a:spLocks/>
                </p:cNvSpPr>
                <p:nvPr/>
              </p:nvSpPr>
              <p:spPr bwMode="auto">
                <a:xfrm>
                  <a:off x="1125" y="209"/>
                  <a:ext cx="118" cy="82"/>
                </a:xfrm>
                <a:custGeom>
                  <a:avLst/>
                  <a:gdLst>
                    <a:gd name="T0" fmla="*/ 118 w 118"/>
                    <a:gd name="T1" fmla="*/ 82 h 82"/>
                    <a:gd name="T2" fmla="*/ 0 w 118"/>
                    <a:gd name="T3" fmla="*/ 0 h 82"/>
                    <a:gd name="T4" fmla="*/ 18 w 118"/>
                    <a:gd name="T5" fmla="*/ 54 h 82"/>
                    <a:gd name="T6" fmla="*/ 118 w 118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82"/>
                    <a:gd name="T14" fmla="*/ 118 w 118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82">
                      <a:moveTo>
                        <a:pt x="118" y="82"/>
                      </a:moveTo>
                      <a:lnTo>
                        <a:pt x="0" y="0"/>
                      </a:lnTo>
                      <a:lnTo>
                        <a:pt x="18" y="54"/>
                      </a:lnTo>
                      <a:lnTo>
                        <a:pt x="118" y="82"/>
                      </a:lnTo>
                      <a:close/>
                    </a:path>
                  </a:pathLst>
                </a:custGeom>
                <a:solidFill>
                  <a:srgbClr val="1C002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7" name="Freeform 113"/>
                <p:cNvSpPr>
                  <a:spLocks/>
                </p:cNvSpPr>
                <p:nvPr/>
              </p:nvSpPr>
              <p:spPr bwMode="auto">
                <a:xfrm>
                  <a:off x="1125" y="209"/>
                  <a:ext cx="118" cy="82"/>
                </a:xfrm>
                <a:custGeom>
                  <a:avLst/>
                  <a:gdLst>
                    <a:gd name="T0" fmla="*/ 118 w 118"/>
                    <a:gd name="T1" fmla="*/ 82 h 82"/>
                    <a:gd name="T2" fmla="*/ 0 w 118"/>
                    <a:gd name="T3" fmla="*/ 0 h 82"/>
                    <a:gd name="T4" fmla="*/ 18 w 118"/>
                    <a:gd name="T5" fmla="*/ 54 h 82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82"/>
                    <a:gd name="T11" fmla="*/ 118 w 118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82">
                      <a:moveTo>
                        <a:pt x="118" y="82"/>
                      </a:moveTo>
                      <a:lnTo>
                        <a:pt x="0" y="0"/>
                      </a:lnTo>
                      <a:lnTo>
                        <a:pt x="18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8" name="Freeform 114"/>
                <p:cNvSpPr>
                  <a:spLocks/>
                </p:cNvSpPr>
                <p:nvPr/>
              </p:nvSpPr>
              <p:spPr bwMode="auto">
                <a:xfrm>
                  <a:off x="1469" y="744"/>
                  <a:ext cx="37" cy="154"/>
                </a:xfrm>
                <a:custGeom>
                  <a:avLst/>
                  <a:gdLst>
                    <a:gd name="T0" fmla="*/ 9 w 37"/>
                    <a:gd name="T1" fmla="*/ 0 h 154"/>
                    <a:gd name="T2" fmla="*/ 37 w 37"/>
                    <a:gd name="T3" fmla="*/ 154 h 154"/>
                    <a:gd name="T4" fmla="*/ 0 w 37"/>
                    <a:gd name="T5" fmla="*/ 64 h 154"/>
                    <a:gd name="T6" fmla="*/ 9 w 37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54"/>
                    <a:gd name="T14" fmla="*/ 37 w 37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54">
                      <a:moveTo>
                        <a:pt x="9" y="0"/>
                      </a:moveTo>
                      <a:lnTo>
                        <a:pt x="37" y="154"/>
                      </a:lnTo>
                      <a:lnTo>
                        <a:pt x="0" y="64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E3E27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09" name="Freeform 115"/>
                <p:cNvSpPr>
                  <a:spLocks/>
                </p:cNvSpPr>
                <p:nvPr/>
              </p:nvSpPr>
              <p:spPr bwMode="auto">
                <a:xfrm>
                  <a:off x="1469" y="744"/>
                  <a:ext cx="37" cy="154"/>
                </a:xfrm>
                <a:custGeom>
                  <a:avLst/>
                  <a:gdLst>
                    <a:gd name="T0" fmla="*/ 9 w 37"/>
                    <a:gd name="T1" fmla="*/ 0 h 154"/>
                    <a:gd name="T2" fmla="*/ 37 w 37"/>
                    <a:gd name="T3" fmla="*/ 154 h 154"/>
                    <a:gd name="T4" fmla="*/ 0 w 37"/>
                    <a:gd name="T5" fmla="*/ 64 h 154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54"/>
                    <a:gd name="T11" fmla="*/ 37 w 37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54">
                      <a:moveTo>
                        <a:pt x="9" y="0"/>
                      </a:moveTo>
                      <a:lnTo>
                        <a:pt x="37" y="154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0" name="Freeform 116"/>
                <p:cNvSpPr>
                  <a:spLocks/>
                </p:cNvSpPr>
                <p:nvPr/>
              </p:nvSpPr>
              <p:spPr bwMode="auto">
                <a:xfrm>
                  <a:off x="1451" y="672"/>
                  <a:ext cx="27" cy="136"/>
                </a:xfrm>
                <a:custGeom>
                  <a:avLst/>
                  <a:gdLst>
                    <a:gd name="T0" fmla="*/ 18 w 27"/>
                    <a:gd name="T1" fmla="*/ 136 h 136"/>
                    <a:gd name="T2" fmla="*/ 0 w 27"/>
                    <a:gd name="T3" fmla="*/ 0 h 136"/>
                    <a:gd name="T4" fmla="*/ 27 w 27"/>
                    <a:gd name="T5" fmla="*/ 72 h 136"/>
                    <a:gd name="T6" fmla="*/ 18 w 27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36"/>
                    <a:gd name="T14" fmla="*/ 27 w 27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36">
                      <a:moveTo>
                        <a:pt x="18" y="136"/>
                      </a:moveTo>
                      <a:lnTo>
                        <a:pt x="0" y="0"/>
                      </a:lnTo>
                      <a:lnTo>
                        <a:pt x="27" y="72"/>
                      </a:lnTo>
                      <a:lnTo>
                        <a:pt x="18" y="136"/>
                      </a:lnTo>
                      <a:close/>
                    </a:path>
                  </a:pathLst>
                </a:custGeom>
                <a:solidFill>
                  <a:srgbClr val="E3E27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1" name="Freeform 117"/>
                <p:cNvSpPr>
                  <a:spLocks/>
                </p:cNvSpPr>
                <p:nvPr/>
              </p:nvSpPr>
              <p:spPr bwMode="auto">
                <a:xfrm>
                  <a:off x="1451" y="672"/>
                  <a:ext cx="27" cy="136"/>
                </a:xfrm>
                <a:custGeom>
                  <a:avLst/>
                  <a:gdLst>
                    <a:gd name="T0" fmla="*/ 18 w 27"/>
                    <a:gd name="T1" fmla="*/ 136 h 136"/>
                    <a:gd name="T2" fmla="*/ 0 w 27"/>
                    <a:gd name="T3" fmla="*/ 0 h 136"/>
                    <a:gd name="T4" fmla="*/ 27 w 27"/>
                    <a:gd name="T5" fmla="*/ 72 h 136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136"/>
                    <a:gd name="T11" fmla="*/ 27 w 27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136">
                      <a:moveTo>
                        <a:pt x="18" y="136"/>
                      </a:moveTo>
                      <a:lnTo>
                        <a:pt x="0" y="0"/>
                      </a:lnTo>
                      <a:lnTo>
                        <a:pt x="27" y="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2" name="Freeform 118"/>
                <p:cNvSpPr>
                  <a:spLocks/>
                </p:cNvSpPr>
                <p:nvPr/>
              </p:nvSpPr>
              <p:spPr bwMode="auto">
                <a:xfrm>
                  <a:off x="318" y="182"/>
                  <a:ext cx="163" cy="118"/>
                </a:xfrm>
                <a:custGeom>
                  <a:avLst/>
                  <a:gdLst>
                    <a:gd name="T0" fmla="*/ 163 w 163"/>
                    <a:gd name="T1" fmla="*/ 0 h 118"/>
                    <a:gd name="T2" fmla="*/ 27 w 163"/>
                    <a:gd name="T3" fmla="*/ 63 h 118"/>
                    <a:gd name="T4" fmla="*/ 0 w 163"/>
                    <a:gd name="T5" fmla="*/ 118 h 118"/>
                    <a:gd name="T6" fmla="*/ 163 w 163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18"/>
                    <a:gd name="T14" fmla="*/ 163 w 16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18">
                      <a:moveTo>
                        <a:pt x="163" y="0"/>
                      </a:moveTo>
                      <a:lnTo>
                        <a:pt x="27" y="63"/>
                      </a:lnTo>
                      <a:lnTo>
                        <a:pt x="0" y="118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D4673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3" name="Freeform 119"/>
                <p:cNvSpPr>
                  <a:spLocks/>
                </p:cNvSpPr>
                <p:nvPr/>
              </p:nvSpPr>
              <p:spPr bwMode="auto">
                <a:xfrm>
                  <a:off x="318" y="182"/>
                  <a:ext cx="163" cy="118"/>
                </a:xfrm>
                <a:custGeom>
                  <a:avLst/>
                  <a:gdLst>
                    <a:gd name="T0" fmla="*/ 163 w 163"/>
                    <a:gd name="T1" fmla="*/ 0 h 118"/>
                    <a:gd name="T2" fmla="*/ 27 w 163"/>
                    <a:gd name="T3" fmla="*/ 63 h 118"/>
                    <a:gd name="T4" fmla="*/ 0 w 163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18"/>
                    <a:gd name="T11" fmla="*/ 163 w 16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18">
                      <a:moveTo>
                        <a:pt x="163" y="0"/>
                      </a:moveTo>
                      <a:lnTo>
                        <a:pt x="27" y="63"/>
                      </a:lnTo>
                      <a:lnTo>
                        <a:pt x="0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4" name="Freeform 120"/>
                <p:cNvSpPr>
                  <a:spLocks/>
                </p:cNvSpPr>
                <p:nvPr/>
              </p:nvSpPr>
              <p:spPr bwMode="auto">
                <a:xfrm>
                  <a:off x="345" y="136"/>
                  <a:ext cx="154" cy="109"/>
                </a:xfrm>
                <a:custGeom>
                  <a:avLst/>
                  <a:gdLst>
                    <a:gd name="T0" fmla="*/ 0 w 154"/>
                    <a:gd name="T1" fmla="*/ 109 h 109"/>
                    <a:gd name="T2" fmla="*/ 136 w 154"/>
                    <a:gd name="T3" fmla="*/ 46 h 109"/>
                    <a:gd name="T4" fmla="*/ 154 w 154"/>
                    <a:gd name="T5" fmla="*/ 0 h 109"/>
                    <a:gd name="T6" fmla="*/ 0 w 154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109"/>
                    <a:gd name="T14" fmla="*/ 154 w 154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109">
                      <a:moveTo>
                        <a:pt x="0" y="109"/>
                      </a:moveTo>
                      <a:lnTo>
                        <a:pt x="136" y="46"/>
                      </a:lnTo>
                      <a:lnTo>
                        <a:pt x="154" y="0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D2602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5" name="Freeform 121"/>
                <p:cNvSpPr>
                  <a:spLocks/>
                </p:cNvSpPr>
                <p:nvPr/>
              </p:nvSpPr>
              <p:spPr bwMode="auto">
                <a:xfrm>
                  <a:off x="345" y="136"/>
                  <a:ext cx="154" cy="109"/>
                </a:xfrm>
                <a:custGeom>
                  <a:avLst/>
                  <a:gdLst>
                    <a:gd name="T0" fmla="*/ 0 w 154"/>
                    <a:gd name="T1" fmla="*/ 109 h 109"/>
                    <a:gd name="T2" fmla="*/ 136 w 154"/>
                    <a:gd name="T3" fmla="*/ 46 h 109"/>
                    <a:gd name="T4" fmla="*/ 154 w 154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109"/>
                    <a:gd name="T11" fmla="*/ 154 w 154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109">
                      <a:moveTo>
                        <a:pt x="0" y="109"/>
                      </a:moveTo>
                      <a:lnTo>
                        <a:pt x="136" y="46"/>
                      </a:lnTo>
                      <a:lnTo>
                        <a:pt x="1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6" name="Freeform 122"/>
                <p:cNvSpPr>
                  <a:spLocks/>
                </p:cNvSpPr>
                <p:nvPr/>
              </p:nvSpPr>
              <p:spPr bwMode="auto">
                <a:xfrm>
                  <a:off x="481" y="100"/>
                  <a:ext cx="172" cy="82"/>
                </a:xfrm>
                <a:custGeom>
                  <a:avLst/>
                  <a:gdLst>
                    <a:gd name="T0" fmla="*/ 172 w 172"/>
                    <a:gd name="T1" fmla="*/ 0 h 82"/>
                    <a:gd name="T2" fmla="*/ 18 w 172"/>
                    <a:gd name="T3" fmla="*/ 36 h 82"/>
                    <a:gd name="T4" fmla="*/ 0 w 172"/>
                    <a:gd name="T5" fmla="*/ 82 h 82"/>
                    <a:gd name="T6" fmla="*/ 172 w 172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82"/>
                    <a:gd name="T14" fmla="*/ 172 w 172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82">
                      <a:moveTo>
                        <a:pt x="172" y="0"/>
                      </a:moveTo>
                      <a:lnTo>
                        <a:pt x="18" y="36"/>
                      </a:lnTo>
                      <a:lnTo>
                        <a:pt x="0" y="8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rgbClr val="BE564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7" name="Freeform 123"/>
                <p:cNvSpPr>
                  <a:spLocks/>
                </p:cNvSpPr>
                <p:nvPr/>
              </p:nvSpPr>
              <p:spPr bwMode="auto">
                <a:xfrm>
                  <a:off x="481" y="100"/>
                  <a:ext cx="172" cy="82"/>
                </a:xfrm>
                <a:custGeom>
                  <a:avLst/>
                  <a:gdLst>
                    <a:gd name="T0" fmla="*/ 172 w 172"/>
                    <a:gd name="T1" fmla="*/ 0 h 82"/>
                    <a:gd name="T2" fmla="*/ 18 w 172"/>
                    <a:gd name="T3" fmla="*/ 36 h 82"/>
                    <a:gd name="T4" fmla="*/ 0 w 172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82"/>
                    <a:gd name="T11" fmla="*/ 172 w 172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82">
                      <a:moveTo>
                        <a:pt x="172" y="0"/>
                      </a:moveTo>
                      <a:lnTo>
                        <a:pt x="18" y="36"/>
                      </a:lnTo>
                      <a:lnTo>
                        <a:pt x="0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8" name="Freeform 124"/>
                <p:cNvSpPr>
                  <a:spLocks/>
                </p:cNvSpPr>
                <p:nvPr/>
              </p:nvSpPr>
              <p:spPr bwMode="auto">
                <a:xfrm>
                  <a:off x="653" y="64"/>
                  <a:ext cx="154" cy="36"/>
                </a:xfrm>
                <a:custGeom>
                  <a:avLst/>
                  <a:gdLst>
                    <a:gd name="T0" fmla="*/ 0 w 154"/>
                    <a:gd name="T1" fmla="*/ 36 h 36"/>
                    <a:gd name="T2" fmla="*/ 154 w 154"/>
                    <a:gd name="T3" fmla="*/ 36 h 36"/>
                    <a:gd name="T4" fmla="*/ 154 w 154"/>
                    <a:gd name="T5" fmla="*/ 0 h 36"/>
                    <a:gd name="T6" fmla="*/ 0 w 154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36"/>
                    <a:gd name="T14" fmla="*/ 154 w 1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36">
                      <a:moveTo>
                        <a:pt x="0" y="36"/>
                      </a:moveTo>
                      <a:lnTo>
                        <a:pt x="154" y="36"/>
                      </a:lnTo>
                      <a:lnTo>
                        <a:pt x="154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A53F4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19" name="Freeform 125"/>
                <p:cNvSpPr>
                  <a:spLocks/>
                </p:cNvSpPr>
                <p:nvPr/>
              </p:nvSpPr>
              <p:spPr bwMode="auto">
                <a:xfrm>
                  <a:off x="653" y="64"/>
                  <a:ext cx="154" cy="36"/>
                </a:xfrm>
                <a:custGeom>
                  <a:avLst/>
                  <a:gdLst>
                    <a:gd name="T0" fmla="*/ 0 w 154"/>
                    <a:gd name="T1" fmla="*/ 36 h 36"/>
                    <a:gd name="T2" fmla="*/ 154 w 154"/>
                    <a:gd name="T3" fmla="*/ 36 h 36"/>
                    <a:gd name="T4" fmla="*/ 154 w 15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36"/>
                    <a:gd name="T11" fmla="*/ 154 w 1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36">
                      <a:moveTo>
                        <a:pt x="0" y="36"/>
                      </a:moveTo>
                      <a:lnTo>
                        <a:pt x="154" y="36"/>
                      </a:lnTo>
                      <a:lnTo>
                        <a:pt x="1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0" name="Freeform 126"/>
                <p:cNvSpPr>
                  <a:spLocks/>
                </p:cNvSpPr>
                <p:nvPr/>
              </p:nvSpPr>
              <p:spPr bwMode="auto">
                <a:xfrm>
                  <a:off x="807" y="82"/>
                  <a:ext cx="154" cy="36"/>
                </a:xfrm>
                <a:custGeom>
                  <a:avLst/>
                  <a:gdLst>
                    <a:gd name="T0" fmla="*/ 0 w 154"/>
                    <a:gd name="T1" fmla="*/ 18 h 36"/>
                    <a:gd name="T2" fmla="*/ 154 w 154"/>
                    <a:gd name="T3" fmla="*/ 36 h 36"/>
                    <a:gd name="T4" fmla="*/ 145 w 154"/>
                    <a:gd name="T5" fmla="*/ 0 h 36"/>
                    <a:gd name="T6" fmla="*/ 0 w 154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36"/>
                    <a:gd name="T14" fmla="*/ 154 w 1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36">
                      <a:moveTo>
                        <a:pt x="0" y="18"/>
                      </a:moveTo>
                      <a:lnTo>
                        <a:pt x="154" y="36"/>
                      </a:lnTo>
                      <a:lnTo>
                        <a:pt x="145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87264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1" name="Freeform 127"/>
                <p:cNvSpPr>
                  <a:spLocks/>
                </p:cNvSpPr>
                <p:nvPr/>
              </p:nvSpPr>
              <p:spPr bwMode="auto">
                <a:xfrm>
                  <a:off x="807" y="82"/>
                  <a:ext cx="154" cy="36"/>
                </a:xfrm>
                <a:custGeom>
                  <a:avLst/>
                  <a:gdLst>
                    <a:gd name="T0" fmla="*/ 0 w 154"/>
                    <a:gd name="T1" fmla="*/ 18 h 36"/>
                    <a:gd name="T2" fmla="*/ 154 w 154"/>
                    <a:gd name="T3" fmla="*/ 36 h 36"/>
                    <a:gd name="T4" fmla="*/ 145 w 15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36"/>
                    <a:gd name="T11" fmla="*/ 154 w 1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36">
                      <a:moveTo>
                        <a:pt x="0" y="18"/>
                      </a:moveTo>
                      <a:lnTo>
                        <a:pt x="154" y="36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2" name="Freeform 128"/>
                <p:cNvSpPr>
                  <a:spLocks/>
                </p:cNvSpPr>
                <p:nvPr/>
              </p:nvSpPr>
              <p:spPr bwMode="auto">
                <a:xfrm>
                  <a:off x="807" y="64"/>
                  <a:ext cx="145" cy="36"/>
                </a:xfrm>
                <a:custGeom>
                  <a:avLst/>
                  <a:gdLst>
                    <a:gd name="T0" fmla="*/ 145 w 145"/>
                    <a:gd name="T1" fmla="*/ 18 h 36"/>
                    <a:gd name="T2" fmla="*/ 0 w 145"/>
                    <a:gd name="T3" fmla="*/ 0 h 36"/>
                    <a:gd name="T4" fmla="*/ 0 w 145"/>
                    <a:gd name="T5" fmla="*/ 36 h 36"/>
                    <a:gd name="T6" fmla="*/ 145 w 145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36"/>
                    <a:gd name="T14" fmla="*/ 145 w 145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36">
                      <a:moveTo>
                        <a:pt x="145" y="18"/>
                      </a:moveTo>
                      <a:lnTo>
                        <a:pt x="0" y="0"/>
                      </a:lnTo>
                      <a:lnTo>
                        <a:pt x="0" y="36"/>
                      </a:lnTo>
                      <a:lnTo>
                        <a:pt x="145" y="18"/>
                      </a:lnTo>
                      <a:close/>
                    </a:path>
                  </a:pathLst>
                </a:custGeom>
                <a:solidFill>
                  <a:srgbClr val="87264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3" name="Freeform 129"/>
                <p:cNvSpPr>
                  <a:spLocks/>
                </p:cNvSpPr>
                <p:nvPr/>
              </p:nvSpPr>
              <p:spPr bwMode="auto">
                <a:xfrm>
                  <a:off x="807" y="64"/>
                  <a:ext cx="145" cy="36"/>
                </a:xfrm>
                <a:custGeom>
                  <a:avLst/>
                  <a:gdLst>
                    <a:gd name="T0" fmla="*/ 145 w 145"/>
                    <a:gd name="T1" fmla="*/ 18 h 36"/>
                    <a:gd name="T2" fmla="*/ 0 w 145"/>
                    <a:gd name="T3" fmla="*/ 0 h 36"/>
                    <a:gd name="T4" fmla="*/ 0 w 145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36"/>
                    <a:gd name="T11" fmla="*/ 145 w 145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36">
                      <a:moveTo>
                        <a:pt x="145" y="18"/>
                      </a:moveTo>
                      <a:lnTo>
                        <a:pt x="0" y="0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4" name="Freeform 130"/>
                <p:cNvSpPr>
                  <a:spLocks/>
                </p:cNvSpPr>
                <p:nvPr/>
              </p:nvSpPr>
              <p:spPr bwMode="auto">
                <a:xfrm>
                  <a:off x="0" y="817"/>
                  <a:ext cx="36" cy="254"/>
                </a:xfrm>
                <a:custGeom>
                  <a:avLst/>
                  <a:gdLst>
                    <a:gd name="T0" fmla="*/ 18 w 36"/>
                    <a:gd name="T1" fmla="*/ 254 h 254"/>
                    <a:gd name="T2" fmla="*/ 0 w 36"/>
                    <a:gd name="T3" fmla="*/ 91 h 254"/>
                    <a:gd name="T4" fmla="*/ 36 w 36"/>
                    <a:gd name="T5" fmla="*/ 0 h 254"/>
                    <a:gd name="T6" fmla="*/ 18 w 36"/>
                    <a:gd name="T7" fmla="*/ 254 h 2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54"/>
                    <a:gd name="T14" fmla="*/ 36 w 36"/>
                    <a:gd name="T15" fmla="*/ 254 h 2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54">
                      <a:moveTo>
                        <a:pt x="18" y="254"/>
                      </a:moveTo>
                      <a:lnTo>
                        <a:pt x="0" y="91"/>
                      </a:lnTo>
                      <a:lnTo>
                        <a:pt x="36" y="0"/>
                      </a:lnTo>
                      <a:lnTo>
                        <a:pt x="18" y="254"/>
                      </a:lnTo>
                      <a:close/>
                    </a:path>
                  </a:pathLst>
                </a:custGeom>
                <a:solidFill>
                  <a:srgbClr val="0002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5" name="Freeform 131"/>
                <p:cNvSpPr>
                  <a:spLocks/>
                </p:cNvSpPr>
                <p:nvPr/>
              </p:nvSpPr>
              <p:spPr bwMode="auto">
                <a:xfrm>
                  <a:off x="0" y="817"/>
                  <a:ext cx="36" cy="254"/>
                </a:xfrm>
                <a:custGeom>
                  <a:avLst/>
                  <a:gdLst>
                    <a:gd name="T0" fmla="*/ 18 w 36"/>
                    <a:gd name="T1" fmla="*/ 254 h 254"/>
                    <a:gd name="T2" fmla="*/ 0 w 36"/>
                    <a:gd name="T3" fmla="*/ 91 h 254"/>
                    <a:gd name="T4" fmla="*/ 36 w 36"/>
                    <a:gd name="T5" fmla="*/ 0 h 2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54"/>
                    <a:gd name="T11" fmla="*/ 36 w 36"/>
                    <a:gd name="T12" fmla="*/ 254 h 2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54">
                      <a:moveTo>
                        <a:pt x="18" y="254"/>
                      </a:moveTo>
                      <a:lnTo>
                        <a:pt x="0" y="91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6" name="Freeform 132"/>
                <p:cNvSpPr>
                  <a:spLocks/>
                </p:cNvSpPr>
                <p:nvPr/>
              </p:nvSpPr>
              <p:spPr bwMode="auto">
                <a:xfrm>
                  <a:off x="499" y="64"/>
                  <a:ext cx="154" cy="72"/>
                </a:xfrm>
                <a:custGeom>
                  <a:avLst/>
                  <a:gdLst>
                    <a:gd name="T0" fmla="*/ 0 w 154"/>
                    <a:gd name="T1" fmla="*/ 72 h 72"/>
                    <a:gd name="T2" fmla="*/ 154 w 154"/>
                    <a:gd name="T3" fmla="*/ 36 h 72"/>
                    <a:gd name="T4" fmla="*/ 154 w 154"/>
                    <a:gd name="T5" fmla="*/ 0 h 72"/>
                    <a:gd name="T6" fmla="*/ 0 w 154"/>
                    <a:gd name="T7" fmla="*/ 72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72"/>
                    <a:gd name="T14" fmla="*/ 154 w 154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72">
                      <a:moveTo>
                        <a:pt x="0" y="72"/>
                      </a:moveTo>
                      <a:lnTo>
                        <a:pt x="154" y="36"/>
                      </a:lnTo>
                      <a:lnTo>
                        <a:pt x="154" y="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BC4F3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7" name="Freeform 133"/>
                <p:cNvSpPr>
                  <a:spLocks/>
                </p:cNvSpPr>
                <p:nvPr/>
              </p:nvSpPr>
              <p:spPr bwMode="auto">
                <a:xfrm>
                  <a:off x="499" y="64"/>
                  <a:ext cx="154" cy="72"/>
                </a:xfrm>
                <a:custGeom>
                  <a:avLst/>
                  <a:gdLst>
                    <a:gd name="T0" fmla="*/ 0 w 154"/>
                    <a:gd name="T1" fmla="*/ 72 h 72"/>
                    <a:gd name="T2" fmla="*/ 154 w 154"/>
                    <a:gd name="T3" fmla="*/ 36 h 72"/>
                    <a:gd name="T4" fmla="*/ 154 w 154"/>
                    <a:gd name="T5" fmla="*/ 0 h 72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72"/>
                    <a:gd name="T11" fmla="*/ 154 w 154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72">
                      <a:moveTo>
                        <a:pt x="0" y="72"/>
                      </a:moveTo>
                      <a:lnTo>
                        <a:pt x="154" y="36"/>
                      </a:lnTo>
                      <a:lnTo>
                        <a:pt x="1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8" name="Freeform 134"/>
                <p:cNvSpPr>
                  <a:spLocks/>
                </p:cNvSpPr>
                <p:nvPr/>
              </p:nvSpPr>
              <p:spPr bwMode="auto">
                <a:xfrm>
                  <a:off x="653" y="64"/>
                  <a:ext cx="154" cy="36"/>
                </a:xfrm>
                <a:custGeom>
                  <a:avLst/>
                  <a:gdLst>
                    <a:gd name="T0" fmla="*/ 154 w 154"/>
                    <a:gd name="T1" fmla="*/ 0 h 36"/>
                    <a:gd name="T2" fmla="*/ 0 w 154"/>
                    <a:gd name="T3" fmla="*/ 0 h 36"/>
                    <a:gd name="T4" fmla="*/ 0 w 154"/>
                    <a:gd name="T5" fmla="*/ 36 h 36"/>
                    <a:gd name="T6" fmla="*/ 154 w 15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36"/>
                    <a:gd name="T14" fmla="*/ 154 w 1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36">
                      <a:moveTo>
                        <a:pt x="154" y="0"/>
                      </a:moveTo>
                      <a:lnTo>
                        <a:pt x="0" y="0"/>
                      </a:lnTo>
                      <a:lnTo>
                        <a:pt x="0" y="36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A53F4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29" name="Freeform 135"/>
                <p:cNvSpPr>
                  <a:spLocks/>
                </p:cNvSpPr>
                <p:nvPr/>
              </p:nvSpPr>
              <p:spPr bwMode="auto">
                <a:xfrm>
                  <a:off x="653" y="64"/>
                  <a:ext cx="154" cy="36"/>
                </a:xfrm>
                <a:custGeom>
                  <a:avLst/>
                  <a:gdLst>
                    <a:gd name="T0" fmla="*/ 154 w 154"/>
                    <a:gd name="T1" fmla="*/ 0 h 36"/>
                    <a:gd name="T2" fmla="*/ 0 w 154"/>
                    <a:gd name="T3" fmla="*/ 0 h 36"/>
                    <a:gd name="T4" fmla="*/ 0 w 15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36"/>
                    <a:gd name="T11" fmla="*/ 154 w 1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36">
                      <a:moveTo>
                        <a:pt x="154" y="0"/>
                      </a:moveTo>
                      <a:lnTo>
                        <a:pt x="0" y="0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0" name="Freeform 136"/>
                <p:cNvSpPr>
                  <a:spLocks/>
                </p:cNvSpPr>
                <p:nvPr/>
              </p:nvSpPr>
              <p:spPr bwMode="auto">
                <a:xfrm>
                  <a:off x="1297" y="409"/>
                  <a:ext cx="82" cy="108"/>
                </a:xfrm>
                <a:custGeom>
                  <a:avLst/>
                  <a:gdLst>
                    <a:gd name="T0" fmla="*/ 0 w 82"/>
                    <a:gd name="T1" fmla="*/ 0 h 108"/>
                    <a:gd name="T2" fmla="*/ 82 w 82"/>
                    <a:gd name="T3" fmla="*/ 108 h 108"/>
                    <a:gd name="T4" fmla="*/ 45 w 82"/>
                    <a:gd name="T5" fmla="*/ 45 h 108"/>
                    <a:gd name="T6" fmla="*/ 0 w 82"/>
                    <a:gd name="T7" fmla="*/ 0 h 1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08"/>
                    <a:gd name="T14" fmla="*/ 82 w 82"/>
                    <a:gd name="T15" fmla="*/ 108 h 1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08">
                      <a:moveTo>
                        <a:pt x="0" y="0"/>
                      </a:moveTo>
                      <a:lnTo>
                        <a:pt x="82" y="108"/>
                      </a:lnTo>
                      <a:lnTo>
                        <a:pt x="45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1" name="Freeform 137"/>
                <p:cNvSpPr>
                  <a:spLocks/>
                </p:cNvSpPr>
                <p:nvPr/>
              </p:nvSpPr>
              <p:spPr bwMode="auto">
                <a:xfrm>
                  <a:off x="1297" y="409"/>
                  <a:ext cx="82" cy="108"/>
                </a:xfrm>
                <a:custGeom>
                  <a:avLst/>
                  <a:gdLst>
                    <a:gd name="T0" fmla="*/ 0 w 82"/>
                    <a:gd name="T1" fmla="*/ 0 h 108"/>
                    <a:gd name="T2" fmla="*/ 82 w 82"/>
                    <a:gd name="T3" fmla="*/ 108 h 108"/>
                    <a:gd name="T4" fmla="*/ 45 w 82"/>
                    <a:gd name="T5" fmla="*/ 45 h 10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08"/>
                    <a:gd name="T11" fmla="*/ 82 w 82"/>
                    <a:gd name="T12" fmla="*/ 108 h 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08">
                      <a:moveTo>
                        <a:pt x="0" y="0"/>
                      </a:moveTo>
                      <a:lnTo>
                        <a:pt x="82" y="108"/>
                      </a:lnTo>
                      <a:lnTo>
                        <a:pt x="45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2" name="Freeform 138"/>
                <p:cNvSpPr>
                  <a:spLocks/>
                </p:cNvSpPr>
                <p:nvPr/>
              </p:nvSpPr>
              <p:spPr bwMode="auto">
                <a:xfrm>
                  <a:off x="1270" y="345"/>
                  <a:ext cx="72" cy="109"/>
                </a:xfrm>
                <a:custGeom>
                  <a:avLst/>
                  <a:gdLst>
                    <a:gd name="T0" fmla="*/ 72 w 72"/>
                    <a:gd name="T1" fmla="*/ 109 h 109"/>
                    <a:gd name="T2" fmla="*/ 0 w 72"/>
                    <a:gd name="T3" fmla="*/ 0 h 109"/>
                    <a:gd name="T4" fmla="*/ 27 w 72"/>
                    <a:gd name="T5" fmla="*/ 64 h 109"/>
                    <a:gd name="T6" fmla="*/ 72 w 72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09"/>
                    <a:gd name="T14" fmla="*/ 72 w 72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09">
                      <a:moveTo>
                        <a:pt x="72" y="109"/>
                      </a:moveTo>
                      <a:lnTo>
                        <a:pt x="0" y="0"/>
                      </a:lnTo>
                      <a:lnTo>
                        <a:pt x="27" y="64"/>
                      </a:lnTo>
                      <a:lnTo>
                        <a:pt x="72" y="10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3" name="Freeform 139"/>
                <p:cNvSpPr>
                  <a:spLocks/>
                </p:cNvSpPr>
                <p:nvPr/>
              </p:nvSpPr>
              <p:spPr bwMode="auto">
                <a:xfrm>
                  <a:off x="1270" y="345"/>
                  <a:ext cx="72" cy="109"/>
                </a:xfrm>
                <a:custGeom>
                  <a:avLst/>
                  <a:gdLst>
                    <a:gd name="T0" fmla="*/ 72 w 72"/>
                    <a:gd name="T1" fmla="*/ 109 h 109"/>
                    <a:gd name="T2" fmla="*/ 0 w 72"/>
                    <a:gd name="T3" fmla="*/ 0 h 109"/>
                    <a:gd name="T4" fmla="*/ 27 w 72"/>
                    <a:gd name="T5" fmla="*/ 64 h 109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09"/>
                    <a:gd name="T11" fmla="*/ 72 w 72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09">
                      <a:moveTo>
                        <a:pt x="72" y="109"/>
                      </a:moveTo>
                      <a:lnTo>
                        <a:pt x="0" y="0"/>
                      </a:lnTo>
                      <a:lnTo>
                        <a:pt x="27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4" name="Freeform 140"/>
                <p:cNvSpPr>
                  <a:spLocks/>
                </p:cNvSpPr>
                <p:nvPr/>
              </p:nvSpPr>
              <p:spPr bwMode="auto">
                <a:xfrm>
                  <a:off x="191" y="300"/>
                  <a:ext cx="127" cy="163"/>
                </a:xfrm>
                <a:custGeom>
                  <a:avLst/>
                  <a:gdLst>
                    <a:gd name="T0" fmla="*/ 127 w 127"/>
                    <a:gd name="T1" fmla="*/ 0 h 163"/>
                    <a:gd name="T2" fmla="*/ 27 w 127"/>
                    <a:gd name="T3" fmla="*/ 99 h 163"/>
                    <a:gd name="T4" fmla="*/ 0 w 127"/>
                    <a:gd name="T5" fmla="*/ 163 h 163"/>
                    <a:gd name="T6" fmla="*/ 127 w 127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63"/>
                    <a:gd name="T14" fmla="*/ 127 w 127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63">
                      <a:moveTo>
                        <a:pt x="127" y="0"/>
                      </a:moveTo>
                      <a:lnTo>
                        <a:pt x="27" y="99"/>
                      </a:lnTo>
                      <a:lnTo>
                        <a:pt x="0" y="163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DD6B0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5" name="Freeform 141"/>
                <p:cNvSpPr>
                  <a:spLocks/>
                </p:cNvSpPr>
                <p:nvPr/>
              </p:nvSpPr>
              <p:spPr bwMode="auto">
                <a:xfrm>
                  <a:off x="191" y="300"/>
                  <a:ext cx="127" cy="163"/>
                </a:xfrm>
                <a:custGeom>
                  <a:avLst/>
                  <a:gdLst>
                    <a:gd name="T0" fmla="*/ 127 w 127"/>
                    <a:gd name="T1" fmla="*/ 0 h 163"/>
                    <a:gd name="T2" fmla="*/ 27 w 127"/>
                    <a:gd name="T3" fmla="*/ 99 h 163"/>
                    <a:gd name="T4" fmla="*/ 0 w 127"/>
                    <a:gd name="T5" fmla="*/ 163 h 163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63"/>
                    <a:gd name="T11" fmla="*/ 127 w 127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63">
                      <a:moveTo>
                        <a:pt x="127" y="0"/>
                      </a:moveTo>
                      <a:lnTo>
                        <a:pt x="27" y="99"/>
                      </a:lnTo>
                      <a:lnTo>
                        <a:pt x="0" y="1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6" name="Freeform 142"/>
                <p:cNvSpPr>
                  <a:spLocks/>
                </p:cNvSpPr>
                <p:nvPr/>
              </p:nvSpPr>
              <p:spPr bwMode="auto">
                <a:xfrm>
                  <a:off x="218" y="245"/>
                  <a:ext cx="127" cy="154"/>
                </a:xfrm>
                <a:custGeom>
                  <a:avLst/>
                  <a:gdLst>
                    <a:gd name="T0" fmla="*/ 0 w 127"/>
                    <a:gd name="T1" fmla="*/ 154 h 154"/>
                    <a:gd name="T2" fmla="*/ 100 w 127"/>
                    <a:gd name="T3" fmla="*/ 55 h 154"/>
                    <a:gd name="T4" fmla="*/ 127 w 127"/>
                    <a:gd name="T5" fmla="*/ 0 h 154"/>
                    <a:gd name="T6" fmla="*/ 0 w 127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54"/>
                    <a:gd name="T14" fmla="*/ 127 w 127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54">
                      <a:moveTo>
                        <a:pt x="0" y="154"/>
                      </a:moveTo>
                      <a:lnTo>
                        <a:pt x="100" y="55"/>
                      </a:lnTo>
                      <a:lnTo>
                        <a:pt x="127" y="0"/>
                      </a:lnTo>
                      <a:lnTo>
                        <a:pt x="0" y="154"/>
                      </a:lnTo>
                      <a:close/>
                    </a:path>
                  </a:pathLst>
                </a:custGeom>
                <a:solidFill>
                  <a:srgbClr val="D762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7" name="Freeform 143"/>
                <p:cNvSpPr>
                  <a:spLocks/>
                </p:cNvSpPr>
                <p:nvPr/>
              </p:nvSpPr>
              <p:spPr bwMode="auto">
                <a:xfrm>
                  <a:off x="218" y="245"/>
                  <a:ext cx="127" cy="154"/>
                </a:xfrm>
                <a:custGeom>
                  <a:avLst/>
                  <a:gdLst>
                    <a:gd name="T0" fmla="*/ 0 w 127"/>
                    <a:gd name="T1" fmla="*/ 154 h 154"/>
                    <a:gd name="T2" fmla="*/ 100 w 127"/>
                    <a:gd name="T3" fmla="*/ 55 h 154"/>
                    <a:gd name="T4" fmla="*/ 127 w 127"/>
                    <a:gd name="T5" fmla="*/ 0 h 154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54"/>
                    <a:gd name="T11" fmla="*/ 127 w 127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54">
                      <a:moveTo>
                        <a:pt x="0" y="154"/>
                      </a:moveTo>
                      <a:lnTo>
                        <a:pt x="100" y="55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8" name="Freeform 144"/>
                <p:cNvSpPr>
                  <a:spLocks/>
                </p:cNvSpPr>
                <p:nvPr/>
              </p:nvSpPr>
              <p:spPr bwMode="auto">
                <a:xfrm>
                  <a:off x="64" y="526"/>
                  <a:ext cx="90" cy="209"/>
                </a:xfrm>
                <a:custGeom>
                  <a:avLst/>
                  <a:gdLst>
                    <a:gd name="T0" fmla="*/ 90 w 90"/>
                    <a:gd name="T1" fmla="*/ 0 h 209"/>
                    <a:gd name="T2" fmla="*/ 36 w 90"/>
                    <a:gd name="T3" fmla="*/ 137 h 209"/>
                    <a:gd name="T4" fmla="*/ 0 w 90"/>
                    <a:gd name="T5" fmla="*/ 209 h 209"/>
                    <a:gd name="T6" fmla="*/ 90 w 90"/>
                    <a:gd name="T7" fmla="*/ 0 h 2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209"/>
                    <a:gd name="T14" fmla="*/ 90 w 90"/>
                    <a:gd name="T15" fmla="*/ 209 h 2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209">
                      <a:moveTo>
                        <a:pt x="90" y="0"/>
                      </a:moveTo>
                      <a:lnTo>
                        <a:pt x="36" y="137"/>
                      </a:lnTo>
                      <a:lnTo>
                        <a:pt x="0" y="209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00004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39" name="Freeform 145"/>
                <p:cNvSpPr>
                  <a:spLocks/>
                </p:cNvSpPr>
                <p:nvPr/>
              </p:nvSpPr>
              <p:spPr bwMode="auto">
                <a:xfrm>
                  <a:off x="64" y="526"/>
                  <a:ext cx="90" cy="209"/>
                </a:xfrm>
                <a:custGeom>
                  <a:avLst/>
                  <a:gdLst>
                    <a:gd name="T0" fmla="*/ 90 w 90"/>
                    <a:gd name="T1" fmla="*/ 0 h 209"/>
                    <a:gd name="T2" fmla="*/ 36 w 90"/>
                    <a:gd name="T3" fmla="*/ 137 h 209"/>
                    <a:gd name="T4" fmla="*/ 0 w 90"/>
                    <a:gd name="T5" fmla="*/ 209 h 209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209"/>
                    <a:gd name="T11" fmla="*/ 90 w 90"/>
                    <a:gd name="T12" fmla="*/ 209 h 2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209">
                      <a:moveTo>
                        <a:pt x="90" y="0"/>
                      </a:moveTo>
                      <a:lnTo>
                        <a:pt x="36" y="137"/>
                      </a:lnTo>
                      <a:lnTo>
                        <a:pt x="0" y="2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0" name="Freeform 146"/>
                <p:cNvSpPr>
                  <a:spLocks/>
                </p:cNvSpPr>
                <p:nvPr/>
              </p:nvSpPr>
              <p:spPr bwMode="auto">
                <a:xfrm>
                  <a:off x="100" y="463"/>
                  <a:ext cx="91" cy="200"/>
                </a:xfrm>
                <a:custGeom>
                  <a:avLst/>
                  <a:gdLst>
                    <a:gd name="T0" fmla="*/ 0 w 91"/>
                    <a:gd name="T1" fmla="*/ 200 h 200"/>
                    <a:gd name="T2" fmla="*/ 54 w 91"/>
                    <a:gd name="T3" fmla="*/ 63 h 200"/>
                    <a:gd name="T4" fmla="*/ 91 w 91"/>
                    <a:gd name="T5" fmla="*/ 0 h 200"/>
                    <a:gd name="T6" fmla="*/ 0 w 91"/>
                    <a:gd name="T7" fmla="*/ 20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00"/>
                    <a:gd name="T14" fmla="*/ 91 w 91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00">
                      <a:moveTo>
                        <a:pt x="0" y="200"/>
                      </a:moveTo>
                      <a:lnTo>
                        <a:pt x="54" y="63"/>
                      </a:lnTo>
                      <a:lnTo>
                        <a:pt x="91" y="0"/>
                      </a:lnTo>
                      <a:lnTo>
                        <a:pt x="0" y="200"/>
                      </a:lnTo>
                      <a:close/>
                    </a:path>
                  </a:pathLst>
                </a:custGeom>
                <a:solidFill>
                  <a:srgbClr val="00005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1" name="Freeform 147"/>
                <p:cNvSpPr>
                  <a:spLocks/>
                </p:cNvSpPr>
                <p:nvPr/>
              </p:nvSpPr>
              <p:spPr bwMode="auto">
                <a:xfrm>
                  <a:off x="100" y="463"/>
                  <a:ext cx="91" cy="200"/>
                </a:xfrm>
                <a:custGeom>
                  <a:avLst/>
                  <a:gdLst>
                    <a:gd name="T0" fmla="*/ 0 w 91"/>
                    <a:gd name="T1" fmla="*/ 200 h 200"/>
                    <a:gd name="T2" fmla="*/ 54 w 91"/>
                    <a:gd name="T3" fmla="*/ 63 h 200"/>
                    <a:gd name="T4" fmla="*/ 91 w 91"/>
                    <a:gd name="T5" fmla="*/ 0 h 200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00"/>
                    <a:gd name="T11" fmla="*/ 91 w 91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00">
                      <a:moveTo>
                        <a:pt x="0" y="200"/>
                      </a:moveTo>
                      <a:lnTo>
                        <a:pt x="54" y="63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2" name="Freeform 148"/>
                <p:cNvSpPr>
                  <a:spLocks/>
                </p:cNvSpPr>
                <p:nvPr/>
              </p:nvSpPr>
              <p:spPr bwMode="auto">
                <a:xfrm>
                  <a:off x="961" y="118"/>
                  <a:ext cx="136" cy="46"/>
                </a:xfrm>
                <a:custGeom>
                  <a:avLst/>
                  <a:gdLst>
                    <a:gd name="T0" fmla="*/ 0 w 136"/>
                    <a:gd name="T1" fmla="*/ 0 h 46"/>
                    <a:gd name="T2" fmla="*/ 136 w 136"/>
                    <a:gd name="T3" fmla="*/ 46 h 46"/>
                    <a:gd name="T4" fmla="*/ 118 w 136"/>
                    <a:gd name="T5" fmla="*/ 9 h 46"/>
                    <a:gd name="T6" fmla="*/ 0 w 136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46"/>
                    <a:gd name="T14" fmla="*/ 136 w 136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46">
                      <a:moveTo>
                        <a:pt x="0" y="0"/>
                      </a:moveTo>
                      <a:lnTo>
                        <a:pt x="136" y="46"/>
                      </a:lnTo>
                      <a:lnTo>
                        <a:pt x="118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A003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3" name="Freeform 149"/>
                <p:cNvSpPr>
                  <a:spLocks/>
                </p:cNvSpPr>
                <p:nvPr/>
              </p:nvSpPr>
              <p:spPr bwMode="auto">
                <a:xfrm>
                  <a:off x="961" y="118"/>
                  <a:ext cx="136" cy="46"/>
                </a:xfrm>
                <a:custGeom>
                  <a:avLst/>
                  <a:gdLst>
                    <a:gd name="T0" fmla="*/ 0 w 136"/>
                    <a:gd name="T1" fmla="*/ 0 h 46"/>
                    <a:gd name="T2" fmla="*/ 136 w 136"/>
                    <a:gd name="T3" fmla="*/ 46 h 46"/>
                    <a:gd name="T4" fmla="*/ 118 w 136"/>
                    <a:gd name="T5" fmla="*/ 9 h 46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46"/>
                    <a:gd name="T11" fmla="*/ 136 w 136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46">
                      <a:moveTo>
                        <a:pt x="0" y="0"/>
                      </a:moveTo>
                      <a:lnTo>
                        <a:pt x="136" y="46"/>
                      </a:lnTo>
                      <a:lnTo>
                        <a:pt x="118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4" name="Freeform 150"/>
                <p:cNvSpPr>
                  <a:spLocks/>
                </p:cNvSpPr>
                <p:nvPr/>
              </p:nvSpPr>
              <p:spPr bwMode="auto">
                <a:xfrm>
                  <a:off x="952" y="82"/>
                  <a:ext cx="127" cy="45"/>
                </a:xfrm>
                <a:custGeom>
                  <a:avLst/>
                  <a:gdLst>
                    <a:gd name="T0" fmla="*/ 127 w 127"/>
                    <a:gd name="T1" fmla="*/ 45 h 45"/>
                    <a:gd name="T2" fmla="*/ 0 w 127"/>
                    <a:gd name="T3" fmla="*/ 0 h 45"/>
                    <a:gd name="T4" fmla="*/ 9 w 127"/>
                    <a:gd name="T5" fmla="*/ 36 h 45"/>
                    <a:gd name="T6" fmla="*/ 127 w 127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45"/>
                    <a:gd name="T14" fmla="*/ 127 w 127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45">
                      <a:moveTo>
                        <a:pt x="127" y="45"/>
                      </a:moveTo>
                      <a:lnTo>
                        <a:pt x="0" y="0"/>
                      </a:lnTo>
                      <a:lnTo>
                        <a:pt x="9" y="36"/>
                      </a:lnTo>
                      <a:lnTo>
                        <a:pt x="127" y="45"/>
                      </a:lnTo>
                      <a:close/>
                    </a:path>
                  </a:pathLst>
                </a:custGeom>
                <a:solidFill>
                  <a:srgbClr val="5A003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5" name="Freeform 151"/>
                <p:cNvSpPr>
                  <a:spLocks/>
                </p:cNvSpPr>
                <p:nvPr/>
              </p:nvSpPr>
              <p:spPr bwMode="auto">
                <a:xfrm>
                  <a:off x="952" y="82"/>
                  <a:ext cx="127" cy="45"/>
                </a:xfrm>
                <a:custGeom>
                  <a:avLst/>
                  <a:gdLst>
                    <a:gd name="T0" fmla="*/ 127 w 127"/>
                    <a:gd name="T1" fmla="*/ 45 h 45"/>
                    <a:gd name="T2" fmla="*/ 0 w 127"/>
                    <a:gd name="T3" fmla="*/ 0 h 45"/>
                    <a:gd name="T4" fmla="*/ 9 w 127"/>
                    <a:gd name="T5" fmla="*/ 36 h 45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45"/>
                    <a:gd name="T11" fmla="*/ 127 w 127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45">
                      <a:moveTo>
                        <a:pt x="127" y="45"/>
                      </a:moveTo>
                      <a:lnTo>
                        <a:pt x="0" y="0"/>
                      </a:lnTo>
                      <a:lnTo>
                        <a:pt x="9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6" name="Freeform 152"/>
                <p:cNvSpPr>
                  <a:spLocks/>
                </p:cNvSpPr>
                <p:nvPr/>
              </p:nvSpPr>
              <p:spPr bwMode="auto">
                <a:xfrm>
                  <a:off x="1125" y="209"/>
                  <a:ext cx="118" cy="82"/>
                </a:xfrm>
                <a:custGeom>
                  <a:avLst/>
                  <a:gdLst>
                    <a:gd name="T0" fmla="*/ 0 w 118"/>
                    <a:gd name="T1" fmla="*/ 0 h 82"/>
                    <a:gd name="T2" fmla="*/ 118 w 118"/>
                    <a:gd name="T3" fmla="*/ 82 h 82"/>
                    <a:gd name="T4" fmla="*/ 81 w 118"/>
                    <a:gd name="T5" fmla="*/ 27 h 82"/>
                    <a:gd name="T6" fmla="*/ 0 w 118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82"/>
                    <a:gd name="T14" fmla="*/ 118 w 118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82">
                      <a:moveTo>
                        <a:pt x="0" y="0"/>
                      </a:moveTo>
                      <a:lnTo>
                        <a:pt x="118" y="82"/>
                      </a:lnTo>
                      <a:lnTo>
                        <a:pt x="81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3001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7" name="Freeform 153"/>
                <p:cNvSpPr>
                  <a:spLocks/>
                </p:cNvSpPr>
                <p:nvPr/>
              </p:nvSpPr>
              <p:spPr bwMode="auto">
                <a:xfrm>
                  <a:off x="1125" y="209"/>
                  <a:ext cx="118" cy="82"/>
                </a:xfrm>
                <a:custGeom>
                  <a:avLst/>
                  <a:gdLst>
                    <a:gd name="T0" fmla="*/ 0 w 118"/>
                    <a:gd name="T1" fmla="*/ 0 h 82"/>
                    <a:gd name="T2" fmla="*/ 118 w 118"/>
                    <a:gd name="T3" fmla="*/ 82 h 82"/>
                    <a:gd name="T4" fmla="*/ 81 w 118"/>
                    <a:gd name="T5" fmla="*/ 27 h 82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82"/>
                    <a:gd name="T11" fmla="*/ 118 w 118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82">
                      <a:moveTo>
                        <a:pt x="0" y="0"/>
                      </a:moveTo>
                      <a:lnTo>
                        <a:pt x="118" y="82"/>
                      </a:lnTo>
                      <a:lnTo>
                        <a:pt x="81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8" name="Freeform 154"/>
                <p:cNvSpPr>
                  <a:spLocks/>
                </p:cNvSpPr>
                <p:nvPr/>
              </p:nvSpPr>
              <p:spPr bwMode="auto">
                <a:xfrm>
                  <a:off x="1097" y="164"/>
                  <a:ext cx="109" cy="72"/>
                </a:xfrm>
                <a:custGeom>
                  <a:avLst/>
                  <a:gdLst>
                    <a:gd name="T0" fmla="*/ 109 w 109"/>
                    <a:gd name="T1" fmla="*/ 72 h 72"/>
                    <a:gd name="T2" fmla="*/ 0 w 109"/>
                    <a:gd name="T3" fmla="*/ 0 h 72"/>
                    <a:gd name="T4" fmla="*/ 28 w 109"/>
                    <a:gd name="T5" fmla="*/ 45 h 72"/>
                    <a:gd name="T6" fmla="*/ 109 w 109"/>
                    <a:gd name="T7" fmla="*/ 72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72"/>
                    <a:gd name="T14" fmla="*/ 109 w 109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72">
                      <a:moveTo>
                        <a:pt x="109" y="72"/>
                      </a:moveTo>
                      <a:lnTo>
                        <a:pt x="0" y="0"/>
                      </a:lnTo>
                      <a:lnTo>
                        <a:pt x="28" y="45"/>
                      </a:lnTo>
                      <a:lnTo>
                        <a:pt x="109" y="72"/>
                      </a:lnTo>
                      <a:close/>
                    </a:path>
                  </a:pathLst>
                </a:custGeom>
                <a:solidFill>
                  <a:srgbClr val="13001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49" name="Freeform 155"/>
                <p:cNvSpPr>
                  <a:spLocks/>
                </p:cNvSpPr>
                <p:nvPr/>
              </p:nvSpPr>
              <p:spPr bwMode="auto">
                <a:xfrm>
                  <a:off x="1097" y="164"/>
                  <a:ext cx="109" cy="72"/>
                </a:xfrm>
                <a:custGeom>
                  <a:avLst/>
                  <a:gdLst>
                    <a:gd name="T0" fmla="*/ 109 w 109"/>
                    <a:gd name="T1" fmla="*/ 72 h 72"/>
                    <a:gd name="T2" fmla="*/ 0 w 109"/>
                    <a:gd name="T3" fmla="*/ 0 h 72"/>
                    <a:gd name="T4" fmla="*/ 28 w 109"/>
                    <a:gd name="T5" fmla="*/ 45 h 72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72"/>
                    <a:gd name="T11" fmla="*/ 109 w 109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72">
                      <a:moveTo>
                        <a:pt x="109" y="72"/>
                      </a:moveTo>
                      <a:lnTo>
                        <a:pt x="0" y="0"/>
                      </a:lnTo>
                      <a:lnTo>
                        <a:pt x="28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0" name="Freeform 156"/>
                <p:cNvSpPr>
                  <a:spLocks/>
                </p:cNvSpPr>
                <p:nvPr/>
              </p:nvSpPr>
              <p:spPr bwMode="auto">
                <a:xfrm>
                  <a:off x="1433" y="672"/>
                  <a:ext cx="36" cy="136"/>
                </a:xfrm>
                <a:custGeom>
                  <a:avLst/>
                  <a:gdLst>
                    <a:gd name="T0" fmla="*/ 18 w 36"/>
                    <a:gd name="T1" fmla="*/ 0 h 136"/>
                    <a:gd name="T2" fmla="*/ 36 w 36"/>
                    <a:gd name="T3" fmla="*/ 136 h 136"/>
                    <a:gd name="T4" fmla="*/ 0 w 36"/>
                    <a:gd name="T5" fmla="*/ 54 h 136"/>
                    <a:gd name="T6" fmla="*/ 18 w 36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36"/>
                    <a:gd name="T14" fmla="*/ 36 w 36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3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54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E6E67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1" name="Freeform 157"/>
                <p:cNvSpPr>
                  <a:spLocks/>
                </p:cNvSpPr>
                <p:nvPr/>
              </p:nvSpPr>
              <p:spPr bwMode="auto">
                <a:xfrm>
                  <a:off x="1433" y="672"/>
                  <a:ext cx="36" cy="136"/>
                </a:xfrm>
                <a:custGeom>
                  <a:avLst/>
                  <a:gdLst>
                    <a:gd name="T0" fmla="*/ 18 w 36"/>
                    <a:gd name="T1" fmla="*/ 0 h 136"/>
                    <a:gd name="T2" fmla="*/ 36 w 36"/>
                    <a:gd name="T3" fmla="*/ 136 h 136"/>
                    <a:gd name="T4" fmla="*/ 0 w 36"/>
                    <a:gd name="T5" fmla="*/ 54 h 13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36"/>
                    <a:gd name="T11" fmla="*/ 36 w 36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3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2" name="Freeform 158"/>
                <p:cNvSpPr>
                  <a:spLocks/>
                </p:cNvSpPr>
                <p:nvPr/>
              </p:nvSpPr>
              <p:spPr bwMode="auto">
                <a:xfrm>
                  <a:off x="1415" y="590"/>
                  <a:ext cx="36" cy="136"/>
                </a:xfrm>
                <a:custGeom>
                  <a:avLst/>
                  <a:gdLst>
                    <a:gd name="T0" fmla="*/ 18 w 36"/>
                    <a:gd name="T1" fmla="*/ 136 h 136"/>
                    <a:gd name="T2" fmla="*/ 0 w 36"/>
                    <a:gd name="T3" fmla="*/ 0 h 136"/>
                    <a:gd name="T4" fmla="*/ 36 w 36"/>
                    <a:gd name="T5" fmla="*/ 82 h 136"/>
                    <a:gd name="T6" fmla="*/ 18 w 36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36"/>
                    <a:gd name="T14" fmla="*/ 36 w 36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36">
                      <a:moveTo>
                        <a:pt x="18" y="136"/>
                      </a:moveTo>
                      <a:lnTo>
                        <a:pt x="0" y="0"/>
                      </a:lnTo>
                      <a:lnTo>
                        <a:pt x="36" y="82"/>
                      </a:lnTo>
                      <a:lnTo>
                        <a:pt x="18" y="136"/>
                      </a:lnTo>
                      <a:close/>
                    </a:path>
                  </a:pathLst>
                </a:custGeom>
                <a:solidFill>
                  <a:srgbClr val="E6E67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3" name="Freeform 159"/>
                <p:cNvSpPr>
                  <a:spLocks/>
                </p:cNvSpPr>
                <p:nvPr/>
              </p:nvSpPr>
              <p:spPr bwMode="auto">
                <a:xfrm>
                  <a:off x="1415" y="590"/>
                  <a:ext cx="36" cy="136"/>
                </a:xfrm>
                <a:custGeom>
                  <a:avLst/>
                  <a:gdLst>
                    <a:gd name="T0" fmla="*/ 18 w 36"/>
                    <a:gd name="T1" fmla="*/ 136 h 136"/>
                    <a:gd name="T2" fmla="*/ 0 w 36"/>
                    <a:gd name="T3" fmla="*/ 0 h 136"/>
                    <a:gd name="T4" fmla="*/ 36 w 36"/>
                    <a:gd name="T5" fmla="*/ 82 h 13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36"/>
                    <a:gd name="T11" fmla="*/ 36 w 36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36">
                      <a:moveTo>
                        <a:pt x="18" y="136"/>
                      </a:moveTo>
                      <a:lnTo>
                        <a:pt x="0" y="0"/>
                      </a:lnTo>
                      <a:lnTo>
                        <a:pt x="36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4" name="Freeform 160"/>
                <p:cNvSpPr>
                  <a:spLocks/>
                </p:cNvSpPr>
                <p:nvPr/>
              </p:nvSpPr>
              <p:spPr bwMode="auto">
                <a:xfrm>
                  <a:off x="345" y="136"/>
                  <a:ext cx="154" cy="109"/>
                </a:xfrm>
                <a:custGeom>
                  <a:avLst/>
                  <a:gdLst>
                    <a:gd name="T0" fmla="*/ 154 w 154"/>
                    <a:gd name="T1" fmla="*/ 0 h 109"/>
                    <a:gd name="T2" fmla="*/ 27 w 154"/>
                    <a:gd name="T3" fmla="*/ 64 h 109"/>
                    <a:gd name="T4" fmla="*/ 0 w 154"/>
                    <a:gd name="T5" fmla="*/ 109 h 109"/>
                    <a:gd name="T6" fmla="*/ 154 w 154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109"/>
                    <a:gd name="T14" fmla="*/ 154 w 154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109">
                      <a:moveTo>
                        <a:pt x="154" y="0"/>
                      </a:moveTo>
                      <a:lnTo>
                        <a:pt x="27" y="64"/>
                      </a:lnTo>
                      <a:lnTo>
                        <a:pt x="0" y="109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D2602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5" name="Freeform 161"/>
                <p:cNvSpPr>
                  <a:spLocks/>
                </p:cNvSpPr>
                <p:nvPr/>
              </p:nvSpPr>
              <p:spPr bwMode="auto">
                <a:xfrm>
                  <a:off x="345" y="136"/>
                  <a:ext cx="154" cy="109"/>
                </a:xfrm>
                <a:custGeom>
                  <a:avLst/>
                  <a:gdLst>
                    <a:gd name="T0" fmla="*/ 154 w 154"/>
                    <a:gd name="T1" fmla="*/ 0 h 109"/>
                    <a:gd name="T2" fmla="*/ 27 w 154"/>
                    <a:gd name="T3" fmla="*/ 64 h 109"/>
                    <a:gd name="T4" fmla="*/ 0 w 154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109"/>
                    <a:gd name="T11" fmla="*/ 154 w 154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109">
                      <a:moveTo>
                        <a:pt x="154" y="0"/>
                      </a:moveTo>
                      <a:lnTo>
                        <a:pt x="27" y="64"/>
                      </a:lnTo>
                      <a:lnTo>
                        <a:pt x="0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6" name="Freeform 162"/>
                <p:cNvSpPr>
                  <a:spLocks/>
                </p:cNvSpPr>
                <p:nvPr/>
              </p:nvSpPr>
              <p:spPr bwMode="auto">
                <a:xfrm>
                  <a:off x="372" y="100"/>
                  <a:ext cx="145" cy="100"/>
                </a:xfrm>
                <a:custGeom>
                  <a:avLst/>
                  <a:gdLst>
                    <a:gd name="T0" fmla="*/ 0 w 145"/>
                    <a:gd name="T1" fmla="*/ 100 h 100"/>
                    <a:gd name="T2" fmla="*/ 127 w 145"/>
                    <a:gd name="T3" fmla="*/ 36 h 100"/>
                    <a:gd name="T4" fmla="*/ 145 w 145"/>
                    <a:gd name="T5" fmla="*/ 0 h 100"/>
                    <a:gd name="T6" fmla="*/ 0 w 145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0"/>
                    <a:gd name="T14" fmla="*/ 145 w 1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0">
                      <a:moveTo>
                        <a:pt x="0" y="100"/>
                      </a:moveTo>
                      <a:lnTo>
                        <a:pt x="127" y="36"/>
                      </a:lnTo>
                      <a:lnTo>
                        <a:pt x="145" y="0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CE572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7" name="Freeform 163"/>
                <p:cNvSpPr>
                  <a:spLocks/>
                </p:cNvSpPr>
                <p:nvPr/>
              </p:nvSpPr>
              <p:spPr bwMode="auto">
                <a:xfrm>
                  <a:off x="372" y="100"/>
                  <a:ext cx="145" cy="100"/>
                </a:xfrm>
                <a:custGeom>
                  <a:avLst/>
                  <a:gdLst>
                    <a:gd name="T0" fmla="*/ 0 w 145"/>
                    <a:gd name="T1" fmla="*/ 100 h 100"/>
                    <a:gd name="T2" fmla="*/ 127 w 145"/>
                    <a:gd name="T3" fmla="*/ 36 h 100"/>
                    <a:gd name="T4" fmla="*/ 145 w 145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0"/>
                    <a:gd name="T11" fmla="*/ 145 w 1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0">
                      <a:moveTo>
                        <a:pt x="0" y="100"/>
                      </a:moveTo>
                      <a:lnTo>
                        <a:pt x="127" y="36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8" name="Freeform 164"/>
                <p:cNvSpPr>
                  <a:spLocks/>
                </p:cNvSpPr>
                <p:nvPr/>
              </p:nvSpPr>
              <p:spPr bwMode="auto">
                <a:xfrm>
                  <a:off x="499" y="64"/>
                  <a:ext cx="154" cy="72"/>
                </a:xfrm>
                <a:custGeom>
                  <a:avLst/>
                  <a:gdLst>
                    <a:gd name="T0" fmla="*/ 154 w 154"/>
                    <a:gd name="T1" fmla="*/ 0 h 72"/>
                    <a:gd name="T2" fmla="*/ 18 w 154"/>
                    <a:gd name="T3" fmla="*/ 36 h 72"/>
                    <a:gd name="T4" fmla="*/ 0 w 154"/>
                    <a:gd name="T5" fmla="*/ 72 h 72"/>
                    <a:gd name="T6" fmla="*/ 154 w 154"/>
                    <a:gd name="T7" fmla="*/ 0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72"/>
                    <a:gd name="T14" fmla="*/ 154 w 154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72">
                      <a:moveTo>
                        <a:pt x="154" y="0"/>
                      </a:moveTo>
                      <a:lnTo>
                        <a:pt x="18" y="36"/>
                      </a:lnTo>
                      <a:lnTo>
                        <a:pt x="0" y="72"/>
                      </a:lnTo>
                      <a:lnTo>
                        <a:pt x="154" y="0"/>
                      </a:lnTo>
                      <a:close/>
                    </a:path>
                  </a:pathLst>
                </a:custGeom>
                <a:solidFill>
                  <a:srgbClr val="BC4F3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59" name="Freeform 165"/>
                <p:cNvSpPr>
                  <a:spLocks/>
                </p:cNvSpPr>
                <p:nvPr/>
              </p:nvSpPr>
              <p:spPr bwMode="auto">
                <a:xfrm>
                  <a:off x="499" y="64"/>
                  <a:ext cx="154" cy="72"/>
                </a:xfrm>
                <a:custGeom>
                  <a:avLst/>
                  <a:gdLst>
                    <a:gd name="T0" fmla="*/ 154 w 154"/>
                    <a:gd name="T1" fmla="*/ 0 h 72"/>
                    <a:gd name="T2" fmla="*/ 18 w 154"/>
                    <a:gd name="T3" fmla="*/ 36 h 72"/>
                    <a:gd name="T4" fmla="*/ 0 w 154"/>
                    <a:gd name="T5" fmla="*/ 72 h 72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72"/>
                    <a:gd name="T11" fmla="*/ 154 w 154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72">
                      <a:moveTo>
                        <a:pt x="154" y="0"/>
                      </a:moveTo>
                      <a:lnTo>
                        <a:pt x="18" y="36"/>
                      </a:lnTo>
                      <a:lnTo>
                        <a:pt x="0" y="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0" name="Freeform 166"/>
                <p:cNvSpPr>
                  <a:spLocks/>
                </p:cNvSpPr>
                <p:nvPr/>
              </p:nvSpPr>
              <p:spPr bwMode="auto">
                <a:xfrm>
                  <a:off x="18" y="817"/>
                  <a:ext cx="27" cy="254"/>
                </a:xfrm>
                <a:custGeom>
                  <a:avLst/>
                  <a:gdLst>
                    <a:gd name="T0" fmla="*/ 18 w 27"/>
                    <a:gd name="T1" fmla="*/ 0 h 254"/>
                    <a:gd name="T2" fmla="*/ 27 w 27"/>
                    <a:gd name="T3" fmla="*/ 163 h 254"/>
                    <a:gd name="T4" fmla="*/ 0 w 27"/>
                    <a:gd name="T5" fmla="*/ 254 h 254"/>
                    <a:gd name="T6" fmla="*/ 18 w 27"/>
                    <a:gd name="T7" fmla="*/ 0 h 2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254"/>
                    <a:gd name="T14" fmla="*/ 27 w 27"/>
                    <a:gd name="T15" fmla="*/ 254 h 2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254">
                      <a:moveTo>
                        <a:pt x="18" y="0"/>
                      </a:moveTo>
                      <a:lnTo>
                        <a:pt x="27" y="163"/>
                      </a:lnTo>
                      <a:lnTo>
                        <a:pt x="0" y="254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002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1" name="Freeform 167"/>
                <p:cNvSpPr>
                  <a:spLocks/>
                </p:cNvSpPr>
                <p:nvPr/>
              </p:nvSpPr>
              <p:spPr bwMode="auto">
                <a:xfrm>
                  <a:off x="18" y="817"/>
                  <a:ext cx="27" cy="254"/>
                </a:xfrm>
                <a:custGeom>
                  <a:avLst/>
                  <a:gdLst>
                    <a:gd name="T0" fmla="*/ 18 w 27"/>
                    <a:gd name="T1" fmla="*/ 0 h 254"/>
                    <a:gd name="T2" fmla="*/ 27 w 27"/>
                    <a:gd name="T3" fmla="*/ 163 h 254"/>
                    <a:gd name="T4" fmla="*/ 0 w 27"/>
                    <a:gd name="T5" fmla="*/ 254 h 254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254"/>
                    <a:gd name="T11" fmla="*/ 27 w 27"/>
                    <a:gd name="T12" fmla="*/ 254 h 2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254">
                      <a:moveTo>
                        <a:pt x="18" y="0"/>
                      </a:moveTo>
                      <a:lnTo>
                        <a:pt x="27" y="163"/>
                      </a:lnTo>
                      <a:lnTo>
                        <a:pt x="0" y="2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2" name="Freeform 168"/>
                <p:cNvSpPr>
                  <a:spLocks/>
                </p:cNvSpPr>
                <p:nvPr/>
              </p:nvSpPr>
              <p:spPr bwMode="auto">
                <a:xfrm>
                  <a:off x="36" y="735"/>
                  <a:ext cx="28" cy="245"/>
                </a:xfrm>
                <a:custGeom>
                  <a:avLst/>
                  <a:gdLst>
                    <a:gd name="T0" fmla="*/ 9 w 28"/>
                    <a:gd name="T1" fmla="*/ 245 h 245"/>
                    <a:gd name="T2" fmla="*/ 0 w 28"/>
                    <a:gd name="T3" fmla="*/ 82 h 245"/>
                    <a:gd name="T4" fmla="*/ 28 w 28"/>
                    <a:gd name="T5" fmla="*/ 0 h 245"/>
                    <a:gd name="T6" fmla="*/ 9 w 28"/>
                    <a:gd name="T7" fmla="*/ 245 h 2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"/>
                    <a:gd name="T13" fmla="*/ 0 h 245"/>
                    <a:gd name="T14" fmla="*/ 28 w 28"/>
                    <a:gd name="T15" fmla="*/ 245 h 2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" h="245">
                      <a:moveTo>
                        <a:pt x="9" y="245"/>
                      </a:moveTo>
                      <a:lnTo>
                        <a:pt x="0" y="82"/>
                      </a:lnTo>
                      <a:lnTo>
                        <a:pt x="28" y="0"/>
                      </a:lnTo>
                      <a:lnTo>
                        <a:pt x="9" y="245"/>
                      </a:lnTo>
                      <a:close/>
                    </a:path>
                  </a:pathLst>
                </a:custGeom>
                <a:solidFill>
                  <a:srgbClr val="00089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3" name="Freeform 169"/>
                <p:cNvSpPr>
                  <a:spLocks/>
                </p:cNvSpPr>
                <p:nvPr/>
              </p:nvSpPr>
              <p:spPr bwMode="auto">
                <a:xfrm>
                  <a:off x="36" y="735"/>
                  <a:ext cx="28" cy="245"/>
                </a:xfrm>
                <a:custGeom>
                  <a:avLst/>
                  <a:gdLst>
                    <a:gd name="T0" fmla="*/ 9 w 28"/>
                    <a:gd name="T1" fmla="*/ 245 h 245"/>
                    <a:gd name="T2" fmla="*/ 0 w 28"/>
                    <a:gd name="T3" fmla="*/ 82 h 245"/>
                    <a:gd name="T4" fmla="*/ 28 w 28"/>
                    <a:gd name="T5" fmla="*/ 0 h 245"/>
                    <a:gd name="T6" fmla="*/ 0 60000 65536"/>
                    <a:gd name="T7" fmla="*/ 0 60000 65536"/>
                    <a:gd name="T8" fmla="*/ 0 60000 65536"/>
                    <a:gd name="T9" fmla="*/ 0 w 28"/>
                    <a:gd name="T10" fmla="*/ 0 h 245"/>
                    <a:gd name="T11" fmla="*/ 28 w 28"/>
                    <a:gd name="T12" fmla="*/ 245 h 2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" h="245">
                      <a:moveTo>
                        <a:pt x="9" y="245"/>
                      </a:moveTo>
                      <a:lnTo>
                        <a:pt x="0" y="82"/>
                      </a:lnTo>
                      <a:lnTo>
                        <a:pt x="2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4" name="Freeform 170"/>
                <p:cNvSpPr>
                  <a:spLocks/>
                </p:cNvSpPr>
                <p:nvPr/>
              </p:nvSpPr>
              <p:spPr bwMode="auto">
                <a:xfrm>
                  <a:off x="653" y="28"/>
                  <a:ext cx="154" cy="36"/>
                </a:xfrm>
                <a:custGeom>
                  <a:avLst/>
                  <a:gdLst>
                    <a:gd name="T0" fmla="*/ 0 w 154"/>
                    <a:gd name="T1" fmla="*/ 36 h 36"/>
                    <a:gd name="T2" fmla="*/ 154 w 154"/>
                    <a:gd name="T3" fmla="*/ 36 h 36"/>
                    <a:gd name="T4" fmla="*/ 145 w 154"/>
                    <a:gd name="T5" fmla="*/ 0 h 36"/>
                    <a:gd name="T6" fmla="*/ 0 w 154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36"/>
                    <a:gd name="T14" fmla="*/ 154 w 1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36">
                      <a:moveTo>
                        <a:pt x="0" y="36"/>
                      </a:moveTo>
                      <a:lnTo>
                        <a:pt x="154" y="36"/>
                      </a:lnTo>
                      <a:lnTo>
                        <a:pt x="145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A1373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5" name="Freeform 171"/>
                <p:cNvSpPr>
                  <a:spLocks/>
                </p:cNvSpPr>
                <p:nvPr/>
              </p:nvSpPr>
              <p:spPr bwMode="auto">
                <a:xfrm>
                  <a:off x="653" y="28"/>
                  <a:ext cx="154" cy="36"/>
                </a:xfrm>
                <a:custGeom>
                  <a:avLst/>
                  <a:gdLst>
                    <a:gd name="T0" fmla="*/ 0 w 154"/>
                    <a:gd name="T1" fmla="*/ 36 h 36"/>
                    <a:gd name="T2" fmla="*/ 154 w 154"/>
                    <a:gd name="T3" fmla="*/ 36 h 36"/>
                    <a:gd name="T4" fmla="*/ 145 w 15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36"/>
                    <a:gd name="T11" fmla="*/ 154 w 1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36">
                      <a:moveTo>
                        <a:pt x="0" y="36"/>
                      </a:moveTo>
                      <a:lnTo>
                        <a:pt x="154" y="36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6" name="Freeform 172"/>
                <p:cNvSpPr>
                  <a:spLocks/>
                </p:cNvSpPr>
                <p:nvPr/>
              </p:nvSpPr>
              <p:spPr bwMode="auto">
                <a:xfrm>
                  <a:off x="807" y="46"/>
                  <a:ext cx="145" cy="36"/>
                </a:xfrm>
                <a:custGeom>
                  <a:avLst/>
                  <a:gdLst>
                    <a:gd name="T0" fmla="*/ 0 w 145"/>
                    <a:gd name="T1" fmla="*/ 18 h 36"/>
                    <a:gd name="T2" fmla="*/ 145 w 145"/>
                    <a:gd name="T3" fmla="*/ 36 h 36"/>
                    <a:gd name="T4" fmla="*/ 127 w 145"/>
                    <a:gd name="T5" fmla="*/ 0 h 36"/>
                    <a:gd name="T6" fmla="*/ 0 w 145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36"/>
                    <a:gd name="T14" fmla="*/ 145 w 145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36">
                      <a:moveTo>
                        <a:pt x="0" y="18"/>
                      </a:moveTo>
                      <a:lnTo>
                        <a:pt x="145" y="36"/>
                      </a:lnTo>
                      <a:lnTo>
                        <a:pt x="127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821C3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7" name="Freeform 173"/>
                <p:cNvSpPr>
                  <a:spLocks/>
                </p:cNvSpPr>
                <p:nvPr/>
              </p:nvSpPr>
              <p:spPr bwMode="auto">
                <a:xfrm>
                  <a:off x="807" y="46"/>
                  <a:ext cx="145" cy="36"/>
                </a:xfrm>
                <a:custGeom>
                  <a:avLst/>
                  <a:gdLst>
                    <a:gd name="T0" fmla="*/ 0 w 145"/>
                    <a:gd name="T1" fmla="*/ 18 h 36"/>
                    <a:gd name="T2" fmla="*/ 145 w 145"/>
                    <a:gd name="T3" fmla="*/ 36 h 36"/>
                    <a:gd name="T4" fmla="*/ 127 w 145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36"/>
                    <a:gd name="T11" fmla="*/ 145 w 145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36">
                      <a:moveTo>
                        <a:pt x="0" y="18"/>
                      </a:moveTo>
                      <a:lnTo>
                        <a:pt x="145" y="36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8" name="Freeform 174"/>
                <p:cNvSpPr>
                  <a:spLocks/>
                </p:cNvSpPr>
                <p:nvPr/>
              </p:nvSpPr>
              <p:spPr bwMode="auto">
                <a:xfrm>
                  <a:off x="798" y="28"/>
                  <a:ext cx="136" cy="36"/>
                </a:xfrm>
                <a:custGeom>
                  <a:avLst/>
                  <a:gdLst>
                    <a:gd name="T0" fmla="*/ 136 w 136"/>
                    <a:gd name="T1" fmla="*/ 18 h 36"/>
                    <a:gd name="T2" fmla="*/ 0 w 136"/>
                    <a:gd name="T3" fmla="*/ 0 h 36"/>
                    <a:gd name="T4" fmla="*/ 9 w 136"/>
                    <a:gd name="T5" fmla="*/ 36 h 36"/>
                    <a:gd name="T6" fmla="*/ 136 w 136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36"/>
                    <a:gd name="T14" fmla="*/ 136 w 136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36">
                      <a:moveTo>
                        <a:pt x="136" y="18"/>
                      </a:moveTo>
                      <a:lnTo>
                        <a:pt x="0" y="0"/>
                      </a:lnTo>
                      <a:lnTo>
                        <a:pt x="9" y="36"/>
                      </a:lnTo>
                      <a:lnTo>
                        <a:pt x="136" y="18"/>
                      </a:lnTo>
                      <a:close/>
                    </a:path>
                  </a:pathLst>
                </a:custGeom>
                <a:solidFill>
                  <a:srgbClr val="821C3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69" name="Freeform 175"/>
                <p:cNvSpPr>
                  <a:spLocks/>
                </p:cNvSpPr>
                <p:nvPr/>
              </p:nvSpPr>
              <p:spPr bwMode="auto">
                <a:xfrm>
                  <a:off x="798" y="28"/>
                  <a:ext cx="136" cy="36"/>
                </a:xfrm>
                <a:custGeom>
                  <a:avLst/>
                  <a:gdLst>
                    <a:gd name="T0" fmla="*/ 136 w 136"/>
                    <a:gd name="T1" fmla="*/ 18 h 36"/>
                    <a:gd name="T2" fmla="*/ 0 w 136"/>
                    <a:gd name="T3" fmla="*/ 0 h 36"/>
                    <a:gd name="T4" fmla="*/ 9 w 136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36"/>
                    <a:gd name="T11" fmla="*/ 136 w 136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36">
                      <a:moveTo>
                        <a:pt x="136" y="18"/>
                      </a:moveTo>
                      <a:lnTo>
                        <a:pt x="0" y="0"/>
                      </a:lnTo>
                      <a:lnTo>
                        <a:pt x="9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0" name="Freeform 176"/>
                <p:cNvSpPr>
                  <a:spLocks/>
                </p:cNvSpPr>
                <p:nvPr/>
              </p:nvSpPr>
              <p:spPr bwMode="auto">
                <a:xfrm>
                  <a:off x="1270" y="345"/>
                  <a:ext cx="72" cy="109"/>
                </a:xfrm>
                <a:custGeom>
                  <a:avLst/>
                  <a:gdLst>
                    <a:gd name="T0" fmla="*/ 0 w 72"/>
                    <a:gd name="T1" fmla="*/ 0 h 109"/>
                    <a:gd name="T2" fmla="*/ 72 w 72"/>
                    <a:gd name="T3" fmla="*/ 109 h 109"/>
                    <a:gd name="T4" fmla="*/ 36 w 72"/>
                    <a:gd name="T5" fmla="*/ 45 h 109"/>
                    <a:gd name="T6" fmla="*/ 0 w 72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09"/>
                    <a:gd name="T14" fmla="*/ 72 w 72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09">
                      <a:moveTo>
                        <a:pt x="0" y="0"/>
                      </a:moveTo>
                      <a:lnTo>
                        <a:pt x="72" y="109"/>
                      </a:lnTo>
                      <a:lnTo>
                        <a:pt x="36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1" name="Freeform 177"/>
                <p:cNvSpPr>
                  <a:spLocks/>
                </p:cNvSpPr>
                <p:nvPr/>
              </p:nvSpPr>
              <p:spPr bwMode="auto">
                <a:xfrm>
                  <a:off x="1270" y="345"/>
                  <a:ext cx="72" cy="109"/>
                </a:xfrm>
                <a:custGeom>
                  <a:avLst/>
                  <a:gdLst>
                    <a:gd name="T0" fmla="*/ 0 w 72"/>
                    <a:gd name="T1" fmla="*/ 0 h 109"/>
                    <a:gd name="T2" fmla="*/ 72 w 72"/>
                    <a:gd name="T3" fmla="*/ 109 h 109"/>
                    <a:gd name="T4" fmla="*/ 36 w 72"/>
                    <a:gd name="T5" fmla="*/ 45 h 109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09"/>
                    <a:gd name="T11" fmla="*/ 72 w 72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09">
                      <a:moveTo>
                        <a:pt x="0" y="0"/>
                      </a:moveTo>
                      <a:lnTo>
                        <a:pt x="72" y="109"/>
                      </a:lnTo>
                      <a:lnTo>
                        <a:pt x="36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2" name="Freeform 178"/>
                <p:cNvSpPr>
                  <a:spLocks/>
                </p:cNvSpPr>
                <p:nvPr/>
              </p:nvSpPr>
              <p:spPr bwMode="auto">
                <a:xfrm>
                  <a:off x="1243" y="291"/>
                  <a:ext cx="63" cy="99"/>
                </a:xfrm>
                <a:custGeom>
                  <a:avLst/>
                  <a:gdLst>
                    <a:gd name="T0" fmla="*/ 63 w 63"/>
                    <a:gd name="T1" fmla="*/ 99 h 99"/>
                    <a:gd name="T2" fmla="*/ 0 w 63"/>
                    <a:gd name="T3" fmla="*/ 0 h 99"/>
                    <a:gd name="T4" fmla="*/ 27 w 63"/>
                    <a:gd name="T5" fmla="*/ 54 h 99"/>
                    <a:gd name="T6" fmla="*/ 63 w 63"/>
                    <a:gd name="T7" fmla="*/ 99 h 9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99"/>
                    <a:gd name="T14" fmla="*/ 63 w 63"/>
                    <a:gd name="T15" fmla="*/ 99 h 9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99">
                      <a:moveTo>
                        <a:pt x="63" y="99"/>
                      </a:moveTo>
                      <a:lnTo>
                        <a:pt x="0" y="0"/>
                      </a:lnTo>
                      <a:lnTo>
                        <a:pt x="27" y="54"/>
                      </a:lnTo>
                      <a:lnTo>
                        <a:pt x="63" y="9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3" name="Freeform 179"/>
                <p:cNvSpPr>
                  <a:spLocks/>
                </p:cNvSpPr>
                <p:nvPr/>
              </p:nvSpPr>
              <p:spPr bwMode="auto">
                <a:xfrm>
                  <a:off x="1243" y="291"/>
                  <a:ext cx="63" cy="99"/>
                </a:xfrm>
                <a:custGeom>
                  <a:avLst/>
                  <a:gdLst>
                    <a:gd name="T0" fmla="*/ 63 w 63"/>
                    <a:gd name="T1" fmla="*/ 99 h 99"/>
                    <a:gd name="T2" fmla="*/ 0 w 63"/>
                    <a:gd name="T3" fmla="*/ 0 h 99"/>
                    <a:gd name="T4" fmla="*/ 27 w 63"/>
                    <a:gd name="T5" fmla="*/ 54 h 9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99"/>
                    <a:gd name="T11" fmla="*/ 63 w 63"/>
                    <a:gd name="T12" fmla="*/ 99 h 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99">
                      <a:moveTo>
                        <a:pt x="63" y="99"/>
                      </a:moveTo>
                      <a:lnTo>
                        <a:pt x="0" y="0"/>
                      </a:lnTo>
                      <a:lnTo>
                        <a:pt x="2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4" name="Freeform 180"/>
                <p:cNvSpPr>
                  <a:spLocks/>
                </p:cNvSpPr>
                <p:nvPr/>
              </p:nvSpPr>
              <p:spPr bwMode="auto">
                <a:xfrm>
                  <a:off x="517" y="37"/>
                  <a:ext cx="145" cy="63"/>
                </a:xfrm>
                <a:custGeom>
                  <a:avLst/>
                  <a:gdLst>
                    <a:gd name="T0" fmla="*/ 0 w 145"/>
                    <a:gd name="T1" fmla="*/ 63 h 63"/>
                    <a:gd name="T2" fmla="*/ 136 w 145"/>
                    <a:gd name="T3" fmla="*/ 27 h 63"/>
                    <a:gd name="T4" fmla="*/ 145 w 145"/>
                    <a:gd name="T5" fmla="*/ 0 h 63"/>
                    <a:gd name="T6" fmla="*/ 0 w 145"/>
                    <a:gd name="T7" fmla="*/ 63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63"/>
                    <a:gd name="T14" fmla="*/ 145 w 145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63">
                      <a:moveTo>
                        <a:pt x="0" y="63"/>
                      </a:moveTo>
                      <a:lnTo>
                        <a:pt x="136" y="27"/>
                      </a:lnTo>
                      <a:lnTo>
                        <a:pt x="145" y="0"/>
                      </a:lnTo>
                      <a:lnTo>
                        <a:pt x="0" y="63"/>
                      </a:lnTo>
                      <a:close/>
                    </a:path>
                  </a:pathLst>
                </a:custGeom>
                <a:solidFill>
                  <a:srgbClr val="B947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5" name="Freeform 181"/>
                <p:cNvSpPr>
                  <a:spLocks/>
                </p:cNvSpPr>
                <p:nvPr/>
              </p:nvSpPr>
              <p:spPr bwMode="auto">
                <a:xfrm>
                  <a:off x="517" y="37"/>
                  <a:ext cx="145" cy="63"/>
                </a:xfrm>
                <a:custGeom>
                  <a:avLst/>
                  <a:gdLst>
                    <a:gd name="T0" fmla="*/ 0 w 145"/>
                    <a:gd name="T1" fmla="*/ 63 h 63"/>
                    <a:gd name="T2" fmla="*/ 136 w 145"/>
                    <a:gd name="T3" fmla="*/ 27 h 63"/>
                    <a:gd name="T4" fmla="*/ 145 w 145"/>
                    <a:gd name="T5" fmla="*/ 0 h 63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63"/>
                    <a:gd name="T11" fmla="*/ 145 w 145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63">
                      <a:moveTo>
                        <a:pt x="0" y="63"/>
                      </a:moveTo>
                      <a:lnTo>
                        <a:pt x="136" y="27"/>
                      </a:lnTo>
                      <a:lnTo>
                        <a:pt x="1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6" name="Freeform 182"/>
                <p:cNvSpPr>
                  <a:spLocks/>
                </p:cNvSpPr>
                <p:nvPr/>
              </p:nvSpPr>
              <p:spPr bwMode="auto">
                <a:xfrm>
                  <a:off x="653" y="28"/>
                  <a:ext cx="145" cy="36"/>
                </a:xfrm>
                <a:custGeom>
                  <a:avLst/>
                  <a:gdLst>
                    <a:gd name="T0" fmla="*/ 145 w 145"/>
                    <a:gd name="T1" fmla="*/ 0 h 36"/>
                    <a:gd name="T2" fmla="*/ 9 w 145"/>
                    <a:gd name="T3" fmla="*/ 9 h 36"/>
                    <a:gd name="T4" fmla="*/ 0 w 145"/>
                    <a:gd name="T5" fmla="*/ 36 h 36"/>
                    <a:gd name="T6" fmla="*/ 145 w 145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36"/>
                    <a:gd name="T14" fmla="*/ 145 w 145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36">
                      <a:moveTo>
                        <a:pt x="145" y="0"/>
                      </a:moveTo>
                      <a:lnTo>
                        <a:pt x="9" y="9"/>
                      </a:lnTo>
                      <a:lnTo>
                        <a:pt x="0" y="36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A1373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7" name="Freeform 183"/>
                <p:cNvSpPr>
                  <a:spLocks/>
                </p:cNvSpPr>
                <p:nvPr/>
              </p:nvSpPr>
              <p:spPr bwMode="auto">
                <a:xfrm>
                  <a:off x="653" y="28"/>
                  <a:ext cx="145" cy="36"/>
                </a:xfrm>
                <a:custGeom>
                  <a:avLst/>
                  <a:gdLst>
                    <a:gd name="T0" fmla="*/ 145 w 145"/>
                    <a:gd name="T1" fmla="*/ 0 h 36"/>
                    <a:gd name="T2" fmla="*/ 9 w 145"/>
                    <a:gd name="T3" fmla="*/ 9 h 36"/>
                    <a:gd name="T4" fmla="*/ 0 w 145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36"/>
                    <a:gd name="T11" fmla="*/ 145 w 145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36">
                      <a:moveTo>
                        <a:pt x="145" y="0"/>
                      </a:moveTo>
                      <a:lnTo>
                        <a:pt x="9" y="9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8" name="Freeform 184"/>
                <p:cNvSpPr>
                  <a:spLocks/>
                </p:cNvSpPr>
                <p:nvPr/>
              </p:nvSpPr>
              <p:spPr bwMode="auto">
                <a:xfrm>
                  <a:off x="218" y="245"/>
                  <a:ext cx="127" cy="154"/>
                </a:xfrm>
                <a:custGeom>
                  <a:avLst/>
                  <a:gdLst>
                    <a:gd name="T0" fmla="*/ 127 w 127"/>
                    <a:gd name="T1" fmla="*/ 0 h 154"/>
                    <a:gd name="T2" fmla="*/ 36 w 127"/>
                    <a:gd name="T3" fmla="*/ 91 h 154"/>
                    <a:gd name="T4" fmla="*/ 0 w 127"/>
                    <a:gd name="T5" fmla="*/ 154 h 154"/>
                    <a:gd name="T6" fmla="*/ 127 w 127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54"/>
                    <a:gd name="T14" fmla="*/ 127 w 127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54">
                      <a:moveTo>
                        <a:pt x="127" y="0"/>
                      </a:moveTo>
                      <a:lnTo>
                        <a:pt x="36" y="91"/>
                      </a:lnTo>
                      <a:lnTo>
                        <a:pt x="0" y="154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D762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79" name="Freeform 185"/>
                <p:cNvSpPr>
                  <a:spLocks/>
                </p:cNvSpPr>
                <p:nvPr/>
              </p:nvSpPr>
              <p:spPr bwMode="auto">
                <a:xfrm>
                  <a:off x="218" y="245"/>
                  <a:ext cx="127" cy="154"/>
                </a:xfrm>
                <a:custGeom>
                  <a:avLst/>
                  <a:gdLst>
                    <a:gd name="T0" fmla="*/ 127 w 127"/>
                    <a:gd name="T1" fmla="*/ 0 h 154"/>
                    <a:gd name="T2" fmla="*/ 36 w 127"/>
                    <a:gd name="T3" fmla="*/ 91 h 154"/>
                    <a:gd name="T4" fmla="*/ 0 w 127"/>
                    <a:gd name="T5" fmla="*/ 154 h 154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54"/>
                    <a:gd name="T11" fmla="*/ 127 w 127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54">
                      <a:moveTo>
                        <a:pt x="127" y="0"/>
                      </a:moveTo>
                      <a:lnTo>
                        <a:pt x="36" y="91"/>
                      </a:lnTo>
                      <a:lnTo>
                        <a:pt x="0" y="1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0" name="Freeform 186"/>
                <p:cNvSpPr>
                  <a:spLocks/>
                </p:cNvSpPr>
                <p:nvPr/>
              </p:nvSpPr>
              <p:spPr bwMode="auto">
                <a:xfrm>
                  <a:off x="254" y="200"/>
                  <a:ext cx="118" cy="136"/>
                </a:xfrm>
                <a:custGeom>
                  <a:avLst/>
                  <a:gdLst>
                    <a:gd name="T0" fmla="*/ 0 w 118"/>
                    <a:gd name="T1" fmla="*/ 136 h 136"/>
                    <a:gd name="T2" fmla="*/ 91 w 118"/>
                    <a:gd name="T3" fmla="*/ 45 h 136"/>
                    <a:gd name="T4" fmla="*/ 118 w 118"/>
                    <a:gd name="T5" fmla="*/ 0 h 136"/>
                    <a:gd name="T6" fmla="*/ 0 w 118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36"/>
                    <a:gd name="T14" fmla="*/ 118 w 118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36">
                      <a:moveTo>
                        <a:pt x="0" y="136"/>
                      </a:moveTo>
                      <a:lnTo>
                        <a:pt x="91" y="45"/>
                      </a:lnTo>
                      <a:lnTo>
                        <a:pt x="118" y="0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CF57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1" name="Freeform 187"/>
                <p:cNvSpPr>
                  <a:spLocks/>
                </p:cNvSpPr>
                <p:nvPr/>
              </p:nvSpPr>
              <p:spPr bwMode="auto">
                <a:xfrm>
                  <a:off x="254" y="200"/>
                  <a:ext cx="118" cy="136"/>
                </a:xfrm>
                <a:custGeom>
                  <a:avLst/>
                  <a:gdLst>
                    <a:gd name="T0" fmla="*/ 0 w 118"/>
                    <a:gd name="T1" fmla="*/ 136 h 136"/>
                    <a:gd name="T2" fmla="*/ 91 w 118"/>
                    <a:gd name="T3" fmla="*/ 45 h 136"/>
                    <a:gd name="T4" fmla="*/ 118 w 118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36"/>
                    <a:gd name="T11" fmla="*/ 118 w 118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36">
                      <a:moveTo>
                        <a:pt x="0" y="136"/>
                      </a:moveTo>
                      <a:lnTo>
                        <a:pt x="91" y="45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2" name="Freeform 188"/>
                <p:cNvSpPr>
                  <a:spLocks/>
                </p:cNvSpPr>
                <p:nvPr/>
              </p:nvSpPr>
              <p:spPr bwMode="auto">
                <a:xfrm>
                  <a:off x="100" y="463"/>
                  <a:ext cx="91" cy="200"/>
                </a:xfrm>
                <a:custGeom>
                  <a:avLst/>
                  <a:gdLst>
                    <a:gd name="T0" fmla="*/ 91 w 91"/>
                    <a:gd name="T1" fmla="*/ 0 h 200"/>
                    <a:gd name="T2" fmla="*/ 36 w 91"/>
                    <a:gd name="T3" fmla="*/ 118 h 200"/>
                    <a:gd name="T4" fmla="*/ 0 w 91"/>
                    <a:gd name="T5" fmla="*/ 200 h 200"/>
                    <a:gd name="T6" fmla="*/ 91 w 91"/>
                    <a:gd name="T7" fmla="*/ 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00"/>
                    <a:gd name="T14" fmla="*/ 91 w 91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00">
                      <a:moveTo>
                        <a:pt x="91" y="0"/>
                      </a:moveTo>
                      <a:lnTo>
                        <a:pt x="36" y="118"/>
                      </a:lnTo>
                      <a:lnTo>
                        <a:pt x="0" y="200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00005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3" name="Freeform 189"/>
                <p:cNvSpPr>
                  <a:spLocks/>
                </p:cNvSpPr>
                <p:nvPr/>
              </p:nvSpPr>
              <p:spPr bwMode="auto">
                <a:xfrm>
                  <a:off x="100" y="463"/>
                  <a:ext cx="91" cy="200"/>
                </a:xfrm>
                <a:custGeom>
                  <a:avLst/>
                  <a:gdLst>
                    <a:gd name="T0" fmla="*/ 91 w 91"/>
                    <a:gd name="T1" fmla="*/ 0 h 200"/>
                    <a:gd name="T2" fmla="*/ 36 w 91"/>
                    <a:gd name="T3" fmla="*/ 118 h 200"/>
                    <a:gd name="T4" fmla="*/ 0 w 91"/>
                    <a:gd name="T5" fmla="*/ 200 h 200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00"/>
                    <a:gd name="T11" fmla="*/ 91 w 91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00">
                      <a:moveTo>
                        <a:pt x="91" y="0"/>
                      </a:moveTo>
                      <a:lnTo>
                        <a:pt x="36" y="118"/>
                      </a:lnTo>
                      <a:lnTo>
                        <a:pt x="0" y="2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4" name="Freeform 190"/>
                <p:cNvSpPr>
                  <a:spLocks/>
                </p:cNvSpPr>
                <p:nvPr/>
              </p:nvSpPr>
              <p:spPr bwMode="auto">
                <a:xfrm>
                  <a:off x="136" y="399"/>
                  <a:ext cx="82" cy="182"/>
                </a:xfrm>
                <a:custGeom>
                  <a:avLst/>
                  <a:gdLst>
                    <a:gd name="T0" fmla="*/ 0 w 82"/>
                    <a:gd name="T1" fmla="*/ 182 h 182"/>
                    <a:gd name="T2" fmla="*/ 55 w 82"/>
                    <a:gd name="T3" fmla="*/ 64 h 182"/>
                    <a:gd name="T4" fmla="*/ 82 w 82"/>
                    <a:gd name="T5" fmla="*/ 0 h 182"/>
                    <a:gd name="T6" fmla="*/ 0 w 82"/>
                    <a:gd name="T7" fmla="*/ 182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82"/>
                    <a:gd name="T14" fmla="*/ 82 w 82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82">
                      <a:moveTo>
                        <a:pt x="0" y="182"/>
                      </a:moveTo>
                      <a:lnTo>
                        <a:pt x="55" y="64"/>
                      </a:lnTo>
                      <a:lnTo>
                        <a:pt x="82" y="0"/>
                      </a:lnTo>
                      <a:lnTo>
                        <a:pt x="0" y="182"/>
                      </a:lnTo>
                      <a:close/>
                    </a:path>
                  </a:pathLst>
                </a:custGeom>
                <a:solidFill>
                  <a:srgbClr val="0000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5" name="Freeform 191"/>
                <p:cNvSpPr>
                  <a:spLocks/>
                </p:cNvSpPr>
                <p:nvPr/>
              </p:nvSpPr>
              <p:spPr bwMode="auto">
                <a:xfrm>
                  <a:off x="136" y="399"/>
                  <a:ext cx="82" cy="182"/>
                </a:xfrm>
                <a:custGeom>
                  <a:avLst/>
                  <a:gdLst>
                    <a:gd name="T0" fmla="*/ 0 w 82"/>
                    <a:gd name="T1" fmla="*/ 182 h 182"/>
                    <a:gd name="T2" fmla="*/ 55 w 82"/>
                    <a:gd name="T3" fmla="*/ 64 h 182"/>
                    <a:gd name="T4" fmla="*/ 82 w 82"/>
                    <a:gd name="T5" fmla="*/ 0 h 18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82"/>
                    <a:gd name="T11" fmla="*/ 82 w 82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82">
                      <a:moveTo>
                        <a:pt x="0" y="182"/>
                      </a:moveTo>
                      <a:lnTo>
                        <a:pt x="55" y="64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6" name="Freeform 192"/>
                <p:cNvSpPr>
                  <a:spLocks/>
                </p:cNvSpPr>
                <p:nvPr/>
              </p:nvSpPr>
              <p:spPr bwMode="auto">
                <a:xfrm>
                  <a:off x="1097" y="164"/>
                  <a:ext cx="109" cy="72"/>
                </a:xfrm>
                <a:custGeom>
                  <a:avLst/>
                  <a:gdLst>
                    <a:gd name="T0" fmla="*/ 0 w 109"/>
                    <a:gd name="T1" fmla="*/ 0 h 72"/>
                    <a:gd name="T2" fmla="*/ 109 w 109"/>
                    <a:gd name="T3" fmla="*/ 72 h 72"/>
                    <a:gd name="T4" fmla="*/ 82 w 109"/>
                    <a:gd name="T5" fmla="*/ 27 h 72"/>
                    <a:gd name="T6" fmla="*/ 0 w 109"/>
                    <a:gd name="T7" fmla="*/ 0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72"/>
                    <a:gd name="T14" fmla="*/ 109 w 109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72">
                      <a:moveTo>
                        <a:pt x="0" y="0"/>
                      </a:moveTo>
                      <a:lnTo>
                        <a:pt x="109" y="72"/>
                      </a:lnTo>
                      <a:lnTo>
                        <a:pt x="82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8000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7" name="Freeform 193"/>
                <p:cNvSpPr>
                  <a:spLocks/>
                </p:cNvSpPr>
                <p:nvPr/>
              </p:nvSpPr>
              <p:spPr bwMode="auto">
                <a:xfrm>
                  <a:off x="1097" y="164"/>
                  <a:ext cx="109" cy="72"/>
                </a:xfrm>
                <a:custGeom>
                  <a:avLst/>
                  <a:gdLst>
                    <a:gd name="T0" fmla="*/ 0 w 109"/>
                    <a:gd name="T1" fmla="*/ 0 h 72"/>
                    <a:gd name="T2" fmla="*/ 109 w 109"/>
                    <a:gd name="T3" fmla="*/ 72 h 72"/>
                    <a:gd name="T4" fmla="*/ 82 w 109"/>
                    <a:gd name="T5" fmla="*/ 27 h 72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72"/>
                    <a:gd name="T11" fmla="*/ 109 w 109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72">
                      <a:moveTo>
                        <a:pt x="0" y="0"/>
                      </a:moveTo>
                      <a:lnTo>
                        <a:pt x="109" y="72"/>
                      </a:lnTo>
                      <a:lnTo>
                        <a:pt x="82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8" name="Freeform 194"/>
                <p:cNvSpPr>
                  <a:spLocks/>
                </p:cNvSpPr>
                <p:nvPr/>
              </p:nvSpPr>
              <p:spPr bwMode="auto">
                <a:xfrm>
                  <a:off x="1079" y="127"/>
                  <a:ext cx="100" cy="64"/>
                </a:xfrm>
                <a:custGeom>
                  <a:avLst/>
                  <a:gdLst>
                    <a:gd name="T0" fmla="*/ 100 w 100"/>
                    <a:gd name="T1" fmla="*/ 64 h 64"/>
                    <a:gd name="T2" fmla="*/ 0 w 100"/>
                    <a:gd name="T3" fmla="*/ 0 h 64"/>
                    <a:gd name="T4" fmla="*/ 18 w 100"/>
                    <a:gd name="T5" fmla="*/ 37 h 64"/>
                    <a:gd name="T6" fmla="*/ 100 w 100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64"/>
                    <a:gd name="T14" fmla="*/ 100 w 100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64">
                      <a:moveTo>
                        <a:pt x="100" y="64"/>
                      </a:moveTo>
                      <a:lnTo>
                        <a:pt x="0" y="0"/>
                      </a:lnTo>
                      <a:lnTo>
                        <a:pt x="18" y="37"/>
                      </a:lnTo>
                      <a:lnTo>
                        <a:pt x="100" y="64"/>
                      </a:lnTo>
                      <a:close/>
                    </a:path>
                  </a:pathLst>
                </a:custGeom>
                <a:solidFill>
                  <a:srgbClr val="08000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89" name="Freeform 195"/>
                <p:cNvSpPr>
                  <a:spLocks/>
                </p:cNvSpPr>
                <p:nvPr/>
              </p:nvSpPr>
              <p:spPr bwMode="auto">
                <a:xfrm>
                  <a:off x="1079" y="127"/>
                  <a:ext cx="100" cy="64"/>
                </a:xfrm>
                <a:custGeom>
                  <a:avLst/>
                  <a:gdLst>
                    <a:gd name="T0" fmla="*/ 100 w 100"/>
                    <a:gd name="T1" fmla="*/ 64 h 64"/>
                    <a:gd name="T2" fmla="*/ 0 w 100"/>
                    <a:gd name="T3" fmla="*/ 0 h 64"/>
                    <a:gd name="T4" fmla="*/ 18 w 100"/>
                    <a:gd name="T5" fmla="*/ 37 h 6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64"/>
                    <a:gd name="T11" fmla="*/ 100 w 100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64">
                      <a:moveTo>
                        <a:pt x="100" y="64"/>
                      </a:moveTo>
                      <a:lnTo>
                        <a:pt x="0" y="0"/>
                      </a:lnTo>
                      <a:lnTo>
                        <a:pt x="18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0" name="Freeform 196"/>
                <p:cNvSpPr>
                  <a:spLocks/>
                </p:cNvSpPr>
                <p:nvPr/>
              </p:nvSpPr>
              <p:spPr bwMode="auto">
                <a:xfrm>
                  <a:off x="952" y="82"/>
                  <a:ext cx="127" cy="45"/>
                </a:xfrm>
                <a:custGeom>
                  <a:avLst/>
                  <a:gdLst>
                    <a:gd name="T0" fmla="*/ 0 w 127"/>
                    <a:gd name="T1" fmla="*/ 0 h 45"/>
                    <a:gd name="T2" fmla="*/ 127 w 127"/>
                    <a:gd name="T3" fmla="*/ 45 h 45"/>
                    <a:gd name="T4" fmla="*/ 100 w 127"/>
                    <a:gd name="T5" fmla="*/ 0 h 45"/>
                    <a:gd name="T6" fmla="*/ 0 w 127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45"/>
                    <a:gd name="T14" fmla="*/ 127 w 127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45">
                      <a:moveTo>
                        <a:pt x="0" y="0"/>
                      </a:moveTo>
                      <a:lnTo>
                        <a:pt x="127" y="45"/>
                      </a:lnTo>
                      <a:lnTo>
                        <a:pt x="10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3002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1" name="Freeform 197"/>
                <p:cNvSpPr>
                  <a:spLocks/>
                </p:cNvSpPr>
                <p:nvPr/>
              </p:nvSpPr>
              <p:spPr bwMode="auto">
                <a:xfrm>
                  <a:off x="952" y="82"/>
                  <a:ext cx="127" cy="45"/>
                </a:xfrm>
                <a:custGeom>
                  <a:avLst/>
                  <a:gdLst>
                    <a:gd name="T0" fmla="*/ 0 w 127"/>
                    <a:gd name="T1" fmla="*/ 0 h 45"/>
                    <a:gd name="T2" fmla="*/ 127 w 127"/>
                    <a:gd name="T3" fmla="*/ 45 h 45"/>
                    <a:gd name="T4" fmla="*/ 100 w 127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45"/>
                    <a:gd name="T11" fmla="*/ 127 w 127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45">
                      <a:moveTo>
                        <a:pt x="0" y="0"/>
                      </a:moveTo>
                      <a:lnTo>
                        <a:pt x="127" y="45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2" name="Freeform 198"/>
                <p:cNvSpPr>
                  <a:spLocks/>
                </p:cNvSpPr>
                <p:nvPr/>
              </p:nvSpPr>
              <p:spPr bwMode="auto">
                <a:xfrm>
                  <a:off x="934" y="46"/>
                  <a:ext cx="118" cy="36"/>
                </a:xfrm>
                <a:custGeom>
                  <a:avLst/>
                  <a:gdLst>
                    <a:gd name="T0" fmla="*/ 118 w 118"/>
                    <a:gd name="T1" fmla="*/ 36 h 36"/>
                    <a:gd name="T2" fmla="*/ 0 w 118"/>
                    <a:gd name="T3" fmla="*/ 0 h 36"/>
                    <a:gd name="T4" fmla="*/ 18 w 118"/>
                    <a:gd name="T5" fmla="*/ 36 h 36"/>
                    <a:gd name="T6" fmla="*/ 118 w 118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36"/>
                    <a:gd name="T14" fmla="*/ 118 w 118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36">
                      <a:moveTo>
                        <a:pt x="118" y="36"/>
                      </a:moveTo>
                      <a:lnTo>
                        <a:pt x="0" y="0"/>
                      </a:lnTo>
                      <a:lnTo>
                        <a:pt x="18" y="36"/>
                      </a:lnTo>
                      <a:lnTo>
                        <a:pt x="118" y="36"/>
                      </a:lnTo>
                      <a:close/>
                    </a:path>
                  </a:pathLst>
                </a:custGeom>
                <a:solidFill>
                  <a:srgbClr val="53002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3" name="Freeform 199"/>
                <p:cNvSpPr>
                  <a:spLocks/>
                </p:cNvSpPr>
                <p:nvPr/>
              </p:nvSpPr>
              <p:spPr bwMode="auto">
                <a:xfrm>
                  <a:off x="934" y="46"/>
                  <a:ext cx="118" cy="36"/>
                </a:xfrm>
                <a:custGeom>
                  <a:avLst/>
                  <a:gdLst>
                    <a:gd name="T0" fmla="*/ 118 w 118"/>
                    <a:gd name="T1" fmla="*/ 36 h 36"/>
                    <a:gd name="T2" fmla="*/ 0 w 118"/>
                    <a:gd name="T3" fmla="*/ 0 h 36"/>
                    <a:gd name="T4" fmla="*/ 18 w 118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36"/>
                    <a:gd name="T11" fmla="*/ 118 w 118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36">
                      <a:moveTo>
                        <a:pt x="118" y="36"/>
                      </a:moveTo>
                      <a:lnTo>
                        <a:pt x="0" y="0"/>
                      </a:lnTo>
                      <a:lnTo>
                        <a:pt x="18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4" name="Freeform 200"/>
                <p:cNvSpPr>
                  <a:spLocks/>
                </p:cNvSpPr>
                <p:nvPr/>
              </p:nvSpPr>
              <p:spPr bwMode="auto">
                <a:xfrm>
                  <a:off x="1397" y="590"/>
                  <a:ext cx="36" cy="136"/>
                </a:xfrm>
                <a:custGeom>
                  <a:avLst/>
                  <a:gdLst>
                    <a:gd name="T0" fmla="*/ 18 w 36"/>
                    <a:gd name="T1" fmla="*/ 0 h 136"/>
                    <a:gd name="T2" fmla="*/ 36 w 36"/>
                    <a:gd name="T3" fmla="*/ 136 h 136"/>
                    <a:gd name="T4" fmla="*/ 0 w 36"/>
                    <a:gd name="T5" fmla="*/ 54 h 136"/>
                    <a:gd name="T6" fmla="*/ 18 w 36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36"/>
                    <a:gd name="T14" fmla="*/ 36 w 36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3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54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E9E98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5" name="Freeform 201"/>
                <p:cNvSpPr>
                  <a:spLocks/>
                </p:cNvSpPr>
                <p:nvPr/>
              </p:nvSpPr>
              <p:spPr bwMode="auto">
                <a:xfrm>
                  <a:off x="1397" y="590"/>
                  <a:ext cx="36" cy="136"/>
                </a:xfrm>
                <a:custGeom>
                  <a:avLst/>
                  <a:gdLst>
                    <a:gd name="T0" fmla="*/ 18 w 36"/>
                    <a:gd name="T1" fmla="*/ 0 h 136"/>
                    <a:gd name="T2" fmla="*/ 36 w 36"/>
                    <a:gd name="T3" fmla="*/ 136 h 136"/>
                    <a:gd name="T4" fmla="*/ 0 w 36"/>
                    <a:gd name="T5" fmla="*/ 54 h 13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36"/>
                    <a:gd name="T11" fmla="*/ 36 w 36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3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6" name="Freeform 202"/>
                <p:cNvSpPr>
                  <a:spLocks/>
                </p:cNvSpPr>
                <p:nvPr/>
              </p:nvSpPr>
              <p:spPr bwMode="auto">
                <a:xfrm>
                  <a:off x="1379" y="517"/>
                  <a:ext cx="36" cy="127"/>
                </a:xfrm>
                <a:custGeom>
                  <a:avLst/>
                  <a:gdLst>
                    <a:gd name="T0" fmla="*/ 18 w 36"/>
                    <a:gd name="T1" fmla="*/ 127 h 127"/>
                    <a:gd name="T2" fmla="*/ 0 w 36"/>
                    <a:gd name="T3" fmla="*/ 0 h 127"/>
                    <a:gd name="T4" fmla="*/ 36 w 36"/>
                    <a:gd name="T5" fmla="*/ 73 h 127"/>
                    <a:gd name="T6" fmla="*/ 18 w 36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27"/>
                    <a:gd name="T14" fmla="*/ 36 w 36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27">
                      <a:moveTo>
                        <a:pt x="18" y="127"/>
                      </a:moveTo>
                      <a:lnTo>
                        <a:pt x="0" y="0"/>
                      </a:lnTo>
                      <a:lnTo>
                        <a:pt x="36" y="73"/>
                      </a:lnTo>
                      <a:lnTo>
                        <a:pt x="18" y="127"/>
                      </a:lnTo>
                      <a:close/>
                    </a:path>
                  </a:pathLst>
                </a:custGeom>
                <a:solidFill>
                  <a:srgbClr val="E9E98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7" name="Freeform 203"/>
                <p:cNvSpPr>
                  <a:spLocks/>
                </p:cNvSpPr>
                <p:nvPr/>
              </p:nvSpPr>
              <p:spPr bwMode="auto">
                <a:xfrm>
                  <a:off x="1379" y="517"/>
                  <a:ext cx="36" cy="127"/>
                </a:xfrm>
                <a:custGeom>
                  <a:avLst/>
                  <a:gdLst>
                    <a:gd name="T0" fmla="*/ 18 w 36"/>
                    <a:gd name="T1" fmla="*/ 127 h 127"/>
                    <a:gd name="T2" fmla="*/ 0 w 36"/>
                    <a:gd name="T3" fmla="*/ 0 h 127"/>
                    <a:gd name="T4" fmla="*/ 36 w 36"/>
                    <a:gd name="T5" fmla="*/ 73 h 12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27"/>
                    <a:gd name="T11" fmla="*/ 36 w 36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27">
                      <a:moveTo>
                        <a:pt x="18" y="127"/>
                      </a:moveTo>
                      <a:lnTo>
                        <a:pt x="0" y="0"/>
                      </a:lnTo>
                      <a:lnTo>
                        <a:pt x="36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8" name="Freeform 204"/>
                <p:cNvSpPr>
                  <a:spLocks/>
                </p:cNvSpPr>
                <p:nvPr/>
              </p:nvSpPr>
              <p:spPr bwMode="auto">
                <a:xfrm>
                  <a:off x="1442" y="989"/>
                  <a:ext cx="91" cy="173"/>
                </a:xfrm>
                <a:custGeom>
                  <a:avLst/>
                  <a:gdLst>
                    <a:gd name="T0" fmla="*/ 91 w 91"/>
                    <a:gd name="T1" fmla="*/ 0 h 173"/>
                    <a:gd name="T2" fmla="*/ 36 w 91"/>
                    <a:gd name="T3" fmla="*/ 173 h 173"/>
                    <a:gd name="T4" fmla="*/ 0 w 91"/>
                    <a:gd name="T5" fmla="*/ 64 h 173"/>
                    <a:gd name="T6" fmla="*/ 91 w 91"/>
                    <a:gd name="T7" fmla="*/ 0 h 1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73"/>
                    <a:gd name="T14" fmla="*/ 91 w 91"/>
                    <a:gd name="T15" fmla="*/ 173 h 1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73">
                      <a:moveTo>
                        <a:pt x="91" y="0"/>
                      </a:moveTo>
                      <a:lnTo>
                        <a:pt x="36" y="173"/>
                      </a:lnTo>
                      <a:lnTo>
                        <a:pt x="0" y="64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CD79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999" name="Freeform 205"/>
                <p:cNvSpPr>
                  <a:spLocks/>
                </p:cNvSpPr>
                <p:nvPr/>
              </p:nvSpPr>
              <p:spPr bwMode="auto">
                <a:xfrm>
                  <a:off x="1442" y="989"/>
                  <a:ext cx="91" cy="173"/>
                </a:xfrm>
                <a:custGeom>
                  <a:avLst/>
                  <a:gdLst>
                    <a:gd name="T0" fmla="*/ 91 w 91"/>
                    <a:gd name="T1" fmla="*/ 0 h 173"/>
                    <a:gd name="T2" fmla="*/ 36 w 91"/>
                    <a:gd name="T3" fmla="*/ 173 h 173"/>
                    <a:gd name="T4" fmla="*/ 0 w 91"/>
                    <a:gd name="T5" fmla="*/ 64 h 173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73"/>
                    <a:gd name="T11" fmla="*/ 91 w 91"/>
                    <a:gd name="T12" fmla="*/ 173 h 1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73">
                      <a:moveTo>
                        <a:pt x="91" y="0"/>
                      </a:moveTo>
                      <a:lnTo>
                        <a:pt x="36" y="173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0" name="Freeform 206"/>
                <p:cNvSpPr>
                  <a:spLocks/>
                </p:cNvSpPr>
                <p:nvPr/>
              </p:nvSpPr>
              <p:spPr bwMode="auto">
                <a:xfrm>
                  <a:off x="1442" y="898"/>
                  <a:ext cx="91" cy="155"/>
                </a:xfrm>
                <a:custGeom>
                  <a:avLst/>
                  <a:gdLst>
                    <a:gd name="T0" fmla="*/ 0 w 91"/>
                    <a:gd name="T1" fmla="*/ 155 h 155"/>
                    <a:gd name="T2" fmla="*/ 64 w 91"/>
                    <a:gd name="T3" fmla="*/ 0 h 155"/>
                    <a:gd name="T4" fmla="*/ 91 w 91"/>
                    <a:gd name="T5" fmla="*/ 91 h 155"/>
                    <a:gd name="T6" fmla="*/ 0 w 91"/>
                    <a:gd name="T7" fmla="*/ 155 h 1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55"/>
                    <a:gd name="T14" fmla="*/ 91 w 91"/>
                    <a:gd name="T15" fmla="*/ 155 h 1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55">
                      <a:moveTo>
                        <a:pt x="0" y="155"/>
                      </a:moveTo>
                      <a:lnTo>
                        <a:pt x="64" y="0"/>
                      </a:lnTo>
                      <a:lnTo>
                        <a:pt x="91" y="91"/>
                      </a:lnTo>
                      <a:lnTo>
                        <a:pt x="0" y="155"/>
                      </a:lnTo>
                      <a:close/>
                    </a:path>
                  </a:pathLst>
                </a:custGeom>
                <a:solidFill>
                  <a:srgbClr val="FCD79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1" name="Freeform 207"/>
                <p:cNvSpPr>
                  <a:spLocks/>
                </p:cNvSpPr>
                <p:nvPr/>
              </p:nvSpPr>
              <p:spPr bwMode="auto">
                <a:xfrm>
                  <a:off x="1442" y="898"/>
                  <a:ext cx="91" cy="155"/>
                </a:xfrm>
                <a:custGeom>
                  <a:avLst/>
                  <a:gdLst>
                    <a:gd name="T0" fmla="*/ 0 w 91"/>
                    <a:gd name="T1" fmla="*/ 155 h 155"/>
                    <a:gd name="T2" fmla="*/ 64 w 91"/>
                    <a:gd name="T3" fmla="*/ 0 h 155"/>
                    <a:gd name="T4" fmla="*/ 91 w 91"/>
                    <a:gd name="T5" fmla="*/ 91 h 155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55"/>
                    <a:gd name="T11" fmla="*/ 91 w 91"/>
                    <a:gd name="T12" fmla="*/ 155 h 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55">
                      <a:moveTo>
                        <a:pt x="0" y="155"/>
                      </a:moveTo>
                      <a:lnTo>
                        <a:pt x="64" y="0"/>
                      </a:lnTo>
                      <a:lnTo>
                        <a:pt x="91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2" name="Freeform 208"/>
                <p:cNvSpPr>
                  <a:spLocks/>
                </p:cNvSpPr>
                <p:nvPr/>
              </p:nvSpPr>
              <p:spPr bwMode="auto">
                <a:xfrm>
                  <a:off x="372" y="100"/>
                  <a:ext cx="145" cy="100"/>
                </a:xfrm>
                <a:custGeom>
                  <a:avLst/>
                  <a:gdLst>
                    <a:gd name="T0" fmla="*/ 145 w 145"/>
                    <a:gd name="T1" fmla="*/ 0 h 100"/>
                    <a:gd name="T2" fmla="*/ 36 w 145"/>
                    <a:gd name="T3" fmla="*/ 55 h 100"/>
                    <a:gd name="T4" fmla="*/ 0 w 145"/>
                    <a:gd name="T5" fmla="*/ 100 h 100"/>
                    <a:gd name="T6" fmla="*/ 145 w 145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0"/>
                    <a:gd name="T14" fmla="*/ 145 w 1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0">
                      <a:moveTo>
                        <a:pt x="145" y="0"/>
                      </a:moveTo>
                      <a:lnTo>
                        <a:pt x="36" y="55"/>
                      </a:lnTo>
                      <a:lnTo>
                        <a:pt x="0" y="100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CE572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3" name="Freeform 209"/>
                <p:cNvSpPr>
                  <a:spLocks/>
                </p:cNvSpPr>
                <p:nvPr/>
              </p:nvSpPr>
              <p:spPr bwMode="auto">
                <a:xfrm>
                  <a:off x="372" y="100"/>
                  <a:ext cx="145" cy="100"/>
                </a:xfrm>
                <a:custGeom>
                  <a:avLst/>
                  <a:gdLst>
                    <a:gd name="T0" fmla="*/ 145 w 145"/>
                    <a:gd name="T1" fmla="*/ 0 h 100"/>
                    <a:gd name="T2" fmla="*/ 36 w 145"/>
                    <a:gd name="T3" fmla="*/ 55 h 100"/>
                    <a:gd name="T4" fmla="*/ 0 w 145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0"/>
                    <a:gd name="T11" fmla="*/ 145 w 1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0">
                      <a:moveTo>
                        <a:pt x="145" y="0"/>
                      </a:moveTo>
                      <a:lnTo>
                        <a:pt x="36" y="55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4" name="Freeform 210"/>
                <p:cNvSpPr>
                  <a:spLocks/>
                </p:cNvSpPr>
                <p:nvPr/>
              </p:nvSpPr>
              <p:spPr bwMode="auto">
                <a:xfrm>
                  <a:off x="408" y="64"/>
                  <a:ext cx="127" cy="91"/>
                </a:xfrm>
                <a:custGeom>
                  <a:avLst/>
                  <a:gdLst>
                    <a:gd name="T0" fmla="*/ 0 w 127"/>
                    <a:gd name="T1" fmla="*/ 91 h 91"/>
                    <a:gd name="T2" fmla="*/ 109 w 127"/>
                    <a:gd name="T3" fmla="*/ 36 h 91"/>
                    <a:gd name="T4" fmla="*/ 127 w 127"/>
                    <a:gd name="T5" fmla="*/ 0 h 91"/>
                    <a:gd name="T6" fmla="*/ 0 w 127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91"/>
                    <a:gd name="T14" fmla="*/ 127 w 127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91">
                      <a:moveTo>
                        <a:pt x="0" y="91"/>
                      </a:moveTo>
                      <a:lnTo>
                        <a:pt x="109" y="36"/>
                      </a:lnTo>
                      <a:lnTo>
                        <a:pt x="127" y="0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C84C1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5" name="Freeform 211"/>
                <p:cNvSpPr>
                  <a:spLocks/>
                </p:cNvSpPr>
                <p:nvPr/>
              </p:nvSpPr>
              <p:spPr bwMode="auto">
                <a:xfrm>
                  <a:off x="408" y="64"/>
                  <a:ext cx="127" cy="91"/>
                </a:xfrm>
                <a:custGeom>
                  <a:avLst/>
                  <a:gdLst>
                    <a:gd name="T0" fmla="*/ 0 w 127"/>
                    <a:gd name="T1" fmla="*/ 91 h 91"/>
                    <a:gd name="T2" fmla="*/ 109 w 127"/>
                    <a:gd name="T3" fmla="*/ 36 h 91"/>
                    <a:gd name="T4" fmla="*/ 127 w 127"/>
                    <a:gd name="T5" fmla="*/ 0 h 9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91"/>
                    <a:gd name="T11" fmla="*/ 127 w 127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91">
                      <a:moveTo>
                        <a:pt x="0" y="91"/>
                      </a:moveTo>
                      <a:lnTo>
                        <a:pt x="109" y="36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6" name="Freeform 212"/>
                <p:cNvSpPr>
                  <a:spLocks/>
                </p:cNvSpPr>
                <p:nvPr/>
              </p:nvSpPr>
              <p:spPr bwMode="auto">
                <a:xfrm>
                  <a:off x="517" y="37"/>
                  <a:ext cx="145" cy="63"/>
                </a:xfrm>
                <a:custGeom>
                  <a:avLst/>
                  <a:gdLst>
                    <a:gd name="T0" fmla="*/ 145 w 145"/>
                    <a:gd name="T1" fmla="*/ 0 h 63"/>
                    <a:gd name="T2" fmla="*/ 18 w 145"/>
                    <a:gd name="T3" fmla="*/ 27 h 63"/>
                    <a:gd name="T4" fmla="*/ 0 w 145"/>
                    <a:gd name="T5" fmla="*/ 63 h 63"/>
                    <a:gd name="T6" fmla="*/ 145 w 145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63"/>
                    <a:gd name="T14" fmla="*/ 145 w 145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63">
                      <a:moveTo>
                        <a:pt x="145" y="0"/>
                      </a:moveTo>
                      <a:lnTo>
                        <a:pt x="18" y="27"/>
                      </a:lnTo>
                      <a:lnTo>
                        <a:pt x="0" y="63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B9473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7" name="Freeform 213"/>
                <p:cNvSpPr>
                  <a:spLocks/>
                </p:cNvSpPr>
                <p:nvPr/>
              </p:nvSpPr>
              <p:spPr bwMode="auto">
                <a:xfrm>
                  <a:off x="517" y="37"/>
                  <a:ext cx="145" cy="63"/>
                </a:xfrm>
                <a:custGeom>
                  <a:avLst/>
                  <a:gdLst>
                    <a:gd name="T0" fmla="*/ 145 w 145"/>
                    <a:gd name="T1" fmla="*/ 0 h 63"/>
                    <a:gd name="T2" fmla="*/ 18 w 145"/>
                    <a:gd name="T3" fmla="*/ 27 h 63"/>
                    <a:gd name="T4" fmla="*/ 0 w 145"/>
                    <a:gd name="T5" fmla="*/ 63 h 63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63"/>
                    <a:gd name="T11" fmla="*/ 145 w 145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63">
                      <a:moveTo>
                        <a:pt x="145" y="0"/>
                      </a:moveTo>
                      <a:lnTo>
                        <a:pt x="18" y="27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8" name="Freeform 214"/>
                <p:cNvSpPr>
                  <a:spLocks/>
                </p:cNvSpPr>
                <p:nvPr/>
              </p:nvSpPr>
              <p:spPr bwMode="auto">
                <a:xfrm>
                  <a:off x="45" y="735"/>
                  <a:ext cx="37" cy="245"/>
                </a:xfrm>
                <a:custGeom>
                  <a:avLst/>
                  <a:gdLst>
                    <a:gd name="T0" fmla="*/ 19 w 37"/>
                    <a:gd name="T1" fmla="*/ 0 h 245"/>
                    <a:gd name="T2" fmla="*/ 37 w 37"/>
                    <a:gd name="T3" fmla="*/ 154 h 245"/>
                    <a:gd name="T4" fmla="*/ 0 w 37"/>
                    <a:gd name="T5" fmla="*/ 245 h 245"/>
                    <a:gd name="T6" fmla="*/ 19 w 37"/>
                    <a:gd name="T7" fmla="*/ 0 h 2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245"/>
                    <a:gd name="T14" fmla="*/ 37 w 37"/>
                    <a:gd name="T15" fmla="*/ 245 h 2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245">
                      <a:moveTo>
                        <a:pt x="19" y="0"/>
                      </a:moveTo>
                      <a:lnTo>
                        <a:pt x="37" y="154"/>
                      </a:lnTo>
                      <a:lnTo>
                        <a:pt x="0" y="245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00089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09" name="Freeform 215"/>
                <p:cNvSpPr>
                  <a:spLocks/>
                </p:cNvSpPr>
                <p:nvPr/>
              </p:nvSpPr>
              <p:spPr bwMode="auto">
                <a:xfrm>
                  <a:off x="45" y="735"/>
                  <a:ext cx="37" cy="245"/>
                </a:xfrm>
                <a:custGeom>
                  <a:avLst/>
                  <a:gdLst>
                    <a:gd name="T0" fmla="*/ 19 w 37"/>
                    <a:gd name="T1" fmla="*/ 0 h 245"/>
                    <a:gd name="T2" fmla="*/ 37 w 37"/>
                    <a:gd name="T3" fmla="*/ 154 h 245"/>
                    <a:gd name="T4" fmla="*/ 0 w 37"/>
                    <a:gd name="T5" fmla="*/ 245 h 245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245"/>
                    <a:gd name="T11" fmla="*/ 37 w 37"/>
                    <a:gd name="T12" fmla="*/ 245 h 2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245">
                      <a:moveTo>
                        <a:pt x="19" y="0"/>
                      </a:moveTo>
                      <a:lnTo>
                        <a:pt x="37" y="154"/>
                      </a:lnTo>
                      <a:lnTo>
                        <a:pt x="0" y="2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0" name="Freeform 216"/>
                <p:cNvSpPr>
                  <a:spLocks/>
                </p:cNvSpPr>
                <p:nvPr/>
              </p:nvSpPr>
              <p:spPr bwMode="auto">
                <a:xfrm>
                  <a:off x="64" y="663"/>
                  <a:ext cx="36" cy="226"/>
                </a:xfrm>
                <a:custGeom>
                  <a:avLst/>
                  <a:gdLst>
                    <a:gd name="T0" fmla="*/ 18 w 36"/>
                    <a:gd name="T1" fmla="*/ 226 h 226"/>
                    <a:gd name="T2" fmla="*/ 0 w 36"/>
                    <a:gd name="T3" fmla="*/ 72 h 226"/>
                    <a:gd name="T4" fmla="*/ 36 w 36"/>
                    <a:gd name="T5" fmla="*/ 0 h 226"/>
                    <a:gd name="T6" fmla="*/ 18 w 36"/>
                    <a:gd name="T7" fmla="*/ 226 h 2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26"/>
                    <a:gd name="T14" fmla="*/ 36 w 36"/>
                    <a:gd name="T15" fmla="*/ 226 h 2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26">
                      <a:moveTo>
                        <a:pt x="18" y="226"/>
                      </a:moveTo>
                      <a:lnTo>
                        <a:pt x="0" y="72"/>
                      </a:lnTo>
                      <a:lnTo>
                        <a:pt x="36" y="0"/>
                      </a:lnTo>
                      <a:lnTo>
                        <a:pt x="18" y="226"/>
                      </a:lnTo>
                      <a:close/>
                    </a:path>
                  </a:pathLst>
                </a:custGeom>
                <a:solidFill>
                  <a:srgbClr val="00109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1" name="Freeform 217"/>
                <p:cNvSpPr>
                  <a:spLocks/>
                </p:cNvSpPr>
                <p:nvPr/>
              </p:nvSpPr>
              <p:spPr bwMode="auto">
                <a:xfrm>
                  <a:off x="64" y="663"/>
                  <a:ext cx="36" cy="226"/>
                </a:xfrm>
                <a:custGeom>
                  <a:avLst/>
                  <a:gdLst>
                    <a:gd name="T0" fmla="*/ 18 w 36"/>
                    <a:gd name="T1" fmla="*/ 226 h 226"/>
                    <a:gd name="T2" fmla="*/ 0 w 36"/>
                    <a:gd name="T3" fmla="*/ 72 h 226"/>
                    <a:gd name="T4" fmla="*/ 36 w 36"/>
                    <a:gd name="T5" fmla="*/ 0 h 22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26"/>
                    <a:gd name="T11" fmla="*/ 36 w 36"/>
                    <a:gd name="T12" fmla="*/ 226 h 2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26">
                      <a:moveTo>
                        <a:pt x="18" y="226"/>
                      </a:moveTo>
                      <a:lnTo>
                        <a:pt x="0" y="7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2" name="Freeform 218"/>
                <p:cNvSpPr>
                  <a:spLocks/>
                </p:cNvSpPr>
                <p:nvPr/>
              </p:nvSpPr>
              <p:spPr bwMode="auto">
                <a:xfrm>
                  <a:off x="662" y="0"/>
                  <a:ext cx="136" cy="37"/>
                </a:xfrm>
                <a:custGeom>
                  <a:avLst/>
                  <a:gdLst>
                    <a:gd name="T0" fmla="*/ 0 w 136"/>
                    <a:gd name="T1" fmla="*/ 37 h 37"/>
                    <a:gd name="T2" fmla="*/ 136 w 136"/>
                    <a:gd name="T3" fmla="*/ 28 h 37"/>
                    <a:gd name="T4" fmla="*/ 136 w 136"/>
                    <a:gd name="T5" fmla="*/ 0 h 37"/>
                    <a:gd name="T6" fmla="*/ 0 w 136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37"/>
                    <a:gd name="T14" fmla="*/ 136 w 1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37">
                      <a:moveTo>
                        <a:pt x="0" y="37"/>
                      </a:moveTo>
                      <a:lnTo>
                        <a:pt x="136" y="28"/>
                      </a:lnTo>
                      <a:lnTo>
                        <a:pt x="136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9C2C2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3" name="Freeform 219"/>
                <p:cNvSpPr>
                  <a:spLocks/>
                </p:cNvSpPr>
                <p:nvPr/>
              </p:nvSpPr>
              <p:spPr bwMode="auto">
                <a:xfrm>
                  <a:off x="662" y="0"/>
                  <a:ext cx="136" cy="37"/>
                </a:xfrm>
                <a:custGeom>
                  <a:avLst/>
                  <a:gdLst>
                    <a:gd name="T0" fmla="*/ 0 w 136"/>
                    <a:gd name="T1" fmla="*/ 37 h 37"/>
                    <a:gd name="T2" fmla="*/ 136 w 136"/>
                    <a:gd name="T3" fmla="*/ 28 h 37"/>
                    <a:gd name="T4" fmla="*/ 136 w 136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37"/>
                    <a:gd name="T11" fmla="*/ 136 w 1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37">
                      <a:moveTo>
                        <a:pt x="0" y="37"/>
                      </a:moveTo>
                      <a:lnTo>
                        <a:pt x="136" y="28"/>
                      </a:lnTo>
                      <a:lnTo>
                        <a:pt x="1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4" name="Freeform 220"/>
                <p:cNvSpPr>
                  <a:spLocks/>
                </p:cNvSpPr>
                <p:nvPr/>
              </p:nvSpPr>
              <p:spPr bwMode="auto">
                <a:xfrm>
                  <a:off x="798" y="18"/>
                  <a:ext cx="136" cy="28"/>
                </a:xfrm>
                <a:custGeom>
                  <a:avLst/>
                  <a:gdLst>
                    <a:gd name="T0" fmla="*/ 0 w 136"/>
                    <a:gd name="T1" fmla="*/ 10 h 28"/>
                    <a:gd name="T2" fmla="*/ 136 w 136"/>
                    <a:gd name="T3" fmla="*/ 28 h 28"/>
                    <a:gd name="T4" fmla="*/ 118 w 136"/>
                    <a:gd name="T5" fmla="*/ 0 h 28"/>
                    <a:gd name="T6" fmla="*/ 0 w 136"/>
                    <a:gd name="T7" fmla="*/ 10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28"/>
                    <a:gd name="T14" fmla="*/ 136 w 136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28">
                      <a:moveTo>
                        <a:pt x="0" y="10"/>
                      </a:moveTo>
                      <a:lnTo>
                        <a:pt x="136" y="28"/>
                      </a:lnTo>
                      <a:lnTo>
                        <a:pt x="118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solidFill>
                  <a:srgbClr val="7C102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5" name="Freeform 221"/>
                <p:cNvSpPr>
                  <a:spLocks/>
                </p:cNvSpPr>
                <p:nvPr/>
              </p:nvSpPr>
              <p:spPr bwMode="auto">
                <a:xfrm>
                  <a:off x="798" y="18"/>
                  <a:ext cx="136" cy="28"/>
                </a:xfrm>
                <a:custGeom>
                  <a:avLst/>
                  <a:gdLst>
                    <a:gd name="T0" fmla="*/ 0 w 136"/>
                    <a:gd name="T1" fmla="*/ 10 h 28"/>
                    <a:gd name="T2" fmla="*/ 136 w 136"/>
                    <a:gd name="T3" fmla="*/ 28 h 28"/>
                    <a:gd name="T4" fmla="*/ 118 w 136"/>
                    <a:gd name="T5" fmla="*/ 0 h 28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28"/>
                    <a:gd name="T11" fmla="*/ 136 w 136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28">
                      <a:moveTo>
                        <a:pt x="0" y="10"/>
                      </a:moveTo>
                      <a:lnTo>
                        <a:pt x="136" y="28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6" name="Freeform 222"/>
                <p:cNvSpPr>
                  <a:spLocks/>
                </p:cNvSpPr>
                <p:nvPr/>
              </p:nvSpPr>
              <p:spPr bwMode="auto">
                <a:xfrm>
                  <a:off x="798" y="0"/>
                  <a:ext cx="118" cy="28"/>
                </a:xfrm>
                <a:custGeom>
                  <a:avLst/>
                  <a:gdLst>
                    <a:gd name="T0" fmla="*/ 118 w 118"/>
                    <a:gd name="T1" fmla="*/ 18 h 28"/>
                    <a:gd name="T2" fmla="*/ 0 w 118"/>
                    <a:gd name="T3" fmla="*/ 0 h 28"/>
                    <a:gd name="T4" fmla="*/ 0 w 118"/>
                    <a:gd name="T5" fmla="*/ 28 h 28"/>
                    <a:gd name="T6" fmla="*/ 118 w 118"/>
                    <a:gd name="T7" fmla="*/ 18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28"/>
                    <a:gd name="T14" fmla="*/ 118 w 118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28">
                      <a:moveTo>
                        <a:pt x="118" y="18"/>
                      </a:move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118" y="18"/>
                      </a:lnTo>
                      <a:close/>
                    </a:path>
                  </a:pathLst>
                </a:custGeom>
                <a:solidFill>
                  <a:srgbClr val="7C102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7" name="Freeform 223"/>
                <p:cNvSpPr>
                  <a:spLocks/>
                </p:cNvSpPr>
                <p:nvPr/>
              </p:nvSpPr>
              <p:spPr bwMode="auto">
                <a:xfrm>
                  <a:off x="798" y="0"/>
                  <a:ext cx="118" cy="28"/>
                </a:xfrm>
                <a:custGeom>
                  <a:avLst/>
                  <a:gdLst>
                    <a:gd name="T0" fmla="*/ 118 w 118"/>
                    <a:gd name="T1" fmla="*/ 18 h 28"/>
                    <a:gd name="T2" fmla="*/ 0 w 118"/>
                    <a:gd name="T3" fmla="*/ 0 h 28"/>
                    <a:gd name="T4" fmla="*/ 0 w 118"/>
                    <a:gd name="T5" fmla="*/ 28 h 28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28"/>
                    <a:gd name="T11" fmla="*/ 118 w 118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28">
                      <a:moveTo>
                        <a:pt x="118" y="18"/>
                      </a:moveTo>
                      <a:lnTo>
                        <a:pt x="0" y="0"/>
                      </a:lnTo>
                      <a:lnTo>
                        <a:pt x="0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8" name="Freeform 224"/>
                <p:cNvSpPr>
                  <a:spLocks/>
                </p:cNvSpPr>
                <p:nvPr/>
              </p:nvSpPr>
              <p:spPr bwMode="auto">
                <a:xfrm>
                  <a:off x="1243" y="291"/>
                  <a:ext cx="63" cy="99"/>
                </a:xfrm>
                <a:custGeom>
                  <a:avLst/>
                  <a:gdLst>
                    <a:gd name="T0" fmla="*/ 0 w 63"/>
                    <a:gd name="T1" fmla="*/ 0 h 99"/>
                    <a:gd name="T2" fmla="*/ 63 w 63"/>
                    <a:gd name="T3" fmla="*/ 99 h 99"/>
                    <a:gd name="T4" fmla="*/ 27 w 63"/>
                    <a:gd name="T5" fmla="*/ 36 h 99"/>
                    <a:gd name="T6" fmla="*/ 0 w 63"/>
                    <a:gd name="T7" fmla="*/ 0 h 9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99"/>
                    <a:gd name="T14" fmla="*/ 63 w 63"/>
                    <a:gd name="T15" fmla="*/ 99 h 9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99">
                      <a:moveTo>
                        <a:pt x="0" y="0"/>
                      </a:moveTo>
                      <a:lnTo>
                        <a:pt x="63" y="99"/>
                      </a:lnTo>
                      <a:lnTo>
                        <a:pt x="27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19" name="Freeform 225"/>
                <p:cNvSpPr>
                  <a:spLocks/>
                </p:cNvSpPr>
                <p:nvPr/>
              </p:nvSpPr>
              <p:spPr bwMode="auto">
                <a:xfrm>
                  <a:off x="1243" y="291"/>
                  <a:ext cx="63" cy="99"/>
                </a:xfrm>
                <a:custGeom>
                  <a:avLst/>
                  <a:gdLst>
                    <a:gd name="T0" fmla="*/ 0 w 63"/>
                    <a:gd name="T1" fmla="*/ 0 h 99"/>
                    <a:gd name="T2" fmla="*/ 63 w 63"/>
                    <a:gd name="T3" fmla="*/ 99 h 99"/>
                    <a:gd name="T4" fmla="*/ 27 w 63"/>
                    <a:gd name="T5" fmla="*/ 36 h 9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99"/>
                    <a:gd name="T11" fmla="*/ 63 w 63"/>
                    <a:gd name="T12" fmla="*/ 99 h 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99">
                      <a:moveTo>
                        <a:pt x="0" y="0"/>
                      </a:moveTo>
                      <a:lnTo>
                        <a:pt x="63" y="99"/>
                      </a:lnTo>
                      <a:lnTo>
                        <a:pt x="27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020" name="Freeform 226"/>
                <p:cNvSpPr>
                  <a:spLocks/>
                </p:cNvSpPr>
                <p:nvPr/>
              </p:nvSpPr>
              <p:spPr bwMode="auto">
                <a:xfrm>
                  <a:off x="1206" y="236"/>
                  <a:ext cx="64" cy="91"/>
                </a:xfrm>
                <a:custGeom>
                  <a:avLst/>
                  <a:gdLst>
                    <a:gd name="T0" fmla="*/ 64 w 64"/>
                    <a:gd name="T1" fmla="*/ 91 h 91"/>
                    <a:gd name="T2" fmla="*/ 0 w 64"/>
                    <a:gd name="T3" fmla="*/ 0 h 91"/>
                    <a:gd name="T4" fmla="*/ 37 w 64"/>
                    <a:gd name="T5" fmla="*/ 55 h 91"/>
                    <a:gd name="T6" fmla="*/ 64 w 64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1"/>
                    <a:gd name="T14" fmla="*/ 64 w 64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1">
                      <a:moveTo>
                        <a:pt x="64" y="91"/>
                      </a:moveTo>
                      <a:lnTo>
                        <a:pt x="0" y="0"/>
                      </a:lnTo>
                      <a:lnTo>
                        <a:pt x="37" y="55"/>
                      </a:lnTo>
                      <a:lnTo>
                        <a:pt x="64" y="9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1" name="Group 227"/>
              <p:cNvGrpSpPr>
                <a:grpSpLocks/>
              </p:cNvGrpSpPr>
              <p:nvPr/>
            </p:nvGrpSpPr>
            <p:grpSpPr bwMode="auto">
              <a:xfrm>
                <a:off x="18" y="18"/>
                <a:ext cx="1488" cy="1361"/>
                <a:chOff x="0" y="0"/>
                <a:chExt cx="1488" cy="1361"/>
              </a:xfrm>
            </p:grpSpPr>
            <p:sp>
              <p:nvSpPr>
                <p:cNvPr id="26525" name="Freeform 228"/>
                <p:cNvSpPr>
                  <a:spLocks/>
                </p:cNvSpPr>
                <p:nvPr/>
              </p:nvSpPr>
              <p:spPr bwMode="auto">
                <a:xfrm>
                  <a:off x="1188" y="290"/>
                  <a:ext cx="64" cy="91"/>
                </a:xfrm>
                <a:custGeom>
                  <a:avLst/>
                  <a:gdLst>
                    <a:gd name="T0" fmla="*/ 64 w 64"/>
                    <a:gd name="T1" fmla="*/ 91 h 91"/>
                    <a:gd name="T2" fmla="*/ 0 w 64"/>
                    <a:gd name="T3" fmla="*/ 0 h 91"/>
                    <a:gd name="T4" fmla="*/ 37 w 64"/>
                    <a:gd name="T5" fmla="*/ 55 h 91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1"/>
                    <a:gd name="T11" fmla="*/ 64 w 64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1">
                      <a:moveTo>
                        <a:pt x="64" y="91"/>
                      </a:moveTo>
                      <a:lnTo>
                        <a:pt x="0" y="0"/>
                      </a:lnTo>
                      <a:lnTo>
                        <a:pt x="37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6" name="Freeform 229"/>
                <p:cNvSpPr>
                  <a:spLocks/>
                </p:cNvSpPr>
                <p:nvPr/>
              </p:nvSpPr>
              <p:spPr bwMode="auto">
                <a:xfrm>
                  <a:off x="118" y="453"/>
                  <a:ext cx="82" cy="182"/>
                </a:xfrm>
                <a:custGeom>
                  <a:avLst/>
                  <a:gdLst>
                    <a:gd name="T0" fmla="*/ 82 w 82"/>
                    <a:gd name="T1" fmla="*/ 0 h 182"/>
                    <a:gd name="T2" fmla="*/ 36 w 82"/>
                    <a:gd name="T3" fmla="*/ 109 h 182"/>
                    <a:gd name="T4" fmla="*/ 0 w 82"/>
                    <a:gd name="T5" fmla="*/ 182 h 182"/>
                    <a:gd name="T6" fmla="*/ 82 w 82"/>
                    <a:gd name="T7" fmla="*/ 0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82"/>
                    <a:gd name="T14" fmla="*/ 82 w 82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82">
                      <a:moveTo>
                        <a:pt x="82" y="0"/>
                      </a:moveTo>
                      <a:lnTo>
                        <a:pt x="36" y="109"/>
                      </a:lnTo>
                      <a:lnTo>
                        <a:pt x="0" y="18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006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7" name="Freeform 230"/>
                <p:cNvSpPr>
                  <a:spLocks/>
                </p:cNvSpPr>
                <p:nvPr/>
              </p:nvSpPr>
              <p:spPr bwMode="auto">
                <a:xfrm>
                  <a:off x="118" y="453"/>
                  <a:ext cx="82" cy="182"/>
                </a:xfrm>
                <a:custGeom>
                  <a:avLst/>
                  <a:gdLst>
                    <a:gd name="T0" fmla="*/ 82 w 82"/>
                    <a:gd name="T1" fmla="*/ 0 h 182"/>
                    <a:gd name="T2" fmla="*/ 36 w 82"/>
                    <a:gd name="T3" fmla="*/ 109 h 182"/>
                    <a:gd name="T4" fmla="*/ 0 w 82"/>
                    <a:gd name="T5" fmla="*/ 182 h 18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82"/>
                    <a:gd name="T11" fmla="*/ 82 w 82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82">
                      <a:moveTo>
                        <a:pt x="82" y="0"/>
                      </a:moveTo>
                      <a:lnTo>
                        <a:pt x="36" y="109"/>
                      </a:lnTo>
                      <a:lnTo>
                        <a:pt x="0" y="1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8" name="Freeform 231"/>
                <p:cNvSpPr>
                  <a:spLocks/>
                </p:cNvSpPr>
                <p:nvPr/>
              </p:nvSpPr>
              <p:spPr bwMode="auto">
                <a:xfrm>
                  <a:off x="154" y="390"/>
                  <a:ext cx="82" cy="172"/>
                </a:xfrm>
                <a:custGeom>
                  <a:avLst/>
                  <a:gdLst>
                    <a:gd name="T0" fmla="*/ 0 w 82"/>
                    <a:gd name="T1" fmla="*/ 172 h 172"/>
                    <a:gd name="T2" fmla="*/ 46 w 82"/>
                    <a:gd name="T3" fmla="*/ 63 h 172"/>
                    <a:gd name="T4" fmla="*/ 82 w 82"/>
                    <a:gd name="T5" fmla="*/ 0 h 172"/>
                    <a:gd name="T6" fmla="*/ 0 w 82"/>
                    <a:gd name="T7" fmla="*/ 172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72"/>
                    <a:gd name="T14" fmla="*/ 82 w 82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72">
                      <a:moveTo>
                        <a:pt x="0" y="172"/>
                      </a:moveTo>
                      <a:lnTo>
                        <a:pt x="46" y="63"/>
                      </a:lnTo>
                      <a:lnTo>
                        <a:pt x="82" y="0"/>
                      </a:lnTo>
                      <a:lnTo>
                        <a:pt x="0" y="172"/>
                      </a:lnTo>
                      <a:close/>
                    </a:path>
                  </a:pathLst>
                </a:custGeom>
                <a:solidFill>
                  <a:srgbClr val="00006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9" name="Freeform 232"/>
                <p:cNvSpPr>
                  <a:spLocks/>
                </p:cNvSpPr>
                <p:nvPr/>
              </p:nvSpPr>
              <p:spPr bwMode="auto">
                <a:xfrm>
                  <a:off x="154" y="390"/>
                  <a:ext cx="82" cy="172"/>
                </a:xfrm>
                <a:custGeom>
                  <a:avLst/>
                  <a:gdLst>
                    <a:gd name="T0" fmla="*/ 0 w 82"/>
                    <a:gd name="T1" fmla="*/ 172 h 172"/>
                    <a:gd name="T2" fmla="*/ 46 w 82"/>
                    <a:gd name="T3" fmla="*/ 63 h 172"/>
                    <a:gd name="T4" fmla="*/ 82 w 82"/>
                    <a:gd name="T5" fmla="*/ 0 h 17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72"/>
                    <a:gd name="T11" fmla="*/ 82 w 82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72">
                      <a:moveTo>
                        <a:pt x="0" y="172"/>
                      </a:moveTo>
                      <a:lnTo>
                        <a:pt x="46" y="63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0" name="Freeform 233"/>
                <p:cNvSpPr>
                  <a:spLocks/>
                </p:cNvSpPr>
                <p:nvPr/>
              </p:nvSpPr>
              <p:spPr bwMode="auto">
                <a:xfrm>
                  <a:off x="236" y="254"/>
                  <a:ext cx="118" cy="136"/>
                </a:xfrm>
                <a:custGeom>
                  <a:avLst/>
                  <a:gdLst>
                    <a:gd name="T0" fmla="*/ 118 w 118"/>
                    <a:gd name="T1" fmla="*/ 0 h 136"/>
                    <a:gd name="T2" fmla="*/ 36 w 118"/>
                    <a:gd name="T3" fmla="*/ 82 h 136"/>
                    <a:gd name="T4" fmla="*/ 0 w 118"/>
                    <a:gd name="T5" fmla="*/ 136 h 136"/>
                    <a:gd name="T6" fmla="*/ 118 w 118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36"/>
                    <a:gd name="T14" fmla="*/ 118 w 118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36">
                      <a:moveTo>
                        <a:pt x="118" y="0"/>
                      </a:moveTo>
                      <a:lnTo>
                        <a:pt x="36" y="82"/>
                      </a:lnTo>
                      <a:lnTo>
                        <a:pt x="0" y="136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CF57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1" name="Freeform 234"/>
                <p:cNvSpPr>
                  <a:spLocks/>
                </p:cNvSpPr>
                <p:nvPr/>
              </p:nvSpPr>
              <p:spPr bwMode="auto">
                <a:xfrm>
                  <a:off x="236" y="254"/>
                  <a:ext cx="118" cy="136"/>
                </a:xfrm>
                <a:custGeom>
                  <a:avLst/>
                  <a:gdLst>
                    <a:gd name="T0" fmla="*/ 118 w 118"/>
                    <a:gd name="T1" fmla="*/ 0 h 136"/>
                    <a:gd name="T2" fmla="*/ 36 w 118"/>
                    <a:gd name="T3" fmla="*/ 82 h 136"/>
                    <a:gd name="T4" fmla="*/ 0 w 118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36"/>
                    <a:gd name="T11" fmla="*/ 118 w 118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36">
                      <a:moveTo>
                        <a:pt x="118" y="0"/>
                      </a:moveTo>
                      <a:lnTo>
                        <a:pt x="36" y="82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2" name="Freeform 235"/>
                <p:cNvSpPr>
                  <a:spLocks/>
                </p:cNvSpPr>
                <p:nvPr/>
              </p:nvSpPr>
              <p:spPr bwMode="auto">
                <a:xfrm>
                  <a:off x="272" y="209"/>
                  <a:ext cx="118" cy="127"/>
                </a:xfrm>
                <a:custGeom>
                  <a:avLst/>
                  <a:gdLst>
                    <a:gd name="T0" fmla="*/ 0 w 118"/>
                    <a:gd name="T1" fmla="*/ 127 h 127"/>
                    <a:gd name="T2" fmla="*/ 82 w 118"/>
                    <a:gd name="T3" fmla="*/ 45 h 127"/>
                    <a:gd name="T4" fmla="*/ 118 w 118"/>
                    <a:gd name="T5" fmla="*/ 0 h 127"/>
                    <a:gd name="T6" fmla="*/ 0 w 118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27"/>
                    <a:gd name="T14" fmla="*/ 118 w 118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27">
                      <a:moveTo>
                        <a:pt x="0" y="127"/>
                      </a:moveTo>
                      <a:lnTo>
                        <a:pt x="82" y="45"/>
                      </a:lnTo>
                      <a:lnTo>
                        <a:pt x="118" y="0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solidFill>
                  <a:srgbClr val="C54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3" name="Freeform 236"/>
                <p:cNvSpPr>
                  <a:spLocks/>
                </p:cNvSpPr>
                <p:nvPr/>
              </p:nvSpPr>
              <p:spPr bwMode="auto">
                <a:xfrm>
                  <a:off x="272" y="209"/>
                  <a:ext cx="118" cy="127"/>
                </a:xfrm>
                <a:custGeom>
                  <a:avLst/>
                  <a:gdLst>
                    <a:gd name="T0" fmla="*/ 0 w 118"/>
                    <a:gd name="T1" fmla="*/ 127 h 127"/>
                    <a:gd name="T2" fmla="*/ 82 w 118"/>
                    <a:gd name="T3" fmla="*/ 45 h 127"/>
                    <a:gd name="T4" fmla="*/ 118 w 118"/>
                    <a:gd name="T5" fmla="*/ 0 h 127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27"/>
                    <a:gd name="T11" fmla="*/ 118 w 118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27">
                      <a:moveTo>
                        <a:pt x="0" y="127"/>
                      </a:moveTo>
                      <a:lnTo>
                        <a:pt x="82" y="45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4" name="Freeform 237"/>
                <p:cNvSpPr>
                  <a:spLocks/>
                </p:cNvSpPr>
                <p:nvPr/>
              </p:nvSpPr>
              <p:spPr bwMode="auto">
                <a:xfrm>
                  <a:off x="517" y="54"/>
                  <a:ext cx="136" cy="64"/>
                </a:xfrm>
                <a:custGeom>
                  <a:avLst/>
                  <a:gdLst>
                    <a:gd name="T0" fmla="*/ 0 w 136"/>
                    <a:gd name="T1" fmla="*/ 64 h 64"/>
                    <a:gd name="T2" fmla="*/ 127 w 136"/>
                    <a:gd name="T3" fmla="*/ 37 h 64"/>
                    <a:gd name="T4" fmla="*/ 136 w 136"/>
                    <a:gd name="T5" fmla="*/ 0 h 64"/>
                    <a:gd name="T6" fmla="*/ 0 w 136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64"/>
                    <a:gd name="T14" fmla="*/ 136 w 136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64">
                      <a:moveTo>
                        <a:pt x="0" y="64"/>
                      </a:moveTo>
                      <a:lnTo>
                        <a:pt x="127" y="37"/>
                      </a:lnTo>
                      <a:lnTo>
                        <a:pt x="136" y="0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B33B2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5" name="Freeform 238"/>
                <p:cNvSpPr>
                  <a:spLocks/>
                </p:cNvSpPr>
                <p:nvPr/>
              </p:nvSpPr>
              <p:spPr bwMode="auto">
                <a:xfrm>
                  <a:off x="517" y="54"/>
                  <a:ext cx="136" cy="64"/>
                </a:xfrm>
                <a:custGeom>
                  <a:avLst/>
                  <a:gdLst>
                    <a:gd name="T0" fmla="*/ 0 w 136"/>
                    <a:gd name="T1" fmla="*/ 64 h 64"/>
                    <a:gd name="T2" fmla="*/ 127 w 136"/>
                    <a:gd name="T3" fmla="*/ 37 h 64"/>
                    <a:gd name="T4" fmla="*/ 136 w 136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64"/>
                    <a:gd name="T11" fmla="*/ 136 w 136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64">
                      <a:moveTo>
                        <a:pt x="0" y="64"/>
                      </a:moveTo>
                      <a:lnTo>
                        <a:pt x="127" y="37"/>
                      </a:lnTo>
                      <a:lnTo>
                        <a:pt x="1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6" name="Freeform 239"/>
                <p:cNvSpPr>
                  <a:spLocks/>
                </p:cNvSpPr>
                <p:nvPr/>
              </p:nvSpPr>
              <p:spPr bwMode="auto">
                <a:xfrm>
                  <a:off x="644" y="54"/>
                  <a:ext cx="136" cy="37"/>
                </a:xfrm>
                <a:custGeom>
                  <a:avLst/>
                  <a:gdLst>
                    <a:gd name="T0" fmla="*/ 136 w 136"/>
                    <a:gd name="T1" fmla="*/ 0 h 37"/>
                    <a:gd name="T2" fmla="*/ 9 w 136"/>
                    <a:gd name="T3" fmla="*/ 0 h 37"/>
                    <a:gd name="T4" fmla="*/ 0 w 136"/>
                    <a:gd name="T5" fmla="*/ 37 h 37"/>
                    <a:gd name="T6" fmla="*/ 136 w 136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37"/>
                    <a:gd name="T14" fmla="*/ 136 w 1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37">
                      <a:moveTo>
                        <a:pt x="136" y="0"/>
                      </a:moveTo>
                      <a:lnTo>
                        <a:pt x="9" y="0"/>
                      </a:lnTo>
                      <a:lnTo>
                        <a:pt x="0" y="37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9C2C2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7" name="Freeform 240"/>
                <p:cNvSpPr>
                  <a:spLocks/>
                </p:cNvSpPr>
                <p:nvPr/>
              </p:nvSpPr>
              <p:spPr bwMode="auto">
                <a:xfrm>
                  <a:off x="644" y="54"/>
                  <a:ext cx="136" cy="37"/>
                </a:xfrm>
                <a:custGeom>
                  <a:avLst/>
                  <a:gdLst>
                    <a:gd name="T0" fmla="*/ 136 w 136"/>
                    <a:gd name="T1" fmla="*/ 0 h 37"/>
                    <a:gd name="T2" fmla="*/ 9 w 136"/>
                    <a:gd name="T3" fmla="*/ 0 h 37"/>
                    <a:gd name="T4" fmla="*/ 0 w 136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37"/>
                    <a:gd name="T11" fmla="*/ 136 w 1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37">
                      <a:moveTo>
                        <a:pt x="136" y="0"/>
                      </a:moveTo>
                      <a:lnTo>
                        <a:pt x="9" y="0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8" name="Freeform 241"/>
                <p:cNvSpPr>
                  <a:spLocks/>
                </p:cNvSpPr>
                <p:nvPr/>
              </p:nvSpPr>
              <p:spPr bwMode="auto">
                <a:xfrm>
                  <a:off x="1342" y="571"/>
                  <a:ext cx="37" cy="127"/>
                </a:xfrm>
                <a:custGeom>
                  <a:avLst/>
                  <a:gdLst>
                    <a:gd name="T0" fmla="*/ 19 w 37"/>
                    <a:gd name="T1" fmla="*/ 0 h 127"/>
                    <a:gd name="T2" fmla="*/ 37 w 37"/>
                    <a:gd name="T3" fmla="*/ 127 h 127"/>
                    <a:gd name="T4" fmla="*/ 0 w 37"/>
                    <a:gd name="T5" fmla="*/ 55 h 127"/>
                    <a:gd name="T6" fmla="*/ 19 w 37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27"/>
                    <a:gd name="T14" fmla="*/ 37 w 37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27">
                      <a:moveTo>
                        <a:pt x="19" y="0"/>
                      </a:moveTo>
                      <a:lnTo>
                        <a:pt x="37" y="127"/>
                      </a:lnTo>
                      <a:lnTo>
                        <a:pt x="0" y="55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ECED8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39" name="Freeform 242"/>
                <p:cNvSpPr>
                  <a:spLocks/>
                </p:cNvSpPr>
                <p:nvPr/>
              </p:nvSpPr>
              <p:spPr bwMode="auto">
                <a:xfrm>
                  <a:off x="1342" y="571"/>
                  <a:ext cx="37" cy="127"/>
                </a:xfrm>
                <a:custGeom>
                  <a:avLst/>
                  <a:gdLst>
                    <a:gd name="T0" fmla="*/ 19 w 37"/>
                    <a:gd name="T1" fmla="*/ 0 h 127"/>
                    <a:gd name="T2" fmla="*/ 37 w 37"/>
                    <a:gd name="T3" fmla="*/ 127 h 127"/>
                    <a:gd name="T4" fmla="*/ 0 w 37"/>
                    <a:gd name="T5" fmla="*/ 55 h 127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27"/>
                    <a:gd name="T11" fmla="*/ 37 w 37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27">
                      <a:moveTo>
                        <a:pt x="19" y="0"/>
                      </a:moveTo>
                      <a:lnTo>
                        <a:pt x="37" y="127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0" name="Freeform 243"/>
                <p:cNvSpPr>
                  <a:spLocks/>
                </p:cNvSpPr>
                <p:nvPr/>
              </p:nvSpPr>
              <p:spPr bwMode="auto">
                <a:xfrm>
                  <a:off x="1324" y="508"/>
                  <a:ext cx="37" cy="118"/>
                </a:xfrm>
                <a:custGeom>
                  <a:avLst/>
                  <a:gdLst>
                    <a:gd name="T0" fmla="*/ 18 w 37"/>
                    <a:gd name="T1" fmla="*/ 118 h 118"/>
                    <a:gd name="T2" fmla="*/ 0 w 37"/>
                    <a:gd name="T3" fmla="*/ 0 h 118"/>
                    <a:gd name="T4" fmla="*/ 37 w 37"/>
                    <a:gd name="T5" fmla="*/ 63 h 118"/>
                    <a:gd name="T6" fmla="*/ 18 w 37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18"/>
                    <a:gd name="T14" fmla="*/ 37 w 37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18">
                      <a:moveTo>
                        <a:pt x="18" y="118"/>
                      </a:moveTo>
                      <a:lnTo>
                        <a:pt x="0" y="0"/>
                      </a:lnTo>
                      <a:lnTo>
                        <a:pt x="37" y="63"/>
                      </a:lnTo>
                      <a:lnTo>
                        <a:pt x="18" y="118"/>
                      </a:lnTo>
                      <a:close/>
                    </a:path>
                  </a:pathLst>
                </a:custGeom>
                <a:solidFill>
                  <a:srgbClr val="ECED8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1" name="Freeform 244"/>
                <p:cNvSpPr>
                  <a:spLocks/>
                </p:cNvSpPr>
                <p:nvPr/>
              </p:nvSpPr>
              <p:spPr bwMode="auto">
                <a:xfrm>
                  <a:off x="1324" y="508"/>
                  <a:ext cx="37" cy="118"/>
                </a:xfrm>
                <a:custGeom>
                  <a:avLst/>
                  <a:gdLst>
                    <a:gd name="T0" fmla="*/ 18 w 37"/>
                    <a:gd name="T1" fmla="*/ 118 h 118"/>
                    <a:gd name="T2" fmla="*/ 0 w 37"/>
                    <a:gd name="T3" fmla="*/ 0 h 118"/>
                    <a:gd name="T4" fmla="*/ 37 w 37"/>
                    <a:gd name="T5" fmla="*/ 63 h 118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18"/>
                    <a:gd name="T11" fmla="*/ 37 w 37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18">
                      <a:moveTo>
                        <a:pt x="18" y="118"/>
                      </a:moveTo>
                      <a:lnTo>
                        <a:pt x="0" y="0"/>
                      </a:lnTo>
                      <a:lnTo>
                        <a:pt x="37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2" name="Freeform 245"/>
                <p:cNvSpPr>
                  <a:spLocks/>
                </p:cNvSpPr>
                <p:nvPr/>
              </p:nvSpPr>
              <p:spPr bwMode="auto">
                <a:xfrm>
                  <a:off x="1397" y="952"/>
                  <a:ext cx="91" cy="155"/>
                </a:xfrm>
                <a:custGeom>
                  <a:avLst/>
                  <a:gdLst>
                    <a:gd name="T0" fmla="*/ 91 w 91"/>
                    <a:gd name="T1" fmla="*/ 0 h 155"/>
                    <a:gd name="T2" fmla="*/ 27 w 91"/>
                    <a:gd name="T3" fmla="*/ 155 h 155"/>
                    <a:gd name="T4" fmla="*/ 0 w 91"/>
                    <a:gd name="T5" fmla="*/ 64 h 155"/>
                    <a:gd name="T6" fmla="*/ 91 w 91"/>
                    <a:gd name="T7" fmla="*/ 0 h 1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55"/>
                    <a:gd name="T14" fmla="*/ 91 w 91"/>
                    <a:gd name="T15" fmla="*/ 155 h 1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55">
                      <a:moveTo>
                        <a:pt x="91" y="0"/>
                      </a:moveTo>
                      <a:lnTo>
                        <a:pt x="27" y="155"/>
                      </a:lnTo>
                      <a:lnTo>
                        <a:pt x="0" y="64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CD89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3" name="Freeform 246"/>
                <p:cNvSpPr>
                  <a:spLocks/>
                </p:cNvSpPr>
                <p:nvPr/>
              </p:nvSpPr>
              <p:spPr bwMode="auto">
                <a:xfrm>
                  <a:off x="1397" y="952"/>
                  <a:ext cx="91" cy="155"/>
                </a:xfrm>
                <a:custGeom>
                  <a:avLst/>
                  <a:gdLst>
                    <a:gd name="T0" fmla="*/ 91 w 91"/>
                    <a:gd name="T1" fmla="*/ 0 h 155"/>
                    <a:gd name="T2" fmla="*/ 27 w 91"/>
                    <a:gd name="T3" fmla="*/ 155 h 155"/>
                    <a:gd name="T4" fmla="*/ 0 w 91"/>
                    <a:gd name="T5" fmla="*/ 64 h 155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55"/>
                    <a:gd name="T11" fmla="*/ 91 w 91"/>
                    <a:gd name="T12" fmla="*/ 155 h 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55">
                      <a:moveTo>
                        <a:pt x="91" y="0"/>
                      </a:moveTo>
                      <a:lnTo>
                        <a:pt x="27" y="155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4" name="Freeform 247"/>
                <p:cNvSpPr>
                  <a:spLocks/>
                </p:cNvSpPr>
                <p:nvPr/>
              </p:nvSpPr>
              <p:spPr bwMode="auto">
                <a:xfrm>
                  <a:off x="1397" y="862"/>
                  <a:ext cx="91" cy="154"/>
                </a:xfrm>
                <a:custGeom>
                  <a:avLst/>
                  <a:gdLst>
                    <a:gd name="T0" fmla="*/ 0 w 91"/>
                    <a:gd name="T1" fmla="*/ 154 h 154"/>
                    <a:gd name="T2" fmla="*/ 54 w 91"/>
                    <a:gd name="T3" fmla="*/ 0 h 154"/>
                    <a:gd name="T4" fmla="*/ 91 w 91"/>
                    <a:gd name="T5" fmla="*/ 90 h 154"/>
                    <a:gd name="T6" fmla="*/ 0 w 91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54"/>
                    <a:gd name="T14" fmla="*/ 91 w 91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54">
                      <a:moveTo>
                        <a:pt x="0" y="154"/>
                      </a:moveTo>
                      <a:lnTo>
                        <a:pt x="54" y="0"/>
                      </a:lnTo>
                      <a:lnTo>
                        <a:pt x="91" y="90"/>
                      </a:lnTo>
                      <a:lnTo>
                        <a:pt x="0" y="154"/>
                      </a:lnTo>
                      <a:close/>
                    </a:path>
                  </a:pathLst>
                </a:custGeom>
                <a:solidFill>
                  <a:srgbClr val="FCD89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5" name="Freeform 248"/>
                <p:cNvSpPr>
                  <a:spLocks/>
                </p:cNvSpPr>
                <p:nvPr/>
              </p:nvSpPr>
              <p:spPr bwMode="auto">
                <a:xfrm>
                  <a:off x="1397" y="862"/>
                  <a:ext cx="91" cy="154"/>
                </a:xfrm>
                <a:custGeom>
                  <a:avLst/>
                  <a:gdLst>
                    <a:gd name="T0" fmla="*/ 0 w 91"/>
                    <a:gd name="T1" fmla="*/ 154 h 154"/>
                    <a:gd name="T2" fmla="*/ 54 w 91"/>
                    <a:gd name="T3" fmla="*/ 0 h 154"/>
                    <a:gd name="T4" fmla="*/ 91 w 91"/>
                    <a:gd name="T5" fmla="*/ 90 h 154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54"/>
                    <a:gd name="T11" fmla="*/ 91 w 91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54">
                      <a:moveTo>
                        <a:pt x="0" y="154"/>
                      </a:moveTo>
                      <a:lnTo>
                        <a:pt x="54" y="0"/>
                      </a:lnTo>
                      <a:lnTo>
                        <a:pt x="91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6" name="Freeform 249"/>
                <p:cNvSpPr>
                  <a:spLocks/>
                </p:cNvSpPr>
                <p:nvPr/>
              </p:nvSpPr>
              <p:spPr bwMode="auto">
                <a:xfrm>
                  <a:off x="1061" y="181"/>
                  <a:ext cx="100" cy="64"/>
                </a:xfrm>
                <a:custGeom>
                  <a:avLst/>
                  <a:gdLst>
                    <a:gd name="T0" fmla="*/ 0 w 100"/>
                    <a:gd name="T1" fmla="*/ 0 h 64"/>
                    <a:gd name="T2" fmla="*/ 100 w 100"/>
                    <a:gd name="T3" fmla="*/ 64 h 64"/>
                    <a:gd name="T4" fmla="*/ 64 w 100"/>
                    <a:gd name="T5" fmla="*/ 18 h 64"/>
                    <a:gd name="T6" fmla="*/ 0 w 100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64"/>
                    <a:gd name="T14" fmla="*/ 100 w 100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64">
                      <a:moveTo>
                        <a:pt x="0" y="0"/>
                      </a:moveTo>
                      <a:lnTo>
                        <a:pt x="100" y="64"/>
                      </a:lnTo>
                      <a:lnTo>
                        <a:pt x="64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7" name="Freeform 250"/>
                <p:cNvSpPr>
                  <a:spLocks/>
                </p:cNvSpPr>
                <p:nvPr/>
              </p:nvSpPr>
              <p:spPr bwMode="auto">
                <a:xfrm>
                  <a:off x="1061" y="181"/>
                  <a:ext cx="100" cy="64"/>
                </a:xfrm>
                <a:custGeom>
                  <a:avLst/>
                  <a:gdLst>
                    <a:gd name="T0" fmla="*/ 0 w 100"/>
                    <a:gd name="T1" fmla="*/ 0 h 64"/>
                    <a:gd name="T2" fmla="*/ 100 w 100"/>
                    <a:gd name="T3" fmla="*/ 64 h 64"/>
                    <a:gd name="T4" fmla="*/ 64 w 100"/>
                    <a:gd name="T5" fmla="*/ 18 h 6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64"/>
                    <a:gd name="T11" fmla="*/ 100 w 100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64">
                      <a:moveTo>
                        <a:pt x="0" y="0"/>
                      </a:moveTo>
                      <a:lnTo>
                        <a:pt x="100" y="64"/>
                      </a:lnTo>
                      <a:lnTo>
                        <a:pt x="64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8" name="Freeform 251"/>
                <p:cNvSpPr>
                  <a:spLocks/>
                </p:cNvSpPr>
                <p:nvPr/>
              </p:nvSpPr>
              <p:spPr bwMode="auto">
                <a:xfrm>
                  <a:off x="1034" y="136"/>
                  <a:ext cx="91" cy="63"/>
                </a:xfrm>
                <a:custGeom>
                  <a:avLst/>
                  <a:gdLst>
                    <a:gd name="T0" fmla="*/ 91 w 91"/>
                    <a:gd name="T1" fmla="*/ 63 h 63"/>
                    <a:gd name="T2" fmla="*/ 0 w 91"/>
                    <a:gd name="T3" fmla="*/ 0 h 63"/>
                    <a:gd name="T4" fmla="*/ 27 w 91"/>
                    <a:gd name="T5" fmla="*/ 45 h 63"/>
                    <a:gd name="T6" fmla="*/ 91 w 91"/>
                    <a:gd name="T7" fmla="*/ 63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63"/>
                    <a:gd name="T14" fmla="*/ 91 w 91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63">
                      <a:moveTo>
                        <a:pt x="91" y="63"/>
                      </a:moveTo>
                      <a:lnTo>
                        <a:pt x="0" y="0"/>
                      </a:lnTo>
                      <a:lnTo>
                        <a:pt x="27" y="45"/>
                      </a:lnTo>
                      <a:lnTo>
                        <a:pt x="91" y="6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49" name="Freeform 252"/>
                <p:cNvSpPr>
                  <a:spLocks/>
                </p:cNvSpPr>
                <p:nvPr/>
              </p:nvSpPr>
              <p:spPr bwMode="auto">
                <a:xfrm>
                  <a:off x="1034" y="136"/>
                  <a:ext cx="91" cy="63"/>
                </a:xfrm>
                <a:custGeom>
                  <a:avLst/>
                  <a:gdLst>
                    <a:gd name="T0" fmla="*/ 91 w 91"/>
                    <a:gd name="T1" fmla="*/ 63 h 63"/>
                    <a:gd name="T2" fmla="*/ 0 w 91"/>
                    <a:gd name="T3" fmla="*/ 0 h 63"/>
                    <a:gd name="T4" fmla="*/ 27 w 91"/>
                    <a:gd name="T5" fmla="*/ 45 h 63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63"/>
                    <a:gd name="T11" fmla="*/ 91 w 91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63">
                      <a:moveTo>
                        <a:pt x="91" y="63"/>
                      </a:moveTo>
                      <a:lnTo>
                        <a:pt x="0" y="0"/>
                      </a:lnTo>
                      <a:lnTo>
                        <a:pt x="27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0" name="Freeform 253"/>
                <p:cNvSpPr>
                  <a:spLocks/>
                </p:cNvSpPr>
                <p:nvPr/>
              </p:nvSpPr>
              <p:spPr bwMode="auto">
                <a:xfrm>
                  <a:off x="916" y="100"/>
                  <a:ext cx="118" cy="36"/>
                </a:xfrm>
                <a:custGeom>
                  <a:avLst/>
                  <a:gdLst>
                    <a:gd name="T0" fmla="*/ 0 w 118"/>
                    <a:gd name="T1" fmla="*/ 0 h 36"/>
                    <a:gd name="T2" fmla="*/ 118 w 118"/>
                    <a:gd name="T3" fmla="*/ 36 h 36"/>
                    <a:gd name="T4" fmla="*/ 91 w 118"/>
                    <a:gd name="T5" fmla="*/ 9 h 36"/>
                    <a:gd name="T6" fmla="*/ 0 w 118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36"/>
                    <a:gd name="T14" fmla="*/ 118 w 118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36">
                      <a:moveTo>
                        <a:pt x="0" y="0"/>
                      </a:moveTo>
                      <a:lnTo>
                        <a:pt x="118" y="36"/>
                      </a:lnTo>
                      <a:lnTo>
                        <a:pt x="91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9001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1" name="Freeform 254"/>
                <p:cNvSpPr>
                  <a:spLocks/>
                </p:cNvSpPr>
                <p:nvPr/>
              </p:nvSpPr>
              <p:spPr bwMode="auto">
                <a:xfrm>
                  <a:off x="916" y="100"/>
                  <a:ext cx="118" cy="36"/>
                </a:xfrm>
                <a:custGeom>
                  <a:avLst/>
                  <a:gdLst>
                    <a:gd name="T0" fmla="*/ 0 w 118"/>
                    <a:gd name="T1" fmla="*/ 0 h 36"/>
                    <a:gd name="T2" fmla="*/ 118 w 118"/>
                    <a:gd name="T3" fmla="*/ 36 h 36"/>
                    <a:gd name="T4" fmla="*/ 91 w 118"/>
                    <a:gd name="T5" fmla="*/ 9 h 3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36"/>
                    <a:gd name="T11" fmla="*/ 118 w 118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36">
                      <a:moveTo>
                        <a:pt x="0" y="0"/>
                      </a:moveTo>
                      <a:lnTo>
                        <a:pt x="118" y="36"/>
                      </a:lnTo>
                      <a:lnTo>
                        <a:pt x="91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2" name="Freeform 255"/>
                <p:cNvSpPr>
                  <a:spLocks/>
                </p:cNvSpPr>
                <p:nvPr/>
              </p:nvSpPr>
              <p:spPr bwMode="auto">
                <a:xfrm>
                  <a:off x="898" y="72"/>
                  <a:ext cx="109" cy="37"/>
                </a:xfrm>
                <a:custGeom>
                  <a:avLst/>
                  <a:gdLst>
                    <a:gd name="T0" fmla="*/ 109 w 109"/>
                    <a:gd name="T1" fmla="*/ 37 h 37"/>
                    <a:gd name="T2" fmla="*/ 0 w 109"/>
                    <a:gd name="T3" fmla="*/ 0 h 37"/>
                    <a:gd name="T4" fmla="*/ 18 w 109"/>
                    <a:gd name="T5" fmla="*/ 28 h 37"/>
                    <a:gd name="T6" fmla="*/ 109 w 109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37"/>
                    <a:gd name="T14" fmla="*/ 109 w 109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37">
                      <a:moveTo>
                        <a:pt x="109" y="37"/>
                      </a:moveTo>
                      <a:lnTo>
                        <a:pt x="0" y="0"/>
                      </a:lnTo>
                      <a:lnTo>
                        <a:pt x="18" y="28"/>
                      </a:lnTo>
                      <a:lnTo>
                        <a:pt x="109" y="37"/>
                      </a:lnTo>
                      <a:close/>
                    </a:path>
                  </a:pathLst>
                </a:custGeom>
                <a:solidFill>
                  <a:srgbClr val="49001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3" name="Freeform 256"/>
                <p:cNvSpPr>
                  <a:spLocks/>
                </p:cNvSpPr>
                <p:nvPr/>
              </p:nvSpPr>
              <p:spPr bwMode="auto">
                <a:xfrm>
                  <a:off x="898" y="72"/>
                  <a:ext cx="109" cy="37"/>
                </a:xfrm>
                <a:custGeom>
                  <a:avLst/>
                  <a:gdLst>
                    <a:gd name="T0" fmla="*/ 109 w 109"/>
                    <a:gd name="T1" fmla="*/ 37 h 37"/>
                    <a:gd name="T2" fmla="*/ 0 w 109"/>
                    <a:gd name="T3" fmla="*/ 0 h 37"/>
                    <a:gd name="T4" fmla="*/ 18 w 109"/>
                    <a:gd name="T5" fmla="*/ 28 h 37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37"/>
                    <a:gd name="T11" fmla="*/ 109 w 109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37">
                      <a:moveTo>
                        <a:pt x="109" y="37"/>
                      </a:moveTo>
                      <a:lnTo>
                        <a:pt x="0" y="0"/>
                      </a:lnTo>
                      <a:lnTo>
                        <a:pt x="18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4" name="Freeform 257"/>
                <p:cNvSpPr>
                  <a:spLocks/>
                </p:cNvSpPr>
                <p:nvPr/>
              </p:nvSpPr>
              <p:spPr bwMode="auto">
                <a:xfrm>
                  <a:off x="64" y="717"/>
                  <a:ext cx="36" cy="226"/>
                </a:xfrm>
                <a:custGeom>
                  <a:avLst/>
                  <a:gdLst>
                    <a:gd name="T0" fmla="*/ 18 w 36"/>
                    <a:gd name="T1" fmla="*/ 0 h 226"/>
                    <a:gd name="T2" fmla="*/ 36 w 36"/>
                    <a:gd name="T3" fmla="*/ 136 h 226"/>
                    <a:gd name="T4" fmla="*/ 0 w 36"/>
                    <a:gd name="T5" fmla="*/ 226 h 226"/>
                    <a:gd name="T6" fmla="*/ 18 w 36"/>
                    <a:gd name="T7" fmla="*/ 0 h 2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26"/>
                    <a:gd name="T14" fmla="*/ 36 w 36"/>
                    <a:gd name="T15" fmla="*/ 226 h 2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2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226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0109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5" name="Freeform 258"/>
                <p:cNvSpPr>
                  <a:spLocks/>
                </p:cNvSpPr>
                <p:nvPr/>
              </p:nvSpPr>
              <p:spPr bwMode="auto">
                <a:xfrm>
                  <a:off x="64" y="717"/>
                  <a:ext cx="36" cy="226"/>
                </a:xfrm>
                <a:custGeom>
                  <a:avLst/>
                  <a:gdLst>
                    <a:gd name="T0" fmla="*/ 18 w 36"/>
                    <a:gd name="T1" fmla="*/ 0 h 226"/>
                    <a:gd name="T2" fmla="*/ 36 w 36"/>
                    <a:gd name="T3" fmla="*/ 136 h 226"/>
                    <a:gd name="T4" fmla="*/ 0 w 36"/>
                    <a:gd name="T5" fmla="*/ 226 h 22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26"/>
                    <a:gd name="T11" fmla="*/ 36 w 36"/>
                    <a:gd name="T12" fmla="*/ 226 h 2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26">
                      <a:moveTo>
                        <a:pt x="18" y="0"/>
                      </a:moveTo>
                      <a:lnTo>
                        <a:pt x="36" y="136"/>
                      </a:lnTo>
                      <a:lnTo>
                        <a:pt x="0" y="22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6" name="Freeform 259"/>
                <p:cNvSpPr>
                  <a:spLocks/>
                </p:cNvSpPr>
                <p:nvPr/>
              </p:nvSpPr>
              <p:spPr bwMode="auto">
                <a:xfrm>
                  <a:off x="82" y="635"/>
                  <a:ext cx="36" cy="218"/>
                </a:xfrm>
                <a:custGeom>
                  <a:avLst/>
                  <a:gdLst>
                    <a:gd name="T0" fmla="*/ 18 w 36"/>
                    <a:gd name="T1" fmla="*/ 218 h 218"/>
                    <a:gd name="T2" fmla="*/ 0 w 36"/>
                    <a:gd name="T3" fmla="*/ 82 h 218"/>
                    <a:gd name="T4" fmla="*/ 36 w 36"/>
                    <a:gd name="T5" fmla="*/ 0 h 218"/>
                    <a:gd name="T6" fmla="*/ 18 w 36"/>
                    <a:gd name="T7" fmla="*/ 218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18"/>
                    <a:gd name="T14" fmla="*/ 36 w 36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18">
                      <a:moveTo>
                        <a:pt x="18" y="218"/>
                      </a:moveTo>
                      <a:lnTo>
                        <a:pt x="0" y="82"/>
                      </a:lnTo>
                      <a:lnTo>
                        <a:pt x="36" y="0"/>
                      </a:lnTo>
                      <a:lnTo>
                        <a:pt x="18" y="218"/>
                      </a:lnTo>
                      <a:close/>
                    </a:path>
                  </a:pathLst>
                </a:custGeom>
                <a:solidFill>
                  <a:srgbClr val="00179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7" name="Freeform 260"/>
                <p:cNvSpPr>
                  <a:spLocks/>
                </p:cNvSpPr>
                <p:nvPr/>
              </p:nvSpPr>
              <p:spPr bwMode="auto">
                <a:xfrm>
                  <a:off x="82" y="635"/>
                  <a:ext cx="36" cy="218"/>
                </a:xfrm>
                <a:custGeom>
                  <a:avLst/>
                  <a:gdLst>
                    <a:gd name="T0" fmla="*/ 18 w 36"/>
                    <a:gd name="T1" fmla="*/ 218 h 218"/>
                    <a:gd name="T2" fmla="*/ 0 w 36"/>
                    <a:gd name="T3" fmla="*/ 82 h 218"/>
                    <a:gd name="T4" fmla="*/ 36 w 36"/>
                    <a:gd name="T5" fmla="*/ 0 h 2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18"/>
                    <a:gd name="T11" fmla="*/ 36 w 36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18">
                      <a:moveTo>
                        <a:pt x="18" y="218"/>
                      </a:moveTo>
                      <a:lnTo>
                        <a:pt x="0" y="8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8" name="Freeform 261"/>
                <p:cNvSpPr>
                  <a:spLocks/>
                </p:cNvSpPr>
                <p:nvPr/>
              </p:nvSpPr>
              <p:spPr bwMode="auto">
                <a:xfrm>
                  <a:off x="390" y="118"/>
                  <a:ext cx="127" cy="91"/>
                </a:xfrm>
                <a:custGeom>
                  <a:avLst/>
                  <a:gdLst>
                    <a:gd name="T0" fmla="*/ 127 w 127"/>
                    <a:gd name="T1" fmla="*/ 0 h 91"/>
                    <a:gd name="T2" fmla="*/ 27 w 127"/>
                    <a:gd name="T3" fmla="*/ 45 h 91"/>
                    <a:gd name="T4" fmla="*/ 0 w 127"/>
                    <a:gd name="T5" fmla="*/ 91 h 91"/>
                    <a:gd name="T6" fmla="*/ 127 w 127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91"/>
                    <a:gd name="T14" fmla="*/ 127 w 127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91">
                      <a:moveTo>
                        <a:pt x="127" y="0"/>
                      </a:moveTo>
                      <a:lnTo>
                        <a:pt x="27" y="45"/>
                      </a:lnTo>
                      <a:lnTo>
                        <a:pt x="0" y="91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C84C1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59" name="Freeform 262"/>
                <p:cNvSpPr>
                  <a:spLocks/>
                </p:cNvSpPr>
                <p:nvPr/>
              </p:nvSpPr>
              <p:spPr bwMode="auto">
                <a:xfrm>
                  <a:off x="390" y="118"/>
                  <a:ext cx="127" cy="91"/>
                </a:xfrm>
                <a:custGeom>
                  <a:avLst/>
                  <a:gdLst>
                    <a:gd name="T0" fmla="*/ 127 w 127"/>
                    <a:gd name="T1" fmla="*/ 0 h 91"/>
                    <a:gd name="T2" fmla="*/ 27 w 127"/>
                    <a:gd name="T3" fmla="*/ 45 h 91"/>
                    <a:gd name="T4" fmla="*/ 0 w 127"/>
                    <a:gd name="T5" fmla="*/ 91 h 9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91"/>
                    <a:gd name="T11" fmla="*/ 127 w 127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91">
                      <a:moveTo>
                        <a:pt x="127" y="0"/>
                      </a:moveTo>
                      <a:lnTo>
                        <a:pt x="27" y="45"/>
                      </a:lnTo>
                      <a:lnTo>
                        <a:pt x="0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0" name="Freeform 263"/>
                <p:cNvSpPr>
                  <a:spLocks/>
                </p:cNvSpPr>
                <p:nvPr/>
              </p:nvSpPr>
              <p:spPr bwMode="auto">
                <a:xfrm>
                  <a:off x="417" y="82"/>
                  <a:ext cx="127" cy="81"/>
                </a:xfrm>
                <a:custGeom>
                  <a:avLst/>
                  <a:gdLst>
                    <a:gd name="T0" fmla="*/ 0 w 127"/>
                    <a:gd name="T1" fmla="*/ 81 h 81"/>
                    <a:gd name="T2" fmla="*/ 100 w 127"/>
                    <a:gd name="T3" fmla="*/ 36 h 81"/>
                    <a:gd name="T4" fmla="*/ 127 w 127"/>
                    <a:gd name="T5" fmla="*/ 0 h 81"/>
                    <a:gd name="T6" fmla="*/ 0 w 127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81"/>
                    <a:gd name="T14" fmla="*/ 127 w 127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81">
                      <a:moveTo>
                        <a:pt x="0" y="81"/>
                      </a:moveTo>
                      <a:lnTo>
                        <a:pt x="100" y="36"/>
                      </a:lnTo>
                      <a:lnTo>
                        <a:pt x="127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C03D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1" name="Freeform 264"/>
                <p:cNvSpPr>
                  <a:spLocks/>
                </p:cNvSpPr>
                <p:nvPr/>
              </p:nvSpPr>
              <p:spPr bwMode="auto">
                <a:xfrm>
                  <a:off x="417" y="82"/>
                  <a:ext cx="127" cy="81"/>
                </a:xfrm>
                <a:custGeom>
                  <a:avLst/>
                  <a:gdLst>
                    <a:gd name="T0" fmla="*/ 0 w 127"/>
                    <a:gd name="T1" fmla="*/ 81 h 81"/>
                    <a:gd name="T2" fmla="*/ 100 w 127"/>
                    <a:gd name="T3" fmla="*/ 36 h 81"/>
                    <a:gd name="T4" fmla="*/ 127 w 127"/>
                    <a:gd name="T5" fmla="*/ 0 h 8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81"/>
                    <a:gd name="T11" fmla="*/ 127 w 127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81">
                      <a:moveTo>
                        <a:pt x="0" y="81"/>
                      </a:moveTo>
                      <a:lnTo>
                        <a:pt x="100" y="36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2" name="Freeform 265"/>
                <p:cNvSpPr>
                  <a:spLocks/>
                </p:cNvSpPr>
                <p:nvPr/>
              </p:nvSpPr>
              <p:spPr bwMode="auto">
                <a:xfrm>
                  <a:off x="517" y="54"/>
                  <a:ext cx="136" cy="64"/>
                </a:xfrm>
                <a:custGeom>
                  <a:avLst/>
                  <a:gdLst>
                    <a:gd name="T0" fmla="*/ 136 w 136"/>
                    <a:gd name="T1" fmla="*/ 0 h 64"/>
                    <a:gd name="T2" fmla="*/ 27 w 136"/>
                    <a:gd name="T3" fmla="*/ 28 h 64"/>
                    <a:gd name="T4" fmla="*/ 0 w 136"/>
                    <a:gd name="T5" fmla="*/ 64 h 64"/>
                    <a:gd name="T6" fmla="*/ 136 w 136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64"/>
                    <a:gd name="T14" fmla="*/ 136 w 136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64">
                      <a:moveTo>
                        <a:pt x="136" y="0"/>
                      </a:moveTo>
                      <a:lnTo>
                        <a:pt x="27" y="28"/>
                      </a:lnTo>
                      <a:lnTo>
                        <a:pt x="0" y="64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B33B2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3" name="Freeform 266"/>
                <p:cNvSpPr>
                  <a:spLocks/>
                </p:cNvSpPr>
                <p:nvPr/>
              </p:nvSpPr>
              <p:spPr bwMode="auto">
                <a:xfrm>
                  <a:off x="517" y="54"/>
                  <a:ext cx="136" cy="64"/>
                </a:xfrm>
                <a:custGeom>
                  <a:avLst/>
                  <a:gdLst>
                    <a:gd name="T0" fmla="*/ 136 w 136"/>
                    <a:gd name="T1" fmla="*/ 0 h 64"/>
                    <a:gd name="T2" fmla="*/ 27 w 136"/>
                    <a:gd name="T3" fmla="*/ 28 h 64"/>
                    <a:gd name="T4" fmla="*/ 0 w 136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64"/>
                    <a:gd name="T11" fmla="*/ 136 w 136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64">
                      <a:moveTo>
                        <a:pt x="136" y="0"/>
                      </a:moveTo>
                      <a:lnTo>
                        <a:pt x="27" y="28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4" name="Freeform 267"/>
                <p:cNvSpPr>
                  <a:spLocks/>
                </p:cNvSpPr>
                <p:nvPr/>
              </p:nvSpPr>
              <p:spPr bwMode="auto">
                <a:xfrm>
                  <a:off x="1188" y="290"/>
                  <a:ext cx="64" cy="91"/>
                </a:xfrm>
                <a:custGeom>
                  <a:avLst/>
                  <a:gdLst>
                    <a:gd name="T0" fmla="*/ 0 w 64"/>
                    <a:gd name="T1" fmla="*/ 0 h 91"/>
                    <a:gd name="T2" fmla="*/ 64 w 64"/>
                    <a:gd name="T3" fmla="*/ 91 h 91"/>
                    <a:gd name="T4" fmla="*/ 28 w 64"/>
                    <a:gd name="T5" fmla="*/ 36 h 91"/>
                    <a:gd name="T6" fmla="*/ 0 w 64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1"/>
                    <a:gd name="T14" fmla="*/ 64 w 64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1">
                      <a:moveTo>
                        <a:pt x="0" y="0"/>
                      </a:moveTo>
                      <a:lnTo>
                        <a:pt x="64" y="91"/>
                      </a:lnTo>
                      <a:lnTo>
                        <a:pt x="28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5" name="Freeform 268"/>
                <p:cNvSpPr>
                  <a:spLocks/>
                </p:cNvSpPr>
                <p:nvPr/>
              </p:nvSpPr>
              <p:spPr bwMode="auto">
                <a:xfrm>
                  <a:off x="1188" y="290"/>
                  <a:ext cx="64" cy="91"/>
                </a:xfrm>
                <a:custGeom>
                  <a:avLst/>
                  <a:gdLst>
                    <a:gd name="T0" fmla="*/ 0 w 64"/>
                    <a:gd name="T1" fmla="*/ 0 h 91"/>
                    <a:gd name="T2" fmla="*/ 64 w 64"/>
                    <a:gd name="T3" fmla="*/ 91 h 91"/>
                    <a:gd name="T4" fmla="*/ 28 w 64"/>
                    <a:gd name="T5" fmla="*/ 36 h 91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1"/>
                    <a:gd name="T11" fmla="*/ 64 w 64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1">
                      <a:moveTo>
                        <a:pt x="0" y="0"/>
                      </a:moveTo>
                      <a:lnTo>
                        <a:pt x="64" y="91"/>
                      </a:lnTo>
                      <a:lnTo>
                        <a:pt x="28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6" name="Freeform 269"/>
                <p:cNvSpPr>
                  <a:spLocks/>
                </p:cNvSpPr>
                <p:nvPr/>
              </p:nvSpPr>
              <p:spPr bwMode="auto">
                <a:xfrm>
                  <a:off x="1161" y="245"/>
                  <a:ext cx="55" cy="81"/>
                </a:xfrm>
                <a:custGeom>
                  <a:avLst/>
                  <a:gdLst>
                    <a:gd name="T0" fmla="*/ 55 w 55"/>
                    <a:gd name="T1" fmla="*/ 81 h 81"/>
                    <a:gd name="T2" fmla="*/ 0 w 55"/>
                    <a:gd name="T3" fmla="*/ 0 h 81"/>
                    <a:gd name="T4" fmla="*/ 27 w 55"/>
                    <a:gd name="T5" fmla="*/ 45 h 81"/>
                    <a:gd name="T6" fmla="*/ 55 w 55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81"/>
                    <a:gd name="T14" fmla="*/ 55 w 5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81">
                      <a:moveTo>
                        <a:pt x="55" y="81"/>
                      </a:moveTo>
                      <a:lnTo>
                        <a:pt x="0" y="0"/>
                      </a:lnTo>
                      <a:lnTo>
                        <a:pt x="27" y="45"/>
                      </a:lnTo>
                      <a:lnTo>
                        <a:pt x="55" y="81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7" name="Freeform 270"/>
                <p:cNvSpPr>
                  <a:spLocks/>
                </p:cNvSpPr>
                <p:nvPr/>
              </p:nvSpPr>
              <p:spPr bwMode="auto">
                <a:xfrm>
                  <a:off x="1161" y="245"/>
                  <a:ext cx="55" cy="81"/>
                </a:xfrm>
                <a:custGeom>
                  <a:avLst/>
                  <a:gdLst>
                    <a:gd name="T0" fmla="*/ 55 w 55"/>
                    <a:gd name="T1" fmla="*/ 81 h 81"/>
                    <a:gd name="T2" fmla="*/ 0 w 55"/>
                    <a:gd name="T3" fmla="*/ 0 h 81"/>
                    <a:gd name="T4" fmla="*/ 27 w 55"/>
                    <a:gd name="T5" fmla="*/ 45 h 81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81"/>
                    <a:gd name="T11" fmla="*/ 55 w 5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81">
                      <a:moveTo>
                        <a:pt x="55" y="81"/>
                      </a:moveTo>
                      <a:lnTo>
                        <a:pt x="0" y="0"/>
                      </a:lnTo>
                      <a:lnTo>
                        <a:pt x="27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8" name="Freeform 271"/>
                <p:cNvSpPr>
                  <a:spLocks/>
                </p:cNvSpPr>
                <p:nvPr/>
              </p:nvSpPr>
              <p:spPr bwMode="auto">
                <a:xfrm>
                  <a:off x="0" y="1034"/>
                  <a:ext cx="100" cy="254"/>
                </a:xfrm>
                <a:custGeom>
                  <a:avLst/>
                  <a:gdLst>
                    <a:gd name="T0" fmla="*/ 100 w 100"/>
                    <a:gd name="T1" fmla="*/ 254 h 254"/>
                    <a:gd name="T2" fmla="*/ 0 w 100"/>
                    <a:gd name="T3" fmla="*/ 91 h 254"/>
                    <a:gd name="T4" fmla="*/ 27 w 100"/>
                    <a:gd name="T5" fmla="*/ 0 h 254"/>
                    <a:gd name="T6" fmla="*/ 100 w 100"/>
                    <a:gd name="T7" fmla="*/ 254 h 2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254"/>
                    <a:gd name="T14" fmla="*/ 100 w 100"/>
                    <a:gd name="T15" fmla="*/ 254 h 2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254">
                      <a:moveTo>
                        <a:pt x="100" y="254"/>
                      </a:moveTo>
                      <a:lnTo>
                        <a:pt x="0" y="91"/>
                      </a:lnTo>
                      <a:lnTo>
                        <a:pt x="27" y="0"/>
                      </a:lnTo>
                      <a:lnTo>
                        <a:pt x="100" y="254"/>
                      </a:lnTo>
                      <a:close/>
                    </a:path>
                  </a:pathLst>
                </a:custGeom>
                <a:solidFill>
                  <a:srgbClr val="4B3E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69" name="Freeform 272"/>
                <p:cNvSpPr>
                  <a:spLocks/>
                </p:cNvSpPr>
                <p:nvPr/>
              </p:nvSpPr>
              <p:spPr bwMode="auto">
                <a:xfrm>
                  <a:off x="0" y="1034"/>
                  <a:ext cx="100" cy="254"/>
                </a:xfrm>
                <a:custGeom>
                  <a:avLst/>
                  <a:gdLst>
                    <a:gd name="T0" fmla="*/ 100 w 100"/>
                    <a:gd name="T1" fmla="*/ 254 h 254"/>
                    <a:gd name="T2" fmla="*/ 0 w 100"/>
                    <a:gd name="T3" fmla="*/ 91 h 254"/>
                    <a:gd name="T4" fmla="*/ 27 w 100"/>
                    <a:gd name="T5" fmla="*/ 0 h 25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254"/>
                    <a:gd name="T11" fmla="*/ 100 w 100"/>
                    <a:gd name="T12" fmla="*/ 254 h 2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254">
                      <a:moveTo>
                        <a:pt x="100" y="254"/>
                      </a:moveTo>
                      <a:lnTo>
                        <a:pt x="0" y="91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0" name="Freeform 273"/>
                <p:cNvSpPr>
                  <a:spLocks/>
                </p:cNvSpPr>
                <p:nvPr/>
              </p:nvSpPr>
              <p:spPr bwMode="auto">
                <a:xfrm>
                  <a:off x="154" y="390"/>
                  <a:ext cx="82" cy="172"/>
                </a:xfrm>
                <a:custGeom>
                  <a:avLst/>
                  <a:gdLst>
                    <a:gd name="T0" fmla="*/ 82 w 82"/>
                    <a:gd name="T1" fmla="*/ 0 h 172"/>
                    <a:gd name="T2" fmla="*/ 37 w 82"/>
                    <a:gd name="T3" fmla="*/ 100 h 172"/>
                    <a:gd name="T4" fmla="*/ 0 w 82"/>
                    <a:gd name="T5" fmla="*/ 172 h 172"/>
                    <a:gd name="T6" fmla="*/ 82 w 82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72"/>
                    <a:gd name="T14" fmla="*/ 82 w 82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72">
                      <a:moveTo>
                        <a:pt x="82" y="0"/>
                      </a:moveTo>
                      <a:lnTo>
                        <a:pt x="37" y="100"/>
                      </a:lnTo>
                      <a:lnTo>
                        <a:pt x="0" y="172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006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1" name="Freeform 274"/>
                <p:cNvSpPr>
                  <a:spLocks/>
                </p:cNvSpPr>
                <p:nvPr/>
              </p:nvSpPr>
              <p:spPr bwMode="auto">
                <a:xfrm>
                  <a:off x="154" y="390"/>
                  <a:ext cx="82" cy="172"/>
                </a:xfrm>
                <a:custGeom>
                  <a:avLst/>
                  <a:gdLst>
                    <a:gd name="T0" fmla="*/ 82 w 82"/>
                    <a:gd name="T1" fmla="*/ 0 h 172"/>
                    <a:gd name="T2" fmla="*/ 37 w 82"/>
                    <a:gd name="T3" fmla="*/ 100 h 172"/>
                    <a:gd name="T4" fmla="*/ 0 w 82"/>
                    <a:gd name="T5" fmla="*/ 172 h 17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72"/>
                    <a:gd name="T11" fmla="*/ 82 w 82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72">
                      <a:moveTo>
                        <a:pt x="82" y="0"/>
                      </a:moveTo>
                      <a:lnTo>
                        <a:pt x="37" y="100"/>
                      </a:lnTo>
                      <a:lnTo>
                        <a:pt x="0" y="1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2" name="Freeform 275"/>
                <p:cNvSpPr>
                  <a:spLocks/>
                </p:cNvSpPr>
                <p:nvPr/>
              </p:nvSpPr>
              <p:spPr bwMode="auto">
                <a:xfrm>
                  <a:off x="191" y="336"/>
                  <a:ext cx="81" cy="154"/>
                </a:xfrm>
                <a:custGeom>
                  <a:avLst/>
                  <a:gdLst>
                    <a:gd name="T0" fmla="*/ 0 w 81"/>
                    <a:gd name="T1" fmla="*/ 154 h 154"/>
                    <a:gd name="T2" fmla="*/ 45 w 81"/>
                    <a:gd name="T3" fmla="*/ 54 h 154"/>
                    <a:gd name="T4" fmla="*/ 81 w 81"/>
                    <a:gd name="T5" fmla="*/ 0 h 154"/>
                    <a:gd name="T6" fmla="*/ 0 w 81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54"/>
                    <a:gd name="T14" fmla="*/ 81 w 81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54">
                      <a:moveTo>
                        <a:pt x="0" y="154"/>
                      </a:moveTo>
                      <a:lnTo>
                        <a:pt x="45" y="54"/>
                      </a:lnTo>
                      <a:lnTo>
                        <a:pt x="81" y="0"/>
                      </a:lnTo>
                      <a:lnTo>
                        <a:pt x="0" y="154"/>
                      </a:lnTo>
                      <a:close/>
                    </a:path>
                  </a:pathLst>
                </a:custGeom>
                <a:solidFill>
                  <a:srgbClr val="00007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3" name="Freeform 276"/>
                <p:cNvSpPr>
                  <a:spLocks/>
                </p:cNvSpPr>
                <p:nvPr/>
              </p:nvSpPr>
              <p:spPr bwMode="auto">
                <a:xfrm>
                  <a:off x="191" y="336"/>
                  <a:ext cx="81" cy="154"/>
                </a:xfrm>
                <a:custGeom>
                  <a:avLst/>
                  <a:gdLst>
                    <a:gd name="T0" fmla="*/ 0 w 81"/>
                    <a:gd name="T1" fmla="*/ 154 h 154"/>
                    <a:gd name="T2" fmla="*/ 45 w 81"/>
                    <a:gd name="T3" fmla="*/ 54 h 154"/>
                    <a:gd name="T4" fmla="*/ 81 w 81"/>
                    <a:gd name="T5" fmla="*/ 0 h 154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54"/>
                    <a:gd name="T11" fmla="*/ 81 w 81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54">
                      <a:moveTo>
                        <a:pt x="0" y="154"/>
                      </a:moveTo>
                      <a:lnTo>
                        <a:pt x="45" y="54"/>
                      </a:lnTo>
                      <a:lnTo>
                        <a:pt x="8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4" name="Freeform 277"/>
                <p:cNvSpPr>
                  <a:spLocks/>
                </p:cNvSpPr>
                <p:nvPr/>
              </p:nvSpPr>
              <p:spPr bwMode="auto">
                <a:xfrm>
                  <a:off x="653" y="27"/>
                  <a:ext cx="127" cy="27"/>
                </a:xfrm>
                <a:custGeom>
                  <a:avLst/>
                  <a:gdLst>
                    <a:gd name="T0" fmla="*/ 0 w 127"/>
                    <a:gd name="T1" fmla="*/ 27 h 27"/>
                    <a:gd name="T2" fmla="*/ 127 w 127"/>
                    <a:gd name="T3" fmla="*/ 27 h 27"/>
                    <a:gd name="T4" fmla="*/ 127 w 127"/>
                    <a:gd name="T5" fmla="*/ 0 h 27"/>
                    <a:gd name="T6" fmla="*/ 0 w 127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27"/>
                    <a:gd name="T14" fmla="*/ 127 w 1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27">
                      <a:moveTo>
                        <a:pt x="0" y="27"/>
                      </a:moveTo>
                      <a:lnTo>
                        <a:pt x="127" y="27"/>
                      </a:lnTo>
                      <a:lnTo>
                        <a:pt x="127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951D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5" name="Freeform 278"/>
                <p:cNvSpPr>
                  <a:spLocks/>
                </p:cNvSpPr>
                <p:nvPr/>
              </p:nvSpPr>
              <p:spPr bwMode="auto">
                <a:xfrm>
                  <a:off x="653" y="27"/>
                  <a:ext cx="127" cy="27"/>
                </a:xfrm>
                <a:custGeom>
                  <a:avLst/>
                  <a:gdLst>
                    <a:gd name="T0" fmla="*/ 0 w 127"/>
                    <a:gd name="T1" fmla="*/ 27 h 27"/>
                    <a:gd name="T2" fmla="*/ 127 w 127"/>
                    <a:gd name="T3" fmla="*/ 27 h 27"/>
                    <a:gd name="T4" fmla="*/ 127 w 127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27"/>
                    <a:gd name="T11" fmla="*/ 127 w 127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27">
                      <a:moveTo>
                        <a:pt x="0" y="27"/>
                      </a:moveTo>
                      <a:lnTo>
                        <a:pt x="127" y="27"/>
                      </a:lnTo>
                      <a:lnTo>
                        <a:pt x="1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6" name="Freeform 279"/>
                <p:cNvSpPr>
                  <a:spLocks/>
                </p:cNvSpPr>
                <p:nvPr/>
              </p:nvSpPr>
              <p:spPr bwMode="auto">
                <a:xfrm>
                  <a:off x="780" y="45"/>
                  <a:ext cx="118" cy="27"/>
                </a:xfrm>
                <a:custGeom>
                  <a:avLst/>
                  <a:gdLst>
                    <a:gd name="T0" fmla="*/ 0 w 118"/>
                    <a:gd name="T1" fmla="*/ 9 h 27"/>
                    <a:gd name="T2" fmla="*/ 118 w 118"/>
                    <a:gd name="T3" fmla="*/ 27 h 27"/>
                    <a:gd name="T4" fmla="*/ 109 w 118"/>
                    <a:gd name="T5" fmla="*/ 0 h 27"/>
                    <a:gd name="T6" fmla="*/ 0 w 118"/>
                    <a:gd name="T7" fmla="*/ 9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27"/>
                    <a:gd name="T14" fmla="*/ 118 w 1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27">
                      <a:moveTo>
                        <a:pt x="0" y="9"/>
                      </a:moveTo>
                      <a:lnTo>
                        <a:pt x="118" y="27"/>
                      </a:lnTo>
                      <a:lnTo>
                        <a:pt x="109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72001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7" name="Freeform 280"/>
                <p:cNvSpPr>
                  <a:spLocks/>
                </p:cNvSpPr>
                <p:nvPr/>
              </p:nvSpPr>
              <p:spPr bwMode="auto">
                <a:xfrm>
                  <a:off x="780" y="45"/>
                  <a:ext cx="118" cy="27"/>
                </a:xfrm>
                <a:custGeom>
                  <a:avLst/>
                  <a:gdLst>
                    <a:gd name="T0" fmla="*/ 0 w 118"/>
                    <a:gd name="T1" fmla="*/ 9 h 27"/>
                    <a:gd name="T2" fmla="*/ 118 w 118"/>
                    <a:gd name="T3" fmla="*/ 27 h 27"/>
                    <a:gd name="T4" fmla="*/ 109 w 118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27"/>
                    <a:gd name="T11" fmla="*/ 118 w 118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27">
                      <a:moveTo>
                        <a:pt x="0" y="9"/>
                      </a:moveTo>
                      <a:lnTo>
                        <a:pt x="118" y="27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8" name="Freeform 281"/>
                <p:cNvSpPr>
                  <a:spLocks/>
                </p:cNvSpPr>
                <p:nvPr/>
              </p:nvSpPr>
              <p:spPr bwMode="auto">
                <a:xfrm>
                  <a:off x="780" y="27"/>
                  <a:ext cx="109" cy="27"/>
                </a:xfrm>
                <a:custGeom>
                  <a:avLst/>
                  <a:gdLst>
                    <a:gd name="T0" fmla="*/ 109 w 109"/>
                    <a:gd name="T1" fmla="*/ 18 h 27"/>
                    <a:gd name="T2" fmla="*/ 0 w 109"/>
                    <a:gd name="T3" fmla="*/ 0 h 27"/>
                    <a:gd name="T4" fmla="*/ 0 w 109"/>
                    <a:gd name="T5" fmla="*/ 27 h 27"/>
                    <a:gd name="T6" fmla="*/ 109 w 109"/>
                    <a:gd name="T7" fmla="*/ 18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27"/>
                    <a:gd name="T14" fmla="*/ 109 w 109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27">
                      <a:moveTo>
                        <a:pt x="109" y="18"/>
                      </a:move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109" y="18"/>
                      </a:lnTo>
                      <a:close/>
                    </a:path>
                  </a:pathLst>
                </a:custGeom>
                <a:solidFill>
                  <a:srgbClr val="72001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79" name="Freeform 282"/>
                <p:cNvSpPr>
                  <a:spLocks/>
                </p:cNvSpPr>
                <p:nvPr/>
              </p:nvSpPr>
              <p:spPr bwMode="auto">
                <a:xfrm>
                  <a:off x="780" y="27"/>
                  <a:ext cx="109" cy="27"/>
                </a:xfrm>
                <a:custGeom>
                  <a:avLst/>
                  <a:gdLst>
                    <a:gd name="T0" fmla="*/ 109 w 109"/>
                    <a:gd name="T1" fmla="*/ 18 h 27"/>
                    <a:gd name="T2" fmla="*/ 0 w 109"/>
                    <a:gd name="T3" fmla="*/ 0 h 27"/>
                    <a:gd name="T4" fmla="*/ 0 w 109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27"/>
                    <a:gd name="T11" fmla="*/ 109 w 109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27">
                      <a:moveTo>
                        <a:pt x="109" y="18"/>
                      </a:moveTo>
                      <a:lnTo>
                        <a:pt x="0" y="0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0" name="Freeform 283"/>
                <p:cNvSpPr>
                  <a:spLocks/>
                </p:cNvSpPr>
                <p:nvPr/>
              </p:nvSpPr>
              <p:spPr bwMode="auto">
                <a:xfrm>
                  <a:off x="272" y="209"/>
                  <a:ext cx="118" cy="127"/>
                </a:xfrm>
                <a:custGeom>
                  <a:avLst/>
                  <a:gdLst>
                    <a:gd name="T0" fmla="*/ 118 w 118"/>
                    <a:gd name="T1" fmla="*/ 0 h 127"/>
                    <a:gd name="T2" fmla="*/ 37 w 118"/>
                    <a:gd name="T3" fmla="*/ 72 h 127"/>
                    <a:gd name="T4" fmla="*/ 0 w 118"/>
                    <a:gd name="T5" fmla="*/ 127 h 127"/>
                    <a:gd name="T6" fmla="*/ 118 w 118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27"/>
                    <a:gd name="T14" fmla="*/ 118 w 118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27">
                      <a:moveTo>
                        <a:pt x="118" y="0"/>
                      </a:moveTo>
                      <a:lnTo>
                        <a:pt x="37" y="72"/>
                      </a:lnTo>
                      <a:lnTo>
                        <a:pt x="0" y="127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C54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1" name="Freeform 284"/>
                <p:cNvSpPr>
                  <a:spLocks/>
                </p:cNvSpPr>
                <p:nvPr/>
              </p:nvSpPr>
              <p:spPr bwMode="auto">
                <a:xfrm>
                  <a:off x="272" y="209"/>
                  <a:ext cx="118" cy="127"/>
                </a:xfrm>
                <a:custGeom>
                  <a:avLst/>
                  <a:gdLst>
                    <a:gd name="T0" fmla="*/ 118 w 118"/>
                    <a:gd name="T1" fmla="*/ 0 h 127"/>
                    <a:gd name="T2" fmla="*/ 37 w 118"/>
                    <a:gd name="T3" fmla="*/ 72 h 127"/>
                    <a:gd name="T4" fmla="*/ 0 w 118"/>
                    <a:gd name="T5" fmla="*/ 127 h 127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27"/>
                    <a:gd name="T11" fmla="*/ 118 w 118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27">
                      <a:moveTo>
                        <a:pt x="118" y="0"/>
                      </a:moveTo>
                      <a:lnTo>
                        <a:pt x="37" y="72"/>
                      </a:lnTo>
                      <a:lnTo>
                        <a:pt x="0" y="1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2" name="Freeform 285"/>
                <p:cNvSpPr>
                  <a:spLocks/>
                </p:cNvSpPr>
                <p:nvPr/>
              </p:nvSpPr>
              <p:spPr bwMode="auto">
                <a:xfrm>
                  <a:off x="309" y="163"/>
                  <a:ext cx="108" cy="118"/>
                </a:xfrm>
                <a:custGeom>
                  <a:avLst/>
                  <a:gdLst>
                    <a:gd name="T0" fmla="*/ 0 w 108"/>
                    <a:gd name="T1" fmla="*/ 118 h 118"/>
                    <a:gd name="T2" fmla="*/ 81 w 108"/>
                    <a:gd name="T3" fmla="*/ 46 h 118"/>
                    <a:gd name="T4" fmla="*/ 108 w 108"/>
                    <a:gd name="T5" fmla="*/ 0 h 118"/>
                    <a:gd name="T6" fmla="*/ 0 w 108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8"/>
                    <a:gd name="T13" fmla="*/ 0 h 118"/>
                    <a:gd name="T14" fmla="*/ 108 w 108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8" h="118">
                      <a:moveTo>
                        <a:pt x="0" y="118"/>
                      </a:moveTo>
                      <a:lnTo>
                        <a:pt x="81" y="46"/>
                      </a:lnTo>
                      <a:lnTo>
                        <a:pt x="108" y="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B838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3" name="Freeform 286"/>
                <p:cNvSpPr>
                  <a:spLocks/>
                </p:cNvSpPr>
                <p:nvPr/>
              </p:nvSpPr>
              <p:spPr bwMode="auto">
                <a:xfrm>
                  <a:off x="309" y="163"/>
                  <a:ext cx="108" cy="118"/>
                </a:xfrm>
                <a:custGeom>
                  <a:avLst/>
                  <a:gdLst>
                    <a:gd name="T0" fmla="*/ 0 w 108"/>
                    <a:gd name="T1" fmla="*/ 118 h 118"/>
                    <a:gd name="T2" fmla="*/ 81 w 108"/>
                    <a:gd name="T3" fmla="*/ 46 h 118"/>
                    <a:gd name="T4" fmla="*/ 108 w 108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108"/>
                    <a:gd name="T10" fmla="*/ 0 h 118"/>
                    <a:gd name="T11" fmla="*/ 108 w 108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8" h="118">
                      <a:moveTo>
                        <a:pt x="0" y="118"/>
                      </a:moveTo>
                      <a:lnTo>
                        <a:pt x="81" y="46"/>
                      </a:lnTo>
                      <a:lnTo>
                        <a:pt x="10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4" name="Freeform 287"/>
                <p:cNvSpPr>
                  <a:spLocks/>
                </p:cNvSpPr>
                <p:nvPr/>
              </p:nvSpPr>
              <p:spPr bwMode="auto">
                <a:xfrm>
                  <a:off x="544" y="36"/>
                  <a:ext cx="118" cy="46"/>
                </a:xfrm>
                <a:custGeom>
                  <a:avLst/>
                  <a:gdLst>
                    <a:gd name="T0" fmla="*/ 0 w 118"/>
                    <a:gd name="T1" fmla="*/ 46 h 46"/>
                    <a:gd name="T2" fmla="*/ 109 w 118"/>
                    <a:gd name="T3" fmla="*/ 18 h 46"/>
                    <a:gd name="T4" fmla="*/ 118 w 118"/>
                    <a:gd name="T5" fmla="*/ 0 h 46"/>
                    <a:gd name="T6" fmla="*/ 0 w 118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46"/>
                    <a:gd name="T14" fmla="*/ 118 w 118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46">
                      <a:moveTo>
                        <a:pt x="0" y="46"/>
                      </a:moveTo>
                      <a:lnTo>
                        <a:pt x="109" y="18"/>
                      </a:lnTo>
                      <a:lnTo>
                        <a:pt x="118" y="0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AC2C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5" name="Freeform 288"/>
                <p:cNvSpPr>
                  <a:spLocks/>
                </p:cNvSpPr>
                <p:nvPr/>
              </p:nvSpPr>
              <p:spPr bwMode="auto">
                <a:xfrm>
                  <a:off x="544" y="36"/>
                  <a:ext cx="118" cy="46"/>
                </a:xfrm>
                <a:custGeom>
                  <a:avLst/>
                  <a:gdLst>
                    <a:gd name="T0" fmla="*/ 0 w 118"/>
                    <a:gd name="T1" fmla="*/ 46 h 46"/>
                    <a:gd name="T2" fmla="*/ 109 w 118"/>
                    <a:gd name="T3" fmla="*/ 18 h 46"/>
                    <a:gd name="T4" fmla="*/ 118 w 118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46"/>
                    <a:gd name="T11" fmla="*/ 118 w 118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46">
                      <a:moveTo>
                        <a:pt x="0" y="46"/>
                      </a:moveTo>
                      <a:lnTo>
                        <a:pt x="109" y="18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6" name="Freeform 289"/>
                <p:cNvSpPr>
                  <a:spLocks/>
                </p:cNvSpPr>
                <p:nvPr/>
              </p:nvSpPr>
              <p:spPr bwMode="auto">
                <a:xfrm>
                  <a:off x="653" y="27"/>
                  <a:ext cx="127" cy="27"/>
                </a:xfrm>
                <a:custGeom>
                  <a:avLst/>
                  <a:gdLst>
                    <a:gd name="T0" fmla="*/ 127 w 127"/>
                    <a:gd name="T1" fmla="*/ 0 h 27"/>
                    <a:gd name="T2" fmla="*/ 9 w 127"/>
                    <a:gd name="T3" fmla="*/ 9 h 27"/>
                    <a:gd name="T4" fmla="*/ 0 w 127"/>
                    <a:gd name="T5" fmla="*/ 27 h 27"/>
                    <a:gd name="T6" fmla="*/ 127 w 127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27"/>
                    <a:gd name="T14" fmla="*/ 127 w 1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27">
                      <a:moveTo>
                        <a:pt x="127" y="0"/>
                      </a:moveTo>
                      <a:lnTo>
                        <a:pt x="9" y="9"/>
                      </a:lnTo>
                      <a:lnTo>
                        <a:pt x="0" y="27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951D1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7" name="Freeform 290"/>
                <p:cNvSpPr>
                  <a:spLocks/>
                </p:cNvSpPr>
                <p:nvPr/>
              </p:nvSpPr>
              <p:spPr bwMode="auto">
                <a:xfrm>
                  <a:off x="653" y="27"/>
                  <a:ext cx="127" cy="27"/>
                </a:xfrm>
                <a:custGeom>
                  <a:avLst/>
                  <a:gdLst>
                    <a:gd name="T0" fmla="*/ 127 w 127"/>
                    <a:gd name="T1" fmla="*/ 0 h 27"/>
                    <a:gd name="T2" fmla="*/ 9 w 127"/>
                    <a:gd name="T3" fmla="*/ 9 h 27"/>
                    <a:gd name="T4" fmla="*/ 0 w 127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27"/>
                    <a:gd name="T11" fmla="*/ 127 w 127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27">
                      <a:moveTo>
                        <a:pt x="127" y="0"/>
                      </a:moveTo>
                      <a:lnTo>
                        <a:pt x="9" y="9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8" name="Freeform 291"/>
                <p:cNvSpPr>
                  <a:spLocks/>
                </p:cNvSpPr>
                <p:nvPr/>
              </p:nvSpPr>
              <p:spPr bwMode="auto">
                <a:xfrm>
                  <a:off x="1306" y="508"/>
                  <a:ext cx="36" cy="118"/>
                </a:xfrm>
                <a:custGeom>
                  <a:avLst/>
                  <a:gdLst>
                    <a:gd name="T0" fmla="*/ 18 w 36"/>
                    <a:gd name="T1" fmla="*/ 0 h 118"/>
                    <a:gd name="T2" fmla="*/ 36 w 36"/>
                    <a:gd name="T3" fmla="*/ 118 h 118"/>
                    <a:gd name="T4" fmla="*/ 0 w 36"/>
                    <a:gd name="T5" fmla="*/ 36 h 118"/>
                    <a:gd name="T6" fmla="*/ 18 w 36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18"/>
                    <a:gd name="T14" fmla="*/ 36 w 36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18">
                      <a:moveTo>
                        <a:pt x="18" y="0"/>
                      </a:moveTo>
                      <a:lnTo>
                        <a:pt x="36" y="118"/>
                      </a:lnTo>
                      <a:lnTo>
                        <a:pt x="0" y="36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EDF09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89" name="Freeform 292"/>
                <p:cNvSpPr>
                  <a:spLocks/>
                </p:cNvSpPr>
                <p:nvPr/>
              </p:nvSpPr>
              <p:spPr bwMode="auto">
                <a:xfrm>
                  <a:off x="1306" y="508"/>
                  <a:ext cx="36" cy="118"/>
                </a:xfrm>
                <a:custGeom>
                  <a:avLst/>
                  <a:gdLst>
                    <a:gd name="T0" fmla="*/ 18 w 36"/>
                    <a:gd name="T1" fmla="*/ 0 h 118"/>
                    <a:gd name="T2" fmla="*/ 36 w 36"/>
                    <a:gd name="T3" fmla="*/ 118 h 118"/>
                    <a:gd name="T4" fmla="*/ 0 w 36"/>
                    <a:gd name="T5" fmla="*/ 36 h 1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18"/>
                    <a:gd name="T11" fmla="*/ 36 w 36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18">
                      <a:moveTo>
                        <a:pt x="18" y="0"/>
                      </a:moveTo>
                      <a:lnTo>
                        <a:pt x="36" y="118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0" name="Freeform 293"/>
                <p:cNvSpPr>
                  <a:spLocks/>
                </p:cNvSpPr>
                <p:nvPr/>
              </p:nvSpPr>
              <p:spPr bwMode="auto">
                <a:xfrm>
                  <a:off x="1288" y="444"/>
                  <a:ext cx="36" cy="100"/>
                </a:xfrm>
                <a:custGeom>
                  <a:avLst/>
                  <a:gdLst>
                    <a:gd name="T0" fmla="*/ 18 w 36"/>
                    <a:gd name="T1" fmla="*/ 100 h 100"/>
                    <a:gd name="T2" fmla="*/ 0 w 36"/>
                    <a:gd name="T3" fmla="*/ 0 h 100"/>
                    <a:gd name="T4" fmla="*/ 36 w 36"/>
                    <a:gd name="T5" fmla="*/ 64 h 100"/>
                    <a:gd name="T6" fmla="*/ 18 w 36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00"/>
                    <a:gd name="T14" fmla="*/ 36 w 36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00">
                      <a:moveTo>
                        <a:pt x="18" y="100"/>
                      </a:moveTo>
                      <a:lnTo>
                        <a:pt x="0" y="0"/>
                      </a:lnTo>
                      <a:lnTo>
                        <a:pt x="36" y="64"/>
                      </a:lnTo>
                      <a:lnTo>
                        <a:pt x="18" y="100"/>
                      </a:lnTo>
                      <a:close/>
                    </a:path>
                  </a:pathLst>
                </a:custGeom>
                <a:solidFill>
                  <a:srgbClr val="EDF09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1" name="Freeform 294"/>
                <p:cNvSpPr>
                  <a:spLocks/>
                </p:cNvSpPr>
                <p:nvPr/>
              </p:nvSpPr>
              <p:spPr bwMode="auto">
                <a:xfrm>
                  <a:off x="1288" y="444"/>
                  <a:ext cx="36" cy="100"/>
                </a:xfrm>
                <a:custGeom>
                  <a:avLst/>
                  <a:gdLst>
                    <a:gd name="T0" fmla="*/ 18 w 36"/>
                    <a:gd name="T1" fmla="*/ 100 h 100"/>
                    <a:gd name="T2" fmla="*/ 0 w 36"/>
                    <a:gd name="T3" fmla="*/ 0 h 100"/>
                    <a:gd name="T4" fmla="*/ 36 w 36"/>
                    <a:gd name="T5" fmla="*/ 64 h 100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00"/>
                    <a:gd name="T11" fmla="*/ 36 w 36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00">
                      <a:moveTo>
                        <a:pt x="18" y="100"/>
                      </a:moveTo>
                      <a:lnTo>
                        <a:pt x="0" y="0"/>
                      </a:lnTo>
                      <a:lnTo>
                        <a:pt x="36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2" name="Freeform 295"/>
                <p:cNvSpPr>
                  <a:spLocks/>
                </p:cNvSpPr>
                <p:nvPr/>
              </p:nvSpPr>
              <p:spPr bwMode="auto">
                <a:xfrm>
                  <a:off x="1361" y="862"/>
                  <a:ext cx="90" cy="154"/>
                </a:xfrm>
                <a:custGeom>
                  <a:avLst/>
                  <a:gdLst>
                    <a:gd name="T0" fmla="*/ 90 w 90"/>
                    <a:gd name="T1" fmla="*/ 0 h 154"/>
                    <a:gd name="T2" fmla="*/ 36 w 90"/>
                    <a:gd name="T3" fmla="*/ 154 h 154"/>
                    <a:gd name="T4" fmla="*/ 0 w 90"/>
                    <a:gd name="T5" fmla="*/ 54 h 154"/>
                    <a:gd name="T6" fmla="*/ 90 w 90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154"/>
                    <a:gd name="T14" fmla="*/ 90 w 90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154">
                      <a:moveTo>
                        <a:pt x="90" y="0"/>
                      </a:moveTo>
                      <a:lnTo>
                        <a:pt x="36" y="154"/>
                      </a:lnTo>
                      <a:lnTo>
                        <a:pt x="0" y="54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FBD8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3" name="Freeform 296"/>
                <p:cNvSpPr>
                  <a:spLocks/>
                </p:cNvSpPr>
                <p:nvPr/>
              </p:nvSpPr>
              <p:spPr bwMode="auto">
                <a:xfrm>
                  <a:off x="1361" y="862"/>
                  <a:ext cx="90" cy="154"/>
                </a:xfrm>
                <a:custGeom>
                  <a:avLst/>
                  <a:gdLst>
                    <a:gd name="T0" fmla="*/ 90 w 90"/>
                    <a:gd name="T1" fmla="*/ 0 h 154"/>
                    <a:gd name="T2" fmla="*/ 36 w 90"/>
                    <a:gd name="T3" fmla="*/ 154 h 154"/>
                    <a:gd name="T4" fmla="*/ 0 w 90"/>
                    <a:gd name="T5" fmla="*/ 54 h 154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154"/>
                    <a:gd name="T11" fmla="*/ 90 w 90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154">
                      <a:moveTo>
                        <a:pt x="90" y="0"/>
                      </a:moveTo>
                      <a:lnTo>
                        <a:pt x="36" y="154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4" name="Freeform 297"/>
                <p:cNvSpPr>
                  <a:spLocks/>
                </p:cNvSpPr>
                <p:nvPr/>
              </p:nvSpPr>
              <p:spPr bwMode="auto">
                <a:xfrm>
                  <a:off x="1361" y="780"/>
                  <a:ext cx="90" cy="136"/>
                </a:xfrm>
                <a:custGeom>
                  <a:avLst/>
                  <a:gdLst>
                    <a:gd name="T0" fmla="*/ 0 w 90"/>
                    <a:gd name="T1" fmla="*/ 136 h 136"/>
                    <a:gd name="T2" fmla="*/ 54 w 90"/>
                    <a:gd name="T3" fmla="*/ 0 h 136"/>
                    <a:gd name="T4" fmla="*/ 90 w 90"/>
                    <a:gd name="T5" fmla="*/ 82 h 136"/>
                    <a:gd name="T6" fmla="*/ 0 w 90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136"/>
                    <a:gd name="T14" fmla="*/ 90 w 90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136">
                      <a:moveTo>
                        <a:pt x="0" y="136"/>
                      </a:moveTo>
                      <a:lnTo>
                        <a:pt x="54" y="0"/>
                      </a:lnTo>
                      <a:lnTo>
                        <a:pt x="90" y="82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FBD8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5" name="Freeform 298"/>
                <p:cNvSpPr>
                  <a:spLocks/>
                </p:cNvSpPr>
                <p:nvPr/>
              </p:nvSpPr>
              <p:spPr bwMode="auto">
                <a:xfrm>
                  <a:off x="1361" y="780"/>
                  <a:ext cx="90" cy="136"/>
                </a:xfrm>
                <a:custGeom>
                  <a:avLst/>
                  <a:gdLst>
                    <a:gd name="T0" fmla="*/ 0 w 90"/>
                    <a:gd name="T1" fmla="*/ 136 h 136"/>
                    <a:gd name="T2" fmla="*/ 54 w 90"/>
                    <a:gd name="T3" fmla="*/ 0 h 136"/>
                    <a:gd name="T4" fmla="*/ 90 w 90"/>
                    <a:gd name="T5" fmla="*/ 82 h 136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136"/>
                    <a:gd name="T11" fmla="*/ 90 w 90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136">
                      <a:moveTo>
                        <a:pt x="0" y="136"/>
                      </a:moveTo>
                      <a:lnTo>
                        <a:pt x="54" y="0"/>
                      </a:lnTo>
                      <a:lnTo>
                        <a:pt x="90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6" name="Freeform 299"/>
                <p:cNvSpPr>
                  <a:spLocks/>
                </p:cNvSpPr>
                <p:nvPr/>
              </p:nvSpPr>
              <p:spPr bwMode="auto">
                <a:xfrm>
                  <a:off x="1034" y="136"/>
                  <a:ext cx="91" cy="63"/>
                </a:xfrm>
                <a:custGeom>
                  <a:avLst/>
                  <a:gdLst>
                    <a:gd name="T0" fmla="*/ 0 w 91"/>
                    <a:gd name="T1" fmla="*/ 0 h 63"/>
                    <a:gd name="T2" fmla="*/ 91 w 91"/>
                    <a:gd name="T3" fmla="*/ 63 h 63"/>
                    <a:gd name="T4" fmla="*/ 55 w 91"/>
                    <a:gd name="T5" fmla="*/ 18 h 63"/>
                    <a:gd name="T6" fmla="*/ 0 w 91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63"/>
                    <a:gd name="T14" fmla="*/ 91 w 91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63">
                      <a:moveTo>
                        <a:pt x="0" y="0"/>
                      </a:moveTo>
                      <a:lnTo>
                        <a:pt x="91" y="63"/>
                      </a:lnTo>
                      <a:lnTo>
                        <a:pt x="55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7" name="Freeform 300"/>
                <p:cNvSpPr>
                  <a:spLocks/>
                </p:cNvSpPr>
                <p:nvPr/>
              </p:nvSpPr>
              <p:spPr bwMode="auto">
                <a:xfrm>
                  <a:off x="1034" y="136"/>
                  <a:ext cx="91" cy="63"/>
                </a:xfrm>
                <a:custGeom>
                  <a:avLst/>
                  <a:gdLst>
                    <a:gd name="T0" fmla="*/ 0 w 91"/>
                    <a:gd name="T1" fmla="*/ 0 h 63"/>
                    <a:gd name="T2" fmla="*/ 91 w 91"/>
                    <a:gd name="T3" fmla="*/ 63 h 63"/>
                    <a:gd name="T4" fmla="*/ 55 w 91"/>
                    <a:gd name="T5" fmla="*/ 18 h 63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63"/>
                    <a:gd name="T11" fmla="*/ 91 w 91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63">
                      <a:moveTo>
                        <a:pt x="0" y="0"/>
                      </a:moveTo>
                      <a:lnTo>
                        <a:pt x="91" y="63"/>
                      </a:lnTo>
                      <a:lnTo>
                        <a:pt x="55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8" name="Freeform 301"/>
                <p:cNvSpPr>
                  <a:spLocks/>
                </p:cNvSpPr>
                <p:nvPr/>
              </p:nvSpPr>
              <p:spPr bwMode="auto">
                <a:xfrm>
                  <a:off x="1007" y="109"/>
                  <a:ext cx="82" cy="45"/>
                </a:xfrm>
                <a:custGeom>
                  <a:avLst/>
                  <a:gdLst>
                    <a:gd name="T0" fmla="*/ 82 w 82"/>
                    <a:gd name="T1" fmla="*/ 45 h 45"/>
                    <a:gd name="T2" fmla="*/ 0 w 82"/>
                    <a:gd name="T3" fmla="*/ 0 h 45"/>
                    <a:gd name="T4" fmla="*/ 27 w 82"/>
                    <a:gd name="T5" fmla="*/ 27 h 45"/>
                    <a:gd name="T6" fmla="*/ 82 w 82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45"/>
                    <a:gd name="T14" fmla="*/ 82 w 82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45">
                      <a:moveTo>
                        <a:pt x="82" y="45"/>
                      </a:moveTo>
                      <a:lnTo>
                        <a:pt x="0" y="0"/>
                      </a:lnTo>
                      <a:lnTo>
                        <a:pt x="27" y="27"/>
                      </a:lnTo>
                      <a:lnTo>
                        <a:pt x="82" y="4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99" name="Freeform 302"/>
                <p:cNvSpPr>
                  <a:spLocks/>
                </p:cNvSpPr>
                <p:nvPr/>
              </p:nvSpPr>
              <p:spPr bwMode="auto">
                <a:xfrm>
                  <a:off x="1007" y="109"/>
                  <a:ext cx="82" cy="45"/>
                </a:xfrm>
                <a:custGeom>
                  <a:avLst/>
                  <a:gdLst>
                    <a:gd name="T0" fmla="*/ 82 w 82"/>
                    <a:gd name="T1" fmla="*/ 45 h 45"/>
                    <a:gd name="T2" fmla="*/ 0 w 82"/>
                    <a:gd name="T3" fmla="*/ 0 h 45"/>
                    <a:gd name="T4" fmla="*/ 27 w 82"/>
                    <a:gd name="T5" fmla="*/ 27 h 4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45"/>
                    <a:gd name="T11" fmla="*/ 82 w 82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45">
                      <a:moveTo>
                        <a:pt x="82" y="45"/>
                      </a:moveTo>
                      <a:lnTo>
                        <a:pt x="0" y="0"/>
                      </a:lnTo>
                      <a:lnTo>
                        <a:pt x="27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0" name="Freeform 303"/>
                <p:cNvSpPr>
                  <a:spLocks/>
                </p:cNvSpPr>
                <p:nvPr/>
              </p:nvSpPr>
              <p:spPr bwMode="auto">
                <a:xfrm>
                  <a:off x="898" y="72"/>
                  <a:ext cx="109" cy="37"/>
                </a:xfrm>
                <a:custGeom>
                  <a:avLst/>
                  <a:gdLst>
                    <a:gd name="T0" fmla="*/ 0 w 109"/>
                    <a:gd name="T1" fmla="*/ 0 h 37"/>
                    <a:gd name="T2" fmla="*/ 109 w 109"/>
                    <a:gd name="T3" fmla="*/ 37 h 37"/>
                    <a:gd name="T4" fmla="*/ 82 w 109"/>
                    <a:gd name="T5" fmla="*/ 0 h 37"/>
                    <a:gd name="T6" fmla="*/ 0 w 109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37"/>
                    <a:gd name="T14" fmla="*/ 109 w 109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37">
                      <a:moveTo>
                        <a:pt x="0" y="0"/>
                      </a:moveTo>
                      <a:lnTo>
                        <a:pt x="109" y="37"/>
                      </a:lnTo>
                      <a:lnTo>
                        <a:pt x="8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B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1" name="Freeform 304"/>
                <p:cNvSpPr>
                  <a:spLocks/>
                </p:cNvSpPr>
                <p:nvPr/>
              </p:nvSpPr>
              <p:spPr bwMode="auto">
                <a:xfrm>
                  <a:off x="898" y="72"/>
                  <a:ext cx="109" cy="37"/>
                </a:xfrm>
                <a:custGeom>
                  <a:avLst/>
                  <a:gdLst>
                    <a:gd name="T0" fmla="*/ 0 w 109"/>
                    <a:gd name="T1" fmla="*/ 0 h 37"/>
                    <a:gd name="T2" fmla="*/ 109 w 109"/>
                    <a:gd name="T3" fmla="*/ 37 h 37"/>
                    <a:gd name="T4" fmla="*/ 82 w 109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37"/>
                    <a:gd name="T11" fmla="*/ 109 w 109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37">
                      <a:moveTo>
                        <a:pt x="0" y="0"/>
                      </a:moveTo>
                      <a:lnTo>
                        <a:pt x="109" y="37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2" name="Freeform 305"/>
                <p:cNvSpPr>
                  <a:spLocks/>
                </p:cNvSpPr>
                <p:nvPr/>
              </p:nvSpPr>
              <p:spPr bwMode="auto">
                <a:xfrm>
                  <a:off x="889" y="45"/>
                  <a:ext cx="91" cy="27"/>
                </a:xfrm>
                <a:custGeom>
                  <a:avLst/>
                  <a:gdLst>
                    <a:gd name="T0" fmla="*/ 91 w 91"/>
                    <a:gd name="T1" fmla="*/ 27 h 27"/>
                    <a:gd name="T2" fmla="*/ 0 w 91"/>
                    <a:gd name="T3" fmla="*/ 0 h 27"/>
                    <a:gd name="T4" fmla="*/ 9 w 91"/>
                    <a:gd name="T5" fmla="*/ 27 h 27"/>
                    <a:gd name="T6" fmla="*/ 91 w 91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7"/>
                    <a:gd name="T14" fmla="*/ 91 w 9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7">
                      <a:moveTo>
                        <a:pt x="91" y="27"/>
                      </a:moveTo>
                      <a:lnTo>
                        <a:pt x="0" y="0"/>
                      </a:lnTo>
                      <a:lnTo>
                        <a:pt x="9" y="27"/>
                      </a:lnTo>
                      <a:lnTo>
                        <a:pt x="91" y="27"/>
                      </a:lnTo>
                      <a:close/>
                    </a:path>
                  </a:pathLst>
                </a:custGeom>
                <a:solidFill>
                  <a:srgbClr val="3B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3" name="Freeform 306"/>
                <p:cNvSpPr>
                  <a:spLocks/>
                </p:cNvSpPr>
                <p:nvPr/>
              </p:nvSpPr>
              <p:spPr bwMode="auto">
                <a:xfrm>
                  <a:off x="889" y="45"/>
                  <a:ext cx="91" cy="27"/>
                </a:xfrm>
                <a:custGeom>
                  <a:avLst/>
                  <a:gdLst>
                    <a:gd name="T0" fmla="*/ 91 w 91"/>
                    <a:gd name="T1" fmla="*/ 27 h 27"/>
                    <a:gd name="T2" fmla="*/ 0 w 91"/>
                    <a:gd name="T3" fmla="*/ 0 h 27"/>
                    <a:gd name="T4" fmla="*/ 9 w 91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7"/>
                    <a:gd name="T11" fmla="*/ 91 w 9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7">
                      <a:moveTo>
                        <a:pt x="91" y="27"/>
                      </a:moveTo>
                      <a:lnTo>
                        <a:pt x="0" y="0"/>
                      </a:lnTo>
                      <a:lnTo>
                        <a:pt x="9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4" name="Freeform 307"/>
                <p:cNvSpPr>
                  <a:spLocks/>
                </p:cNvSpPr>
                <p:nvPr/>
              </p:nvSpPr>
              <p:spPr bwMode="auto">
                <a:xfrm>
                  <a:off x="100" y="635"/>
                  <a:ext cx="36" cy="218"/>
                </a:xfrm>
                <a:custGeom>
                  <a:avLst/>
                  <a:gdLst>
                    <a:gd name="T0" fmla="*/ 18 w 36"/>
                    <a:gd name="T1" fmla="*/ 0 h 218"/>
                    <a:gd name="T2" fmla="*/ 36 w 36"/>
                    <a:gd name="T3" fmla="*/ 127 h 218"/>
                    <a:gd name="T4" fmla="*/ 0 w 36"/>
                    <a:gd name="T5" fmla="*/ 218 h 218"/>
                    <a:gd name="T6" fmla="*/ 18 w 36"/>
                    <a:gd name="T7" fmla="*/ 0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18"/>
                    <a:gd name="T14" fmla="*/ 36 w 36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18">
                      <a:moveTo>
                        <a:pt x="18" y="0"/>
                      </a:moveTo>
                      <a:lnTo>
                        <a:pt x="36" y="127"/>
                      </a:lnTo>
                      <a:lnTo>
                        <a:pt x="0" y="218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0179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5" name="Freeform 308"/>
                <p:cNvSpPr>
                  <a:spLocks/>
                </p:cNvSpPr>
                <p:nvPr/>
              </p:nvSpPr>
              <p:spPr bwMode="auto">
                <a:xfrm>
                  <a:off x="100" y="635"/>
                  <a:ext cx="36" cy="218"/>
                </a:xfrm>
                <a:custGeom>
                  <a:avLst/>
                  <a:gdLst>
                    <a:gd name="T0" fmla="*/ 18 w 36"/>
                    <a:gd name="T1" fmla="*/ 0 h 218"/>
                    <a:gd name="T2" fmla="*/ 36 w 36"/>
                    <a:gd name="T3" fmla="*/ 127 h 218"/>
                    <a:gd name="T4" fmla="*/ 0 w 36"/>
                    <a:gd name="T5" fmla="*/ 218 h 2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18"/>
                    <a:gd name="T11" fmla="*/ 36 w 36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18">
                      <a:moveTo>
                        <a:pt x="18" y="0"/>
                      </a:moveTo>
                      <a:lnTo>
                        <a:pt x="36" y="127"/>
                      </a:lnTo>
                      <a:lnTo>
                        <a:pt x="0" y="2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6" name="Freeform 309"/>
                <p:cNvSpPr>
                  <a:spLocks/>
                </p:cNvSpPr>
                <p:nvPr/>
              </p:nvSpPr>
              <p:spPr bwMode="auto">
                <a:xfrm>
                  <a:off x="118" y="562"/>
                  <a:ext cx="36" cy="200"/>
                </a:xfrm>
                <a:custGeom>
                  <a:avLst/>
                  <a:gdLst>
                    <a:gd name="T0" fmla="*/ 18 w 36"/>
                    <a:gd name="T1" fmla="*/ 200 h 200"/>
                    <a:gd name="T2" fmla="*/ 0 w 36"/>
                    <a:gd name="T3" fmla="*/ 73 h 200"/>
                    <a:gd name="T4" fmla="*/ 36 w 36"/>
                    <a:gd name="T5" fmla="*/ 0 h 200"/>
                    <a:gd name="T6" fmla="*/ 18 w 36"/>
                    <a:gd name="T7" fmla="*/ 20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00"/>
                    <a:gd name="T14" fmla="*/ 36 w 36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00">
                      <a:moveTo>
                        <a:pt x="18" y="200"/>
                      </a:moveTo>
                      <a:lnTo>
                        <a:pt x="0" y="73"/>
                      </a:lnTo>
                      <a:lnTo>
                        <a:pt x="36" y="0"/>
                      </a:lnTo>
                      <a:lnTo>
                        <a:pt x="18" y="200"/>
                      </a:lnTo>
                      <a:close/>
                    </a:path>
                  </a:pathLst>
                </a:custGeom>
                <a:solidFill>
                  <a:srgbClr val="041F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7" name="Freeform 310"/>
                <p:cNvSpPr>
                  <a:spLocks/>
                </p:cNvSpPr>
                <p:nvPr/>
              </p:nvSpPr>
              <p:spPr bwMode="auto">
                <a:xfrm>
                  <a:off x="118" y="562"/>
                  <a:ext cx="36" cy="200"/>
                </a:xfrm>
                <a:custGeom>
                  <a:avLst/>
                  <a:gdLst>
                    <a:gd name="T0" fmla="*/ 18 w 36"/>
                    <a:gd name="T1" fmla="*/ 200 h 200"/>
                    <a:gd name="T2" fmla="*/ 0 w 36"/>
                    <a:gd name="T3" fmla="*/ 73 h 200"/>
                    <a:gd name="T4" fmla="*/ 36 w 36"/>
                    <a:gd name="T5" fmla="*/ 0 h 200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00"/>
                    <a:gd name="T11" fmla="*/ 36 w 36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00">
                      <a:moveTo>
                        <a:pt x="18" y="200"/>
                      </a:moveTo>
                      <a:lnTo>
                        <a:pt x="0" y="7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8" name="Freeform 311"/>
                <p:cNvSpPr>
                  <a:spLocks/>
                </p:cNvSpPr>
                <p:nvPr/>
              </p:nvSpPr>
              <p:spPr bwMode="auto">
                <a:xfrm>
                  <a:off x="417" y="82"/>
                  <a:ext cx="127" cy="81"/>
                </a:xfrm>
                <a:custGeom>
                  <a:avLst/>
                  <a:gdLst>
                    <a:gd name="T0" fmla="*/ 127 w 127"/>
                    <a:gd name="T1" fmla="*/ 0 h 81"/>
                    <a:gd name="T2" fmla="*/ 28 w 127"/>
                    <a:gd name="T3" fmla="*/ 45 h 81"/>
                    <a:gd name="T4" fmla="*/ 0 w 127"/>
                    <a:gd name="T5" fmla="*/ 81 h 81"/>
                    <a:gd name="T6" fmla="*/ 127 w 127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81"/>
                    <a:gd name="T14" fmla="*/ 127 w 127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81">
                      <a:moveTo>
                        <a:pt x="127" y="0"/>
                      </a:moveTo>
                      <a:lnTo>
                        <a:pt x="28" y="45"/>
                      </a:lnTo>
                      <a:lnTo>
                        <a:pt x="0" y="81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C03D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09" name="Freeform 312"/>
                <p:cNvSpPr>
                  <a:spLocks/>
                </p:cNvSpPr>
                <p:nvPr/>
              </p:nvSpPr>
              <p:spPr bwMode="auto">
                <a:xfrm>
                  <a:off x="417" y="82"/>
                  <a:ext cx="127" cy="81"/>
                </a:xfrm>
                <a:custGeom>
                  <a:avLst/>
                  <a:gdLst>
                    <a:gd name="T0" fmla="*/ 127 w 127"/>
                    <a:gd name="T1" fmla="*/ 0 h 81"/>
                    <a:gd name="T2" fmla="*/ 28 w 127"/>
                    <a:gd name="T3" fmla="*/ 45 h 81"/>
                    <a:gd name="T4" fmla="*/ 0 w 127"/>
                    <a:gd name="T5" fmla="*/ 81 h 8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81"/>
                    <a:gd name="T11" fmla="*/ 127 w 127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81">
                      <a:moveTo>
                        <a:pt x="127" y="0"/>
                      </a:moveTo>
                      <a:lnTo>
                        <a:pt x="28" y="45"/>
                      </a:lnTo>
                      <a:lnTo>
                        <a:pt x="0" y="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0" name="Freeform 313"/>
                <p:cNvSpPr>
                  <a:spLocks/>
                </p:cNvSpPr>
                <p:nvPr/>
              </p:nvSpPr>
              <p:spPr bwMode="auto">
                <a:xfrm>
                  <a:off x="445" y="54"/>
                  <a:ext cx="118" cy="73"/>
                </a:xfrm>
                <a:custGeom>
                  <a:avLst/>
                  <a:gdLst>
                    <a:gd name="T0" fmla="*/ 0 w 118"/>
                    <a:gd name="T1" fmla="*/ 73 h 73"/>
                    <a:gd name="T2" fmla="*/ 99 w 118"/>
                    <a:gd name="T3" fmla="*/ 28 h 73"/>
                    <a:gd name="T4" fmla="*/ 118 w 118"/>
                    <a:gd name="T5" fmla="*/ 0 h 73"/>
                    <a:gd name="T6" fmla="*/ 0 w 118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73"/>
                    <a:gd name="T14" fmla="*/ 118 w 118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73">
                      <a:moveTo>
                        <a:pt x="0" y="73"/>
                      </a:moveTo>
                      <a:lnTo>
                        <a:pt x="99" y="28"/>
                      </a:lnTo>
                      <a:lnTo>
                        <a:pt x="118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B42A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1" name="Freeform 314"/>
                <p:cNvSpPr>
                  <a:spLocks/>
                </p:cNvSpPr>
                <p:nvPr/>
              </p:nvSpPr>
              <p:spPr bwMode="auto">
                <a:xfrm>
                  <a:off x="445" y="54"/>
                  <a:ext cx="118" cy="73"/>
                </a:xfrm>
                <a:custGeom>
                  <a:avLst/>
                  <a:gdLst>
                    <a:gd name="T0" fmla="*/ 0 w 118"/>
                    <a:gd name="T1" fmla="*/ 73 h 73"/>
                    <a:gd name="T2" fmla="*/ 99 w 118"/>
                    <a:gd name="T3" fmla="*/ 28 h 73"/>
                    <a:gd name="T4" fmla="*/ 118 w 118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73"/>
                    <a:gd name="T11" fmla="*/ 118 w 118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73">
                      <a:moveTo>
                        <a:pt x="0" y="73"/>
                      </a:moveTo>
                      <a:lnTo>
                        <a:pt x="99" y="28"/>
                      </a:lnTo>
                      <a:lnTo>
                        <a:pt x="1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2" name="Freeform 315"/>
                <p:cNvSpPr>
                  <a:spLocks/>
                </p:cNvSpPr>
                <p:nvPr/>
              </p:nvSpPr>
              <p:spPr bwMode="auto">
                <a:xfrm>
                  <a:off x="544" y="36"/>
                  <a:ext cx="118" cy="46"/>
                </a:xfrm>
                <a:custGeom>
                  <a:avLst/>
                  <a:gdLst>
                    <a:gd name="T0" fmla="*/ 118 w 118"/>
                    <a:gd name="T1" fmla="*/ 0 h 46"/>
                    <a:gd name="T2" fmla="*/ 19 w 118"/>
                    <a:gd name="T3" fmla="*/ 18 h 46"/>
                    <a:gd name="T4" fmla="*/ 0 w 118"/>
                    <a:gd name="T5" fmla="*/ 46 h 46"/>
                    <a:gd name="T6" fmla="*/ 118 w 118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46"/>
                    <a:gd name="T14" fmla="*/ 118 w 118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46">
                      <a:moveTo>
                        <a:pt x="118" y="0"/>
                      </a:moveTo>
                      <a:lnTo>
                        <a:pt x="19" y="18"/>
                      </a:lnTo>
                      <a:lnTo>
                        <a:pt x="0" y="46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AC2C0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3" name="Freeform 316"/>
                <p:cNvSpPr>
                  <a:spLocks/>
                </p:cNvSpPr>
                <p:nvPr/>
              </p:nvSpPr>
              <p:spPr bwMode="auto">
                <a:xfrm>
                  <a:off x="544" y="36"/>
                  <a:ext cx="118" cy="46"/>
                </a:xfrm>
                <a:custGeom>
                  <a:avLst/>
                  <a:gdLst>
                    <a:gd name="T0" fmla="*/ 118 w 118"/>
                    <a:gd name="T1" fmla="*/ 0 h 46"/>
                    <a:gd name="T2" fmla="*/ 19 w 118"/>
                    <a:gd name="T3" fmla="*/ 18 h 46"/>
                    <a:gd name="T4" fmla="*/ 0 w 118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46"/>
                    <a:gd name="T11" fmla="*/ 118 w 118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46">
                      <a:moveTo>
                        <a:pt x="118" y="0"/>
                      </a:moveTo>
                      <a:lnTo>
                        <a:pt x="19" y="18"/>
                      </a:lnTo>
                      <a:lnTo>
                        <a:pt x="0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4" name="Freeform 317"/>
                <p:cNvSpPr>
                  <a:spLocks/>
                </p:cNvSpPr>
                <p:nvPr/>
              </p:nvSpPr>
              <p:spPr bwMode="auto">
                <a:xfrm>
                  <a:off x="27" y="1034"/>
                  <a:ext cx="100" cy="254"/>
                </a:xfrm>
                <a:custGeom>
                  <a:avLst/>
                  <a:gdLst>
                    <a:gd name="T0" fmla="*/ 0 w 100"/>
                    <a:gd name="T1" fmla="*/ 0 h 254"/>
                    <a:gd name="T2" fmla="*/ 100 w 100"/>
                    <a:gd name="T3" fmla="*/ 145 h 254"/>
                    <a:gd name="T4" fmla="*/ 73 w 100"/>
                    <a:gd name="T5" fmla="*/ 254 h 254"/>
                    <a:gd name="T6" fmla="*/ 0 w 100"/>
                    <a:gd name="T7" fmla="*/ 0 h 2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254"/>
                    <a:gd name="T14" fmla="*/ 100 w 100"/>
                    <a:gd name="T15" fmla="*/ 254 h 2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254">
                      <a:moveTo>
                        <a:pt x="0" y="0"/>
                      </a:moveTo>
                      <a:lnTo>
                        <a:pt x="100" y="145"/>
                      </a:lnTo>
                      <a:lnTo>
                        <a:pt x="73" y="2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B3EA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5" name="Freeform 318"/>
                <p:cNvSpPr>
                  <a:spLocks/>
                </p:cNvSpPr>
                <p:nvPr/>
              </p:nvSpPr>
              <p:spPr bwMode="auto">
                <a:xfrm>
                  <a:off x="27" y="1034"/>
                  <a:ext cx="100" cy="254"/>
                </a:xfrm>
                <a:custGeom>
                  <a:avLst/>
                  <a:gdLst>
                    <a:gd name="T0" fmla="*/ 0 w 100"/>
                    <a:gd name="T1" fmla="*/ 0 h 254"/>
                    <a:gd name="T2" fmla="*/ 100 w 100"/>
                    <a:gd name="T3" fmla="*/ 145 h 254"/>
                    <a:gd name="T4" fmla="*/ 73 w 100"/>
                    <a:gd name="T5" fmla="*/ 254 h 25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254"/>
                    <a:gd name="T11" fmla="*/ 100 w 100"/>
                    <a:gd name="T12" fmla="*/ 254 h 2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254">
                      <a:moveTo>
                        <a:pt x="0" y="0"/>
                      </a:moveTo>
                      <a:lnTo>
                        <a:pt x="100" y="145"/>
                      </a:lnTo>
                      <a:lnTo>
                        <a:pt x="73" y="2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6" name="Freeform 319"/>
                <p:cNvSpPr>
                  <a:spLocks/>
                </p:cNvSpPr>
                <p:nvPr/>
              </p:nvSpPr>
              <p:spPr bwMode="auto">
                <a:xfrm>
                  <a:off x="27" y="943"/>
                  <a:ext cx="100" cy="236"/>
                </a:xfrm>
                <a:custGeom>
                  <a:avLst/>
                  <a:gdLst>
                    <a:gd name="T0" fmla="*/ 100 w 100"/>
                    <a:gd name="T1" fmla="*/ 236 h 236"/>
                    <a:gd name="T2" fmla="*/ 0 w 100"/>
                    <a:gd name="T3" fmla="*/ 91 h 236"/>
                    <a:gd name="T4" fmla="*/ 37 w 100"/>
                    <a:gd name="T5" fmla="*/ 0 h 236"/>
                    <a:gd name="T6" fmla="*/ 100 w 100"/>
                    <a:gd name="T7" fmla="*/ 236 h 2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236"/>
                    <a:gd name="T14" fmla="*/ 100 w 100"/>
                    <a:gd name="T15" fmla="*/ 236 h 2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236">
                      <a:moveTo>
                        <a:pt x="100" y="236"/>
                      </a:moveTo>
                      <a:lnTo>
                        <a:pt x="0" y="91"/>
                      </a:lnTo>
                      <a:lnTo>
                        <a:pt x="37" y="0"/>
                      </a:lnTo>
                      <a:lnTo>
                        <a:pt x="100" y="236"/>
                      </a:lnTo>
                      <a:close/>
                    </a:path>
                  </a:pathLst>
                </a:custGeom>
                <a:solidFill>
                  <a:srgbClr val="4E41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7" name="Freeform 320"/>
                <p:cNvSpPr>
                  <a:spLocks/>
                </p:cNvSpPr>
                <p:nvPr/>
              </p:nvSpPr>
              <p:spPr bwMode="auto">
                <a:xfrm>
                  <a:off x="27" y="943"/>
                  <a:ext cx="100" cy="236"/>
                </a:xfrm>
                <a:custGeom>
                  <a:avLst/>
                  <a:gdLst>
                    <a:gd name="T0" fmla="*/ 100 w 100"/>
                    <a:gd name="T1" fmla="*/ 236 h 236"/>
                    <a:gd name="T2" fmla="*/ 0 w 100"/>
                    <a:gd name="T3" fmla="*/ 91 h 236"/>
                    <a:gd name="T4" fmla="*/ 37 w 100"/>
                    <a:gd name="T5" fmla="*/ 0 h 236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236"/>
                    <a:gd name="T11" fmla="*/ 100 w 100"/>
                    <a:gd name="T12" fmla="*/ 236 h 2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236">
                      <a:moveTo>
                        <a:pt x="100" y="236"/>
                      </a:moveTo>
                      <a:lnTo>
                        <a:pt x="0" y="91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8" name="Freeform 321"/>
                <p:cNvSpPr>
                  <a:spLocks/>
                </p:cNvSpPr>
                <p:nvPr/>
              </p:nvSpPr>
              <p:spPr bwMode="auto">
                <a:xfrm>
                  <a:off x="1161" y="245"/>
                  <a:ext cx="55" cy="81"/>
                </a:xfrm>
                <a:custGeom>
                  <a:avLst/>
                  <a:gdLst>
                    <a:gd name="T0" fmla="*/ 0 w 55"/>
                    <a:gd name="T1" fmla="*/ 0 h 81"/>
                    <a:gd name="T2" fmla="*/ 55 w 55"/>
                    <a:gd name="T3" fmla="*/ 81 h 81"/>
                    <a:gd name="T4" fmla="*/ 18 w 55"/>
                    <a:gd name="T5" fmla="*/ 27 h 81"/>
                    <a:gd name="T6" fmla="*/ 0 w 55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81"/>
                    <a:gd name="T14" fmla="*/ 55 w 5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81">
                      <a:moveTo>
                        <a:pt x="0" y="0"/>
                      </a:moveTo>
                      <a:lnTo>
                        <a:pt x="55" y="81"/>
                      </a:lnTo>
                      <a:lnTo>
                        <a:pt x="18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6D37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19" name="Freeform 322"/>
                <p:cNvSpPr>
                  <a:spLocks/>
                </p:cNvSpPr>
                <p:nvPr/>
              </p:nvSpPr>
              <p:spPr bwMode="auto">
                <a:xfrm>
                  <a:off x="1161" y="245"/>
                  <a:ext cx="55" cy="81"/>
                </a:xfrm>
                <a:custGeom>
                  <a:avLst/>
                  <a:gdLst>
                    <a:gd name="T0" fmla="*/ 0 w 55"/>
                    <a:gd name="T1" fmla="*/ 0 h 81"/>
                    <a:gd name="T2" fmla="*/ 55 w 55"/>
                    <a:gd name="T3" fmla="*/ 81 h 81"/>
                    <a:gd name="T4" fmla="*/ 18 w 55"/>
                    <a:gd name="T5" fmla="*/ 27 h 81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81"/>
                    <a:gd name="T11" fmla="*/ 55 w 5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81">
                      <a:moveTo>
                        <a:pt x="0" y="0"/>
                      </a:moveTo>
                      <a:lnTo>
                        <a:pt x="55" y="81"/>
                      </a:lnTo>
                      <a:lnTo>
                        <a:pt x="18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20" name="Freeform 323"/>
                <p:cNvSpPr>
                  <a:spLocks/>
                </p:cNvSpPr>
                <p:nvPr/>
              </p:nvSpPr>
              <p:spPr bwMode="auto">
                <a:xfrm>
                  <a:off x="1125" y="199"/>
                  <a:ext cx="54" cy="73"/>
                </a:xfrm>
                <a:custGeom>
                  <a:avLst/>
                  <a:gdLst>
                    <a:gd name="T0" fmla="*/ 54 w 54"/>
                    <a:gd name="T1" fmla="*/ 73 h 73"/>
                    <a:gd name="T2" fmla="*/ 0 w 54"/>
                    <a:gd name="T3" fmla="*/ 0 h 73"/>
                    <a:gd name="T4" fmla="*/ 36 w 54"/>
                    <a:gd name="T5" fmla="*/ 46 h 73"/>
                    <a:gd name="T6" fmla="*/ 54 w 54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73"/>
                    <a:gd name="T14" fmla="*/ 54 w 54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73">
                      <a:moveTo>
                        <a:pt x="54" y="73"/>
                      </a:moveTo>
                      <a:lnTo>
                        <a:pt x="0" y="0"/>
                      </a:lnTo>
                      <a:lnTo>
                        <a:pt x="36" y="46"/>
                      </a:lnTo>
                      <a:lnTo>
                        <a:pt x="54" y="73"/>
                      </a:lnTo>
                      <a:close/>
                    </a:path>
                  </a:pathLst>
                </a:custGeom>
                <a:solidFill>
                  <a:srgbClr val="96D37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21" name="Freeform 324"/>
                <p:cNvSpPr>
                  <a:spLocks/>
                </p:cNvSpPr>
                <p:nvPr/>
              </p:nvSpPr>
              <p:spPr bwMode="auto">
                <a:xfrm>
                  <a:off x="1125" y="199"/>
                  <a:ext cx="54" cy="73"/>
                </a:xfrm>
                <a:custGeom>
                  <a:avLst/>
                  <a:gdLst>
                    <a:gd name="T0" fmla="*/ 54 w 54"/>
                    <a:gd name="T1" fmla="*/ 73 h 73"/>
                    <a:gd name="T2" fmla="*/ 0 w 54"/>
                    <a:gd name="T3" fmla="*/ 0 h 73"/>
                    <a:gd name="T4" fmla="*/ 36 w 54"/>
                    <a:gd name="T5" fmla="*/ 46 h 73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73"/>
                    <a:gd name="T11" fmla="*/ 54 w 54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73">
                      <a:moveTo>
                        <a:pt x="54" y="73"/>
                      </a:moveTo>
                      <a:lnTo>
                        <a:pt x="0" y="0"/>
                      </a:lnTo>
                      <a:lnTo>
                        <a:pt x="36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22" name="Freeform 325"/>
                <p:cNvSpPr>
                  <a:spLocks/>
                </p:cNvSpPr>
                <p:nvPr/>
              </p:nvSpPr>
              <p:spPr bwMode="auto">
                <a:xfrm>
                  <a:off x="191" y="336"/>
                  <a:ext cx="81" cy="154"/>
                </a:xfrm>
                <a:custGeom>
                  <a:avLst/>
                  <a:gdLst>
                    <a:gd name="T0" fmla="*/ 81 w 81"/>
                    <a:gd name="T1" fmla="*/ 0 h 154"/>
                    <a:gd name="T2" fmla="*/ 36 w 81"/>
                    <a:gd name="T3" fmla="*/ 90 h 154"/>
                    <a:gd name="T4" fmla="*/ 0 w 81"/>
                    <a:gd name="T5" fmla="*/ 154 h 154"/>
                    <a:gd name="T6" fmla="*/ 81 w 81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54"/>
                    <a:gd name="T14" fmla="*/ 81 w 81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54">
                      <a:moveTo>
                        <a:pt x="81" y="0"/>
                      </a:moveTo>
                      <a:lnTo>
                        <a:pt x="36" y="90"/>
                      </a:lnTo>
                      <a:lnTo>
                        <a:pt x="0" y="154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00007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23" name="Freeform 326"/>
                <p:cNvSpPr>
                  <a:spLocks/>
                </p:cNvSpPr>
                <p:nvPr/>
              </p:nvSpPr>
              <p:spPr bwMode="auto">
                <a:xfrm>
                  <a:off x="191" y="336"/>
                  <a:ext cx="81" cy="154"/>
                </a:xfrm>
                <a:custGeom>
                  <a:avLst/>
                  <a:gdLst>
                    <a:gd name="T0" fmla="*/ 81 w 81"/>
                    <a:gd name="T1" fmla="*/ 0 h 154"/>
                    <a:gd name="T2" fmla="*/ 36 w 81"/>
                    <a:gd name="T3" fmla="*/ 90 h 154"/>
                    <a:gd name="T4" fmla="*/ 0 w 81"/>
                    <a:gd name="T5" fmla="*/ 154 h 154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54"/>
                    <a:gd name="T11" fmla="*/ 81 w 81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54">
                      <a:moveTo>
                        <a:pt x="81" y="0"/>
                      </a:moveTo>
                      <a:lnTo>
                        <a:pt x="36" y="90"/>
                      </a:lnTo>
                      <a:lnTo>
                        <a:pt x="0" y="1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0" name="Freeform 327"/>
                <p:cNvSpPr>
                  <a:spLocks/>
                </p:cNvSpPr>
                <p:nvPr/>
              </p:nvSpPr>
              <p:spPr bwMode="auto">
                <a:xfrm>
                  <a:off x="227" y="281"/>
                  <a:ext cx="82" cy="145"/>
                </a:xfrm>
                <a:custGeom>
                  <a:avLst/>
                  <a:gdLst>
                    <a:gd name="T0" fmla="*/ 0 w 82"/>
                    <a:gd name="T1" fmla="*/ 145 h 145"/>
                    <a:gd name="T2" fmla="*/ 45 w 82"/>
                    <a:gd name="T3" fmla="*/ 55 h 145"/>
                    <a:gd name="T4" fmla="*/ 82 w 82"/>
                    <a:gd name="T5" fmla="*/ 0 h 145"/>
                    <a:gd name="T6" fmla="*/ 0 w 82"/>
                    <a:gd name="T7" fmla="*/ 145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45"/>
                    <a:gd name="T14" fmla="*/ 82 w 82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45">
                      <a:moveTo>
                        <a:pt x="0" y="145"/>
                      </a:moveTo>
                      <a:lnTo>
                        <a:pt x="45" y="55"/>
                      </a:lnTo>
                      <a:lnTo>
                        <a:pt x="82" y="0"/>
                      </a:lnTo>
                      <a:lnTo>
                        <a:pt x="0" y="145"/>
                      </a:lnTo>
                      <a:close/>
                    </a:path>
                  </a:pathLst>
                </a:custGeom>
                <a:solidFill>
                  <a:srgbClr val="0000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1" name="Freeform 328"/>
                <p:cNvSpPr>
                  <a:spLocks/>
                </p:cNvSpPr>
                <p:nvPr/>
              </p:nvSpPr>
              <p:spPr bwMode="auto">
                <a:xfrm>
                  <a:off x="227" y="281"/>
                  <a:ext cx="82" cy="145"/>
                </a:xfrm>
                <a:custGeom>
                  <a:avLst/>
                  <a:gdLst>
                    <a:gd name="T0" fmla="*/ 0 w 82"/>
                    <a:gd name="T1" fmla="*/ 145 h 145"/>
                    <a:gd name="T2" fmla="*/ 45 w 82"/>
                    <a:gd name="T3" fmla="*/ 55 h 145"/>
                    <a:gd name="T4" fmla="*/ 82 w 82"/>
                    <a:gd name="T5" fmla="*/ 0 h 14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45"/>
                    <a:gd name="T11" fmla="*/ 82 w 82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45">
                      <a:moveTo>
                        <a:pt x="0" y="145"/>
                      </a:moveTo>
                      <a:lnTo>
                        <a:pt x="45" y="55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2" name="Freeform 329"/>
                <p:cNvSpPr>
                  <a:spLocks/>
                </p:cNvSpPr>
                <p:nvPr/>
              </p:nvSpPr>
              <p:spPr bwMode="auto">
                <a:xfrm>
                  <a:off x="309" y="163"/>
                  <a:ext cx="108" cy="118"/>
                </a:xfrm>
                <a:custGeom>
                  <a:avLst/>
                  <a:gdLst>
                    <a:gd name="T0" fmla="*/ 108 w 108"/>
                    <a:gd name="T1" fmla="*/ 0 h 118"/>
                    <a:gd name="T2" fmla="*/ 36 w 108"/>
                    <a:gd name="T3" fmla="*/ 73 h 118"/>
                    <a:gd name="T4" fmla="*/ 0 w 108"/>
                    <a:gd name="T5" fmla="*/ 118 h 118"/>
                    <a:gd name="T6" fmla="*/ 108 w 108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8"/>
                    <a:gd name="T13" fmla="*/ 0 h 118"/>
                    <a:gd name="T14" fmla="*/ 108 w 108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8" h="118">
                      <a:moveTo>
                        <a:pt x="108" y="0"/>
                      </a:moveTo>
                      <a:lnTo>
                        <a:pt x="36" y="73"/>
                      </a:lnTo>
                      <a:lnTo>
                        <a:pt x="0" y="118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rgbClr val="B838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3" name="Freeform 330"/>
                <p:cNvSpPr>
                  <a:spLocks/>
                </p:cNvSpPr>
                <p:nvPr/>
              </p:nvSpPr>
              <p:spPr bwMode="auto">
                <a:xfrm>
                  <a:off x="309" y="163"/>
                  <a:ext cx="108" cy="118"/>
                </a:xfrm>
                <a:custGeom>
                  <a:avLst/>
                  <a:gdLst>
                    <a:gd name="T0" fmla="*/ 108 w 108"/>
                    <a:gd name="T1" fmla="*/ 0 h 118"/>
                    <a:gd name="T2" fmla="*/ 36 w 108"/>
                    <a:gd name="T3" fmla="*/ 73 h 118"/>
                    <a:gd name="T4" fmla="*/ 0 w 108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108"/>
                    <a:gd name="T10" fmla="*/ 0 h 118"/>
                    <a:gd name="T11" fmla="*/ 108 w 108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8" h="118">
                      <a:moveTo>
                        <a:pt x="108" y="0"/>
                      </a:moveTo>
                      <a:lnTo>
                        <a:pt x="36" y="73"/>
                      </a:lnTo>
                      <a:lnTo>
                        <a:pt x="0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4" name="Freeform 331"/>
                <p:cNvSpPr>
                  <a:spLocks/>
                </p:cNvSpPr>
                <p:nvPr/>
              </p:nvSpPr>
              <p:spPr bwMode="auto">
                <a:xfrm>
                  <a:off x="345" y="127"/>
                  <a:ext cx="100" cy="109"/>
                </a:xfrm>
                <a:custGeom>
                  <a:avLst/>
                  <a:gdLst>
                    <a:gd name="T0" fmla="*/ 0 w 100"/>
                    <a:gd name="T1" fmla="*/ 109 h 109"/>
                    <a:gd name="T2" fmla="*/ 72 w 100"/>
                    <a:gd name="T3" fmla="*/ 36 h 109"/>
                    <a:gd name="T4" fmla="*/ 100 w 100"/>
                    <a:gd name="T5" fmla="*/ 0 h 109"/>
                    <a:gd name="T6" fmla="*/ 0 w 100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109"/>
                    <a:gd name="T14" fmla="*/ 100 w 100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109">
                      <a:moveTo>
                        <a:pt x="0" y="109"/>
                      </a:moveTo>
                      <a:lnTo>
                        <a:pt x="72" y="36"/>
                      </a:lnTo>
                      <a:lnTo>
                        <a:pt x="100" y="0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A523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5" name="Freeform 332"/>
                <p:cNvSpPr>
                  <a:spLocks/>
                </p:cNvSpPr>
                <p:nvPr/>
              </p:nvSpPr>
              <p:spPr bwMode="auto">
                <a:xfrm>
                  <a:off x="345" y="127"/>
                  <a:ext cx="100" cy="109"/>
                </a:xfrm>
                <a:custGeom>
                  <a:avLst/>
                  <a:gdLst>
                    <a:gd name="T0" fmla="*/ 0 w 100"/>
                    <a:gd name="T1" fmla="*/ 109 h 109"/>
                    <a:gd name="T2" fmla="*/ 72 w 100"/>
                    <a:gd name="T3" fmla="*/ 36 h 109"/>
                    <a:gd name="T4" fmla="*/ 100 w 100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109"/>
                    <a:gd name="T11" fmla="*/ 100 w 100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109">
                      <a:moveTo>
                        <a:pt x="0" y="109"/>
                      </a:moveTo>
                      <a:lnTo>
                        <a:pt x="72" y="36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6" name="Freeform 333"/>
                <p:cNvSpPr>
                  <a:spLocks/>
                </p:cNvSpPr>
                <p:nvPr/>
              </p:nvSpPr>
              <p:spPr bwMode="auto">
                <a:xfrm>
                  <a:off x="662" y="9"/>
                  <a:ext cx="118" cy="27"/>
                </a:xfrm>
                <a:custGeom>
                  <a:avLst/>
                  <a:gdLst>
                    <a:gd name="T0" fmla="*/ 0 w 118"/>
                    <a:gd name="T1" fmla="*/ 27 h 27"/>
                    <a:gd name="T2" fmla="*/ 118 w 118"/>
                    <a:gd name="T3" fmla="*/ 18 h 27"/>
                    <a:gd name="T4" fmla="*/ 109 w 118"/>
                    <a:gd name="T5" fmla="*/ 0 h 27"/>
                    <a:gd name="T6" fmla="*/ 0 w 118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27"/>
                    <a:gd name="T14" fmla="*/ 118 w 1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27">
                      <a:moveTo>
                        <a:pt x="0" y="27"/>
                      </a:moveTo>
                      <a:lnTo>
                        <a:pt x="118" y="18"/>
                      </a:lnTo>
                      <a:lnTo>
                        <a:pt x="109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89090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7" name="Freeform 334"/>
                <p:cNvSpPr>
                  <a:spLocks/>
                </p:cNvSpPr>
                <p:nvPr/>
              </p:nvSpPr>
              <p:spPr bwMode="auto">
                <a:xfrm>
                  <a:off x="662" y="9"/>
                  <a:ext cx="118" cy="27"/>
                </a:xfrm>
                <a:custGeom>
                  <a:avLst/>
                  <a:gdLst>
                    <a:gd name="T0" fmla="*/ 0 w 118"/>
                    <a:gd name="T1" fmla="*/ 27 h 27"/>
                    <a:gd name="T2" fmla="*/ 118 w 118"/>
                    <a:gd name="T3" fmla="*/ 18 h 27"/>
                    <a:gd name="T4" fmla="*/ 109 w 118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27"/>
                    <a:gd name="T11" fmla="*/ 118 w 118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27">
                      <a:moveTo>
                        <a:pt x="0" y="27"/>
                      </a:moveTo>
                      <a:lnTo>
                        <a:pt x="118" y="18"/>
                      </a:lnTo>
                      <a:lnTo>
                        <a:pt x="10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8" name="Freeform 335"/>
                <p:cNvSpPr>
                  <a:spLocks/>
                </p:cNvSpPr>
                <p:nvPr/>
              </p:nvSpPr>
              <p:spPr bwMode="auto">
                <a:xfrm>
                  <a:off x="780" y="27"/>
                  <a:ext cx="109" cy="18"/>
                </a:xfrm>
                <a:custGeom>
                  <a:avLst/>
                  <a:gdLst>
                    <a:gd name="T0" fmla="*/ 0 w 109"/>
                    <a:gd name="T1" fmla="*/ 0 h 18"/>
                    <a:gd name="T2" fmla="*/ 109 w 109"/>
                    <a:gd name="T3" fmla="*/ 18 h 18"/>
                    <a:gd name="T4" fmla="*/ 91 w 109"/>
                    <a:gd name="T5" fmla="*/ 0 h 18"/>
                    <a:gd name="T6" fmla="*/ 0 w 109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18"/>
                    <a:gd name="T14" fmla="*/ 109 w 109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18">
                      <a:moveTo>
                        <a:pt x="0" y="0"/>
                      </a:moveTo>
                      <a:lnTo>
                        <a:pt x="109" y="18"/>
                      </a:lnTo>
                      <a:lnTo>
                        <a:pt x="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5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29" name="Freeform 336"/>
                <p:cNvSpPr>
                  <a:spLocks/>
                </p:cNvSpPr>
                <p:nvPr/>
              </p:nvSpPr>
              <p:spPr bwMode="auto">
                <a:xfrm>
                  <a:off x="780" y="27"/>
                  <a:ext cx="109" cy="18"/>
                </a:xfrm>
                <a:custGeom>
                  <a:avLst/>
                  <a:gdLst>
                    <a:gd name="T0" fmla="*/ 0 w 109"/>
                    <a:gd name="T1" fmla="*/ 0 h 18"/>
                    <a:gd name="T2" fmla="*/ 109 w 109"/>
                    <a:gd name="T3" fmla="*/ 18 h 18"/>
                    <a:gd name="T4" fmla="*/ 91 w 109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18"/>
                    <a:gd name="T11" fmla="*/ 109 w 109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18">
                      <a:moveTo>
                        <a:pt x="0" y="0"/>
                      </a:moveTo>
                      <a:lnTo>
                        <a:pt x="109" y="18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0" name="Freeform 337"/>
                <p:cNvSpPr>
                  <a:spLocks/>
                </p:cNvSpPr>
                <p:nvPr/>
              </p:nvSpPr>
              <p:spPr bwMode="auto">
                <a:xfrm>
                  <a:off x="771" y="9"/>
                  <a:ext cx="100" cy="18"/>
                </a:xfrm>
                <a:custGeom>
                  <a:avLst/>
                  <a:gdLst>
                    <a:gd name="T0" fmla="*/ 100 w 100"/>
                    <a:gd name="T1" fmla="*/ 18 h 18"/>
                    <a:gd name="T2" fmla="*/ 0 w 100"/>
                    <a:gd name="T3" fmla="*/ 0 h 18"/>
                    <a:gd name="T4" fmla="*/ 9 w 100"/>
                    <a:gd name="T5" fmla="*/ 18 h 18"/>
                    <a:gd name="T6" fmla="*/ 100 w 100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18"/>
                    <a:gd name="T14" fmla="*/ 100 w 100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18">
                      <a:moveTo>
                        <a:pt x="100" y="18"/>
                      </a:moveTo>
                      <a:lnTo>
                        <a:pt x="0" y="0"/>
                      </a:lnTo>
                      <a:lnTo>
                        <a:pt x="9" y="18"/>
                      </a:lnTo>
                      <a:lnTo>
                        <a:pt x="100" y="18"/>
                      </a:lnTo>
                      <a:close/>
                    </a:path>
                  </a:pathLst>
                </a:custGeom>
                <a:solidFill>
                  <a:srgbClr val="65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1" name="Freeform 338"/>
                <p:cNvSpPr>
                  <a:spLocks/>
                </p:cNvSpPr>
                <p:nvPr/>
              </p:nvSpPr>
              <p:spPr bwMode="auto">
                <a:xfrm>
                  <a:off x="771" y="9"/>
                  <a:ext cx="100" cy="18"/>
                </a:xfrm>
                <a:custGeom>
                  <a:avLst/>
                  <a:gdLst>
                    <a:gd name="T0" fmla="*/ 100 w 100"/>
                    <a:gd name="T1" fmla="*/ 18 h 18"/>
                    <a:gd name="T2" fmla="*/ 0 w 100"/>
                    <a:gd name="T3" fmla="*/ 0 h 18"/>
                    <a:gd name="T4" fmla="*/ 9 w 100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18"/>
                    <a:gd name="T11" fmla="*/ 100 w 100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18">
                      <a:moveTo>
                        <a:pt x="100" y="18"/>
                      </a:moveTo>
                      <a:lnTo>
                        <a:pt x="0" y="0"/>
                      </a:lnTo>
                      <a:lnTo>
                        <a:pt x="9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2" name="Freeform 339"/>
                <p:cNvSpPr>
                  <a:spLocks/>
                </p:cNvSpPr>
                <p:nvPr/>
              </p:nvSpPr>
              <p:spPr bwMode="auto">
                <a:xfrm>
                  <a:off x="1270" y="444"/>
                  <a:ext cx="36" cy="100"/>
                </a:xfrm>
                <a:custGeom>
                  <a:avLst/>
                  <a:gdLst>
                    <a:gd name="T0" fmla="*/ 18 w 36"/>
                    <a:gd name="T1" fmla="*/ 0 h 100"/>
                    <a:gd name="T2" fmla="*/ 36 w 36"/>
                    <a:gd name="T3" fmla="*/ 100 h 100"/>
                    <a:gd name="T4" fmla="*/ 0 w 36"/>
                    <a:gd name="T5" fmla="*/ 37 h 100"/>
                    <a:gd name="T6" fmla="*/ 18 w 36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00"/>
                    <a:gd name="T14" fmla="*/ 36 w 36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00">
                      <a:moveTo>
                        <a:pt x="18" y="0"/>
                      </a:moveTo>
                      <a:lnTo>
                        <a:pt x="36" y="100"/>
                      </a:lnTo>
                      <a:lnTo>
                        <a:pt x="0" y="37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EFF39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3" name="Freeform 340"/>
                <p:cNvSpPr>
                  <a:spLocks/>
                </p:cNvSpPr>
                <p:nvPr/>
              </p:nvSpPr>
              <p:spPr bwMode="auto">
                <a:xfrm>
                  <a:off x="1270" y="444"/>
                  <a:ext cx="36" cy="100"/>
                </a:xfrm>
                <a:custGeom>
                  <a:avLst/>
                  <a:gdLst>
                    <a:gd name="T0" fmla="*/ 18 w 36"/>
                    <a:gd name="T1" fmla="*/ 0 h 100"/>
                    <a:gd name="T2" fmla="*/ 36 w 36"/>
                    <a:gd name="T3" fmla="*/ 100 h 100"/>
                    <a:gd name="T4" fmla="*/ 0 w 36"/>
                    <a:gd name="T5" fmla="*/ 37 h 100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00"/>
                    <a:gd name="T11" fmla="*/ 36 w 36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00">
                      <a:moveTo>
                        <a:pt x="18" y="0"/>
                      </a:moveTo>
                      <a:lnTo>
                        <a:pt x="36" y="100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4" name="Freeform 341"/>
                <p:cNvSpPr>
                  <a:spLocks/>
                </p:cNvSpPr>
                <p:nvPr/>
              </p:nvSpPr>
              <p:spPr bwMode="auto">
                <a:xfrm>
                  <a:off x="1252" y="381"/>
                  <a:ext cx="36" cy="100"/>
                </a:xfrm>
                <a:custGeom>
                  <a:avLst/>
                  <a:gdLst>
                    <a:gd name="T0" fmla="*/ 18 w 36"/>
                    <a:gd name="T1" fmla="*/ 100 h 100"/>
                    <a:gd name="T2" fmla="*/ 0 w 36"/>
                    <a:gd name="T3" fmla="*/ 0 h 100"/>
                    <a:gd name="T4" fmla="*/ 36 w 36"/>
                    <a:gd name="T5" fmla="*/ 63 h 100"/>
                    <a:gd name="T6" fmla="*/ 18 w 36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00"/>
                    <a:gd name="T14" fmla="*/ 36 w 36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00">
                      <a:moveTo>
                        <a:pt x="18" y="100"/>
                      </a:moveTo>
                      <a:lnTo>
                        <a:pt x="0" y="0"/>
                      </a:lnTo>
                      <a:lnTo>
                        <a:pt x="36" y="63"/>
                      </a:lnTo>
                      <a:lnTo>
                        <a:pt x="18" y="100"/>
                      </a:lnTo>
                      <a:close/>
                    </a:path>
                  </a:pathLst>
                </a:custGeom>
                <a:solidFill>
                  <a:srgbClr val="EFF39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5" name="Freeform 342"/>
                <p:cNvSpPr>
                  <a:spLocks/>
                </p:cNvSpPr>
                <p:nvPr/>
              </p:nvSpPr>
              <p:spPr bwMode="auto">
                <a:xfrm>
                  <a:off x="1252" y="381"/>
                  <a:ext cx="36" cy="100"/>
                </a:xfrm>
                <a:custGeom>
                  <a:avLst/>
                  <a:gdLst>
                    <a:gd name="T0" fmla="*/ 18 w 36"/>
                    <a:gd name="T1" fmla="*/ 100 h 100"/>
                    <a:gd name="T2" fmla="*/ 0 w 36"/>
                    <a:gd name="T3" fmla="*/ 0 h 100"/>
                    <a:gd name="T4" fmla="*/ 36 w 36"/>
                    <a:gd name="T5" fmla="*/ 63 h 100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00"/>
                    <a:gd name="T11" fmla="*/ 36 w 36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00">
                      <a:moveTo>
                        <a:pt x="18" y="100"/>
                      </a:moveTo>
                      <a:lnTo>
                        <a:pt x="0" y="0"/>
                      </a:lnTo>
                      <a:lnTo>
                        <a:pt x="36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6" name="Freeform 343"/>
                <p:cNvSpPr>
                  <a:spLocks/>
                </p:cNvSpPr>
                <p:nvPr/>
              </p:nvSpPr>
              <p:spPr bwMode="auto">
                <a:xfrm>
                  <a:off x="1324" y="780"/>
                  <a:ext cx="91" cy="136"/>
                </a:xfrm>
                <a:custGeom>
                  <a:avLst/>
                  <a:gdLst>
                    <a:gd name="T0" fmla="*/ 91 w 91"/>
                    <a:gd name="T1" fmla="*/ 0 h 136"/>
                    <a:gd name="T2" fmla="*/ 37 w 91"/>
                    <a:gd name="T3" fmla="*/ 136 h 136"/>
                    <a:gd name="T4" fmla="*/ 0 w 91"/>
                    <a:gd name="T5" fmla="*/ 45 h 136"/>
                    <a:gd name="T6" fmla="*/ 91 w 91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36"/>
                    <a:gd name="T14" fmla="*/ 91 w 91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36">
                      <a:moveTo>
                        <a:pt x="91" y="0"/>
                      </a:moveTo>
                      <a:lnTo>
                        <a:pt x="37" y="136"/>
                      </a:lnTo>
                      <a:lnTo>
                        <a:pt x="0" y="45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FAD9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7" name="Freeform 344"/>
                <p:cNvSpPr>
                  <a:spLocks/>
                </p:cNvSpPr>
                <p:nvPr/>
              </p:nvSpPr>
              <p:spPr bwMode="auto">
                <a:xfrm>
                  <a:off x="1324" y="780"/>
                  <a:ext cx="91" cy="136"/>
                </a:xfrm>
                <a:custGeom>
                  <a:avLst/>
                  <a:gdLst>
                    <a:gd name="T0" fmla="*/ 91 w 91"/>
                    <a:gd name="T1" fmla="*/ 0 h 136"/>
                    <a:gd name="T2" fmla="*/ 37 w 91"/>
                    <a:gd name="T3" fmla="*/ 136 h 136"/>
                    <a:gd name="T4" fmla="*/ 0 w 91"/>
                    <a:gd name="T5" fmla="*/ 45 h 136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36"/>
                    <a:gd name="T11" fmla="*/ 91 w 91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36">
                      <a:moveTo>
                        <a:pt x="91" y="0"/>
                      </a:moveTo>
                      <a:lnTo>
                        <a:pt x="37" y="136"/>
                      </a:lnTo>
                      <a:lnTo>
                        <a:pt x="0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8" name="Freeform 345"/>
                <p:cNvSpPr>
                  <a:spLocks/>
                </p:cNvSpPr>
                <p:nvPr/>
              </p:nvSpPr>
              <p:spPr bwMode="auto">
                <a:xfrm>
                  <a:off x="1324" y="698"/>
                  <a:ext cx="91" cy="127"/>
                </a:xfrm>
                <a:custGeom>
                  <a:avLst/>
                  <a:gdLst>
                    <a:gd name="T0" fmla="*/ 0 w 91"/>
                    <a:gd name="T1" fmla="*/ 127 h 127"/>
                    <a:gd name="T2" fmla="*/ 55 w 91"/>
                    <a:gd name="T3" fmla="*/ 0 h 127"/>
                    <a:gd name="T4" fmla="*/ 91 w 91"/>
                    <a:gd name="T5" fmla="*/ 82 h 127"/>
                    <a:gd name="T6" fmla="*/ 0 w 91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27"/>
                    <a:gd name="T14" fmla="*/ 91 w 91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27">
                      <a:moveTo>
                        <a:pt x="0" y="127"/>
                      </a:moveTo>
                      <a:lnTo>
                        <a:pt x="55" y="0"/>
                      </a:lnTo>
                      <a:lnTo>
                        <a:pt x="91" y="82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solidFill>
                  <a:srgbClr val="FAD9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39" name="Freeform 346"/>
                <p:cNvSpPr>
                  <a:spLocks/>
                </p:cNvSpPr>
                <p:nvPr/>
              </p:nvSpPr>
              <p:spPr bwMode="auto">
                <a:xfrm>
                  <a:off x="1324" y="698"/>
                  <a:ext cx="91" cy="127"/>
                </a:xfrm>
                <a:custGeom>
                  <a:avLst/>
                  <a:gdLst>
                    <a:gd name="T0" fmla="*/ 0 w 91"/>
                    <a:gd name="T1" fmla="*/ 127 h 127"/>
                    <a:gd name="T2" fmla="*/ 55 w 91"/>
                    <a:gd name="T3" fmla="*/ 0 h 127"/>
                    <a:gd name="T4" fmla="*/ 91 w 91"/>
                    <a:gd name="T5" fmla="*/ 82 h 1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27"/>
                    <a:gd name="T11" fmla="*/ 91 w 91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27">
                      <a:moveTo>
                        <a:pt x="0" y="127"/>
                      </a:moveTo>
                      <a:lnTo>
                        <a:pt x="55" y="0"/>
                      </a:lnTo>
                      <a:lnTo>
                        <a:pt x="91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0" name="Freeform 347"/>
                <p:cNvSpPr>
                  <a:spLocks/>
                </p:cNvSpPr>
                <p:nvPr/>
              </p:nvSpPr>
              <p:spPr bwMode="auto">
                <a:xfrm>
                  <a:off x="563" y="18"/>
                  <a:ext cx="117" cy="36"/>
                </a:xfrm>
                <a:custGeom>
                  <a:avLst/>
                  <a:gdLst>
                    <a:gd name="T0" fmla="*/ 0 w 117"/>
                    <a:gd name="T1" fmla="*/ 36 h 36"/>
                    <a:gd name="T2" fmla="*/ 99 w 117"/>
                    <a:gd name="T3" fmla="*/ 18 h 36"/>
                    <a:gd name="T4" fmla="*/ 117 w 117"/>
                    <a:gd name="T5" fmla="*/ 0 h 36"/>
                    <a:gd name="T6" fmla="*/ 0 w 117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7"/>
                    <a:gd name="T13" fmla="*/ 0 h 36"/>
                    <a:gd name="T14" fmla="*/ 117 w 117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7" h="36">
                      <a:moveTo>
                        <a:pt x="0" y="36"/>
                      </a:moveTo>
                      <a:lnTo>
                        <a:pt x="99" y="18"/>
                      </a:lnTo>
                      <a:lnTo>
                        <a:pt x="117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9F17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1" name="Freeform 348"/>
                <p:cNvSpPr>
                  <a:spLocks/>
                </p:cNvSpPr>
                <p:nvPr/>
              </p:nvSpPr>
              <p:spPr bwMode="auto">
                <a:xfrm>
                  <a:off x="563" y="18"/>
                  <a:ext cx="117" cy="36"/>
                </a:xfrm>
                <a:custGeom>
                  <a:avLst/>
                  <a:gdLst>
                    <a:gd name="T0" fmla="*/ 0 w 117"/>
                    <a:gd name="T1" fmla="*/ 36 h 36"/>
                    <a:gd name="T2" fmla="*/ 99 w 117"/>
                    <a:gd name="T3" fmla="*/ 18 h 36"/>
                    <a:gd name="T4" fmla="*/ 117 w 117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36"/>
                    <a:gd name="T11" fmla="*/ 117 w 117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36">
                      <a:moveTo>
                        <a:pt x="0" y="36"/>
                      </a:moveTo>
                      <a:lnTo>
                        <a:pt x="99" y="18"/>
                      </a:lnTo>
                      <a:lnTo>
                        <a:pt x="11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2" name="Freeform 349"/>
                <p:cNvSpPr>
                  <a:spLocks/>
                </p:cNvSpPr>
                <p:nvPr/>
              </p:nvSpPr>
              <p:spPr bwMode="auto">
                <a:xfrm>
                  <a:off x="662" y="9"/>
                  <a:ext cx="109" cy="27"/>
                </a:xfrm>
                <a:custGeom>
                  <a:avLst/>
                  <a:gdLst>
                    <a:gd name="T0" fmla="*/ 109 w 109"/>
                    <a:gd name="T1" fmla="*/ 0 h 27"/>
                    <a:gd name="T2" fmla="*/ 18 w 109"/>
                    <a:gd name="T3" fmla="*/ 9 h 27"/>
                    <a:gd name="T4" fmla="*/ 0 w 109"/>
                    <a:gd name="T5" fmla="*/ 27 h 27"/>
                    <a:gd name="T6" fmla="*/ 109 w 109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27"/>
                    <a:gd name="T14" fmla="*/ 109 w 109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27">
                      <a:moveTo>
                        <a:pt x="109" y="0"/>
                      </a:moveTo>
                      <a:lnTo>
                        <a:pt x="18" y="9"/>
                      </a:lnTo>
                      <a:lnTo>
                        <a:pt x="0" y="27"/>
                      </a:lnTo>
                      <a:lnTo>
                        <a:pt x="109" y="0"/>
                      </a:lnTo>
                      <a:close/>
                    </a:path>
                  </a:pathLst>
                </a:custGeom>
                <a:solidFill>
                  <a:srgbClr val="89090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3" name="Freeform 350"/>
                <p:cNvSpPr>
                  <a:spLocks/>
                </p:cNvSpPr>
                <p:nvPr/>
              </p:nvSpPr>
              <p:spPr bwMode="auto">
                <a:xfrm>
                  <a:off x="662" y="9"/>
                  <a:ext cx="109" cy="27"/>
                </a:xfrm>
                <a:custGeom>
                  <a:avLst/>
                  <a:gdLst>
                    <a:gd name="T0" fmla="*/ 109 w 109"/>
                    <a:gd name="T1" fmla="*/ 0 h 27"/>
                    <a:gd name="T2" fmla="*/ 18 w 109"/>
                    <a:gd name="T3" fmla="*/ 9 h 27"/>
                    <a:gd name="T4" fmla="*/ 0 w 109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27"/>
                    <a:gd name="T11" fmla="*/ 109 w 109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27">
                      <a:moveTo>
                        <a:pt x="109" y="0"/>
                      </a:moveTo>
                      <a:lnTo>
                        <a:pt x="18" y="9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4" name="Freeform 351"/>
                <p:cNvSpPr>
                  <a:spLocks/>
                </p:cNvSpPr>
                <p:nvPr/>
              </p:nvSpPr>
              <p:spPr bwMode="auto">
                <a:xfrm>
                  <a:off x="1007" y="109"/>
                  <a:ext cx="82" cy="45"/>
                </a:xfrm>
                <a:custGeom>
                  <a:avLst/>
                  <a:gdLst>
                    <a:gd name="T0" fmla="*/ 0 w 82"/>
                    <a:gd name="T1" fmla="*/ 0 h 45"/>
                    <a:gd name="T2" fmla="*/ 82 w 82"/>
                    <a:gd name="T3" fmla="*/ 45 h 45"/>
                    <a:gd name="T4" fmla="*/ 45 w 82"/>
                    <a:gd name="T5" fmla="*/ 18 h 45"/>
                    <a:gd name="T6" fmla="*/ 0 w 82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45"/>
                    <a:gd name="T14" fmla="*/ 82 w 82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45">
                      <a:moveTo>
                        <a:pt x="0" y="0"/>
                      </a:moveTo>
                      <a:lnTo>
                        <a:pt x="82" y="45"/>
                      </a:lnTo>
                      <a:lnTo>
                        <a:pt x="45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5" name="Freeform 352"/>
                <p:cNvSpPr>
                  <a:spLocks/>
                </p:cNvSpPr>
                <p:nvPr/>
              </p:nvSpPr>
              <p:spPr bwMode="auto">
                <a:xfrm>
                  <a:off x="1007" y="109"/>
                  <a:ext cx="82" cy="45"/>
                </a:xfrm>
                <a:custGeom>
                  <a:avLst/>
                  <a:gdLst>
                    <a:gd name="T0" fmla="*/ 0 w 82"/>
                    <a:gd name="T1" fmla="*/ 0 h 45"/>
                    <a:gd name="T2" fmla="*/ 82 w 82"/>
                    <a:gd name="T3" fmla="*/ 45 h 45"/>
                    <a:gd name="T4" fmla="*/ 45 w 82"/>
                    <a:gd name="T5" fmla="*/ 18 h 4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45"/>
                    <a:gd name="T11" fmla="*/ 82 w 82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45">
                      <a:moveTo>
                        <a:pt x="0" y="0"/>
                      </a:moveTo>
                      <a:lnTo>
                        <a:pt x="82" y="45"/>
                      </a:lnTo>
                      <a:lnTo>
                        <a:pt x="45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6" name="Freeform 353"/>
                <p:cNvSpPr>
                  <a:spLocks/>
                </p:cNvSpPr>
                <p:nvPr/>
              </p:nvSpPr>
              <p:spPr bwMode="auto">
                <a:xfrm>
                  <a:off x="980" y="72"/>
                  <a:ext cx="72" cy="55"/>
                </a:xfrm>
                <a:custGeom>
                  <a:avLst/>
                  <a:gdLst>
                    <a:gd name="T0" fmla="*/ 72 w 72"/>
                    <a:gd name="T1" fmla="*/ 55 h 55"/>
                    <a:gd name="T2" fmla="*/ 0 w 72"/>
                    <a:gd name="T3" fmla="*/ 0 h 55"/>
                    <a:gd name="T4" fmla="*/ 27 w 72"/>
                    <a:gd name="T5" fmla="*/ 37 h 55"/>
                    <a:gd name="T6" fmla="*/ 72 w 72"/>
                    <a:gd name="T7" fmla="*/ 55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55"/>
                    <a:gd name="T14" fmla="*/ 72 w 7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55">
                      <a:moveTo>
                        <a:pt x="72" y="55"/>
                      </a:moveTo>
                      <a:lnTo>
                        <a:pt x="0" y="0"/>
                      </a:lnTo>
                      <a:lnTo>
                        <a:pt x="27" y="37"/>
                      </a:lnTo>
                      <a:lnTo>
                        <a:pt x="72" y="5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7" name="Freeform 354"/>
                <p:cNvSpPr>
                  <a:spLocks/>
                </p:cNvSpPr>
                <p:nvPr/>
              </p:nvSpPr>
              <p:spPr bwMode="auto">
                <a:xfrm>
                  <a:off x="980" y="72"/>
                  <a:ext cx="72" cy="55"/>
                </a:xfrm>
                <a:custGeom>
                  <a:avLst/>
                  <a:gdLst>
                    <a:gd name="T0" fmla="*/ 72 w 72"/>
                    <a:gd name="T1" fmla="*/ 55 h 55"/>
                    <a:gd name="T2" fmla="*/ 0 w 72"/>
                    <a:gd name="T3" fmla="*/ 0 h 55"/>
                    <a:gd name="T4" fmla="*/ 27 w 72"/>
                    <a:gd name="T5" fmla="*/ 37 h 55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55"/>
                    <a:gd name="T11" fmla="*/ 72 w 7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55">
                      <a:moveTo>
                        <a:pt x="72" y="55"/>
                      </a:moveTo>
                      <a:lnTo>
                        <a:pt x="0" y="0"/>
                      </a:lnTo>
                      <a:lnTo>
                        <a:pt x="27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8" name="Freeform 355"/>
                <p:cNvSpPr>
                  <a:spLocks/>
                </p:cNvSpPr>
                <p:nvPr/>
              </p:nvSpPr>
              <p:spPr bwMode="auto">
                <a:xfrm>
                  <a:off x="889" y="45"/>
                  <a:ext cx="91" cy="27"/>
                </a:xfrm>
                <a:custGeom>
                  <a:avLst/>
                  <a:gdLst>
                    <a:gd name="T0" fmla="*/ 0 w 91"/>
                    <a:gd name="T1" fmla="*/ 0 h 27"/>
                    <a:gd name="T2" fmla="*/ 91 w 91"/>
                    <a:gd name="T3" fmla="*/ 27 h 27"/>
                    <a:gd name="T4" fmla="*/ 64 w 91"/>
                    <a:gd name="T5" fmla="*/ 9 h 27"/>
                    <a:gd name="T6" fmla="*/ 0 w 91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7"/>
                    <a:gd name="T14" fmla="*/ 91 w 9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7">
                      <a:moveTo>
                        <a:pt x="0" y="0"/>
                      </a:moveTo>
                      <a:lnTo>
                        <a:pt x="91" y="27"/>
                      </a:lnTo>
                      <a:lnTo>
                        <a:pt x="64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28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49" name="Freeform 356"/>
                <p:cNvSpPr>
                  <a:spLocks/>
                </p:cNvSpPr>
                <p:nvPr/>
              </p:nvSpPr>
              <p:spPr bwMode="auto">
                <a:xfrm>
                  <a:off x="889" y="45"/>
                  <a:ext cx="91" cy="27"/>
                </a:xfrm>
                <a:custGeom>
                  <a:avLst/>
                  <a:gdLst>
                    <a:gd name="T0" fmla="*/ 0 w 91"/>
                    <a:gd name="T1" fmla="*/ 0 h 27"/>
                    <a:gd name="T2" fmla="*/ 91 w 91"/>
                    <a:gd name="T3" fmla="*/ 27 h 27"/>
                    <a:gd name="T4" fmla="*/ 64 w 91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7"/>
                    <a:gd name="T11" fmla="*/ 91 w 9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7">
                      <a:moveTo>
                        <a:pt x="0" y="0"/>
                      </a:moveTo>
                      <a:lnTo>
                        <a:pt x="91" y="27"/>
                      </a:lnTo>
                      <a:lnTo>
                        <a:pt x="64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0" name="Freeform 357"/>
                <p:cNvSpPr>
                  <a:spLocks/>
                </p:cNvSpPr>
                <p:nvPr/>
              </p:nvSpPr>
              <p:spPr bwMode="auto">
                <a:xfrm>
                  <a:off x="871" y="27"/>
                  <a:ext cx="82" cy="27"/>
                </a:xfrm>
                <a:custGeom>
                  <a:avLst/>
                  <a:gdLst>
                    <a:gd name="T0" fmla="*/ 82 w 82"/>
                    <a:gd name="T1" fmla="*/ 27 h 27"/>
                    <a:gd name="T2" fmla="*/ 0 w 82"/>
                    <a:gd name="T3" fmla="*/ 0 h 27"/>
                    <a:gd name="T4" fmla="*/ 18 w 82"/>
                    <a:gd name="T5" fmla="*/ 18 h 27"/>
                    <a:gd name="T6" fmla="*/ 82 w 82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27"/>
                    <a:gd name="T14" fmla="*/ 82 w 82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27">
                      <a:moveTo>
                        <a:pt x="82" y="27"/>
                      </a:moveTo>
                      <a:lnTo>
                        <a:pt x="0" y="0"/>
                      </a:lnTo>
                      <a:lnTo>
                        <a:pt x="18" y="18"/>
                      </a:lnTo>
                      <a:lnTo>
                        <a:pt x="82" y="27"/>
                      </a:lnTo>
                      <a:close/>
                    </a:path>
                  </a:pathLst>
                </a:custGeom>
                <a:solidFill>
                  <a:srgbClr val="28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1" name="Freeform 358"/>
                <p:cNvSpPr>
                  <a:spLocks/>
                </p:cNvSpPr>
                <p:nvPr/>
              </p:nvSpPr>
              <p:spPr bwMode="auto">
                <a:xfrm>
                  <a:off x="871" y="27"/>
                  <a:ext cx="82" cy="27"/>
                </a:xfrm>
                <a:custGeom>
                  <a:avLst/>
                  <a:gdLst>
                    <a:gd name="T0" fmla="*/ 82 w 82"/>
                    <a:gd name="T1" fmla="*/ 27 h 27"/>
                    <a:gd name="T2" fmla="*/ 0 w 82"/>
                    <a:gd name="T3" fmla="*/ 0 h 27"/>
                    <a:gd name="T4" fmla="*/ 18 w 82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27"/>
                    <a:gd name="T11" fmla="*/ 82 w 8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27">
                      <a:moveTo>
                        <a:pt x="82" y="27"/>
                      </a:moveTo>
                      <a:lnTo>
                        <a:pt x="0" y="0"/>
                      </a:lnTo>
                      <a:lnTo>
                        <a:pt x="18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2" name="Freeform 359"/>
                <p:cNvSpPr>
                  <a:spLocks/>
                </p:cNvSpPr>
                <p:nvPr/>
              </p:nvSpPr>
              <p:spPr bwMode="auto">
                <a:xfrm>
                  <a:off x="136" y="562"/>
                  <a:ext cx="37" cy="200"/>
                </a:xfrm>
                <a:custGeom>
                  <a:avLst/>
                  <a:gdLst>
                    <a:gd name="T0" fmla="*/ 18 w 37"/>
                    <a:gd name="T1" fmla="*/ 0 h 200"/>
                    <a:gd name="T2" fmla="*/ 37 w 37"/>
                    <a:gd name="T3" fmla="*/ 118 h 200"/>
                    <a:gd name="T4" fmla="*/ 0 w 37"/>
                    <a:gd name="T5" fmla="*/ 200 h 200"/>
                    <a:gd name="T6" fmla="*/ 18 w 37"/>
                    <a:gd name="T7" fmla="*/ 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200"/>
                    <a:gd name="T14" fmla="*/ 37 w 37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200">
                      <a:moveTo>
                        <a:pt x="18" y="0"/>
                      </a:moveTo>
                      <a:lnTo>
                        <a:pt x="37" y="118"/>
                      </a:lnTo>
                      <a:lnTo>
                        <a:pt x="0" y="20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41F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3" name="Freeform 360"/>
                <p:cNvSpPr>
                  <a:spLocks/>
                </p:cNvSpPr>
                <p:nvPr/>
              </p:nvSpPr>
              <p:spPr bwMode="auto">
                <a:xfrm>
                  <a:off x="136" y="562"/>
                  <a:ext cx="37" cy="200"/>
                </a:xfrm>
                <a:custGeom>
                  <a:avLst/>
                  <a:gdLst>
                    <a:gd name="T0" fmla="*/ 18 w 37"/>
                    <a:gd name="T1" fmla="*/ 0 h 200"/>
                    <a:gd name="T2" fmla="*/ 37 w 37"/>
                    <a:gd name="T3" fmla="*/ 118 h 200"/>
                    <a:gd name="T4" fmla="*/ 0 w 37"/>
                    <a:gd name="T5" fmla="*/ 200 h 200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200"/>
                    <a:gd name="T11" fmla="*/ 37 w 37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200">
                      <a:moveTo>
                        <a:pt x="18" y="0"/>
                      </a:moveTo>
                      <a:lnTo>
                        <a:pt x="37" y="118"/>
                      </a:lnTo>
                      <a:lnTo>
                        <a:pt x="0" y="2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4" name="Freeform 361"/>
                <p:cNvSpPr>
                  <a:spLocks/>
                </p:cNvSpPr>
                <p:nvPr/>
              </p:nvSpPr>
              <p:spPr bwMode="auto">
                <a:xfrm>
                  <a:off x="154" y="490"/>
                  <a:ext cx="37" cy="190"/>
                </a:xfrm>
                <a:custGeom>
                  <a:avLst/>
                  <a:gdLst>
                    <a:gd name="T0" fmla="*/ 19 w 37"/>
                    <a:gd name="T1" fmla="*/ 190 h 190"/>
                    <a:gd name="T2" fmla="*/ 0 w 37"/>
                    <a:gd name="T3" fmla="*/ 72 h 190"/>
                    <a:gd name="T4" fmla="*/ 37 w 37"/>
                    <a:gd name="T5" fmla="*/ 0 h 190"/>
                    <a:gd name="T6" fmla="*/ 19 w 37"/>
                    <a:gd name="T7" fmla="*/ 190 h 1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90"/>
                    <a:gd name="T14" fmla="*/ 37 w 37"/>
                    <a:gd name="T15" fmla="*/ 190 h 1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90">
                      <a:moveTo>
                        <a:pt x="19" y="190"/>
                      </a:moveTo>
                      <a:lnTo>
                        <a:pt x="0" y="72"/>
                      </a:lnTo>
                      <a:lnTo>
                        <a:pt x="37" y="0"/>
                      </a:lnTo>
                      <a:lnTo>
                        <a:pt x="19" y="190"/>
                      </a:lnTo>
                      <a:close/>
                    </a:path>
                  </a:pathLst>
                </a:custGeom>
                <a:solidFill>
                  <a:srgbClr val="0D27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5" name="Freeform 362"/>
                <p:cNvSpPr>
                  <a:spLocks/>
                </p:cNvSpPr>
                <p:nvPr/>
              </p:nvSpPr>
              <p:spPr bwMode="auto">
                <a:xfrm>
                  <a:off x="154" y="490"/>
                  <a:ext cx="37" cy="190"/>
                </a:xfrm>
                <a:custGeom>
                  <a:avLst/>
                  <a:gdLst>
                    <a:gd name="T0" fmla="*/ 19 w 37"/>
                    <a:gd name="T1" fmla="*/ 190 h 190"/>
                    <a:gd name="T2" fmla="*/ 0 w 37"/>
                    <a:gd name="T3" fmla="*/ 72 h 190"/>
                    <a:gd name="T4" fmla="*/ 37 w 37"/>
                    <a:gd name="T5" fmla="*/ 0 h 190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90"/>
                    <a:gd name="T11" fmla="*/ 37 w 37"/>
                    <a:gd name="T12" fmla="*/ 190 h 1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90">
                      <a:moveTo>
                        <a:pt x="19" y="190"/>
                      </a:moveTo>
                      <a:lnTo>
                        <a:pt x="0" y="72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6" name="Freeform 363"/>
                <p:cNvSpPr>
                  <a:spLocks/>
                </p:cNvSpPr>
                <p:nvPr/>
              </p:nvSpPr>
              <p:spPr bwMode="auto">
                <a:xfrm>
                  <a:off x="1288" y="1216"/>
                  <a:ext cx="172" cy="145"/>
                </a:xfrm>
                <a:custGeom>
                  <a:avLst/>
                  <a:gdLst>
                    <a:gd name="T0" fmla="*/ 172 w 172"/>
                    <a:gd name="T1" fmla="*/ 0 h 145"/>
                    <a:gd name="T2" fmla="*/ 27 w 172"/>
                    <a:gd name="T3" fmla="*/ 145 h 145"/>
                    <a:gd name="T4" fmla="*/ 0 w 172"/>
                    <a:gd name="T5" fmla="*/ 36 h 145"/>
                    <a:gd name="T6" fmla="*/ 172 w 172"/>
                    <a:gd name="T7" fmla="*/ 0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145"/>
                    <a:gd name="T14" fmla="*/ 172 w 172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145">
                      <a:moveTo>
                        <a:pt x="172" y="0"/>
                      </a:moveTo>
                      <a:lnTo>
                        <a:pt x="27" y="145"/>
                      </a:lnTo>
                      <a:lnTo>
                        <a:pt x="0" y="36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solidFill>
                  <a:srgbClr val="E9B9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7" name="Freeform 364"/>
                <p:cNvSpPr>
                  <a:spLocks/>
                </p:cNvSpPr>
                <p:nvPr/>
              </p:nvSpPr>
              <p:spPr bwMode="auto">
                <a:xfrm>
                  <a:off x="1288" y="1216"/>
                  <a:ext cx="172" cy="145"/>
                </a:xfrm>
                <a:custGeom>
                  <a:avLst/>
                  <a:gdLst>
                    <a:gd name="T0" fmla="*/ 172 w 172"/>
                    <a:gd name="T1" fmla="*/ 0 h 145"/>
                    <a:gd name="T2" fmla="*/ 27 w 172"/>
                    <a:gd name="T3" fmla="*/ 145 h 145"/>
                    <a:gd name="T4" fmla="*/ 0 w 172"/>
                    <a:gd name="T5" fmla="*/ 36 h 145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145"/>
                    <a:gd name="T11" fmla="*/ 172 w 172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145">
                      <a:moveTo>
                        <a:pt x="172" y="0"/>
                      </a:moveTo>
                      <a:lnTo>
                        <a:pt x="27" y="145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8" name="Freeform 365"/>
                <p:cNvSpPr>
                  <a:spLocks/>
                </p:cNvSpPr>
                <p:nvPr/>
              </p:nvSpPr>
              <p:spPr bwMode="auto">
                <a:xfrm>
                  <a:off x="1288" y="1107"/>
                  <a:ext cx="172" cy="145"/>
                </a:xfrm>
                <a:custGeom>
                  <a:avLst/>
                  <a:gdLst>
                    <a:gd name="T0" fmla="*/ 0 w 172"/>
                    <a:gd name="T1" fmla="*/ 145 h 145"/>
                    <a:gd name="T2" fmla="*/ 136 w 172"/>
                    <a:gd name="T3" fmla="*/ 0 h 145"/>
                    <a:gd name="T4" fmla="*/ 172 w 172"/>
                    <a:gd name="T5" fmla="*/ 109 h 145"/>
                    <a:gd name="T6" fmla="*/ 0 w 172"/>
                    <a:gd name="T7" fmla="*/ 145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2"/>
                    <a:gd name="T13" fmla="*/ 0 h 145"/>
                    <a:gd name="T14" fmla="*/ 172 w 172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2" h="145">
                      <a:moveTo>
                        <a:pt x="0" y="145"/>
                      </a:moveTo>
                      <a:lnTo>
                        <a:pt x="136" y="0"/>
                      </a:lnTo>
                      <a:lnTo>
                        <a:pt x="172" y="109"/>
                      </a:lnTo>
                      <a:lnTo>
                        <a:pt x="0" y="145"/>
                      </a:lnTo>
                      <a:close/>
                    </a:path>
                  </a:pathLst>
                </a:custGeom>
                <a:solidFill>
                  <a:srgbClr val="E9B9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59" name="Freeform 366"/>
                <p:cNvSpPr>
                  <a:spLocks/>
                </p:cNvSpPr>
                <p:nvPr/>
              </p:nvSpPr>
              <p:spPr bwMode="auto">
                <a:xfrm>
                  <a:off x="1288" y="1107"/>
                  <a:ext cx="172" cy="145"/>
                </a:xfrm>
                <a:custGeom>
                  <a:avLst/>
                  <a:gdLst>
                    <a:gd name="T0" fmla="*/ 0 w 172"/>
                    <a:gd name="T1" fmla="*/ 145 h 145"/>
                    <a:gd name="T2" fmla="*/ 136 w 172"/>
                    <a:gd name="T3" fmla="*/ 0 h 145"/>
                    <a:gd name="T4" fmla="*/ 172 w 172"/>
                    <a:gd name="T5" fmla="*/ 109 h 145"/>
                    <a:gd name="T6" fmla="*/ 0 60000 65536"/>
                    <a:gd name="T7" fmla="*/ 0 60000 65536"/>
                    <a:gd name="T8" fmla="*/ 0 60000 65536"/>
                    <a:gd name="T9" fmla="*/ 0 w 172"/>
                    <a:gd name="T10" fmla="*/ 0 h 145"/>
                    <a:gd name="T11" fmla="*/ 172 w 172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2" h="145">
                      <a:moveTo>
                        <a:pt x="0" y="145"/>
                      </a:moveTo>
                      <a:lnTo>
                        <a:pt x="136" y="0"/>
                      </a:lnTo>
                      <a:lnTo>
                        <a:pt x="172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0" name="Freeform 367"/>
                <p:cNvSpPr>
                  <a:spLocks/>
                </p:cNvSpPr>
                <p:nvPr/>
              </p:nvSpPr>
              <p:spPr bwMode="auto">
                <a:xfrm>
                  <a:off x="64" y="943"/>
                  <a:ext cx="99" cy="236"/>
                </a:xfrm>
                <a:custGeom>
                  <a:avLst/>
                  <a:gdLst>
                    <a:gd name="T0" fmla="*/ 0 w 99"/>
                    <a:gd name="T1" fmla="*/ 0 h 236"/>
                    <a:gd name="T2" fmla="*/ 99 w 99"/>
                    <a:gd name="T3" fmla="*/ 136 h 236"/>
                    <a:gd name="T4" fmla="*/ 63 w 99"/>
                    <a:gd name="T5" fmla="*/ 236 h 236"/>
                    <a:gd name="T6" fmla="*/ 0 w 99"/>
                    <a:gd name="T7" fmla="*/ 0 h 2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"/>
                    <a:gd name="T13" fmla="*/ 0 h 236"/>
                    <a:gd name="T14" fmla="*/ 99 w 99"/>
                    <a:gd name="T15" fmla="*/ 236 h 2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" h="236">
                      <a:moveTo>
                        <a:pt x="0" y="0"/>
                      </a:moveTo>
                      <a:lnTo>
                        <a:pt x="99" y="136"/>
                      </a:lnTo>
                      <a:lnTo>
                        <a:pt x="63" y="2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E41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1" name="Freeform 368"/>
                <p:cNvSpPr>
                  <a:spLocks/>
                </p:cNvSpPr>
                <p:nvPr/>
              </p:nvSpPr>
              <p:spPr bwMode="auto">
                <a:xfrm>
                  <a:off x="64" y="943"/>
                  <a:ext cx="99" cy="236"/>
                </a:xfrm>
                <a:custGeom>
                  <a:avLst/>
                  <a:gdLst>
                    <a:gd name="T0" fmla="*/ 0 w 99"/>
                    <a:gd name="T1" fmla="*/ 0 h 236"/>
                    <a:gd name="T2" fmla="*/ 99 w 99"/>
                    <a:gd name="T3" fmla="*/ 136 h 236"/>
                    <a:gd name="T4" fmla="*/ 63 w 99"/>
                    <a:gd name="T5" fmla="*/ 236 h 236"/>
                    <a:gd name="T6" fmla="*/ 0 60000 65536"/>
                    <a:gd name="T7" fmla="*/ 0 60000 65536"/>
                    <a:gd name="T8" fmla="*/ 0 60000 65536"/>
                    <a:gd name="T9" fmla="*/ 0 w 99"/>
                    <a:gd name="T10" fmla="*/ 0 h 236"/>
                    <a:gd name="T11" fmla="*/ 99 w 99"/>
                    <a:gd name="T12" fmla="*/ 236 h 2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9" h="236">
                      <a:moveTo>
                        <a:pt x="0" y="0"/>
                      </a:moveTo>
                      <a:lnTo>
                        <a:pt x="99" y="136"/>
                      </a:lnTo>
                      <a:lnTo>
                        <a:pt x="63" y="2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2" name="Freeform 369"/>
                <p:cNvSpPr>
                  <a:spLocks/>
                </p:cNvSpPr>
                <p:nvPr/>
              </p:nvSpPr>
              <p:spPr bwMode="auto">
                <a:xfrm>
                  <a:off x="64" y="853"/>
                  <a:ext cx="99" cy="226"/>
                </a:xfrm>
                <a:custGeom>
                  <a:avLst/>
                  <a:gdLst>
                    <a:gd name="T0" fmla="*/ 99 w 99"/>
                    <a:gd name="T1" fmla="*/ 226 h 226"/>
                    <a:gd name="T2" fmla="*/ 0 w 99"/>
                    <a:gd name="T3" fmla="*/ 90 h 226"/>
                    <a:gd name="T4" fmla="*/ 36 w 99"/>
                    <a:gd name="T5" fmla="*/ 0 h 226"/>
                    <a:gd name="T6" fmla="*/ 99 w 99"/>
                    <a:gd name="T7" fmla="*/ 226 h 2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"/>
                    <a:gd name="T13" fmla="*/ 0 h 226"/>
                    <a:gd name="T14" fmla="*/ 99 w 99"/>
                    <a:gd name="T15" fmla="*/ 226 h 2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" h="226">
                      <a:moveTo>
                        <a:pt x="99" y="226"/>
                      </a:moveTo>
                      <a:lnTo>
                        <a:pt x="0" y="90"/>
                      </a:lnTo>
                      <a:lnTo>
                        <a:pt x="36" y="0"/>
                      </a:lnTo>
                      <a:lnTo>
                        <a:pt x="99" y="226"/>
                      </a:lnTo>
                      <a:close/>
                    </a:path>
                  </a:pathLst>
                </a:custGeom>
                <a:solidFill>
                  <a:srgbClr val="504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3" name="Freeform 370"/>
                <p:cNvSpPr>
                  <a:spLocks/>
                </p:cNvSpPr>
                <p:nvPr/>
              </p:nvSpPr>
              <p:spPr bwMode="auto">
                <a:xfrm>
                  <a:off x="64" y="853"/>
                  <a:ext cx="99" cy="226"/>
                </a:xfrm>
                <a:custGeom>
                  <a:avLst/>
                  <a:gdLst>
                    <a:gd name="T0" fmla="*/ 99 w 99"/>
                    <a:gd name="T1" fmla="*/ 226 h 226"/>
                    <a:gd name="T2" fmla="*/ 0 w 99"/>
                    <a:gd name="T3" fmla="*/ 90 h 226"/>
                    <a:gd name="T4" fmla="*/ 36 w 99"/>
                    <a:gd name="T5" fmla="*/ 0 h 226"/>
                    <a:gd name="T6" fmla="*/ 0 60000 65536"/>
                    <a:gd name="T7" fmla="*/ 0 60000 65536"/>
                    <a:gd name="T8" fmla="*/ 0 60000 65536"/>
                    <a:gd name="T9" fmla="*/ 0 w 99"/>
                    <a:gd name="T10" fmla="*/ 0 h 226"/>
                    <a:gd name="T11" fmla="*/ 99 w 99"/>
                    <a:gd name="T12" fmla="*/ 226 h 2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9" h="226">
                      <a:moveTo>
                        <a:pt x="99" y="226"/>
                      </a:moveTo>
                      <a:lnTo>
                        <a:pt x="0" y="9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4" name="Freeform 371"/>
                <p:cNvSpPr>
                  <a:spLocks/>
                </p:cNvSpPr>
                <p:nvPr/>
              </p:nvSpPr>
              <p:spPr bwMode="auto">
                <a:xfrm>
                  <a:off x="1125" y="199"/>
                  <a:ext cx="54" cy="73"/>
                </a:xfrm>
                <a:custGeom>
                  <a:avLst/>
                  <a:gdLst>
                    <a:gd name="T0" fmla="*/ 0 w 54"/>
                    <a:gd name="T1" fmla="*/ 0 h 73"/>
                    <a:gd name="T2" fmla="*/ 54 w 54"/>
                    <a:gd name="T3" fmla="*/ 73 h 73"/>
                    <a:gd name="T4" fmla="*/ 9 w 54"/>
                    <a:gd name="T5" fmla="*/ 28 h 73"/>
                    <a:gd name="T6" fmla="*/ 0 w 54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73"/>
                    <a:gd name="T14" fmla="*/ 54 w 54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73">
                      <a:moveTo>
                        <a:pt x="0" y="0"/>
                      </a:moveTo>
                      <a:lnTo>
                        <a:pt x="54" y="73"/>
                      </a:lnTo>
                      <a:lnTo>
                        <a:pt x="9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3E1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5" name="Freeform 372"/>
                <p:cNvSpPr>
                  <a:spLocks/>
                </p:cNvSpPr>
                <p:nvPr/>
              </p:nvSpPr>
              <p:spPr bwMode="auto">
                <a:xfrm>
                  <a:off x="1125" y="199"/>
                  <a:ext cx="54" cy="73"/>
                </a:xfrm>
                <a:custGeom>
                  <a:avLst/>
                  <a:gdLst>
                    <a:gd name="T0" fmla="*/ 0 w 54"/>
                    <a:gd name="T1" fmla="*/ 0 h 73"/>
                    <a:gd name="T2" fmla="*/ 54 w 54"/>
                    <a:gd name="T3" fmla="*/ 73 h 73"/>
                    <a:gd name="T4" fmla="*/ 9 w 54"/>
                    <a:gd name="T5" fmla="*/ 28 h 73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73"/>
                    <a:gd name="T11" fmla="*/ 54 w 54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73">
                      <a:moveTo>
                        <a:pt x="0" y="0"/>
                      </a:moveTo>
                      <a:lnTo>
                        <a:pt x="54" y="73"/>
                      </a:lnTo>
                      <a:lnTo>
                        <a:pt x="9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6" name="Freeform 373"/>
                <p:cNvSpPr>
                  <a:spLocks/>
                </p:cNvSpPr>
                <p:nvPr/>
              </p:nvSpPr>
              <p:spPr bwMode="auto">
                <a:xfrm>
                  <a:off x="1089" y="154"/>
                  <a:ext cx="45" cy="73"/>
                </a:xfrm>
                <a:custGeom>
                  <a:avLst/>
                  <a:gdLst>
                    <a:gd name="T0" fmla="*/ 45 w 45"/>
                    <a:gd name="T1" fmla="*/ 73 h 73"/>
                    <a:gd name="T2" fmla="*/ 0 w 45"/>
                    <a:gd name="T3" fmla="*/ 0 h 73"/>
                    <a:gd name="T4" fmla="*/ 36 w 45"/>
                    <a:gd name="T5" fmla="*/ 45 h 73"/>
                    <a:gd name="T6" fmla="*/ 45 w 45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73"/>
                    <a:gd name="T14" fmla="*/ 45 w 45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73">
                      <a:moveTo>
                        <a:pt x="45" y="73"/>
                      </a:moveTo>
                      <a:lnTo>
                        <a:pt x="0" y="0"/>
                      </a:lnTo>
                      <a:lnTo>
                        <a:pt x="36" y="45"/>
                      </a:lnTo>
                      <a:lnTo>
                        <a:pt x="45" y="73"/>
                      </a:lnTo>
                      <a:close/>
                    </a:path>
                  </a:pathLst>
                </a:custGeom>
                <a:solidFill>
                  <a:srgbClr val="A3E18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7" name="Freeform 374"/>
                <p:cNvSpPr>
                  <a:spLocks/>
                </p:cNvSpPr>
                <p:nvPr/>
              </p:nvSpPr>
              <p:spPr bwMode="auto">
                <a:xfrm>
                  <a:off x="1089" y="154"/>
                  <a:ext cx="45" cy="73"/>
                </a:xfrm>
                <a:custGeom>
                  <a:avLst/>
                  <a:gdLst>
                    <a:gd name="T0" fmla="*/ 45 w 45"/>
                    <a:gd name="T1" fmla="*/ 73 h 73"/>
                    <a:gd name="T2" fmla="*/ 0 w 45"/>
                    <a:gd name="T3" fmla="*/ 0 h 73"/>
                    <a:gd name="T4" fmla="*/ 36 w 45"/>
                    <a:gd name="T5" fmla="*/ 45 h 73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73"/>
                    <a:gd name="T11" fmla="*/ 45 w 45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73">
                      <a:moveTo>
                        <a:pt x="45" y="73"/>
                      </a:moveTo>
                      <a:lnTo>
                        <a:pt x="0" y="0"/>
                      </a:lnTo>
                      <a:lnTo>
                        <a:pt x="36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8" name="Freeform 375"/>
                <p:cNvSpPr>
                  <a:spLocks/>
                </p:cNvSpPr>
                <p:nvPr/>
              </p:nvSpPr>
              <p:spPr bwMode="auto">
                <a:xfrm>
                  <a:off x="445" y="54"/>
                  <a:ext cx="118" cy="73"/>
                </a:xfrm>
                <a:custGeom>
                  <a:avLst/>
                  <a:gdLst>
                    <a:gd name="T0" fmla="*/ 118 w 118"/>
                    <a:gd name="T1" fmla="*/ 0 h 73"/>
                    <a:gd name="T2" fmla="*/ 36 w 118"/>
                    <a:gd name="T3" fmla="*/ 46 h 73"/>
                    <a:gd name="T4" fmla="*/ 0 w 118"/>
                    <a:gd name="T5" fmla="*/ 73 h 73"/>
                    <a:gd name="T6" fmla="*/ 118 w 118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73"/>
                    <a:gd name="T14" fmla="*/ 118 w 118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73">
                      <a:moveTo>
                        <a:pt x="118" y="0"/>
                      </a:moveTo>
                      <a:lnTo>
                        <a:pt x="36" y="46"/>
                      </a:lnTo>
                      <a:lnTo>
                        <a:pt x="0" y="73"/>
                      </a:lnTo>
                      <a:lnTo>
                        <a:pt x="118" y="0"/>
                      </a:lnTo>
                      <a:close/>
                    </a:path>
                  </a:pathLst>
                </a:custGeom>
                <a:solidFill>
                  <a:srgbClr val="B42A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69" name="Freeform 376"/>
                <p:cNvSpPr>
                  <a:spLocks/>
                </p:cNvSpPr>
                <p:nvPr/>
              </p:nvSpPr>
              <p:spPr bwMode="auto">
                <a:xfrm>
                  <a:off x="445" y="54"/>
                  <a:ext cx="118" cy="73"/>
                </a:xfrm>
                <a:custGeom>
                  <a:avLst/>
                  <a:gdLst>
                    <a:gd name="T0" fmla="*/ 118 w 118"/>
                    <a:gd name="T1" fmla="*/ 0 h 73"/>
                    <a:gd name="T2" fmla="*/ 36 w 118"/>
                    <a:gd name="T3" fmla="*/ 46 h 73"/>
                    <a:gd name="T4" fmla="*/ 0 w 118"/>
                    <a:gd name="T5" fmla="*/ 73 h 73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73"/>
                    <a:gd name="T11" fmla="*/ 118 w 118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73">
                      <a:moveTo>
                        <a:pt x="118" y="0"/>
                      </a:moveTo>
                      <a:lnTo>
                        <a:pt x="36" y="46"/>
                      </a:lnTo>
                      <a:lnTo>
                        <a:pt x="0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0" name="Freeform 377"/>
                <p:cNvSpPr>
                  <a:spLocks/>
                </p:cNvSpPr>
                <p:nvPr/>
              </p:nvSpPr>
              <p:spPr bwMode="auto">
                <a:xfrm>
                  <a:off x="481" y="36"/>
                  <a:ext cx="100" cy="64"/>
                </a:xfrm>
                <a:custGeom>
                  <a:avLst/>
                  <a:gdLst>
                    <a:gd name="T0" fmla="*/ 0 w 100"/>
                    <a:gd name="T1" fmla="*/ 64 h 64"/>
                    <a:gd name="T2" fmla="*/ 82 w 100"/>
                    <a:gd name="T3" fmla="*/ 18 h 64"/>
                    <a:gd name="T4" fmla="*/ 100 w 100"/>
                    <a:gd name="T5" fmla="*/ 0 h 64"/>
                    <a:gd name="T6" fmla="*/ 0 w 100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64"/>
                    <a:gd name="T14" fmla="*/ 100 w 100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64">
                      <a:moveTo>
                        <a:pt x="0" y="64"/>
                      </a:moveTo>
                      <a:lnTo>
                        <a:pt x="82" y="18"/>
                      </a:lnTo>
                      <a:lnTo>
                        <a:pt x="100" y="0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A11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1" name="Freeform 378"/>
                <p:cNvSpPr>
                  <a:spLocks/>
                </p:cNvSpPr>
                <p:nvPr/>
              </p:nvSpPr>
              <p:spPr bwMode="auto">
                <a:xfrm>
                  <a:off x="481" y="36"/>
                  <a:ext cx="100" cy="64"/>
                </a:xfrm>
                <a:custGeom>
                  <a:avLst/>
                  <a:gdLst>
                    <a:gd name="T0" fmla="*/ 0 w 100"/>
                    <a:gd name="T1" fmla="*/ 64 h 64"/>
                    <a:gd name="T2" fmla="*/ 82 w 100"/>
                    <a:gd name="T3" fmla="*/ 18 h 64"/>
                    <a:gd name="T4" fmla="*/ 100 w 100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64"/>
                    <a:gd name="T11" fmla="*/ 100 w 100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64">
                      <a:moveTo>
                        <a:pt x="0" y="64"/>
                      </a:moveTo>
                      <a:lnTo>
                        <a:pt x="82" y="18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2" name="Freeform 379"/>
                <p:cNvSpPr>
                  <a:spLocks/>
                </p:cNvSpPr>
                <p:nvPr/>
              </p:nvSpPr>
              <p:spPr bwMode="auto">
                <a:xfrm>
                  <a:off x="563" y="18"/>
                  <a:ext cx="117" cy="36"/>
                </a:xfrm>
                <a:custGeom>
                  <a:avLst/>
                  <a:gdLst>
                    <a:gd name="T0" fmla="*/ 117 w 117"/>
                    <a:gd name="T1" fmla="*/ 0 h 36"/>
                    <a:gd name="T2" fmla="*/ 18 w 117"/>
                    <a:gd name="T3" fmla="*/ 18 h 36"/>
                    <a:gd name="T4" fmla="*/ 0 w 117"/>
                    <a:gd name="T5" fmla="*/ 36 h 36"/>
                    <a:gd name="T6" fmla="*/ 117 w 117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7"/>
                    <a:gd name="T13" fmla="*/ 0 h 36"/>
                    <a:gd name="T14" fmla="*/ 117 w 117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7" h="36">
                      <a:moveTo>
                        <a:pt x="117" y="0"/>
                      </a:moveTo>
                      <a:lnTo>
                        <a:pt x="18" y="18"/>
                      </a:lnTo>
                      <a:lnTo>
                        <a:pt x="0" y="36"/>
                      </a:lnTo>
                      <a:lnTo>
                        <a:pt x="117" y="0"/>
                      </a:lnTo>
                      <a:close/>
                    </a:path>
                  </a:pathLst>
                </a:custGeom>
                <a:solidFill>
                  <a:srgbClr val="9F17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3" name="Freeform 380"/>
                <p:cNvSpPr>
                  <a:spLocks/>
                </p:cNvSpPr>
                <p:nvPr/>
              </p:nvSpPr>
              <p:spPr bwMode="auto">
                <a:xfrm>
                  <a:off x="563" y="18"/>
                  <a:ext cx="117" cy="36"/>
                </a:xfrm>
                <a:custGeom>
                  <a:avLst/>
                  <a:gdLst>
                    <a:gd name="T0" fmla="*/ 117 w 117"/>
                    <a:gd name="T1" fmla="*/ 0 h 36"/>
                    <a:gd name="T2" fmla="*/ 18 w 117"/>
                    <a:gd name="T3" fmla="*/ 18 h 36"/>
                    <a:gd name="T4" fmla="*/ 0 w 117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17"/>
                    <a:gd name="T10" fmla="*/ 0 h 36"/>
                    <a:gd name="T11" fmla="*/ 117 w 117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7" h="36">
                      <a:moveTo>
                        <a:pt x="117" y="0"/>
                      </a:moveTo>
                      <a:lnTo>
                        <a:pt x="18" y="18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4" name="Freeform 381"/>
                <p:cNvSpPr>
                  <a:spLocks/>
                </p:cNvSpPr>
                <p:nvPr/>
              </p:nvSpPr>
              <p:spPr bwMode="auto">
                <a:xfrm>
                  <a:off x="227" y="281"/>
                  <a:ext cx="82" cy="145"/>
                </a:xfrm>
                <a:custGeom>
                  <a:avLst/>
                  <a:gdLst>
                    <a:gd name="T0" fmla="*/ 82 w 82"/>
                    <a:gd name="T1" fmla="*/ 0 h 145"/>
                    <a:gd name="T2" fmla="*/ 45 w 82"/>
                    <a:gd name="T3" fmla="*/ 91 h 145"/>
                    <a:gd name="T4" fmla="*/ 0 w 82"/>
                    <a:gd name="T5" fmla="*/ 145 h 145"/>
                    <a:gd name="T6" fmla="*/ 82 w 82"/>
                    <a:gd name="T7" fmla="*/ 0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45"/>
                    <a:gd name="T14" fmla="*/ 82 w 82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45">
                      <a:moveTo>
                        <a:pt x="82" y="0"/>
                      </a:moveTo>
                      <a:lnTo>
                        <a:pt x="45" y="91"/>
                      </a:lnTo>
                      <a:lnTo>
                        <a:pt x="0" y="145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00008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5" name="Freeform 382"/>
                <p:cNvSpPr>
                  <a:spLocks/>
                </p:cNvSpPr>
                <p:nvPr/>
              </p:nvSpPr>
              <p:spPr bwMode="auto">
                <a:xfrm>
                  <a:off x="227" y="281"/>
                  <a:ext cx="82" cy="145"/>
                </a:xfrm>
                <a:custGeom>
                  <a:avLst/>
                  <a:gdLst>
                    <a:gd name="T0" fmla="*/ 82 w 82"/>
                    <a:gd name="T1" fmla="*/ 0 h 145"/>
                    <a:gd name="T2" fmla="*/ 45 w 82"/>
                    <a:gd name="T3" fmla="*/ 91 h 145"/>
                    <a:gd name="T4" fmla="*/ 0 w 82"/>
                    <a:gd name="T5" fmla="*/ 145 h 14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45"/>
                    <a:gd name="T11" fmla="*/ 82 w 82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45">
                      <a:moveTo>
                        <a:pt x="82" y="0"/>
                      </a:moveTo>
                      <a:lnTo>
                        <a:pt x="45" y="91"/>
                      </a:lnTo>
                      <a:lnTo>
                        <a:pt x="0" y="1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6" name="Freeform 383"/>
                <p:cNvSpPr>
                  <a:spLocks/>
                </p:cNvSpPr>
                <p:nvPr/>
              </p:nvSpPr>
              <p:spPr bwMode="auto">
                <a:xfrm>
                  <a:off x="272" y="236"/>
                  <a:ext cx="73" cy="136"/>
                </a:xfrm>
                <a:custGeom>
                  <a:avLst/>
                  <a:gdLst>
                    <a:gd name="T0" fmla="*/ 0 w 73"/>
                    <a:gd name="T1" fmla="*/ 136 h 136"/>
                    <a:gd name="T2" fmla="*/ 37 w 73"/>
                    <a:gd name="T3" fmla="*/ 45 h 136"/>
                    <a:gd name="T4" fmla="*/ 73 w 73"/>
                    <a:gd name="T5" fmla="*/ 0 h 136"/>
                    <a:gd name="T6" fmla="*/ 0 w 73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36"/>
                    <a:gd name="T14" fmla="*/ 73 w 7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36">
                      <a:moveTo>
                        <a:pt x="0" y="136"/>
                      </a:moveTo>
                      <a:lnTo>
                        <a:pt x="37" y="45"/>
                      </a:lnTo>
                      <a:lnTo>
                        <a:pt x="73" y="0"/>
                      </a:lnTo>
                      <a:lnTo>
                        <a:pt x="0" y="136"/>
                      </a:lnTo>
                      <a:close/>
                    </a:path>
                  </a:pathLst>
                </a:custGeom>
                <a:solidFill>
                  <a:srgbClr val="000A9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7" name="Freeform 384"/>
                <p:cNvSpPr>
                  <a:spLocks/>
                </p:cNvSpPr>
                <p:nvPr/>
              </p:nvSpPr>
              <p:spPr bwMode="auto">
                <a:xfrm>
                  <a:off x="272" y="236"/>
                  <a:ext cx="73" cy="136"/>
                </a:xfrm>
                <a:custGeom>
                  <a:avLst/>
                  <a:gdLst>
                    <a:gd name="T0" fmla="*/ 0 w 73"/>
                    <a:gd name="T1" fmla="*/ 136 h 136"/>
                    <a:gd name="T2" fmla="*/ 37 w 73"/>
                    <a:gd name="T3" fmla="*/ 45 h 136"/>
                    <a:gd name="T4" fmla="*/ 73 w 73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136"/>
                    <a:gd name="T11" fmla="*/ 73 w 7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136">
                      <a:moveTo>
                        <a:pt x="0" y="136"/>
                      </a:moveTo>
                      <a:lnTo>
                        <a:pt x="37" y="45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8" name="Freeform 385"/>
                <p:cNvSpPr>
                  <a:spLocks/>
                </p:cNvSpPr>
                <p:nvPr/>
              </p:nvSpPr>
              <p:spPr bwMode="auto">
                <a:xfrm>
                  <a:off x="345" y="127"/>
                  <a:ext cx="100" cy="109"/>
                </a:xfrm>
                <a:custGeom>
                  <a:avLst/>
                  <a:gdLst>
                    <a:gd name="T0" fmla="*/ 100 w 100"/>
                    <a:gd name="T1" fmla="*/ 0 h 109"/>
                    <a:gd name="T2" fmla="*/ 36 w 100"/>
                    <a:gd name="T3" fmla="*/ 63 h 109"/>
                    <a:gd name="T4" fmla="*/ 0 w 100"/>
                    <a:gd name="T5" fmla="*/ 109 h 109"/>
                    <a:gd name="T6" fmla="*/ 100 w 100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109"/>
                    <a:gd name="T14" fmla="*/ 100 w 100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109">
                      <a:moveTo>
                        <a:pt x="100" y="0"/>
                      </a:moveTo>
                      <a:lnTo>
                        <a:pt x="36" y="63"/>
                      </a:lnTo>
                      <a:lnTo>
                        <a:pt x="0" y="109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A523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79" name="Freeform 386"/>
                <p:cNvSpPr>
                  <a:spLocks/>
                </p:cNvSpPr>
                <p:nvPr/>
              </p:nvSpPr>
              <p:spPr bwMode="auto">
                <a:xfrm>
                  <a:off x="345" y="127"/>
                  <a:ext cx="100" cy="109"/>
                </a:xfrm>
                <a:custGeom>
                  <a:avLst/>
                  <a:gdLst>
                    <a:gd name="T0" fmla="*/ 100 w 100"/>
                    <a:gd name="T1" fmla="*/ 0 h 109"/>
                    <a:gd name="T2" fmla="*/ 36 w 100"/>
                    <a:gd name="T3" fmla="*/ 63 h 109"/>
                    <a:gd name="T4" fmla="*/ 0 w 100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109"/>
                    <a:gd name="T11" fmla="*/ 100 w 100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109">
                      <a:moveTo>
                        <a:pt x="100" y="0"/>
                      </a:moveTo>
                      <a:lnTo>
                        <a:pt x="36" y="63"/>
                      </a:lnTo>
                      <a:lnTo>
                        <a:pt x="0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0" name="Freeform 387"/>
                <p:cNvSpPr>
                  <a:spLocks/>
                </p:cNvSpPr>
                <p:nvPr/>
              </p:nvSpPr>
              <p:spPr bwMode="auto">
                <a:xfrm>
                  <a:off x="381" y="100"/>
                  <a:ext cx="100" cy="90"/>
                </a:xfrm>
                <a:custGeom>
                  <a:avLst/>
                  <a:gdLst>
                    <a:gd name="T0" fmla="*/ 0 w 100"/>
                    <a:gd name="T1" fmla="*/ 90 h 90"/>
                    <a:gd name="T2" fmla="*/ 64 w 100"/>
                    <a:gd name="T3" fmla="*/ 27 h 90"/>
                    <a:gd name="T4" fmla="*/ 100 w 100"/>
                    <a:gd name="T5" fmla="*/ 0 h 90"/>
                    <a:gd name="T6" fmla="*/ 0 w 100"/>
                    <a:gd name="T7" fmla="*/ 90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90"/>
                    <a:gd name="T14" fmla="*/ 100 w 100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90">
                      <a:moveTo>
                        <a:pt x="0" y="90"/>
                      </a:moveTo>
                      <a:lnTo>
                        <a:pt x="64" y="27"/>
                      </a:lnTo>
                      <a:lnTo>
                        <a:pt x="100" y="0"/>
                      </a:lnTo>
                      <a:lnTo>
                        <a:pt x="0" y="90"/>
                      </a:lnTo>
                      <a:close/>
                    </a:path>
                  </a:pathLst>
                </a:custGeom>
                <a:solidFill>
                  <a:srgbClr val="8D0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1" name="Freeform 388"/>
                <p:cNvSpPr>
                  <a:spLocks/>
                </p:cNvSpPr>
                <p:nvPr/>
              </p:nvSpPr>
              <p:spPr bwMode="auto">
                <a:xfrm>
                  <a:off x="381" y="100"/>
                  <a:ext cx="100" cy="90"/>
                </a:xfrm>
                <a:custGeom>
                  <a:avLst/>
                  <a:gdLst>
                    <a:gd name="T0" fmla="*/ 0 w 100"/>
                    <a:gd name="T1" fmla="*/ 90 h 90"/>
                    <a:gd name="T2" fmla="*/ 64 w 100"/>
                    <a:gd name="T3" fmla="*/ 27 h 90"/>
                    <a:gd name="T4" fmla="*/ 100 w 100"/>
                    <a:gd name="T5" fmla="*/ 0 h 90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90"/>
                    <a:gd name="T11" fmla="*/ 100 w 100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90">
                      <a:moveTo>
                        <a:pt x="0" y="90"/>
                      </a:moveTo>
                      <a:lnTo>
                        <a:pt x="64" y="27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2" name="Freeform 389"/>
                <p:cNvSpPr>
                  <a:spLocks/>
                </p:cNvSpPr>
                <p:nvPr/>
              </p:nvSpPr>
              <p:spPr bwMode="auto">
                <a:xfrm>
                  <a:off x="1225" y="381"/>
                  <a:ext cx="45" cy="100"/>
                </a:xfrm>
                <a:custGeom>
                  <a:avLst/>
                  <a:gdLst>
                    <a:gd name="T0" fmla="*/ 27 w 45"/>
                    <a:gd name="T1" fmla="*/ 0 h 100"/>
                    <a:gd name="T2" fmla="*/ 45 w 45"/>
                    <a:gd name="T3" fmla="*/ 100 h 100"/>
                    <a:gd name="T4" fmla="*/ 0 w 45"/>
                    <a:gd name="T5" fmla="*/ 36 h 100"/>
                    <a:gd name="T6" fmla="*/ 27 w 45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00"/>
                    <a:gd name="T14" fmla="*/ 45 w 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00">
                      <a:moveTo>
                        <a:pt x="27" y="0"/>
                      </a:moveTo>
                      <a:lnTo>
                        <a:pt x="45" y="100"/>
                      </a:lnTo>
                      <a:lnTo>
                        <a:pt x="0" y="36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EFF5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3" name="Freeform 390"/>
                <p:cNvSpPr>
                  <a:spLocks/>
                </p:cNvSpPr>
                <p:nvPr/>
              </p:nvSpPr>
              <p:spPr bwMode="auto">
                <a:xfrm>
                  <a:off x="1225" y="381"/>
                  <a:ext cx="45" cy="100"/>
                </a:xfrm>
                <a:custGeom>
                  <a:avLst/>
                  <a:gdLst>
                    <a:gd name="T0" fmla="*/ 27 w 45"/>
                    <a:gd name="T1" fmla="*/ 0 h 100"/>
                    <a:gd name="T2" fmla="*/ 45 w 45"/>
                    <a:gd name="T3" fmla="*/ 100 h 100"/>
                    <a:gd name="T4" fmla="*/ 0 w 45"/>
                    <a:gd name="T5" fmla="*/ 36 h 100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00"/>
                    <a:gd name="T11" fmla="*/ 45 w 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00">
                      <a:moveTo>
                        <a:pt x="27" y="0"/>
                      </a:moveTo>
                      <a:lnTo>
                        <a:pt x="45" y="100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4" name="Freeform 391"/>
                <p:cNvSpPr>
                  <a:spLocks/>
                </p:cNvSpPr>
                <p:nvPr/>
              </p:nvSpPr>
              <p:spPr bwMode="auto">
                <a:xfrm>
                  <a:off x="1216" y="326"/>
                  <a:ext cx="36" cy="91"/>
                </a:xfrm>
                <a:custGeom>
                  <a:avLst/>
                  <a:gdLst>
                    <a:gd name="T0" fmla="*/ 9 w 36"/>
                    <a:gd name="T1" fmla="*/ 91 h 91"/>
                    <a:gd name="T2" fmla="*/ 0 w 36"/>
                    <a:gd name="T3" fmla="*/ 0 h 91"/>
                    <a:gd name="T4" fmla="*/ 36 w 36"/>
                    <a:gd name="T5" fmla="*/ 55 h 91"/>
                    <a:gd name="T6" fmla="*/ 9 w 36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1"/>
                    <a:gd name="T14" fmla="*/ 36 w 36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1">
                      <a:moveTo>
                        <a:pt x="9" y="91"/>
                      </a:moveTo>
                      <a:lnTo>
                        <a:pt x="0" y="0"/>
                      </a:lnTo>
                      <a:lnTo>
                        <a:pt x="36" y="55"/>
                      </a:lnTo>
                      <a:lnTo>
                        <a:pt x="9" y="91"/>
                      </a:lnTo>
                      <a:close/>
                    </a:path>
                  </a:pathLst>
                </a:custGeom>
                <a:solidFill>
                  <a:srgbClr val="EFF5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5" name="Freeform 392"/>
                <p:cNvSpPr>
                  <a:spLocks/>
                </p:cNvSpPr>
                <p:nvPr/>
              </p:nvSpPr>
              <p:spPr bwMode="auto">
                <a:xfrm>
                  <a:off x="1216" y="326"/>
                  <a:ext cx="36" cy="91"/>
                </a:xfrm>
                <a:custGeom>
                  <a:avLst/>
                  <a:gdLst>
                    <a:gd name="T0" fmla="*/ 9 w 36"/>
                    <a:gd name="T1" fmla="*/ 91 h 91"/>
                    <a:gd name="T2" fmla="*/ 0 w 36"/>
                    <a:gd name="T3" fmla="*/ 0 h 91"/>
                    <a:gd name="T4" fmla="*/ 36 w 36"/>
                    <a:gd name="T5" fmla="*/ 55 h 91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1"/>
                    <a:gd name="T11" fmla="*/ 36 w 36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1">
                      <a:moveTo>
                        <a:pt x="9" y="91"/>
                      </a:moveTo>
                      <a:lnTo>
                        <a:pt x="0" y="0"/>
                      </a:lnTo>
                      <a:lnTo>
                        <a:pt x="36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6" name="Freeform 393"/>
                <p:cNvSpPr>
                  <a:spLocks/>
                </p:cNvSpPr>
                <p:nvPr/>
              </p:nvSpPr>
              <p:spPr bwMode="auto">
                <a:xfrm>
                  <a:off x="1297" y="698"/>
                  <a:ext cx="82" cy="127"/>
                </a:xfrm>
                <a:custGeom>
                  <a:avLst/>
                  <a:gdLst>
                    <a:gd name="T0" fmla="*/ 82 w 82"/>
                    <a:gd name="T1" fmla="*/ 0 h 127"/>
                    <a:gd name="T2" fmla="*/ 27 w 82"/>
                    <a:gd name="T3" fmla="*/ 127 h 127"/>
                    <a:gd name="T4" fmla="*/ 0 w 82"/>
                    <a:gd name="T5" fmla="*/ 37 h 127"/>
                    <a:gd name="T6" fmla="*/ 82 w 82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27"/>
                    <a:gd name="T14" fmla="*/ 82 w 82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27">
                      <a:moveTo>
                        <a:pt x="82" y="0"/>
                      </a:moveTo>
                      <a:lnTo>
                        <a:pt x="27" y="127"/>
                      </a:lnTo>
                      <a:lnTo>
                        <a:pt x="0" y="37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F8DA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7" name="Freeform 394"/>
                <p:cNvSpPr>
                  <a:spLocks/>
                </p:cNvSpPr>
                <p:nvPr/>
              </p:nvSpPr>
              <p:spPr bwMode="auto">
                <a:xfrm>
                  <a:off x="1297" y="698"/>
                  <a:ext cx="82" cy="127"/>
                </a:xfrm>
                <a:custGeom>
                  <a:avLst/>
                  <a:gdLst>
                    <a:gd name="T0" fmla="*/ 82 w 82"/>
                    <a:gd name="T1" fmla="*/ 0 h 127"/>
                    <a:gd name="T2" fmla="*/ 27 w 82"/>
                    <a:gd name="T3" fmla="*/ 127 h 127"/>
                    <a:gd name="T4" fmla="*/ 0 w 82"/>
                    <a:gd name="T5" fmla="*/ 37 h 127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27"/>
                    <a:gd name="T11" fmla="*/ 82 w 82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27">
                      <a:moveTo>
                        <a:pt x="82" y="0"/>
                      </a:moveTo>
                      <a:lnTo>
                        <a:pt x="27" y="127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8" name="Freeform 395"/>
                <p:cNvSpPr>
                  <a:spLocks/>
                </p:cNvSpPr>
                <p:nvPr/>
              </p:nvSpPr>
              <p:spPr bwMode="auto">
                <a:xfrm>
                  <a:off x="1297" y="626"/>
                  <a:ext cx="82" cy="109"/>
                </a:xfrm>
                <a:custGeom>
                  <a:avLst/>
                  <a:gdLst>
                    <a:gd name="T0" fmla="*/ 0 w 82"/>
                    <a:gd name="T1" fmla="*/ 109 h 109"/>
                    <a:gd name="T2" fmla="*/ 45 w 82"/>
                    <a:gd name="T3" fmla="*/ 0 h 109"/>
                    <a:gd name="T4" fmla="*/ 82 w 82"/>
                    <a:gd name="T5" fmla="*/ 72 h 109"/>
                    <a:gd name="T6" fmla="*/ 0 w 82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09"/>
                    <a:gd name="T14" fmla="*/ 82 w 82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09">
                      <a:moveTo>
                        <a:pt x="0" y="109"/>
                      </a:moveTo>
                      <a:lnTo>
                        <a:pt x="45" y="0"/>
                      </a:lnTo>
                      <a:lnTo>
                        <a:pt x="82" y="72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F8DA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89" name="Freeform 396"/>
                <p:cNvSpPr>
                  <a:spLocks/>
                </p:cNvSpPr>
                <p:nvPr/>
              </p:nvSpPr>
              <p:spPr bwMode="auto">
                <a:xfrm>
                  <a:off x="1297" y="626"/>
                  <a:ext cx="82" cy="109"/>
                </a:xfrm>
                <a:custGeom>
                  <a:avLst/>
                  <a:gdLst>
                    <a:gd name="T0" fmla="*/ 0 w 82"/>
                    <a:gd name="T1" fmla="*/ 109 h 109"/>
                    <a:gd name="T2" fmla="*/ 45 w 82"/>
                    <a:gd name="T3" fmla="*/ 0 h 109"/>
                    <a:gd name="T4" fmla="*/ 82 w 82"/>
                    <a:gd name="T5" fmla="*/ 72 h 10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09"/>
                    <a:gd name="T11" fmla="*/ 82 w 82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09">
                      <a:moveTo>
                        <a:pt x="0" y="109"/>
                      </a:moveTo>
                      <a:lnTo>
                        <a:pt x="45" y="0"/>
                      </a:lnTo>
                      <a:lnTo>
                        <a:pt x="82" y="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0" name="Freeform 397"/>
                <p:cNvSpPr>
                  <a:spLocks/>
                </p:cNvSpPr>
                <p:nvPr/>
              </p:nvSpPr>
              <p:spPr bwMode="auto">
                <a:xfrm>
                  <a:off x="680" y="0"/>
                  <a:ext cx="91" cy="18"/>
                </a:xfrm>
                <a:custGeom>
                  <a:avLst/>
                  <a:gdLst>
                    <a:gd name="T0" fmla="*/ 0 w 91"/>
                    <a:gd name="T1" fmla="*/ 18 h 18"/>
                    <a:gd name="T2" fmla="*/ 91 w 91"/>
                    <a:gd name="T3" fmla="*/ 9 h 18"/>
                    <a:gd name="T4" fmla="*/ 91 w 91"/>
                    <a:gd name="T5" fmla="*/ 0 h 18"/>
                    <a:gd name="T6" fmla="*/ 0 w 91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8"/>
                    <a:gd name="T14" fmla="*/ 91 w 91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8">
                      <a:moveTo>
                        <a:pt x="0" y="18"/>
                      </a:moveTo>
                      <a:lnTo>
                        <a:pt x="91" y="9"/>
                      </a:lnTo>
                      <a:lnTo>
                        <a:pt x="91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78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1" name="Freeform 398"/>
                <p:cNvSpPr>
                  <a:spLocks/>
                </p:cNvSpPr>
                <p:nvPr/>
              </p:nvSpPr>
              <p:spPr bwMode="auto">
                <a:xfrm>
                  <a:off x="680" y="0"/>
                  <a:ext cx="91" cy="18"/>
                </a:xfrm>
                <a:custGeom>
                  <a:avLst/>
                  <a:gdLst>
                    <a:gd name="T0" fmla="*/ 0 w 91"/>
                    <a:gd name="T1" fmla="*/ 18 h 18"/>
                    <a:gd name="T2" fmla="*/ 91 w 91"/>
                    <a:gd name="T3" fmla="*/ 9 h 18"/>
                    <a:gd name="T4" fmla="*/ 91 w 91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8"/>
                    <a:gd name="T11" fmla="*/ 91 w 91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8">
                      <a:moveTo>
                        <a:pt x="0" y="18"/>
                      </a:moveTo>
                      <a:lnTo>
                        <a:pt x="91" y="9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2" name="Freeform 399"/>
                <p:cNvSpPr>
                  <a:spLocks/>
                </p:cNvSpPr>
                <p:nvPr/>
              </p:nvSpPr>
              <p:spPr bwMode="auto">
                <a:xfrm>
                  <a:off x="771" y="9"/>
                  <a:ext cx="100" cy="18"/>
                </a:xfrm>
                <a:custGeom>
                  <a:avLst/>
                  <a:gdLst>
                    <a:gd name="T0" fmla="*/ 0 w 100"/>
                    <a:gd name="T1" fmla="*/ 0 h 18"/>
                    <a:gd name="T2" fmla="*/ 100 w 100"/>
                    <a:gd name="T3" fmla="*/ 18 h 18"/>
                    <a:gd name="T4" fmla="*/ 82 w 100"/>
                    <a:gd name="T5" fmla="*/ 0 h 18"/>
                    <a:gd name="T6" fmla="*/ 0 w 100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18"/>
                    <a:gd name="T14" fmla="*/ 100 w 100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18">
                      <a:moveTo>
                        <a:pt x="0" y="0"/>
                      </a:moveTo>
                      <a:lnTo>
                        <a:pt x="100" y="18"/>
                      </a:lnTo>
                      <a:lnTo>
                        <a:pt x="8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1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3" name="Freeform 400"/>
                <p:cNvSpPr>
                  <a:spLocks/>
                </p:cNvSpPr>
                <p:nvPr/>
              </p:nvSpPr>
              <p:spPr bwMode="auto">
                <a:xfrm>
                  <a:off x="771" y="9"/>
                  <a:ext cx="100" cy="18"/>
                </a:xfrm>
                <a:custGeom>
                  <a:avLst/>
                  <a:gdLst>
                    <a:gd name="T0" fmla="*/ 0 w 100"/>
                    <a:gd name="T1" fmla="*/ 0 h 18"/>
                    <a:gd name="T2" fmla="*/ 100 w 100"/>
                    <a:gd name="T3" fmla="*/ 18 h 18"/>
                    <a:gd name="T4" fmla="*/ 82 w 100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18"/>
                    <a:gd name="T11" fmla="*/ 100 w 100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18">
                      <a:moveTo>
                        <a:pt x="0" y="0"/>
                      </a:moveTo>
                      <a:lnTo>
                        <a:pt x="100" y="18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4" name="Freeform 401"/>
                <p:cNvSpPr>
                  <a:spLocks/>
                </p:cNvSpPr>
                <p:nvPr/>
              </p:nvSpPr>
              <p:spPr bwMode="auto">
                <a:xfrm>
                  <a:off x="771" y="0"/>
                  <a:ext cx="82" cy="9"/>
                </a:xfrm>
                <a:custGeom>
                  <a:avLst/>
                  <a:gdLst>
                    <a:gd name="T0" fmla="*/ 82 w 82"/>
                    <a:gd name="T1" fmla="*/ 9 h 9"/>
                    <a:gd name="T2" fmla="*/ 0 w 82"/>
                    <a:gd name="T3" fmla="*/ 0 h 9"/>
                    <a:gd name="T4" fmla="*/ 0 w 82"/>
                    <a:gd name="T5" fmla="*/ 9 h 9"/>
                    <a:gd name="T6" fmla="*/ 82 w 82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9"/>
                    <a:gd name="T14" fmla="*/ 82 w 82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9">
                      <a:moveTo>
                        <a:pt x="82" y="9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82" y="9"/>
                      </a:lnTo>
                      <a:close/>
                    </a:path>
                  </a:pathLst>
                </a:custGeom>
                <a:solidFill>
                  <a:srgbClr val="51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5" name="Freeform 402"/>
                <p:cNvSpPr>
                  <a:spLocks/>
                </p:cNvSpPr>
                <p:nvPr/>
              </p:nvSpPr>
              <p:spPr bwMode="auto">
                <a:xfrm>
                  <a:off x="771" y="0"/>
                  <a:ext cx="82" cy="9"/>
                </a:xfrm>
                <a:custGeom>
                  <a:avLst/>
                  <a:gdLst>
                    <a:gd name="T0" fmla="*/ 82 w 82"/>
                    <a:gd name="T1" fmla="*/ 9 h 9"/>
                    <a:gd name="T2" fmla="*/ 0 w 82"/>
                    <a:gd name="T3" fmla="*/ 0 h 9"/>
                    <a:gd name="T4" fmla="*/ 0 w 82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9"/>
                    <a:gd name="T11" fmla="*/ 82 w 8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9">
                      <a:moveTo>
                        <a:pt x="82" y="9"/>
                      </a:moveTo>
                      <a:lnTo>
                        <a:pt x="0" y="0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6" name="Freeform 403"/>
                <p:cNvSpPr>
                  <a:spLocks/>
                </p:cNvSpPr>
                <p:nvPr/>
              </p:nvSpPr>
              <p:spPr bwMode="auto">
                <a:xfrm>
                  <a:off x="581" y="0"/>
                  <a:ext cx="108" cy="36"/>
                </a:xfrm>
                <a:custGeom>
                  <a:avLst/>
                  <a:gdLst>
                    <a:gd name="T0" fmla="*/ 0 w 108"/>
                    <a:gd name="T1" fmla="*/ 36 h 36"/>
                    <a:gd name="T2" fmla="*/ 99 w 108"/>
                    <a:gd name="T3" fmla="*/ 18 h 36"/>
                    <a:gd name="T4" fmla="*/ 108 w 108"/>
                    <a:gd name="T5" fmla="*/ 0 h 36"/>
                    <a:gd name="T6" fmla="*/ 0 w 108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8"/>
                    <a:gd name="T13" fmla="*/ 0 h 36"/>
                    <a:gd name="T14" fmla="*/ 108 w 108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8" h="36">
                      <a:moveTo>
                        <a:pt x="0" y="36"/>
                      </a:moveTo>
                      <a:lnTo>
                        <a:pt x="99" y="18"/>
                      </a:lnTo>
                      <a:lnTo>
                        <a:pt x="108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8B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7" name="Freeform 404"/>
                <p:cNvSpPr>
                  <a:spLocks/>
                </p:cNvSpPr>
                <p:nvPr/>
              </p:nvSpPr>
              <p:spPr bwMode="auto">
                <a:xfrm>
                  <a:off x="581" y="0"/>
                  <a:ext cx="108" cy="36"/>
                </a:xfrm>
                <a:custGeom>
                  <a:avLst/>
                  <a:gdLst>
                    <a:gd name="T0" fmla="*/ 0 w 108"/>
                    <a:gd name="T1" fmla="*/ 36 h 36"/>
                    <a:gd name="T2" fmla="*/ 99 w 108"/>
                    <a:gd name="T3" fmla="*/ 18 h 36"/>
                    <a:gd name="T4" fmla="*/ 108 w 108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108"/>
                    <a:gd name="T10" fmla="*/ 0 h 36"/>
                    <a:gd name="T11" fmla="*/ 108 w 108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8" h="36">
                      <a:moveTo>
                        <a:pt x="0" y="36"/>
                      </a:moveTo>
                      <a:lnTo>
                        <a:pt x="99" y="18"/>
                      </a:lnTo>
                      <a:lnTo>
                        <a:pt x="10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8" name="Freeform 405"/>
                <p:cNvSpPr>
                  <a:spLocks/>
                </p:cNvSpPr>
                <p:nvPr/>
              </p:nvSpPr>
              <p:spPr bwMode="auto">
                <a:xfrm>
                  <a:off x="680" y="0"/>
                  <a:ext cx="91" cy="18"/>
                </a:xfrm>
                <a:custGeom>
                  <a:avLst/>
                  <a:gdLst>
                    <a:gd name="T0" fmla="*/ 91 w 91"/>
                    <a:gd name="T1" fmla="*/ 0 h 18"/>
                    <a:gd name="T2" fmla="*/ 9 w 91"/>
                    <a:gd name="T3" fmla="*/ 0 h 18"/>
                    <a:gd name="T4" fmla="*/ 0 w 91"/>
                    <a:gd name="T5" fmla="*/ 18 h 18"/>
                    <a:gd name="T6" fmla="*/ 91 w 91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8"/>
                    <a:gd name="T14" fmla="*/ 91 w 91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8">
                      <a:moveTo>
                        <a:pt x="91" y="0"/>
                      </a:moveTo>
                      <a:lnTo>
                        <a:pt x="9" y="0"/>
                      </a:lnTo>
                      <a:lnTo>
                        <a:pt x="0" y="18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78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799" name="Freeform 406"/>
                <p:cNvSpPr>
                  <a:spLocks/>
                </p:cNvSpPr>
                <p:nvPr/>
              </p:nvSpPr>
              <p:spPr bwMode="auto">
                <a:xfrm>
                  <a:off x="680" y="0"/>
                  <a:ext cx="91" cy="18"/>
                </a:xfrm>
                <a:custGeom>
                  <a:avLst/>
                  <a:gdLst>
                    <a:gd name="T0" fmla="*/ 91 w 91"/>
                    <a:gd name="T1" fmla="*/ 0 h 18"/>
                    <a:gd name="T2" fmla="*/ 9 w 91"/>
                    <a:gd name="T3" fmla="*/ 0 h 18"/>
                    <a:gd name="T4" fmla="*/ 0 w 91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8"/>
                    <a:gd name="T11" fmla="*/ 91 w 91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8">
                      <a:moveTo>
                        <a:pt x="91" y="0"/>
                      </a:moveTo>
                      <a:lnTo>
                        <a:pt x="9" y="0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0" name="Freeform 407"/>
                <p:cNvSpPr>
                  <a:spLocks/>
                </p:cNvSpPr>
                <p:nvPr/>
              </p:nvSpPr>
              <p:spPr bwMode="auto">
                <a:xfrm>
                  <a:off x="980" y="72"/>
                  <a:ext cx="72" cy="55"/>
                </a:xfrm>
                <a:custGeom>
                  <a:avLst/>
                  <a:gdLst>
                    <a:gd name="T0" fmla="*/ 0 w 72"/>
                    <a:gd name="T1" fmla="*/ 0 h 55"/>
                    <a:gd name="T2" fmla="*/ 72 w 72"/>
                    <a:gd name="T3" fmla="*/ 55 h 55"/>
                    <a:gd name="T4" fmla="*/ 36 w 72"/>
                    <a:gd name="T5" fmla="*/ 19 h 55"/>
                    <a:gd name="T6" fmla="*/ 0 w 72"/>
                    <a:gd name="T7" fmla="*/ 0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55"/>
                    <a:gd name="T14" fmla="*/ 72 w 7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55">
                      <a:moveTo>
                        <a:pt x="0" y="0"/>
                      </a:moveTo>
                      <a:lnTo>
                        <a:pt x="72" y="55"/>
                      </a:lnTo>
                      <a:lnTo>
                        <a:pt x="36" y="1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1" name="Freeform 408"/>
                <p:cNvSpPr>
                  <a:spLocks/>
                </p:cNvSpPr>
                <p:nvPr/>
              </p:nvSpPr>
              <p:spPr bwMode="auto">
                <a:xfrm>
                  <a:off x="980" y="72"/>
                  <a:ext cx="72" cy="55"/>
                </a:xfrm>
                <a:custGeom>
                  <a:avLst/>
                  <a:gdLst>
                    <a:gd name="T0" fmla="*/ 0 w 72"/>
                    <a:gd name="T1" fmla="*/ 0 h 55"/>
                    <a:gd name="T2" fmla="*/ 72 w 72"/>
                    <a:gd name="T3" fmla="*/ 55 h 55"/>
                    <a:gd name="T4" fmla="*/ 36 w 72"/>
                    <a:gd name="T5" fmla="*/ 19 h 55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55"/>
                    <a:gd name="T11" fmla="*/ 72 w 7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55">
                      <a:moveTo>
                        <a:pt x="0" y="0"/>
                      </a:moveTo>
                      <a:lnTo>
                        <a:pt x="72" y="55"/>
                      </a:lnTo>
                      <a:lnTo>
                        <a:pt x="36" y="1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2" name="Freeform 409"/>
                <p:cNvSpPr>
                  <a:spLocks/>
                </p:cNvSpPr>
                <p:nvPr/>
              </p:nvSpPr>
              <p:spPr bwMode="auto">
                <a:xfrm>
                  <a:off x="953" y="54"/>
                  <a:ext cx="63" cy="37"/>
                </a:xfrm>
                <a:custGeom>
                  <a:avLst/>
                  <a:gdLst>
                    <a:gd name="T0" fmla="*/ 63 w 63"/>
                    <a:gd name="T1" fmla="*/ 37 h 37"/>
                    <a:gd name="T2" fmla="*/ 0 w 63"/>
                    <a:gd name="T3" fmla="*/ 0 h 37"/>
                    <a:gd name="T4" fmla="*/ 27 w 63"/>
                    <a:gd name="T5" fmla="*/ 18 h 37"/>
                    <a:gd name="T6" fmla="*/ 63 w 63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37"/>
                    <a:gd name="T14" fmla="*/ 63 w 63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37">
                      <a:moveTo>
                        <a:pt x="63" y="37"/>
                      </a:moveTo>
                      <a:lnTo>
                        <a:pt x="0" y="0"/>
                      </a:lnTo>
                      <a:lnTo>
                        <a:pt x="27" y="18"/>
                      </a:lnTo>
                      <a:lnTo>
                        <a:pt x="63" y="3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3" name="Freeform 410"/>
                <p:cNvSpPr>
                  <a:spLocks/>
                </p:cNvSpPr>
                <p:nvPr/>
              </p:nvSpPr>
              <p:spPr bwMode="auto">
                <a:xfrm>
                  <a:off x="953" y="54"/>
                  <a:ext cx="63" cy="37"/>
                </a:xfrm>
                <a:custGeom>
                  <a:avLst/>
                  <a:gdLst>
                    <a:gd name="T0" fmla="*/ 63 w 63"/>
                    <a:gd name="T1" fmla="*/ 37 h 37"/>
                    <a:gd name="T2" fmla="*/ 0 w 63"/>
                    <a:gd name="T3" fmla="*/ 0 h 37"/>
                    <a:gd name="T4" fmla="*/ 27 w 63"/>
                    <a:gd name="T5" fmla="*/ 18 h 37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37"/>
                    <a:gd name="T11" fmla="*/ 63 w 63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37">
                      <a:moveTo>
                        <a:pt x="63" y="37"/>
                      </a:moveTo>
                      <a:lnTo>
                        <a:pt x="0" y="0"/>
                      </a:lnTo>
                      <a:lnTo>
                        <a:pt x="27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4" name="Freeform 411"/>
                <p:cNvSpPr>
                  <a:spLocks/>
                </p:cNvSpPr>
                <p:nvPr/>
              </p:nvSpPr>
              <p:spPr bwMode="auto">
                <a:xfrm>
                  <a:off x="173" y="490"/>
                  <a:ext cx="36" cy="190"/>
                </a:xfrm>
                <a:custGeom>
                  <a:avLst/>
                  <a:gdLst>
                    <a:gd name="T0" fmla="*/ 18 w 36"/>
                    <a:gd name="T1" fmla="*/ 0 h 190"/>
                    <a:gd name="T2" fmla="*/ 36 w 36"/>
                    <a:gd name="T3" fmla="*/ 109 h 190"/>
                    <a:gd name="T4" fmla="*/ 0 w 36"/>
                    <a:gd name="T5" fmla="*/ 190 h 190"/>
                    <a:gd name="T6" fmla="*/ 18 w 36"/>
                    <a:gd name="T7" fmla="*/ 0 h 1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90"/>
                    <a:gd name="T14" fmla="*/ 36 w 36"/>
                    <a:gd name="T15" fmla="*/ 190 h 1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90">
                      <a:moveTo>
                        <a:pt x="18" y="0"/>
                      </a:moveTo>
                      <a:lnTo>
                        <a:pt x="36" y="109"/>
                      </a:lnTo>
                      <a:lnTo>
                        <a:pt x="0" y="190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0D27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5" name="Freeform 412"/>
                <p:cNvSpPr>
                  <a:spLocks/>
                </p:cNvSpPr>
                <p:nvPr/>
              </p:nvSpPr>
              <p:spPr bwMode="auto">
                <a:xfrm>
                  <a:off x="173" y="490"/>
                  <a:ext cx="36" cy="190"/>
                </a:xfrm>
                <a:custGeom>
                  <a:avLst/>
                  <a:gdLst>
                    <a:gd name="T0" fmla="*/ 18 w 36"/>
                    <a:gd name="T1" fmla="*/ 0 h 190"/>
                    <a:gd name="T2" fmla="*/ 36 w 36"/>
                    <a:gd name="T3" fmla="*/ 109 h 190"/>
                    <a:gd name="T4" fmla="*/ 0 w 36"/>
                    <a:gd name="T5" fmla="*/ 190 h 190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90"/>
                    <a:gd name="T11" fmla="*/ 36 w 36"/>
                    <a:gd name="T12" fmla="*/ 190 h 1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90">
                      <a:moveTo>
                        <a:pt x="18" y="0"/>
                      </a:moveTo>
                      <a:lnTo>
                        <a:pt x="36" y="109"/>
                      </a:lnTo>
                      <a:lnTo>
                        <a:pt x="0" y="1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6" name="Freeform 413"/>
                <p:cNvSpPr>
                  <a:spLocks/>
                </p:cNvSpPr>
                <p:nvPr/>
              </p:nvSpPr>
              <p:spPr bwMode="auto">
                <a:xfrm>
                  <a:off x="191" y="426"/>
                  <a:ext cx="36" cy="173"/>
                </a:xfrm>
                <a:custGeom>
                  <a:avLst/>
                  <a:gdLst>
                    <a:gd name="T0" fmla="*/ 18 w 36"/>
                    <a:gd name="T1" fmla="*/ 173 h 173"/>
                    <a:gd name="T2" fmla="*/ 0 w 36"/>
                    <a:gd name="T3" fmla="*/ 64 h 173"/>
                    <a:gd name="T4" fmla="*/ 36 w 36"/>
                    <a:gd name="T5" fmla="*/ 0 h 173"/>
                    <a:gd name="T6" fmla="*/ 18 w 36"/>
                    <a:gd name="T7" fmla="*/ 173 h 1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73"/>
                    <a:gd name="T14" fmla="*/ 36 w 36"/>
                    <a:gd name="T15" fmla="*/ 173 h 1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73">
                      <a:moveTo>
                        <a:pt x="18" y="173"/>
                      </a:moveTo>
                      <a:lnTo>
                        <a:pt x="0" y="64"/>
                      </a:lnTo>
                      <a:lnTo>
                        <a:pt x="36" y="0"/>
                      </a:lnTo>
                      <a:lnTo>
                        <a:pt x="18" y="173"/>
                      </a:lnTo>
                      <a:close/>
                    </a:path>
                  </a:pathLst>
                </a:custGeom>
                <a:solidFill>
                  <a:srgbClr val="1530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7" name="Freeform 414"/>
                <p:cNvSpPr>
                  <a:spLocks/>
                </p:cNvSpPr>
                <p:nvPr/>
              </p:nvSpPr>
              <p:spPr bwMode="auto">
                <a:xfrm>
                  <a:off x="191" y="426"/>
                  <a:ext cx="36" cy="173"/>
                </a:xfrm>
                <a:custGeom>
                  <a:avLst/>
                  <a:gdLst>
                    <a:gd name="T0" fmla="*/ 18 w 36"/>
                    <a:gd name="T1" fmla="*/ 173 h 173"/>
                    <a:gd name="T2" fmla="*/ 0 w 36"/>
                    <a:gd name="T3" fmla="*/ 64 h 173"/>
                    <a:gd name="T4" fmla="*/ 36 w 36"/>
                    <a:gd name="T5" fmla="*/ 0 h 173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73"/>
                    <a:gd name="T11" fmla="*/ 36 w 36"/>
                    <a:gd name="T12" fmla="*/ 173 h 1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73">
                      <a:moveTo>
                        <a:pt x="18" y="173"/>
                      </a:moveTo>
                      <a:lnTo>
                        <a:pt x="0" y="6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8" name="Freeform 415"/>
                <p:cNvSpPr>
                  <a:spLocks/>
                </p:cNvSpPr>
                <p:nvPr/>
              </p:nvSpPr>
              <p:spPr bwMode="auto">
                <a:xfrm>
                  <a:off x="1261" y="1107"/>
                  <a:ext cx="163" cy="145"/>
                </a:xfrm>
                <a:custGeom>
                  <a:avLst/>
                  <a:gdLst>
                    <a:gd name="T0" fmla="*/ 163 w 163"/>
                    <a:gd name="T1" fmla="*/ 0 h 145"/>
                    <a:gd name="T2" fmla="*/ 27 w 163"/>
                    <a:gd name="T3" fmla="*/ 145 h 145"/>
                    <a:gd name="T4" fmla="*/ 0 w 163"/>
                    <a:gd name="T5" fmla="*/ 36 h 145"/>
                    <a:gd name="T6" fmla="*/ 163 w 163"/>
                    <a:gd name="T7" fmla="*/ 0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45"/>
                    <a:gd name="T14" fmla="*/ 163 w 163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45">
                      <a:moveTo>
                        <a:pt x="163" y="0"/>
                      </a:moveTo>
                      <a:lnTo>
                        <a:pt x="27" y="145"/>
                      </a:lnTo>
                      <a:lnTo>
                        <a:pt x="0" y="36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E9BA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09" name="Freeform 416"/>
                <p:cNvSpPr>
                  <a:spLocks/>
                </p:cNvSpPr>
                <p:nvPr/>
              </p:nvSpPr>
              <p:spPr bwMode="auto">
                <a:xfrm>
                  <a:off x="1261" y="1107"/>
                  <a:ext cx="163" cy="145"/>
                </a:xfrm>
                <a:custGeom>
                  <a:avLst/>
                  <a:gdLst>
                    <a:gd name="T0" fmla="*/ 163 w 163"/>
                    <a:gd name="T1" fmla="*/ 0 h 145"/>
                    <a:gd name="T2" fmla="*/ 27 w 163"/>
                    <a:gd name="T3" fmla="*/ 145 h 145"/>
                    <a:gd name="T4" fmla="*/ 0 w 163"/>
                    <a:gd name="T5" fmla="*/ 36 h 145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45"/>
                    <a:gd name="T11" fmla="*/ 163 w 163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45">
                      <a:moveTo>
                        <a:pt x="163" y="0"/>
                      </a:moveTo>
                      <a:lnTo>
                        <a:pt x="27" y="145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0" name="Freeform 417"/>
                <p:cNvSpPr>
                  <a:spLocks/>
                </p:cNvSpPr>
                <p:nvPr/>
              </p:nvSpPr>
              <p:spPr bwMode="auto">
                <a:xfrm>
                  <a:off x="1261" y="1016"/>
                  <a:ext cx="163" cy="127"/>
                </a:xfrm>
                <a:custGeom>
                  <a:avLst/>
                  <a:gdLst>
                    <a:gd name="T0" fmla="*/ 0 w 163"/>
                    <a:gd name="T1" fmla="*/ 127 h 127"/>
                    <a:gd name="T2" fmla="*/ 136 w 163"/>
                    <a:gd name="T3" fmla="*/ 0 h 127"/>
                    <a:gd name="T4" fmla="*/ 163 w 163"/>
                    <a:gd name="T5" fmla="*/ 91 h 127"/>
                    <a:gd name="T6" fmla="*/ 0 w 163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27"/>
                    <a:gd name="T14" fmla="*/ 163 w 163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27">
                      <a:moveTo>
                        <a:pt x="0" y="127"/>
                      </a:moveTo>
                      <a:lnTo>
                        <a:pt x="136" y="0"/>
                      </a:lnTo>
                      <a:lnTo>
                        <a:pt x="163" y="91"/>
                      </a:lnTo>
                      <a:lnTo>
                        <a:pt x="0" y="127"/>
                      </a:lnTo>
                      <a:close/>
                    </a:path>
                  </a:pathLst>
                </a:custGeom>
                <a:solidFill>
                  <a:srgbClr val="E9BA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1" name="Freeform 418"/>
                <p:cNvSpPr>
                  <a:spLocks/>
                </p:cNvSpPr>
                <p:nvPr/>
              </p:nvSpPr>
              <p:spPr bwMode="auto">
                <a:xfrm>
                  <a:off x="1261" y="1016"/>
                  <a:ext cx="163" cy="127"/>
                </a:xfrm>
                <a:custGeom>
                  <a:avLst/>
                  <a:gdLst>
                    <a:gd name="T0" fmla="*/ 0 w 163"/>
                    <a:gd name="T1" fmla="*/ 127 h 127"/>
                    <a:gd name="T2" fmla="*/ 136 w 163"/>
                    <a:gd name="T3" fmla="*/ 0 h 127"/>
                    <a:gd name="T4" fmla="*/ 163 w 163"/>
                    <a:gd name="T5" fmla="*/ 91 h 127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27"/>
                    <a:gd name="T11" fmla="*/ 163 w 163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27">
                      <a:moveTo>
                        <a:pt x="0" y="127"/>
                      </a:moveTo>
                      <a:lnTo>
                        <a:pt x="136" y="0"/>
                      </a:lnTo>
                      <a:lnTo>
                        <a:pt x="163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2" name="Freeform 419"/>
                <p:cNvSpPr>
                  <a:spLocks/>
                </p:cNvSpPr>
                <p:nvPr/>
              </p:nvSpPr>
              <p:spPr bwMode="auto">
                <a:xfrm>
                  <a:off x="871" y="27"/>
                  <a:ext cx="82" cy="27"/>
                </a:xfrm>
                <a:custGeom>
                  <a:avLst/>
                  <a:gdLst>
                    <a:gd name="T0" fmla="*/ 0 w 82"/>
                    <a:gd name="T1" fmla="*/ 0 h 27"/>
                    <a:gd name="T2" fmla="*/ 82 w 82"/>
                    <a:gd name="T3" fmla="*/ 27 h 27"/>
                    <a:gd name="T4" fmla="*/ 54 w 82"/>
                    <a:gd name="T5" fmla="*/ 9 h 27"/>
                    <a:gd name="T6" fmla="*/ 0 w 82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27"/>
                    <a:gd name="T14" fmla="*/ 82 w 82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27">
                      <a:moveTo>
                        <a:pt x="0" y="0"/>
                      </a:moveTo>
                      <a:lnTo>
                        <a:pt x="82" y="27"/>
                      </a:lnTo>
                      <a:lnTo>
                        <a:pt x="54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E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3" name="Freeform 420"/>
                <p:cNvSpPr>
                  <a:spLocks/>
                </p:cNvSpPr>
                <p:nvPr/>
              </p:nvSpPr>
              <p:spPr bwMode="auto">
                <a:xfrm>
                  <a:off x="871" y="27"/>
                  <a:ext cx="82" cy="27"/>
                </a:xfrm>
                <a:custGeom>
                  <a:avLst/>
                  <a:gdLst>
                    <a:gd name="T0" fmla="*/ 0 w 82"/>
                    <a:gd name="T1" fmla="*/ 0 h 27"/>
                    <a:gd name="T2" fmla="*/ 82 w 82"/>
                    <a:gd name="T3" fmla="*/ 27 h 27"/>
                    <a:gd name="T4" fmla="*/ 54 w 82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27"/>
                    <a:gd name="T11" fmla="*/ 82 w 8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27">
                      <a:moveTo>
                        <a:pt x="0" y="0"/>
                      </a:moveTo>
                      <a:lnTo>
                        <a:pt x="82" y="27"/>
                      </a:lnTo>
                      <a:lnTo>
                        <a:pt x="54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4" name="Freeform 421"/>
                <p:cNvSpPr>
                  <a:spLocks/>
                </p:cNvSpPr>
                <p:nvPr/>
              </p:nvSpPr>
              <p:spPr bwMode="auto">
                <a:xfrm>
                  <a:off x="853" y="9"/>
                  <a:ext cx="72" cy="27"/>
                </a:xfrm>
                <a:custGeom>
                  <a:avLst/>
                  <a:gdLst>
                    <a:gd name="T0" fmla="*/ 72 w 72"/>
                    <a:gd name="T1" fmla="*/ 27 h 27"/>
                    <a:gd name="T2" fmla="*/ 0 w 72"/>
                    <a:gd name="T3" fmla="*/ 0 h 27"/>
                    <a:gd name="T4" fmla="*/ 18 w 72"/>
                    <a:gd name="T5" fmla="*/ 18 h 27"/>
                    <a:gd name="T6" fmla="*/ 72 w 72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27"/>
                    <a:gd name="T14" fmla="*/ 72 w 72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27">
                      <a:moveTo>
                        <a:pt x="72" y="27"/>
                      </a:moveTo>
                      <a:lnTo>
                        <a:pt x="0" y="0"/>
                      </a:lnTo>
                      <a:lnTo>
                        <a:pt x="18" y="18"/>
                      </a:lnTo>
                      <a:lnTo>
                        <a:pt x="72" y="27"/>
                      </a:lnTo>
                      <a:close/>
                    </a:path>
                  </a:pathLst>
                </a:custGeom>
                <a:solidFill>
                  <a:srgbClr val="0E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5" name="Freeform 422"/>
                <p:cNvSpPr>
                  <a:spLocks/>
                </p:cNvSpPr>
                <p:nvPr/>
              </p:nvSpPr>
              <p:spPr bwMode="auto">
                <a:xfrm>
                  <a:off x="853" y="9"/>
                  <a:ext cx="72" cy="27"/>
                </a:xfrm>
                <a:custGeom>
                  <a:avLst/>
                  <a:gdLst>
                    <a:gd name="T0" fmla="*/ 72 w 72"/>
                    <a:gd name="T1" fmla="*/ 27 h 27"/>
                    <a:gd name="T2" fmla="*/ 0 w 72"/>
                    <a:gd name="T3" fmla="*/ 0 h 27"/>
                    <a:gd name="T4" fmla="*/ 18 w 72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27"/>
                    <a:gd name="T11" fmla="*/ 72 w 7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27">
                      <a:moveTo>
                        <a:pt x="72" y="27"/>
                      </a:moveTo>
                      <a:lnTo>
                        <a:pt x="0" y="0"/>
                      </a:lnTo>
                      <a:lnTo>
                        <a:pt x="18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6" name="Freeform 423"/>
                <p:cNvSpPr>
                  <a:spLocks/>
                </p:cNvSpPr>
                <p:nvPr/>
              </p:nvSpPr>
              <p:spPr bwMode="auto">
                <a:xfrm>
                  <a:off x="100" y="853"/>
                  <a:ext cx="91" cy="226"/>
                </a:xfrm>
                <a:custGeom>
                  <a:avLst/>
                  <a:gdLst>
                    <a:gd name="T0" fmla="*/ 0 w 91"/>
                    <a:gd name="T1" fmla="*/ 0 h 226"/>
                    <a:gd name="T2" fmla="*/ 91 w 91"/>
                    <a:gd name="T3" fmla="*/ 127 h 226"/>
                    <a:gd name="T4" fmla="*/ 63 w 91"/>
                    <a:gd name="T5" fmla="*/ 226 h 226"/>
                    <a:gd name="T6" fmla="*/ 0 w 91"/>
                    <a:gd name="T7" fmla="*/ 0 h 22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26"/>
                    <a:gd name="T14" fmla="*/ 91 w 91"/>
                    <a:gd name="T15" fmla="*/ 226 h 22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26">
                      <a:moveTo>
                        <a:pt x="0" y="0"/>
                      </a:moveTo>
                      <a:lnTo>
                        <a:pt x="91" y="127"/>
                      </a:lnTo>
                      <a:lnTo>
                        <a:pt x="63" y="22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45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7" name="Freeform 424"/>
                <p:cNvSpPr>
                  <a:spLocks/>
                </p:cNvSpPr>
                <p:nvPr/>
              </p:nvSpPr>
              <p:spPr bwMode="auto">
                <a:xfrm>
                  <a:off x="100" y="853"/>
                  <a:ext cx="91" cy="226"/>
                </a:xfrm>
                <a:custGeom>
                  <a:avLst/>
                  <a:gdLst>
                    <a:gd name="T0" fmla="*/ 0 w 91"/>
                    <a:gd name="T1" fmla="*/ 0 h 226"/>
                    <a:gd name="T2" fmla="*/ 91 w 91"/>
                    <a:gd name="T3" fmla="*/ 127 h 226"/>
                    <a:gd name="T4" fmla="*/ 63 w 91"/>
                    <a:gd name="T5" fmla="*/ 226 h 226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26"/>
                    <a:gd name="T11" fmla="*/ 91 w 91"/>
                    <a:gd name="T12" fmla="*/ 226 h 22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26">
                      <a:moveTo>
                        <a:pt x="0" y="0"/>
                      </a:moveTo>
                      <a:lnTo>
                        <a:pt x="91" y="127"/>
                      </a:lnTo>
                      <a:lnTo>
                        <a:pt x="63" y="22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8" name="Freeform 425"/>
                <p:cNvSpPr>
                  <a:spLocks/>
                </p:cNvSpPr>
                <p:nvPr/>
              </p:nvSpPr>
              <p:spPr bwMode="auto">
                <a:xfrm>
                  <a:off x="100" y="762"/>
                  <a:ext cx="91" cy="218"/>
                </a:xfrm>
                <a:custGeom>
                  <a:avLst/>
                  <a:gdLst>
                    <a:gd name="T0" fmla="*/ 91 w 91"/>
                    <a:gd name="T1" fmla="*/ 218 h 218"/>
                    <a:gd name="T2" fmla="*/ 0 w 91"/>
                    <a:gd name="T3" fmla="*/ 91 h 218"/>
                    <a:gd name="T4" fmla="*/ 36 w 91"/>
                    <a:gd name="T5" fmla="*/ 0 h 218"/>
                    <a:gd name="T6" fmla="*/ 91 w 91"/>
                    <a:gd name="T7" fmla="*/ 218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18"/>
                    <a:gd name="T14" fmla="*/ 91 w 91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18">
                      <a:moveTo>
                        <a:pt x="91" y="218"/>
                      </a:moveTo>
                      <a:lnTo>
                        <a:pt x="0" y="91"/>
                      </a:lnTo>
                      <a:lnTo>
                        <a:pt x="36" y="0"/>
                      </a:lnTo>
                      <a:lnTo>
                        <a:pt x="91" y="218"/>
                      </a:lnTo>
                      <a:close/>
                    </a:path>
                  </a:pathLst>
                </a:custGeom>
                <a:solidFill>
                  <a:srgbClr val="5349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19" name="Freeform 426"/>
                <p:cNvSpPr>
                  <a:spLocks/>
                </p:cNvSpPr>
                <p:nvPr/>
              </p:nvSpPr>
              <p:spPr bwMode="auto">
                <a:xfrm>
                  <a:off x="100" y="762"/>
                  <a:ext cx="91" cy="218"/>
                </a:xfrm>
                <a:custGeom>
                  <a:avLst/>
                  <a:gdLst>
                    <a:gd name="T0" fmla="*/ 91 w 91"/>
                    <a:gd name="T1" fmla="*/ 218 h 218"/>
                    <a:gd name="T2" fmla="*/ 0 w 91"/>
                    <a:gd name="T3" fmla="*/ 91 h 218"/>
                    <a:gd name="T4" fmla="*/ 36 w 91"/>
                    <a:gd name="T5" fmla="*/ 0 h 218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18"/>
                    <a:gd name="T11" fmla="*/ 91 w 91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18">
                      <a:moveTo>
                        <a:pt x="91" y="218"/>
                      </a:moveTo>
                      <a:lnTo>
                        <a:pt x="0" y="91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0820" name="Freeform 427"/>
                <p:cNvSpPr>
                  <a:spLocks/>
                </p:cNvSpPr>
                <p:nvPr/>
              </p:nvSpPr>
              <p:spPr bwMode="auto">
                <a:xfrm>
                  <a:off x="272" y="236"/>
                  <a:ext cx="73" cy="136"/>
                </a:xfrm>
                <a:custGeom>
                  <a:avLst/>
                  <a:gdLst>
                    <a:gd name="T0" fmla="*/ 73 w 73"/>
                    <a:gd name="T1" fmla="*/ 0 h 136"/>
                    <a:gd name="T2" fmla="*/ 37 w 73"/>
                    <a:gd name="T3" fmla="*/ 72 h 136"/>
                    <a:gd name="T4" fmla="*/ 0 w 73"/>
                    <a:gd name="T5" fmla="*/ 136 h 136"/>
                    <a:gd name="T6" fmla="*/ 73 w 73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36"/>
                    <a:gd name="T14" fmla="*/ 73 w 7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36">
                      <a:moveTo>
                        <a:pt x="73" y="0"/>
                      </a:moveTo>
                      <a:lnTo>
                        <a:pt x="37" y="72"/>
                      </a:lnTo>
                      <a:lnTo>
                        <a:pt x="0" y="136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000A9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2" name="Group 428"/>
              <p:cNvGrpSpPr>
                <a:grpSpLocks/>
              </p:cNvGrpSpPr>
              <p:nvPr/>
            </p:nvGrpSpPr>
            <p:grpSpPr bwMode="auto">
              <a:xfrm>
                <a:off x="118" y="0"/>
                <a:ext cx="1297" cy="1488"/>
                <a:chOff x="0" y="0"/>
                <a:chExt cx="1297" cy="1488"/>
              </a:xfrm>
            </p:grpSpPr>
            <p:sp>
              <p:nvSpPr>
                <p:cNvPr id="26325" name="Freeform 429"/>
                <p:cNvSpPr>
                  <a:spLocks/>
                </p:cNvSpPr>
                <p:nvPr/>
              </p:nvSpPr>
              <p:spPr bwMode="auto">
                <a:xfrm>
                  <a:off x="172" y="254"/>
                  <a:ext cx="73" cy="136"/>
                </a:xfrm>
                <a:custGeom>
                  <a:avLst/>
                  <a:gdLst>
                    <a:gd name="T0" fmla="*/ 73 w 73"/>
                    <a:gd name="T1" fmla="*/ 0 h 136"/>
                    <a:gd name="T2" fmla="*/ 37 w 73"/>
                    <a:gd name="T3" fmla="*/ 72 h 136"/>
                    <a:gd name="T4" fmla="*/ 0 w 73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136"/>
                    <a:gd name="T11" fmla="*/ 73 w 7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136">
                      <a:moveTo>
                        <a:pt x="73" y="0"/>
                      </a:moveTo>
                      <a:lnTo>
                        <a:pt x="37" y="72"/>
                      </a:lnTo>
                      <a:lnTo>
                        <a:pt x="0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6" name="Freeform 430"/>
                <p:cNvSpPr>
                  <a:spLocks/>
                </p:cNvSpPr>
                <p:nvPr/>
              </p:nvSpPr>
              <p:spPr bwMode="auto">
                <a:xfrm>
                  <a:off x="209" y="208"/>
                  <a:ext cx="72" cy="118"/>
                </a:xfrm>
                <a:custGeom>
                  <a:avLst/>
                  <a:gdLst>
                    <a:gd name="T0" fmla="*/ 0 w 72"/>
                    <a:gd name="T1" fmla="*/ 118 h 118"/>
                    <a:gd name="T2" fmla="*/ 36 w 72"/>
                    <a:gd name="T3" fmla="*/ 46 h 118"/>
                    <a:gd name="T4" fmla="*/ 72 w 72"/>
                    <a:gd name="T5" fmla="*/ 0 h 118"/>
                    <a:gd name="T6" fmla="*/ 0 w 72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18"/>
                    <a:gd name="T14" fmla="*/ 72 w 72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18">
                      <a:moveTo>
                        <a:pt x="0" y="118"/>
                      </a:moveTo>
                      <a:lnTo>
                        <a:pt x="36" y="46"/>
                      </a:lnTo>
                      <a:lnTo>
                        <a:pt x="72" y="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001D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7" name="Freeform 431"/>
                <p:cNvSpPr>
                  <a:spLocks/>
                </p:cNvSpPr>
                <p:nvPr/>
              </p:nvSpPr>
              <p:spPr bwMode="auto">
                <a:xfrm>
                  <a:off x="209" y="208"/>
                  <a:ext cx="72" cy="118"/>
                </a:xfrm>
                <a:custGeom>
                  <a:avLst/>
                  <a:gdLst>
                    <a:gd name="T0" fmla="*/ 0 w 72"/>
                    <a:gd name="T1" fmla="*/ 118 h 118"/>
                    <a:gd name="T2" fmla="*/ 36 w 72"/>
                    <a:gd name="T3" fmla="*/ 46 h 118"/>
                    <a:gd name="T4" fmla="*/ 72 w 72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18"/>
                    <a:gd name="T11" fmla="*/ 72 w 72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18">
                      <a:moveTo>
                        <a:pt x="0" y="118"/>
                      </a:moveTo>
                      <a:lnTo>
                        <a:pt x="36" y="46"/>
                      </a:lnTo>
                      <a:lnTo>
                        <a:pt x="7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8" name="Freeform 432"/>
                <p:cNvSpPr>
                  <a:spLocks/>
                </p:cNvSpPr>
                <p:nvPr/>
              </p:nvSpPr>
              <p:spPr bwMode="auto">
                <a:xfrm>
                  <a:off x="989" y="172"/>
                  <a:ext cx="45" cy="73"/>
                </a:xfrm>
                <a:custGeom>
                  <a:avLst/>
                  <a:gdLst>
                    <a:gd name="T0" fmla="*/ 0 w 45"/>
                    <a:gd name="T1" fmla="*/ 0 h 73"/>
                    <a:gd name="T2" fmla="*/ 45 w 45"/>
                    <a:gd name="T3" fmla="*/ 73 h 73"/>
                    <a:gd name="T4" fmla="*/ 9 w 45"/>
                    <a:gd name="T5" fmla="*/ 27 h 73"/>
                    <a:gd name="T6" fmla="*/ 0 w 45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73"/>
                    <a:gd name="T14" fmla="*/ 45 w 45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73">
                      <a:moveTo>
                        <a:pt x="0" y="0"/>
                      </a:moveTo>
                      <a:lnTo>
                        <a:pt x="45" y="73"/>
                      </a:lnTo>
                      <a:lnTo>
                        <a:pt x="9" y="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FED9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9" name="Freeform 433"/>
                <p:cNvSpPr>
                  <a:spLocks/>
                </p:cNvSpPr>
                <p:nvPr/>
              </p:nvSpPr>
              <p:spPr bwMode="auto">
                <a:xfrm>
                  <a:off x="989" y="172"/>
                  <a:ext cx="45" cy="73"/>
                </a:xfrm>
                <a:custGeom>
                  <a:avLst/>
                  <a:gdLst>
                    <a:gd name="T0" fmla="*/ 0 w 45"/>
                    <a:gd name="T1" fmla="*/ 0 h 73"/>
                    <a:gd name="T2" fmla="*/ 45 w 45"/>
                    <a:gd name="T3" fmla="*/ 73 h 73"/>
                    <a:gd name="T4" fmla="*/ 9 w 45"/>
                    <a:gd name="T5" fmla="*/ 27 h 73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73"/>
                    <a:gd name="T11" fmla="*/ 45 w 45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73">
                      <a:moveTo>
                        <a:pt x="0" y="0"/>
                      </a:moveTo>
                      <a:lnTo>
                        <a:pt x="45" y="73"/>
                      </a:lnTo>
                      <a:lnTo>
                        <a:pt x="9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0" name="Freeform 434"/>
                <p:cNvSpPr>
                  <a:spLocks/>
                </p:cNvSpPr>
                <p:nvPr/>
              </p:nvSpPr>
              <p:spPr bwMode="auto">
                <a:xfrm>
                  <a:off x="952" y="145"/>
                  <a:ext cx="46" cy="54"/>
                </a:xfrm>
                <a:custGeom>
                  <a:avLst/>
                  <a:gdLst>
                    <a:gd name="T0" fmla="*/ 46 w 46"/>
                    <a:gd name="T1" fmla="*/ 54 h 54"/>
                    <a:gd name="T2" fmla="*/ 0 w 46"/>
                    <a:gd name="T3" fmla="*/ 0 h 54"/>
                    <a:gd name="T4" fmla="*/ 37 w 46"/>
                    <a:gd name="T5" fmla="*/ 27 h 54"/>
                    <a:gd name="T6" fmla="*/ 46 w 46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54"/>
                    <a:gd name="T14" fmla="*/ 46 w 4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54">
                      <a:moveTo>
                        <a:pt x="46" y="54"/>
                      </a:moveTo>
                      <a:lnTo>
                        <a:pt x="0" y="0"/>
                      </a:lnTo>
                      <a:lnTo>
                        <a:pt x="37" y="27"/>
                      </a:lnTo>
                      <a:lnTo>
                        <a:pt x="46" y="54"/>
                      </a:lnTo>
                      <a:close/>
                    </a:path>
                  </a:pathLst>
                </a:custGeom>
                <a:solidFill>
                  <a:srgbClr val="AFED9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1" name="Freeform 435"/>
                <p:cNvSpPr>
                  <a:spLocks/>
                </p:cNvSpPr>
                <p:nvPr/>
              </p:nvSpPr>
              <p:spPr bwMode="auto">
                <a:xfrm>
                  <a:off x="952" y="145"/>
                  <a:ext cx="46" cy="54"/>
                </a:xfrm>
                <a:custGeom>
                  <a:avLst/>
                  <a:gdLst>
                    <a:gd name="T0" fmla="*/ 46 w 46"/>
                    <a:gd name="T1" fmla="*/ 54 h 54"/>
                    <a:gd name="T2" fmla="*/ 0 w 46"/>
                    <a:gd name="T3" fmla="*/ 0 h 54"/>
                    <a:gd name="T4" fmla="*/ 37 w 46"/>
                    <a:gd name="T5" fmla="*/ 27 h 54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54"/>
                    <a:gd name="T11" fmla="*/ 46 w 4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54">
                      <a:moveTo>
                        <a:pt x="46" y="54"/>
                      </a:moveTo>
                      <a:lnTo>
                        <a:pt x="0" y="0"/>
                      </a:lnTo>
                      <a:lnTo>
                        <a:pt x="37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2" name="Freeform 436"/>
                <p:cNvSpPr>
                  <a:spLocks/>
                </p:cNvSpPr>
                <p:nvPr/>
              </p:nvSpPr>
              <p:spPr bwMode="auto">
                <a:xfrm>
                  <a:off x="381" y="54"/>
                  <a:ext cx="100" cy="64"/>
                </a:xfrm>
                <a:custGeom>
                  <a:avLst/>
                  <a:gdLst>
                    <a:gd name="T0" fmla="*/ 100 w 100"/>
                    <a:gd name="T1" fmla="*/ 0 h 64"/>
                    <a:gd name="T2" fmla="*/ 27 w 100"/>
                    <a:gd name="T3" fmla="*/ 36 h 64"/>
                    <a:gd name="T4" fmla="*/ 0 w 100"/>
                    <a:gd name="T5" fmla="*/ 64 h 64"/>
                    <a:gd name="T6" fmla="*/ 100 w 100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64"/>
                    <a:gd name="T14" fmla="*/ 100 w 100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64">
                      <a:moveTo>
                        <a:pt x="100" y="0"/>
                      </a:moveTo>
                      <a:lnTo>
                        <a:pt x="27" y="36"/>
                      </a:lnTo>
                      <a:lnTo>
                        <a:pt x="0" y="6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A11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3" name="Freeform 437"/>
                <p:cNvSpPr>
                  <a:spLocks/>
                </p:cNvSpPr>
                <p:nvPr/>
              </p:nvSpPr>
              <p:spPr bwMode="auto">
                <a:xfrm>
                  <a:off x="381" y="54"/>
                  <a:ext cx="100" cy="64"/>
                </a:xfrm>
                <a:custGeom>
                  <a:avLst/>
                  <a:gdLst>
                    <a:gd name="T0" fmla="*/ 100 w 100"/>
                    <a:gd name="T1" fmla="*/ 0 h 64"/>
                    <a:gd name="T2" fmla="*/ 27 w 100"/>
                    <a:gd name="T3" fmla="*/ 36 h 64"/>
                    <a:gd name="T4" fmla="*/ 0 w 100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64"/>
                    <a:gd name="T11" fmla="*/ 100 w 100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64">
                      <a:moveTo>
                        <a:pt x="100" y="0"/>
                      </a:moveTo>
                      <a:lnTo>
                        <a:pt x="27" y="36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4" name="Freeform 438"/>
                <p:cNvSpPr>
                  <a:spLocks/>
                </p:cNvSpPr>
                <p:nvPr/>
              </p:nvSpPr>
              <p:spPr bwMode="auto">
                <a:xfrm>
                  <a:off x="408" y="36"/>
                  <a:ext cx="100" cy="54"/>
                </a:xfrm>
                <a:custGeom>
                  <a:avLst/>
                  <a:gdLst>
                    <a:gd name="T0" fmla="*/ 0 w 100"/>
                    <a:gd name="T1" fmla="*/ 54 h 54"/>
                    <a:gd name="T2" fmla="*/ 73 w 100"/>
                    <a:gd name="T3" fmla="*/ 18 h 54"/>
                    <a:gd name="T4" fmla="*/ 100 w 100"/>
                    <a:gd name="T5" fmla="*/ 0 h 54"/>
                    <a:gd name="T6" fmla="*/ 0 w 100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54"/>
                    <a:gd name="T14" fmla="*/ 100 w 100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54">
                      <a:moveTo>
                        <a:pt x="0" y="54"/>
                      </a:moveTo>
                      <a:lnTo>
                        <a:pt x="73" y="18"/>
                      </a:lnTo>
                      <a:lnTo>
                        <a:pt x="100" y="0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83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5" name="Freeform 439"/>
                <p:cNvSpPr>
                  <a:spLocks/>
                </p:cNvSpPr>
                <p:nvPr/>
              </p:nvSpPr>
              <p:spPr bwMode="auto">
                <a:xfrm>
                  <a:off x="408" y="36"/>
                  <a:ext cx="100" cy="54"/>
                </a:xfrm>
                <a:custGeom>
                  <a:avLst/>
                  <a:gdLst>
                    <a:gd name="T0" fmla="*/ 0 w 100"/>
                    <a:gd name="T1" fmla="*/ 54 h 54"/>
                    <a:gd name="T2" fmla="*/ 73 w 100"/>
                    <a:gd name="T3" fmla="*/ 18 h 54"/>
                    <a:gd name="T4" fmla="*/ 100 w 100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54"/>
                    <a:gd name="T11" fmla="*/ 100 w 100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54">
                      <a:moveTo>
                        <a:pt x="0" y="54"/>
                      </a:moveTo>
                      <a:lnTo>
                        <a:pt x="73" y="18"/>
                      </a:lnTo>
                      <a:lnTo>
                        <a:pt x="10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6" name="Freeform 440"/>
                <p:cNvSpPr>
                  <a:spLocks/>
                </p:cNvSpPr>
                <p:nvPr/>
              </p:nvSpPr>
              <p:spPr bwMode="auto">
                <a:xfrm>
                  <a:off x="481" y="18"/>
                  <a:ext cx="108" cy="36"/>
                </a:xfrm>
                <a:custGeom>
                  <a:avLst/>
                  <a:gdLst>
                    <a:gd name="T0" fmla="*/ 108 w 108"/>
                    <a:gd name="T1" fmla="*/ 0 h 36"/>
                    <a:gd name="T2" fmla="*/ 27 w 108"/>
                    <a:gd name="T3" fmla="*/ 18 h 36"/>
                    <a:gd name="T4" fmla="*/ 0 w 108"/>
                    <a:gd name="T5" fmla="*/ 36 h 36"/>
                    <a:gd name="T6" fmla="*/ 108 w 108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8"/>
                    <a:gd name="T13" fmla="*/ 0 h 36"/>
                    <a:gd name="T14" fmla="*/ 108 w 108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8" h="36">
                      <a:moveTo>
                        <a:pt x="108" y="0"/>
                      </a:moveTo>
                      <a:lnTo>
                        <a:pt x="27" y="18"/>
                      </a:lnTo>
                      <a:lnTo>
                        <a:pt x="0" y="36"/>
                      </a:lnTo>
                      <a:lnTo>
                        <a:pt x="108" y="0"/>
                      </a:lnTo>
                      <a:close/>
                    </a:path>
                  </a:pathLst>
                </a:custGeom>
                <a:solidFill>
                  <a:srgbClr val="8B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7" name="Freeform 441"/>
                <p:cNvSpPr>
                  <a:spLocks/>
                </p:cNvSpPr>
                <p:nvPr/>
              </p:nvSpPr>
              <p:spPr bwMode="auto">
                <a:xfrm>
                  <a:off x="481" y="18"/>
                  <a:ext cx="108" cy="36"/>
                </a:xfrm>
                <a:custGeom>
                  <a:avLst/>
                  <a:gdLst>
                    <a:gd name="T0" fmla="*/ 108 w 108"/>
                    <a:gd name="T1" fmla="*/ 0 h 36"/>
                    <a:gd name="T2" fmla="*/ 27 w 108"/>
                    <a:gd name="T3" fmla="*/ 18 h 36"/>
                    <a:gd name="T4" fmla="*/ 0 w 108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108"/>
                    <a:gd name="T10" fmla="*/ 0 h 36"/>
                    <a:gd name="T11" fmla="*/ 108 w 108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8" h="36">
                      <a:moveTo>
                        <a:pt x="108" y="0"/>
                      </a:moveTo>
                      <a:lnTo>
                        <a:pt x="27" y="18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8" name="Freeform 442"/>
                <p:cNvSpPr>
                  <a:spLocks/>
                </p:cNvSpPr>
                <p:nvPr/>
              </p:nvSpPr>
              <p:spPr bwMode="auto">
                <a:xfrm>
                  <a:off x="281" y="118"/>
                  <a:ext cx="100" cy="90"/>
                </a:xfrm>
                <a:custGeom>
                  <a:avLst/>
                  <a:gdLst>
                    <a:gd name="T0" fmla="*/ 100 w 100"/>
                    <a:gd name="T1" fmla="*/ 0 h 90"/>
                    <a:gd name="T2" fmla="*/ 36 w 100"/>
                    <a:gd name="T3" fmla="*/ 54 h 90"/>
                    <a:gd name="T4" fmla="*/ 0 w 100"/>
                    <a:gd name="T5" fmla="*/ 90 h 90"/>
                    <a:gd name="T6" fmla="*/ 100 w 100"/>
                    <a:gd name="T7" fmla="*/ 0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90"/>
                    <a:gd name="T14" fmla="*/ 100 w 100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90">
                      <a:moveTo>
                        <a:pt x="100" y="0"/>
                      </a:moveTo>
                      <a:lnTo>
                        <a:pt x="36" y="54"/>
                      </a:lnTo>
                      <a:lnTo>
                        <a:pt x="0" y="90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8D09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39" name="Freeform 443"/>
                <p:cNvSpPr>
                  <a:spLocks/>
                </p:cNvSpPr>
                <p:nvPr/>
              </p:nvSpPr>
              <p:spPr bwMode="auto">
                <a:xfrm>
                  <a:off x="281" y="118"/>
                  <a:ext cx="100" cy="90"/>
                </a:xfrm>
                <a:custGeom>
                  <a:avLst/>
                  <a:gdLst>
                    <a:gd name="T0" fmla="*/ 100 w 100"/>
                    <a:gd name="T1" fmla="*/ 0 h 90"/>
                    <a:gd name="T2" fmla="*/ 36 w 100"/>
                    <a:gd name="T3" fmla="*/ 54 h 90"/>
                    <a:gd name="T4" fmla="*/ 0 w 100"/>
                    <a:gd name="T5" fmla="*/ 90 h 90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90"/>
                    <a:gd name="T11" fmla="*/ 100 w 100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90">
                      <a:moveTo>
                        <a:pt x="100" y="0"/>
                      </a:moveTo>
                      <a:lnTo>
                        <a:pt x="36" y="54"/>
                      </a:lnTo>
                      <a:lnTo>
                        <a:pt x="0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0" name="Freeform 444"/>
                <p:cNvSpPr>
                  <a:spLocks/>
                </p:cNvSpPr>
                <p:nvPr/>
              </p:nvSpPr>
              <p:spPr bwMode="auto">
                <a:xfrm>
                  <a:off x="317" y="90"/>
                  <a:ext cx="91" cy="82"/>
                </a:xfrm>
                <a:custGeom>
                  <a:avLst/>
                  <a:gdLst>
                    <a:gd name="T0" fmla="*/ 0 w 91"/>
                    <a:gd name="T1" fmla="*/ 82 h 82"/>
                    <a:gd name="T2" fmla="*/ 64 w 91"/>
                    <a:gd name="T3" fmla="*/ 28 h 82"/>
                    <a:gd name="T4" fmla="*/ 91 w 91"/>
                    <a:gd name="T5" fmla="*/ 0 h 82"/>
                    <a:gd name="T6" fmla="*/ 0 w 91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82"/>
                    <a:gd name="T14" fmla="*/ 91 w 91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82">
                      <a:moveTo>
                        <a:pt x="0" y="82"/>
                      </a:moveTo>
                      <a:lnTo>
                        <a:pt x="64" y="28"/>
                      </a:lnTo>
                      <a:lnTo>
                        <a:pt x="91" y="0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00149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1" name="Freeform 445"/>
                <p:cNvSpPr>
                  <a:spLocks/>
                </p:cNvSpPr>
                <p:nvPr/>
              </p:nvSpPr>
              <p:spPr bwMode="auto">
                <a:xfrm>
                  <a:off x="317" y="90"/>
                  <a:ext cx="91" cy="82"/>
                </a:xfrm>
                <a:custGeom>
                  <a:avLst/>
                  <a:gdLst>
                    <a:gd name="T0" fmla="*/ 0 w 91"/>
                    <a:gd name="T1" fmla="*/ 82 h 82"/>
                    <a:gd name="T2" fmla="*/ 64 w 91"/>
                    <a:gd name="T3" fmla="*/ 28 h 82"/>
                    <a:gd name="T4" fmla="*/ 91 w 91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82"/>
                    <a:gd name="T11" fmla="*/ 91 w 91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82">
                      <a:moveTo>
                        <a:pt x="0" y="82"/>
                      </a:moveTo>
                      <a:lnTo>
                        <a:pt x="64" y="28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2" name="Freeform 446"/>
                <p:cNvSpPr>
                  <a:spLocks/>
                </p:cNvSpPr>
                <p:nvPr/>
              </p:nvSpPr>
              <p:spPr bwMode="auto">
                <a:xfrm>
                  <a:off x="1088" y="344"/>
                  <a:ext cx="37" cy="91"/>
                </a:xfrm>
                <a:custGeom>
                  <a:avLst/>
                  <a:gdLst>
                    <a:gd name="T0" fmla="*/ 28 w 37"/>
                    <a:gd name="T1" fmla="*/ 0 h 91"/>
                    <a:gd name="T2" fmla="*/ 37 w 37"/>
                    <a:gd name="T3" fmla="*/ 91 h 91"/>
                    <a:gd name="T4" fmla="*/ 0 w 37"/>
                    <a:gd name="T5" fmla="*/ 28 h 91"/>
                    <a:gd name="T6" fmla="*/ 28 w 37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91"/>
                    <a:gd name="T14" fmla="*/ 37 w 37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91">
                      <a:moveTo>
                        <a:pt x="28" y="0"/>
                      </a:moveTo>
                      <a:lnTo>
                        <a:pt x="37" y="91"/>
                      </a:lnTo>
                      <a:lnTo>
                        <a:pt x="0" y="28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EFF7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3" name="Freeform 447"/>
                <p:cNvSpPr>
                  <a:spLocks/>
                </p:cNvSpPr>
                <p:nvPr/>
              </p:nvSpPr>
              <p:spPr bwMode="auto">
                <a:xfrm>
                  <a:off x="1088" y="344"/>
                  <a:ext cx="37" cy="91"/>
                </a:xfrm>
                <a:custGeom>
                  <a:avLst/>
                  <a:gdLst>
                    <a:gd name="T0" fmla="*/ 28 w 37"/>
                    <a:gd name="T1" fmla="*/ 0 h 91"/>
                    <a:gd name="T2" fmla="*/ 37 w 37"/>
                    <a:gd name="T3" fmla="*/ 91 h 91"/>
                    <a:gd name="T4" fmla="*/ 0 w 37"/>
                    <a:gd name="T5" fmla="*/ 28 h 91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91"/>
                    <a:gd name="T11" fmla="*/ 37 w 37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91">
                      <a:moveTo>
                        <a:pt x="28" y="0"/>
                      </a:moveTo>
                      <a:lnTo>
                        <a:pt x="37" y="91"/>
                      </a:lnTo>
                      <a:lnTo>
                        <a:pt x="0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4" name="Freeform 448"/>
                <p:cNvSpPr>
                  <a:spLocks/>
                </p:cNvSpPr>
                <p:nvPr/>
              </p:nvSpPr>
              <p:spPr bwMode="auto">
                <a:xfrm>
                  <a:off x="1079" y="290"/>
                  <a:ext cx="37" cy="82"/>
                </a:xfrm>
                <a:custGeom>
                  <a:avLst/>
                  <a:gdLst>
                    <a:gd name="T0" fmla="*/ 9 w 37"/>
                    <a:gd name="T1" fmla="*/ 82 h 82"/>
                    <a:gd name="T2" fmla="*/ 0 w 37"/>
                    <a:gd name="T3" fmla="*/ 0 h 82"/>
                    <a:gd name="T4" fmla="*/ 37 w 37"/>
                    <a:gd name="T5" fmla="*/ 54 h 82"/>
                    <a:gd name="T6" fmla="*/ 9 w 37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82"/>
                    <a:gd name="T14" fmla="*/ 37 w 37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82">
                      <a:moveTo>
                        <a:pt x="9" y="82"/>
                      </a:moveTo>
                      <a:lnTo>
                        <a:pt x="0" y="0"/>
                      </a:lnTo>
                      <a:lnTo>
                        <a:pt x="37" y="54"/>
                      </a:lnTo>
                      <a:lnTo>
                        <a:pt x="9" y="82"/>
                      </a:lnTo>
                      <a:close/>
                    </a:path>
                  </a:pathLst>
                </a:custGeom>
                <a:solidFill>
                  <a:srgbClr val="EFF7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5" name="Freeform 449"/>
                <p:cNvSpPr>
                  <a:spLocks/>
                </p:cNvSpPr>
                <p:nvPr/>
              </p:nvSpPr>
              <p:spPr bwMode="auto">
                <a:xfrm>
                  <a:off x="1079" y="290"/>
                  <a:ext cx="37" cy="82"/>
                </a:xfrm>
                <a:custGeom>
                  <a:avLst/>
                  <a:gdLst>
                    <a:gd name="T0" fmla="*/ 9 w 37"/>
                    <a:gd name="T1" fmla="*/ 82 h 82"/>
                    <a:gd name="T2" fmla="*/ 0 w 37"/>
                    <a:gd name="T3" fmla="*/ 0 h 82"/>
                    <a:gd name="T4" fmla="*/ 37 w 37"/>
                    <a:gd name="T5" fmla="*/ 54 h 82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82"/>
                    <a:gd name="T11" fmla="*/ 37 w 37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82">
                      <a:moveTo>
                        <a:pt x="9" y="82"/>
                      </a:moveTo>
                      <a:lnTo>
                        <a:pt x="0" y="0"/>
                      </a:lnTo>
                      <a:lnTo>
                        <a:pt x="3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6" name="Freeform 450"/>
                <p:cNvSpPr>
                  <a:spLocks/>
                </p:cNvSpPr>
                <p:nvPr/>
              </p:nvSpPr>
              <p:spPr bwMode="auto">
                <a:xfrm>
                  <a:off x="1161" y="644"/>
                  <a:ext cx="81" cy="109"/>
                </a:xfrm>
                <a:custGeom>
                  <a:avLst/>
                  <a:gdLst>
                    <a:gd name="T0" fmla="*/ 81 w 81"/>
                    <a:gd name="T1" fmla="*/ 0 h 109"/>
                    <a:gd name="T2" fmla="*/ 36 w 81"/>
                    <a:gd name="T3" fmla="*/ 109 h 109"/>
                    <a:gd name="T4" fmla="*/ 0 w 81"/>
                    <a:gd name="T5" fmla="*/ 27 h 109"/>
                    <a:gd name="T6" fmla="*/ 81 w 81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09"/>
                    <a:gd name="T14" fmla="*/ 81 w 81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09">
                      <a:moveTo>
                        <a:pt x="81" y="0"/>
                      </a:moveTo>
                      <a:lnTo>
                        <a:pt x="36" y="109"/>
                      </a:lnTo>
                      <a:lnTo>
                        <a:pt x="0" y="27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F7DA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7" name="Freeform 451"/>
                <p:cNvSpPr>
                  <a:spLocks/>
                </p:cNvSpPr>
                <p:nvPr/>
              </p:nvSpPr>
              <p:spPr bwMode="auto">
                <a:xfrm>
                  <a:off x="1161" y="644"/>
                  <a:ext cx="81" cy="109"/>
                </a:xfrm>
                <a:custGeom>
                  <a:avLst/>
                  <a:gdLst>
                    <a:gd name="T0" fmla="*/ 81 w 81"/>
                    <a:gd name="T1" fmla="*/ 0 h 109"/>
                    <a:gd name="T2" fmla="*/ 36 w 81"/>
                    <a:gd name="T3" fmla="*/ 109 h 109"/>
                    <a:gd name="T4" fmla="*/ 0 w 81"/>
                    <a:gd name="T5" fmla="*/ 27 h 109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09"/>
                    <a:gd name="T11" fmla="*/ 81 w 8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09">
                      <a:moveTo>
                        <a:pt x="81" y="0"/>
                      </a:moveTo>
                      <a:lnTo>
                        <a:pt x="36" y="109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8" name="Freeform 452"/>
                <p:cNvSpPr>
                  <a:spLocks/>
                </p:cNvSpPr>
                <p:nvPr/>
              </p:nvSpPr>
              <p:spPr bwMode="auto">
                <a:xfrm>
                  <a:off x="1161" y="562"/>
                  <a:ext cx="81" cy="109"/>
                </a:xfrm>
                <a:custGeom>
                  <a:avLst/>
                  <a:gdLst>
                    <a:gd name="T0" fmla="*/ 0 w 81"/>
                    <a:gd name="T1" fmla="*/ 109 h 109"/>
                    <a:gd name="T2" fmla="*/ 45 w 81"/>
                    <a:gd name="T3" fmla="*/ 0 h 109"/>
                    <a:gd name="T4" fmla="*/ 81 w 81"/>
                    <a:gd name="T5" fmla="*/ 82 h 109"/>
                    <a:gd name="T6" fmla="*/ 0 w 81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09"/>
                    <a:gd name="T14" fmla="*/ 81 w 81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09">
                      <a:moveTo>
                        <a:pt x="0" y="109"/>
                      </a:moveTo>
                      <a:lnTo>
                        <a:pt x="45" y="0"/>
                      </a:lnTo>
                      <a:lnTo>
                        <a:pt x="81" y="82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F7DA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49" name="Freeform 453"/>
                <p:cNvSpPr>
                  <a:spLocks/>
                </p:cNvSpPr>
                <p:nvPr/>
              </p:nvSpPr>
              <p:spPr bwMode="auto">
                <a:xfrm>
                  <a:off x="1161" y="562"/>
                  <a:ext cx="81" cy="109"/>
                </a:xfrm>
                <a:custGeom>
                  <a:avLst/>
                  <a:gdLst>
                    <a:gd name="T0" fmla="*/ 0 w 81"/>
                    <a:gd name="T1" fmla="*/ 109 h 109"/>
                    <a:gd name="T2" fmla="*/ 45 w 81"/>
                    <a:gd name="T3" fmla="*/ 0 h 109"/>
                    <a:gd name="T4" fmla="*/ 81 w 81"/>
                    <a:gd name="T5" fmla="*/ 82 h 109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09"/>
                    <a:gd name="T11" fmla="*/ 81 w 8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09">
                      <a:moveTo>
                        <a:pt x="0" y="109"/>
                      </a:moveTo>
                      <a:lnTo>
                        <a:pt x="45" y="0"/>
                      </a:lnTo>
                      <a:lnTo>
                        <a:pt x="81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0" name="Freeform 454"/>
                <p:cNvSpPr>
                  <a:spLocks/>
                </p:cNvSpPr>
                <p:nvPr/>
              </p:nvSpPr>
              <p:spPr bwMode="auto">
                <a:xfrm>
                  <a:off x="0" y="1197"/>
                  <a:ext cx="190" cy="245"/>
                </a:xfrm>
                <a:custGeom>
                  <a:avLst/>
                  <a:gdLst>
                    <a:gd name="T0" fmla="*/ 190 w 190"/>
                    <a:gd name="T1" fmla="*/ 245 h 245"/>
                    <a:gd name="T2" fmla="*/ 0 w 190"/>
                    <a:gd name="T3" fmla="*/ 109 h 245"/>
                    <a:gd name="T4" fmla="*/ 27 w 190"/>
                    <a:gd name="T5" fmla="*/ 0 h 245"/>
                    <a:gd name="T6" fmla="*/ 190 w 190"/>
                    <a:gd name="T7" fmla="*/ 245 h 2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0"/>
                    <a:gd name="T13" fmla="*/ 0 h 245"/>
                    <a:gd name="T14" fmla="*/ 190 w 190"/>
                    <a:gd name="T15" fmla="*/ 245 h 2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0" h="245">
                      <a:moveTo>
                        <a:pt x="190" y="245"/>
                      </a:moveTo>
                      <a:lnTo>
                        <a:pt x="0" y="109"/>
                      </a:lnTo>
                      <a:lnTo>
                        <a:pt x="27" y="0"/>
                      </a:lnTo>
                      <a:lnTo>
                        <a:pt x="190" y="245"/>
                      </a:lnTo>
                      <a:close/>
                    </a:path>
                  </a:pathLst>
                </a:custGeom>
                <a:solidFill>
                  <a:srgbClr val="7C5C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1" name="Freeform 455"/>
                <p:cNvSpPr>
                  <a:spLocks/>
                </p:cNvSpPr>
                <p:nvPr/>
              </p:nvSpPr>
              <p:spPr bwMode="auto">
                <a:xfrm>
                  <a:off x="0" y="1197"/>
                  <a:ext cx="190" cy="245"/>
                </a:xfrm>
                <a:custGeom>
                  <a:avLst/>
                  <a:gdLst>
                    <a:gd name="T0" fmla="*/ 190 w 190"/>
                    <a:gd name="T1" fmla="*/ 245 h 245"/>
                    <a:gd name="T2" fmla="*/ 0 w 190"/>
                    <a:gd name="T3" fmla="*/ 109 h 245"/>
                    <a:gd name="T4" fmla="*/ 27 w 190"/>
                    <a:gd name="T5" fmla="*/ 0 h 245"/>
                    <a:gd name="T6" fmla="*/ 0 60000 65536"/>
                    <a:gd name="T7" fmla="*/ 0 60000 65536"/>
                    <a:gd name="T8" fmla="*/ 0 60000 65536"/>
                    <a:gd name="T9" fmla="*/ 0 w 190"/>
                    <a:gd name="T10" fmla="*/ 0 h 245"/>
                    <a:gd name="T11" fmla="*/ 190 w 190"/>
                    <a:gd name="T12" fmla="*/ 245 h 2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0" h="245">
                      <a:moveTo>
                        <a:pt x="190" y="245"/>
                      </a:moveTo>
                      <a:lnTo>
                        <a:pt x="0" y="109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2" name="Freeform 456"/>
                <p:cNvSpPr>
                  <a:spLocks/>
                </p:cNvSpPr>
                <p:nvPr/>
              </p:nvSpPr>
              <p:spPr bwMode="auto">
                <a:xfrm>
                  <a:off x="589" y="9"/>
                  <a:ext cx="82" cy="9"/>
                </a:xfrm>
                <a:custGeom>
                  <a:avLst/>
                  <a:gdLst>
                    <a:gd name="T0" fmla="*/ 0 w 82"/>
                    <a:gd name="T1" fmla="*/ 9 h 9"/>
                    <a:gd name="T2" fmla="*/ 82 w 82"/>
                    <a:gd name="T3" fmla="*/ 9 h 9"/>
                    <a:gd name="T4" fmla="*/ 82 w 82"/>
                    <a:gd name="T5" fmla="*/ 0 h 9"/>
                    <a:gd name="T6" fmla="*/ 0 w 82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9"/>
                    <a:gd name="T14" fmla="*/ 82 w 82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9">
                      <a:moveTo>
                        <a:pt x="0" y="9"/>
                      </a:moveTo>
                      <a:lnTo>
                        <a:pt x="82" y="9"/>
                      </a:lnTo>
                      <a:lnTo>
                        <a:pt x="82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5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3" name="Freeform 457"/>
                <p:cNvSpPr>
                  <a:spLocks/>
                </p:cNvSpPr>
                <p:nvPr/>
              </p:nvSpPr>
              <p:spPr bwMode="auto">
                <a:xfrm>
                  <a:off x="589" y="9"/>
                  <a:ext cx="82" cy="9"/>
                </a:xfrm>
                <a:custGeom>
                  <a:avLst/>
                  <a:gdLst>
                    <a:gd name="T0" fmla="*/ 0 w 82"/>
                    <a:gd name="T1" fmla="*/ 9 h 9"/>
                    <a:gd name="T2" fmla="*/ 82 w 82"/>
                    <a:gd name="T3" fmla="*/ 9 h 9"/>
                    <a:gd name="T4" fmla="*/ 82 w 82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9"/>
                    <a:gd name="T11" fmla="*/ 82 w 8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9">
                      <a:moveTo>
                        <a:pt x="0" y="9"/>
                      </a:moveTo>
                      <a:lnTo>
                        <a:pt x="82" y="9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4" name="Freeform 458"/>
                <p:cNvSpPr>
                  <a:spLocks/>
                </p:cNvSpPr>
                <p:nvPr/>
              </p:nvSpPr>
              <p:spPr bwMode="auto">
                <a:xfrm>
                  <a:off x="671" y="18"/>
                  <a:ext cx="82" cy="9"/>
                </a:xfrm>
                <a:custGeom>
                  <a:avLst/>
                  <a:gdLst>
                    <a:gd name="T0" fmla="*/ 0 w 82"/>
                    <a:gd name="T1" fmla="*/ 0 h 9"/>
                    <a:gd name="T2" fmla="*/ 82 w 82"/>
                    <a:gd name="T3" fmla="*/ 9 h 9"/>
                    <a:gd name="T4" fmla="*/ 64 w 82"/>
                    <a:gd name="T5" fmla="*/ 0 h 9"/>
                    <a:gd name="T6" fmla="*/ 0 w 82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9"/>
                    <a:gd name="T14" fmla="*/ 82 w 82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9">
                      <a:moveTo>
                        <a:pt x="0" y="0"/>
                      </a:moveTo>
                      <a:lnTo>
                        <a:pt x="82" y="9"/>
                      </a:lnTo>
                      <a:lnTo>
                        <a:pt x="6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1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5" name="Freeform 459"/>
                <p:cNvSpPr>
                  <a:spLocks/>
                </p:cNvSpPr>
                <p:nvPr/>
              </p:nvSpPr>
              <p:spPr bwMode="auto">
                <a:xfrm>
                  <a:off x="671" y="18"/>
                  <a:ext cx="82" cy="9"/>
                </a:xfrm>
                <a:custGeom>
                  <a:avLst/>
                  <a:gdLst>
                    <a:gd name="T0" fmla="*/ 0 w 82"/>
                    <a:gd name="T1" fmla="*/ 0 h 9"/>
                    <a:gd name="T2" fmla="*/ 82 w 82"/>
                    <a:gd name="T3" fmla="*/ 9 h 9"/>
                    <a:gd name="T4" fmla="*/ 64 w 82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9"/>
                    <a:gd name="T11" fmla="*/ 82 w 8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9">
                      <a:moveTo>
                        <a:pt x="0" y="0"/>
                      </a:moveTo>
                      <a:lnTo>
                        <a:pt x="82" y="9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6" name="Freeform 460"/>
                <p:cNvSpPr>
                  <a:spLocks/>
                </p:cNvSpPr>
                <p:nvPr/>
              </p:nvSpPr>
              <p:spPr bwMode="auto">
                <a:xfrm>
                  <a:off x="671" y="9"/>
                  <a:ext cx="64" cy="9"/>
                </a:xfrm>
                <a:custGeom>
                  <a:avLst/>
                  <a:gdLst>
                    <a:gd name="T0" fmla="*/ 64 w 64"/>
                    <a:gd name="T1" fmla="*/ 9 h 9"/>
                    <a:gd name="T2" fmla="*/ 0 w 64"/>
                    <a:gd name="T3" fmla="*/ 0 h 9"/>
                    <a:gd name="T4" fmla="*/ 0 w 64"/>
                    <a:gd name="T5" fmla="*/ 9 h 9"/>
                    <a:gd name="T6" fmla="*/ 64 w 64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"/>
                    <a:gd name="T14" fmla="*/ 64 w 6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">
                      <a:moveTo>
                        <a:pt x="64" y="9"/>
                      </a:moveTo>
                      <a:lnTo>
                        <a:pt x="0" y="0"/>
                      </a:lnTo>
                      <a:lnTo>
                        <a:pt x="0" y="9"/>
                      </a:lnTo>
                      <a:lnTo>
                        <a:pt x="64" y="9"/>
                      </a:lnTo>
                      <a:close/>
                    </a:path>
                  </a:pathLst>
                </a:custGeom>
                <a:solidFill>
                  <a:srgbClr val="31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7" name="Freeform 461"/>
                <p:cNvSpPr>
                  <a:spLocks/>
                </p:cNvSpPr>
                <p:nvPr/>
              </p:nvSpPr>
              <p:spPr bwMode="auto">
                <a:xfrm>
                  <a:off x="671" y="9"/>
                  <a:ext cx="64" cy="9"/>
                </a:xfrm>
                <a:custGeom>
                  <a:avLst/>
                  <a:gdLst>
                    <a:gd name="T0" fmla="*/ 64 w 64"/>
                    <a:gd name="T1" fmla="*/ 9 h 9"/>
                    <a:gd name="T2" fmla="*/ 0 w 64"/>
                    <a:gd name="T3" fmla="*/ 0 h 9"/>
                    <a:gd name="T4" fmla="*/ 0 w 64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"/>
                    <a:gd name="T11" fmla="*/ 64 w 6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">
                      <a:moveTo>
                        <a:pt x="64" y="9"/>
                      </a:moveTo>
                      <a:lnTo>
                        <a:pt x="0" y="0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8" name="Freeform 462"/>
                <p:cNvSpPr>
                  <a:spLocks/>
                </p:cNvSpPr>
                <p:nvPr/>
              </p:nvSpPr>
              <p:spPr bwMode="auto">
                <a:xfrm>
                  <a:off x="109" y="444"/>
                  <a:ext cx="36" cy="173"/>
                </a:xfrm>
                <a:custGeom>
                  <a:avLst/>
                  <a:gdLst>
                    <a:gd name="T0" fmla="*/ 18 w 36"/>
                    <a:gd name="T1" fmla="*/ 0 h 173"/>
                    <a:gd name="T2" fmla="*/ 36 w 36"/>
                    <a:gd name="T3" fmla="*/ 100 h 173"/>
                    <a:gd name="T4" fmla="*/ 0 w 36"/>
                    <a:gd name="T5" fmla="*/ 173 h 173"/>
                    <a:gd name="T6" fmla="*/ 18 w 36"/>
                    <a:gd name="T7" fmla="*/ 0 h 1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73"/>
                    <a:gd name="T14" fmla="*/ 36 w 36"/>
                    <a:gd name="T15" fmla="*/ 173 h 1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73">
                      <a:moveTo>
                        <a:pt x="18" y="0"/>
                      </a:moveTo>
                      <a:lnTo>
                        <a:pt x="36" y="100"/>
                      </a:lnTo>
                      <a:lnTo>
                        <a:pt x="0" y="173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1530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59" name="Freeform 463"/>
                <p:cNvSpPr>
                  <a:spLocks/>
                </p:cNvSpPr>
                <p:nvPr/>
              </p:nvSpPr>
              <p:spPr bwMode="auto">
                <a:xfrm>
                  <a:off x="109" y="444"/>
                  <a:ext cx="36" cy="173"/>
                </a:xfrm>
                <a:custGeom>
                  <a:avLst/>
                  <a:gdLst>
                    <a:gd name="T0" fmla="*/ 18 w 36"/>
                    <a:gd name="T1" fmla="*/ 0 h 173"/>
                    <a:gd name="T2" fmla="*/ 36 w 36"/>
                    <a:gd name="T3" fmla="*/ 100 h 173"/>
                    <a:gd name="T4" fmla="*/ 0 w 36"/>
                    <a:gd name="T5" fmla="*/ 173 h 173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73"/>
                    <a:gd name="T11" fmla="*/ 36 w 36"/>
                    <a:gd name="T12" fmla="*/ 173 h 1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73">
                      <a:moveTo>
                        <a:pt x="18" y="0"/>
                      </a:moveTo>
                      <a:lnTo>
                        <a:pt x="36" y="100"/>
                      </a:lnTo>
                      <a:lnTo>
                        <a:pt x="0" y="1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0" name="Freeform 464"/>
                <p:cNvSpPr>
                  <a:spLocks/>
                </p:cNvSpPr>
                <p:nvPr/>
              </p:nvSpPr>
              <p:spPr bwMode="auto">
                <a:xfrm>
                  <a:off x="127" y="390"/>
                  <a:ext cx="45" cy="154"/>
                </a:xfrm>
                <a:custGeom>
                  <a:avLst/>
                  <a:gdLst>
                    <a:gd name="T0" fmla="*/ 18 w 45"/>
                    <a:gd name="T1" fmla="*/ 154 h 154"/>
                    <a:gd name="T2" fmla="*/ 0 w 45"/>
                    <a:gd name="T3" fmla="*/ 54 h 154"/>
                    <a:gd name="T4" fmla="*/ 45 w 45"/>
                    <a:gd name="T5" fmla="*/ 0 h 154"/>
                    <a:gd name="T6" fmla="*/ 18 w 45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54"/>
                    <a:gd name="T14" fmla="*/ 45 w 45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54">
                      <a:moveTo>
                        <a:pt x="18" y="154"/>
                      </a:moveTo>
                      <a:lnTo>
                        <a:pt x="0" y="54"/>
                      </a:lnTo>
                      <a:lnTo>
                        <a:pt x="45" y="0"/>
                      </a:lnTo>
                      <a:lnTo>
                        <a:pt x="18" y="154"/>
                      </a:lnTo>
                      <a:close/>
                    </a:path>
                  </a:pathLst>
                </a:custGeom>
                <a:solidFill>
                  <a:srgbClr val="1E39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1" name="Freeform 465"/>
                <p:cNvSpPr>
                  <a:spLocks/>
                </p:cNvSpPr>
                <p:nvPr/>
              </p:nvSpPr>
              <p:spPr bwMode="auto">
                <a:xfrm>
                  <a:off x="127" y="390"/>
                  <a:ext cx="45" cy="154"/>
                </a:xfrm>
                <a:custGeom>
                  <a:avLst/>
                  <a:gdLst>
                    <a:gd name="T0" fmla="*/ 18 w 45"/>
                    <a:gd name="T1" fmla="*/ 154 h 154"/>
                    <a:gd name="T2" fmla="*/ 0 w 45"/>
                    <a:gd name="T3" fmla="*/ 54 h 154"/>
                    <a:gd name="T4" fmla="*/ 45 w 45"/>
                    <a:gd name="T5" fmla="*/ 0 h 154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54"/>
                    <a:gd name="T11" fmla="*/ 45 w 45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54">
                      <a:moveTo>
                        <a:pt x="18" y="154"/>
                      </a:moveTo>
                      <a:lnTo>
                        <a:pt x="0" y="54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2" name="Freeform 466"/>
                <p:cNvSpPr>
                  <a:spLocks/>
                </p:cNvSpPr>
                <p:nvPr/>
              </p:nvSpPr>
              <p:spPr bwMode="auto">
                <a:xfrm>
                  <a:off x="853" y="72"/>
                  <a:ext cx="63" cy="37"/>
                </a:xfrm>
                <a:custGeom>
                  <a:avLst/>
                  <a:gdLst>
                    <a:gd name="T0" fmla="*/ 0 w 63"/>
                    <a:gd name="T1" fmla="*/ 0 h 37"/>
                    <a:gd name="T2" fmla="*/ 63 w 63"/>
                    <a:gd name="T3" fmla="*/ 37 h 37"/>
                    <a:gd name="T4" fmla="*/ 27 w 63"/>
                    <a:gd name="T5" fmla="*/ 9 h 37"/>
                    <a:gd name="T6" fmla="*/ 0 w 63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37"/>
                    <a:gd name="T14" fmla="*/ 63 w 63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37">
                      <a:moveTo>
                        <a:pt x="0" y="0"/>
                      </a:moveTo>
                      <a:lnTo>
                        <a:pt x="63" y="37"/>
                      </a:lnTo>
                      <a:lnTo>
                        <a:pt x="27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3" name="Freeform 467"/>
                <p:cNvSpPr>
                  <a:spLocks/>
                </p:cNvSpPr>
                <p:nvPr/>
              </p:nvSpPr>
              <p:spPr bwMode="auto">
                <a:xfrm>
                  <a:off x="853" y="72"/>
                  <a:ext cx="63" cy="37"/>
                </a:xfrm>
                <a:custGeom>
                  <a:avLst/>
                  <a:gdLst>
                    <a:gd name="T0" fmla="*/ 0 w 63"/>
                    <a:gd name="T1" fmla="*/ 0 h 37"/>
                    <a:gd name="T2" fmla="*/ 63 w 63"/>
                    <a:gd name="T3" fmla="*/ 37 h 37"/>
                    <a:gd name="T4" fmla="*/ 27 w 63"/>
                    <a:gd name="T5" fmla="*/ 9 h 37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37"/>
                    <a:gd name="T11" fmla="*/ 63 w 63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37">
                      <a:moveTo>
                        <a:pt x="0" y="0"/>
                      </a:moveTo>
                      <a:lnTo>
                        <a:pt x="63" y="37"/>
                      </a:lnTo>
                      <a:lnTo>
                        <a:pt x="27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4" name="Freeform 468"/>
                <p:cNvSpPr>
                  <a:spLocks/>
                </p:cNvSpPr>
                <p:nvPr/>
              </p:nvSpPr>
              <p:spPr bwMode="auto">
                <a:xfrm>
                  <a:off x="825" y="54"/>
                  <a:ext cx="55" cy="27"/>
                </a:xfrm>
                <a:custGeom>
                  <a:avLst/>
                  <a:gdLst>
                    <a:gd name="T0" fmla="*/ 55 w 55"/>
                    <a:gd name="T1" fmla="*/ 27 h 27"/>
                    <a:gd name="T2" fmla="*/ 0 w 55"/>
                    <a:gd name="T3" fmla="*/ 0 h 27"/>
                    <a:gd name="T4" fmla="*/ 28 w 55"/>
                    <a:gd name="T5" fmla="*/ 18 h 27"/>
                    <a:gd name="T6" fmla="*/ 55 w 55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27"/>
                    <a:gd name="T14" fmla="*/ 55 w 5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27">
                      <a:moveTo>
                        <a:pt x="55" y="27"/>
                      </a:moveTo>
                      <a:lnTo>
                        <a:pt x="0" y="0"/>
                      </a:lnTo>
                      <a:lnTo>
                        <a:pt x="28" y="18"/>
                      </a:lnTo>
                      <a:lnTo>
                        <a:pt x="55" y="27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5" name="Freeform 469"/>
                <p:cNvSpPr>
                  <a:spLocks/>
                </p:cNvSpPr>
                <p:nvPr/>
              </p:nvSpPr>
              <p:spPr bwMode="auto">
                <a:xfrm>
                  <a:off x="825" y="54"/>
                  <a:ext cx="55" cy="27"/>
                </a:xfrm>
                <a:custGeom>
                  <a:avLst/>
                  <a:gdLst>
                    <a:gd name="T0" fmla="*/ 55 w 55"/>
                    <a:gd name="T1" fmla="*/ 27 h 27"/>
                    <a:gd name="T2" fmla="*/ 0 w 55"/>
                    <a:gd name="T3" fmla="*/ 0 h 27"/>
                    <a:gd name="T4" fmla="*/ 28 w 55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27"/>
                    <a:gd name="T11" fmla="*/ 55 w 5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27">
                      <a:moveTo>
                        <a:pt x="55" y="27"/>
                      </a:moveTo>
                      <a:lnTo>
                        <a:pt x="0" y="0"/>
                      </a:lnTo>
                      <a:lnTo>
                        <a:pt x="28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6" name="Freeform 470"/>
                <p:cNvSpPr>
                  <a:spLocks/>
                </p:cNvSpPr>
                <p:nvPr/>
              </p:nvSpPr>
              <p:spPr bwMode="auto">
                <a:xfrm>
                  <a:off x="508" y="9"/>
                  <a:ext cx="91" cy="27"/>
                </a:xfrm>
                <a:custGeom>
                  <a:avLst/>
                  <a:gdLst>
                    <a:gd name="T0" fmla="*/ 0 w 91"/>
                    <a:gd name="T1" fmla="*/ 27 h 27"/>
                    <a:gd name="T2" fmla="*/ 81 w 91"/>
                    <a:gd name="T3" fmla="*/ 9 h 27"/>
                    <a:gd name="T4" fmla="*/ 91 w 91"/>
                    <a:gd name="T5" fmla="*/ 0 h 27"/>
                    <a:gd name="T6" fmla="*/ 0 w 91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7"/>
                    <a:gd name="T14" fmla="*/ 91 w 9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7">
                      <a:moveTo>
                        <a:pt x="0" y="27"/>
                      </a:moveTo>
                      <a:lnTo>
                        <a:pt x="81" y="9"/>
                      </a:lnTo>
                      <a:lnTo>
                        <a:pt x="9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6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7" name="Freeform 471"/>
                <p:cNvSpPr>
                  <a:spLocks/>
                </p:cNvSpPr>
                <p:nvPr/>
              </p:nvSpPr>
              <p:spPr bwMode="auto">
                <a:xfrm>
                  <a:off x="508" y="9"/>
                  <a:ext cx="91" cy="27"/>
                </a:xfrm>
                <a:custGeom>
                  <a:avLst/>
                  <a:gdLst>
                    <a:gd name="T0" fmla="*/ 0 w 91"/>
                    <a:gd name="T1" fmla="*/ 27 h 27"/>
                    <a:gd name="T2" fmla="*/ 81 w 91"/>
                    <a:gd name="T3" fmla="*/ 9 h 27"/>
                    <a:gd name="T4" fmla="*/ 91 w 91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7"/>
                    <a:gd name="T11" fmla="*/ 91 w 9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7">
                      <a:moveTo>
                        <a:pt x="0" y="27"/>
                      </a:moveTo>
                      <a:lnTo>
                        <a:pt x="81" y="9"/>
                      </a:lnTo>
                      <a:lnTo>
                        <a:pt x="9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8" name="Freeform 472"/>
                <p:cNvSpPr>
                  <a:spLocks/>
                </p:cNvSpPr>
                <p:nvPr/>
              </p:nvSpPr>
              <p:spPr bwMode="auto">
                <a:xfrm>
                  <a:off x="589" y="9"/>
                  <a:ext cx="82" cy="9"/>
                </a:xfrm>
                <a:custGeom>
                  <a:avLst/>
                  <a:gdLst>
                    <a:gd name="T0" fmla="*/ 82 w 82"/>
                    <a:gd name="T1" fmla="*/ 0 h 9"/>
                    <a:gd name="T2" fmla="*/ 10 w 82"/>
                    <a:gd name="T3" fmla="*/ 0 h 9"/>
                    <a:gd name="T4" fmla="*/ 0 w 82"/>
                    <a:gd name="T5" fmla="*/ 9 h 9"/>
                    <a:gd name="T6" fmla="*/ 82 w 82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9"/>
                    <a:gd name="T14" fmla="*/ 82 w 82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9">
                      <a:moveTo>
                        <a:pt x="82" y="0"/>
                      </a:moveTo>
                      <a:lnTo>
                        <a:pt x="10" y="0"/>
                      </a:lnTo>
                      <a:lnTo>
                        <a:pt x="0" y="9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5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69" name="Freeform 473"/>
                <p:cNvSpPr>
                  <a:spLocks/>
                </p:cNvSpPr>
                <p:nvPr/>
              </p:nvSpPr>
              <p:spPr bwMode="auto">
                <a:xfrm>
                  <a:off x="589" y="9"/>
                  <a:ext cx="82" cy="9"/>
                </a:xfrm>
                <a:custGeom>
                  <a:avLst/>
                  <a:gdLst>
                    <a:gd name="T0" fmla="*/ 82 w 82"/>
                    <a:gd name="T1" fmla="*/ 0 h 9"/>
                    <a:gd name="T2" fmla="*/ 10 w 82"/>
                    <a:gd name="T3" fmla="*/ 0 h 9"/>
                    <a:gd name="T4" fmla="*/ 0 w 82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9"/>
                    <a:gd name="T11" fmla="*/ 82 w 8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9">
                      <a:moveTo>
                        <a:pt x="82" y="0"/>
                      </a:moveTo>
                      <a:lnTo>
                        <a:pt x="10" y="0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0" name="Freeform 474"/>
                <p:cNvSpPr>
                  <a:spLocks/>
                </p:cNvSpPr>
                <p:nvPr/>
              </p:nvSpPr>
              <p:spPr bwMode="auto">
                <a:xfrm>
                  <a:off x="1134" y="1034"/>
                  <a:ext cx="163" cy="127"/>
                </a:xfrm>
                <a:custGeom>
                  <a:avLst/>
                  <a:gdLst>
                    <a:gd name="T0" fmla="*/ 163 w 163"/>
                    <a:gd name="T1" fmla="*/ 0 h 127"/>
                    <a:gd name="T2" fmla="*/ 27 w 163"/>
                    <a:gd name="T3" fmla="*/ 127 h 127"/>
                    <a:gd name="T4" fmla="*/ 0 w 163"/>
                    <a:gd name="T5" fmla="*/ 18 h 127"/>
                    <a:gd name="T6" fmla="*/ 163 w 163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27"/>
                    <a:gd name="T14" fmla="*/ 163 w 163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27">
                      <a:moveTo>
                        <a:pt x="163" y="0"/>
                      </a:moveTo>
                      <a:lnTo>
                        <a:pt x="27" y="127"/>
                      </a:lnTo>
                      <a:lnTo>
                        <a:pt x="0" y="18"/>
                      </a:lnTo>
                      <a:lnTo>
                        <a:pt x="163" y="0"/>
                      </a:lnTo>
                      <a:close/>
                    </a:path>
                  </a:pathLst>
                </a:custGeom>
                <a:solidFill>
                  <a:srgbClr val="E8BB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1" name="Freeform 475"/>
                <p:cNvSpPr>
                  <a:spLocks/>
                </p:cNvSpPr>
                <p:nvPr/>
              </p:nvSpPr>
              <p:spPr bwMode="auto">
                <a:xfrm>
                  <a:off x="1134" y="1034"/>
                  <a:ext cx="163" cy="127"/>
                </a:xfrm>
                <a:custGeom>
                  <a:avLst/>
                  <a:gdLst>
                    <a:gd name="T0" fmla="*/ 163 w 163"/>
                    <a:gd name="T1" fmla="*/ 0 h 127"/>
                    <a:gd name="T2" fmla="*/ 27 w 163"/>
                    <a:gd name="T3" fmla="*/ 127 h 127"/>
                    <a:gd name="T4" fmla="*/ 0 w 163"/>
                    <a:gd name="T5" fmla="*/ 18 h 127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27"/>
                    <a:gd name="T11" fmla="*/ 163 w 163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27">
                      <a:moveTo>
                        <a:pt x="163" y="0"/>
                      </a:moveTo>
                      <a:lnTo>
                        <a:pt x="27" y="127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2" name="Freeform 476"/>
                <p:cNvSpPr>
                  <a:spLocks/>
                </p:cNvSpPr>
                <p:nvPr/>
              </p:nvSpPr>
              <p:spPr bwMode="auto">
                <a:xfrm>
                  <a:off x="1134" y="934"/>
                  <a:ext cx="163" cy="118"/>
                </a:xfrm>
                <a:custGeom>
                  <a:avLst/>
                  <a:gdLst>
                    <a:gd name="T0" fmla="*/ 0 w 163"/>
                    <a:gd name="T1" fmla="*/ 118 h 118"/>
                    <a:gd name="T2" fmla="*/ 127 w 163"/>
                    <a:gd name="T3" fmla="*/ 0 h 118"/>
                    <a:gd name="T4" fmla="*/ 163 w 163"/>
                    <a:gd name="T5" fmla="*/ 100 h 118"/>
                    <a:gd name="T6" fmla="*/ 0 w 163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18"/>
                    <a:gd name="T14" fmla="*/ 163 w 16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18">
                      <a:moveTo>
                        <a:pt x="0" y="118"/>
                      </a:moveTo>
                      <a:lnTo>
                        <a:pt x="127" y="0"/>
                      </a:lnTo>
                      <a:lnTo>
                        <a:pt x="163" y="100"/>
                      </a:lnTo>
                      <a:lnTo>
                        <a:pt x="0" y="118"/>
                      </a:lnTo>
                      <a:close/>
                    </a:path>
                  </a:pathLst>
                </a:custGeom>
                <a:solidFill>
                  <a:srgbClr val="E8BB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3" name="Freeform 477"/>
                <p:cNvSpPr>
                  <a:spLocks/>
                </p:cNvSpPr>
                <p:nvPr/>
              </p:nvSpPr>
              <p:spPr bwMode="auto">
                <a:xfrm>
                  <a:off x="1134" y="934"/>
                  <a:ext cx="163" cy="118"/>
                </a:xfrm>
                <a:custGeom>
                  <a:avLst/>
                  <a:gdLst>
                    <a:gd name="T0" fmla="*/ 0 w 163"/>
                    <a:gd name="T1" fmla="*/ 118 h 118"/>
                    <a:gd name="T2" fmla="*/ 127 w 163"/>
                    <a:gd name="T3" fmla="*/ 0 h 118"/>
                    <a:gd name="T4" fmla="*/ 163 w 163"/>
                    <a:gd name="T5" fmla="*/ 100 h 118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18"/>
                    <a:gd name="T11" fmla="*/ 163 w 16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18">
                      <a:moveTo>
                        <a:pt x="0" y="118"/>
                      </a:moveTo>
                      <a:lnTo>
                        <a:pt x="127" y="0"/>
                      </a:lnTo>
                      <a:lnTo>
                        <a:pt x="163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4" name="Freeform 478"/>
                <p:cNvSpPr>
                  <a:spLocks/>
                </p:cNvSpPr>
                <p:nvPr/>
              </p:nvSpPr>
              <p:spPr bwMode="auto">
                <a:xfrm>
                  <a:off x="753" y="27"/>
                  <a:ext cx="72" cy="27"/>
                </a:xfrm>
                <a:custGeom>
                  <a:avLst/>
                  <a:gdLst>
                    <a:gd name="T0" fmla="*/ 0 w 72"/>
                    <a:gd name="T1" fmla="*/ 0 h 27"/>
                    <a:gd name="T2" fmla="*/ 72 w 72"/>
                    <a:gd name="T3" fmla="*/ 27 h 27"/>
                    <a:gd name="T4" fmla="*/ 45 w 72"/>
                    <a:gd name="T5" fmla="*/ 9 h 27"/>
                    <a:gd name="T6" fmla="*/ 0 w 72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27"/>
                    <a:gd name="T14" fmla="*/ 72 w 72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27">
                      <a:moveTo>
                        <a:pt x="0" y="0"/>
                      </a:moveTo>
                      <a:lnTo>
                        <a:pt x="72" y="27"/>
                      </a:lnTo>
                      <a:lnTo>
                        <a:pt x="45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5" name="Freeform 479"/>
                <p:cNvSpPr>
                  <a:spLocks/>
                </p:cNvSpPr>
                <p:nvPr/>
              </p:nvSpPr>
              <p:spPr bwMode="auto">
                <a:xfrm>
                  <a:off x="753" y="27"/>
                  <a:ext cx="72" cy="27"/>
                </a:xfrm>
                <a:custGeom>
                  <a:avLst/>
                  <a:gdLst>
                    <a:gd name="T0" fmla="*/ 0 w 72"/>
                    <a:gd name="T1" fmla="*/ 0 h 27"/>
                    <a:gd name="T2" fmla="*/ 72 w 72"/>
                    <a:gd name="T3" fmla="*/ 27 h 27"/>
                    <a:gd name="T4" fmla="*/ 45 w 72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27"/>
                    <a:gd name="T11" fmla="*/ 72 w 72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27">
                      <a:moveTo>
                        <a:pt x="0" y="0"/>
                      </a:moveTo>
                      <a:lnTo>
                        <a:pt x="72" y="27"/>
                      </a:lnTo>
                      <a:lnTo>
                        <a:pt x="45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6" name="Freeform 480"/>
                <p:cNvSpPr>
                  <a:spLocks/>
                </p:cNvSpPr>
                <p:nvPr/>
              </p:nvSpPr>
              <p:spPr bwMode="auto">
                <a:xfrm>
                  <a:off x="735" y="18"/>
                  <a:ext cx="63" cy="18"/>
                </a:xfrm>
                <a:custGeom>
                  <a:avLst/>
                  <a:gdLst>
                    <a:gd name="T0" fmla="*/ 63 w 63"/>
                    <a:gd name="T1" fmla="*/ 18 h 18"/>
                    <a:gd name="T2" fmla="*/ 0 w 63"/>
                    <a:gd name="T3" fmla="*/ 0 h 18"/>
                    <a:gd name="T4" fmla="*/ 18 w 63"/>
                    <a:gd name="T5" fmla="*/ 9 h 18"/>
                    <a:gd name="T6" fmla="*/ 63 w 63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8"/>
                    <a:gd name="T14" fmla="*/ 63 w 63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8">
                      <a:moveTo>
                        <a:pt x="63" y="18"/>
                      </a:moveTo>
                      <a:lnTo>
                        <a:pt x="0" y="0"/>
                      </a:lnTo>
                      <a:lnTo>
                        <a:pt x="18" y="9"/>
                      </a:lnTo>
                      <a:lnTo>
                        <a:pt x="63" y="18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7" name="Freeform 481"/>
                <p:cNvSpPr>
                  <a:spLocks/>
                </p:cNvSpPr>
                <p:nvPr/>
              </p:nvSpPr>
              <p:spPr bwMode="auto">
                <a:xfrm>
                  <a:off x="735" y="18"/>
                  <a:ext cx="63" cy="18"/>
                </a:xfrm>
                <a:custGeom>
                  <a:avLst/>
                  <a:gdLst>
                    <a:gd name="T0" fmla="*/ 63 w 63"/>
                    <a:gd name="T1" fmla="*/ 18 h 18"/>
                    <a:gd name="T2" fmla="*/ 0 w 63"/>
                    <a:gd name="T3" fmla="*/ 0 h 18"/>
                    <a:gd name="T4" fmla="*/ 18 w 63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8"/>
                    <a:gd name="T11" fmla="*/ 63 w 63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8">
                      <a:moveTo>
                        <a:pt x="63" y="18"/>
                      </a:moveTo>
                      <a:lnTo>
                        <a:pt x="0" y="0"/>
                      </a:lnTo>
                      <a:lnTo>
                        <a:pt x="18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8" name="Freeform 482"/>
                <p:cNvSpPr>
                  <a:spLocks/>
                </p:cNvSpPr>
                <p:nvPr/>
              </p:nvSpPr>
              <p:spPr bwMode="auto">
                <a:xfrm>
                  <a:off x="36" y="780"/>
                  <a:ext cx="82" cy="218"/>
                </a:xfrm>
                <a:custGeom>
                  <a:avLst/>
                  <a:gdLst>
                    <a:gd name="T0" fmla="*/ 0 w 82"/>
                    <a:gd name="T1" fmla="*/ 0 h 218"/>
                    <a:gd name="T2" fmla="*/ 82 w 82"/>
                    <a:gd name="T3" fmla="*/ 127 h 218"/>
                    <a:gd name="T4" fmla="*/ 55 w 82"/>
                    <a:gd name="T5" fmla="*/ 218 h 218"/>
                    <a:gd name="T6" fmla="*/ 0 w 82"/>
                    <a:gd name="T7" fmla="*/ 0 h 2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218"/>
                    <a:gd name="T14" fmla="*/ 82 w 82"/>
                    <a:gd name="T15" fmla="*/ 218 h 2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218">
                      <a:moveTo>
                        <a:pt x="0" y="0"/>
                      </a:moveTo>
                      <a:lnTo>
                        <a:pt x="82" y="127"/>
                      </a:lnTo>
                      <a:lnTo>
                        <a:pt x="55" y="2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349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79" name="Freeform 483"/>
                <p:cNvSpPr>
                  <a:spLocks/>
                </p:cNvSpPr>
                <p:nvPr/>
              </p:nvSpPr>
              <p:spPr bwMode="auto">
                <a:xfrm>
                  <a:off x="36" y="780"/>
                  <a:ext cx="82" cy="218"/>
                </a:xfrm>
                <a:custGeom>
                  <a:avLst/>
                  <a:gdLst>
                    <a:gd name="T0" fmla="*/ 0 w 82"/>
                    <a:gd name="T1" fmla="*/ 0 h 218"/>
                    <a:gd name="T2" fmla="*/ 82 w 82"/>
                    <a:gd name="T3" fmla="*/ 127 h 218"/>
                    <a:gd name="T4" fmla="*/ 55 w 82"/>
                    <a:gd name="T5" fmla="*/ 218 h 21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218"/>
                    <a:gd name="T11" fmla="*/ 82 w 82"/>
                    <a:gd name="T12" fmla="*/ 218 h 2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218">
                      <a:moveTo>
                        <a:pt x="0" y="0"/>
                      </a:moveTo>
                      <a:lnTo>
                        <a:pt x="82" y="127"/>
                      </a:lnTo>
                      <a:lnTo>
                        <a:pt x="55" y="2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0" name="Freeform 484"/>
                <p:cNvSpPr>
                  <a:spLocks/>
                </p:cNvSpPr>
                <p:nvPr/>
              </p:nvSpPr>
              <p:spPr bwMode="auto">
                <a:xfrm>
                  <a:off x="36" y="698"/>
                  <a:ext cx="82" cy="209"/>
                </a:xfrm>
                <a:custGeom>
                  <a:avLst/>
                  <a:gdLst>
                    <a:gd name="T0" fmla="*/ 82 w 82"/>
                    <a:gd name="T1" fmla="*/ 209 h 209"/>
                    <a:gd name="T2" fmla="*/ 0 w 82"/>
                    <a:gd name="T3" fmla="*/ 82 h 209"/>
                    <a:gd name="T4" fmla="*/ 37 w 82"/>
                    <a:gd name="T5" fmla="*/ 0 h 209"/>
                    <a:gd name="T6" fmla="*/ 82 w 82"/>
                    <a:gd name="T7" fmla="*/ 209 h 2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209"/>
                    <a:gd name="T14" fmla="*/ 82 w 82"/>
                    <a:gd name="T15" fmla="*/ 209 h 2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209">
                      <a:moveTo>
                        <a:pt x="82" y="209"/>
                      </a:moveTo>
                      <a:lnTo>
                        <a:pt x="0" y="82"/>
                      </a:lnTo>
                      <a:lnTo>
                        <a:pt x="37" y="0"/>
                      </a:lnTo>
                      <a:lnTo>
                        <a:pt x="82" y="209"/>
                      </a:lnTo>
                      <a:close/>
                    </a:path>
                  </a:pathLst>
                </a:custGeom>
                <a:solidFill>
                  <a:srgbClr val="574D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1" name="Freeform 485"/>
                <p:cNvSpPr>
                  <a:spLocks/>
                </p:cNvSpPr>
                <p:nvPr/>
              </p:nvSpPr>
              <p:spPr bwMode="auto">
                <a:xfrm>
                  <a:off x="36" y="698"/>
                  <a:ext cx="82" cy="209"/>
                </a:xfrm>
                <a:custGeom>
                  <a:avLst/>
                  <a:gdLst>
                    <a:gd name="T0" fmla="*/ 82 w 82"/>
                    <a:gd name="T1" fmla="*/ 209 h 209"/>
                    <a:gd name="T2" fmla="*/ 0 w 82"/>
                    <a:gd name="T3" fmla="*/ 82 h 209"/>
                    <a:gd name="T4" fmla="*/ 37 w 82"/>
                    <a:gd name="T5" fmla="*/ 0 h 20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209"/>
                    <a:gd name="T11" fmla="*/ 82 w 82"/>
                    <a:gd name="T12" fmla="*/ 209 h 2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209">
                      <a:moveTo>
                        <a:pt x="82" y="209"/>
                      </a:moveTo>
                      <a:lnTo>
                        <a:pt x="0" y="82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2" name="Freeform 486"/>
                <p:cNvSpPr>
                  <a:spLocks/>
                </p:cNvSpPr>
                <p:nvPr/>
              </p:nvSpPr>
              <p:spPr bwMode="auto">
                <a:xfrm>
                  <a:off x="209" y="208"/>
                  <a:ext cx="72" cy="118"/>
                </a:xfrm>
                <a:custGeom>
                  <a:avLst/>
                  <a:gdLst>
                    <a:gd name="T0" fmla="*/ 72 w 72"/>
                    <a:gd name="T1" fmla="*/ 0 h 118"/>
                    <a:gd name="T2" fmla="*/ 45 w 72"/>
                    <a:gd name="T3" fmla="*/ 73 h 118"/>
                    <a:gd name="T4" fmla="*/ 0 w 72"/>
                    <a:gd name="T5" fmla="*/ 118 h 118"/>
                    <a:gd name="T6" fmla="*/ 72 w 72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18"/>
                    <a:gd name="T14" fmla="*/ 72 w 72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18">
                      <a:moveTo>
                        <a:pt x="72" y="0"/>
                      </a:moveTo>
                      <a:lnTo>
                        <a:pt x="45" y="73"/>
                      </a:lnTo>
                      <a:lnTo>
                        <a:pt x="0" y="118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001D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3" name="Freeform 487"/>
                <p:cNvSpPr>
                  <a:spLocks/>
                </p:cNvSpPr>
                <p:nvPr/>
              </p:nvSpPr>
              <p:spPr bwMode="auto">
                <a:xfrm>
                  <a:off x="209" y="208"/>
                  <a:ext cx="72" cy="118"/>
                </a:xfrm>
                <a:custGeom>
                  <a:avLst/>
                  <a:gdLst>
                    <a:gd name="T0" fmla="*/ 72 w 72"/>
                    <a:gd name="T1" fmla="*/ 0 h 118"/>
                    <a:gd name="T2" fmla="*/ 45 w 72"/>
                    <a:gd name="T3" fmla="*/ 73 h 118"/>
                    <a:gd name="T4" fmla="*/ 0 w 72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18"/>
                    <a:gd name="T11" fmla="*/ 72 w 72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18">
                      <a:moveTo>
                        <a:pt x="72" y="0"/>
                      </a:moveTo>
                      <a:lnTo>
                        <a:pt x="45" y="73"/>
                      </a:lnTo>
                      <a:lnTo>
                        <a:pt x="0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4" name="Freeform 488"/>
                <p:cNvSpPr>
                  <a:spLocks/>
                </p:cNvSpPr>
                <p:nvPr/>
              </p:nvSpPr>
              <p:spPr bwMode="auto">
                <a:xfrm>
                  <a:off x="254" y="172"/>
                  <a:ext cx="63" cy="109"/>
                </a:xfrm>
                <a:custGeom>
                  <a:avLst/>
                  <a:gdLst>
                    <a:gd name="T0" fmla="*/ 0 w 63"/>
                    <a:gd name="T1" fmla="*/ 109 h 109"/>
                    <a:gd name="T2" fmla="*/ 27 w 63"/>
                    <a:gd name="T3" fmla="*/ 36 h 109"/>
                    <a:gd name="T4" fmla="*/ 63 w 63"/>
                    <a:gd name="T5" fmla="*/ 0 h 109"/>
                    <a:gd name="T6" fmla="*/ 0 w 63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09"/>
                    <a:gd name="T14" fmla="*/ 63 w 63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09">
                      <a:moveTo>
                        <a:pt x="0" y="109"/>
                      </a:moveTo>
                      <a:lnTo>
                        <a:pt x="27" y="36"/>
                      </a:lnTo>
                      <a:lnTo>
                        <a:pt x="63" y="0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0031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5" name="Freeform 489"/>
                <p:cNvSpPr>
                  <a:spLocks/>
                </p:cNvSpPr>
                <p:nvPr/>
              </p:nvSpPr>
              <p:spPr bwMode="auto">
                <a:xfrm>
                  <a:off x="254" y="172"/>
                  <a:ext cx="63" cy="109"/>
                </a:xfrm>
                <a:custGeom>
                  <a:avLst/>
                  <a:gdLst>
                    <a:gd name="T0" fmla="*/ 0 w 63"/>
                    <a:gd name="T1" fmla="*/ 109 h 109"/>
                    <a:gd name="T2" fmla="*/ 27 w 63"/>
                    <a:gd name="T3" fmla="*/ 36 h 109"/>
                    <a:gd name="T4" fmla="*/ 63 w 63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09"/>
                    <a:gd name="T11" fmla="*/ 63 w 63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09">
                      <a:moveTo>
                        <a:pt x="0" y="109"/>
                      </a:moveTo>
                      <a:lnTo>
                        <a:pt x="27" y="36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6" name="Freeform 490"/>
                <p:cNvSpPr>
                  <a:spLocks/>
                </p:cNvSpPr>
                <p:nvPr/>
              </p:nvSpPr>
              <p:spPr bwMode="auto">
                <a:xfrm>
                  <a:off x="952" y="145"/>
                  <a:ext cx="46" cy="54"/>
                </a:xfrm>
                <a:custGeom>
                  <a:avLst/>
                  <a:gdLst>
                    <a:gd name="T0" fmla="*/ 0 w 46"/>
                    <a:gd name="T1" fmla="*/ 0 h 54"/>
                    <a:gd name="T2" fmla="*/ 46 w 46"/>
                    <a:gd name="T3" fmla="*/ 54 h 54"/>
                    <a:gd name="T4" fmla="*/ 0 w 46"/>
                    <a:gd name="T5" fmla="*/ 18 h 54"/>
                    <a:gd name="T6" fmla="*/ 0 w 46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54"/>
                    <a:gd name="T14" fmla="*/ 46 w 4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54">
                      <a:moveTo>
                        <a:pt x="0" y="0"/>
                      </a:moveTo>
                      <a:lnTo>
                        <a:pt x="46" y="54"/>
                      </a:lnTo>
                      <a:lnTo>
                        <a:pt x="0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AF7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7" name="Freeform 491"/>
                <p:cNvSpPr>
                  <a:spLocks/>
                </p:cNvSpPr>
                <p:nvPr/>
              </p:nvSpPr>
              <p:spPr bwMode="auto">
                <a:xfrm>
                  <a:off x="952" y="145"/>
                  <a:ext cx="46" cy="54"/>
                </a:xfrm>
                <a:custGeom>
                  <a:avLst/>
                  <a:gdLst>
                    <a:gd name="T0" fmla="*/ 0 w 46"/>
                    <a:gd name="T1" fmla="*/ 0 h 54"/>
                    <a:gd name="T2" fmla="*/ 46 w 46"/>
                    <a:gd name="T3" fmla="*/ 54 h 54"/>
                    <a:gd name="T4" fmla="*/ 0 w 46"/>
                    <a:gd name="T5" fmla="*/ 18 h 54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54"/>
                    <a:gd name="T11" fmla="*/ 46 w 4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54">
                      <a:moveTo>
                        <a:pt x="0" y="0"/>
                      </a:moveTo>
                      <a:lnTo>
                        <a:pt x="46" y="54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8" name="Freeform 492"/>
                <p:cNvSpPr>
                  <a:spLocks/>
                </p:cNvSpPr>
                <p:nvPr/>
              </p:nvSpPr>
              <p:spPr bwMode="auto">
                <a:xfrm>
                  <a:off x="916" y="109"/>
                  <a:ext cx="36" cy="54"/>
                </a:xfrm>
                <a:custGeom>
                  <a:avLst/>
                  <a:gdLst>
                    <a:gd name="T0" fmla="*/ 36 w 36"/>
                    <a:gd name="T1" fmla="*/ 54 h 54"/>
                    <a:gd name="T2" fmla="*/ 0 w 36"/>
                    <a:gd name="T3" fmla="*/ 0 h 54"/>
                    <a:gd name="T4" fmla="*/ 36 w 36"/>
                    <a:gd name="T5" fmla="*/ 36 h 54"/>
                    <a:gd name="T6" fmla="*/ 36 w 36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4"/>
                    <a:gd name="T14" fmla="*/ 36 w 3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4">
                      <a:moveTo>
                        <a:pt x="36" y="54"/>
                      </a:moveTo>
                      <a:lnTo>
                        <a:pt x="0" y="0"/>
                      </a:lnTo>
                      <a:lnTo>
                        <a:pt x="36" y="36"/>
                      </a:lnTo>
                      <a:lnTo>
                        <a:pt x="36" y="54"/>
                      </a:lnTo>
                      <a:close/>
                    </a:path>
                  </a:pathLst>
                </a:custGeom>
                <a:solidFill>
                  <a:srgbClr val="BAF7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89" name="Freeform 493"/>
                <p:cNvSpPr>
                  <a:spLocks/>
                </p:cNvSpPr>
                <p:nvPr/>
              </p:nvSpPr>
              <p:spPr bwMode="auto">
                <a:xfrm>
                  <a:off x="916" y="109"/>
                  <a:ext cx="36" cy="54"/>
                </a:xfrm>
                <a:custGeom>
                  <a:avLst/>
                  <a:gdLst>
                    <a:gd name="T0" fmla="*/ 36 w 36"/>
                    <a:gd name="T1" fmla="*/ 54 h 54"/>
                    <a:gd name="T2" fmla="*/ 0 w 36"/>
                    <a:gd name="T3" fmla="*/ 0 h 54"/>
                    <a:gd name="T4" fmla="*/ 36 w 36"/>
                    <a:gd name="T5" fmla="*/ 36 h 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4"/>
                    <a:gd name="T11" fmla="*/ 36 w 3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4">
                      <a:moveTo>
                        <a:pt x="36" y="54"/>
                      </a:moveTo>
                      <a:lnTo>
                        <a:pt x="0" y="0"/>
                      </a:lnTo>
                      <a:lnTo>
                        <a:pt x="36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0" name="Freeform 494"/>
                <p:cNvSpPr>
                  <a:spLocks/>
                </p:cNvSpPr>
                <p:nvPr/>
              </p:nvSpPr>
              <p:spPr bwMode="auto">
                <a:xfrm>
                  <a:off x="1043" y="290"/>
                  <a:ext cx="45" cy="82"/>
                </a:xfrm>
                <a:custGeom>
                  <a:avLst/>
                  <a:gdLst>
                    <a:gd name="T0" fmla="*/ 36 w 45"/>
                    <a:gd name="T1" fmla="*/ 0 h 82"/>
                    <a:gd name="T2" fmla="*/ 45 w 45"/>
                    <a:gd name="T3" fmla="*/ 82 h 82"/>
                    <a:gd name="T4" fmla="*/ 0 w 45"/>
                    <a:gd name="T5" fmla="*/ 27 h 82"/>
                    <a:gd name="T6" fmla="*/ 36 w 45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82"/>
                    <a:gd name="T14" fmla="*/ 45 w 45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82">
                      <a:moveTo>
                        <a:pt x="36" y="0"/>
                      </a:moveTo>
                      <a:lnTo>
                        <a:pt x="45" y="82"/>
                      </a:lnTo>
                      <a:lnTo>
                        <a:pt x="0" y="27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EEF8B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1" name="Freeform 495"/>
                <p:cNvSpPr>
                  <a:spLocks/>
                </p:cNvSpPr>
                <p:nvPr/>
              </p:nvSpPr>
              <p:spPr bwMode="auto">
                <a:xfrm>
                  <a:off x="1043" y="290"/>
                  <a:ext cx="45" cy="82"/>
                </a:xfrm>
                <a:custGeom>
                  <a:avLst/>
                  <a:gdLst>
                    <a:gd name="T0" fmla="*/ 36 w 45"/>
                    <a:gd name="T1" fmla="*/ 0 h 82"/>
                    <a:gd name="T2" fmla="*/ 45 w 45"/>
                    <a:gd name="T3" fmla="*/ 82 h 82"/>
                    <a:gd name="T4" fmla="*/ 0 w 45"/>
                    <a:gd name="T5" fmla="*/ 27 h 82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82"/>
                    <a:gd name="T11" fmla="*/ 45 w 45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82">
                      <a:moveTo>
                        <a:pt x="36" y="0"/>
                      </a:moveTo>
                      <a:lnTo>
                        <a:pt x="45" y="82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2" name="Freeform 496"/>
                <p:cNvSpPr>
                  <a:spLocks/>
                </p:cNvSpPr>
                <p:nvPr/>
              </p:nvSpPr>
              <p:spPr bwMode="auto">
                <a:xfrm>
                  <a:off x="1034" y="245"/>
                  <a:ext cx="45" cy="72"/>
                </a:xfrm>
                <a:custGeom>
                  <a:avLst/>
                  <a:gdLst>
                    <a:gd name="T0" fmla="*/ 9 w 45"/>
                    <a:gd name="T1" fmla="*/ 72 h 72"/>
                    <a:gd name="T2" fmla="*/ 0 w 45"/>
                    <a:gd name="T3" fmla="*/ 0 h 72"/>
                    <a:gd name="T4" fmla="*/ 45 w 45"/>
                    <a:gd name="T5" fmla="*/ 45 h 72"/>
                    <a:gd name="T6" fmla="*/ 9 w 45"/>
                    <a:gd name="T7" fmla="*/ 72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72"/>
                    <a:gd name="T14" fmla="*/ 45 w 45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72">
                      <a:moveTo>
                        <a:pt x="9" y="72"/>
                      </a:moveTo>
                      <a:lnTo>
                        <a:pt x="0" y="0"/>
                      </a:lnTo>
                      <a:lnTo>
                        <a:pt x="45" y="45"/>
                      </a:lnTo>
                      <a:lnTo>
                        <a:pt x="9" y="72"/>
                      </a:lnTo>
                      <a:close/>
                    </a:path>
                  </a:pathLst>
                </a:custGeom>
                <a:solidFill>
                  <a:srgbClr val="EEF8B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3" name="Freeform 497"/>
                <p:cNvSpPr>
                  <a:spLocks/>
                </p:cNvSpPr>
                <p:nvPr/>
              </p:nvSpPr>
              <p:spPr bwMode="auto">
                <a:xfrm>
                  <a:off x="1034" y="245"/>
                  <a:ext cx="45" cy="72"/>
                </a:xfrm>
                <a:custGeom>
                  <a:avLst/>
                  <a:gdLst>
                    <a:gd name="T0" fmla="*/ 9 w 45"/>
                    <a:gd name="T1" fmla="*/ 72 h 72"/>
                    <a:gd name="T2" fmla="*/ 0 w 45"/>
                    <a:gd name="T3" fmla="*/ 0 h 72"/>
                    <a:gd name="T4" fmla="*/ 45 w 45"/>
                    <a:gd name="T5" fmla="*/ 45 h 72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72"/>
                    <a:gd name="T11" fmla="*/ 45 w 45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72">
                      <a:moveTo>
                        <a:pt x="9" y="72"/>
                      </a:moveTo>
                      <a:lnTo>
                        <a:pt x="0" y="0"/>
                      </a:lnTo>
                      <a:lnTo>
                        <a:pt x="45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4" name="Freeform 498"/>
                <p:cNvSpPr>
                  <a:spLocks/>
                </p:cNvSpPr>
                <p:nvPr/>
              </p:nvSpPr>
              <p:spPr bwMode="auto">
                <a:xfrm>
                  <a:off x="1125" y="562"/>
                  <a:ext cx="81" cy="109"/>
                </a:xfrm>
                <a:custGeom>
                  <a:avLst/>
                  <a:gdLst>
                    <a:gd name="T0" fmla="*/ 81 w 81"/>
                    <a:gd name="T1" fmla="*/ 0 h 109"/>
                    <a:gd name="T2" fmla="*/ 36 w 81"/>
                    <a:gd name="T3" fmla="*/ 109 h 109"/>
                    <a:gd name="T4" fmla="*/ 0 w 81"/>
                    <a:gd name="T5" fmla="*/ 36 h 109"/>
                    <a:gd name="T6" fmla="*/ 81 w 81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09"/>
                    <a:gd name="T14" fmla="*/ 81 w 81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09">
                      <a:moveTo>
                        <a:pt x="81" y="0"/>
                      </a:moveTo>
                      <a:lnTo>
                        <a:pt x="36" y="109"/>
                      </a:lnTo>
                      <a:lnTo>
                        <a:pt x="0" y="36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F5DB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5" name="Freeform 499"/>
                <p:cNvSpPr>
                  <a:spLocks/>
                </p:cNvSpPr>
                <p:nvPr/>
              </p:nvSpPr>
              <p:spPr bwMode="auto">
                <a:xfrm>
                  <a:off x="1125" y="562"/>
                  <a:ext cx="81" cy="109"/>
                </a:xfrm>
                <a:custGeom>
                  <a:avLst/>
                  <a:gdLst>
                    <a:gd name="T0" fmla="*/ 81 w 81"/>
                    <a:gd name="T1" fmla="*/ 0 h 109"/>
                    <a:gd name="T2" fmla="*/ 36 w 81"/>
                    <a:gd name="T3" fmla="*/ 109 h 109"/>
                    <a:gd name="T4" fmla="*/ 0 w 81"/>
                    <a:gd name="T5" fmla="*/ 36 h 109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09"/>
                    <a:gd name="T11" fmla="*/ 81 w 81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09">
                      <a:moveTo>
                        <a:pt x="81" y="0"/>
                      </a:moveTo>
                      <a:lnTo>
                        <a:pt x="36" y="109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6" name="Freeform 500"/>
                <p:cNvSpPr>
                  <a:spLocks/>
                </p:cNvSpPr>
                <p:nvPr/>
              </p:nvSpPr>
              <p:spPr bwMode="auto">
                <a:xfrm>
                  <a:off x="1125" y="499"/>
                  <a:ext cx="81" cy="99"/>
                </a:xfrm>
                <a:custGeom>
                  <a:avLst/>
                  <a:gdLst>
                    <a:gd name="T0" fmla="*/ 0 w 81"/>
                    <a:gd name="T1" fmla="*/ 99 h 99"/>
                    <a:gd name="T2" fmla="*/ 45 w 81"/>
                    <a:gd name="T3" fmla="*/ 0 h 99"/>
                    <a:gd name="T4" fmla="*/ 81 w 81"/>
                    <a:gd name="T5" fmla="*/ 63 h 99"/>
                    <a:gd name="T6" fmla="*/ 0 w 81"/>
                    <a:gd name="T7" fmla="*/ 99 h 9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99"/>
                    <a:gd name="T14" fmla="*/ 81 w 81"/>
                    <a:gd name="T15" fmla="*/ 99 h 9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99">
                      <a:moveTo>
                        <a:pt x="0" y="99"/>
                      </a:moveTo>
                      <a:lnTo>
                        <a:pt x="45" y="0"/>
                      </a:lnTo>
                      <a:lnTo>
                        <a:pt x="81" y="63"/>
                      </a:lnTo>
                      <a:lnTo>
                        <a:pt x="0" y="99"/>
                      </a:lnTo>
                      <a:close/>
                    </a:path>
                  </a:pathLst>
                </a:custGeom>
                <a:solidFill>
                  <a:srgbClr val="F5DB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7" name="Freeform 501"/>
                <p:cNvSpPr>
                  <a:spLocks/>
                </p:cNvSpPr>
                <p:nvPr/>
              </p:nvSpPr>
              <p:spPr bwMode="auto">
                <a:xfrm>
                  <a:off x="1125" y="499"/>
                  <a:ext cx="81" cy="99"/>
                </a:xfrm>
                <a:custGeom>
                  <a:avLst/>
                  <a:gdLst>
                    <a:gd name="T0" fmla="*/ 0 w 81"/>
                    <a:gd name="T1" fmla="*/ 99 h 99"/>
                    <a:gd name="T2" fmla="*/ 45 w 81"/>
                    <a:gd name="T3" fmla="*/ 0 h 99"/>
                    <a:gd name="T4" fmla="*/ 81 w 81"/>
                    <a:gd name="T5" fmla="*/ 63 h 99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99"/>
                    <a:gd name="T11" fmla="*/ 81 w 81"/>
                    <a:gd name="T12" fmla="*/ 99 h 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99">
                      <a:moveTo>
                        <a:pt x="0" y="99"/>
                      </a:moveTo>
                      <a:lnTo>
                        <a:pt x="45" y="0"/>
                      </a:lnTo>
                      <a:lnTo>
                        <a:pt x="81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8" name="Freeform 502"/>
                <p:cNvSpPr>
                  <a:spLocks/>
                </p:cNvSpPr>
                <p:nvPr/>
              </p:nvSpPr>
              <p:spPr bwMode="auto">
                <a:xfrm>
                  <a:off x="408" y="36"/>
                  <a:ext cx="100" cy="54"/>
                </a:xfrm>
                <a:custGeom>
                  <a:avLst/>
                  <a:gdLst>
                    <a:gd name="T0" fmla="*/ 100 w 100"/>
                    <a:gd name="T1" fmla="*/ 0 h 54"/>
                    <a:gd name="T2" fmla="*/ 36 w 100"/>
                    <a:gd name="T3" fmla="*/ 27 h 54"/>
                    <a:gd name="T4" fmla="*/ 0 w 100"/>
                    <a:gd name="T5" fmla="*/ 54 h 54"/>
                    <a:gd name="T6" fmla="*/ 100 w 100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0"/>
                    <a:gd name="T13" fmla="*/ 0 h 54"/>
                    <a:gd name="T14" fmla="*/ 100 w 100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0" h="54">
                      <a:moveTo>
                        <a:pt x="100" y="0"/>
                      </a:moveTo>
                      <a:lnTo>
                        <a:pt x="36" y="27"/>
                      </a:lnTo>
                      <a:lnTo>
                        <a:pt x="0" y="54"/>
                      </a:lnTo>
                      <a:lnTo>
                        <a:pt x="100" y="0"/>
                      </a:lnTo>
                      <a:close/>
                    </a:path>
                  </a:pathLst>
                </a:custGeom>
                <a:solidFill>
                  <a:srgbClr val="83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99" name="Freeform 503"/>
                <p:cNvSpPr>
                  <a:spLocks/>
                </p:cNvSpPr>
                <p:nvPr/>
              </p:nvSpPr>
              <p:spPr bwMode="auto">
                <a:xfrm>
                  <a:off x="408" y="36"/>
                  <a:ext cx="100" cy="54"/>
                </a:xfrm>
                <a:custGeom>
                  <a:avLst/>
                  <a:gdLst>
                    <a:gd name="T0" fmla="*/ 100 w 100"/>
                    <a:gd name="T1" fmla="*/ 0 h 54"/>
                    <a:gd name="T2" fmla="*/ 36 w 100"/>
                    <a:gd name="T3" fmla="*/ 27 h 54"/>
                    <a:gd name="T4" fmla="*/ 0 w 100"/>
                    <a:gd name="T5" fmla="*/ 54 h 54"/>
                    <a:gd name="T6" fmla="*/ 0 60000 65536"/>
                    <a:gd name="T7" fmla="*/ 0 60000 65536"/>
                    <a:gd name="T8" fmla="*/ 0 60000 65536"/>
                    <a:gd name="T9" fmla="*/ 0 w 100"/>
                    <a:gd name="T10" fmla="*/ 0 h 54"/>
                    <a:gd name="T11" fmla="*/ 100 w 100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0" h="54">
                      <a:moveTo>
                        <a:pt x="100" y="0"/>
                      </a:moveTo>
                      <a:lnTo>
                        <a:pt x="36" y="27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0" name="Freeform 504"/>
                <p:cNvSpPr>
                  <a:spLocks/>
                </p:cNvSpPr>
                <p:nvPr/>
              </p:nvSpPr>
              <p:spPr bwMode="auto">
                <a:xfrm>
                  <a:off x="444" y="27"/>
                  <a:ext cx="82" cy="36"/>
                </a:xfrm>
                <a:custGeom>
                  <a:avLst/>
                  <a:gdLst>
                    <a:gd name="T0" fmla="*/ 0 w 82"/>
                    <a:gd name="T1" fmla="*/ 36 h 36"/>
                    <a:gd name="T2" fmla="*/ 64 w 82"/>
                    <a:gd name="T3" fmla="*/ 9 h 36"/>
                    <a:gd name="T4" fmla="*/ 82 w 82"/>
                    <a:gd name="T5" fmla="*/ 0 h 36"/>
                    <a:gd name="T6" fmla="*/ 0 w 82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36"/>
                    <a:gd name="T14" fmla="*/ 82 w 82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36">
                      <a:moveTo>
                        <a:pt x="0" y="36"/>
                      </a:moveTo>
                      <a:lnTo>
                        <a:pt x="64" y="9"/>
                      </a:lnTo>
                      <a:lnTo>
                        <a:pt x="82" y="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57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1" name="Freeform 505"/>
                <p:cNvSpPr>
                  <a:spLocks/>
                </p:cNvSpPr>
                <p:nvPr/>
              </p:nvSpPr>
              <p:spPr bwMode="auto">
                <a:xfrm>
                  <a:off x="444" y="27"/>
                  <a:ext cx="82" cy="36"/>
                </a:xfrm>
                <a:custGeom>
                  <a:avLst/>
                  <a:gdLst>
                    <a:gd name="T0" fmla="*/ 0 w 82"/>
                    <a:gd name="T1" fmla="*/ 36 h 36"/>
                    <a:gd name="T2" fmla="*/ 64 w 82"/>
                    <a:gd name="T3" fmla="*/ 9 h 36"/>
                    <a:gd name="T4" fmla="*/ 82 w 82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36"/>
                    <a:gd name="T11" fmla="*/ 82 w 82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36">
                      <a:moveTo>
                        <a:pt x="0" y="36"/>
                      </a:moveTo>
                      <a:lnTo>
                        <a:pt x="64" y="9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2" name="Freeform 506"/>
                <p:cNvSpPr>
                  <a:spLocks/>
                </p:cNvSpPr>
                <p:nvPr/>
              </p:nvSpPr>
              <p:spPr bwMode="auto">
                <a:xfrm>
                  <a:off x="508" y="9"/>
                  <a:ext cx="91" cy="27"/>
                </a:xfrm>
                <a:custGeom>
                  <a:avLst/>
                  <a:gdLst>
                    <a:gd name="T0" fmla="*/ 91 w 91"/>
                    <a:gd name="T1" fmla="*/ 0 h 27"/>
                    <a:gd name="T2" fmla="*/ 18 w 91"/>
                    <a:gd name="T3" fmla="*/ 18 h 27"/>
                    <a:gd name="T4" fmla="*/ 0 w 91"/>
                    <a:gd name="T5" fmla="*/ 27 h 27"/>
                    <a:gd name="T6" fmla="*/ 91 w 91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27"/>
                    <a:gd name="T14" fmla="*/ 91 w 9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27">
                      <a:moveTo>
                        <a:pt x="91" y="0"/>
                      </a:moveTo>
                      <a:lnTo>
                        <a:pt x="18" y="18"/>
                      </a:lnTo>
                      <a:lnTo>
                        <a:pt x="0" y="27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6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3" name="Freeform 507"/>
                <p:cNvSpPr>
                  <a:spLocks/>
                </p:cNvSpPr>
                <p:nvPr/>
              </p:nvSpPr>
              <p:spPr bwMode="auto">
                <a:xfrm>
                  <a:off x="508" y="9"/>
                  <a:ext cx="91" cy="27"/>
                </a:xfrm>
                <a:custGeom>
                  <a:avLst/>
                  <a:gdLst>
                    <a:gd name="T0" fmla="*/ 91 w 91"/>
                    <a:gd name="T1" fmla="*/ 0 h 27"/>
                    <a:gd name="T2" fmla="*/ 18 w 91"/>
                    <a:gd name="T3" fmla="*/ 18 h 27"/>
                    <a:gd name="T4" fmla="*/ 0 w 91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27"/>
                    <a:gd name="T11" fmla="*/ 91 w 9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27">
                      <a:moveTo>
                        <a:pt x="91" y="0"/>
                      </a:moveTo>
                      <a:lnTo>
                        <a:pt x="18" y="18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4" name="Freeform 508"/>
                <p:cNvSpPr>
                  <a:spLocks/>
                </p:cNvSpPr>
                <p:nvPr/>
              </p:nvSpPr>
              <p:spPr bwMode="auto">
                <a:xfrm>
                  <a:off x="317" y="90"/>
                  <a:ext cx="91" cy="82"/>
                </a:xfrm>
                <a:custGeom>
                  <a:avLst/>
                  <a:gdLst>
                    <a:gd name="T0" fmla="*/ 91 w 91"/>
                    <a:gd name="T1" fmla="*/ 0 h 82"/>
                    <a:gd name="T2" fmla="*/ 37 w 91"/>
                    <a:gd name="T3" fmla="*/ 46 h 82"/>
                    <a:gd name="T4" fmla="*/ 0 w 91"/>
                    <a:gd name="T5" fmla="*/ 82 h 82"/>
                    <a:gd name="T6" fmla="*/ 91 w 91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82"/>
                    <a:gd name="T14" fmla="*/ 91 w 91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82">
                      <a:moveTo>
                        <a:pt x="91" y="0"/>
                      </a:moveTo>
                      <a:lnTo>
                        <a:pt x="37" y="46"/>
                      </a:lnTo>
                      <a:lnTo>
                        <a:pt x="0" y="82"/>
                      </a:lnTo>
                      <a:lnTo>
                        <a:pt x="91" y="0"/>
                      </a:lnTo>
                      <a:close/>
                    </a:path>
                  </a:pathLst>
                </a:custGeom>
                <a:solidFill>
                  <a:srgbClr val="00149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5" name="Freeform 509"/>
                <p:cNvSpPr>
                  <a:spLocks/>
                </p:cNvSpPr>
                <p:nvPr/>
              </p:nvSpPr>
              <p:spPr bwMode="auto">
                <a:xfrm>
                  <a:off x="317" y="90"/>
                  <a:ext cx="91" cy="82"/>
                </a:xfrm>
                <a:custGeom>
                  <a:avLst/>
                  <a:gdLst>
                    <a:gd name="T0" fmla="*/ 91 w 91"/>
                    <a:gd name="T1" fmla="*/ 0 h 82"/>
                    <a:gd name="T2" fmla="*/ 37 w 91"/>
                    <a:gd name="T3" fmla="*/ 46 h 82"/>
                    <a:gd name="T4" fmla="*/ 0 w 91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82"/>
                    <a:gd name="T11" fmla="*/ 91 w 91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82">
                      <a:moveTo>
                        <a:pt x="91" y="0"/>
                      </a:moveTo>
                      <a:lnTo>
                        <a:pt x="37" y="46"/>
                      </a:lnTo>
                      <a:lnTo>
                        <a:pt x="0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6" name="Freeform 510"/>
                <p:cNvSpPr>
                  <a:spLocks/>
                </p:cNvSpPr>
                <p:nvPr/>
              </p:nvSpPr>
              <p:spPr bwMode="auto">
                <a:xfrm>
                  <a:off x="354" y="63"/>
                  <a:ext cx="90" cy="73"/>
                </a:xfrm>
                <a:custGeom>
                  <a:avLst/>
                  <a:gdLst>
                    <a:gd name="T0" fmla="*/ 0 w 90"/>
                    <a:gd name="T1" fmla="*/ 73 h 73"/>
                    <a:gd name="T2" fmla="*/ 54 w 90"/>
                    <a:gd name="T3" fmla="*/ 27 h 73"/>
                    <a:gd name="T4" fmla="*/ 90 w 90"/>
                    <a:gd name="T5" fmla="*/ 0 h 73"/>
                    <a:gd name="T6" fmla="*/ 0 w 90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73"/>
                    <a:gd name="T14" fmla="*/ 90 w 90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73">
                      <a:moveTo>
                        <a:pt x="0" y="73"/>
                      </a:moveTo>
                      <a:lnTo>
                        <a:pt x="54" y="27"/>
                      </a:lnTo>
                      <a:lnTo>
                        <a:pt x="90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0036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7" name="Freeform 511"/>
                <p:cNvSpPr>
                  <a:spLocks/>
                </p:cNvSpPr>
                <p:nvPr/>
              </p:nvSpPr>
              <p:spPr bwMode="auto">
                <a:xfrm>
                  <a:off x="354" y="63"/>
                  <a:ext cx="90" cy="73"/>
                </a:xfrm>
                <a:custGeom>
                  <a:avLst/>
                  <a:gdLst>
                    <a:gd name="T0" fmla="*/ 0 w 90"/>
                    <a:gd name="T1" fmla="*/ 73 h 73"/>
                    <a:gd name="T2" fmla="*/ 54 w 90"/>
                    <a:gd name="T3" fmla="*/ 27 h 73"/>
                    <a:gd name="T4" fmla="*/ 90 w 90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73"/>
                    <a:gd name="T11" fmla="*/ 90 w 90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73">
                      <a:moveTo>
                        <a:pt x="0" y="73"/>
                      </a:moveTo>
                      <a:lnTo>
                        <a:pt x="54" y="27"/>
                      </a:lnTo>
                      <a:lnTo>
                        <a:pt x="9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8" name="Freeform 512"/>
                <p:cNvSpPr>
                  <a:spLocks/>
                </p:cNvSpPr>
                <p:nvPr/>
              </p:nvSpPr>
              <p:spPr bwMode="auto">
                <a:xfrm>
                  <a:off x="27" y="1197"/>
                  <a:ext cx="182" cy="245"/>
                </a:xfrm>
                <a:custGeom>
                  <a:avLst/>
                  <a:gdLst>
                    <a:gd name="T0" fmla="*/ 0 w 182"/>
                    <a:gd name="T1" fmla="*/ 0 h 245"/>
                    <a:gd name="T2" fmla="*/ 182 w 182"/>
                    <a:gd name="T3" fmla="*/ 127 h 245"/>
                    <a:gd name="T4" fmla="*/ 163 w 182"/>
                    <a:gd name="T5" fmla="*/ 245 h 245"/>
                    <a:gd name="T6" fmla="*/ 0 w 182"/>
                    <a:gd name="T7" fmla="*/ 0 h 2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2"/>
                    <a:gd name="T13" fmla="*/ 0 h 245"/>
                    <a:gd name="T14" fmla="*/ 182 w 182"/>
                    <a:gd name="T15" fmla="*/ 245 h 2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2" h="245">
                      <a:moveTo>
                        <a:pt x="0" y="0"/>
                      </a:moveTo>
                      <a:lnTo>
                        <a:pt x="182" y="127"/>
                      </a:lnTo>
                      <a:lnTo>
                        <a:pt x="163" y="2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C5C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09" name="Freeform 513"/>
                <p:cNvSpPr>
                  <a:spLocks/>
                </p:cNvSpPr>
                <p:nvPr/>
              </p:nvSpPr>
              <p:spPr bwMode="auto">
                <a:xfrm>
                  <a:off x="27" y="1197"/>
                  <a:ext cx="182" cy="245"/>
                </a:xfrm>
                <a:custGeom>
                  <a:avLst/>
                  <a:gdLst>
                    <a:gd name="T0" fmla="*/ 0 w 182"/>
                    <a:gd name="T1" fmla="*/ 0 h 245"/>
                    <a:gd name="T2" fmla="*/ 182 w 182"/>
                    <a:gd name="T3" fmla="*/ 127 h 245"/>
                    <a:gd name="T4" fmla="*/ 163 w 182"/>
                    <a:gd name="T5" fmla="*/ 245 h 245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245"/>
                    <a:gd name="T11" fmla="*/ 182 w 182"/>
                    <a:gd name="T12" fmla="*/ 245 h 2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245">
                      <a:moveTo>
                        <a:pt x="0" y="0"/>
                      </a:moveTo>
                      <a:lnTo>
                        <a:pt x="182" y="127"/>
                      </a:lnTo>
                      <a:lnTo>
                        <a:pt x="163" y="2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0" name="Freeform 514"/>
                <p:cNvSpPr>
                  <a:spLocks/>
                </p:cNvSpPr>
                <p:nvPr/>
              </p:nvSpPr>
              <p:spPr bwMode="auto">
                <a:xfrm>
                  <a:off x="27" y="1097"/>
                  <a:ext cx="182" cy="227"/>
                </a:xfrm>
                <a:custGeom>
                  <a:avLst/>
                  <a:gdLst>
                    <a:gd name="T0" fmla="*/ 182 w 182"/>
                    <a:gd name="T1" fmla="*/ 227 h 227"/>
                    <a:gd name="T2" fmla="*/ 0 w 182"/>
                    <a:gd name="T3" fmla="*/ 100 h 227"/>
                    <a:gd name="T4" fmla="*/ 36 w 182"/>
                    <a:gd name="T5" fmla="*/ 0 h 227"/>
                    <a:gd name="T6" fmla="*/ 182 w 182"/>
                    <a:gd name="T7" fmla="*/ 227 h 2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2"/>
                    <a:gd name="T13" fmla="*/ 0 h 227"/>
                    <a:gd name="T14" fmla="*/ 182 w 182"/>
                    <a:gd name="T15" fmla="*/ 227 h 2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2" h="227">
                      <a:moveTo>
                        <a:pt x="182" y="227"/>
                      </a:moveTo>
                      <a:lnTo>
                        <a:pt x="0" y="100"/>
                      </a:lnTo>
                      <a:lnTo>
                        <a:pt x="36" y="0"/>
                      </a:lnTo>
                      <a:lnTo>
                        <a:pt x="182" y="227"/>
                      </a:lnTo>
                      <a:close/>
                    </a:path>
                  </a:pathLst>
                </a:custGeom>
                <a:solidFill>
                  <a:srgbClr val="7D5E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1" name="Freeform 515"/>
                <p:cNvSpPr>
                  <a:spLocks/>
                </p:cNvSpPr>
                <p:nvPr/>
              </p:nvSpPr>
              <p:spPr bwMode="auto">
                <a:xfrm>
                  <a:off x="27" y="1097"/>
                  <a:ext cx="182" cy="227"/>
                </a:xfrm>
                <a:custGeom>
                  <a:avLst/>
                  <a:gdLst>
                    <a:gd name="T0" fmla="*/ 182 w 182"/>
                    <a:gd name="T1" fmla="*/ 227 h 227"/>
                    <a:gd name="T2" fmla="*/ 0 w 182"/>
                    <a:gd name="T3" fmla="*/ 100 h 227"/>
                    <a:gd name="T4" fmla="*/ 36 w 182"/>
                    <a:gd name="T5" fmla="*/ 0 h 227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227"/>
                    <a:gd name="T11" fmla="*/ 182 w 182"/>
                    <a:gd name="T12" fmla="*/ 227 h 2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227">
                      <a:moveTo>
                        <a:pt x="182" y="227"/>
                      </a:moveTo>
                      <a:lnTo>
                        <a:pt x="0" y="10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2" name="Freeform 516"/>
                <p:cNvSpPr>
                  <a:spLocks/>
                </p:cNvSpPr>
                <p:nvPr/>
              </p:nvSpPr>
              <p:spPr bwMode="auto">
                <a:xfrm>
                  <a:off x="145" y="390"/>
                  <a:ext cx="45" cy="154"/>
                </a:xfrm>
                <a:custGeom>
                  <a:avLst/>
                  <a:gdLst>
                    <a:gd name="T0" fmla="*/ 27 w 45"/>
                    <a:gd name="T1" fmla="*/ 0 h 154"/>
                    <a:gd name="T2" fmla="*/ 45 w 45"/>
                    <a:gd name="T3" fmla="*/ 91 h 154"/>
                    <a:gd name="T4" fmla="*/ 0 w 45"/>
                    <a:gd name="T5" fmla="*/ 154 h 154"/>
                    <a:gd name="T6" fmla="*/ 27 w 45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54"/>
                    <a:gd name="T14" fmla="*/ 45 w 45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54">
                      <a:moveTo>
                        <a:pt x="27" y="0"/>
                      </a:moveTo>
                      <a:lnTo>
                        <a:pt x="45" y="91"/>
                      </a:lnTo>
                      <a:lnTo>
                        <a:pt x="0" y="154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1E39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3" name="Freeform 517"/>
                <p:cNvSpPr>
                  <a:spLocks/>
                </p:cNvSpPr>
                <p:nvPr/>
              </p:nvSpPr>
              <p:spPr bwMode="auto">
                <a:xfrm>
                  <a:off x="145" y="390"/>
                  <a:ext cx="45" cy="154"/>
                </a:xfrm>
                <a:custGeom>
                  <a:avLst/>
                  <a:gdLst>
                    <a:gd name="T0" fmla="*/ 27 w 45"/>
                    <a:gd name="T1" fmla="*/ 0 h 154"/>
                    <a:gd name="T2" fmla="*/ 45 w 45"/>
                    <a:gd name="T3" fmla="*/ 91 h 154"/>
                    <a:gd name="T4" fmla="*/ 0 w 45"/>
                    <a:gd name="T5" fmla="*/ 154 h 154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54"/>
                    <a:gd name="T11" fmla="*/ 45 w 45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54">
                      <a:moveTo>
                        <a:pt x="27" y="0"/>
                      </a:moveTo>
                      <a:lnTo>
                        <a:pt x="45" y="91"/>
                      </a:lnTo>
                      <a:lnTo>
                        <a:pt x="0" y="1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4" name="Freeform 518"/>
                <p:cNvSpPr>
                  <a:spLocks/>
                </p:cNvSpPr>
                <p:nvPr/>
              </p:nvSpPr>
              <p:spPr bwMode="auto">
                <a:xfrm>
                  <a:off x="172" y="326"/>
                  <a:ext cx="37" cy="155"/>
                </a:xfrm>
                <a:custGeom>
                  <a:avLst/>
                  <a:gdLst>
                    <a:gd name="T0" fmla="*/ 18 w 37"/>
                    <a:gd name="T1" fmla="*/ 155 h 155"/>
                    <a:gd name="T2" fmla="*/ 0 w 37"/>
                    <a:gd name="T3" fmla="*/ 64 h 155"/>
                    <a:gd name="T4" fmla="*/ 37 w 37"/>
                    <a:gd name="T5" fmla="*/ 0 h 155"/>
                    <a:gd name="T6" fmla="*/ 18 w 37"/>
                    <a:gd name="T7" fmla="*/ 155 h 1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55"/>
                    <a:gd name="T14" fmla="*/ 37 w 37"/>
                    <a:gd name="T15" fmla="*/ 155 h 1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55">
                      <a:moveTo>
                        <a:pt x="18" y="155"/>
                      </a:moveTo>
                      <a:lnTo>
                        <a:pt x="0" y="64"/>
                      </a:lnTo>
                      <a:lnTo>
                        <a:pt x="37" y="0"/>
                      </a:lnTo>
                      <a:lnTo>
                        <a:pt x="18" y="155"/>
                      </a:lnTo>
                      <a:close/>
                    </a:path>
                  </a:pathLst>
                </a:custGeom>
                <a:solidFill>
                  <a:srgbClr val="2743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5" name="Freeform 519"/>
                <p:cNvSpPr>
                  <a:spLocks/>
                </p:cNvSpPr>
                <p:nvPr/>
              </p:nvSpPr>
              <p:spPr bwMode="auto">
                <a:xfrm>
                  <a:off x="172" y="326"/>
                  <a:ext cx="37" cy="155"/>
                </a:xfrm>
                <a:custGeom>
                  <a:avLst/>
                  <a:gdLst>
                    <a:gd name="T0" fmla="*/ 18 w 37"/>
                    <a:gd name="T1" fmla="*/ 155 h 155"/>
                    <a:gd name="T2" fmla="*/ 0 w 37"/>
                    <a:gd name="T3" fmla="*/ 64 h 155"/>
                    <a:gd name="T4" fmla="*/ 37 w 37"/>
                    <a:gd name="T5" fmla="*/ 0 h 155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55"/>
                    <a:gd name="T11" fmla="*/ 37 w 37"/>
                    <a:gd name="T12" fmla="*/ 155 h 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55">
                      <a:moveTo>
                        <a:pt x="18" y="155"/>
                      </a:moveTo>
                      <a:lnTo>
                        <a:pt x="0" y="64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6" name="Freeform 520"/>
                <p:cNvSpPr>
                  <a:spLocks/>
                </p:cNvSpPr>
                <p:nvPr/>
              </p:nvSpPr>
              <p:spPr bwMode="auto">
                <a:xfrm>
                  <a:off x="825" y="54"/>
                  <a:ext cx="55" cy="27"/>
                </a:xfrm>
                <a:custGeom>
                  <a:avLst/>
                  <a:gdLst>
                    <a:gd name="T0" fmla="*/ 0 w 55"/>
                    <a:gd name="T1" fmla="*/ 0 h 27"/>
                    <a:gd name="T2" fmla="*/ 55 w 55"/>
                    <a:gd name="T3" fmla="*/ 27 h 27"/>
                    <a:gd name="T4" fmla="*/ 18 w 55"/>
                    <a:gd name="T5" fmla="*/ 9 h 27"/>
                    <a:gd name="T6" fmla="*/ 0 w 55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27"/>
                    <a:gd name="T14" fmla="*/ 55 w 5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27">
                      <a:moveTo>
                        <a:pt x="0" y="0"/>
                      </a:moveTo>
                      <a:lnTo>
                        <a:pt x="55" y="27"/>
                      </a:lnTo>
                      <a:lnTo>
                        <a:pt x="18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8E0B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7" name="Freeform 521"/>
                <p:cNvSpPr>
                  <a:spLocks/>
                </p:cNvSpPr>
                <p:nvPr/>
              </p:nvSpPr>
              <p:spPr bwMode="auto">
                <a:xfrm>
                  <a:off x="825" y="54"/>
                  <a:ext cx="55" cy="27"/>
                </a:xfrm>
                <a:custGeom>
                  <a:avLst/>
                  <a:gdLst>
                    <a:gd name="T0" fmla="*/ 0 w 55"/>
                    <a:gd name="T1" fmla="*/ 0 h 27"/>
                    <a:gd name="T2" fmla="*/ 55 w 55"/>
                    <a:gd name="T3" fmla="*/ 27 h 27"/>
                    <a:gd name="T4" fmla="*/ 18 w 55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27"/>
                    <a:gd name="T11" fmla="*/ 55 w 5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27">
                      <a:moveTo>
                        <a:pt x="0" y="0"/>
                      </a:moveTo>
                      <a:lnTo>
                        <a:pt x="55" y="27"/>
                      </a:lnTo>
                      <a:lnTo>
                        <a:pt x="18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8" name="Freeform 522"/>
                <p:cNvSpPr>
                  <a:spLocks/>
                </p:cNvSpPr>
                <p:nvPr/>
              </p:nvSpPr>
              <p:spPr bwMode="auto">
                <a:xfrm>
                  <a:off x="798" y="36"/>
                  <a:ext cx="45" cy="27"/>
                </a:xfrm>
                <a:custGeom>
                  <a:avLst/>
                  <a:gdLst>
                    <a:gd name="T0" fmla="*/ 45 w 45"/>
                    <a:gd name="T1" fmla="*/ 27 h 27"/>
                    <a:gd name="T2" fmla="*/ 0 w 45"/>
                    <a:gd name="T3" fmla="*/ 0 h 27"/>
                    <a:gd name="T4" fmla="*/ 27 w 45"/>
                    <a:gd name="T5" fmla="*/ 18 h 27"/>
                    <a:gd name="T6" fmla="*/ 45 w 45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45" y="27"/>
                      </a:moveTo>
                      <a:lnTo>
                        <a:pt x="0" y="0"/>
                      </a:lnTo>
                      <a:lnTo>
                        <a:pt x="27" y="18"/>
                      </a:lnTo>
                      <a:lnTo>
                        <a:pt x="45" y="27"/>
                      </a:lnTo>
                      <a:close/>
                    </a:path>
                  </a:pathLst>
                </a:custGeom>
                <a:solidFill>
                  <a:srgbClr val="78E0B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19" name="Freeform 523"/>
                <p:cNvSpPr>
                  <a:spLocks/>
                </p:cNvSpPr>
                <p:nvPr/>
              </p:nvSpPr>
              <p:spPr bwMode="auto">
                <a:xfrm>
                  <a:off x="798" y="36"/>
                  <a:ext cx="45" cy="27"/>
                </a:xfrm>
                <a:custGeom>
                  <a:avLst/>
                  <a:gdLst>
                    <a:gd name="T0" fmla="*/ 45 w 45"/>
                    <a:gd name="T1" fmla="*/ 27 h 27"/>
                    <a:gd name="T2" fmla="*/ 0 w 45"/>
                    <a:gd name="T3" fmla="*/ 0 h 27"/>
                    <a:gd name="T4" fmla="*/ 27 w 45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45" y="27"/>
                      </a:moveTo>
                      <a:lnTo>
                        <a:pt x="0" y="0"/>
                      </a:lnTo>
                      <a:lnTo>
                        <a:pt x="27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0" name="Freeform 524"/>
                <p:cNvSpPr>
                  <a:spLocks/>
                </p:cNvSpPr>
                <p:nvPr/>
              </p:nvSpPr>
              <p:spPr bwMode="auto">
                <a:xfrm>
                  <a:off x="599" y="0"/>
                  <a:ext cx="72" cy="9"/>
                </a:xfrm>
                <a:custGeom>
                  <a:avLst/>
                  <a:gdLst>
                    <a:gd name="T0" fmla="*/ 0 w 72"/>
                    <a:gd name="T1" fmla="*/ 9 h 9"/>
                    <a:gd name="T2" fmla="*/ 72 w 72"/>
                    <a:gd name="T3" fmla="*/ 9 h 9"/>
                    <a:gd name="T4" fmla="*/ 63 w 72"/>
                    <a:gd name="T5" fmla="*/ 0 h 9"/>
                    <a:gd name="T6" fmla="*/ 0 w 72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9"/>
                    <a:gd name="T14" fmla="*/ 72 w 72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9">
                      <a:moveTo>
                        <a:pt x="0" y="9"/>
                      </a:moveTo>
                      <a:lnTo>
                        <a:pt x="72" y="9"/>
                      </a:lnTo>
                      <a:lnTo>
                        <a:pt x="63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2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1" name="Freeform 525"/>
                <p:cNvSpPr>
                  <a:spLocks/>
                </p:cNvSpPr>
                <p:nvPr/>
              </p:nvSpPr>
              <p:spPr bwMode="auto">
                <a:xfrm>
                  <a:off x="599" y="0"/>
                  <a:ext cx="72" cy="9"/>
                </a:xfrm>
                <a:custGeom>
                  <a:avLst/>
                  <a:gdLst>
                    <a:gd name="T0" fmla="*/ 0 w 72"/>
                    <a:gd name="T1" fmla="*/ 9 h 9"/>
                    <a:gd name="T2" fmla="*/ 72 w 72"/>
                    <a:gd name="T3" fmla="*/ 9 h 9"/>
                    <a:gd name="T4" fmla="*/ 63 w 72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9"/>
                    <a:gd name="T11" fmla="*/ 72 w 72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9">
                      <a:moveTo>
                        <a:pt x="0" y="9"/>
                      </a:moveTo>
                      <a:lnTo>
                        <a:pt x="72" y="9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2" name="Freeform 526"/>
                <p:cNvSpPr>
                  <a:spLocks/>
                </p:cNvSpPr>
                <p:nvPr/>
              </p:nvSpPr>
              <p:spPr bwMode="auto">
                <a:xfrm>
                  <a:off x="671" y="9"/>
                  <a:ext cx="64" cy="9"/>
                </a:xfrm>
                <a:custGeom>
                  <a:avLst/>
                  <a:gdLst>
                    <a:gd name="T0" fmla="*/ 0 w 64"/>
                    <a:gd name="T1" fmla="*/ 0 h 9"/>
                    <a:gd name="T2" fmla="*/ 64 w 64"/>
                    <a:gd name="T3" fmla="*/ 9 h 9"/>
                    <a:gd name="T4" fmla="*/ 45 w 64"/>
                    <a:gd name="T5" fmla="*/ 0 h 9"/>
                    <a:gd name="T6" fmla="*/ 0 w 64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"/>
                    <a:gd name="T14" fmla="*/ 64 w 6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">
                      <a:moveTo>
                        <a:pt x="0" y="0"/>
                      </a:moveTo>
                      <a:lnTo>
                        <a:pt x="64" y="9"/>
                      </a:lnTo>
                      <a:lnTo>
                        <a:pt x="4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3" name="Freeform 527"/>
                <p:cNvSpPr>
                  <a:spLocks/>
                </p:cNvSpPr>
                <p:nvPr/>
              </p:nvSpPr>
              <p:spPr bwMode="auto">
                <a:xfrm>
                  <a:off x="671" y="9"/>
                  <a:ext cx="64" cy="9"/>
                </a:xfrm>
                <a:custGeom>
                  <a:avLst/>
                  <a:gdLst>
                    <a:gd name="T0" fmla="*/ 0 w 64"/>
                    <a:gd name="T1" fmla="*/ 0 h 9"/>
                    <a:gd name="T2" fmla="*/ 64 w 64"/>
                    <a:gd name="T3" fmla="*/ 9 h 9"/>
                    <a:gd name="T4" fmla="*/ 45 w 64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"/>
                    <a:gd name="T11" fmla="*/ 64 w 6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">
                      <a:moveTo>
                        <a:pt x="0" y="0"/>
                      </a:moveTo>
                      <a:lnTo>
                        <a:pt x="64" y="9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4" name="Freeform 528"/>
                <p:cNvSpPr>
                  <a:spLocks/>
                </p:cNvSpPr>
                <p:nvPr/>
              </p:nvSpPr>
              <p:spPr bwMode="auto">
                <a:xfrm>
                  <a:off x="662" y="0"/>
                  <a:ext cx="54" cy="9"/>
                </a:xfrm>
                <a:custGeom>
                  <a:avLst/>
                  <a:gdLst>
                    <a:gd name="T0" fmla="*/ 54 w 54"/>
                    <a:gd name="T1" fmla="*/ 9 h 9"/>
                    <a:gd name="T2" fmla="*/ 0 w 54"/>
                    <a:gd name="T3" fmla="*/ 0 h 9"/>
                    <a:gd name="T4" fmla="*/ 9 w 54"/>
                    <a:gd name="T5" fmla="*/ 9 h 9"/>
                    <a:gd name="T6" fmla="*/ 54 w 54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9"/>
                    <a:gd name="T14" fmla="*/ 54 w 5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9">
                      <a:moveTo>
                        <a:pt x="54" y="9"/>
                      </a:moveTo>
                      <a:lnTo>
                        <a:pt x="0" y="0"/>
                      </a:lnTo>
                      <a:lnTo>
                        <a:pt x="9" y="9"/>
                      </a:lnTo>
                      <a:lnTo>
                        <a:pt x="54" y="9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5" name="Freeform 529"/>
                <p:cNvSpPr>
                  <a:spLocks/>
                </p:cNvSpPr>
                <p:nvPr/>
              </p:nvSpPr>
              <p:spPr bwMode="auto">
                <a:xfrm>
                  <a:off x="662" y="0"/>
                  <a:ext cx="54" cy="9"/>
                </a:xfrm>
                <a:custGeom>
                  <a:avLst/>
                  <a:gdLst>
                    <a:gd name="T0" fmla="*/ 54 w 54"/>
                    <a:gd name="T1" fmla="*/ 9 h 9"/>
                    <a:gd name="T2" fmla="*/ 0 w 54"/>
                    <a:gd name="T3" fmla="*/ 0 h 9"/>
                    <a:gd name="T4" fmla="*/ 9 w 54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9"/>
                    <a:gd name="T11" fmla="*/ 54 w 5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9">
                      <a:moveTo>
                        <a:pt x="54" y="9"/>
                      </a:moveTo>
                      <a:lnTo>
                        <a:pt x="0" y="0"/>
                      </a:lnTo>
                      <a:lnTo>
                        <a:pt x="9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6" name="Freeform 530"/>
                <p:cNvSpPr>
                  <a:spLocks/>
                </p:cNvSpPr>
                <p:nvPr/>
              </p:nvSpPr>
              <p:spPr bwMode="auto">
                <a:xfrm>
                  <a:off x="1106" y="934"/>
                  <a:ext cx="155" cy="118"/>
                </a:xfrm>
                <a:custGeom>
                  <a:avLst/>
                  <a:gdLst>
                    <a:gd name="T0" fmla="*/ 155 w 155"/>
                    <a:gd name="T1" fmla="*/ 0 h 118"/>
                    <a:gd name="T2" fmla="*/ 28 w 155"/>
                    <a:gd name="T3" fmla="*/ 118 h 118"/>
                    <a:gd name="T4" fmla="*/ 0 w 155"/>
                    <a:gd name="T5" fmla="*/ 18 h 118"/>
                    <a:gd name="T6" fmla="*/ 155 w 155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5"/>
                    <a:gd name="T13" fmla="*/ 0 h 118"/>
                    <a:gd name="T14" fmla="*/ 155 w 155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" h="118">
                      <a:moveTo>
                        <a:pt x="155" y="0"/>
                      </a:moveTo>
                      <a:lnTo>
                        <a:pt x="28" y="118"/>
                      </a:lnTo>
                      <a:lnTo>
                        <a:pt x="0" y="18"/>
                      </a:lnTo>
                      <a:lnTo>
                        <a:pt x="155" y="0"/>
                      </a:lnTo>
                      <a:close/>
                    </a:path>
                  </a:pathLst>
                </a:custGeom>
                <a:solidFill>
                  <a:srgbClr val="E7BB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7" name="Freeform 531"/>
                <p:cNvSpPr>
                  <a:spLocks/>
                </p:cNvSpPr>
                <p:nvPr/>
              </p:nvSpPr>
              <p:spPr bwMode="auto">
                <a:xfrm>
                  <a:off x="1106" y="934"/>
                  <a:ext cx="155" cy="118"/>
                </a:xfrm>
                <a:custGeom>
                  <a:avLst/>
                  <a:gdLst>
                    <a:gd name="T0" fmla="*/ 155 w 155"/>
                    <a:gd name="T1" fmla="*/ 0 h 118"/>
                    <a:gd name="T2" fmla="*/ 28 w 155"/>
                    <a:gd name="T3" fmla="*/ 118 h 118"/>
                    <a:gd name="T4" fmla="*/ 0 w 155"/>
                    <a:gd name="T5" fmla="*/ 18 h 118"/>
                    <a:gd name="T6" fmla="*/ 0 60000 65536"/>
                    <a:gd name="T7" fmla="*/ 0 60000 65536"/>
                    <a:gd name="T8" fmla="*/ 0 60000 65536"/>
                    <a:gd name="T9" fmla="*/ 0 w 155"/>
                    <a:gd name="T10" fmla="*/ 0 h 118"/>
                    <a:gd name="T11" fmla="*/ 155 w 155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" h="118">
                      <a:moveTo>
                        <a:pt x="155" y="0"/>
                      </a:moveTo>
                      <a:lnTo>
                        <a:pt x="28" y="118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8" name="Freeform 532"/>
                <p:cNvSpPr>
                  <a:spLocks/>
                </p:cNvSpPr>
                <p:nvPr/>
              </p:nvSpPr>
              <p:spPr bwMode="auto">
                <a:xfrm>
                  <a:off x="1106" y="843"/>
                  <a:ext cx="155" cy="109"/>
                </a:xfrm>
                <a:custGeom>
                  <a:avLst/>
                  <a:gdLst>
                    <a:gd name="T0" fmla="*/ 0 w 155"/>
                    <a:gd name="T1" fmla="*/ 109 h 109"/>
                    <a:gd name="T2" fmla="*/ 118 w 155"/>
                    <a:gd name="T3" fmla="*/ 0 h 109"/>
                    <a:gd name="T4" fmla="*/ 155 w 155"/>
                    <a:gd name="T5" fmla="*/ 91 h 109"/>
                    <a:gd name="T6" fmla="*/ 0 w 155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5"/>
                    <a:gd name="T13" fmla="*/ 0 h 109"/>
                    <a:gd name="T14" fmla="*/ 155 w 15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" h="109">
                      <a:moveTo>
                        <a:pt x="0" y="109"/>
                      </a:moveTo>
                      <a:lnTo>
                        <a:pt x="118" y="0"/>
                      </a:lnTo>
                      <a:lnTo>
                        <a:pt x="155" y="91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E7BB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29" name="Freeform 533"/>
                <p:cNvSpPr>
                  <a:spLocks/>
                </p:cNvSpPr>
                <p:nvPr/>
              </p:nvSpPr>
              <p:spPr bwMode="auto">
                <a:xfrm>
                  <a:off x="1106" y="843"/>
                  <a:ext cx="155" cy="109"/>
                </a:xfrm>
                <a:custGeom>
                  <a:avLst/>
                  <a:gdLst>
                    <a:gd name="T0" fmla="*/ 0 w 155"/>
                    <a:gd name="T1" fmla="*/ 109 h 109"/>
                    <a:gd name="T2" fmla="*/ 118 w 155"/>
                    <a:gd name="T3" fmla="*/ 0 h 109"/>
                    <a:gd name="T4" fmla="*/ 155 w 155"/>
                    <a:gd name="T5" fmla="*/ 91 h 109"/>
                    <a:gd name="T6" fmla="*/ 0 60000 65536"/>
                    <a:gd name="T7" fmla="*/ 0 60000 65536"/>
                    <a:gd name="T8" fmla="*/ 0 60000 65536"/>
                    <a:gd name="T9" fmla="*/ 0 w 155"/>
                    <a:gd name="T10" fmla="*/ 0 h 109"/>
                    <a:gd name="T11" fmla="*/ 155 w 15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" h="109">
                      <a:moveTo>
                        <a:pt x="0" y="109"/>
                      </a:moveTo>
                      <a:lnTo>
                        <a:pt x="118" y="0"/>
                      </a:lnTo>
                      <a:lnTo>
                        <a:pt x="155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0" name="Freeform 534"/>
                <p:cNvSpPr>
                  <a:spLocks/>
                </p:cNvSpPr>
                <p:nvPr/>
              </p:nvSpPr>
              <p:spPr bwMode="auto">
                <a:xfrm>
                  <a:off x="526" y="9"/>
                  <a:ext cx="82" cy="18"/>
                </a:xfrm>
                <a:custGeom>
                  <a:avLst/>
                  <a:gdLst>
                    <a:gd name="T0" fmla="*/ 0 w 82"/>
                    <a:gd name="T1" fmla="*/ 18 h 18"/>
                    <a:gd name="T2" fmla="*/ 73 w 82"/>
                    <a:gd name="T3" fmla="*/ 0 h 18"/>
                    <a:gd name="T4" fmla="*/ 82 w 82"/>
                    <a:gd name="T5" fmla="*/ 0 h 18"/>
                    <a:gd name="T6" fmla="*/ 0 w 82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8"/>
                    <a:gd name="T14" fmla="*/ 82 w 8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8">
                      <a:moveTo>
                        <a:pt x="0" y="18"/>
                      </a:moveTo>
                      <a:lnTo>
                        <a:pt x="73" y="0"/>
                      </a:lnTo>
                      <a:lnTo>
                        <a:pt x="8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33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1" name="Freeform 535"/>
                <p:cNvSpPr>
                  <a:spLocks/>
                </p:cNvSpPr>
                <p:nvPr/>
              </p:nvSpPr>
              <p:spPr bwMode="auto">
                <a:xfrm>
                  <a:off x="526" y="9"/>
                  <a:ext cx="82" cy="18"/>
                </a:xfrm>
                <a:custGeom>
                  <a:avLst/>
                  <a:gdLst>
                    <a:gd name="T0" fmla="*/ 0 w 82"/>
                    <a:gd name="T1" fmla="*/ 18 h 18"/>
                    <a:gd name="T2" fmla="*/ 73 w 82"/>
                    <a:gd name="T3" fmla="*/ 0 h 18"/>
                    <a:gd name="T4" fmla="*/ 82 w 82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8"/>
                    <a:gd name="T11" fmla="*/ 82 w 82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8">
                      <a:moveTo>
                        <a:pt x="0" y="18"/>
                      </a:moveTo>
                      <a:lnTo>
                        <a:pt x="73" y="0"/>
                      </a:lnTo>
                      <a:lnTo>
                        <a:pt x="8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2" name="Freeform 536"/>
                <p:cNvSpPr>
                  <a:spLocks/>
                </p:cNvSpPr>
                <p:nvPr/>
              </p:nvSpPr>
              <p:spPr bwMode="auto">
                <a:xfrm>
                  <a:off x="599" y="0"/>
                  <a:ext cx="63" cy="9"/>
                </a:xfrm>
                <a:custGeom>
                  <a:avLst/>
                  <a:gdLst>
                    <a:gd name="T0" fmla="*/ 63 w 63"/>
                    <a:gd name="T1" fmla="*/ 0 h 9"/>
                    <a:gd name="T2" fmla="*/ 9 w 63"/>
                    <a:gd name="T3" fmla="*/ 9 h 9"/>
                    <a:gd name="T4" fmla="*/ 0 w 63"/>
                    <a:gd name="T5" fmla="*/ 9 h 9"/>
                    <a:gd name="T6" fmla="*/ 63 w 63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9"/>
                    <a:gd name="T14" fmla="*/ 63 w 63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9">
                      <a:moveTo>
                        <a:pt x="63" y="0"/>
                      </a:moveTo>
                      <a:lnTo>
                        <a:pt x="9" y="9"/>
                      </a:lnTo>
                      <a:lnTo>
                        <a:pt x="0" y="9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29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3" name="Freeform 537"/>
                <p:cNvSpPr>
                  <a:spLocks/>
                </p:cNvSpPr>
                <p:nvPr/>
              </p:nvSpPr>
              <p:spPr bwMode="auto">
                <a:xfrm>
                  <a:off x="599" y="0"/>
                  <a:ext cx="63" cy="9"/>
                </a:xfrm>
                <a:custGeom>
                  <a:avLst/>
                  <a:gdLst>
                    <a:gd name="T0" fmla="*/ 63 w 63"/>
                    <a:gd name="T1" fmla="*/ 0 h 9"/>
                    <a:gd name="T2" fmla="*/ 9 w 63"/>
                    <a:gd name="T3" fmla="*/ 9 h 9"/>
                    <a:gd name="T4" fmla="*/ 0 w 63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9"/>
                    <a:gd name="T11" fmla="*/ 63 w 63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9">
                      <a:moveTo>
                        <a:pt x="63" y="0"/>
                      </a:moveTo>
                      <a:lnTo>
                        <a:pt x="9" y="9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4" name="Freeform 538"/>
                <p:cNvSpPr>
                  <a:spLocks/>
                </p:cNvSpPr>
                <p:nvPr/>
              </p:nvSpPr>
              <p:spPr bwMode="auto">
                <a:xfrm>
                  <a:off x="73" y="698"/>
                  <a:ext cx="81" cy="209"/>
                </a:xfrm>
                <a:custGeom>
                  <a:avLst/>
                  <a:gdLst>
                    <a:gd name="T0" fmla="*/ 0 w 81"/>
                    <a:gd name="T1" fmla="*/ 0 h 209"/>
                    <a:gd name="T2" fmla="*/ 81 w 81"/>
                    <a:gd name="T3" fmla="*/ 109 h 209"/>
                    <a:gd name="T4" fmla="*/ 45 w 81"/>
                    <a:gd name="T5" fmla="*/ 209 h 209"/>
                    <a:gd name="T6" fmla="*/ 0 w 81"/>
                    <a:gd name="T7" fmla="*/ 0 h 2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209"/>
                    <a:gd name="T14" fmla="*/ 81 w 81"/>
                    <a:gd name="T15" fmla="*/ 209 h 2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209">
                      <a:moveTo>
                        <a:pt x="0" y="0"/>
                      </a:moveTo>
                      <a:lnTo>
                        <a:pt x="81" y="109"/>
                      </a:lnTo>
                      <a:lnTo>
                        <a:pt x="45" y="20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74D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5" name="Freeform 539"/>
                <p:cNvSpPr>
                  <a:spLocks/>
                </p:cNvSpPr>
                <p:nvPr/>
              </p:nvSpPr>
              <p:spPr bwMode="auto">
                <a:xfrm>
                  <a:off x="73" y="698"/>
                  <a:ext cx="81" cy="209"/>
                </a:xfrm>
                <a:custGeom>
                  <a:avLst/>
                  <a:gdLst>
                    <a:gd name="T0" fmla="*/ 0 w 81"/>
                    <a:gd name="T1" fmla="*/ 0 h 209"/>
                    <a:gd name="T2" fmla="*/ 81 w 81"/>
                    <a:gd name="T3" fmla="*/ 109 h 209"/>
                    <a:gd name="T4" fmla="*/ 45 w 81"/>
                    <a:gd name="T5" fmla="*/ 209 h 209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209"/>
                    <a:gd name="T11" fmla="*/ 81 w 81"/>
                    <a:gd name="T12" fmla="*/ 209 h 2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209">
                      <a:moveTo>
                        <a:pt x="0" y="0"/>
                      </a:moveTo>
                      <a:lnTo>
                        <a:pt x="81" y="109"/>
                      </a:lnTo>
                      <a:lnTo>
                        <a:pt x="45" y="2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6" name="Freeform 540"/>
                <p:cNvSpPr>
                  <a:spLocks/>
                </p:cNvSpPr>
                <p:nvPr/>
              </p:nvSpPr>
              <p:spPr bwMode="auto">
                <a:xfrm>
                  <a:off x="73" y="617"/>
                  <a:ext cx="81" cy="190"/>
                </a:xfrm>
                <a:custGeom>
                  <a:avLst/>
                  <a:gdLst>
                    <a:gd name="T0" fmla="*/ 81 w 81"/>
                    <a:gd name="T1" fmla="*/ 190 h 190"/>
                    <a:gd name="T2" fmla="*/ 0 w 81"/>
                    <a:gd name="T3" fmla="*/ 81 h 190"/>
                    <a:gd name="T4" fmla="*/ 36 w 81"/>
                    <a:gd name="T5" fmla="*/ 0 h 190"/>
                    <a:gd name="T6" fmla="*/ 81 w 81"/>
                    <a:gd name="T7" fmla="*/ 190 h 1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90"/>
                    <a:gd name="T14" fmla="*/ 81 w 81"/>
                    <a:gd name="T15" fmla="*/ 190 h 1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90">
                      <a:moveTo>
                        <a:pt x="81" y="190"/>
                      </a:moveTo>
                      <a:lnTo>
                        <a:pt x="0" y="81"/>
                      </a:lnTo>
                      <a:lnTo>
                        <a:pt x="36" y="0"/>
                      </a:lnTo>
                      <a:lnTo>
                        <a:pt x="81" y="190"/>
                      </a:lnTo>
                      <a:close/>
                    </a:path>
                  </a:pathLst>
                </a:custGeom>
                <a:solidFill>
                  <a:srgbClr val="5A51A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7" name="Freeform 541"/>
                <p:cNvSpPr>
                  <a:spLocks/>
                </p:cNvSpPr>
                <p:nvPr/>
              </p:nvSpPr>
              <p:spPr bwMode="auto">
                <a:xfrm>
                  <a:off x="73" y="617"/>
                  <a:ext cx="81" cy="190"/>
                </a:xfrm>
                <a:custGeom>
                  <a:avLst/>
                  <a:gdLst>
                    <a:gd name="T0" fmla="*/ 81 w 81"/>
                    <a:gd name="T1" fmla="*/ 190 h 190"/>
                    <a:gd name="T2" fmla="*/ 0 w 81"/>
                    <a:gd name="T3" fmla="*/ 81 h 190"/>
                    <a:gd name="T4" fmla="*/ 36 w 81"/>
                    <a:gd name="T5" fmla="*/ 0 h 190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90"/>
                    <a:gd name="T11" fmla="*/ 81 w 81"/>
                    <a:gd name="T12" fmla="*/ 190 h 1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90">
                      <a:moveTo>
                        <a:pt x="81" y="190"/>
                      </a:moveTo>
                      <a:lnTo>
                        <a:pt x="0" y="81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8" name="Freeform 542"/>
                <p:cNvSpPr>
                  <a:spLocks/>
                </p:cNvSpPr>
                <p:nvPr/>
              </p:nvSpPr>
              <p:spPr bwMode="auto">
                <a:xfrm>
                  <a:off x="254" y="172"/>
                  <a:ext cx="63" cy="109"/>
                </a:xfrm>
                <a:custGeom>
                  <a:avLst/>
                  <a:gdLst>
                    <a:gd name="T0" fmla="*/ 63 w 63"/>
                    <a:gd name="T1" fmla="*/ 0 h 109"/>
                    <a:gd name="T2" fmla="*/ 36 w 63"/>
                    <a:gd name="T3" fmla="*/ 64 h 109"/>
                    <a:gd name="T4" fmla="*/ 0 w 63"/>
                    <a:gd name="T5" fmla="*/ 109 h 109"/>
                    <a:gd name="T6" fmla="*/ 63 w 63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09"/>
                    <a:gd name="T14" fmla="*/ 63 w 63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09">
                      <a:moveTo>
                        <a:pt x="63" y="0"/>
                      </a:moveTo>
                      <a:lnTo>
                        <a:pt x="36" y="64"/>
                      </a:lnTo>
                      <a:lnTo>
                        <a:pt x="0" y="109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0031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39" name="Freeform 543"/>
                <p:cNvSpPr>
                  <a:spLocks/>
                </p:cNvSpPr>
                <p:nvPr/>
              </p:nvSpPr>
              <p:spPr bwMode="auto">
                <a:xfrm>
                  <a:off x="254" y="172"/>
                  <a:ext cx="63" cy="109"/>
                </a:xfrm>
                <a:custGeom>
                  <a:avLst/>
                  <a:gdLst>
                    <a:gd name="T0" fmla="*/ 63 w 63"/>
                    <a:gd name="T1" fmla="*/ 0 h 109"/>
                    <a:gd name="T2" fmla="*/ 36 w 63"/>
                    <a:gd name="T3" fmla="*/ 64 h 109"/>
                    <a:gd name="T4" fmla="*/ 0 w 63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09"/>
                    <a:gd name="T11" fmla="*/ 63 w 63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09">
                      <a:moveTo>
                        <a:pt x="63" y="0"/>
                      </a:moveTo>
                      <a:lnTo>
                        <a:pt x="36" y="64"/>
                      </a:lnTo>
                      <a:lnTo>
                        <a:pt x="0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0" name="Freeform 544"/>
                <p:cNvSpPr>
                  <a:spLocks/>
                </p:cNvSpPr>
                <p:nvPr/>
              </p:nvSpPr>
              <p:spPr bwMode="auto">
                <a:xfrm>
                  <a:off x="290" y="136"/>
                  <a:ext cx="64" cy="100"/>
                </a:xfrm>
                <a:custGeom>
                  <a:avLst/>
                  <a:gdLst>
                    <a:gd name="T0" fmla="*/ 0 w 64"/>
                    <a:gd name="T1" fmla="*/ 100 h 100"/>
                    <a:gd name="T2" fmla="*/ 27 w 64"/>
                    <a:gd name="T3" fmla="*/ 36 h 100"/>
                    <a:gd name="T4" fmla="*/ 64 w 64"/>
                    <a:gd name="T5" fmla="*/ 0 h 100"/>
                    <a:gd name="T6" fmla="*/ 0 w 64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100"/>
                    <a:gd name="T14" fmla="*/ 64 w 64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100">
                      <a:moveTo>
                        <a:pt x="0" y="100"/>
                      </a:moveTo>
                      <a:lnTo>
                        <a:pt x="27" y="36"/>
                      </a:lnTo>
                      <a:lnTo>
                        <a:pt x="64" y="0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0046C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1" name="Freeform 545"/>
                <p:cNvSpPr>
                  <a:spLocks/>
                </p:cNvSpPr>
                <p:nvPr/>
              </p:nvSpPr>
              <p:spPr bwMode="auto">
                <a:xfrm>
                  <a:off x="290" y="136"/>
                  <a:ext cx="64" cy="100"/>
                </a:xfrm>
                <a:custGeom>
                  <a:avLst/>
                  <a:gdLst>
                    <a:gd name="T0" fmla="*/ 0 w 64"/>
                    <a:gd name="T1" fmla="*/ 100 h 100"/>
                    <a:gd name="T2" fmla="*/ 27 w 64"/>
                    <a:gd name="T3" fmla="*/ 36 h 100"/>
                    <a:gd name="T4" fmla="*/ 64 w 64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100"/>
                    <a:gd name="T11" fmla="*/ 64 w 64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100">
                      <a:moveTo>
                        <a:pt x="0" y="100"/>
                      </a:moveTo>
                      <a:lnTo>
                        <a:pt x="27" y="36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2" name="Freeform 546"/>
                <p:cNvSpPr>
                  <a:spLocks/>
                </p:cNvSpPr>
                <p:nvPr/>
              </p:nvSpPr>
              <p:spPr bwMode="auto">
                <a:xfrm>
                  <a:off x="916" y="109"/>
                  <a:ext cx="36" cy="54"/>
                </a:xfrm>
                <a:custGeom>
                  <a:avLst/>
                  <a:gdLst>
                    <a:gd name="T0" fmla="*/ 0 w 36"/>
                    <a:gd name="T1" fmla="*/ 0 h 54"/>
                    <a:gd name="T2" fmla="*/ 36 w 36"/>
                    <a:gd name="T3" fmla="*/ 54 h 54"/>
                    <a:gd name="T4" fmla="*/ 0 w 36"/>
                    <a:gd name="T5" fmla="*/ 18 h 54"/>
                    <a:gd name="T6" fmla="*/ 0 w 36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4"/>
                    <a:gd name="T14" fmla="*/ 36 w 3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4">
                      <a:moveTo>
                        <a:pt x="0" y="0"/>
                      </a:moveTo>
                      <a:lnTo>
                        <a:pt x="36" y="54"/>
                      </a:lnTo>
                      <a:lnTo>
                        <a:pt x="0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1FD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3" name="Freeform 547"/>
                <p:cNvSpPr>
                  <a:spLocks/>
                </p:cNvSpPr>
                <p:nvPr/>
              </p:nvSpPr>
              <p:spPr bwMode="auto">
                <a:xfrm>
                  <a:off x="916" y="109"/>
                  <a:ext cx="36" cy="54"/>
                </a:xfrm>
                <a:custGeom>
                  <a:avLst/>
                  <a:gdLst>
                    <a:gd name="T0" fmla="*/ 0 w 36"/>
                    <a:gd name="T1" fmla="*/ 0 h 54"/>
                    <a:gd name="T2" fmla="*/ 36 w 36"/>
                    <a:gd name="T3" fmla="*/ 54 h 54"/>
                    <a:gd name="T4" fmla="*/ 0 w 36"/>
                    <a:gd name="T5" fmla="*/ 18 h 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4"/>
                    <a:gd name="T11" fmla="*/ 36 w 3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4">
                      <a:moveTo>
                        <a:pt x="0" y="0"/>
                      </a:moveTo>
                      <a:lnTo>
                        <a:pt x="36" y="54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4" name="Freeform 548"/>
                <p:cNvSpPr>
                  <a:spLocks/>
                </p:cNvSpPr>
                <p:nvPr/>
              </p:nvSpPr>
              <p:spPr bwMode="auto">
                <a:xfrm>
                  <a:off x="880" y="81"/>
                  <a:ext cx="36" cy="46"/>
                </a:xfrm>
                <a:custGeom>
                  <a:avLst/>
                  <a:gdLst>
                    <a:gd name="T0" fmla="*/ 36 w 36"/>
                    <a:gd name="T1" fmla="*/ 46 h 46"/>
                    <a:gd name="T2" fmla="*/ 0 w 36"/>
                    <a:gd name="T3" fmla="*/ 0 h 46"/>
                    <a:gd name="T4" fmla="*/ 36 w 36"/>
                    <a:gd name="T5" fmla="*/ 28 h 46"/>
                    <a:gd name="T6" fmla="*/ 36 w 36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6"/>
                    <a:gd name="T14" fmla="*/ 36 w 36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6">
                      <a:moveTo>
                        <a:pt x="36" y="46"/>
                      </a:moveTo>
                      <a:lnTo>
                        <a:pt x="0" y="0"/>
                      </a:lnTo>
                      <a:lnTo>
                        <a:pt x="36" y="28"/>
                      </a:lnTo>
                      <a:lnTo>
                        <a:pt x="36" y="46"/>
                      </a:lnTo>
                      <a:close/>
                    </a:path>
                  </a:pathLst>
                </a:custGeom>
                <a:solidFill>
                  <a:srgbClr val="C1FD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5" name="Freeform 549"/>
                <p:cNvSpPr>
                  <a:spLocks/>
                </p:cNvSpPr>
                <p:nvPr/>
              </p:nvSpPr>
              <p:spPr bwMode="auto">
                <a:xfrm>
                  <a:off x="880" y="81"/>
                  <a:ext cx="36" cy="46"/>
                </a:xfrm>
                <a:custGeom>
                  <a:avLst/>
                  <a:gdLst>
                    <a:gd name="T0" fmla="*/ 36 w 36"/>
                    <a:gd name="T1" fmla="*/ 46 h 46"/>
                    <a:gd name="T2" fmla="*/ 0 w 36"/>
                    <a:gd name="T3" fmla="*/ 0 h 46"/>
                    <a:gd name="T4" fmla="*/ 36 w 36"/>
                    <a:gd name="T5" fmla="*/ 28 h 4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46"/>
                    <a:gd name="T11" fmla="*/ 36 w 36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46">
                      <a:moveTo>
                        <a:pt x="36" y="46"/>
                      </a:moveTo>
                      <a:lnTo>
                        <a:pt x="0" y="0"/>
                      </a:lnTo>
                      <a:lnTo>
                        <a:pt x="36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6" name="Freeform 550"/>
                <p:cNvSpPr>
                  <a:spLocks/>
                </p:cNvSpPr>
                <p:nvPr/>
              </p:nvSpPr>
              <p:spPr bwMode="auto">
                <a:xfrm>
                  <a:off x="735" y="18"/>
                  <a:ext cx="63" cy="18"/>
                </a:xfrm>
                <a:custGeom>
                  <a:avLst/>
                  <a:gdLst>
                    <a:gd name="T0" fmla="*/ 0 w 63"/>
                    <a:gd name="T1" fmla="*/ 0 h 18"/>
                    <a:gd name="T2" fmla="*/ 63 w 63"/>
                    <a:gd name="T3" fmla="*/ 18 h 18"/>
                    <a:gd name="T4" fmla="*/ 36 w 63"/>
                    <a:gd name="T5" fmla="*/ 9 h 18"/>
                    <a:gd name="T6" fmla="*/ 0 w 63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8"/>
                    <a:gd name="T14" fmla="*/ 63 w 63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8">
                      <a:moveTo>
                        <a:pt x="0" y="0"/>
                      </a:moveTo>
                      <a:lnTo>
                        <a:pt x="63" y="18"/>
                      </a:lnTo>
                      <a:lnTo>
                        <a:pt x="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C2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7" name="Freeform 551"/>
                <p:cNvSpPr>
                  <a:spLocks/>
                </p:cNvSpPr>
                <p:nvPr/>
              </p:nvSpPr>
              <p:spPr bwMode="auto">
                <a:xfrm>
                  <a:off x="735" y="18"/>
                  <a:ext cx="63" cy="18"/>
                </a:xfrm>
                <a:custGeom>
                  <a:avLst/>
                  <a:gdLst>
                    <a:gd name="T0" fmla="*/ 0 w 63"/>
                    <a:gd name="T1" fmla="*/ 0 h 18"/>
                    <a:gd name="T2" fmla="*/ 63 w 63"/>
                    <a:gd name="T3" fmla="*/ 18 h 18"/>
                    <a:gd name="T4" fmla="*/ 36 w 63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8"/>
                    <a:gd name="T11" fmla="*/ 63 w 63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8">
                      <a:moveTo>
                        <a:pt x="0" y="0"/>
                      </a:moveTo>
                      <a:lnTo>
                        <a:pt x="63" y="18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8" name="Freeform 552"/>
                <p:cNvSpPr>
                  <a:spLocks/>
                </p:cNvSpPr>
                <p:nvPr/>
              </p:nvSpPr>
              <p:spPr bwMode="auto">
                <a:xfrm>
                  <a:off x="716" y="9"/>
                  <a:ext cx="55" cy="18"/>
                </a:xfrm>
                <a:custGeom>
                  <a:avLst/>
                  <a:gdLst>
                    <a:gd name="T0" fmla="*/ 55 w 55"/>
                    <a:gd name="T1" fmla="*/ 18 h 18"/>
                    <a:gd name="T2" fmla="*/ 0 w 55"/>
                    <a:gd name="T3" fmla="*/ 0 h 18"/>
                    <a:gd name="T4" fmla="*/ 19 w 55"/>
                    <a:gd name="T5" fmla="*/ 9 h 18"/>
                    <a:gd name="T6" fmla="*/ 55 w 5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8"/>
                    <a:gd name="T14" fmla="*/ 55 w 5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8">
                      <a:moveTo>
                        <a:pt x="55" y="18"/>
                      </a:moveTo>
                      <a:lnTo>
                        <a:pt x="0" y="0"/>
                      </a:lnTo>
                      <a:lnTo>
                        <a:pt x="19" y="9"/>
                      </a:lnTo>
                      <a:lnTo>
                        <a:pt x="55" y="18"/>
                      </a:lnTo>
                      <a:close/>
                    </a:path>
                  </a:pathLst>
                </a:custGeom>
                <a:solidFill>
                  <a:srgbClr val="42C2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49" name="Freeform 553"/>
                <p:cNvSpPr>
                  <a:spLocks/>
                </p:cNvSpPr>
                <p:nvPr/>
              </p:nvSpPr>
              <p:spPr bwMode="auto">
                <a:xfrm>
                  <a:off x="716" y="9"/>
                  <a:ext cx="55" cy="18"/>
                </a:xfrm>
                <a:custGeom>
                  <a:avLst/>
                  <a:gdLst>
                    <a:gd name="T0" fmla="*/ 55 w 55"/>
                    <a:gd name="T1" fmla="*/ 18 h 18"/>
                    <a:gd name="T2" fmla="*/ 0 w 55"/>
                    <a:gd name="T3" fmla="*/ 0 h 18"/>
                    <a:gd name="T4" fmla="*/ 19 w 55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8"/>
                    <a:gd name="T11" fmla="*/ 55 w 5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8">
                      <a:moveTo>
                        <a:pt x="55" y="18"/>
                      </a:moveTo>
                      <a:lnTo>
                        <a:pt x="0" y="0"/>
                      </a:lnTo>
                      <a:lnTo>
                        <a:pt x="19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0" name="Freeform 554"/>
                <p:cNvSpPr>
                  <a:spLocks/>
                </p:cNvSpPr>
                <p:nvPr/>
              </p:nvSpPr>
              <p:spPr bwMode="auto">
                <a:xfrm>
                  <a:off x="998" y="245"/>
                  <a:ext cx="45" cy="72"/>
                </a:xfrm>
                <a:custGeom>
                  <a:avLst/>
                  <a:gdLst>
                    <a:gd name="T0" fmla="*/ 36 w 45"/>
                    <a:gd name="T1" fmla="*/ 0 h 72"/>
                    <a:gd name="T2" fmla="*/ 45 w 45"/>
                    <a:gd name="T3" fmla="*/ 72 h 72"/>
                    <a:gd name="T4" fmla="*/ 0 w 45"/>
                    <a:gd name="T5" fmla="*/ 18 h 72"/>
                    <a:gd name="T6" fmla="*/ 36 w 45"/>
                    <a:gd name="T7" fmla="*/ 0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72"/>
                    <a:gd name="T14" fmla="*/ 45 w 45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72">
                      <a:moveTo>
                        <a:pt x="36" y="0"/>
                      </a:moveTo>
                      <a:lnTo>
                        <a:pt x="45" y="72"/>
                      </a:lnTo>
                      <a:lnTo>
                        <a:pt x="0" y="18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ECF8C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1" name="Freeform 555"/>
                <p:cNvSpPr>
                  <a:spLocks/>
                </p:cNvSpPr>
                <p:nvPr/>
              </p:nvSpPr>
              <p:spPr bwMode="auto">
                <a:xfrm>
                  <a:off x="998" y="245"/>
                  <a:ext cx="45" cy="72"/>
                </a:xfrm>
                <a:custGeom>
                  <a:avLst/>
                  <a:gdLst>
                    <a:gd name="T0" fmla="*/ 36 w 45"/>
                    <a:gd name="T1" fmla="*/ 0 h 72"/>
                    <a:gd name="T2" fmla="*/ 45 w 45"/>
                    <a:gd name="T3" fmla="*/ 72 h 72"/>
                    <a:gd name="T4" fmla="*/ 0 w 45"/>
                    <a:gd name="T5" fmla="*/ 18 h 72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72"/>
                    <a:gd name="T11" fmla="*/ 45 w 45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72">
                      <a:moveTo>
                        <a:pt x="36" y="0"/>
                      </a:moveTo>
                      <a:lnTo>
                        <a:pt x="45" y="72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2" name="Freeform 556"/>
                <p:cNvSpPr>
                  <a:spLocks/>
                </p:cNvSpPr>
                <p:nvPr/>
              </p:nvSpPr>
              <p:spPr bwMode="auto">
                <a:xfrm>
                  <a:off x="998" y="199"/>
                  <a:ext cx="36" cy="64"/>
                </a:xfrm>
                <a:custGeom>
                  <a:avLst/>
                  <a:gdLst>
                    <a:gd name="T0" fmla="*/ 0 w 36"/>
                    <a:gd name="T1" fmla="*/ 64 h 64"/>
                    <a:gd name="T2" fmla="*/ 0 w 36"/>
                    <a:gd name="T3" fmla="*/ 0 h 64"/>
                    <a:gd name="T4" fmla="*/ 36 w 36"/>
                    <a:gd name="T5" fmla="*/ 46 h 64"/>
                    <a:gd name="T6" fmla="*/ 0 w 36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64"/>
                    <a:gd name="T14" fmla="*/ 36 w 36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64">
                      <a:moveTo>
                        <a:pt x="0" y="64"/>
                      </a:moveTo>
                      <a:lnTo>
                        <a:pt x="0" y="0"/>
                      </a:lnTo>
                      <a:lnTo>
                        <a:pt x="36" y="46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ECF8C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3" name="Freeform 557"/>
                <p:cNvSpPr>
                  <a:spLocks/>
                </p:cNvSpPr>
                <p:nvPr/>
              </p:nvSpPr>
              <p:spPr bwMode="auto">
                <a:xfrm>
                  <a:off x="998" y="199"/>
                  <a:ext cx="36" cy="64"/>
                </a:xfrm>
                <a:custGeom>
                  <a:avLst/>
                  <a:gdLst>
                    <a:gd name="T0" fmla="*/ 0 w 36"/>
                    <a:gd name="T1" fmla="*/ 64 h 64"/>
                    <a:gd name="T2" fmla="*/ 0 w 36"/>
                    <a:gd name="T3" fmla="*/ 0 h 64"/>
                    <a:gd name="T4" fmla="*/ 36 w 36"/>
                    <a:gd name="T5" fmla="*/ 46 h 6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64"/>
                    <a:gd name="T11" fmla="*/ 36 w 36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64">
                      <a:moveTo>
                        <a:pt x="0" y="64"/>
                      </a:moveTo>
                      <a:lnTo>
                        <a:pt x="0" y="0"/>
                      </a:lnTo>
                      <a:lnTo>
                        <a:pt x="36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4" name="Freeform 558"/>
                <p:cNvSpPr>
                  <a:spLocks/>
                </p:cNvSpPr>
                <p:nvPr/>
              </p:nvSpPr>
              <p:spPr bwMode="auto">
                <a:xfrm>
                  <a:off x="1088" y="499"/>
                  <a:ext cx="82" cy="99"/>
                </a:xfrm>
                <a:custGeom>
                  <a:avLst/>
                  <a:gdLst>
                    <a:gd name="T0" fmla="*/ 82 w 82"/>
                    <a:gd name="T1" fmla="*/ 0 h 99"/>
                    <a:gd name="T2" fmla="*/ 37 w 82"/>
                    <a:gd name="T3" fmla="*/ 99 h 99"/>
                    <a:gd name="T4" fmla="*/ 0 w 82"/>
                    <a:gd name="T5" fmla="*/ 18 h 99"/>
                    <a:gd name="T6" fmla="*/ 82 w 82"/>
                    <a:gd name="T7" fmla="*/ 0 h 9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99"/>
                    <a:gd name="T14" fmla="*/ 82 w 82"/>
                    <a:gd name="T15" fmla="*/ 99 h 9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99">
                      <a:moveTo>
                        <a:pt x="82" y="0"/>
                      </a:moveTo>
                      <a:lnTo>
                        <a:pt x="37" y="99"/>
                      </a:lnTo>
                      <a:lnTo>
                        <a:pt x="0" y="18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F3DB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5" name="Freeform 559"/>
                <p:cNvSpPr>
                  <a:spLocks/>
                </p:cNvSpPr>
                <p:nvPr/>
              </p:nvSpPr>
              <p:spPr bwMode="auto">
                <a:xfrm>
                  <a:off x="1088" y="499"/>
                  <a:ext cx="82" cy="99"/>
                </a:xfrm>
                <a:custGeom>
                  <a:avLst/>
                  <a:gdLst>
                    <a:gd name="T0" fmla="*/ 82 w 82"/>
                    <a:gd name="T1" fmla="*/ 0 h 99"/>
                    <a:gd name="T2" fmla="*/ 37 w 82"/>
                    <a:gd name="T3" fmla="*/ 99 h 99"/>
                    <a:gd name="T4" fmla="*/ 0 w 82"/>
                    <a:gd name="T5" fmla="*/ 18 h 99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99"/>
                    <a:gd name="T11" fmla="*/ 82 w 82"/>
                    <a:gd name="T12" fmla="*/ 99 h 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99">
                      <a:moveTo>
                        <a:pt x="82" y="0"/>
                      </a:moveTo>
                      <a:lnTo>
                        <a:pt x="37" y="9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6" name="Freeform 560"/>
                <p:cNvSpPr>
                  <a:spLocks/>
                </p:cNvSpPr>
                <p:nvPr/>
              </p:nvSpPr>
              <p:spPr bwMode="auto">
                <a:xfrm>
                  <a:off x="1088" y="435"/>
                  <a:ext cx="82" cy="82"/>
                </a:xfrm>
                <a:custGeom>
                  <a:avLst/>
                  <a:gdLst>
                    <a:gd name="T0" fmla="*/ 0 w 82"/>
                    <a:gd name="T1" fmla="*/ 82 h 82"/>
                    <a:gd name="T2" fmla="*/ 37 w 82"/>
                    <a:gd name="T3" fmla="*/ 0 h 82"/>
                    <a:gd name="T4" fmla="*/ 82 w 82"/>
                    <a:gd name="T5" fmla="*/ 64 h 82"/>
                    <a:gd name="T6" fmla="*/ 0 w 82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82"/>
                    <a:gd name="T14" fmla="*/ 82 w 82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82">
                      <a:moveTo>
                        <a:pt x="0" y="82"/>
                      </a:moveTo>
                      <a:lnTo>
                        <a:pt x="37" y="0"/>
                      </a:lnTo>
                      <a:lnTo>
                        <a:pt x="82" y="64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F3DBB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7" name="Freeform 561"/>
                <p:cNvSpPr>
                  <a:spLocks/>
                </p:cNvSpPr>
                <p:nvPr/>
              </p:nvSpPr>
              <p:spPr bwMode="auto">
                <a:xfrm>
                  <a:off x="1088" y="435"/>
                  <a:ext cx="82" cy="82"/>
                </a:xfrm>
                <a:custGeom>
                  <a:avLst/>
                  <a:gdLst>
                    <a:gd name="T0" fmla="*/ 0 w 82"/>
                    <a:gd name="T1" fmla="*/ 82 h 82"/>
                    <a:gd name="T2" fmla="*/ 37 w 82"/>
                    <a:gd name="T3" fmla="*/ 0 h 82"/>
                    <a:gd name="T4" fmla="*/ 82 w 82"/>
                    <a:gd name="T5" fmla="*/ 64 h 8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82"/>
                    <a:gd name="T11" fmla="*/ 82 w 82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82">
                      <a:moveTo>
                        <a:pt x="0" y="82"/>
                      </a:moveTo>
                      <a:lnTo>
                        <a:pt x="37" y="0"/>
                      </a:lnTo>
                      <a:lnTo>
                        <a:pt x="82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8" name="Freeform 562"/>
                <p:cNvSpPr>
                  <a:spLocks/>
                </p:cNvSpPr>
                <p:nvPr/>
              </p:nvSpPr>
              <p:spPr bwMode="auto">
                <a:xfrm>
                  <a:off x="970" y="1370"/>
                  <a:ext cx="245" cy="118"/>
                </a:xfrm>
                <a:custGeom>
                  <a:avLst/>
                  <a:gdLst>
                    <a:gd name="T0" fmla="*/ 245 w 245"/>
                    <a:gd name="T1" fmla="*/ 9 h 118"/>
                    <a:gd name="T2" fmla="*/ 19 w 245"/>
                    <a:gd name="T3" fmla="*/ 118 h 118"/>
                    <a:gd name="T4" fmla="*/ 0 w 245"/>
                    <a:gd name="T5" fmla="*/ 0 h 118"/>
                    <a:gd name="T6" fmla="*/ 245 w 245"/>
                    <a:gd name="T7" fmla="*/ 9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5"/>
                    <a:gd name="T13" fmla="*/ 0 h 118"/>
                    <a:gd name="T14" fmla="*/ 245 w 245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5" h="118">
                      <a:moveTo>
                        <a:pt x="245" y="9"/>
                      </a:moveTo>
                      <a:lnTo>
                        <a:pt x="19" y="118"/>
                      </a:lnTo>
                      <a:lnTo>
                        <a:pt x="0" y="0"/>
                      </a:lnTo>
                      <a:lnTo>
                        <a:pt x="245" y="9"/>
                      </a:lnTo>
                      <a:close/>
                    </a:path>
                  </a:pathLst>
                </a:custGeom>
                <a:solidFill>
                  <a:srgbClr val="D5A2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59" name="Freeform 563"/>
                <p:cNvSpPr>
                  <a:spLocks/>
                </p:cNvSpPr>
                <p:nvPr/>
              </p:nvSpPr>
              <p:spPr bwMode="auto">
                <a:xfrm>
                  <a:off x="970" y="1370"/>
                  <a:ext cx="245" cy="118"/>
                </a:xfrm>
                <a:custGeom>
                  <a:avLst/>
                  <a:gdLst>
                    <a:gd name="T0" fmla="*/ 245 w 245"/>
                    <a:gd name="T1" fmla="*/ 9 h 118"/>
                    <a:gd name="T2" fmla="*/ 19 w 245"/>
                    <a:gd name="T3" fmla="*/ 118 h 118"/>
                    <a:gd name="T4" fmla="*/ 0 w 245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45"/>
                    <a:gd name="T10" fmla="*/ 0 h 118"/>
                    <a:gd name="T11" fmla="*/ 245 w 245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5" h="118">
                      <a:moveTo>
                        <a:pt x="245" y="9"/>
                      </a:moveTo>
                      <a:lnTo>
                        <a:pt x="19" y="1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0" name="Freeform 564"/>
                <p:cNvSpPr>
                  <a:spLocks/>
                </p:cNvSpPr>
                <p:nvPr/>
              </p:nvSpPr>
              <p:spPr bwMode="auto">
                <a:xfrm>
                  <a:off x="970" y="1270"/>
                  <a:ext cx="245" cy="109"/>
                </a:xfrm>
                <a:custGeom>
                  <a:avLst/>
                  <a:gdLst>
                    <a:gd name="T0" fmla="*/ 0 w 245"/>
                    <a:gd name="T1" fmla="*/ 100 h 109"/>
                    <a:gd name="T2" fmla="*/ 218 w 245"/>
                    <a:gd name="T3" fmla="*/ 0 h 109"/>
                    <a:gd name="T4" fmla="*/ 245 w 245"/>
                    <a:gd name="T5" fmla="*/ 109 h 109"/>
                    <a:gd name="T6" fmla="*/ 0 w 245"/>
                    <a:gd name="T7" fmla="*/ 10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5"/>
                    <a:gd name="T13" fmla="*/ 0 h 109"/>
                    <a:gd name="T14" fmla="*/ 245 w 24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5" h="109">
                      <a:moveTo>
                        <a:pt x="0" y="100"/>
                      </a:moveTo>
                      <a:lnTo>
                        <a:pt x="218" y="0"/>
                      </a:lnTo>
                      <a:lnTo>
                        <a:pt x="245" y="109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D5A2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1" name="Freeform 565"/>
                <p:cNvSpPr>
                  <a:spLocks/>
                </p:cNvSpPr>
                <p:nvPr/>
              </p:nvSpPr>
              <p:spPr bwMode="auto">
                <a:xfrm>
                  <a:off x="970" y="1270"/>
                  <a:ext cx="245" cy="109"/>
                </a:xfrm>
                <a:custGeom>
                  <a:avLst/>
                  <a:gdLst>
                    <a:gd name="T0" fmla="*/ 0 w 245"/>
                    <a:gd name="T1" fmla="*/ 100 h 109"/>
                    <a:gd name="T2" fmla="*/ 218 w 245"/>
                    <a:gd name="T3" fmla="*/ 0 h 109"/>
                    <a:gd name="T4" fmla="*/ 245 w 245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245"/>
                    <a:gd name="T10" fmla="*/ 0 h 109"/>
                    <a:gd name="T11" fmla="*/ 245 w 24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5" h="109">
                      <a:moveTo>
                        <a:pt x="0" y="100"/>
                      </a:moveTo>
                      <a:lnTo>
                        <a:pt x="218" y="0"/>
                      </a:lnTo>
                      <a:lnTo>
                        <a:pt x="245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2" name="Freeform 566"/>
                <p:cNvSpPr>
                  <a:spLocks/>
                </p:cNvSpPr>
                <p:nvPr/>
              </p:nvSpPr>
              <p:spPr bwMode="auto">
                <a:xfrm>
                  <a:off x="354" y="63"/>
                  <a:ext cx="90" cy="73"/>
                </a:xfrm>
                <a:custGeom>
                  <a:avLst/>
                  <a:gdLst>
                    <a:gd name="T0" fmla="*/ 90 w 90"/>
                    <a:gd name="T1" fmla="*/ 0 h 73"/>
                    <a:gd name="T2" fmla="*/ 45 w 90"/>
                    <a:gd name="T3" fmla="*/ 46 h 73"/>
                    <a:gd name="T4" fmla="*/ 0 w 90"/>
                    <a:gd name="T5" fmla="*/ 73 h 73"/>
                    <a:gd name="T6" fmla="*/ 90 w 90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73"/>
                    <a:gd name="T14" fmla="*/ 90 w 90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73">
                      <a:moveTo>
                        <a:pt x="90" y="0"/>
                      </a:moveTo>
                      <a:lnTo>
                        <a:pt x="45" y="46"/>
                      </a:lnTo>
                      <a:lnTo>
                        <a:pt x="0" y="73"/>
                      </a:lnTo>
                      <a:lnTo>
                        <a:pt x="90" y="0"/>
                      </a:lnTo>
                      <a:close/>
                    </a:path>
                  </a:pathLst>
                </a:custGeom>
                <a:solidFill>
                  <a:srgbClr val="0036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3" name="Freeform 567"/>
                <p:cNvSpPr>
                  <a:spLocks/>
                </p:cNvSpPr>
                <p:nvPr/>
              </p:nvSpPr>
              <p:spPr bwMode="auto">
                <a:xfrm>
                  <a:off x="354" y="63"/>
                  <a:ext cx="90" cy="73"/>
                </a:xfrm>
                <a:custGeom>
                  <a:avLst/>
                  <a:gdLst>
                    <a:gd name="T0" fmla="*/ 90 w 90"/>
                    <a:gd name="T1" fmla="*/ 0 h 73"/>
                    <a:gd name="T2" fmla="*/ 45 w 90"/>
                    <a:gd name="T3" fmla="*/ 46 h 73"/>
                    <a:gd name="T4" fmla="*/ 0 w 90"/>
                    <a:gd name="T5" fmla="*/ 73 h 73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73"/>
                    <a:gd name="T11" fmla="*/ 90 w 90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73">
                      <a:moveTo>
                        <a:pt x="90" y="0"/>
                      </a:moveTo>
                      <a:lnTo>
                        <a:pt x="45" y="46"/>
                      </a:lnTo>
                      <a:lnTo>
                        <a:pt x="0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4" name="Freeform 568"/>
                <p:cNvSpPr>
                  <a:spLocks/>
                </p:cNvSpPr>
                <p:nvPr/>
              </p:nvSpPr>
              <p:spPr bwMode="auto">
                <a:xfrm>
                  <a:off x="444" y="27"/>
                  <a:ext cx="82" cy="36"/>
                </a:xfrm>
                <a:custGeom>
                  <a:avLst/>
                  <a:gdLst>
                    <a:gd name="T0" fmla="*/ 82 w 82"/>
                    <a:gd name="T1" fmla="*/ 0 h 36"/>
                    <a:gd name="T2" fmla="*/ 28 w 82"/>
                    <a:gd name="T3" fmla="*/ 18 h 36"/>
                    <a:gd name="T4" fmla="*/ 0 w 82"/>
                    <a:gd name="T5" fmla="*/ 36 h 36"/>
                    <a:gd name="T6" fmla="*/ 82 w 82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36"/>
                    <a:gd name="T14" fmla="*/ 82 w 82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36">
                      <a:moveTo>
                        <a:pt x="82" y="0"/>
                      </a:moveTo>
                      <a:lnTo>
                        <a:pt x="28" y="18"/>
                      </a:lnTo>
                      <a:lnTo>
                        <a:pt x="0" y="36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57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5" name="Freeform 569"/>
                <p:cNvSpPr>
                  <a:spLocks/>
                </p:cNvSpPr>
                <p:nvPr/>
              </p:nvSpPr>
              <p:spPr bwMode="auto">
                <a:xfrm>
                  <a:off x="444" y="27"/>
                  <a:ext cx="82" cy="36"/>
                </a:xfrm>
                <a:custGeom>
                  <a:avLst/>
                  <a:gdLst>
                    <a:gd name="T0" fmla="*/ 82 w 82"/>
                    <a:gd name="T1" fmla="*/ 0 h 36"/>
                    <a:gd name="T2" fmla="*/ 28 w 82"/>
                    <a:gd name="T3" fmla="*/ 18 h 36"/>
                    <a:gd name="T4" fmla="*/ 0 w 82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36"/>
                    <a:gd name="T11" fmla="*/ 82 w 82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36">
                      <a:moveTo>
                        <a:pt x="82" y="0"/>
                      </a:moveTo>
                      <a:lnTo>
                        <a:pt x="28" y="18"/>
                      </a:lnTo>
                      <a:lnTo>
                        <a:pt x="0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6" name="Freeform 570"/>
                <p:cNvSpPr>
                  <a:spLocks/>
                </p:cNvSpPr>
                <p:nvPr/>
              </p:nvSpPr>
              <p:spPr bwMode="auto">
                <a:xfrm>
                  <a:off x="399" y="45"/>
                  <a:ext cx="73" cy="64"/>
                </a:xfrm>
                <a:custGeom>
                  <a:avLst/>
                  <a:gdLst>
                    <a:gd name="T0" fmla="*/ 0 w 73"/>
                    <a:gd name="T1" fmla="*/ 64 h 64"/>
                    <a:gd name="T2" fmla="*/ 45 w 73"/>
                    <a:gd name="T3" fmla="*/ 18 h 64"/>
                    <a:gd name="T4" fmla="*/ 73 w 73"/>
                    <a:gd name="T5" fmla="*/ 0 h 64"/>
                    <a:gd name="T6" fmla="*/ 0 w 73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64"/>
                    <a:gd name="T14" fmla="*/ 73 w 73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64">
                      <a:moveTo>
                        <a:pt x="0" y="64"/>
                      </a:moveTo>
                      <a:lnTo>
                        <a:pt x="45" y="18"/>
                      </a:lnTo>
                      <a:lnTo>
                        <a:pt x="73" y="0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0059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7" name="Freeform 571"/>
                <p:cNvSpPr>
                  <a:spLocks/>
                </p:cNvSpPr>
                <p:nvPr/>
              </p:nvSpPr>
              <p:spPr bwMode="auto">
                <a:xfrm>
                  <a:off x="399" y="45"/>
                  <a:ext cx="73" cy="64"/>
                </a:xfrm>
                <a:custGeom>
                  <a:avLst/>
                  <a:gdLst>
                    <a:gd name="T0" fmla="*/ 0 w 73"/>
                    <a:gd name="T1" fmla="*/ 64 h 64"/>
                    <a:gd name="T2" fmla="*/ 45 w 73"/>
                    <a:gd name="T3" fmla="*/ 18 h 64"/>
                    <a:gd name="T4" fmla="*/ 73 w 73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64"/>
                    <a:gd name="T11" fmla="*/ 73 w 73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64">
                      <a:moveTo>
                        <a:pt x="0" y="64"/>
                      </a:moveTo>
                      <a:lnTo>
                        <a:pt x="45" y="18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8" name="Freeform 572"/>
                <p:cNvSpPr>
                  <a:spLocks/>
                </p:cNvSpPr>
                <p:nvPr/>
              </p:nvSpPr>
              <p:spPr bwMode="auto">
                <a:xfrm>
                  <a:off x="526" y="9"/>
                  <a:ext cx="82" cy="18"/>
                </a:xfrm>
                <a:custGeom>
                  <a:avLst/>
                  <a:gdLst>
                    <a:gd name="T0" fmla="*/ 82 w 82"/>
                    <a:gd name="T1" fmla="*/ 0 h 18"/>
                    <a:gd name="T2" fmla="*/ 27 w 82"/>
                    <a:gd name="T3" fmla="*/ 9 h 18"/>
                    <a:gd name="T4" fmla="*/ 0 w 82"/>
                    <a:gd name="T5" fmla="*/ 18 h 18"/>
                    <a:gd name="T6" fmla="*/ 82 w 82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18"/>
                    <a:gd name="T14" fmla="*/ 82 w 8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18">
                      <a:moveTo>
                        <a:pt x="82" y="0"/>
                      </a:moveTo>
                      <a:lnTo>
                        <a:pt x="27" y="9"/>
                      </a:lnTo>
                      <a:lnTo>
                        <a:pt x="0" y="18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33000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69" name="Freeform 573"/>
                <p:cNvSpPr>
                  <a:spLocks/>
                </p:cNvSpPr>
                <p:nvPr/>
              </p:nvSpPr>
              <p:spPr bwMode="auto">
                <a:xfrm>
                  <a:off x="526" y="9"/>
                  <a:ext cx="82" cy="18"/>
                </a:xfrm>
                <a:custGeom>
                  <a:avLst/>
                  <a:gdLst>
                    <a:gd name="T0" fmla="*/ 82 w 82"/>
                    <a:gd name="T1" fmla="*/ 0 h 18"/>
                    <a:gd name="T2" fmla="*/ 27 w 82"/>
                    <a:gd name="T3" fmla="*/ 9 h 18"/>
                    <a:gd name="T4" fmla="*/ 0 w 82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18"/>
                    <a:gd name="T11" fmla="*/ 82 w 82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18">
                      <a:moveTo>
                        <a:pt x="82" y="0"/>
                      </a:moveTo>
                      <a:lnTo>
                        <a:pt x="27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0" name="Freeform 574"/>
                <p:cNvSpPr>
                  <a:spLocks/>
                </p:cNvSpPr>
                <p:nvPr/>
              </p:nvSpPr>
              <p:spPr bwMode="auto">
                <a:xfrm>
                  <a:off x="472" y="18"/>
                  <a:ext cx="81" cy="27"/>
                </a:xfrm>
                <a:custGeom>
                  <a:avLst/>
                  <a:gdLst>
                    <a:gd name="T0" fmla="*/ 0 w 81"/>
                    <a:gd name="T1" fmla="*/ 27 h 27"/>
                    <a:gd name="T2" fmla="*/ 54 w 81"/>
                    <a:gd name="T3" fmla="*/ 9 h 27"/>
                    <a:gd name="T4" fmla="*/ 81 w 81"/>
                    <a:gd name="T5" fmla="*/ 0 h 27"/>
                    <a:gd name="T6" fmla="*/ 0 w 81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27"/>
                    <a:gd name="T14" fmla="*/ 81 w 8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27">
                      <a:moveTo>
                        <a:pt x="0" y="27"/>
                      </a:moveTo>
                      <a:lnTo>
                        <a:pt x="54" y="9"/>
                      </a:lnTo>
                      <a:lnTo>
                        <a:pt x="81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006D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1" name="Freeform 575"/>
                <p:cNvSpPr>
                  <a:spLocks/>
                </p:cNvSpPr>
                <p:nvPr/>
              </p:nvSpPr>
              <p:spPr bwMode="auto">
                <a:xfrm>
                  <a:off x="472" y="18"/>
                  <a:ext cx="81" cy="27"/>
                </a:xfrm>
                <a:custGeom>
                  <a:avLst/>
                  <a:gdLst>
                    <a:gd name="T0" fmla="*/ 0 w 81"/>
                    <a:gd name="T1" fmla="*/ 27 h 27"/>
                    <a:gd name="T2" fmla="*/ 54 w 81"/>
                    <a:gd name="T3" fmla="*/ 9 h 27"/>
                    <a:gd name="T4" fmla="*/ 81 w 81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27"/>
                    <a:gd name="T11" fmla="*/ 81 w 8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27">
                      <a:moveTo>
                        <a:pt x="0" y="27"/>
                      </a:moveTo>
                      <a:lnTo>
                        <a:pt x="54" y="9"/>
                      </a:lnTo>
                      <a:lnTo>
                        <a:pt x="81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2" name="Freeform 576"/>
                <p:cNvSpPr>
                  <a:spLocks/>
                </p:cNvSpPr>
                <p:nvPr/>
              </p:nvSpPr>
              <p:spPr bwMode="auto">
                <a:xfrm>
                  <a:off x="190" y="326"/>
                  <a:ext cx="37" cy="155"/>
                </a:xfrm>
                <a:custGeom>
                  <a:avLst/>
                  <a:gdLst>
                    <a:gd name="T0" fmla="*/ 19 w 37"/>
                    <a:gd name="T1" fmla="*/ 0 h 155"/>
                    <a:gd name="T2" fmla="*/ 37 w 37"/>
                    <a:gd name="T3" fmla="*/ 82 h 155"/>
                    <a:gd name="T4" fmla="*/ 0 w 37"/>
                    <a:gd name="T5" fmla="*/ 155 h 155"/>
                    <a:gd name="T6" fmla="*/ 19 w 37"/>
                    <a:gd name="T7" fmla="*/ 0 h 1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55"/>
                    <a:gd name="T14" fmla="*/ 37 w 37"/>
                    <a:gd name="T15" fmla="*/ 155 h 1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55">
                      <a:moveTo>
                        <a:pt x="19" y="0"/>
                      </a:moveTo>
                      <a:lnTo>
                        <a:pt x="37" y="82"/>
                      </a:lnTo>
                      <a:lnTo>
                        <a:pt x="0" y="155"/>
                      </a:lnTo>
                      <a:lnTo>
                        <a:pt x="19" y="0"/>
                      </a:lnTo>
                      <a:close/>
                    </a:path>
                  </a:pathLst>
                </a:custGeom>
                <a:solidFill>
                  <a:srgbClr val="2743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3" name="Freeform 577"/>
                <p:cNvSpPr>
                  <a:spLocks/>
                </p:cNvSpPr>
                <p:nvPr/>
              </p:nvSpPr>
              <p:spPr bwMode="auto">
                <a:xfrm>
                  <a:off x="190" y="326"/>
                  <a:ext cx="37" cy="155"/>
                </a:xfrm>
                <a:custGeom>
                  <a:avLst/>
                  <a:gdLst>
                    <a:gd name="T0" fmla="*/ 19 w 37"/>
                    <a:gd name="T1" fmla="*/ 0 h 155"/>
                    <a:gd name="T2" fmla="*/ 37 w 37"/>
                    <a:gd name="T3" fmla="*/ 82 h 155"/>
                    <a:gd name="T4" fmla="*/ 0 w 37"/>
                    <a:gd name="T5" fmla="*/ 155 h 155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55"/>
                    <a:gd name="T11" fmla="*/ 37 w 37"/>
                    <a:gd name="T12" fmla="*/ 155 h 1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55">
                      <a:moveTo>
                        <a:pt x="19" y="0"/>
                      </a:moveTo>
                      <a:lnTo>
                        <a:pt x="37" y="82"/>
                      </a:lnTo>
                      <a:lnTo>
                        <a:pt x="0" y="1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4" name="Freeform 578"/>
                <p:cNvSpPr>
                  <a:spLocks/>
                </p:cNvSpPr>
                <p:nvPr/>
              </p:nvSpPr>
              <p:spPr bwMode="auto">
                <a:xfrm>
                  <a:off x="209" y="281"/>
                  <a:ext cx="45" cy="127"/>
                </a:xfrm>
                <a:custGeom>
                  <a:avLst/>
                  <a:gdLst>
                    <a:gd name="T0" fmla="*/ 18 w 45"/>
                    <a:gd name="T1" fmla="*/ 127 h 127"/>
                    <a:gd name="T2" fmla="*/ 0 w 45"/>
                    <a:gd name="T3" fmla="*/ 45 h 127"/>
                    <a:gd name="T4" fmla="*/ 45 w 45"/>
                    <a:gd name="T5" fmla="*/ 0 h 127"/>
                    <a:gd name="T6" fmla="*/ 18 w 45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27"/>
                    <a:gd name="T14" fmla="*/ 45 w 45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27">
                      <a:moveTo>
                        <a:pt x="18" y="127"/>
                      </a:moveTo>
                      <a:lnTo>
                        <a:pt x="0" y="45"/>
                      </a:lnTo>
                      <a:lnTo>
                        <a:pt x="45" y="0"/>
                      </a:lnTo>
                      <a:lnTo>
                        <a:pt x="18" y="127"/>
                      </a:lnTo>
                      <a:close/>
                    </a:path>
                  </a:pathLst>
                </a:custGeom>
                <a:solidFill>
                  <a:srgbClr val="314D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5" name="Freeform 579"/>
                <p:cNvSpPr>
                  <a:spLocks/>
                </p:cNvSpPr>
                <p:nvPr/>
              </p:nvSpPr>
              <p:spPr bwMode="auto">
                <a:xfrm>
                  <a:off x="209" y="281"/>
                  <a:ext cx="45" cy="127"/>
                </a:xfrm>
                <a:custGeom>
                  <a:avLst/>
                  <a:gdLst>
                    <a:gd name="T0" fmla="*/ 18 w 45"/>
                    <a:gd name="T1" fmla="*/ 127 h 127"/>
                    <a:gd name="T2" fmla="*/ 0 w 45"/>
                    <a:gd name="T3" fmla="*/ 45 h 127"/>
                    <a:gd name="T4" fmla="*/ 45 w 45"/>
                    <a:gd name="T5" fmla="*/ 0 h 1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27"/>
                    <a:gd name="T11" fmla="*/ 45 w 45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27">
                      <a:moveTo>
                        <a:pt x="18" y="127"/>
                      </a:moveTo>
                      <a:lnTo>
                        <a:pt x="0" y="45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6" name="Freeform 580"/>
                <p:cNvSpPr>
                  <a:spLocks/>
                </p:cNvSpPr>
                <p:nvPr/>
              </p:nvSpPr>
              <p:spPr bwMode="auto">
                <a:xfrm>
                  <a:off x="63" y="1097"/>
                  <a:ext cx="164" cy="227"/>
                </a:xfrm>
                <a:custGeom>
                  <a:avLst/>
                  <a:gdLst>
                    <a:gd name="T0" fmla="*/ 0 w 164"/>
                    <a:gd name="T1" fmla="*/ 0 h 227"/>
                    <a:gd name="T2" fmla="*/ 164 w 164"/>
                    <a:gd name="T3" fmla="*/ 118 h 227"/>
                    <a:gd name="T4" fmla="*/ 146 w 164"/>
                    <a:gd name="T5" fmla="*/ 227 h 227"/>
                    <a:gd name="T6" fmla="*/ 0 w 164"/>
                    <a:gd name="T7" fmla="*/ 0 h 2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4"/>
                    <a:gd name="T13" fmla="*/ 0 h 227"/>
                    <a:gd name="T14" fmla="*/ 164 w 164"/>
                    <a:gd name="T15" fmla="*/ 227 h 2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4" h="227">
                      <a:moveTo>
                        <a:pt x="0" y="0"/>
                      </a:moveTo>
                      <a:lnTo>
                        <a:pt x="164" y="118"/>
                      </a:lnTo>
                      <a:lnTo>
                        <a:pt x="146" y="2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D5E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7" name="Freeform 581"/>
                <p:cNvSpPr>
                  <a:spLocks/>
                </p:cNvSpPr>
                <p:nvPr/>
              </p:nvSpPr>
              <p:spPr bwMode="auto">
                <a:xfrm>
                  <a:off x="63" y="1097"/>
                  <a:ext cx="164" cy="227"/>
                </a:xfrm>
                <a:custGeom>
                  <a:avLst/>
                  <a:gdLst>
                    <a:gd name="T0" fmla="*/ 0 w 164"/>
                    <a:gd name="T1" fmla="*/ 0 h 227"/>
                    <a:gd name="T2" fmla="*/ 164 w 164"/>
                    <a:gd name="T3" fmla="*/ 118 h 227"/>
                    <a:gd name="T4" fmla="*/ 146 w 164"/>
                    <a:gd name="T5" fmla="*/ 227 h 227"/>
                    <a:gd name="T6" fmla="*/ 0 60000 65536"/>
                    <a:gd name="T7" fmla="*/ 0 60000 65536"/>
                    <a:gd name="T8" fmla="*/ 0 60000 65536"/>
                    <a:gd name="T9" fmla="*/ 0 w 164"/>
                    <a:gd name="T10" fmla="*/ 0 h 227"/>
                    <a:gd name="T11" fmla="*/ 164 w 164"/>
                    <a:gd name="T12" fmla="*/ 227 h 2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4" h="227">
                      <a:moveTo>
                        <a:pt x="0" y="0"/>
                      </a:moveTo>
                      <a:lnTo>
                        <a:pt x="164" y="118"/>
                      </a:lnTo>
                      <a:lnTo>
                        <a:pt x="146" y="2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8" name="Freeform 582"/>
                <p:cNvSpPr>
                  <a:spLocks/>
                </p:cNvSpPr>
                <p:nvPr/>
              </p:nvSpPr>
              <p:spPr bwMode="auto">
                <a:xfrm>
                  <a:off x="63" y="998"/>
                  <a:ext cx="164" cy="217"/>
                </a:xfrm>
                <a:custGeom>
                  <a:avLst/>
                  <a:gdLst>
                    <a:gd name="T0" fmla="*/ 164 w 164"/>
                    <a:gd name="T1" fmla="*/ 217 h 217"/>
                    <a:gd name="T2" fmla="*/ 0 w 164"/>
                    <a:gd name="T3" fmla="*/ 99 h 217"/>
                    <a:gd name="T4" fmla="*/ 28 w 164"/>
                    <a:gd name="T5" fmla="*/ 0 h 217"/>
                    <a:gd name="T6" fmla="*/ 164 w 164"/>
                    <a:gd name="T7" fmla="*/ 217 h 2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4"/>
                    <a:gd name="T13" fmla="*/ 0 h 217"/>
                    <a:gd name="T14" fmla="*/ 164 w 164"/>
                    <a:gd name="T15" fmla="*/ 217 h 2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4" h="217">
                      <a:moveTo>
                        <a:pt x="164" y="217"/>
                      </a:moveTo>
                      <a:lnTo>
                        <a:pt x="0" y="99"/>
                      </a:lnTo>
                      <a:lnTo>
                        <a:pt x="28" y="0"/>
                      </a:lnTo>
                      <a:lnTo>
                        <a:pt x="164" y="217"/>
                      </a:lnTo>
                      <a:close/>
                    </a:path>
                  </a:pathLst>
                </a:custGeom>
                <a:solidFill>
                  <a:srgbClr val="7E61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79" name="Freeform 583"/>
                <p:cNvSpPr>
                  <a:spLocks/>
                </p:cNvSpPr>
                <p:nvPr/>
              </p:nvSpPr>
              <p:spPr bwMode="auto">
                <a:xfrm>
                  <a:off x="63" y="998"/>
                  <a:ext cx="164" cy="217"/>
                </a:xfrm>
                <a:custGeom>
                  <a:avLst/>
                  <a:gdLst>
                    <a:gd name="T0" fmla="*/ 164 w 164"/>
                    <a:gd name="T1" fmla="*/ 217 h 217"/>
                    <a:gd name="T2" fmla="*/ 0 w 164"/>
                    <a:gd name="T3" fmla="*/ 99 h 217"/>
                    <a:gd name="T4" fmla="*/ 28 w 164"/>
                    <a:gd name="T5" fmla="*/ 0 h 217"/>
                    <a:gd name="T6" fmla="*/ 0 60000 65536"/>
                    <a:gd name="T7" fmla="*/ 0 60000 65536"/>
                    <a:gd name="T8" fmla="*/ 0 60000 65536"/>
                    <a:gd name="T9" fmla="*/ 0 w 164"/>
                    <a:gd name="T10" fmla="*/ 0 h 217"/>
                    <a:gd name="T11" fmla="*/ 164 w 164"/>
                    <a:gd name="T12" fmla="*/ 217 h 2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4" h="217">
                      <a:moveTo>
                        <a:pt x="164" y="217"/>
                      </a:moveTo>
                      <a:lnTo>
                        <a:pt x="0" y="99"/>
                      </a:lnTo>
                      <a:lnTo>
                        <a:pt x="2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0" name="Freeform 584"/>
                <p:cNvSpPr>
                  <a:spLocks/>
                </p:cNvSpPr>
                <p:nvPr/>
              </p:nvSpPr>
              <p:spPr bwMode="auto">
                <a:xfrm>
                  <a:off x="1079" y="843"/>
                  <a:ext cx="145" cy="109"/>
                </a:xfrm>
                <a:custGeom>
                  <a:avLst/>
                  <a:gdLst>
                    <a:gd name="T0" fmla="*/ 145 w 145"/>
                    <a:gd name="T1" fmla="*/ 0 h 109"/>
                    <a:gd name="T2" fmla="*/ 27 w 145"/>
                    <a:gd name="T3" fmla="*/ 109 h 109"/>
                    <a:gd name="T4" fmla="*/ 0 w 145"/>
                    <a:gd name="T5" fmla="*/ 19 h 109"/>
                    <a:gd name="T6" fmla="*/ 145 w 145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9"/>
                    <a:gd name="T14" fmla="*/ 145 w 14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9">
                      <a:moveTo>
                        <a:pt x="145" y="0"/>
                      </a:moveTo>
                      <a:lnTo>
                        <a:pt x="27" y="109"/>
                      </a:lnTo>
                      <a:lnTo>
                        <a:pt x="0" y="19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E6BC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1" name="Freeform 585"/>
                <p:cNvSpPr>
                  <a:spLocks/>
                </p:cNvSpPr>
                <p:nvPr/>
              </p:nvSpPr>
              <p:spPr bwMode="auto">
                <a:xfrm>
                  <a:off x="1079" y="843"/>
                  <a:ext cx="145" cy="109"/>
                </a:xfrm>
                <a:custGeom>
                  <a:avLst/>
                  <a:gdLst>
                    <a:gd name="T0" fmla="*/ 145 w 145"/>
                    <a:gd name="T1" fmla="*/ 0 h 109"/>
                    <a:gd name="T2" fmla="*/ 27 w 145"/>
                    <a:gd name="T3" fmla="*/ 109 h 109"/>
                    <a:gd name="T4" fmla="*/ 0 w 145"/>
                    <a:gd name="T5" fmla="*/ 19 h 109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9"/>
                    <a:gd name="T11" fmla="*/ 145 w 14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9">
                      <a:moveTo>
                        <a:pt x="145" y="0"/>
                      </a:moveTo>
                      <a:lnTo>
                        <a:pt x="27" y="109"/>
                      </a:lnTo>
                      <a:lnTo>
                        <a:pt x="0" y="1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2" name="Freeform 586"/>
                <p:cNvSpPr>
                  <a:spLocks/>
                </p:cNvSpPr>
                <p:nvPr/>
              </p:nvSpPr>
              <p:spPr bwMode="auto">
                <a:xfrm>
                  <a:off x="1079" y="753"/>
                  <a:ext cx="145" cy="109"/>
                </a:xfrm>
                <a:custGeom>
                  <a:avLst/>
                  <a:gdLst>
                    <a:gd name="T0" fmla="*/ 0 w 145"/>
                    <a:gd name="T1" fmla="*/ 109 h 109"/>
                    <a:gd name="T2" fmla="*/ 118 w 145"/>
                    <a:gd name="T3" fmla="*/ 0 h 109"/>
                    <a:gd name="T4" fmla="*/ 145 w 145"/>
                    <a:gd name="T5" fmla="*/ 90 h 109"/>
                    <a:gd name="T6" fmla="*/ 0 w 145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9"/>
                    <a:gd name="T14" fmla="*/ 145 w 14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9">
                      <a:moveTo>
                        <a:pt x="0" y="109"/>
                      </a:moveTo>
                      <a:lnTo>
                        <a:pt x="118" y="0"/>
                      </a:lnTo>
                      <a:lnTo>
                        <a:pt x="145" y="90"/>
                      </a:lnTo>
                      <a:lnTo>
                        <a:pt x="0" y="109"/>
                      </a:lnTo>
                      <a:close/>
                    </a:path>
                  </a:pathLst>
                </a:custGeom>
                <a:solidFill>
                  <a:srgbClr val="E6BC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3" name="Freeform 587"/>
                <p:cNvSpPr>
                  <a:spLocks/>
                </p:cNvSpPr>
                <p:nvPr/>
              </p:nvSpPr>
              <p:spPr bwMode="auto">
                <a:xfrm>
                  <a:off x="1079" y="753"/>
                  <a:ext cx="145" cy="109"/>
                </a:xfrm>
                <a:custGeom>
                  <a:avLst/>
                  <a:gdLst>
                    <a:gd name="T0" fmla="*/ 0 w 145"/>
                    <a:gd name="T1" fmla="*/ 109 h 109"/>
                    <a:gd name="T2" fmla="*/ 118 w 145"/>
                    <a:gd name="T3" fmla="*/ 0 h 109"/>
                    <a:gd name="T4" fmla="*/ 145 w 145"/>
                    <a:gd name="T5" fmla="*/ 90 h 109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9"/>
                    <a:gd name="T11" fmla="*/ 145 w 14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9">
                      <a:moveTo>
                        <a:pt x="0" y="109"/>
                      </a:moveTo>
                      <a:lnTo>
                        <a:pt x="118" y="0"/>
                      </a:lnTo>
                      <a:lnTo>
                        <a:pt x="145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4" name="Freeform 588"/>
                <p:cNvSpPr>
                  <a:spLocks/>
                </p:cNvSpPr>
                <p:nvPr/>
              </p:nvSpPr>
              <p:spPr bwMode="auto">
                <a:xfrm>
                  <a:off x="798" y="36"/>
                  <a:ext cx="45" cy="27"/>
                </a:xfrm>
                <a:custGeom>
                  <a:avLst/>
                  <a:gdLst>
                    <a:gd name="T0" fmla="*/ 0 w 45"/>
                    <a:gd name="T1" fmla="*/ 0 h 27"/>
                    <a:gd name="T2" fmla="*/ 45 w 45"/>
                    <a:gd name="T3" fmla="*/ 27 h 27"/>
                    <a:gd name="T4" fmla="*/ 9 w 45"/>
                    <a:gd name="T5" fmla="*/ 18 h 27"/>
                    <a:gd name="T6" fmla="*/ 0 w 45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0" y="0"/>
                      </a:moveTo>
                      <a:lnTo>
                        <a:pt x="45" y="27"/>
                      </a:lnTo>
                      <a:lnTo>
                        <a:pt x="9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0F0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5" name="Freeform 589"/>
                <p:cNvSpPr>
                  <a:spLocks/>
                </p:cNvSpPr>
                <p:nvPr/>
              </p:nvSpPr>
              <p:spPr bwMode="auto">
                <a:xfrm>
                  <a:off x="798" y="36"/>
                  <a:ext cx="45" cy="27"/>
                </a:xfrm>
                <a:custGeom>
                  <a:avLst/>
                  <a:gdLst>
                    <a:gd name="T0" fmla="*/ 0 w 45"/>
                    <a:gd name="T1" fmla="*/ 0 h 27"/>
                    <a:gd name="T2" fmla="*/ 45 w 45"/>
                    <a:gd name="T3" fmla="*/ 27 h 27"/>
                    <a:gd name="T4" fmla="*/ 9 w 45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0" y="0"/>
                      </a:moveTo>
                      <a:lnTo>
                        <a:pt x="45" y="27"/>
                      </a:lnTo>
                      <a:lnTo>
                        <a:pt x="9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6" name="Freeform 590"/>
                <p:cNvSpPr>
                  <a:spLocks/>
                </p:cNvSpPr>
                <p:nvPr/>
              </p:nvSpPr>
              <p:spPr bwMode="auto">
                <a:xfrm>
                  <a:off x="771" y="27"/>
                  <a:ext cx="36" cy="27"/>
                </a:xfrm>
                <a:custGeom>
                  <a:avLst/>
                  <a:gdLst>
                    <a:gd name="T0" fmla="*/ 36 w 36"/>
                    <a:gd name="T1" fmla="*/ 27 h 27"/>
                    <a:gd name="T2" fmla="*/ 0 w 36"/>
                    <a:gd name="T3" fmla="*/ 0 h 27"/>
                    <a:gd name="T4" fmla="*/ 27 w 36"/>
                    <a:gd name="T5" fmla="*/ 9 h 27"/>
                    <a:gd name="T6" fmla="*/ 36 w 36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7"/>
                    <a:gd name="T14" fmla="*/ 36 w 3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7">
                      <a:moveTo>
                        <a:pt x="36" y="27"/>
                      </a:moveTo>
                      <a:lnTo>
                        <a:pt x="0" y="0"/>
                      </a:lnTo>
                      <a:lnTo>
                        <a:pt x="27" y="9"/>
                      </a:lnTo>
                      <a:lnTo>
                        <a:pt x="36" y="27"/>
                      </a:lnTo>
                      <a:close/>
                    </a:path>
                  </a:pathLst>
                </a:custGeom>
                <a:solidFill>
                  <a:srgbClr val="90F0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7" name="Freeform 591"/>
                <p:cNvSpPr>
                  <a:spLocks/>
                </p:cNvSpPr>
                <p:nvPr/>
              </p:nvSpPr>
              <p:spPr bwMode="auto">
                <a:xfrm>
                  <a:off x="771" y="27"/>
                  <a:ext cx="36" cy="27"/>
                </a:xfrm>
                <a:custGeom>
                  <a:avLst/>
                  <a:gdLst>
                    <a:gd name="T0" fmla="*/ 36 w 36"/>
                    <a:gd name="T1" fmla="*/ 27 h 27"/>
                    <a:gd name="T2" fmla="*/ 0 w 36"/>
                    <a:gd name="T3" fmla="*/ 0 h 27"/>
                    <a:gd name="T4" fmla="*/ 27 w 36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7"/>
                    <a:gd name="T11" fmla="*/ 36 w 3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7">
                      <a:moveTo>
                        <a:pt x="36" y="27"/>
                      </a:moveTo>
                      <a:lnTo>
                        <a:pt x="0" y="0"/>
                      </a:lnTo>
                      <a:lnTo>
                        <a:pt x="27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8" name="Freeform 592"/>
                <p:cNvSpPr>
                  <a:spLocks/>
                </p:cNvSpPr>
                <p:nvPr/>
              </p:nvSpPr>
              <p:spPr bwMode="auto">
                <a:xfrm>
                  <a:off x="109" y="617"/>
                  <a:ext cx="81" cy="190"/>
                </a:xfrm>
                <a:custGeom>
                  <a:avLst/>
                  <a:gdLst>
                    <a:gd name="T0" fmla="*/ 0 w 81"/>
                    <a:gd name="T1" fmla="*/ 0 h 190"/>
                    <a:gd name="T2" fmla="*/ 81 w 81"/>
                    <a:gd name="T3" fmla="*/ 109 h 190"/>
                    <a:gd name="T4" fmla="*/ 45 w 81"/>
                    <a:gd name="T5" fmla="*/ 190 h 190"/>
                    <a:gd name="T6" fmla="*/ 0 w 81"/>
                    <a:gd name="T7" fmla="*/ 0 h 1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90"/>
                    <a:gd name="T14" fmla="*/ 81 w 81"/>
                    <a:gd name="T15" fmla="*/ 190 h 1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90">
                      <a:moveTo>
                        <a:pt x="0" y="0"/>
                      </a:moveTo>
                      <a:lnTo>
                        <a:pt x="81" y="109"/>
                      </a:lnTo>
                      <a:lnTo>
                        <a:pt x="45" y="1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A51A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89" name="Freeform 593"/>
                <p:cNvSpPr>
                  <a:spLocks/>
                </p:cNvSpPr>
                <p:nvPr/>
              </p:nvSpPr>
              <p:spPr bwMode="auto">
                <a:xfrm>
                  <a:off x="109" y="617"/>
                  <a:ext cx="81" cy="190"/>
                </a:xfrm>
                <a:custGeom>
                  <a:avLst/>
                  <a:gdLst>
                    <a:gd name="T0" fmla="*/ 0 w 81"/>
                    <a:gd name="T1" fmla="*/ 0 h 190"/>
                    <a:gd name="T2" fmla="*/ 81 w 81"/>
                    <a:gd name="T3" fmla="*/ 109 h 190"/>
                    <a:gd name="T4" fmla="*/ 45 w 81"/>
                    <a:gd name="T5" fmla="*/ 190 h 190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90"/>
                    <a:gd name="T11" fmla="*/ 81 w 81"/>
                    <a:gd name="T12" fmla="*/ 190 h 1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90">
                      <a:moveTo>
                        <a:pt x="0" y="0"/>
                      </a:moveTo>
                      <a:lnTo>
                        <a:pt x="81" y="109"/>
                      </a:lnTo>
                      <a:lnTo>
                        <a:pt x="45" y="1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0" name="Freeform 594"/>
                <p:cNvSpPr>
                  <a:spLocks/>
                </p:cNvSpPr>
                <p:nvPr/>
              </p:nvSpPr>
              <p:spPr bwMode="auto">
                <a:xfrm>
                  <a:off x="109" y="544"/>
                  <a:ext cx="81" cy="182"/>
                </a:xfrm>
                <a:custGeom>
                  <a:avLst/>
                  <a:gdLst>
                    <a:gd name="T0" fmla="*/ 81 w 81"/>
                    <a:gd name="T1" fmla="*/ 182 h 182"/>
                    <a:gd name="T2" fmla="*/ 0 w 81"/>
                    <a:gd name="T3" fmla="*/ 73 h 182"/>
                    <a:gd name="T4" fmla="*/ 36 w 81"/>
                    <a:gd name="T5" fmla="*/ 0 h 182"/>
                    <a:gd name="T6" fmla="*/ 81 w 81"/>
                    <a:gd name="T7" fmla="*/ 182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82"/>
                    <a:gd name="T14" fmla="*/ 81 w 81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82">
                      <a:moveTo>
                        <a:pt x="81" y="182"/>
                      </a:moveTo>
                      <a:lnTo>
                        <a:pt x="0" y="73"/>
                      </a:lnTo>
                      <a:lnTo>
                        <a:pt x="36" y="0"/>
                      </a:lnTo>
                      <a:lnTo>
                        <a:pt x="81" y="182"/>
                      </a:lnTo>
                      <a:close/>
                    </a:path>
                  </a:pathLst>
                </a:custGeom>
                <a:solidFill>
                  <a:srgbClr val="5D56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1" name="Freeform 595"/>
                <p:cNvSpPr>
                  <a:spLocks/>
                </p:cNvSpPr>
                <p:nvPr/>
              </p:nvSpPr>
              <p:spPr bwMode="auto">
                <a:xfrm>
                  <a:off x="109" y="544"/>
                  <a:ext cx="81" cy="182"/>
                </a:xfrm>
                <a:custGeom>
                  <a:avLst/>
                  <a:gdLst>
                    <a:gd name="T0" fmla="*/ 81 w 81"/>
                    <a:gd name="T1" fmla="*/ 182 h 182"/>
                    <a:gd name="T2" fmla="*/ 0 w 81"/>
                    <a:gd name="T3" fmla="*/ 73 h 182"/>
                    <a:gd name="T4" fmla="*/ 36 w 81"/>
                    <a:gd name="T5" fmla="*/ 0 h 182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82"/>
                    <a:gd name="T11" fmla="*/ 81 w 81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82">
                      <a:moveTo>
                        <a:pt x="81" y="182"/>
                      </a:moveTo>
                      <a:lnTo>
                        <a:pt x="0" y="7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2" name="Freeform 596"/>
                <p:cNvSpPr>
                  <a:spLocks/>
                </p:cNvSpPr>
                <p:nvPr/>
              </p:nvSpPr>
              <p:spPr bwMode="auto">
                <a:xfrm>
                  <a:off x="290" y="136"/>
                  <a:ext cx="64" cy="100"/>
                </a:xfrm>
                <a:custGeom>
                  <a:avLst/>
                  <a:gdLst>
                    <a:gd name="T0" fmla="*/ 64 w 64"/>
                    <a:gd name="T1" fmla="*/ 0 h 100"/>
                    <a:gd name="T2" fmla="*/ 46 w 64"/>
                    <a:gd name="T3" fmla="*/ 54 h 100"/>
                    <a:gd name="T4" fmla="*/ 0 w 64"/>
                    <a:gd name="T5" fmla="*/ 100 h 100"/>
                    <a:gd name="T6" fmla="*/ 64 w 64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100"/>
                    <a:gd name="T14" fmla="*/ 64 w 64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100">
                      <a:moveTo>
                        <a:pt x="64" y="0"/>
                      </a:moveTo>
                      <a:lnTo>
                        <a:pt x="46" y="54"/>
                      </a:lnTo>
                      <a:lnTo>
                        <a:pt x="0" y="10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0046C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3" name="Freeform 597"/>
                <p:cNvSpPr>
                  <a:spLocks/>
                </p:cNvSpPr>
                <p:nvPr/>
              </p:nvSpPr>
              <p:spPr bwMode="auto">
                <a:xfrm>
                  <a:off x="290" y="136"/>
                  <a:ext cx="64" cy="100"/>
                </a:xfrm>
                <a:custGeom>
                  <a:avLst/>
                  <a:gdLst>
                    <a:gd name="T0" fmla="*/ 64 w 64"/>
                    <a:gd name="T1" fmla="*/ 0 h 100"/>
                    <a:gd name="T2" fmla="*/ 46 w 64"/>
                    <a:gd name="T3" fmla="*/ 54 h 100"/>
                    <a:gd name="T4" fmla="*/ 0 w 64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100"/>
                    <a:gd name="T11" fmla="*/ 64 w 64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100">
                      <a:moveTo>
                        <a:pt x="64" y="0"/>
                      </a:moveTo>
                      <a:lnTo>
                        <a:pt x="46" y="54"/>
                      </a:lnTo>
                      <a:lnTo>
                        <a:pt x="0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4" name="Freeform 598"/>
                <p:cNvSpPr>
                  <a:spLocks/>
                </p:cNvSpPr>
                <p:nvPr/>
              </p:nvSpPr>
              <p:spPr bwMode="auto">
                <a:xfrm>
                  <a:off x="336" y="109"/>
                  <a:ext cx="63" cy="81"/>
                </a:xfrm>
                <a:custGeom>
                  <a:avLst/>
                  <a:gdLst>
                    <a:gd name="T0" fmla="*/ 0 w 63"/>
                    <a:gd name="T1" fmla="*/ 81 h 81"/>
                    <a:gd name="T2" fmla="*/ 18 w 63"/>
                    <a:gd name="T3" fmla="*/ 27 h 81"/>
                    <a:gd name="T4" fmla="*/ 63 w 63"/>
                    <a:gd name="T5" fmla="*/ 0 h 81"/>
                    <a:gd name="T6" fmla="*/ 0 w 63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81"/>
                    <a:gd name="T14" fmla="*/ 63 w 63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81">
                      <a:moveTo>
                        <a:pt x="0" y="81"/>
                      </a:moveTo>
                      <a:lnTo>
                        <a:pt x="18" y="27"/>
                      </a:lnTo>
                      <a:lnTo>
                        <a:pt x="63" y="0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115AD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5" name="Freeform 599"/>
                <p:cNvSpPr>
                  <a:spLocks/>
                </p:cNvSpPr>
                <p:nvPr/>
              </p:nvSpPr>
              <p:spPr bwMode="auto">
                <a:xfrm>
                  <a:off x="336" y="109"/>
                  <a:ext cx="63" cy="81"/>
                </a:xfrm>
                <a:custGeom>
                  <a:avLst/>
                  <a:gdLst>
                    <a:gd name="T0" fmla="*/ 0 w 63"/>
                    <a:gd name="T1" fmla="*/ 81 h 81"/>
                    <a:gd name="T2" fmla="*/ 18 w 63"/>
                    <a:gd name="T3" fmla="*/ 27 h 81"/>
                    <a:gd name="T4" fmla="*/ 63 w 63"/>
                    <a:gd name="T5" fmla="*/ 0 h 81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81"/>
                    <a:gd name="T11" fmla="*/ 63 w 63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81">
                      <a:moveTo>
                        <a:pt x="0" y="81"/>
                      </a:moveTo>
                      <a:lnTo>
                        <a:pt x="18" y="27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6" name="Freeform 600"/>
                <p:cNvSpPr>
                  <a:spLocks/>
                </p:cNvSpPr>
                <p:nvPr/>
              </p:nvSpPr>
              <p:spPr bwMode="auto">
                <a:xfrm>
                  <a:off x="608" y="0"/>
                  <a:ext cx="54" cy="9"/>
                </a:xfrm>
                <a:custGeom>
                  <a:avLst/>
                  <a:gdLst>
                    <a:gd name="T0" fmla="*/ 0 w 54"/>
                    <a:gd name="T1" fmla="*/ 9 h 9"/>
                    <a:gd name="T2" fmla="*/ 54 w 54"/>
                    <a:gd name="T3" fmla="*/ 0 h 9"/>
                    <a:gd name="T4" fmla="*/ 54 w 54"/>
                    <a:gd name="T5" fmla="*/ 9 h 9"/>
                    <a:gd name="T6" fmla="*/ 0 w 54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9"/>
                    <a:gd name="T14" fmla="*/ 54 w 5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9">
                      <a:moveTo>
                        <a:pt x="0" y="9"/>
                      </a:moveTo>
                      <a:lnTo>
                        <a:pt x="54" y="0"/>
                      </a:lnTo>
                      <a:lnTo>
                        <a:pt x="54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19A5D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7" name="Freeform 601"/>
                <p:cNvSpPr>
                  <a:spLocks/>
                </p:cNvSpPr>
                <p:nvPr/>
              </p:nvSpPr>
              <p:spPr bwMode="auto">
                <a:xfrm>
                  <a:off x="608" y="0"/>
                  <a:ext cx="54" cy="9"/>
                </a:xfrm>
                <a:custGeom>
                  <a:avLst/>
                  <a:gdLst>
                    <a:gd name="T0" fmla="*/ 0 w 54"/>
                    <a:gd name="T1" fmla="*/ 9 h 9"/>
                    <a:gd name="T2" fmla="*/ 54 w 54"/>
                    <a:gd name="T3" fmla="*/ 0 h 9"/>
                    <a:gd name="T4" fmla="*/ 54 w 54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9"/>
                    <a:gd name="T11" fmla="*/ 54 w 5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9">
                      <a:moveTo>
                        <a:pt x="0" y="9"/>
                      </a:moveTo>
                      <a:lnTo>
                        <a:pt x="54" y="0"/>
                      </a:lnTo>
                      <a:lnTo>
                        <a:pt x="54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8" name="Freeform 602"/>
                <p:cNvSpPr>
                  <a:spLocks/>
                </p:cNvSpPr>
                <p:nvPr/>
              </p:nvSpPr>
              <p:spPr bwMode="auto">
                <a:xfrm>
                  <a:off x="662" y="0"/>
                  <a:ext cx="54" cy="9"/>
                </a:xfrm>
                <a:custGeom>
                  <a:avLst/>
                  <a:gdLst>
                    <a:gd name="T0" fmla="*/ 0 w 54"/>
                    <a:gd name="T1" fmla="*/ 0 h 9"/>
                    <a:gd name="T2" fmla="*/ 54 w 54"/>
                    <a:gd name="T3" fmla="*/ 9 h 9"/>
                    <a:gd name="T4" fmla="*/ 36 w 54"/>
                    <a:gd name="T5" fmla="*/ 9 h 9"/>
                    <a:gd name="T6" fmla="*/ 0 w 54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9"/>
                    <a:gd name="T14" fmla="*/ 54 w 5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9">
                      <a:moveTo>
                        <a:pt x="0" y="0"/>
                      </a:moveTo>
                      <a:lnTo>
                        <a:pt x="54" y="9"/>
                      </a:lnTo>
                      <a:lnTo>
                        <a:pt x="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BF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499" name="Freeform 603"/>
                <p:cNvSpPr>
                  <a:spLocks/>
                </p:cNvSpPr>
                <p:nvPr/>
              </p:nvSpPr>
              <p:spPr bwMode="auto">
                <a:xfrm>
                  <a:off x="662" y="0"/>
                  <a:ext cx="54" cy="9"/>
                </a:xfrm>
                <a:custGeom>
                  <a:avLst/>
                  <a:gdLst>
                    <a:gd name="T0" fmla="*/ 0 w 54"/>
                    <a:gd name="T1" fmla="*/ 0 h 9"/>
                    <a:gd name="T2" fmla="*/ 54 w 54"/>
                    <a:gd name="T3" fmla="*/ 9 h 9"/>
                    <a:gd name="T4" fmla="*/ 36 w 54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9"/>
                    <a:gd name="T11" fmla="*/ 54 w 5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9">
                      <a:moveTo>
                        <a:pt x="0" y="0"/>
                      </a:moveTo>
                      <a:lnTo>
                        <a:pt x="54" y="9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0" name="Freeform 604"/>
                <p:cNvSpPr>
                  <a:spLocks/>
                </p:cNvSpPr>
                <p:nvPr/>
              </p:nvSpPr>
              <p:spPr bwMode="auto">
                <a:xfrm>
                  <a:off x="662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0 w 36"/>
                    <a:gd name="T3" fmla="*/ 9 h 9"/>
                    <a:gd name="T4" fmla="*/ 0 w 36"/>
                    <a:gd name="T5" fmla="*/ 0 h 9"/>
                    <a:gd name="T6" fmla="*/ 36 w 3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36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36" y="9"/>
                      </a:lnTo>
                      <a:close/>
                    </a:path>
                  </a:pathLst>
                </a:custGeom>
                <a:solidFill>
                  <a:srgbClr val="3ABFD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1" name="Freeform 605"/>
                <p:cNvSpPr>
                  <a:spLocks/>
                </p:cNvSpPr>
                <p:nvPr/>
              </p:nvSpPr>
              <p:spPr bwMode="auto">
                <a:xfrm>
                  <a:off x="662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0 w 36"/>
                    <a:gd name="T3" fmla="*/ 9 h 9"/>
                    <a:gd name="T4" fmla="*/ 0 w 36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36" y="9"/>
                      </a:move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2" name="Freeform 606"/>
                <p:cNvSpPr>
                  <a:spLocks/>
                </p:cNvSpPr>
                <p:nvPr/>
              </p:nvSpPr>
              <p:spPr bwMode="auto">
                <a:xfrm>
                  <a:off x="871" y="81"/>
                  <a:ext cx="45" cy="46"/>
                </a:xfrm>
                <a:custGeom>
                  <a:avLst/>
                  <a:gdLst>
                    <a:gd name="T0" fmla="*/ 9 w 45"/>
                    <a:gd name="T1" fmla="*/ 0 h 46"/>
                    <a:gd name="T2" fmla="*/ 45 w 45"/>
                    <a:gd name="T3" fmla="*/ 46 h 46"/>
                    <a:gd name="T4" fmla="*/ 0 w 45"/>
                    <a:gd name="T5" fmla="*/ 19 h 46"/>
                    <a:gd name="T6" fmla="*/ 9 w 45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46"/>
                    <a:gd name="T14" fmla="*/ 45 w 45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46">
                      <a:moveTo>
                        <a:pt x="9" y="0"/>
                      </a:moveTo>
                      <a:lnTo>
                        <a:pt x="45" y="46"/>
                      </a:lnTo>
                      <a:lnTo>
                        <a:pt x="0" y="19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C5FE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3" name="Freeform 607"/>
                <p:cNvSpPr>
                  <a:spLocks/>
                </p:cNvSpPr>
                <p:nvPr/>
              </p:nvSpPr>
              <p:spPr bwMode="auto">
                <a:xfrm>
                  <a:off x="871" y="81"/>
                  <a:ext cx="45" cy="46"/>
                </a:xfrm>
                <a:custGeom>
                  <a:avLst/>
                  <a:gdLst>
                    <a:gd name="T0" fmla="*/ 9 w 45"/>
                    <a:gd name="T1" fmla="*/ 0 h 46"/>
                    <a:gd name="T2" fmla="*/ 45 w 45"/>
                    <a:gd name="T3" fmla="*/ 46 h 46"/>
                    <a:gd name="T4" fmla="*/ 0 w 45"/>
                    <a:gd name="T5" fmla="*/ 19 h 46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46"/>
                    <a:gd name="T11" fmla="*/ 45 w 45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46">
                      <a:moveTo>
                        <a:pt x="9" y="0"/>
                      </a:moveTo>
                      <a:lnTo>
                        <a:pt x="45" y="46"/>
                      </a:lnTo>
                      <a:lnTo>
                        <a:pt x="0" y="1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4" name="Freeform 608"/>
                <p:cNvSpPr>
                  <a:spLocks/>
                </p:cNvSpPr>
                <p:nvPr/>
              </p:nvSpPr>
              <p:spPr bwMode="auto">
                <a:xfrm>
                  <a:off x="843" y="63"/>
                  <a:ext cx="37" cy="37"/>
                </a:xfrm>
                <a:custGeom>
                  <a:avLst/>
                  <a:gdLst>
                    <a:gd name="T0" fmla="*/ 28 w 37"/>
                    <a:gd name="T1" fmla="*/ 37 h 37"/>
                    <a:gd name="T2" fmla="*/ 0 w 37"/>
                    <a:gd name="T3" fmla="*/ 0 h 37"/>
                    <a:gd name="T4" fmla="*/ 37 w 37"/>
                    <a:gd name="T5" fmla="*/ 18 h 37"/>
                    <a:gd name="T6" fmla="*/ 28 w 37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37"/>
                    <a:gd name="T14" fmla="*/ 37 w 37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37">
                      <a:moveTo>
                        <a:pt x="28" y="37"/>
                      </a:moveTo>
                      <a:lnTo>
                        <a:pt x="0" y="0"/>
                      </a:lnTo>
                      <a:lnTo>
                        <a:pt x="37" y="18"/>
                      </a:lnTo>
                      <a:lnTo>
                        <a:pt x="28" y="37"/>
                      </a:lnTo>
                      <a:close/>
                    </a:path>
                  </a:pathLst>
                </a:custGeom>
                <a:solidFill>
                  <a:srgbClr val="C5FE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5" name="Freeform 609"/>
                <p:cNvSpPr>
                  <a:spLocks/>
                </p:cNvSpPr>
                <p:nvPr/>
              </p:nvSpPr>
              <p:spPr bwMode="auto">
                <a:xfrm>
                  <a:off x="843" y="63"/>
                  <a:ext cx="37" cy="37"/>
                </a:xfrm>
                <a:custGeom>
                  <a:avLst/>
                  <a:gdLst>
                    <a:gd name="T0" fmla="*/ 28 w 37"/>
                    <a:gd name="T1" fmla="*/ 37 h 37"/>
                    <a:gd name="T2" fmla="*/ 0 w 37"/>
                    <a:gd name="T3" fmla="*/ 0 h 37"/>
                    <a:gd name="T4" fmla="*/ 37 w 37"/>
                    <a:gd name="T5" fmla="*/ 18 h 37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37"/>
                    <a:gd name="T11" fmla="*/ 37 w 3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37">
                      <a:moveTo>
                        <a:pt x="28" y="37"/>
                      </a:moveTo>
                      <a:lnTo>
                        <a:pt x="0" y="0"/>
                      </a:lnTo>
                      <a:lnTo>
                        <a:pt x="37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6" name="Freeform 610"/>
                <p:cNvSpPr>
                  <a:spLocks/>
                </p:cNvSpPr>
                <p:nvPr/>
              </p:nvSpPr>
              <p:spPr bwMode="auto">
                <a:xfrm>
                  <a:off x="961" y="199"/>
                  <a:ext cx="37" cy="64"/>
                </a:xfrm>
                <a:custGeom>
                  <a:avLst/>
                  <a:gdLst>
                    <a:gd name="T0" fmla="*/ 37 w 37"/>
                    <a:gd name="T1" fmla="*/ 0 h 64"/>
                    <a:gd name="T2" fmla="*/ 37 w 37"/>
                    <a:gd name="T3" fmla="*/ 64 h 64"/>
                    <a:gd name="T4" fmla="*/ 0 w 37"/>
                    <a:gd name="T5" fmla="*/ 18 h 64"/>
                    <a:gd name="T6" fmla="*/ 37 w 37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64"/>
                    <a:gd name="T14" fmla="*/ 37 w 37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64">
                      <a:moveTo>
                        <a:pt x="37" y="0"/>
                      </a:moveTo>
                      <a:lnTo>
                        <a:pt x="37" y="64"/>
                      </a:lnTo>
                      <a:lnTo>
                        <a:pt x="0" y="18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E9F7C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7" name="Freeform 611"/>
                <p:cNvSpPr>
                  <a:spLocks/>
                </p:cNvSpPr>
                <p:nvPr/>
              </p:nvSpPr>
              <p:spPr bwMode="auto">
                <a:xfrm>
                  <a:off x="961" y="199"/>
                  <a:ext cx="37" cy="64"/>
                </a:xfrm>
                <a:custGeom>
                  <a:avLst/>
                  <a:gdLst>
                    <a:gd name="T0" fmla="*/ 37 w 37"/>
                    <a:gd name="T1" fmla="*/ 0 h 64"/>
                    <a:gd name="T2" fmla="*/ 37 w 37"/>
                    <a:gd name="T3" fmla="*/ 64 h 64"/>
                    <a:gd name="T4" fmla="*/ 0 w 37"/>
                    <a:gd name="T5" fmla="*/ 18 h 64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64"/>
                    <a:gd name="T11" fmla="*/ 37 w 37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64">
                      <a:moveTo>
                        <a:pt x="37" y="0"/>
                      </a:moveTo>
                      <a:lnTo>
                        <a:pt x="37" y="64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8" name="Freeform 612"/>
                <p:cNvSpPr>
                  <a:spLocks/>
                </p:cNvSpPr>
                <p:nvPr/>
              </p:nvSpPr>
              <p:spPr bwMode="auto">
                <a:xfrm>
                  <a:off x="952" y="163"/>
                  <a:ext cx="46" cy="54"/>
                </a:xfrm>
                <a:custGeom>
                  <a:avLst/>
                  <a:gdLst>
                    <a:gd name="T0" fmla="*/ 9 w 46"/>
                    <a:gd name="T1" fmla="*/ 54 h 54"/>
                    <a:gd name="T2" fmla="*/ 0 w 46"/>
                    <a:gd name="T3" fmla="*/ 0 h 54"/>
                    <a:gd name="T4" fmla="*/ 46 w 46"/>
                    <a:gd name="T5" fmla="*/ 36 h 54"/>
                    <a:gd name="T6" fmla="*/ 9 w 46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54"/>
                    <a:gd name="T14" fmla="*/ 46 w 4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54">
                      <a:moveTo>
                        <a:pt x="9" y="54"/>
                      </a:moveTo>
                      <a:lnTo>
                        <a:pt x="0" y="0"/>
                      </a:lnTo>
                      <a:lnTo>
                        <a:pt x="46" y="36"/>
                      </a:lnTo>
                      <a:lnTo>
                        <a:pt x="9" y="54"/>
                      </a:lnTo>
                      <a:close/>
                    </a:path>
                  </a:pathLst>
                </a:custGeom>
                <a:solidFill>
                  <a:srgbClr val="E9F7C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09" name="Freeform 613"/>
                <p:cNvSpPr>
                  <a:spLocks/>
                </p:cNvSpPr>
                <p:nvPr/>
              </p:nvSpPr>
              <p:spPr bwMode="auto">
                <a:xfrm>
                  <a:off x="952" y="163"/>
                  <a:ext cx="46" cy="54"/>
                </a:xfrm>
                <a:custGeom>
                  <a:avLst/>
                  <a:gdLst>
                    <a:gd name="T0" fmla="*/ 9 w 46"/>
                    <a:gd name="T1" fmla="*/ 54 h 54"/>
                    <a:gd name="T2" fmla="*/ 0 w 46"/>
                    <a:gd name="T3" fmla="*/ 0 h 54"/>
                    <a:gd name="T4" fmla="*/ 46 w 46"/>
                    <a:gd name="T5" fmla="*/ 36 h 54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54"/>
                    <a:gd name="T11" fmla="*/ 46 w 4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54">
                      <a:moveTo>
                        <a:pt x="9" y="54"/>
                      </a:moveTo>
                      <a:lnTo>
                        <a:pt x="0" y="0"/>
                      </a:lnTo>
                      <a:lnTo>
                        <a:pt x="46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0" name="Freeform 614"/>
                <p:cNvSpPr>
                  <a:spLocks/>
                </p:cNvSpPr>
                <p:nvPr/>
              </p:nvSpPr>
              <p:spPr bwMode="auto">
                <a:xfrm>
                  <a:off x="1043" y="435"/>
                  <a:ext cx="82" cy="82"/>
                </a:xfrm>
                <a:custGeom>
                  <a:avLst/>
                  <a:gdLst>
                    <a:gd name="T0" fmla="*/ 82 w 82"/>
                    <a:gd name="T1" fmla="*/ 0 h 82"/>
                    <a:gd name="T2" fmla="*/ 45 w 82"/>
                    <a:gd name="T3" fmla="*/ 82 h 82"/>
                    <a:gd name="T4" fmla="*/ 0 w 82"/>
                    <a:gd name="T5" fmla="*/ 18 h 82"/>
                    <a:gd name="T6" fmla="*/ 82 w 82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82"/>
                    <a:gd name="T14" fmla="*/ 82 w 82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82">
                      <a:moveTo>
                        <a:pt x="82" y="0"/>
                      </a:moveTo>
                      <a:lnTo>
                        <a:pt x="45" y="82"/>
                      </a:lnTo>
                      <a:lnTo>
                        <a:pt x="0" y="18"/>
                      </a:lnTo>
                      <a:lnTo>
                        <a:pt x="82" y="0"/>
                      </a:lnTo>
                      <a:close/>
                    </a:path>
                  </a:pathLst>
                </a:custGeom>
                <a:solidFill>
                  <a:srgbClr val="F1DBB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1" name="Freeform 615"/>
                <p:cNvSpPr>
                  <a:spLocks/>
                </p:cNvSpPr>
                <p:nvPr/>
              </p:nvSpPr>
              <p:spPr bwMode="auto">
                <a:xfrm>
                  <a:off x="1043" y="435"/>
                  <a:ext cx="82" cy="82"/>
                </a:xfrm>
                <a:custGeom>
                  <a:avLst/>
                  <a:gdLst>
                    <a:gd name="T0" fmla="*/ 82 w 82"/>
                    <a:gd name="T1" fmla="*/ 0 h 82"/>
                    <a:gd name="T2" fmla="*/ 45 w 82"/>
                    <a:gd name="T3" fmla="*/ 82 h 82"/>
                    <a:gd name="T4" fmla="*/ 0 w 82"/>
                    <a:gd name="T5" fmla="*/ 18 h 82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82"/>
                    <a:gd name="T11" fmla="*/ 82 w 82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82">
                      <a:moveTo>
                        <a:pt x="82" y="0"/>
                      </a:moveTo>
                      <a:lnTo>
                        <a:pt x="45" y="82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2" name="Freeform 616"/>
                <p:cNvSpPr>
                  <a:spLocks/>
                </p:cNvSpPr>
                <p:nvPr/>
              </p:nvSpPr>
              <p:spPr bwMode="auto">
                <a:xfrm>
                  <a:off x="1043" y="372"/>
                  <a:ext cx="82" cy="81"/>
                </a:xfrm>
                <a:custGeom>
                  <a:avLst/>
                  <a:gdLst>
                    <a:gd name="T0" fmla="*/ 0 w 82"/>
                    <a:gd name="T1" fmla="*/ 81 h 81"/>
                    <a:gd name="T2" fmla="*/ 45 w 82"/>
                    <a:gd name="T3" fmla="*/ 0 h 81"/>
                    <a:gd name="T4" fmla="*/ 82 w 82"/>
                    <a:gd name="T5" fmla="*/ 63 h 81"/>
                    <a:gd name="T6" fmla="*/ 0 w 82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81"/>
                    <a:gd name="T14" fmla="*/ 82 w 82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81">
                      <a:moveTo>
                        <a:pt x="0" y="81"/>
                      </a:moveTo>
                      <a:lnTo>
                        <a:pt x="45" y="0"/>
                      </a:lnTo>
                      <a:lnTo>
                        <a:pt x="82" y="63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F1DBB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3" name="Freeform 617"/>
                <p:cNvSpPr>
                  <a:spLocks/>
                </p:cNvSpPr>
                <p:nvPr/>
              </p:nvSpPr>
              <p:spPr bwMode="auto">
                <a:xfrm>
                  <a:off x="1043" y="372"/>
                  <a:ext cx="82" cy="81"/>
                </a:xfrm>
                <a:custGeom>
                  <a:avLst/>
                  <a:gdLst>
                    <a:gd name="T0" fmla="*/ 0 w 82"/>
                    <a:gd name="T1" fmla="*/ 81 h 81"/>
                    <a:gd name="T2" fmla="*/ 45 w 82"/>
                    <a:gd name="T3" fmla="*/ 0 h 81"/>
                    <a:gd name="T4" fmla="*/ 82 w 82"/>
                    <a:gd name="T5" fmla="*/ 63 h 81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81"/>
                    <a:gd name="T11" fmla="*/ 82 w 82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81">
                      <a:moveTo>
                        <a:pt x="0" y="81"/>
                      </a:moveTo>
                      <a:lnTo>
                        <a:pt x="45" y="0"/>
                      </a:lnTo>
                      <a:lnTo>
                        <a:pt x="82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4" name="Freeform 618"/>
                <p:cNvSpPr>
                  <a:spLocks/>
                </p:cNvSpPr>
                <p:nvPr/>
              </p:nvSpPr>
              <p:spPr bwMode="auto">
                <a:xfrm>
                  <a:off x="553" y="9"/>
                  <a:ext cx="64" cy="9"/>
                </a:xfrm>
                <a:custGeom>
                  <a:avLst/>
                  <a:gdLst>
                    <a:gd name="T0" fmla="*/ 0 w 64"/>
                    <a:gd name="T1" fmla="*/ 9 h 9"/>
                    <a:gd name="T2" fmla="*/ 55 w 64"/>
                    <a:gd name="T3" fmla="*/ 0 h 9"/>
                    <a:gd name="T4" fmla="*/ 64 w 64"/>
                    <a:gd name="T5" fmla="*/ 0 h 9"/>
                    <a:gd name="T6" fmla="*/ 0 w 64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"/>
                    <a:gd name="T14" fmla="*/ 64 w 6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">
                      <a:moveTo>
                        <a:pt x="0" y="9"/>
                      </a:moveTo>
                      <a:lnTo>
                        <a:pt x="55" y="0"/>
                      </a:lnTo>
                      <a:lnTo>
                        <a:pt x="64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1099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5" name="Freeform 619"/>
                <p:cNvSpPr>
                  <a:spLocks/>
                </p:cNvSpPr>
                <p:nvPr/>
              </p:nvSpPr>
              <p:spPr bwMode="auto">
                <a:xfrm>
                  <a:off x="553" y="9"/>
                  <a:ext cx="64" cy="9"/>
                </a:xfrm>
                <a:custGeom>
                  <a:avLst/>
                  <a:gdLst>
                    <a:gd name="T0" fmla="*/ 0 w 64"/>
                    <a:gd name="T1" fmla="*/ 9 h 9"/>
                    <a:gd name="T2" fmla="*/ 55 w 64"/>
                    <a:gd name="T3" fmla="*/ 0 h 9"/>
                    <a:gd name="T4" fmla="*/ 64 w 64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"/>
                    <a:gd name="T11" fmla="*/ 64 w 6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">
                      <a:moveTo>
                        <a:pt x="0" y="9"/>
                      </a:moveTo>
                      <a:lnTo>
                        <a:pt x="55" y="0"/>
                      </a:lnTo>
                      <a:lnTo>
                        <a:pt x="6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6" name="Line 620"/>
                <p:cNvSpPr>
                  <a:spLocks noChangeShapeType="1"/>
                </p:cNvSpPr>
                <p:nvPr/>
              </p:nvSpPr>
              <p:spPr bwMode="auto">
                <a:xfrm>
                  <a:off x="608" y="9"/>
                  <a:ext cx="54" cy="1"/>
                </a:xfrm>
                <a:prstGeom prst="line">
                  <a:avLst/>
                </a:prstGeom>
                <a:noFill/>
                <a:ln w="0">
                  <a:solidFill>
                    <a:srgbClr val="19A5D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7" name="Freeform 621"/>
                <p:cNvSpPr>
                  <a:spLocks/>
                </p:cNvSpPr>
                <p:nvPr/>
              </p:nvSpPr>
              <p:spPr bwMode="auto">
                <a:xfrm>
                  <a:off x="608" y="9"/>
                  <a:ext cx="54" cy="1"/>
                </a:xfrm>
                <a:custGeom>
                  <a:avLst/>
                  <a:gdLst>
                    <a:gd name="T0" fmla="*/ 54 w 54"/>
                    <a:gd name="T1" fmla="*/ 0 h 1"/>
                    <a:gd name="T2" fmla="*/ 9 w 54"/>
                    <a:gd name="T3" fmla="*/ 0 h 1"/>
                    <a:gd name="T4" fmla="*/ 0 w 54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1"/>
                    <a:gd name="T11" fmla="*/ 54 w 54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1">
                      <a:moveTo>
                        <a:pt x="54" y="0"/>
                      </a:moveTo>
                      <a:lnTo>
                        <a:pt x="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8" name="Freeform 622"/>
                <p:cNvSpPr>
                  <a:spLocks/>
                </p:cNvSpPr>
                <p:nvPr/>
              </p:nvSpPr>
              <p:spPr bwMode="auto">
                <a:xfrm>
                  <a:off x="716" y="9"/>
                  <a:ext cx="55" cy="18"/>
                </a:xfrm>
                <a:custGeom>
                  <a:avLst/>
                  <a:gdLst>
                    <a:gd name="T0" fmla="*/ 0 w 55"/>
                    <a:gd name="T1" fmla="*/ 0 h 18"/>
                    <a:gd name="T2" fmla="*/ 55 w 55"/>
                    <a:gd name="T3" fmla="*/ 18 h 18"/>
                    <a:gd name="T4" fmla="*/ 28 w 55"/>
                    <a:gd name="T5" fmla="*/ 18 h 18"/>
                    <a:gd name="T6" fmla="*/ 0 w 55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8"/>
                    <a:gd name="T14" fmla="*/ 55 w 5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8">
                      <a:moveTo>
                        <a:pt x="0" y="0"/>
                      </a:moveTo>
                      <a:lnTo>
                        <a:pt x="55" y="18"/>
                      </a:lnTo>
                      <a:lnTo>
                        <a:pt x="28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EDE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19" name="Freeform 623"/>
                <p:cNvSpPr>
                  <a:spLocks/>
                </p:cNvSpPr>
                <p:nvPr/>
              </p:nvSpPr>
              <p:spPr bwMode="auto">
                <a:xfrm>
                  <a:off x="716" y="9"/>
                  <a:ext cx="55" cy="18"/>
                </a:xfrm>
                <a:custGeom>
                  <a:avLst/>
                  <a:gdLst>
                    <a:gd name="T0" fmla="*/ 0 w 55"/>
                    <a:gd name="T1" fmla="*/ 0 h 18"/>
                    <a:gd name="T2" fmla="*/ 55 w 55"/>
                    <a:gd name="T3" fmla="*/ 18 h 18"/>
                    <a:gd name="T4" fmla="*/ 28 w 55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8"/>
                    <a:gd name="T11" fmla="*/ 55 w 5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8">
                      <a:moveTo>
                        <a:pt x="0" y="0"/>
                      </a:moveTo>
                      <a:lnTo>
                        <a:pt x="55" y="18"/>
                      </a:lnTo>
                      <a:lnTo>
                        <a:pt x="28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0" name="Freeform 624"/>
                <p:cNvSpPr>
                  <a:spLocks/>
                </p:cNvSpPr>
                <p:nvPr/>
              </p:nvSpPr>
              <p:spPr bwMode="auto">
                <a:xfrm>
                  <a:off x="698" y="9"/>
                  <a:ext cx="46" cy="18"/>
                </a:xfrm>
                <a:custGeom>
                  <a:avLst/>
                  <a:gdLst>
                    <a:gd name="T0" fmla="*/ 46 w 46"/>
                    <a:gd name="T1" fmla="*/ 18 h 18"/>
                    <a:gd name="T2" fmla="*/ 0 w 46"/>
                    <a:gd name="T3" fmla="*/ 0 h 18"/>
                    <a:gd name="T4" fmla="*/ 18 w 46"/>
                    <a:gd name="T5" fmla="*/ 0 h 18"/>
                    <a:gd name="T6" fmla="*/ 46 w 4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46" y="18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46" y="18"/>
                      </a:lnTo>
                      <a:close/>
                    </a:path>
                  </a:pathLst>
                </a:custGeom>
                <a:solidFill>
                  <a:srgbClr val="6EDE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1" name="Freeform 625"/>
                <p:cNvSpPr>
                  <a:spLocks/>
                </p:cNvSpPr>
                <p:nvPr/>
              </p:nvSpPr>
              <p:spPr bwMode="auto">
                <a:xfrm>
                  <a:off x="698" y="9"/>
                  <a:ext cx="46" cy="18"/>
                </a:xfrm>
                <a:custGeom>
                  <a:avLst/>
                  <a:gdLst>
                    <a:gd name="T0" fmla="*/ 46 w 46"/>
                    <a:gd name="T1" fmla="*/ 18 h 18"/>
                    <a:gd name="T2" fmla="*/ 0 w 46"/>
                    <a:gd name="T3" fmla="*/ 0 h 18"/>
                    <a:gd name="T4" fmla="*/ 18 w 46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46" y="18"/>
                      </a:moveTo>
                      <a:lnTo>
                        <a:pt x="0" y="0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2" name="Freeform 626"/>
                <p:cNvSpPr>
                  <a:spLocks/>
                </p:cNvSpPr>
                <p:nvPr/>
              </p:nvSpPr>
              <p:spPr bwMode="auto">
                <a:xfrm>
                  <a:off x="399" y="45"/>
                  <a:ext cx="73" cy="64"/>
                </a:xfrm>
                <a:custGeom>
                  <a:avLst/>
                  <a:gdLst>
                    <a:gd name="T0" fmla="*/ 73 w 73"/>
                    <a:gd name="T1" fmla="*/ 0 h 64"/>
                    <a:gd name="T2" fmla="*/ 36 w 73"/>
                    <a:gd name="T3" fmla="*/ 36 h 64"/>
                    <a:gd name="T4" fmla="*/ 0 w 73"/>
                    <a:gd name="T5" fmla="*/ 64 h 64"/>
                    <a:gd name="T6" fmla="*/ 73 w 73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64"/>
                    <a:gd name="T14" fmla="*/ 73 w 73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64">
                      <a:moveTo>
                        <a:pt x="73" y="0"/>
                      </a:moveTo>
                      <a:lnTo>
                        <a:pt x="36" y="36"/>
                      </a:lnTo>
                      <a:lnTo>
                        <a:pt x="0" y="64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0059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3" name="Freeform 627"/>
                <p:cNvSpPr>
                  <a:spLocks/>
                </p:cNvSpPr>
                <p:nvPr/>
              </p:nvSpPr>
              <p:spPr bwMode="auto">
                <a:xfrm>
                  <a:off x="399" y="45"/>
                  <a:ext cx="73" cy="64"/>
                </a:xfrm>
                <a:custGeom>
                  <a:avLst/>
                  <a:gdLst>
                    <a:gd name="T0" fmla="*/ 73 w 73"/>
                    <a:gd name="T1" fmla="*/ 0 h 64"/>
                    <a:gd name="T2" fmla="*/ 36 w 73"/>
                    <a:gd name="T3" fmla="*/ 36 h 64"/>
                    <a:gd name="T4" fmla="*/ 0 w 73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64"/>
                    <a:gd name="T11" fmla="*/ 73 w 73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64">
                      <a:moveTo>
                        <a:pt x="73" y="0"/>
                      </a:moveTo>
                      <a:lnTo>
                        <a:pt x="36" y="36"/>
                      </a:lnTo>
                      <a:lnTo>
                        <a:pt x="0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524" name="Freeform 628"/>
                <p:cNvSpPr>
                  <a:spLocks/>
                </p:cNvSpPr>
                <p:nvPr/>
              </p:nvSpPr>
              <p:spPr bwMode="auto">
                <a:xfrm>
                  <a:off x="435" y="36"/>
                  <a:ext cx="73" cy="45"/>
                </a:xfrm>
                <a:custGeom>
                  <a:avLst/>
                  <a:gdLst>
                    <a:gd name="T0" fmla="*/ 0 w 73"/>
                    <a:gd name="T1" fmla="*/ 45 h 45"/>
                    <a:gd name="T2" fmla="*/ 37 w 73"/>
                    <a:gd name="T3" fmla="*/ 9 h 45"/>
                    <a:gd name="T4" fmla="*/ 73 w 73"/>
                    <a:gd name="T5" fmla="*/ 0 h 45"/>
                    <a:gd name="T6" fmla="*/ 0 w 73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45"/>
                    <a:gd name="T14" fmla="*/ 73 w 7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45">
                      <a:moveTo>
                        <a:pt x="0" y="45"/>
                      </a:moveTo>
                      <a:lnTo>
                        <a:pt x="37" y="9"/>
                      </a:lnTo>
                      <a:lnTo>
                        <a:pt x="73" y="0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127A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3" name="Group 629"/>
              <p:cNvGrpSpPr>
                <a:grpSpLocks/>
              </p:cNvGrpSpPr>
              <p:nvPr/>
            </p:nvGrpSpPr>
            <p:grpSpPr bwMode="auto">
              <a:xfrm>
                <a:off x="209" y="9"/>
                <a:ext cx="1106" cy="1524"/>
                <a:chOff x="0" y="0"/>
                <a:chExt cx="1106" cy="1524"/>
              </a:xfrm>
            </p:grpSpPr>
            <p:sp>
              <p:nvSpPr>
                <p:cNvPr id="26125" name="Freeform 630"/>
                <p:cNvSpPr>
                  <a:spLocks/>
                </p:cNvSpPr>
                <p:nvPr/>
              </p:nvSpPr>
              <p:spPr bwMode="auto">
                <a:xfrm>
                  <a:off x="344" y="27"/>
                  <a:ext cx="73" cy="45"/>
                </a:xfrm>
                <a:custGeom>
                  <a:avLst/>
                  <a:gdLst>
                    <a:gd name="T0" fmla="*/ 0 w 73"/>
                    <a:gd name="T1" fmla="*/ 45 h 45"/>
                    <a:gd name="T2" fmla="*/ 37 w 73"/>
                    <a:gd name="T3" fmla="*/ 9 h 45"/>
                    <a:gd name="T4" fmla="*/ 73 w 73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45"/>
                    <a:gd name="T11" fmla="*/ 73 w 73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45">
                      <a:moveTo>
                        <a:pt x="0" y="45"/>
                      </a:moveTo>
                      <a:lnTo>
                        <a:pt x="37" y="9"/>
                      </a:lnTo>
                      <a:lnTo>
                        <a:pt x="7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6" name="Freeform 631"/>
                <p:cNvSpPr>
                  <a:spLocks/>
                </p:cNvSpPr>
                <p:nvPr/>
              </p:nvSpPr>
              <p:spPr bwMode="auto">
                <a:xfrm>
                  <a:off x="381" y="9"/>
                  <a:ext cx="81" cy="27"/>
                </a:xfrm>
                <a:custGeom>
                  <a:avLst/>
                  <a:gdLst>
                    <a:gd name="T0" fmla="*/ 81 w 81"/>
                    <a:gd name="T1" fmla="*/ 0 h 27"/>
                    <a:gd name="T2" fmla="*/ 36 w 81"/>
                    <a:gd name="T3" fmla="*/ 18 h 27"/>
                    <a:gd name="T4" fmla="*/ 0 w 81"/>
                    <a:gd name="T5" fmla="*/ 27 h 27"/>
                    <a:gd name="T6" fmla="*/ 81 w 81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27"/>
                    <a:gd name="T14" fmla="*/ 81 w 81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27">
                      <a:moveTo>
                        <a:pt x="81" y="0"/>
                      </a:moveTo>
                      <a:lnTo>
                        <a:pt x="36" y="18"/>
                      </a:lnTo>
                      <a:lnTo>
                        <a:pt x="0" y="27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006D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7" name="Freeform 632"/>
                <p:cNvSpPr>
                  <a:spLocks/>
                </p:cNvSpPr>
                <p:nvPr/>
              </p:nvSpPr>
              <p:spPr bwMode="auto">
                <a:xfrm>
                  <a:off x="381" y="9"/>
                  <a:ext cx="81" cy="27"/>
                </a:xfrm>
                <a:custGeom>
                  <a:avLst/>
                  <a:gdLst>
                    <a:gd name="T0" fmla="*/ 81 w 81"/>
                    <a:gd name="T1" fmla="*/ 0 h 27"/>
                    <a:gd name="T2" fmla="*/ 36 w 81"/>
                    <a:gd name="T3" fmla="*/ 18 h 27"/>
                    <a:gd name="T4" fmla="*/ 0 w 81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27"/>
                    <a:gd name="T11" fmla="*/ 81 w 81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27">
                      <a:moveTo>
                        <a:pt x="81" y="0"/>
                      </a:moveTo>
                      <a:lnTo>
                        <a:pt x="36" y="18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8" name="Freeform 633"/>
                <p:cNvSpPr>
                  <a:spLocks/>
                </p:cNvSpPr>
                <p:nvPr/>
              </p:nvSpPr>
              <p:spPr bwMode="auto">
                <a:xfrm>
                  <a:off x="870" y="1243"/>
                  <a:ext cx="227" cy="118"/>
                </a:xfrm>
                <a:custGeom>
                  <a:avLst/>
                  <a:gdLst>
                    <a:gd name="T0" fmla="*/ 227 w 227"/>
                    <a:gd name="T1" fmla="*/ 18 h 118"/>
                    <a:gd name="T2" fmla="*/ 9 w 227"/>
                    <a:gd name="T3" fmla="*/ 118 h 118"/>
                    <a:gd name="T4" fmla="*/ 0 w 227"/>
                    <a:gd name="T5" fmla="*/ 0 h 118"/>
                    <a:gd name="T6" fmla="*/ 227 w 227"/>
                    <a:gd name="T7" fmla="*/ 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7"/>
                    <a:gd name="T13" fmla="*/ 0 h 118"/>
                    <a:gd name="T14" fmla="*/ 227 w 227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7" h="118">
                      <a:moveTo>
                        <a:pt x="227" y="18"/>
                      </a:moveTo>
                      <a:lnTo>
                        <a:pt x="9" y="118"/>
                      </a:lnTo>
                      <a:lnTo>
                        <a:pt x="0" y="0"/>
                      </a:lnTo>
                      <a:lnTo>
                        <a:pt x="227" y="18"/>
                      </a:lnTo>
                      <a:close/>
                    </a:path>
                  </a:pathLst>
                </a:custGeom>
                <a:solidFill>
                  <a:srgbClr val="D4A3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9" name="Freeform 634"/>
                <p:cNvSpPr>
                  <a:spLocks/>
                </p:cNvSpPr>
                <p:nvPr/>
              </p:nvSpPr>
              <p:spPr bwMode="auto">
                <a:xfrm>
                  <a:off x="870" y="1243"/>
                  <a:ext cx="227" cy="118"/>
                </a:xfrm>
                <a:custGeom>
                  <a:avLst/>
                  <a:gdLst>
                    <a:gd name="T0" fmla="*/ 227 w 227"/>
                    <a:gd name="T1" fmla="*/ 18 h 118"/>
                    <a:gd name="T2" fmla="*/ 9 w 227"/>
                    <a:gd name="T3" fmla="*/ 118 h 118"/>
                    <a:gd name="T4" fmla="*/ 0 w 227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18"/>
                    <a:gd name="T11" fmla="*/ 227 w 227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18">
                      <a:moveTo>
                        <a:pt x="227" y="18"/>
                      </a:moveTo>
                      <a:lnTo>
                        <a:pt x="9" y="1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0" name="Freeform 635"/>
                <p:cNvSpPr>
                  <a:spLocks/>
                </p:cNvSpPr>
                <p:nvPr/>
              </p:nvSpPr>
              <p:spPr bwMode="auto">
                <a:xfrm>
                  <a:off x="870" y="1152"/>
                  <a:ext cx="227" cy="109"/>
                </a:xfrm>
                <a:custGeom>
                  <a:avLst/>
                  <a:gdLst>
                    <a:gd name="T0" fmla="*/ 0 w 227"/>
                    <a:gd name="T1" fmla="*/ 91 h 109"/>
                    <a:gd name="T2" fmla="*/ 200 w 227"/>
                    <a:gd name="T3" fmla="*/ 0 h 109"/>
                    <a:gd name="T4" fmla="*/ 227 w 227"/>
                    <a:gd name="T5" fmla="*/ 109 h 109"/>
                    <a:gd name="T6" fmla="*/ 0 w 227"/>
                    <a:gd name="T7" fmla="*/ 91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7"/>
                    <a:gd name="T13" fmla="*/ 0 h 109"/>
                    <a:gd name="T14" fmla="*/ 227 w 227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7" h="109">
                      <a:moveTo>
                        <a:pt x="0" y="91"/>
                      </a:moveTo>
                      <a:lnTo>
                        <a:pt x="200" y="0"/>
                      </a:lnTo>
                      <a:lnTo>
                        <a:pt x="227" y="109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D4A3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1" name="Freeform 636"/>
                <p:cNvSpPr>
                  <a:spLocks/>
                </p:cNvSpPr>
                <p:nvPr/>
              </p:nvSpPr>
              <p:spPr bwMode="auto">
                <a:xfrm>
                  <a:off x="870" y="1152"/>
                  <a:ext cx="227" cy="109"/>
                </a:xfrm>
                <a:custGeom>
                  <a:avLst/>
                  <a:gdLst>
                    <a:gd name="T0" fmla="*/ 0 w 227"/>
                    <a:gd name="T1" fmla="*/ 91 h 109"/>
                    <a:gd name="T2" fmla="*/ 200 w 227"/>
                    <a:gd name="T3" fmla="*/ 0 h 109"/>
                    <a:gd name="T4" fmla="*/ 227 w 227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09"/>
                    <a:gd name="T11" fmla="*/ 227 w 227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09">
                      <a:moveTo>
                        <a:pt x="0" y="91"/>
                      </a:moveTo>
                      <a:lnTo>
                        <a:pt x="200" y="0"/>
                      </a:lnTo>
                      <a:lnTo>
                        <a:pt x="227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2" name="Freeform 637"/>
                <p:cNvSpPr>
                  <a:spLocks/>
                </p:cNvSpPr>
                <p:nvPr/>
              </p:nvSpPr>
              <p:spPr bwMode="auto">
                <a:xfrm>
                  <a:off x="136" y="272"/>
                  <a:ext cx="36" cy="127"/>
                </a:xfrm>
                <a:custGeom>
                  <a:avLst/>
                  <a:gdLst>
                    <a:gd name="T0" fmla="*/ 27 w 36"/>
                    <a:gd name="T1" fmla="*/ 0 h 127"/>
                    <a:gd name="T2" fmla="*/ 36 w 36"/>
                    <a:gd name="T3" fmla="*/ 73 h 127"/>
                    <a:gd name="T4" fmla="*/ 0 w 36"/>
                    <a:gd name="T5" fmla="*/ 127 h 127"/>
                    <a:gd name="T6" fmla="*/ 27 w 36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27"/>
                    <a:gd name="T14" fmla="*/ 36 w 36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27">
                      <a:moveTo>
                        <a:pt x="27" y="0"/>
                      </a:moveTo>
                      <a:lnTo>
                        <a:pt x="36" y="73"/>
                      </a:lnTo>
                      <a:lnTo>
                        <a:pt x="0" y="127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314D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3" name="Freeform 638"/>
                <p:cNvSpPr>
                  <a:spLocks/>
                </p:cNvSpPr>
                <p:nvPr/>
              </p:nvSpPr>
              <p:spPr bwMode="auto">
                <a:xfrm>
                  <a:off x="136" y="272"/>
                  <a:ext cx="36" cy="127"/>
                </a:xfrm>
                <a:custGeom>
                  <a:avLst/>
                  <a:gdLst>
                    <a:gd name="T0" fmla="*/ 27 w 36"/>
                    <a:gd name="T1" fmla="*/ 0 h 127"/>
                    <a:gd name="T2" fmla="*/ 36 w 36"/>
                    <a:gd name="T3" fmla="*/ 73 h 127"/>
                    <a:gd name="T4" fmla="*/ 0 w 36"/>
                    <a:gd name="T5" fmla="*/ 127 h 12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27"/>
                    <a:gd name="T11" fmla="*/ 36 w 36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27">
                      <a:moveTo>
                        <a:pt x="27" y="0"/>
                      </a:moveTo>
                      <a:lnTo>
                        <a:pt x="36" y="73"/>
                      </a:lnTo>
                      <a:lnTo>
                        <a:pt x="0" y="1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4" name="Freeform 639"/>
                <p:cNvSpPr>
                  <a:spLocks/>
                </p:cNvSpPr>
                <p:nvPr/>
              </p:nvSpPr>
              <p:spPr bwMode="auto">
                <a:xfrm>
                  <a:off x="163" y="227"/>
                  <a:ext cx="36" cy="118"/>
                </a:xfrm>
                <a:custGeom>
                  <a:avLst/>
                  <a:gdLst>
                    <a:gd name="T0" fmla="*/ 9 w 36"/>
                    <a:gd name="T1" fmla="*/ 118 h 118"/>
                    <a:gd name="T2" fmla="*/ 0 w 36"/>
                    <a:gd name="T3" fmla="*/ 45 h 118"/>
                    <a:gd name="T4" fmla="*/ 36 w 36"/>
                    <a:gd name="T5" fmla="*/ 0 h 118"/>
                    <a:gd name="T6" fmla="*/ 9 w 36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18"/>
                    <a:gd name="T14" fmla="*/ 36 w 36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18">
                      <a:moveTo>
                        <a:pt x="9" y="118"/>
                      </a:moveTo>
                      <a:lnTo>
                        <a:pt x="0" y="45"/>
                      </a:lnTo>
                      <a:lnTo>
                        <a:pt x="36" y="0"/>
                      </a:lnTo>
                      <a:lnTo>
                        <a:pt x="9" y="118"/>
                      </a:lnTo>
                      <a:close/>
                    </a:path>
                  </a:pathLst>
                </a:custGeom>
                <a:solidFill>
                  <a:srgbClr val="3B58C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5" name="Freeform 640"/>
                <p:cNvSpPr>
                  <a:spLocks/>
                </p:cNvSpPr>
                <p:nvPr/>
              </p:nvSpPr>
              <p:spPr bwMode="auto">
                <a:xfrm>
                  <a:off x="163" y="227"/>
                  <a:ext cx="36" cy="118"/>
                </a:xfrm>
                <a:custGeom>
                  <a:avLst/>
                  <a:gdLst>
                    <a:gd name="T0" fmla="*/ 9 w 36"/>
                    <a:gd name="T1" fmla="*/ 118 h 118"/>
                    <a:gd name="T2" fmla="*/ 0 w 36"/>
                    <a:gd name="T3" fmla="*/ 45 h 118"/>
                    <a:gd name="T4" fmla="*/ 36 w 36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18"/>
                    <a:gd name="T11" fmla="*/ 36 w 36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18">
                      <a:moveTo>
                        <a:pt x="9" y="118"/>
                      </a:moveTo>
                      <a:lnTo>
                        <a:pt x="0" y="45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6" name="Freeform 641"/>
                <p:cNvSpPr>
                  <a:spLocks/>
                </p:cNvSpPr>
                <p:nvPr/>
              </p:nvSpPr>
              <p:spPr bwMode="auto">
                <a:xfrm>
                  <a:off x="417" y="9"/>
                  <a:ext cx="72" cy="18"/>
                </a:xfrm>
                <a:custGeom>
                  <a:avLst/>
                  <a:gdLst>
                    <a:gd name="T0" fmla="*/ 0 w 72"/>
                    <a:gd name="T1" fmla="*/ 18 h 18"/>
                    <a:gd name="T2" fmla="*/ 45 w 72"/>
                    <a:gd name="T3" fmla="*/ 0 h 18"/>
                    <a:gd name="T4" fmla="*/ 72 w 72"/>
                    <a:gd name="T5" fmla="*/ 0 h 18"/>
                    <a:gd name="T6" fmla="*/ 0 w 72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8"/>
                    <a:gd name="T14" fmla="*/ 72 w 7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8">
                      <a:moveTo>
                        <a:pt x="0" y="18"/>
                      </a:moveTo>
                      <a:lnTo>
                        <a:pt x="45" y="0"/>
                      </a:lnTo>
                      <a:lnTo>
                        <a:pt x="72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1F95E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7" name="Freeform 642"/>
                <p:cNvSpPr>
                  <a:spLocks/>
                </p:cNvSpPr>
                <p:nvPr/>
              </p:nvSpPr>
              <p:spPr bwMode="auto">
                <a:xfrm>
                  <a:off x="417" y="9"/>
                  <a:ext cx="72" cy="18"/>
                </a:xfrm>
                <a:custGeom>
                  <a:avLst/>
                  <a:gdLst>
                    <a:gd name="T0" fmla="*/ 0 w 72"/>
                    <a:gd name="T1" fmla="*/ 18 h 18"/>
                    <a:gd name="T2" fmla="*/ 45 w 72"/>
                    <a:gd name="T3" fmla="*/ 0 h 18"/>
                    <a:gd name="T4" fmla="*/ 72 w 72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8"/>
                    <a:gd name="T11" fmla="*/ 72 w 72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8">
                      <a:moveTo>
                        <a:pt x="0" y="18"/>
                      </a:moveTo>
                      <a:lnTo>
                        <a:pt x="45" y="0"/>
                      </a:lnTo>
                      <a:lnTo>
                        <a:pt x="72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8" name="Freeform 643"/>
                <p:cNvSpPr>
                  <a:spLocks/>
                </p:cNvSpPr>
                <p:nvPr/>
              </p:nvSpPr>
              <p:spPr bwMode="auto">
                <a:xfrm>
                  <a:off x="462" y="0"/>
                  <a:ext cx="64" cy="9"/>
                </a:xfrm>
                <a:custGeom>
                  <a:avLst/>
                  <a:gdLst>
                    <a:gd name="T0" fmla="*/ 64 w 64"/>
                    <a:gd name="T1" fmla="*/ 0 h 9"/>
                    <a:gd name="T2" fmla="*/ 27 w 64"/>
                    <a:gd name="T3" fmla="*/ 9 h 9"/>
                    <a:gd name="T4" fmla="*/ 0 w 64"/>
                    <a:gd name="T5" fmla="*/ 9 h 9"/>
                    <a:gd name="T6" fmla="*/ 64 w 64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"/>
                    <a:gd name="T14" fmla="*/ 64 w 64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">
                      <a:moveTo>
                        <a:pt x="64" y="0"/>
                      </a:moveTo>
                      <a:lnTo>
                        <a:pt x="27" y="9"/>
                      </a:lnTo>
                      <a:lnTo>
                        <a:pt x="0" y="9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1099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39" name="Freeform 644"/>
                <p:cNvSpPr>
                  <a:spLocks/>
                </p:cNvSpPr>
                <p:nvPr/>
              </p:nvSpPr>
              <p:spPr bwMode="auto">
                <a:xfrm>
                  <a:off x="462" y="0"/>
                  <a:ext cx="64" cy="9"/>
                </a:xfrm>
                <a:custGeom>
                  <a:avLst/>
                  <a:gdLst>
                    <a:gd name="T0" fmla="*/ 64 w 64"/>
                    <a:gd name="T1" fmla="*/ 0 h 9"/>
                    <a:gd name="T2" fmla="*/ 27 w 64"/>
                    <a:gd name="T3" fmla="*/ 9 h 9"/>
                    <a:gd name="T4" fmla="*/ 0 w 64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"/>
                    <a:gd name="T11" fmla="*/ 64 w 64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">
                      <a:moveTo>
                        <a:pt x="64" y="0"/>
                      </a:moveTo>
                      <a:lnTo>
                        <a:pt x="27" y="9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0" name="Freeform 645"/>
                <p:cNvSpPr>
                  <a:spLocks/>
                </p:cNvSpPr>
                <p:nvPr/>
              </p:nvSpPr>
              <p:spPr bwMode="auto">
                <a:xfrm>
                  <a:off x="0" y="989"/>
                  <a:ext cx="163" cy="217"/>
                </a:xfrm>
                <a:custGeom>
                  <a:avLst/>
                  <a:gdLst>
                    <a:gd name="T0" fmla="*/ 0 w 163"/>
                    <a:gd name="T1" fmla="*/ 0 h 217"/>
                    <a:gd name="T2" fmla="*/ 163 w 163"/>
                    <a:gd name="T3" fmla="*/ 109 h 217"/>
                    <a:gd name="T4" fmla="*/ 136 w 163"/>
                    <a:gd name="T5" fmla="*/ 217 h 217"/>
                    <a:gd name="T6" fmla="*/ 0 w 163"/>
                    <a:gd name="T7" fmla="*/ 0 h 2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217"/>
                    <a:gd name="T14" fmla="*/ 163 w 163"/>
                    <a:gd name="T15" fmla="*/ 217 h 2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217">
                      <a:moveTo>
                        <a:pt x="0" y="0"/>
                      </a:moveTo>
                      <a:lnTo>
                        <a:pt x="163" y="109"/>
                      </a:lnTo>
                      <a:lnTo>
                        <a:pt x="136" y="2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61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1" name="Freeform 646"/>
                <p:cNvSpPr>
                  <a:spLocks/>
                </p:cNvSpPr>
                <p:nvPr/>
              </p:nvSpPr>
              <p:spPr bwMode="auto">
                <a:xfrm>
                  <a:off x="0" y="989"/>
                  <a:ext cx="163" cy="217"/>
                </a:xfrm>
                <a:custGeom>
                  <a:avLst/>
                  <a:gdLst>
                    <a:gd name="T0" fmla="*/ 0 w 163"/>
                    <a:gd name="T1" fmla="*/ 0 h 217"/>
                    <a:gd name="T2" fmla="*/ 163 w 163"/>
                    <a:gd name="T3" fmla="*/ 109 h 217"/>
                    <a:gd name="T4" fmla="*/ 136 w 163"/>
                    <a:gd name="T5" fmla="*/ 217 h 217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217"/>
                    <a:gd name="T11" fmla="*/ 163 w 163"/>
                    <a:gd name="T12" fmla="*/ 217 h 2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217">
                      <a:moveTo>
                        <a:pt x="0" y="0"/>
                      </a:moveTo>
                      <a:lnTo>
                        <a:pt x="163" y="109"/>
                      </a:lnTo>
                      <a:lnTo>
                        <a:pt x="136" y="21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2" name="Freeform 647"/>
                <p:cNvSpPr>
                  <a:spLocks/>
                </p:cNvSpPr>
                <p:nvPr/>
              </p:nvSpPr>
              <p:spPr bwMode="auto">
                <a:xfrm>
                  <a:off x="0" y="898"/>
                  <a:ext cx="163" cy="200"/>
                </a:xfrm>
                <a:custGeom>
                  <a:avLst/>
                  <a:gdLst>
                    <a:gd name="T0" fmla="*/ 163 w 163"/>
                    <a:gd name="T1" fmla="*/ 200 h 200"/>
                    <a:gd name="T2" fmla="*/ 0 w 163"/>
                    <a:gd name="T3" fmla="*/ 91 h 200"/>
                    <a:gd name="T4" fmla="*/ 27 w 163"/>
                    <a:gd name="T5" fmla="*/ 0 h 200"/>
                    <a:gd name="T6" fmla="*/ 163 w 163"/>
                    <a:gd name="T7" fmla="*/ 20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200"/>
                    <a:gd name="T14" fmla="*/ 163 w 163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200">
                      <a:moveTo>
                        <a:pt x="163" y="200"/>
                      </a:moveTo>
                      <a:lnTo>
                        <a:pt x="0" y="91"/>
                      </a:lnTo>
                      <a:lnTo>
                        <a:pt x="27" y="0"/>
                      </a:lnTo>
                      <a:lnTo>
                        <a:pt x="163" y="200"/>
                      </a:lnTo>
                      <a:close/>
                    </a:path>
                  </a:pathLst>
                </a:custGeom>
                <a:solidFill>
                  <a:srgbClr val="7F63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3" name="Freeform 648"/>
                <p:cNvSpPr>
                  <a:spLocks/>
                </p:cNvSpPr>
                <p:nvPr/>
              </p:nvSpPr>
              <p:spPr bwMode="auto">
                <a:xfrm>
                  <a:off x="0" y="898"/>
                  <a:ext cx="163" cy="200"/>
                </a:xfrm>
                <a:custGeom>
                  <a:avLst/>
                  <a:gdLst>
                    <a:gd name="T0" fmla="*/ 163 w 163"/>
                    <a:gd name="T1" fmla="*/ 200 h 200"/>
                    <a:gd name="T2" fmla="*/ 0 w 163"/>
                    <a:gd name="T3" fmla="*/ 91 h 200"/>
                    <a:gd name="T4" fmla="*/ 27 w 163"/>
                    <a:gd name="T5" fmla="*/ 0 h 200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200"/>
                    <a:gd name="T11" fmla="*/ 163 w 163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200">
                      <a:moveTo>
                        <a:pt x="163" y="200"/>
                      </a:moveTo>
                      <a:lnTo>
                        <a:pt x="0" y="91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4" name="Freeform 649"/>
                <p:cNvSpPr>
                  <a:spLocks/>
                </p:cNvSpPr>
                <p:nvPr/>
              </p:nvSpPr>
              <p:spPr bwMode="auto">
                <a:xfrm>
                  <a:off x="961" y="744"/>
                  <a:ext cx="145" cy="109"/>
                </a:xfrm>
                <a:custGeom>
                  <a:avLst/>
                  <a:gdLst>
                    <a:gd name="T0" fmla="*/ 145 w 145"/>
                    <a:gd name="T1" fmla="*/ 0 h 109"/>
                    <a:gd name="T2" fmla="*/ 27 w 145"/>
                    <a:gd name="T3" fmla="*/ 109 h 109"/>
                    <a:gd name="T4" fmla="*/ 0 w 145"/>
                    <a:gd name="T5" fmla="*/ 18 h 109"/>
                    <a:gd name="T6" fmla="*/ 145 w 145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9"/>
                    <a:gd name="T14" fmla="*/ 145 w 14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9">
                      <a:moveTo>
                        <a:pt x="145" y="0"/>
                      </a:moveTo>
                      <a:lnTo>
                        <a:pt x="27" y="109"/>
                      </a:lnTo>
                      <a:lnTo>
                        <a:pt x="0" y="18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E5BD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5" name="Freeform 650"/>
                <p:cNvSpPr>
                  <a:spLocks/>
                </p:cNvSpPr>
                <p:nvPr/>
              </p:nvSpPr>
              <p:spPr bwMode="auto">
                <a:xfrm>
                  <a:off x="961" y="744"/>
                  <a:ext cx="145" cy="109"/>
                </a:xfrm>
                <a:custGeom>
                  <a:avLst/>
                  <a:gdLst>
                    <a:gd name="T0" fmla="*/ 145 w 145"/>
                    <a:gd name="T1" fmla="*/ 0 h 109"/>
                    <a:gd name="T2" fmla="*/ 27 w 145"/>
                    <a:gd name="T3" fmla="*/ 109 h 109"/>
                    <a:gd name="T4" fmla="*/ 0 w 145"/>
                    <a:gd name="T5" fmla="*/ 18 h 109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9"/>
                    <a:gd name="T11" fmla="*/ 145 w 14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9">
                      <a:moveTo>
                        <a:pt x="145" y="0"/>
                      </a:moveTo>
                      <a:lnTo>
                        <a:pt x="27" y="10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6" name="Freeform 651"/>
                <p:cNvSpPr>
                  <a:spLocks/>
                </p:cNvSpPr>
                <p:nvPr/>
              </p:nvSpPr>
              <p:spPr bwMode="auto">
                <a:xfrm>
                  <a:off x="961" y="662"/>
                  <a:ext cx="145" cy="100"/>
                </a:xfrm>
                <a:custGeom>
                  <a:avLst/>
                  <a:gdLst>
                    <a:gd name="T0" fmla="*/ 0 w 145"/>
                    <a:gd name="T1" fmla="*/ 100 h 100"/>
                    <a:gd name="T2" fmla="*/ 109 w 145"/>
                    <a:gd name="T3" fmla="*/ 0 h 100"/>
                    <a:gd name="T4" fmla="*/ 145 w 145"/>
                    <a:gd name="T5" fmla="*/ 82 h 100"/>
                    <a:gd name="T6" fmla="*/ 0 w 145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0"/>
                    <a:gd name="T14" fmla="*/ 145 w 1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0">
                      <a:moveTo>
                        <a:pt x="0" y="100"/>
                      </a:moveTo>
                      <a:lnTo>
                        <a:pt x="109" y="0"/>
                      </a:lnTo>
                      <a:lnTo>
                        <a:pt x="145" y="82"/>
                      </a:lnTo>
                      <a:lnTo>
                        <a:pt x="0" y="100"/>
                      </a:lnTo>
                      <a:close/>
                    </a:path>
                  </a:pathLst>
                </a:custGeom>
                <a:solidFill>
                  <a:srgbClr val="E5BD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7" name="Freeform 652"/>
                <p:cNvSpPr>
                  <a:spLocks/>
                </p:cNvSpPr>
                <p:nvPr/>
              </p:nvSpPr>
              <p:spPr bwMode="auto">
                <a:xfrm>
                  <a:off x="961" y="662"/>
                  <a:ext cx="145" cy="100"/>
                </a:xfrm>
                <a:custGeom>
                  <a:avLst/>
                  <a:gdLst>
                    <a:gd name="T0" fmla="*/ 0 w 145"/>
                    <a:gd name="T1" fmla="*/ 100 h 100"/>
                    <a:gd name="T2" fmla="*/ 109 w 145"/>
                    <a:gd name="T3" fmla="*/ 0 h 100"/>
                    <a:gd name="T4" fmla="*/ 145 w 145"/>
                    <a:gd name="T5" fmla="*/ 82 h 100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0"/>
                    <a:gd name="T11" fmla="*/ 145 w 1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0">
                      <a:moveTo>
                        <a:pt x="0" y="100"/>
                      </a:moveTo>
                      <a:lnTo>
                        <a:pt x="109" y="0"/>
                      </a:lnTo>
                      <a:lnTo>
                        <a:pt x="145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8" name="Freeform 653"/>
                <p:cNvSpPr>
                  <a:spLocks/>
                </p:cNvSpPr>
                <p:nvPr/>
              </p:nvSpPr>
              <p:spPr bwMode="auto">
                <a:xfrm>
                  <a:off x="54" y="535"/>
                  <a:ext cx="73" cy="182"/>
                </a:xfrm>
                <a:custGeom>
                  <a:avLst/>
                  <a:gdLst>
                    <a:gd name="T0" fmla="*/ 0 w 73"/>
                    <a:gd name="T1" fmla="*/ 0 h 182"/>
                    <a:gd name="T2" fmla="*/ 73 w 73"/>
                    <a:gd name="T3" fmla="*/ 100 h 182"/>
                    <a:gd name="T4" fmla="*/ 45 w 73"/>
                    <a:gd name="T5" fmla="*/ 182 h 182"/>
                    <a:gd name="T6" fmla="*/ 0 w 73"/>
                    <a:gd name="T7" fmla="*/ 0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82"/>
                    <a:gd name="T14" fmla="*/ 73 w 73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82">
                      <a:moveTo>
                        <a:pt x="0" y="0"/>
                      </a:moveTo>
                      <a:lnTo>
                        <a:pt x="73" y="100"/>
                      </a:lnTo>
                      <a:lnTo>
                        <a:pt x="45" y="1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D56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49" name="Freeform 654"/>
                <p:cNvSpPr>
                  <a:spLocks/>
                </p:cNvSpPr>
                <p:nvPr/>
              </p:nvSpPr>
              <p:spPr bwMode="auto">
                <a:xfrm>
                  <a:off x="54" y="535"/>
                  <a:ext cx="73" cy="182"/>
                </a:xfrm>
                <a:custGeom>
                  <a:avLst/>
                  <a:gdLst>
                    <a:gd name="T0" fmla="*/ 0 w 73"/>
                    <a:gd name="T1" fmla="*/ 0 h 182"/>
                    <a:gd name="T2" fmla="*/ 73 w 73"/>
                    <a:gd name="T3" fmla="*/ 100 h 182"/>
                    <a:gd name="T4" fmla="*/ 45 w 73"/>
                    <a:gd name="T5" fmla="*/ 182 h 182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182"/>
                    <a:gd name="T11" fmla="*/ 73 w 73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182">
                      <a:moveTo>
                        <a:pt x="0" y="0"/>
                      </a:moveTo>
                      <a:lnTo>
                        <a:pt x="73" y="100"/>
                      </a:lnTo>
                      <a:lnTo>
                        <a:pt x="45" y="1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0" name="Freeform 655"/>
                <p:cNvSpPr>
                  <a:spLocks/>
                </p:cNvSpPr>
                <p:nvPr/>
              </p:nvSpPr>
              <p:spPr bwMode="auto">
                <a:xfrm>
                  <a:off x="54" y="472"/>
                  <a:ext cx="73" cy="163"/>
                </a:xfrm>
                <a:custGeom>
                  <a:avLst/>
                  <a:gdLst>
                    <a:gd name="T0" fmla="*/ 73 w 73"/>
                    <a:gd name="T1" fmla="*/ 163 h 163"/>
                    <a:gd name="T2" fmla="*/ 0 w 73"/>
                    <a:gd name="T3" fmla="*/ 63 h 163"/>
                    <a:gd name="T4" fmla="*/ 45 w 73"/>
                    <a:gd name="T5" fmla="*/ 0 h 163"/>
                    <a:gd name="T6" fmla="*/ 73 w 73"/>
                    <a:gd name="T7" fmla="*/ 163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63"/>
                    <a:gd name="T14" fmla="*/ 73 w 73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63">
                      <a:moveTo>
                        <a:pt x="73" y="163"/>
                      </a:moveTo>
                      <a:lnTo>
                        <a:pt x="0" y="63"/>
                      </a:lnTo>
                      <a:lnTo>
                        <a:pt x="45" y="0"/>
                      </a:lnTo>
                      <a:lnTo>
                        <a:pt x="73" y="163"/>
                      </a:lnTo>
                      <a:close/>
                    </a:path>
                  </a:pathLst>
                </a:custGeom>
                <a:solidFill>
                  <a:srgbClr val="615B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1" name="Freeform 656"/>
                <p:cNvSpPr>
                  <a:spLocks/>
                </p:cNvSpPr>
                <p:nvPr/>
              </p:nvSpPr>
              <p:spPr bwMode="auto">
                <a:xfrm>
                  <a:off x="54" y="472"/>
                  <a:ext cx="73" cy="163"/>
                </a:xfrm>
                <a:custGeom>
                  <a:avLst/>
                  <a:gdLst>
                    <a:gd name="T0" fmla="*/ 73 w 73"/>
                    <a:gd name="T1" fmla="*/ 163 h 163"/>
                    <a:gd name="T2" fmla="*/ 0 w 73"/>
                    <a:gd name="T3" fmla="*/ 63 h 163"/>
                    <a:gd name="T4" fmla="*/ 45 w 73"/>
                    <a:gd name="T5" fmla="*/ 0 h 163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163"/>
                    <a:gd name="T11" fmla="*/ 73 w 73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163">
                      <a:moveTo>
                        <a:pt x="73" y="163"/>
                      </a:moveTo>
                      <a:lnTo>
                        <a:pt x="0" y="63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2" name="Freeform 657"/>
                <p:cNvSpPr>
                  <a:spLocks/>
                </p:cNvSpPr>
                <p:nvPr/>
              </p:nvSpPr>
              <p:spPr bwMode="auto">
                <a:xfrm>
                  <a:off x="245" y="100"/>
                  <a:ext cx="63" cy="81"/>
                </a:xfrm>
                <a:custGeom>
                  <a:avLst/>
                  <a:gdLst>
                    <a:gd name="T0" fmla="*/ 63 w 63"/>
                    <a:gd name="T1" fmla="*/ 0 h 81"/>
                    <a:gd name="T2" fmla="*/ 45 w 63"/>
                    <a:gd name="T3" fmla="*/ 45 h 81"/>
                    <a:gd name="T4" fmla="*/ 0 w 63"/>
                    <a:gd name="T5" fmla="*/ 81 h 81"/>
                    <a:gd name="T6" fmla="*/ 63 w 63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81"/>
                    <a:gd name="T14" fmla="*/ 63 w 63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81">
                      <a:moveTo>
                        <a:pt x="63" y="0"/>
                      </a:moveTo>
                      <a:lnTo>
                        <a:pt x="45" y="45"/>
                      </a:lnTo>
                      <a:lnTo>
                        <a:pt x="0" y="81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115AD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3" name="Freeform 658"/>
                <p:cNvSpPr>
                  <a:spLocks/>
                </p:cNvSpPr>
                <p:nvPr/>
              </p:nvSpPr>
              <p:spPr bwMode="auto">
                <a:xfrm>
                  <a:off x="245" y="100"/>
                  <a:ext cx="63" cy="81"/>
                </a:xfrm>
                <a:custGeom>
                  <a:avLst/>
                  <a:gdLst>
                    <a:gd name="T0" fmla="*/ 63 w 63"/>
                    <a:gd name="T1" fmla="*/ 0 h 81"/>
                    <a:gd name="T2" fmla="*/ 45 w 63"/>
                    <a:gd name="T3" fmla="*/ 45 h 81"/>
                    <a:gd name="T4" fmla="*/ 0 w 63"/>
                    <a:gd name="T5" fmla="*/ 81 h 81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81"/>
                    <a:gd name="T11" fmla="*/ 63 w 63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81">
                      <a:moveTo>
                        <a:pt x="63" y="0"/>
                      </a:moveTo>
                      <a:lnTo>
                        <a:pt x="45" y="45"/>
                      </a:lnTo>
                      <a:lnTo>
                        <a:pt x="0" y="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4" name="Freeform 659"/>
                <p:cNvSpPr>
                  <a:spLocks/>
                </p:cNvSpPr>
                <p:nvPr/>
              </p:nvSpPr>
              <p:spPr bwMode="auto">
                <a:xfrm>
                  <a:off x="290" y="72"/>
                  <a:ext cx="54" cy="73"/>
                </a:xfrm>
                <a:custGeom>
                  <a:avLst/>
                  <a:gdLst>
                    <a:gd name="T0" fmla="*/ 0 w 54"/>
                    <a:gd name="T1" fmla="*/ 73 h 73"/>
                    <a:gd name="T2" fmla="*/ 18 w 54"/>
                    <a:gd name="T3" fmla="*/ 28 h 73"/>
                    <a:gd name="T4" fmla="*/ 54 w 54"/>
                    <a:gd name="T5" fmla="*/ 0 h 73"/>
                    <a:gd name="T6" fmla="*/ 0 w 54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73"/>
                    <a:gd name="T14" fmla="*/ 54 w 54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73">
                      <a:moveTo>
                        <a:pt x="0" y="73"/>
                      </a:moveTo>
                      <a:lnTo>
                        <a:pt x="18" y="28"/>
                      </a:lnTo>
                      <a:lnTo>
                        <a:pt x="54" y="0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2B6F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5" name="Freeform 660"/>
                <p:cNvSpPr>
                  <a:spLocks/>
                </p:cNvSpPr>
                <p:nvPr/>
              </p:nvSpPr>
              <p:spPr bwMode="auto">
                <a:xfrm>
                  <a:off x="290" y="72"/>
                  <a:ext cx="54" cy="73"/>
                </a:xfrm>
                <a:custGeom>
                  <a:avLst/>
                  <a:gdLst>
                    <a:gd name="T0" fmla="*/ 0 w 54"/>
                    <a:gd name="T1" fmla="*/ 73 h 73"/>
                    <a:gd name="T2" fmla="*/ 18 w 54"/>
                    <a:gd name="T3" fmla="*/ 28 h 73"/>
                    <a:gd name="T4" fmla="*/ 54 w 54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73"/>
                    <a:gd name="T11" fmla="*/ 54 w 54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73">
                      <a:moveTo>
                        <a:pt x="0" y="73"/>
                      </a:moveTo>
                      <a:lnTo>
                        <a:pt x="18" y="28"/>
                      </a:lnTo>
                      <a:lnTo>
                        <a:pt x="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6" name="Freeform 661"/>
                <p:cNvSpPr>
                  <a:spLocks/>
                </p:cNvSpPr>
                <p:nvPr/>
              </p:nvSpPr>
              <p:spPr bwMode="auto">
                <a:xfrm>
                  <a:off x="825" y="154"/>
                  <a:ext cx="45" cy="54"/>
                </a:xfrm>
                <a:custGeom>
                  <a:avLst/>
                  <a:gdLst>
                    <a:gd name="T0" fmla="*/ 36 w 45"/>
                    <a:gd name="T1" fmla="*/ 0 h 54"/>
                    <a:gd name="T2" fmla="*/ 45 w 45"/>
                    <a:gd name="T3" fmla="*/ 54 h 54"/>
                    <a:gd name="T4" fmla="*/ 0 w 45"/>
                    <a:gd name="T5" fmla="*/ 18 h 54"/>
                    <a:gd name="T6" fmla="*/ 36 w 45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54"/>
                    <a:gd name="T14" fmla="*/ 45 w 45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54">
                      <a:moveTo>
                        <a:pt x="36" y="0"/>
                      </a:moveTo>
                      <a:lnTo>
                        <a:pt x="45" y="54"/>
                      </a:lnTo>
                      <a:lnTo>
                        <a:pt x="0" y="18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E4F5D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7" name="Freeform 662"/>
                <p:cNvSpPr>
                  <a:spLocks/>
                </p:cNvSpPr>
                <p:nvPr/>
              </p:nvSpPr>
              <p:spPr bwMode="auto">
                <a:xfrm>
                  <a:off x="825" y="154"/>
                  <a:ext cx="45" cy="54"/>
                </a:xfrm>
                <a:custGeom>
                  <a:avLst/>
                  <a:gdLst>
                    <a:gd name="T0" fmla="*/ 36 w 45"/>
                    <a:gd name="T1" fmla="*/ 0 h 54"/>
                    <a:gd name="T2" fmla="*/ 45 w 45"/>
                    <a:gd name="T3" fmla="*/ 54 h 54"/>
                    <a:gd name="T4" fmla="*/ 0 w 45"/>
                    <a:gd name="T5" fmla="*/ 18 h 54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54"/>
                    <a:gd name="T11" fmla="*/ 45 w 45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54">
                      <a:moveTo>
                        <a:pt x="36" y="0"/>
                      </a:moveTo>
                      <a:lnTo>
                        <a:pt x="45" y="54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8" name="Freeform 663"/>
                <p:cNvSpPr>
                  <a:spLocks/>
                </p:cNvSpPr>
                <p:nvPr/>
              </p:nvSpPr>
              <p:spPr bwMode="auto">
                <a:xfrm>
                  <a:off x="825" y="118"/>
                  <a:ext cx="36" cy="54"/>
                </a:xfrm>
                <a:custGeom>
                  <a:avLst/>
                  <a:gdLst>
                    <a:gd name="T0" fmla="*/ 0 w 36"/>
                    <a:gd name="T1" fmla="*/ 54 h 54"/>
                    <a:gd name="T2" fmla="*/ 0 w 36"/>
                    <a:gd name="T3" fmla="*/ 0 h 54"/>
                    <a:gd name="T4" fmla="*/ 36 w 36"/>
                    <a:gd name="T5" fmla="*/ 36 h 54"/>
                    <a:gd name="T6" fmla="*/ 0 w 36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4"/>
                    <a:gd name="T14" fmla="*/ 36 w 3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4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36" y="36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E4F5D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59" name="Freeform 664"/>
                <p:cNvSpPr>
                  <a:spLocks/>
                </p:cNvSpPr>
                <p:nvPr/>
              </p:nvSpPr>
              <p:spPr bwMode="auto">
                <a:xfrm>
                  <a:off x="825" y="118"/>
                  <a:ext cx="36" cy="54"/>
                </a:xfrm>
                <a:custGeom>
                  <a:avLst/>
                  <a:gdLst>
                    <a:gd name="T0" fmla="*/ 0 w 36"/>
                    <a:gd name="T1" fmla="*/ 54 h 54"/>
                    <a:gd name="T2" fmla="*/ 0 w 36"/>
                    <a:gd name="T3" fmla="*/ 0 h 54"/>
                    <a:gd name="T4" fmla="*/ 36 w 36"/>
                    <a:gd name="T5" fmla="*/ 36 h 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4"/>
                    <a:gd name="T11" fmla="*/ 36 w 3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4">
                      <a:moveTo>
                        <a:pt x="0" y="54"/>
                      </a:moveTo>
                      <a:lnTo>
                        <a:pt x="0" y="0"/>
                      </a:lnTo>
                      <a:lnTo>
                        <a:pt x="36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0" name="Freeform 665"/>
                <p:cNvSpPr>
                  <a:spLocks/>
                </p:cNvSpPr>
                <p:nvPr/>
              </p:nvSpPr>
              <p:spPr bwMode="auto">
                <a:xfrm>
                  <a:off x="680" y="18"/>
                  <a:ext cx="36" cy="27"/>
                </a:xfrm>
                <a:custGeom>
                  <a:avLst/>
                  <a:gdLst>
                    <a:gd name="T0" fmla="*/ 0 w 36"/>
                    <a:gd name="T1" fmla="*/ 0 h 27"/>
                    <a:gd name="T2" fmla="*/ 36 w 36"/>
                    <a:gd name="T3" fmla="*/ 27 h 27"/>
                    <a:gd name="T4" fmla="*/ 0 w 36"/>
                    <a:gd name="T5" fmla="*/ 18 h 27"/>
                    <a:gd name="T6" fmla="*/ 0 w 36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7"/>
                    <a:gd name="T14" fmla="*/ 36 w 3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7">
                      <a:moveTo>
                        <a:pt x="0" y="0"/>
                      </a:moveTo>
                      <a:lnTo>
                        <a:pt x="36" y="27"/>
                      </a:lnTo>
                      <a:lnTo>
                        <a:pt x="0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0F3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1" name="Freeform 666"/>
                <p:cNvSpPr>
                  <a:spLocks/>
                </p:cNvSpPr>
                <p:nvPr/>
              </p:nvSpPr>
              <p:spPr bwMode="auto">
                <a:xfrm>
                  <a:off x="680" y="18"/>
                  <a:ext cx="36" cy="27"/>
                </a:xfrm>
                <a:custGeom>
                  <a:avLst/>
                  <a:gdLst>
                    <a:gd name="T0" fmla="*/ 0 w 36"/>
                    <a:gd name="T1" fmla="*/ 0 h 27"/>
                    <a:gd name="T2" fmla="*/ 36 w 36"/>
                    <a:gd name="T3" fmla="*/ 27 h 27"/>
                    <a:gd name="T4" fmla="*/ 0 w 36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7"/>
                    <a:gd name="T11" fmla="*/ 36 w 3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7">
                      <a:moveTo>
                        <a:pt x="0" y="0"/>
                      </a:moveTo>
                      <a:lnTo>
                        <a:pt x="36" y="27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2" name="Freeform 667"/>
                <p:cNvSpPr>
                  <a:spLocks/>
                </p:cNvSpPr>
                <p:nvPr/>
              </p:nvSpPr>
              <p:spPr bwMode="auto">
                <a:xfrm>
                  <a:off x="653" y="18"/>
                  <a:ext cx="27" cy="18"/>
                </a:xfrm>
                <a:custGeom>
                  <a:avLst/>
                  <a:gdLst>
                    <a:gd name="T0" fmla="*/ 27 w 27"/>
                    <a:gd name="T1" fmla="*/ 18 h 18"/>
                    <a:gd name="T2" fmla="*/ 0 w 27"/>
                    <a:gd name="T3" fmla="*/ 0 h 18"/>
                    <a:gd name="T4" fmla="*/ 27 w 27"/>
                    <a:gd name="T5" fmla="*/ 0 h 18"/>
                    <a:gd name="T6" fmla="*/ 27 w 27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27" y="18"/>
                      </a:moveTo>
                      <a:lnTo>
                        <a:pt x="0" y="0"/>
                      </a:lnTo>
                      <a:lnTo>
                        <a:pt x="27" y="0"/>
                      </a:lnTo>
                      <a:lnTo>
                        <a:pt x="27" y="18"/>
                      </a:lnTo>
                      <a:close/>
                    </a:path>
                  </a:pathLst>
                </a:custGeom>
                <a:solidFill>
                  <a:srgbClr val="A0F3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3" name="Freeform 668"/>
                <p:cNvSpPr>
                  <a:spLocks/>
                </p:cNvSpPr>
                <p:nvPr/>
              </p:nvSpPr>
              <p:spPr bwMode="auto">
                <a:xfrm>
                  <a:off x="653" y="18"/>
                  <a:ext cx="27" cy="18"/>
                </a:xfrm>
                <a:custGeom>
                  <a:avLst/>
                  <a:gdLst>
                    <a:gd name="T0" fmla="*/ 27 w 27"/>
                    <a:gd name="T1" fmla="*/ 18 h 18"/>
                    <a:gd name="T2" fmla="*/ 0 w 27"/>
                    <a:gd name="T3" fmla="*/ 0 h 18"/>
                    <a:gd name="T4" fmla="*/ 27 w 27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18"/>
                    <a:gd name="T11" fmla="*/ 27 w 27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18">
                      <a:moveTo>
                        <a:pt x="27" y="18"/>
                      </a:moveTo>
                      <a:lnTo>
                        <a:pt x="0" y="0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4" name="Freeform 669"/>
                <p:cNvSpPr>
                  <a:spLocks/>
                </p:cNvSpPr>
                <p:nvPr/>
              </p:nvSpPr>
              <p:spPr bwMode="auto">
                <a:xfrm>
                  <a:off x="916" y="363"/>
                  <a:ext cx="81" cy="81"/>
                </a:xfrm>
                <a:custGeom>
                  <a:avLst/>
                  <a:gdLst>
                    <a:gd name="T0" fmla="*/ 81 w 81"/>
                    <a:gd name="T1" fmla="*/ 0 h 81"/>
                    <a:gd name="T2" fmla="*/ 36 w 81"/>
                    <a:gd name="T3" fmla="*/ 81 h 81"/>
                    <a:gd name="T4" fmla="*/ 0 w 81"/>
                    <a:gd name="T5" fmla="*/ 18 h 81"/>
                    <a:gd name="T6" fmla="*/ 81 w 81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81"/>
                    <a:gd name="T14" fmla="*/ 81 w 81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81">
                      <a:moveTo>
                        <a:pt x="81" y="0"/>
                      </a:moveTo>
                      <a:lnTo>
                        <a:pt x="36" y="81"/>
                      </a:lnTo>
                      <a:lnTo>
                        <a:pt x="0" y="18"/>
                      </a:lnTo>
                      <a:lnTo>
                        <a:pt x="81" y="0"/>
                      </a:lnTo>
                      <a:close/>
                    </a:path>
                  </a:pathLst>
                </a:custGeom>
                <a:solidFill>
                  <a:srgbClr val="EEDBB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5" name="Freeform 670"/>
                <p:cNvSpPr>
                  <a:spLocks/>
                </p:cNvSpPr>
                <p:nvPr/>
              </p:nvSpPr>
              <p:spPr bwMode="auto">
                <a:xfrm>
                  <a:off x="916" y="363"/>
                  <a:ext cx="81" cy="81"/>
                </a:xfrm>
                <a:custGeom>
                  <a:avLst/>
                  <a:gdLst>
                    <a:gd name="T0" fmla="*/ 81 w 81"/>
                    <a:gd name="T1" fmla="*/ 0 h 81"/>
                    <a:gd name="T2" fmla="*/ 36 w 81"/>
                    <a:gd name="T3" fmla="*/ 81 h 81"/>
                    <a:gd name="T4" fmla="*/ 0 w 81"/>
                    <a:gd name="T5" fmla="*/ 18 h 81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81"/>
                    <a:gd name="T11" fmla="*/ 81 w 81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81">
                      <a:moveTo>
                        <a:pt x="81" y="0"/>
                      </a:moveTo>
                      <a:lnTo>
                        <a:pt x="36" y="81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6" name="Freeform 671"/>
                <p:cNvSpPr>
                  <a:spLocks/>
                </p:cNvSpPr>
                <p:nvPr/>
              </p:nvSpPr>
              <p:spPr bwMode="auto">
                <a:xfrm>
                  <a:off x="916" y="308"/>
                  <a:ext cx="81" cy="73"/>
                </a:xfrm>
                <a:custGeom>
                  <a:avLst/>
                  <a:gdLst>
                    <a:gd name="T0" fmla="*/ 0 w 81"/>
                    <a:gd name="T1" fmla="*/ 73 h 73"/>
                    <a:gd name="T2" fmla="*/ 36 w 81"/>
                    <a:gd name="T3" fmla="*/ 0 h 73"/>
                    <a:gd name="T4" fmla="*/ 81 w 81"/>
                    <a:gd name="T5" fmla="*/ 55 h 73"/>
                    <a:gd name="T6" fmla="*/ 0 w 81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73"/>
                    <a:gd name="T14" fmla="*/ 81 w 81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73">
                      <a:moveTo>
                        <a:pt x="0" y="73"/>
                      </a:moveTo>
                      <a:lnTo>
                        <a:pt x="36" y="0"/>
                      </a:lnTo>
                      <a:lnTo>
                        <a:pt x="81" y="55"/>
                      </a:lnTo>
                      <a:lnTo>
                        <a:pt x="0" y="73"/>
                      </a:lnTo>
                      <a:close/>
                    </a:path>
                  </a:pathLst>
                </a:custGeom>
                <a:solidFill>
                  <a:srgbClr val="EEDBB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7" name="Freeform 672"/>
                <p:cNvSpPr>
                  <a:spLocks/>
                </p:cNvSpPr>
                <p:nvPr/>
              </p:nvSpPr>
              <p:spPr bwMode="auto">
                <a:xfrm>
                  <a:off x="916" y="308"/>
                  <a:ext cx="81" cy="73"/>
                </a:xfrm>
                <a:custGeom>
                  <a:avLst/>
                  <a:gdLst>
                    <a:gd name="T0" fmla="*/ 0 w 81"/>
                    <a:gd name="T1" fmla="*/ 73 h 73"/>
                    <a:gd name="T2" fmla="*/ 36 w 81"/>
                    <a:gd name="T3" fmla="*/ 0 h 73"/>
                    <a:gd name="T4" fmla="*/ 81 w 81"/>
                    <a:gd name="T5" fmla="*/ 55 h 73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73"/>
                    <a:gd name="T11" fmla="*/ 81 w 81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73">
                      <a:moveTo>
                        <a:pt x="0" y="73"/>
                      </a:moveTo>
                      <a:lnTo>
                        <a:pt x="36" y="0"/>
                      </a:lnTo>
                      <a:lnTo>
                        <a:pt x="81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8" name="Freeform 673"/>
                <p:cNvSpPr>
                  <a:spLocks/>
                </p:cNvSpPr>
                <p:nvPr/>
              </p:nvSpPr>
              <p:spPr bwMode="auto">
                <a:xfrm>
                  <a:off x="99" y="1315"/>
                  <a:ext cx="245" cy="191"/>
                </a:xfrm>
                <a:custGeom>
                  <a:avLst/>
                  <a:gdLst>
                    <a:gd name="T0" fmla="*/ 245 w 245"/>
                    <a:gd name="T1" fmla="*/ 191 h 191"/>
                    <a:gd name="T2" fmla="*/ 0 w 245"/>
                    <a:gd name="T3" fmla="*/ 118 h 191"/>
                    <a:gd name="T4" fmla="*/ 19 w 245"/>
                    <a:gd name="T5" fmla="*/ 0 h 191"/>
                    <a:gd name="T6" fmla="*/ 245 w 245"/>
                    <a:gd name="T7" fmla="*/ 191 h 1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5"/>
                    <a:gd name="T13" fmla="*/ 0 h 191"/>
                    <a:gd name="T14" fmla="*/ 245 w 245"/>
                    <a:gd name="T15" fmla="*/ 191 h 1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5" h="191">
                      <a:moveTo>
                        <a:pt x="245" y="191"/>
                      </a:moveTo>
                      <a:lnTo>
                        <a:pt x="0" y="118"/>
                      </a:lnTo>
                      <a:lnTo>
                        <a:pt x="19" y="0"/>
                      </a:lnTo>
                      <a:lnTo>
                        <a:pt x="245" y="191"/>
                      </a:lnTo>
                      <a:close/>
                    </a:path>
                  </a:pathLst>
                </a:custGeom>
                <a:solidFill>
                  <a:srgbClr val="997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69" name="Freeform 674"/>
                <p:cNvSpPr>
                  <a:spLocks/>
                </p:cNvSpPr>
                <p:nvPr/>
              </p:nvSpPr>
              <p:spPr bwMode="auto">
                <a:xfrm>
                  <a:off x="99" y="1315"/>
                  <a:ext cx="245" cy="191"/>
                </a:xfrm>
                <a:custGeom>
                  <a:avLst/>
                  <a:gdLst>
                    <a:gd name="T0" fmla="*/ 245 w 245"/>
                    <a:gd name="T1" fmla="*/ 191 h 191"/>
                    <a:gd name="T2" fmla="*/ 0 w 245"/>
                    <a:gd name="T3" fmla="*/ 118 h 191"/>
                    <a:gd name="T4" fmla="*/ 19 w 245"/>
                    <a:gd name="T5" fmla="*/ 0 h 191"/>
                    <a:gd name="T6" fmla="*/ 0 60000 65536"/>
                    <a:gd name="T7" fmla="*/ 0 60000 65536"/>
                    <a:gd name="T8" fmla="*/ 0 60000 65536"/>
                    <a:gd name="T9" fmla="*/ 0 w 245"/>
                    <a:gd name="T10" fmla="*/ 0 h 191"/>
                    <a:gd name="T11" fmla="*/ 245 w 245"/>
                    <a:gd name="T12" fmla="*/ 191 h 1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5" h="191">
                      <a:moveTo>
                        <a:pt x="245" y="191"/>
                      </a:moveTo>
                      <a:lnTo>
                        <a:pt x="0" y="118"/>
                      </a:lnTo>
                      <a:lnTo>
                        <a:pt x="1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0" name="Freeform 675"/>
                <p:cNvSpPr>
                  <a:spLocks/>
                </p:cNvSpPr>
                <p:nvPr/>
              </p:nvSpPr>
              <p:spPr bwMode="auto">
                <a:xfrm>
                  <a:off x="734" y="54"/>
                  <a:ext cx="46" cy="37"/>
                </a:xfrm>
                <a:custGeom>
                  <a:avLst/>
                  <a:gdLst>
                    <a:gd name="T0" fmla="*/ 18 w 46"/>
                    <a:gd name="T1" fmla="*/ 0 h 37"/>
                    <a:gd name="T2" fmla="*/ 46 w 46"/>
                    <a:gd name="T3" fmla="*/ 37 h 37"/>
                    <a:gd name="T4" fmla="*/ 0 w 46"/>
                    <a:gd name="T5" fmla="*/ 18 h 37"/>
                    <a:gd name="T6" fmla="*/ 18 w 46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37"/>
                    <a:gd name="T14" fmla="*/ 46 w 4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37">
                      <a:moveTo>
                        <a:pt x="18" y="0"/>
                      </a:moveTo>
                      <a:lnTo>
                        <a:pt x="46" y="37"/>
                      </a:lnTo>
                      <a:lnTo>
                        <a:pt x="0" y="18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C5FB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1" name="Freeform 676"/>
                <p:cNvSpPr>
                  <a:spLocks/>
                </p:cNvSpPr>
                <p:nvPr/>
              </p:nvSpPr>
              <p:spPr bwMode="auto">
                <a:xfrm>
                  <a:off x="734" y="54"/>
                  <a:ext cx="46" cy="37"/>
                </a:xfrm>
                <a:custGeom>
                  <a:avLst/>
                  <a:gdLst>
                    <a:gd name="T0" fmla="*/ 18 w 46"/>
                    <a:gd name="T1" fmla="*/ 0 h 37"/>
                    <a:gd name="T2" fmla="*/ 46 w 46"/>
                    <a:gd name="T3" fmla="*/ 37 h 37"/>
                    <a:gd name="T4" fmla="*/ 0 w 46"/>
                    <a:gd name="T5" fmla="*/ 18 h 37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37"/>
                    <a:gd name="T11" fmla="*/ 46 w 4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37">
                      <a:moveTo>
                        <a:pt x="18" y="0"/>
                      </a:moveTo>
                      <a:lnTo>
                        <a:pt x="46" y="37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2" name="Freeform 677"/>
                <p:cNvSpPr>
                  <a:spLocks/>
                </p:cNvSpPr>
                <p:nvPr/>
              </p:nvSpPr>
              <p:spPr bwMode="auto">
                <a:xfrm>
                  <a:off x="716" y="45"/>
                  <a:ext cx="36" cy="27"/>
                </a:xfrm>
                <a:custGeom>
                  <a:avLst/>
                  <a:gdLst>
                    <a:gd name="T0" fmla="*/ 18 w 36"/>
                    <a:gd name="T1" fmla="*/ 27 h 27"/>
                    <a:gd name="T2" fmla="*/ 0 w 36"/>
                    <a:gd name="T3" fmla="*/ 0 h 27"/>
                    <a:gd name="T4" fmla="*/ 36 w 36"/>
                    <a:gd name="T5" fmla="*/ 9 h 27"/>
                    <a:gd name="T6" fmla="*/ 18 w 36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7"/>
                    <a:gd name="T14" fmla="*/ 36 w 3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7">
                      <a:moveTo>
                        <a:pt x="18" y="27"/>
                      </a:moveTo>
                      <a:lnTo>
                        <a:pt x="0" y="0"/>
                      </a:lnTo>
                      <a:lnTo>
                        <a:pt x="36" y="9"/>
                      </a:lnTo>
                      <a:lnTo>
                        <a:pt x="18" y="27"/>
                      </a:lnTo>
                      <a:close/>
                    </a:path>
                  </a:pathLst>
                </a:custGeom>
                <a:solidFill>
                  <a:srgbClr val="C5FB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3" name="Freeform 678"/>
                <p:cNvSpPr>
                  <a:spLocks/>
                </p:cNvSpPr>
                <p:nvPr/>
              </p:nvSpPr>
              <p:spPr bwMode="auto">
                <a:xfrm>
                  <a:off x="716" y="45"/>
                  <a:ext cx="36" cy="27"/>
                </a:xfrm>
                <a:custGeom>
                  <a:avLst/>
                  <a:gdLst>
                    <a:gd name="T0" fmla="*/ 18 w 36"/>
                    <a:gd name="T1" fmla="*/ 27 h 27"/>
                    <a:gd name="T2" fmla="*/ 0 w 36"/>
                    <a:gd name="T3" fmla="*/ 0 h 27"/>
                    <a:gd name="T4" fmla="*/ 36 w 36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7"/>
                    <a:gd name="T11" fmla="*/ 36 w 3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7">
                      <a:moveTo>
                        <a:pt x="18" y="27"/>
                      </a:moveTo>
                      <a:lnTo>
                        <a:pt x="0" y="0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4" name="Freeform 679"/>
                <p:cNvSpPr>
                  <a:spLocks/>
                </p:cNvSpPr>
                <p:nvPr/>
              </p:nvSpPr>
              <p:spPr bwMode="auto">
                <a:xfrm>
                  <a:off x="172" y="227"/>
                  <a:ext cx="45" cy="118"/>
                </a:xfrm>
                <a:custGeom>
                  <a:avLst/>
                  <a:gdLst>
                    <a:gd name="T0" fmla="*/ 27 w 45"/>
                    <a:gd name="T1" fmla="*/ 0 h 118"/>
                    <a:gd name="T2" fmla="*/ 45 w 45"/>
                    <a:gd name="T3" fmla="*/ 63 h 118"/>
                    <a:gd name="T4" fmla="*/ 0 w 45"/>
                    <a:gd name="T5" fmla="*/ 118 h 118"/>
                    <a:gd name="T6" fmla="*/ 27 w 45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18"/>
                    <a:gd name="T14" fmla="*/ 45 w 45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18">
                      <a:moveTo>
                        <a:pt x="27" y="0"/>
                      </a:moveTo>
                      <a:lnTo>
                        <a:pt x="45" y="63"/>
                      </a:lnTo>
                      <a:lnTo>
                        <a:pt x="0" y="1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3B58C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5" name="Freeform 680"/>
                <p:cNvSpPr>
                  <a:spLocks/>
                </p:cNvSpPr>
                <p:nvPr/>
              </p:nvSpPr>
              <p:spPr bwMode="auto">
                <a:xfrm>
                  <a:off x="172" y="227"/>
                  <a:ext cx="45" cy="118"/>
                </a:xfrm>
                <a:custGeom>
                  <a:avLst/>
                  <a:gdLst>
                    <a:gd name="T0" fmla="*/ 27 w 45"/>
                    <a:gd name="T1" fmla="*/ 0 h 118"/>
                    <a:gd name="T2" fmla="*/ 45 w 45"/>
                    <a:gd name="T3" fmla="*/ 63 h 118"/>
                    <a:gd name="T4" fmla="*/ 0 w 45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18"/>
                    <a:gd name="T11" fmla="*/ 45 w 45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18">
                      <a:moveTo>
                        <a:pt x="27" y="0"/>
                      </a:moveTo>
                      <a:lnTo>
                        <a:pt x="45" y="63"/>
                      </a:lnTo>
                      <a:lnTo>
                        <a:pt x="0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6" name="Freeform 681"/>
                <p:cNvSpPr>
                  <a:spLocks/>
                </p:cNvSpPr>
                <p:nvPr/>
              </p:nvSpPr>
              <p:spPr bwMode="auto">
                <a:xfrm>
                  <a:off x="199" y="181"/>
                  <a:ext cx="46" cy="109"/>
                </a:xfrm>
                <a:custGeom>
                  <a:avLst/>
                  <a:gdLst>
                    <a:gd name="T0" fmla="*/ 18 w 46"/>
                    <a:gd name="T1" fmla="*/ 109 h 109"/>
                    <a:gd name="T2" fmla="*/ 0 w 46"/>
                    <a:gd name="T3" fmla="*/ 46 h 109"/>
                    <a:gd name="T4" fmla="*/ 46 w 46"/>
                    <a:gd name="T5" fmla="*/ 0 h 109"/>
                    <a:gd name="T6" fmla="*/ 18 w 46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09"/>
                    <a:gd name="T14" fmla="*/ 46 w 46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09">
                      <a:moveTo>
                        <a:pt x="18" y="109"/>
                      </a:moveTo>
                      <a:lnTo>
                        <a:pt x="0" y="46"/>
                      </a:lnTo>
                      <a:lnTo>
                        <a:pt x="46" y="0"/>
                      </a:lnTo>
                      <a:lnTo>
                        <a:pt x="18" y="109"/>
                      </a:lnTo>
                      <a:close/>
                    </a:path>
                  </a:pathLst>
                </a:custGeom>
                <a:solidFill>
                  <a:srgbClr val="4563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7" name="Freeform 682"/>
                <p:cNvSpPr>
                  <a:spLocks/>
                </p:cNvSpPr>
                <p:nvPr/>
              </p:nvSpPr>
              <p:spPr bwMode="auto">
                <a:xfrm>
                  <a:off x="199" y="181"/>
                  <a:ext cx="46" cy="109"/>
                </a:xfrm>
                <a:custGeom>
                  <a:avLst/>
                  <a:gdLst>
                    <a:gd name="T0" fmla="*/ 18 w 46"/>
                    <a:gd name="T1" fmla="*/ 109 h 109"/>
                    <a:gd name="T2" fmla="*/ 0 w 46"/>
                    <a:gd name="T3" fmla="*/ 46 h 109"/>
                    <a:gd name="T4" fmla="*/ 46 w 46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09"/>
                    <a:gd name="T11" fmla="*/ 46 w 46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09">
                      <a:moveTo>
                        <a:pt x="18" y="109"/>
                      </a:moveTo>
                      <a:lnTo>
                        <a:pt x="0" y="46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8" name="Freeform 683"/>
                <p:cNvSpPr>
                  <a:spLocks/>
                </p:cNvSpPr>
                <p:nvPr/>
              </p:nvSpPr>
              <p:spPr bwMode="auto">
                <a:xfrm>
                  <a:off x="526" y="0"/>
                  <a:ext cx="45" cy="9"/>
                </a:xfrm>
                <a:custGeom>
                  <a:avLst/>
                  <a:gdLst>
                    <a:gd name="T0" fmla="*/ 0 w 45"/>
                    <a:gd name="T1" fmla="*/ 0 h 9"/>
                    <a:gd name="T2" fmla="*/ 45 w 45"/>
                    <a:gd name="T3" fmla="*/ 0 h 9"/>
                    <a:gd name="T4" fmla="*/ 36 w 45"/>
                    <a:gd name="T5" fmla="*/ 9 h 9"/>
                    <a:gd name="T6" fmla="*/ 0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9C7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79" name="Freeform 684"/>
                <p:cNvSpPr>
                  <a:spLocks/>
                </p:cNvSpPr>
                <p:nvPr/>
              </p:nvSpPr>
              <p:spPr bwMode="auto">
                <a:xfrm>
                  <a:off x="526" y="0"/>
                  <a:ext cx="45" cy="9"/>
                </a:xfrm>
                <a:custGeom>
                  <a:avLst/>
                  <a:gdLst>
                    <a:gd name="T0" fmla="*/ 0 w 45"/>
                    <a:gd name="T1" fmla="*/ 0 h 9"/>
                    <a:gd name="T2" fmla="*/ 45 w 45"/>
                    <a:gd name="T3" fmla="*/ 0 h 9"/>
                    <a:gd name="T4" fmla="*/ 36 w 45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9"/>
                    <a:gd name="T11" fmla="*/ 45 w 45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9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0" name="Freeform 685"/>
                <p:cNvSpPr>
                  <a:spLocks/>
                </p:cNvSpPr>
                <p:nvPr/>
              </p:nvSpPr>
              <p:spPr bwMode="auto">
                <a:xfrm>
                  <a:off x="571" y="0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36 w 36"/>
                    <a:gd name="T3" fmla="*/ 0 h 9"/>
                    <a:gd name="T4" fmla="*/ 27 w 36"/>
                    <a:gd name="T5" fmla="*/ 9 h 9"/>
                    <a:gd name="T6" fmla="*/ 0 w 36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27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ED6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1" name="Freeform 686"/>
                <p:cNvSpPr>
                  <a:spLocks/>
                </p:cNvSpPr>
                <p:nvPr/>
              </p:nvSpPr>
              <p:spPr bwMode="auto">
                <a:xfrm>
                  <a:off x="571" y="0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36 w 36"/>
                    <a:gd name="T3" fmla="*/ 0 h 9"/>
                    <a:gd name="T4" fmla="*/ 27 w 36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27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2" name="Freeform 687"/>
                <p:cNvSpPr>
                  <a:spLocks/>
                </p:cNvSpPr>
                <p:nvPr/>
              </p:nvSpPr>
              <p:spPr bwMode="auto">
                <a:xfrm>
                  <a:off x="562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0 w 36"/>
                    <a:gd name="T3" fmla="*/ 9 h 9"/>
                    <a:gd name="T4" fmla="*/ 9 w 36"/>
                    <a:gd name="T5" fmla="*/ 0 h 9"/>
                    <a:gd name="T6" fmla="*/ 36 w 3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36" y="9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36" y="9"/>
                      </a:lnTo>
                      <a:close/>
                    </a:path>
                  </a:pathLst>
                </a:custGeom>
                <a:solidFill>
                  <a:srgbClr val="6ED6F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3" name="Freeform 688"/>
                <p:cNvSpPr>
                  <a:spLocks/>
                </p:cNvSpPr>
                <p:nvPr/>
              </p:nvSpPr>
              <p:spPr bwMode="auto">
                <a:xfrm>
                  <a:off x="562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0 w 36"/>
                    <a:gd name="T3" fmla="*/ 9 h 9"/>
                    <a:gd name="T4" fmla="*/ 9 w 36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36" y="9"/>
                      </a:moveTo>
                      <a:lnTo>
                        <a:pt x="0" y="9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4" name="Freeform 689"/>
                <p:cNvSpPr>
                  <a:spLocks/>
                </p:cNvSpPr>
                <p:nvPr/>
              </p:nvSpPr>
              <p:spPr bwMode="auto">
                <a:xfrm>
                  <a:off x="489" y="0"/>
                  <a:ext cx="46" cy="9"/>
                </a:xfrm>
                <a:custGeom>
                  <a:avLst/>
                  <a:gdLst>
                    <a:gd name="T0" fmla="*/ 0 w 46"/>
                    <a:gd name="T1" fmla="*/ 9 h 9"/>
                    <a:gd name="T2" fmla="*/ 37 w 46"/>
                    <a:gd name="T3" fmla="*/ 0 h 9"/>
                    <a:gd name="T4" fmla="*/ 46 w 46"/>
                    <a:gd name="T5" fmla="*/ 9 h 9"/>
                    <a:gd name="T6" fmla="*/ 0 w 4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9"/>
                    <a:gd name="T14" fmla="*/ 46 w 4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9">
                      <a:moveTo>
                        <a:pt x="0" y="9"/>
                      </a:moveTo>
                      <a:lnTo>
                        <a:pt x="37" y="0"/>
                      </a:lnTo>
                      <a:lnTo>
                        <a:pt x="46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50BAF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5" name="Freeform 690"/>
                <p:cNvSpPr>
                  <a:spLocks/>
                </p:cNvSpPr>
                <p:nvPr/>
              </p:nvSpPr>
              <p:spPr bwMode="auto">
                <a:xfrm>
                  <a:off x="489" y="0"/>
                  <a:ext cx="46" cy="9"/>
                </a:xfrm>
                <a:custGeom>
                  <a:avLst/>
                  <a:gdLst>
                    <a:gd name="T0" fmla="*/ 0 w 46"/>
                    <a:gd name="T1" fmla="*/ 9 h 9"/>
                    <a:gd name="T2" fmla="*/ 37 w 46"/>
                    <a:gd name="T3" fmla="*/ 0 h 9"/>
                    <a:gd name="T4" fmla="*/ 46 w 46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9"/>
                    <a:gd name="T11" fmla="*/ 46 w 4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9">
                      <a:moveTo>
                        <a:pt x="0" y="9"/>
                      </a:moveTo>
                      <a:lnTo>
                        <a:pt x="37" y="0"/>
                      </a:lnTo>
                      <a:lnTo>
                        <a:pt x="4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6" name="Freeform 691"/>
                <p:cNvSpPr>
                  <a:spLocks/>
                </p:cNvSpPr>
                <p:nvPr/>
              </p:nvSpPr>
              <p:spPr bwMode="auto">
                <a:xfrm>
                  <a:off x="526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9 w 36"/>
                    <a:gd name="T3" fmla="*/ 9 h 9"/>
                    <a:gd name="T4" fmla="*/ 0 w 36"/>
                    <a:gd name="T5" fmla="*/ 0 h 9"/>
                    <a:gd name="T6" fmla="*/ 36 w 3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36" y="9"/>
                      </a:moveTo>
                      <a:lnTo>
                        <a:pt x="9" y="9"/>
                      </a:lnTo>
                      <a:lnTo>
                        <a:pt x="0" y="0"/>
                      </a:lnTo>
                      <a:lnTo>
                        <a:pt x="36" y="9"/>
                      </a:lnTo>
                      <a:close/>
                    </a:path>
                  </a:pathLst>
                </a:custGeom>
                <a:solidFill>
                  <a:srgbClr val="59C7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7" name="Freeform 692"/>
                <p:cNvSpPr>
                  <a:spLocks/>
                </p:cNvSpPr>
                <p:nvPr/>
              </p:nvSpPr>
              <p:spPr bwMode="auto">
                <a:xfrm>
                  <a:off x="526" y="0"/>
                  <a:ext cx="36" cy="9"/>
                </a:xfrm>
                <a:custGeom>
                  <a:avLst/>
                  <a:gdLst>
                    <a:gd name="T0" fmla="*/ 36 w 36"/>
                    <a:gd name="T1" fmla="*/ 9 h 9"/>
                    <a:gd name="T2" fmla="*/ 9 w 36"/>
                    <a:gd name="T3" fmla="*/ 9 h 9"/>
                    <a:gd name="T4" fmla="*/ 0 w 36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36" y="9"/>
                      </a:moveTo>
                      <a:lnTo>
                        <a:pt x="9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8" name="Freeform 693"/>
                <p:cNvSpPr>
                  <a:spLocks/>
                </p:cNvSpPr>
                <p:nvPr/>
              </p:nvSpPr>
              <p:spPr bwMode="auto">
                <a:xfrm>
                  <a:off x="344" y="27"/>
                  <a:ext cx="73" cy="45"/>
                </a:xfrm>
                <a:custGeom>
                  <a:avLst/>
                  <a:gdLst>
                    <a:gd name="T0" fmla="*/ 73 w 73"/>
                    <a:gd name="T1" fmla="*/ 0 h 45"/>
                    <a:gd name="T2" fmla="*/ 46 w 73"/>
                    <a:gd name="T3" fmla="*/ 27 h 45"/>
                    <a:gd name="T4" fmla="*/ 0 w 73"/>
                    <a:gd name="T5" fmla="*/ 45 h 45"/>
                    <a:gd name="T6" fmla="*/ 73 w 73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45"/>
                    <a:gd name="T14" fmla="*/ 73 w 73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45">
                      <a:moveTo>
                        <a:pt x="73" y="0"/>
                      </a:moveTo>
                      <a:lnTo>
                        <a:pt x="46" y="27"/>
                      </a:lnTo>
                      <a:lnTo>
                        <a:pt x="0" y="45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127A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89" name="Freeform 694"/>
                <p:cNvSpPr>
                  <a:spLocks/>
                </p:cNvSpPr>
                <p:nvPr/>
              </p:nvSpPr>
              <p:spPr bwMode="auto">
                <a:xfrm>
                  <a:off x="344" y="27"/>
                  <a:ext cx="73" cy="45"/>
                </a:xfrm>
                <a:custGeom>
                  <a:avLst/>
                  <a:gdLst>
                    <a:gd name="T0" fmla="*/ 73 w 73"/>
                    <a:gd name="T1" fmla="*/ 0 h 45"/>
                    <a:gd name="T2" fmla="*/ 46 w 73"/>
                    <a:gd name="T3" fmla="*/ 27 h 45"/>
                    <a:gd name="T4" fmla="*/ 0 w 73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45"/>
                    <a:gd name="T11" fmla="*/ 73 w 73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45">
                      <a:moveTo>
                        <a:pt x="73" y="0"/>
                      </a:moveTo>
                      <a:lnTo>
                        <a:pt x="46" y="27"/>
                      </a:lnTo>
                      <a:lnTo>
                        <a:pt x="0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0" name="Freeform 695"/>
                <p:cNvSpPr>
                  <a:spLocks/>
                </p:cNvSpPr>
                <p:nvPr/>
              </p:nvSpPr>
              <p:spPr bwMode="auto">
                <a:xfrm>
                  <a:off x="390" y="27"/>
                  <a:ext cx="63" cy="27"/>
                </a:xfrm>
                <a:custGeom>
                  <a:avLst/>
                  <a:gdLst>
                    <a:gd name="T0" fmla="*/ 0 w 63"/>
                    <a:gd name="T1" fmla="*/ 27 h 27"/>
                    <a:gd name="T2" fmla="*/ 27 w 63"/>
                    <a:gd name="T3" fmla="*/ 0 h 27"/>
                    <a:gd name="T4" fmla="*/ 63 w 63"/>
                    <a:gd name="T5" fmla="*/ 0 h 27"/>
                    <a:gd name="T6" fmla="*/ 0 w 63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27"/>
                    <a:gd name="T14" fmla="*/ 63 w 63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27">
                      <a:moveTo>
                        <a:pt x="0" y="27"/>
                      </a:moveTo>
                      <a:lnTo>
                        <a:pt x="27" y="0"/>
                      </a:lnTo>
                      <a:lnTo>
                        <a:pt x="63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3D95F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1" name="Freeform 696"/>
                <p:cNvSpPr>
                  <a:spLocks/>
                </p:cNvSpPr>
                <p:nvPr/>
              </p:nvSpPr>
              <p:spPr bwMode="auto">
                <a:xfrm>
                  <a:off x="390" y="27"/>
                  <a:ext cx="63" cy="27"/>
                </a:xfrm>
                <a:custGeom>
                  <a:avLst/>
                  <a:gdLst>
                    <a:gd name="T0" fmla="*/ 0 w 63"/>
                    <a:gd name="T1" fmla="*/ 27 h 27"/>
                    <a:gd name="T2" fmla="*/ 27 w 63"/>
                    <a:gd name="T3" fmla="*/ 0 h 27"/>
                    <a:gd name="T4" fmla="*/ 63 w 63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27"/>
                    <a:gd name="T11" fmla="*/ 63 w 63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27">
                      <a:moveTo>
                        <a:pt x="0" y="27"/>
                      </a:moveTo>
                      <a:lnTo>
                        <a:pt x="27" y="0"/>
                      </a:lnTo>
                      <a:lnTo>
                        <a:pt x="63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2" name="Freeform 697"/>
                <p:cNvSpPr>
                  <a:spLocks/>
                </p:cNvSpPr>
                <p:nvPr/>
              </p:nvSpPr>
              <p:spPr bwMode="auto">
                <a:xfrm>
                  <a:off x="417" y="9"/>
                  <a:ext cx="72" cy="18"/>
                </a:xfrm>
                <a:custGeom>
                  <a:avLst/>
                  <a:gdLst>
                    <a:gd name="T0" fmla="*/ 72 w 72"/>
                    <a:gd name="T1" fmla="*/ 0 h 18"/>
                    <a:gd name="T2" fmla="*/ 36 w 72"/>
                    <a:gd name="T3" fmla="*/ 18 h 18"/>
                    <a:gd name="T4" fmla="*/ 0 w 72"/>
                    <a:gd name="T5" fmla="*/ 18 h 18"/>
                    <a:gd name="T6" fmla="*/ 72 w 72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18"/>
                    <a:gd name="T14" fmla="*/ 72 w 72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18">
                      <a:moveTo>
                        <a:pt x="72" y="0"/>
                      </a:moveTo>
                      <a:lnTo>
                        <a:pt x="36" y="18"/>
                      </a:lnTo>
                      <a:lnTo>
                        <a:pt x="0" y="18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1F95E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3" name="Freeform 698"/>
                <p:cNvSpPr>
                  <a:spLocks/>
                </p:cNvSpPr>
                <p:nvPr/>
              </p:nvSpPr>
              <p:spPr bwMode="auto">
                <a:xfrm>
                  <a:off x="417" y="9"/>
                  <a:ext cx="72" cy="18"/>
                </a:xfrm>
                <a:custGeom>
                  <a:avLst/>
                  <a:gdLst>
                    <a:gd name="T0" fmla="*/ 72 w 72"/>
                    <a:gd name="T1" fmla="*/ 0 h 18"/>
                    <a:gd name="T2" fmla="*/ 36 w 72"/>
                    <a:gd name="T3" fmla="*/ 18 h 18"/>
                    <a:gd name="T4" fmla="*/ 0 w 72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18"/>
                    <a:gd name="T11" fmla="*/ 72 w 72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18">
                      <a:moveTo>
                        <a:pt x="72" y="0"/>
                      </a:moveTo>
                      <a:lnTo>
                        <a:pt x="36" y="18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4" name="Freeform 699"/>
                <p:cNvSpPr>
                  <a:spLocks/>
                </p:cNvSpPr>
                <p:nvPr/>
              </p:nvSpPr>
              <p:spPr bwMode="auto">
                <a:xfrm>
                  <a:off x="852" y="1134"/>
                  <a:ext cx="218" cy="109"/>
                </a:xfrm>
                <a:custGeom>
                  <a:avLst/>
                  <a:gdLst>
                    <a:gd name="T0" fmla="*/ 218 w 218"/>
                    <a:gd name="T1" fmla="*/ 18 h 109"/>
                    <a:gd name="T2" fmla="*/ 18 w 218"/>
                    <a:gd name="T3" fmla="*/ 109 h 109"/>
                    <a:gd name="T4" fmla="*/ 0 w 218"/>
                    <a:gd name="T5" fmla="*/ 0 h 109"/>
                    <a:gd name="T6" fmla="*/ 218 w 218"/>
                    <a:gd name="T7" fmla="*/ 18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8"/>
                    <a:gd name="T13" fmla="*/ 0 h 109"/>
                    <a:gd name="T14" fmla="*/ 218 w 218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8" h="109">
                      <a:moveTo>
                        <a:pt x="218" y="18"/>
                      </a:moveTo>
                      <a:lnTo>
                        <a:pt x="18" y="109"/>
                      </a:lnTo>
                      <a:lnTo>
                        <a:pt x="0" y="0"/>
                      </a:lnTo>
                      <a:lnTo>
                        <a:pt x="218" y="18"/>
                      </a:lnTo>
                      <a:close/>
                    </a:path>
                  </a:pathLst>
                </a:custGeom>
                <a:solidFill>
                  <a:srgbClr val="D4A4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5" name="Freeform 700"/>
                <p:cNvSpPr>
                  <a:spLocks/>
                </p:cNvSpPr>
                <p:nvPr/>
              </p:nvSpPr>
              <p:spPr bwMode="auto">
                <a:xfrm>
                  <a:off x="852" y="1134"/>
                  <a:ext cx="218" cy="109"/>
                </a:xfrm>
                <a:custGeom>
                  <a:avLst/>
                  <a:gdLst>
                    <a:gd name="T0" fmla="*/ 218 w 218"/>
                    <a:gd name="T1" fmla="*/ 18 h 109"/>
                    <a:gd name="T2" fmla="*/ 18 w 218"/>
                    <a:gd name="T3" fmla="*/ 109 h 109"/>
                    <a:gd name="T4" fmla="*/ 0 w 218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218"/>
                    <a:gd name="T10" fmla="*/ 0 h 109"/>
                    <a:gd name="T11" fmla="*/ 218 w 218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" h="109">
                      <a:moveTo>
                        <a:pt x="218" y="18"/>
                      </a:moveTo>
                      <a:lnTo>
                        <a:pt x="18" y="10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6" name="Freeform 701"/>
                <p:cNvSpPr>
                  <a:spLocks/>
                </p:cNvSpPr>
                <p:nvPr/>
              </p:nvSpPr>
              <p:spPr bwMode="auto">
                <a:xfrm>
                  <a:off x="852" y="1043"/>
                  <a:ext cx="218" cy="109"/>
                </a:xfrm>
                <a:custGeom>
                  <a:avLst/>
                  <a:gdLst>
                    <a:gd name="T0" fmla="*/ 0 w 218"/>
                    <a:gd name="T1" fmla="*/ 91 h 109"/>
                    <a:gd name="T2" fmla="*/ 191 w 218"/>
                    <a:gd name="T3" fmla="*/ 0 h 109"/>
                    <a:gd name="T4" fmla="*/ 218 w 218"/>
                    <a:gd name="T5" fmla="*/ 109 h 109"/>
                    <a:gd name="T6" fmla="*/ 0 w 218"/>
                    <a:gd name="T7" fmla="*/ 91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8"/>
                    <a:gd name="T13" fmla="*/ 0 h 109"/>
                    <a:gd name="T14" fmla="*/ 218 w 218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8" h="109">
                      <a:moveTo>
                        <a:pt x="0" y="91"/>
                      </a:moveTo>
                      <a:lnTo>
                        <a:pt x="191" y="0"/>
                      </a:lnTo>
                      <a:lnTo>
                        <a:pt x="218" y="109"/>
                      </a:lnTo>
                      <a:lnTo>
                        <a:pt x="0" y="91"/>
                      </a:lnTo>
                      <a:close/>
                    </a:path>
                  </a:pathLst>
                </a:custGeom>
                <a:solidFill>
                  <a:srgbClr val="D4A4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7" name="Freeform 702"/>
                <p:cNvSpPr>
                  <a:spLocks/>
                </p:cNvSpPr>
                <p:nvPr/>
              </p:nvSpPr>
              <p:spPr bwMode="auto">
                <a:xfrm>
                  <a:off x="852" y="1043"/>
                  <a:ext cx="218" cy="109"/>
                </a:xfrm>
                <a:custGeom>
                  <a:avLst/>
                  <a:gdLst>
                    <a:gd name="T0" fmla="*/ 0 w 218"/>
                    <a:gd name="T1" fmla="*/ 91 h 109"/>
                    <a:gd name="T2" fmla="*/ 191 w 218"/>
                    <a:gd name="T3" fmla="*/ 0 h 109"/>
                    <a:gd name="T4" fmla="*/ 218 w 218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218"/>
                    <a:gd name="T10" fmla="*/ 0 h 109"/>
                    <a:gd name="T11" fmla="*/ 218 w 218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" h="109">
                      <a:moveTo>
                        <a:pt x="0" y="91"/>
                      </a:moveTo>
                      <a:lnTo>
                        <a:pt x="191" y="0"/>
                      </a:lnTo>
                      <a:lnTo>
                        <a:pt x="218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8" name="Freeform 703"/>
                <p:cNvSpPr>
                  <a:spLocks/>
                </p:cNvSpPr>
                <p:nvPr/>
              </p:nvSpPr>
              <p:spPr bwMode="auto">
                <a:xfrm>
                  <a:off x="607" y="0"/>
                  <a:ext cx="46" cy="18"/>
                </a:xfrm>
                <a:custGeom>
                  <a:avLst/>
                  <a:gdLst>
                    <a:gd name="T0" fmla="*/ 0 w 46"/>
                    <a:gd name="T1" fmla="*/ 0 h 18"/>
                    <a:gd name="T2" fmla="*/ 46 w 46"/>
                    <a:gd name="T3" fmla="*/ 18 h 18"/>
                    <a:gd name="T4" fmla="*/ 9 w 46"/>
                    <a:gd name="T5" fmla="*/ 18 h 18"/>
                    <a:gd name="T6" fmla="*/ 0 w 4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0" y="0"/>
                      </a:moveTo>
                      <a:lnTo>
                        <a:pt x="46" y="18"/>
                      </a:lnTo>
                      <a:lnTo>
                        <a:pt x="9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CE4F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99" name="Freeform 704"/>
                <p:cNvSpPr>
                  <a:spLocks/>
                </p:cNvSpPr>
                <p:nvPr/>
              </p:nvSpPr>
              <p:spPr bwMode="auto">
                <a:xfrm>
                  <a:off x="607" y="0"/>
                  <a:ext cx="46" cy="18"/>
                </a:xfrm>
                <a:custGeom>
                  <a:avLst/>
                  <a:gdLst>
                    <a:gd name="T0" fmla="*/ 0 w 46"/>
                    <a:gd name="T1" fmla="*/ 0 h 18"/>
                    <a:gd name="T2" fmla="*/ 46 w 46"/>
                    <a:gd name="T3" fmla="*/ 18 h 18"/>
                    <a:gd name="T4" fmla="*/ 9 w 46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0" y="0"/>
                      </a:moveTo>
                      <a:lnTo>
                        <a:pt x="46" y="18"/>
                      </a:lnTo>
                      <a:lnTo>
                        <a:pt x="9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0" name="Freeform 705"/>
                <p:cNvSpPr>
                  <a:spLocks/>
                </p:cNvSpPr>
                <p:nvPr/>
              </p:nvSpPr>
              <p:spPr bwMode="auto">
                <a:xfrm>
                  <a:off x="598" y="0"/>
                  <a:ext cx="18" cy="18"/>
                </a:xfrm>
                <a:custGeom>
                  <a:avLst/>
                  <a:gdLst>
                    <a:gd name="T0" fmla="*/ 18 w 18"/>
                    <a:gd name="T1" fmla="*/ 18 h 18"/>
                    <a:gd name="T2" fmla="*/ 0 w 18"/>
                    <a:gd name="T3" fmla="*/ 9 h 18"/>
                    <a:gd name="T4" fmla="*/ 9 w 18"/>
                    <a:gd name="T5" fmla="*/ 0 h 18"/>
                    <a:gd name="T6" fmla="*/ 18 w 18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18" y="18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18" y="18"/>
                      </a:lnTo>
                      <a:close/>
                    </a:path>
                  </a:pathLst>
                </a:custGeom>
                <a:solidFill>
                  <a:srgbClr val="8CE4F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1" name="Freeform 706"/>
                <p:cNvSpPr>
                  <a:spLocks/>
                </p:cNvSpPr>
                <p:nvPr/>
              </p:nvSpPr>
              <p:spPr bwMode="auto">
                <a:xfrm>
                  <a:off x="598" y="0"/>
                  <a:ext cx="18" cy="18"/>
                </a:xfrm>
                <a:custGeom>
                  <a:avLst/>
                  <a:gdLst>
                    <a:gd name="T0" fmla="*/ 18 w 18"/>
                    <a:gd name="T1" fmla="*/ 18 h 18"/>
                    <a:gd name="T2" fmla="*/ 0 w 18"/>
                    <a:gd name="T3" fmla="*/ 9 h 18"/>
                    <a:gd name="T4" fmla="*/ 9 w 18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18"/>
                    <a:gd name="T10" fmla="*/ 0 h 18"/>
                    <a:gd name="T11" fmla="*/ 18 w 18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" h="18">
                      <a:moveTo>
                        <a:pt x="18" y="18"/>
                      </a:moveTo>
                      <a:lnTo>
                        <a:pt x="0" y="9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2" name="Freeform 707"/>
                <p:cNvSpPr>
                  <a:spLocks/>
                </p:cNvSpPr>
                <p:nvPr/>
              </p:nvSpPr>
              <p:spPr bwMode="auto">
                <a:xfrm>
                  <a:off x="27" y="898"/>
                  <a:ext cx="154" cy="200"/>
                </a:xfrm>
                <a:custGeom>
                  <a:avLst/>
                  <a:gdLst>
                    <a:gd name="T0" fmla="*/ 0 w 154"/>
                    <a:gd name="T1" fmla="*/ 0 h 200"/>
                    <a:gd name="T2" fmla="*/ 154 w 154"/>
                    <a:gd name="T3" fmla="*/ 91 h 200"/>
                    <a:gd name="T4" fmla="*/ 136 w 154"/>
                    <a:gd name="T5" fmla="*/ 200 h 200"/>
                    <a:gd name="T6" fmla="*/ 0 w 154"/>
                    <a:gd name="T7" fmla="*/ 0 h 2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200"/>
                    <a:gd name="T14" fmla="*/ 154 w 154"/>
                    <a:gd name="T15" fmla="*/ 200 h 2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200">
                      <a:moveTo>
                        <a:pt x="0" y="0"/>
                      </a:moveTo>
                      <a:lnTo>
                        <a:pt x="154" y="91"/>
                      </a:lnTo>
                      <a:lnTo>
                        <a:pt x="136" y="2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F63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3" name="Freeform 708"/>
                <p:cNvSpPr>
                  <a:spLocks/>
                </p:cNvSpPr>
                <p:nvPr/>
              </p:nvSpPr>
              <p:spPr bwMode="auto">
                <a:xfrm>
                  <a:off x="27" y="898"/>
                  <a:ext cx="154" cy="200"/>
                </a:xfrm>
                <a:custGeom>
                  <a:avLst/>
                  <a:gdLst>
                    <a:gd name="T0" fmla="*/ 0 w 154"/>
                    <a:gd name="T1" fmla="*/ 0 h 200"/>
                    <a:gd name="T2" fmla="*/ 154 w 154"/>
                    <a:gd name="T3" fmla="*/ 91 h 200"/>
                    <a:gd name="T4" fmla="*/ 136 w 154"/>
                    <a:gd name="T5" fmla="*/ 200 h 200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200"/>
                    <a:gd name="T11" fmla="*/ 154 w 154"/>
                    <a:gd name="T12" fmla="*/ 200 h 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200">
                      <a:moveTo>
                        <a:pt x="0" y="0"/>
                      </a:moveTo>
                      <a:lnTo>
                        <a:pt x="154" y="91"/>
                      </a:lnTo>
                      <a:lnTo>
                        <a:pt x="136" y="2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4" name="Freeform 709"/>
                <p:cNvSpPr>
                  <a:spLocks/>
                </p:cNvSpPr>
                <p:nvPr/>
              </p:nvSpPr>
              <p:spPr bwMode="auto">
                <a:xfrm>
                  <a:off x="27" y="798"/>
                  <a:ext cx="154" cy="191"/>
                </a:xfrm>
                <a:custGeom>
                  <a:avLst/>
                  <a:gdLst>
                    <a:gd name="T0" fmla="*/ 154 w 154"/>
                    <a:gd name="T1" fmla="*/ 191 h 191"/>
                    <a:gd name="T2" fmla="*/ 0 w 154"/>
                    <a:gd name="T3" fmla="*/ 100 h 191"/>
                    <a:gd name="T4" fmla="*/ 36 w 154"/>
                    <a:gd name="T5" fmla="*/ 0 h 191"/>
                    <a:gd name="T6" fmla="*/ 154 w 154"/>
                    <a:gd name="T7" fmla="*/ 191 h 1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191"/>
                    <a:gd name="T14" fmla="*/ 154 w 154"/>
                    <a:gd name="T15" fmla="*/ 191 h 1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191">
                      <a:moveTo>
                        <a:pt x="154" y="191"/>
                      </a:moveTo>
                      <a:lnTo>
                        <a:pt x="0" y="100"/>
                      </a:lnTo>
                      <a:lnTo>
                        <a:pt x="36" y="0"/>
                      </a:lnTo>
                      <a:lnTo>
                        <a:pt x="154" y="191"/>
                      </a:lnTo>
                      <a:close/>
                    </a:path>
                  </a:pathLst>
                </a:custGeom>
                <a:solidFill>
                  <a:srgbClr val="8165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5" name="Freeform 710"/>
                <p:cNvSpPr>
                  <a:spLocks/>
                </p:cNvSpPr>
                <p:nvPr/>
              </p:nvSpPr>
              <p:spPr bwMode="auto">
                <a:xfrm>
                  <a:off x="27" y="798"/>
                  <a:ext cx="154" cy="191"/>
                </a:xfrm>
                <a:custGeom>
                  <a:avLst/>
                  <a:gdLst>
                    <a:gd name="T0" fmla="*/ 154 w 154"/>
                    <a:gd name="T1" fmla="*/ 191 h 191"/>
                    <a:gd name="T2" fmla="*/ 0 w 154"/>
                    <a:gd name="T3" fmla="*/ 100 h 191"/>
                    <a:gd name="T4" fmla="*/ 36 w 154"/>
                    <a:gd name="T5" fmla="*/ 0 h 191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191"/>
                    <a:gd name="T11" fmla="*/ 154 w 154"/>
                    <a:gd name="T12" fmla="*/ 191 h 1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191">
                      <a:moveTo>
                        <a:pt x="154" y="191"/>
                      </a:moveTo>
                      <a:lnTo>
                        <a:pt x="0" y="100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6" name="Freeform 711"/>
                <p:cNvSpPr>
                  <a:spLocks/>
                </p:cNvSpPr>
                <p:nvPr/>
              </p:nvSpPr>
              <p:spPr bwMode="auto">
                <a:xfrm>
                  <a:off x="99" y="472"/>
                  <a:ext cx="64" cy="163"/>
                </a:xfrm>
                <a:custGeom>
                  <a:avLst/>
                  <a:gdLst>
                    <a:gd name="T0" fmla="*/ 0 w 64"/>
                    <a:gd name="T1" fmla="*/ 0 h 163"/>
                    <a:gd name="T2" fmla="*/ 64 w 64"/>
                    <a:gd name="T3" fmla="*/ 81 h 163"/>
                    <a:gd name="T4" fmla="*/ 28 w 64"/>
                    <a:gd name="T5" fmla="*/ 163 h 163"/>
                    <a:gd name="T6" fmla="*/ 0 w 64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163"/>
                    <a:gd name="T14" fmla="*/ 64 w 64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163">
                      <a:moveTo>
                        <a:pt x="0" y="0"/>
                      </a:moveTo>
                      <a:lnTo>
                        <a:pt x="64" y="81"/>
                      </a:lnTo>
                      <a:lnTo>
                        <a:pt x="28" y="1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15B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7" name="Freeform 712"/>
                <p:cNvSpPr>
                  <a:spLocks/>
                </p:cNvSpPr>
                <p:nvPr/>
              </p:nvSpPr>
              <p:spPr bwMode="auto">
                <a:xfrm>
                  <a:off x="99" y="472"/>
                  <a:ext cx="64" cy="163"/>
                </a:xfrm>
                <a:custGeom>
                  <a:avLst/>
                  <a:gdLst>
                    <a:gd name="T0" fmla="*/ 0 w 64"/>
                    <a:gd name="T1" fmla="*/ 0 h 163"/>
                    <a:gd name="T2" fmla="*/ 64 w 64"/>
                    <a:gd name="T3" fmla="*/ 81 h 163"/>
                    <a:gd name="T4" fmla="*/ 28 w 64"/>
                    <a:gd name="T5" fmla="*/ 163 h 163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163"/>
                    <a:gd name="T11" fmla="*/ 64 w 64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163">
                      <a:moveTo>
                        <a:pt x="0" y="0"/>
                      </a:moveTo>
                      <a:lnTo>
                        <a:pt x="64" y="81"/>
                      </a:lnTo>
                      <a:lnTo>
                        <a:pt x="28" y="1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8" name="Freeform 713"/>
                <p:cNvSpPr>
                  <a:spLocks/>
                </p:cNvSpPr>
                <p:nvPr/>
              </p:nvSpPr>
              <p:spPr bwMode="auto">
                <a:xfrm>
                  <a:off x="99" y="399"/>
                  <a:ext cx="64" cy="154"/>
                </a:xfrm>
                <a:custGeom>
                  <a:avLst/>
                  <a:gdLst>
                    <a:gd name="T0" fmla="*/ 64 w 64"/>
                    <a:gd name="T1" fmla="*/ 154 h 154"/>
                    <a:gd name="T2" fmla="*/ 0 w 64"/>
                    <a:gd name="T3" fmla="*/ 73 h 154"/>
                    <a:gd name="T4" fmla="*/ 37 w 64"/>
                    <a:gd name="T5" fmla="*/ 0 h 154"/>
                    <a:gd name="T6" fmla="*/ 64 w 64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154"/>
                    <a:gd name="T14" fmla="*/ 64 w 64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154">
                      <a:moveTo>
                        <a:pt x="64" y="154"/>
                      </a:moveTo>
                      <a:lnTo>
                        <a:pt x="0" y="73"/>
                      </a:lnTo>
                      <a:lnTo>
                        <a:pt x="37" y="0"/>
                      </a:lnTo>
                      <a:lnTo>
                        <a:pt x="64" y="154"/>
                      </a:lnTo>
                      <a:close/>
                    </a:path>
                  </a:pathLst>
                </a:custGeom>
                <a:solidFill>
                  <a:srgbClr val="6460B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09" name="Freeform 714"/>
                <p:cNvSpPr>
                  <a:spLocks/>
                </p:cNvSpPr>
                <p:nvPr/>
              </p:nvSpPr>
              <p:spPr bwMode="auto">
                <a:xfrm>
                  <a:off x="99" y="399"/>
                  <a:ext cx="64" cy="154"/>
                </a:xfrm>
                <a:custGeom>
                  <a:avLst/>
                  <a:gdLst>
                    <a:gd name="T0" fmla="*/ 64 w 64"/>
                    <a:gd name="T1" fmla="*/ 154 h 154"/>
                    <a:gd name="T2" fmla="*/ 0 w 64"/>
                    <a:gd name="T3" fmla="*/ 73 h 154"/>
                    <a:gd name="T4" fmla="*/ 37 w 64"/>
                    <a:gd name="T5" fmla="*/ 0 h 154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154"/>
                    <a:gd name="T11" fmla="*/ 64 w 64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154">
                      <a:moveTo>
                        <a:pt x="64" y="154"/>
                      </a:moveTo>
                      <a:lnTo>
                        <a:pt x="0" y="73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0" name="Freeform 715"/>
                <p:cNvSpPr>
                  <a:spLocks/>
                </p:cNvSpPr>
                <p:nvPr/>
              </p:nvSpPr>
              <p:spPr bwMode="auto">
                <a:xfrm>
                  <a:off x="925" y="662"/>
                  <a:ext cx="145" cy="100"/>
                </a:xfrm>
                <a:custGeom>
                  <a:avLst/>
                  <a:gdLst>
                    <a:gd name="T0" fmla="*/ 145 w 145"/>
                    <a:gd name="T1" fmla="*/ 0 h 100"/>
                    <a:gd name="T2" fmla="*/ 36 w 145"/>
                    <a:gd name="T3" fmla="*/ 100 h 100"/>
                    <a:gd name="T4" fmla="*/ 0 w 145"/>
                    <a:gd name="T5" fmla="*/ 9 h 100"/>
                    <a:gd name="T6" fmla="*/ 145 w 145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00"/>
                    <a:gd name="T14" fmla="*/ 145 w 1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00">
                      <a:moveTo>
                        <a:pt x="145" y="0"/>
                      </a:moveTo>
                      <a:lnTo>
                        <a:pt x="36" y="100"/>
                      </a:lnTo>
                      <a:lnTo>
                        <a:pt x="0" y="9"/>
                      </a:lnTo>
                      <a:lnTo>
                        <a:pt x="145" y="0"/>
                      </a:lnTo>
                      <a:close/>
                    </a:path>
                  </a:pathLst>
                </a:custGeom>
                <a:solidFill>
                  <a:srgbClr val="E4BEB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1" name="Freeform 716"/>
                <p:cNvSpPr>
                  <a:spLocks/>
                </p:cNvSpPr>
                <p:nvPr/>
              </p:nvSpPr>
              <p:spPr bwMode="auto">
                <a:xfrm>
                  <a:off x="925" y="662"/>
                  <a:ext cx="145" cy="100"/>
                </a:xfrm>
                <a:custGeom>
                  <a:avLst/>
                  <a:gdLst>
                    <a:gd name="T0" fmla="*/ 145 w 145"/>
                    <a:gd name="T1" fmla="*/ 0 h 100"/>
                    <a:gd name="T2" fmla="*/ 36 w 145"/>
                    <a:gd name="T3" fmla="*/ 100 h 100"/>
                    <a:gd name="T4" fmla="*/ 0 w 145"/>
                    <a:gd name="T5" fmla="*/ 9 h 100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00"/>
                    <a:gd name="T11" fmla="*/ 145 w 1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00">
                      <a:moveTo>
                        <a:pt x="145" y="0"/>
                      </a:moveTo>
                      <a:lnTo>
                        <a:pt x="36" y="100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2" name="Freeform 717"/>
                <p:cNvSpPr>
                  <a:spLocks/>
                </p:cNvSpPr>
                <p:nvPr/>
              </p:nvSpPr>
              <p:spPr bwMode="auto">
                <a:xfrm>
                  <a:off x="925" y="589"/>
                  <a:ext cx="145" cy="82"/>
                </a:xfrm>
                <a:custGeom>
                  <a:avLst/>
                  <a:gdLst>
                    <a:gd name="T0" fmla="*/ 0 w 145"/>
                    <a:gd name="T1" fmla="*/ 82 h 82"/>
                    <a:gd name="T2" fmla="*/ 109 w 145"/>
                    <a:gd name="T3" fmla="*/ 0 h 82"/>
                    <a:gd name="T4" fmla="*/ 145 w 145"/>
                    <a:gd name="T5" fmla="*/ 73 h 82"/>
                    <a:gd name="T6" fmla="*/ 0 w 145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82"/>
                    <a:gd name="T14" fmla="*/ 145 w 145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82">
                      <a:moveTo>
                        <a:pt x="0" y="82"/>
                      </a:moveTo>
                      <a:lnTo>
                        <a:pt x="109" y="0"/>
                      </a:lnTo>
                      <a:lnTo>
                        <a:pt x="145" y="73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E4BEB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3" name="Freeform 718"/>
                <p:cNvSpPr>
                  <a:spLocks/>
                </p:cNvSpPr>
                <p:nvPr/>
              </p:nvSpPr>
              <p:spPr bwMode="auto">
                <a:xfrm>
                  <a:off x="925" y="589"/>
                  <a:ext cx="145" cy="82"/>
                </a:xfrm>
                <a:custGeom>
                  <a:avLst/>
                  <a:gdLst>
                    <a:gd name="T0" fmla="*/ 0 w 145"/>
                    <a:gd name="T1" fmla="*/ 82 h 82"/>
                    <a:gd name="T2" fmla="*/ 109 w 145"/>
                    <a:gd name="T3" fmla="*/ 0 h 82"/>
                    <a:gd name="T4" fmla="*/ 145 w 145"/>
                    <a:gd name="T5" fmla="*/ 73 h 82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82"/>
                    <a:gd name="T11" fmla="*/ 145 w 145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82">
                      <a:moveTo>
                        <a:pt x="0" y="82"/>
                      </a:moveTo>
                      <a:lnTo>
                        <a:pt x="109" y="0"/>
                      </a:lnTo>
                      <a:lnTo>
                        <a:pt x="145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4" name="Freeform 719"/>
                <p:cNvSpPr>
                  <a:spLocks/>
                </p:cNvSpPr>
                <p:nvPr/>
              </p:nvSpPr>
              <p:spPr bwMode="auto">
                <a:xfrm>
                  <a:off x="453" y="9"/>
                  <a:ext cx="55" cy="18"/>
                </a:xfrm>
                <a:custGeom>
                  <a:avLst/>
                  <a:gdLst>
                    <a:gd name="T0" fmla="*/ 0 w 55"/>
                    <a:gd name="T1" fmla="*/ 18 h 18"/>
                    <a:gd name="T2" fmla="*/ 36 w 55"/>
                    <a:gd name="T3" fmla="*/ 0 h 18"/>
                    <a:gd name="T4" fmla="*/ 55 w 55"/>
                    <a:gd name="T5" fmla="*/ 0 h 18"/>
                    <a:gd name="T6" fmla="*/ 0 w 5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8"/>
                    <a:gd name="T14" fmla="*/ 55 w 5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8">
                      <a:moveTo>
                        <a:pt x="0" y="18"/>
                      </a:moveTo>
                      <a:lnTo>
                        <a:pt x="36" y="0"/>
                      </a:lnTo>
                      <a:lnTo>
                        <a:pt x="55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55B0F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5" name="Freeform 720"/>
                <p:cNvSpPr>
                  <a:spLocks/>
                </p:cNvSpPr>
                <p:nvPr/>
              </p:nvSpPr>
              <p:spPr bwMode="auto">
                <a:xfrm>
                  <a:off x="453" y="9"/>
                  <a:ext cx="55" cy="18"/>
                </a:xfrm>
                <a:custGeom>
                  <a:avLst/>
                  <a:gdLst>
                    <a:gd name="T0" fmla="*/ 0 w 55"/>
                    <a:gd name="T1" fmla="*/ 18 h 18"/>
                    <a:gd name="T2" fmla="*/ 36 w 55"/>
                    <a:gd name="T3" fmla="*/ 0 h 18"/>
                    <a:gd name="T4" fmla="*/ 55 w 55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8"/>
                    <a:gd name="T11" fmla="*/ 55 w 5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8">
                      <a:moveTo>
                        <a:pt x="0" y="18"/>
                      </a:moveTo>
                      <a:lnTo>
                        <a:pt x="36" y="0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6" name="Line 721"/>
                <p:cNvSpPr>
                  <a:spLocks noChangeShapeType="1"/>
                </p:cNvSpPr>
                <p:nvPr/>
              </p:nvSpPr>
              <p:spPr bwMode="auto">
                <a:xfrm>
                  <a:off x="489" y="9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50BAFA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7" name="Freeform 722"/>
                <p:cNvSpPr>
                  <a:spLocks/>
                </p:cNvSpPr>
                <p:nvPr/>
              </p:nvSpPr>
              <p:spPr bwMode="auto">
                <a:xfrm>
                  <a:off x="489" y="9"/>
                  <a:ext cx="46" cy="1"/>
                </a:xfrm>
                <a:custGeom>
                  <a:avLst/>
                  <a:gdLst>
                    <a:gd name="T0" fmla="*/ 46 w 46"/>
                    <a:gd name="T1" fmla="*/ 0 h 1"/>
                    <a:gd name="T2" fmla="*/ 19 w 46"/>
                    <a:gd name="T3" fmla="*/ 0 h 1"/>
                    <a:gd name="T4" fmla="*/ 0 w 46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"/>
                    <a:gd name="T11" fmla="*/ 46 w 46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">
                      <a:moveTo>
                        <a:pt x="46" y="0"/>
                      </a:moveTo>
                      <a:lnTo>
                        <a:pt x="19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8" name="Freeform 723"/>
                <p:cNvSpPr>
                  <a:spLocks/>
                </p:cNvSpPr>
                <p:nvPr/>
              </p:nvSpPr>
              <p:spPr bwMode="auto">
                <a:xfrm>
                  <a:off x="290" y="72"/>
                  <a:ext cx="54" cy="73"/>
                </a:xfrm>
                <a:custGeom>
                  <a:avLst/>
                  <a:gdLst>
                    <a:gd name="T0" fmla="*/ 54 w 54"/>
                    <a:gd name="T1" fmla="*/ 0 h 73"/>
                    <a:gd name="T2" fmla="*/ 45 w 54"/>
                    <a:gd name="T3" fmla="*/ 37 h 73"/>
                    <a:gd name="T4" fmla="*/ 0 w 54"/>
                    <a:gd name="T5" fmla="*/ 73 h 73"/>
                    <a:gd name="T6" fmla="*/ 54 w 54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73"/>
                    <a:gd name="T14" fmla="*/ 54 w 54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73">
                      <a:moveTo>
                        <a:pt x="54" y="0"/>
                      </a:moveTo>
                      <a:lnTo>
                        <a:pt x="45" y="37"/>
                      </a:lnTo>
                      <a:lnTo>
                        <a:pt x="0" y="73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2B6F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19" name="Freeform 724"/>
                <p:cNvSpPr>
                  <a:spLocks/>
                </p:cNvSpPr>
                <p:nvPr/>
              </p:nvSpPr>
              <p:spPr bwMode="auto">
                <a:xfrm>
                  <a:off x="290" y="72"/>
                  <a:ext cx="54" cy="73"/>
                </a:xfrm>
                <a:custGeom>
                  <a:avLst/>
                  <a:gdLst>
                    <a:gd name="T0" fmla="*/ 54 w 54"/>
                    <a:gd name="T1" fmla="*/ 0 h 73"/>
                    <a:gd name="T2" fmla="*/ 45 w 54"/>
                    <a:gd name="T3" fmla="*/ 37 h 73"/>
                    <a:gd name="T4" fmla="*/ 0 w 54"/>
                    <a:gd name="T5" fmla="*/ 73 h 73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73"/>
                    <a:gd name="T11" fmla="*/ 54 w 54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73">
                      <a:moveTo>
                        <a:pt x="54" y="0"/>
                      </a:moveTo>
                      <a:lnTo>
                        <a:pt x="45" y="37"/>
                      </a:lnTo>
                      <a:lnTo>
                        <a:pt x="0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0" name="Freeform 725"/>
                <p:cNvSpPr>
                  <a:spLocks/>
                </p:cNvSpPr>
                <p:nvPr/>
              </p:nvSpPr>
              <p:spPr bwMode="auto">
                <a:xfrm>
                  <a:off x="335" y="54"/>
                  <a:ext cx="55" cy="55"/>
                </a:xfrm>
                <a:custGeom>
                  <a:avLst/>
                  <a:gdLst>
                    <a:gd name="T0" fmla="*/ 0 w 55"/>
                    <a:gd name="T1" fmla="*/ 55 h 55"/>
                    <a:gd name="T2" fmla="*/ 9 w 55"/>
                    <a:gd name="T3" fmla="*/ 18 h 55"/>
                    <a:gd name="T4" fmla="*/ 55 w 55"/>
                    <a:gd name="T5" fmla="*/ 0 h 55"/>
                    <a:gd name="T6" fmla="*/ 0 w 55"/>
                    <a:gd name="T7" fmla="*/ 55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55"/>
                    <a:gd name="T14" fmla="*/ 55 w 55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55">
                      <a:moveTo>
                        <a:pt x="0" y="55"/>
                      </a:moveTo>
                      <a:lnTo>
                        <a:pt x="9" y="18"/>
                      </a:lnTo>
                      <a:lnTo>
                        <a:pt x="55" y="0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4482E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1" name="Freeform 726"/>
                <p:cNvSpPr>
                  <a:spLocks/>
                </p:cNvSpPr>
                <p:nvPr/>
              </p:nvSpPr>
              <p:spPr bwMode="auto">
                <a:xfrm>
                  <a:off x="335" y="54"/>
                  <a:ext cx="55" cy="55"/>
                </a:xfrm>
                <a:custGeom>
                  <a:avLst/>
                  <a:gdLst>
                    <a:gd name="T0" fmla="*/ 0 w 55"/>
                    <a:gd name="T1" fmla="*/ 55 h 55"/>
                    <a:gd name="T2" fmla="*/ 9 w 55"/>
                    <a:gd name="T3" fmla="*/ 18 h 55"/>
                    <a:gd name="T4" fmla="*/ 55 w 55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5"/>
                    <a:gd name="T11" fmla="*/ 55 w 55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5">
                      <a:moveTo>
                        <a:pt x="0" y="55"/>
                      </a:moveTo>
                      <a:lnTo>
                        <a:pt x="9" y="18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2" name="Freeform 727"/>
                <p:cNvSpPr>
                  <a:spLocks/>
                </p:cNvSpPr>
                <p:nvPr/>
              </p:nvSpPr>
              <p:spPr bwMode="auto">
                <a:xfrm>
                  <a:off x="780" y="118"/>
                  <a:ext cx="45" cy="54"/>
                </a:xfrm>
                <a:custGeom>
                  <a:avLst/>
                  <a:gdLst>
                    <a:gd name="T0" fmla="*/ 45 w 45"/>
                    <a:gd name="T1" fmla="*/ 0 h 54"/>
                    <a:gd name="T2" fmla="*/ 45 w 45"/>
                    <a:gd name="T3" fmla="*/ 54 h 54"/>
                    <a:gd name="T4" fmla="*/ 0 w 45"/>
                    <a:gd name="T5" fmla="*/ 18 h 54"/>
                    <a:gd name="T6" fmla="*/ 45 w 45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54"/>
                    <a:gd name="T14" fmla="*/ 45 w 45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54">
                      <a:moveTo>
                        <a:pt x="45" y="0"/>
                      </a:moveTo>
                      <a:lnTo>
                        <a:pt x="45" y="54"/>
                      </a:lnTo>
                      <a:lnTo>
                        <a:pt x="0" y="18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DEF1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3" name="Freeform 728"/>
                <p:cNvSpPr>
                  <a:spLocks/>
                </p:cNvSpPr>
                <p:nvPr/>
              </p:nvSpPr>
              <p:spPr bwMode="auto">
                <a:xfrm>
                  <a:off x="780" y="118"/>
                  <a:ext cx="45" cy="54"/>
                </a:xfrm>
                <a:custGeom>
                  <a:avLst/>
                  <a:gdLst>
                    <a:gd name="T0" fmla="*/ 45 w 45"/>
                    <a:gd name="T1" fmla="*/ 0 h 54"/>
                    <a:gd name="T2" fmla="*/ 45 w 45"/>
                    <a:gd name="T3" fmla="*/ 54 h 54"/>
                    <a:gd name="T4" fmla="*/ 0 w 45"/>
                    <a:gd name="T5" fmla="*/ 18 h 54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54"/>
                    <a:gd name="T11" fmla="*/ 45 w 45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54">
                      <a:moveTo>
                        <a:pt x="45" y="0"/>
                      </a:moveTo>
                      <a:lnTo>
                        <a:pt x="45" y="54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4" name="Freeform 729"/>
                <p:cNvSpPr>
                  <a:spLocks/>
                </p:cNvSpPr>
                <p:nvPr/>
              </p:nvSpPr>
              <p:spPr bwMode="auto">
                <a:xfrm>
                  <a:off x="780" y="91"/>
                  <a:ext cx="45" cy="45"/>
                </a:xfrm>
                <a:custGeom>
                  <a:avLst/>
                  <a:gdLst>
                    <a:gd name="T0" fmla="*/ 0 w 45"/>
                    <a:gd name="T1" fmla="*/ 45 h 45"/>
                    <a:gd name="T2" fmla="*/ 0 w 45"/>
                    <a:gd name="T3" fmla="*/ 0 h 45"/>
                    <a:gd name="T4" fmla="*/ 45 w 45"/>
                    <a:gd name="T5" fmla="*/ 27 h 45"/>
                    <a:gd name="T6" fmla="*/ 0 w 45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45"/>
                    <a:gd name="T14" fmla="*/ 45 w 45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45">
                      <a:moveTo>
                        <a:pt x="0" y="45"/>
                      </a:moveTo>
                      <a:lnTo>
                        <a:pt x="0" y="0"/>
                      </a:lnTo>
                      <a:lnTo>
                        <a:pt x="45" y="27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DEF1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5" name="Freeform 730"/>
                <p:cNvSpPr>
                  <a:spLocks/>
                </p:cNvSpPr>
                <p:nvPr/>
              </p:nvSpPr>
              <p:spPr bwMode="auto">
                <a:xfrm>
                  <a:off x="780" y="91"/>
                  <a:ext cx="45" cy="45"/>
                </a:xfrm>
                <a:custGeom>
                  <a:avLst/>
                  <a:gdLst>
                    <a:gd name="T0" fmla="*/ 0 w 45"/>
                    <a:gd name="T1" fmla="*/ 45 h 45"/>
                    <a:gd name="T2" fmla="*/ 0 w 45"/>
                    <a:gd name="T3" fmla="*/ 0 h 45"/>
                    <a:gd name="T4" fmla="*/ 45 w 45"/>
                    <a:gd name="T5" fmla="*/ 27 h 45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45"/>
                    <a:gd name="T11" fmla="*/ 45 w 45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45">
                      <a:moveTo>
                        <a:pt x="0" y="45"/>
                      </a:moveTo>
                      <a:lnTo>
                        <a:pt x="0" y="0"/>
                      </a:lnTo>
                      <a:lnTo>
                        <a:pt x="45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6" name="Freeform 731"/>
                <p:cNvSpPr>
                  <a:spLocks/>
                </p:cNvSpPr>
                <p:nvPr/>
              </p:nvSpPr>
              <p:spPr bwMode="auto">
                <a:xfrm>
                  <a:off x="879" y="308"/>
                  <a:ext cx="73" cy="73"/>
                </a:xfrm>
                <a:custGeom>
                  <a:avLst/>
                  <a:gdLst>
                    <a:gd name="T0" fmla="*/ 73 w 73"/>
                    <a:gd name="T1" fmla="*/ 0 h 73"/>
                    <a:gd name="T2" fmla="*/ 37 w 73"/>
                    <a:gd name="T3" fmla="*/ 73 h 73"/>
                    <a:gd name="T4" fmla="*/ 0 w 73"/>
                    <a:gd name="T5" fmla="*/ 9 h 73"/>
                    <a:gd name="T6" fmla="*/ 73 w 73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73"/>
                    <a:gd name="T14" fmla="*/ 73 w 73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73">
                      <a:moveTo>
                        <a:pt x="73" y="0"/>
                      </a:moveTo>
                      <a:lnTo>
                        <a:pt x="37" y="73"/>
                      </a:lnTo>
                      <a:lnTo>
                        <a:pt x="0" y="9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EBDBC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7" name="Freeform 732"/>
                <p:cNvSpPr>
                  <a:spLocks/>
                </p:cNvSpPr>
                <p:nvPr/>
              </p:nvSpPr>
              <p:spPr bwMode="auto">
                <a:xfrm>
                  <a:off x="879" y="308"/>
                  <a:ext cx="73" cy="73"/>
                </a:xfrm>
                <a:custGeom>
                  <a:avLst/>
                  <a:gdLst>
                    <a:gd name="T0" fmla="*/ 73 w 73"/>
                    <a:gd name="T1" fmla="*/ 0 h 73"/>
                    <a:gd name="T2" fmla="*/ 37 w 73"/>
                    <a:gd name="T3" fmla="*/ 73 h 73"/>
                    <a:gd name="T4" fmla="*/ 0 w 73"/>
                    <a:gd name="T5" fmla="*/ 9 h 73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73"/>
                    <a:gd name="T11" fmla="*/ 73 w 73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73">
                      <a:moveTo>
                        <a:pt x="73" y="0"/>
                      </a:moveTo>
                      <a:lnTo>
                        <a:pt x="37" y="73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8" name="Freeform 733"/>
                <p:cNvSpPr>
                  <a:spLocks/>
                </p:cNvSpPr>
                <p:nvPr/>
              </p:nvSpPr>
              <p:spPr bwMode="auto">
                <a:xfrm>
                  <a:off x="879" y="254"/>
                  <a:ext cx="73" cy="63"/>
                </a:xfrm>
                <a:custGeom>
                  <a:avLst/>
                  <a:gdLst>
                    <a:gd name="T0" fmla="*/ 0 w 73"/>
                    <a:gd name="T1" fmla="*/ 63 h 63"/>
                    <a:gd name="T2" fmla="*/ 28 w 73"/>
                    <a:gd name="T3" fmla="*/ 0 h 63"/>
                    <a:gd name="T4" fmla="*/ 73 w 73"/>
                    <a:gd name="T5" fmla="*/ 54 h 63"/>
                    <a:gd name="T6" fmla="*/ 0 w 73"/>
                    <a:gd name="T7" fmla="*/ 63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63"/>
                    <a:gd name="T14" fmla="*/ 73 w 73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63">
                      <a:moveTo>
                        <a:pt x="0" y="63"/>
                      </a:moveTo>
                      <a:lnTo>
                        <a:pt x="28" y="0"/>
                      </a:lnTo>
                      <a:lnTo>
                        <a:pt x="73" y="54"/>
                      </a:lnTo>
                      <a:lnTo>
                        <a:pt x="0" y="63"/>
                      </a:lnTo>
                      <a:close/>
                    </a:path>
                  </a:pathLst>
                </a:custGeom>
                <a:solidFill>
                  <a:srgbClr val="EBDBC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29" name="Freeform 734"/>
                <p:cNvSpPr>
                  <a:spLocks/>
                </p:cNvSpPr>
                <p:nvPr/>
              </p:nvSpPr>
              <p:spPr bwMode="auto">
                <a:xfrm>
                  <a:off x="879" y="254"/>
                  <a:ext cx="73" cy="63"/>
                </a:xfrm>
                <a:custGeom>
                  <a:avLst/>
                  <a:gdLst>
                    <a:gd name="T0" fmla="*/ 0 w 73"/>
                    <a:gd name="T1" fmla="*/ 63 h 63"/>
                    <a:gd name="T2" fmla="*/ 28 w 73"/>
                    <a:gd name="T3" fmla="*/ 0 h 63"/>
                    <a:gd name="T4" fmla="*/ 73 w 73"/>
                    <a:gd name="T5" fmla="*/ 54 h 63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63"/>
                    <a:gd name="T11" fmla="*/ 73 w 73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63">
                      <a:moveTo>
                        <a:pt x="0" y="63"/>
                      </a:moveTo>
                      <a:lnTo>
                        <a:pt x="28" y="0"/>
                      </a:lnTo>
                      <a:lnTo>
                        <a:pt x="73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0" name="Freeform 735"/>
                <p:cNvSpPr>
                  <a:spLocks/>
                </p:cNvSpPr>
                <p:nvPr/>
              </p:nvSpPr>
              <p:spPr bwMode="auto">
                <a:xfrm>
                  <a:off x="689" y="45"/>
                  <a:ext cx="45" cy="27"/>
                </a:xfrm>
                <a:custGeom>
                  <a:avLst/>
                  <a:gdLst>
                    <a:gd name="T0" fmla="*/ 27 w 45"/>
                    <a:gd name="T1" fmla="*/ 0 h 27"/>
                    <a:gd name="T2" fmla="*/ 45 w 45"/>
                    <a:gd name="T3" fmla="*/ 27 h 27"/>
                    <a:gd name="T4" fmla="*/ 0 w 45"/>
                    <a:gd name="T5" fmla="*/ 9 h 27"/>
                    <a:gd name="T6" fmla="*/ 27 w 45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27" y="0"/>
                      </a:moveTo>
                      <a:lnTo>
                        <a:pt x="45" y="27"/>
                      </a:lnTo>
                      <a:lnTo>
                        <a:pt x="0" y="9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C1F3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1" name="Freeform 736"/>
                <p:cNvSpPr>
                  <a:spLocks/>
                </p:cNvSpPr>
                <p:nvPr/>
              </p:nvSpPr>
              <p:spPr bwMode="auto">
                <a:xfrm>
                  <a:off x="689" y="45"/>
                  <a:ext cx="45" cy="27"/>
                </a:xfrm>
                <a:custGeom>
                  <a:avLst/>
                  <a:gdLst>
                    <a:gd name="T0" fmla="*/ 27 w 45"/>
                    <a:gd name="T1" fmla="*/ 0 h 27"/>
                    <a:gd name="T2" fmla="*/ 45 w 45"/>
                    <a:gd name="T3" fmla="*/ 27 h 27"/>
                    <a:gd name="T4" fmla="*/ 0 w 45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27" y="0"/>
                      </a:moveTo>
                      <a:lnTo>
                        <a:pt x="45" y="27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2" name="Freeform 737"/>
                <p:cNvSpPr>
                  <a:spLocks/>
                </p:cNvSpPr>
                <p:nvPr/>
              </p:nvSpPr>
              <p:spPr bwMode="auto">
                <a:xfrm>
                  <a:off x="680" y="36"/>
                  <a:ext cx="36" cy="18"/>
                </a:xfrm>
                <a:custGeom>
                  <a:avLst/>
                  <a:gdLst>
                    <a:gd name="T0" fmla="*/ 9 w 36"/>
                    <a:gd name="T1" fmla="*/ 18 h 18"/>
                    <a:gd name="T2" fmla="*/ 0 w 36"/>
                    <a:gd name="T3" fmla="*/ 0 h 18"/>
                    <a:gd name="T4" fmla="*/ 36 w 36"/>
                    <a:gd name="T5" fmla="*/ 9 h 18"/>
                    <a:gd name="T6" fmla="*/ 9 w 3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9" y="18"/>
                      </a:moveTo>
                      <a:lnTo>
                        <a:pt x="0" y="0"/>
                      </a:lnTo>
                      <a:lnTo>
                        <a:pt x="36" y="9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C1F3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3" name="Freeform 738"/>
                <p:cNvSpPr>
                  <a:spLocks/>
                </p:cNvSpPr>
                <p:nvPr/>
              </p:nvSpPr>
              <p:spPr bwMode="auto">
                <a:xfrm>
                  <a:off x="680" y="36"/>
                  <a:ext cx="36" cy="18"/>
                </a:xfrm>
                <a:custGeom>
                  <a:avLst/>
                  <a:gdLst>
                    <a:gd name="T0" fmla="*/ 9 w 36"/>
                    <a:gd name="T1" fmla="*/ 18 h 18"/>
                    <a:gd name="T2" fmla="*/ 0 w 36"/>
                    <a:gd name="T3" fmla="*/ 0 h 18"/>
                    <a:gd name="T4" fmla="*/ 36 w 36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8"/>
                    <a:gd name="T11" fmla="*/ 36 w 3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8">
                      <a:moveTo>
                        <a:pt x="9" y="18"/>
                      </a:moveTo>
                      <a:lnTo>
                        <a:pt x="0" y="0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4" name="Freeform 739"/>
                <p:cNvSpPr>
                  <a:spLocks/>
                </p:cNvSpPr>
                <p:nvPr/>
              </p:nvSpPr>
              <p:spPr bwMode="auto">
                <a:xfrm>
                  <a:off x="635" y="18"/>
                  <a:ext cx="45" cy="18"/>
                </a:xfrm>
                <a:custGeom>
                  <a:avLst/>
                  <a:gdLst>
                    <a:gd name="T0" fmla="*/ 18 w 45"/>
                    <a:gd name="T1" fmla="*/ 0 h 18"/>
                    <a:gd name="T2" fmla="*/ 45 w 45"/>
                    <a:gd name="T3" fmla="*/ 18 h 18"/>
                    <a:gd name="T4" fmla="*/ 0 w 45"/>
                    <a:gd name="T5" fmla="*/ 9 h 18"/>
                    <a:gd name="T6" fmla="*/ 18 w 45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18" y="0"/>
                      </a:moveTo>
                      <a:lnTo>
                        <a:pt x="45" y="18"/>
                      </a:lnTo>
                      <a:lnTo>
                        <a:pt x="0" y="9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A7EBF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5" name="Freeform 740"/>
                <p:cNvSpPr>
                  <a:spLocks/>
                </p:cNvSpPr>
                <p:nvPr/>
              </p:nvSpPr>
              <p:spPr bwMode="auto">
                <a:xfrm>
                  <a:off x="635" y="18"/>
                  <a:ext cx="45" cy="18"/>
                </a:xfrm>
                <a:custGeom>
                  <a:avLst/>
                  <a:gdLst>
                    <a:gd name="T0" fmla="*/ 18 w 45"/>
                    <a:gd name="T1" fmla="*/ 0 h 18"/>
                    <a:gd name="T2" fmla="*/ 45 w 45"/>
                    <a:gd name="T3" fmla="*/ 18 h 18"/>
                    <a:gd name="T4" fmla="*/ 0 w 45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8"/>
                    <a:gd name="T11" fmla="*/ 45 w 4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8">
                      <a:moveTo>
                        <a:pt x="18" y="0"/>
                      </a:moveTo>
                      <a:lnTo>
                        <a:pt x="45" y="18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6" name="Freeform 741"/>
                <p:cNvSpPr>
                  <a:spLocks/>
                </p:cNvSpPr>
                <p:nvPr/>
              </p:nvSpPr>
              <p:spPr bwMode="auto">
                <a:xfrm>
                  <a:off x="616" y="18"/>
                  <a:ext cx="37" cy="9"/>
                </a:xfrm>
                <a:custGeom>
                  <a:avLst/>
                  <a:gdLst>
                    <a:gd name="T0" fmla="*/ 19 w 37"/>
                    <a:gd name="T1" fmla="*/ 9 h 9"/>
                    <a:gd name="T2" fmla="*/ 0 w 37"/>
                    <a:gd name="T3" fmla="*/ 0 h 9"/>
                    <a:gd name="T4" fmla="*/ 37 w 37"/>
                    <a:gd name="T5" fmla="*/ 0 h 9"/>
                    <a:gd name="T6" fmla="*/ 19 w 37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9"/>
                    <a:gd name="T14" fmla="*/ 37 w 37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9">
                      <a:moveTo>
                        <a:pt x="19" y="9"/>
                      </a:moveTo>
                      <a:lnTo>
                        <a:pt x="0" y="0"/>
                      </a:lnTo>
                      <a:lnTo>
                        <a:pt x="37" y="0"/>
                      </a:lnTo>
                      <a:lnTo>
                        <a:pt x="19" y="9"/>
                      </a:lnTo>
                      <a:close/>
                    </a:path>
                  </a:pathLst>
                </a:custGeom>
                <a:solidFill>
                  <a:srgbClr val="A7EBF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7" name="Freeform 742"/>
                <p:cNvSpPr>
                  <a:spLocks/>
                </p:cNvSpPr>
                <p:nvPr/>
              </p:nvSpPr>
              <p:spPr bwMode="auto">
                <a:xfrm>
                  <a:off x="616" y="18"/>
                  <a:ext cx="37" cy="9"/>
                </a:xfrm>
                <a:custGeom>
                  <a:avLst/>
                  <a:gdLst>
                    <a:gd name="T0" fmla="*/ 19 w 37"/>
                    <a:gd name="T1" fmla="*/ 9 h 9"/>
                    <a:gd name="T2" fmla="*/ 0 w 37"/>
                    <a:gd name="T3" fmla="*/ 0 h 9"/>
                    <a:gd name="T4" fmla="*/ 37 w 37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9"/>
                    <a:gd name="T11" fmla="*/ 37 w 37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9">
                      <a:moveTo>
                        <a:pt x="19" y="9"/>
                      </a:moveTo>
                      <a:lnTo>
                        <a:pt x="0" y="0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8" name="Freeform 743"/>
                <p:cNvSpPr>
                  <a:spLocks/>
                </p:cNvSpPr>
                <p:nvPr/>
              </p:nvSpPr>
              <p:spPr bwMode="auto">
                <a:xfrm>
                  <a:off x="217" y="181"/>
                  <a:ext cx="46" cy="109"/>
                </a:xfrm>
                <a:custGeom>
                  <a:avLst/>
                  <a:gdLst>
                    <a:gd name="T0" fmla="*/ 28 w 46"/>
                    <a:gd name="T1" fmla="*/ 0 h 109"/>
                    <a:gd name="T2" fmla="*/ 46 w 46"/>
                    <a:gd name="T3" fmla="*/ 55 h 109"/>
                    <a:gd name="T4" fmla="*/ 0 w 46"/>
                    <a:gd name="T5" fmla="*/ 109 h 109"/>
                    <a:gd name="T6" fmla="*/ 28 w 46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09"/>
                    <a:gd name="T14" fmla="*/ 46 w 46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09">
                      <a:moveTo>
                        <a:pt x="28" y="0"/>
                      </a:moveTo>
                      <a:lnTo>
                        <a:pt x="46" y="55"/>
                      </a:lnTo>
                      <a:lnTo>
                        <a:pt x="0" y="109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4563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39" name="Freeform 744"/>
                <p:cNvSpPr>
                  <a:spLocks/>
                </p:cNvSpPr>
                <p:nvPr/>
              </p:nvSpPr>
              <p:spPr bwMode="auto">
                <a:xfrm>
                  <a:off x="217" y="181"/>
                  <a:ext cx="46" cy="109"/>
                </a:xfrm>
                <a:custGeom>
                  <a:avLst/>
                  <a:gdLst>
                    <a:gd name="T0" fmla="*/ 28 w 46"/>
                    <a:gd name="T1" fmla="*/ 0 h 109"/>
                    <a:gd name="T2" fmla="*/ 46 w 46"/>
                    <a:gd name="T3" fmla="*/ 55 h 109"/>
                    <a:gd name="T4" fmla="*/ 0 w 46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09"/>
                    <a:gd name="T11" fmla="*/ 46 w 46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09">
                      <a:moveTo>
                        <a:pt x="28" y="0"/>
                      </a:moveTo>
                      <a:lnTo>
                        <a:pt x="46" y="55"/>
                      </a:lnTo>
                      <a:lnTo>
                        <a:pt x="0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0" name="Freeform 745"/>
                <p:cNvSpPr>
                  <a:spLocks/>
                </p:cNvSpPr>
                <p:nvPr/>
              </p:nvSpPr>
              <p:spPr bwMode="auto">
                <a:xfrm>
                  <a:off x="245" y="145"/>
                  <a:ext cx="45" cy="91"/>
                </a:xfrm>
                <a:custGeom>
                  <a:avLst/>
                  <a:gdLst>
                    <a:gd name="T0" fmla="*/ 18 w 45"/>
                    <a:gd name="T1" fmla="*/ 91 h 91"/>
                    <a:gd name="T2" fmla="*/ 0 w 45"/>
                    <a:gd name="T3" fmla="*/ 36 h 91"/>
                    <a:gd name="T4" fmla="*/ 45 w 45"/>
                    <a:gd name="T5" fmla="*/ 0 h 91"/>
                    <a:gd name="T6" fmla="*/ 18 w 45"/>
                    <a:gd name="T7" fmla="*/ 91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1"/>
                    <a:gd name="T14" fmla="*/ 45 w 45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1">
                      <a:moveTo>
                        <a:pt x="18" y="91"/>
                      </a:moveTo>
                      <a:lnTo>
                        <a:pt x="0" y="36"/>
                      </a:lnTo>
                      <a:lnTo>
                        <a:pt x="45" y="0"/>
                      </a:lnTo>
                      <a:lnTo>
                        <a:pt x="18" y="91"/>
                      </a:lnTo>
                      <a:close/>
                    </a:path>
                  </a:pathLst>
                </a:custGeom>
                <a:solidFill>
                  <a:srgbClr val="516ED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1" name="Freeform 746"/>
                <p:cNvSpPr>
                  <a:spLocks/>
                </p:cNvSpPr>
                <p:nvPr/>
              </p:nvSpPr>
              <p:spPr bwMode="auto">
                <a:xfrm>
                  <a:off x="245" y="145"/>
                  <a:ext cx="45" cy="91"/>
                </a:xfrm>
                <a:custGeom>
                  <a:avLst/>
                  <a:gdLst>
                    <a:gd name="T0" fmla="*/ 18 w 45"/>
                    <a:gd name="T1" fmla="*/ 91 h 91"/>
                    <a:gd name="T2" fmla="*/ 0 w 45"/>
                    <a:gd name="T3" fmla="*/ 36 h 91"/>
                    <a:gd name="T4" fmla="*/ 45 w 45"/>
                    <a:gd name="T5" fmla="*/ 0 h 91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91"/>
                    <a:gd name="T11" fmla="*/ 45 w 45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91">
                      <a:moveTo>
                        <a:pt x="18" y="91"/>
                      </a:moveTo>
                      <a:lnTo>
                        <a:pt x="0" y="36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2" name="Freeform 747"/>
                <p:cNvSpPr>
                  <a:spLocks/>
                </p:cNvSpPr>
                <p:nvPr/>
              </p:nvSpPr>
              <p:spPr bwMode="auto">
                <a:xfrm>
                  <a:off x="118" y="1315"/>
                  <a:ext cx="235" cy="191"/>
                </a:xfrm>
                <a:custGeom>
                  <a:avLst/>
                  <a:gdLst>
                    <a:gd name="T0" fmla="*/ 0 w 235"/>
                    <a:gd name="T1" fmla="*/ 0 h 191"/>
                    <a:gd name="T2" fmla="*/ 235 w 235"/>
                    <a:gd name="T3" fmla="*/ 73 h 191"/>
                    <a:gd name="T4" fmla="*/ 226 w 235"/>
                    <a:gd name="T5" fmla="*/ 191 h 191"/>
                    <a:gd name="T6" fmla="*/ 0 w 235"/>
                    <a:gd name="T7" fmla="*/ 0 h 1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5"/>
                    <a:gd name="T13" fmla="*/ 0 h 191"/>
                    <a:gd name="T14" fmla="*/ 235 w 235"/>
                    <a:gd name="T15" fmla="*/ 191 h 1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5" h="191">
                      <a:moveTo>
                        <a:pt x="0" y="0"/>
                      </a:moveTo>
                      <a:lnTo>
                        <a:pt x="235" y="73"/>
                      </a:lnTo>
                      <a:lnTo>
                        <a:pt x="226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97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3" name="Freeform 748"/>
                <p:cNvSpPr>
                  <a:spLocks/>
                </p:cNvSpPr>
                <p:nvPr/>
              </p:nvSpPr>
              <p:spPr bwMode="auto">
                <a:xfrm>
                  <a:off x="118" y="1315"/>
                  <a:ext cx="235" cy="191"/>
                </a:xfrm>
                <a:custGeom>
                  <a:avLst/>
                  <a:gdLst>
                    <a:gd name="T0" fmla="*/ 0 w 235"/>
                    <a:gd name="T1" fmla="*/ 0 h 191"/>
                    <a:gd name="T2" fmla="*/ 235 w 235"/>
                    <a:gd name="T3" fmla="*/ 73 h 191"/>
                    <a:gd name="T4" fmla="*/ 226 w 235"/>
                    <a:gd name="T5" fmla="*/ 191 h 191"/>
                    <a:gd name="T6" fmla="*/ 0 60000 65536"/>
                    <a:gd name="T7" fmla="*/ 0 60000 65536"/>
                    <a:gd name="T8" fmla="*/ 0 60000 65536"/>
                    <a:gd name="T9" fmla="*/ 0 w 235"/>
                    <a:gd name="T10" fmla="*/ 0 h 191"/>
                    <a:gd name="T11" fmla="*/ 235 w 235"/>
                    <a:gd name="T12" fmla="*/ 191 h 1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5" h="191">
                      <a:moveTo>
                        <a:pt x="0" y="0"/>
                      </a:moveTo>
                      <a:lnTo>
                        <a:pt x="235" y="73"/>
                      </a:lnTo>
                      <a:lnTo>
                        <a:pt x="226" y="1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4" name="Freeform 749"/>
                <p:cNvSpPr>
                  <a:spLocks/>
                </p:cNvSpPr>
                <p:nvPr/>
              </p:nvSpPr>
              <p:spPr bwMode="auto">
                <a:xfrm>
                  <a:off x="118" y="1206"/>
                  <a:ext cx="235" cy="182"/>
                </a:xfrm>
                <a:custGeom>
                  <a:avLst/>
                  <a:gdLst>
                    <a:gd name="T0" fmla="*/ 235 w 235"/>
                    <a:gd name="T1" fmla="*/ 182 h 182"/>
                    <a:gd name="T2" fmla="*/ 0 w 235"/>
                    <a:gd name="T3" fmla="*/ 109 h 182"/>
                    <a:gd name="T4" fmla="*/ 18 w 235"/>
                    <a:gd name="T5" fmla="*/ 0 h 182"/>
                    <a:gd name="T6" fmla="*/ 235 w 235"/>
                    <a:gd name="T7" fmla="*/ 182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5"/>
                    <a:gd name="T13" fmla="*/ 0 h 182"/>
                    <a:gd name="T14" fmla="*/ 235 w 235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5" h="182">
                      <a:moveTo>
                        <a:pt x="235" y="182"/>
                      </a:moveTo>
                      <a:lnTo>
                        <a:pt x="0" y="109"/>
                      </a:lnTo>
                      <a:lnTo>
                        <a:pt x="18" y="0"/>
                      </a:lnTo>
                      <a:lnTo>
                        <a:pt x="235" y="182"/>
                      </a:lnTo>
                      <a:close/>
                    </a:path>
                  </a:pathLst>
                </a:custGeom>
                <a:solidFill>
                  <a:srgbClr val="9A71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5" name="Freeform 750"/>
                <p:cNvSpPr>
                  <a:spLocks/>
                </p:cNvSpPr>
                <p:nvPr/>
              </p:nvSpPr>
              <p:spPr bwMode="auto">
                <a:xfrm>
                  <a:off x="118" y="1206"/>
                  <a:ext cx="235" cy="182"/>
                </a:xfrm>
                <a:custGeom>
                  <a:avLst/>
                  <a:gdLst>
                    <a:gd name="T0" fmla="*/ 235 w 235"/>
                    <a:gd name="T1" fmla="*/ 182 h 182"/>
                    <a:gd name="T2" fmla="*/ 0 w 235"/>
                    <a:gd name="T3" fmla="*/ 109 h 182"/>
                    <a:gd name="T4" fmla="*/ 18 w 235"/>
                    <a:gd name="T5" fmla="*/ 0 h 182"/>
                    <a:gd name="T6" fmla="*/ 0 60000 65536"/>
                    <a:gd name="T7" fmla="*/ 0 60000 65536"/>
                    <a:gd name="T8" fmla="*/ 0 60000 65536"/>
                    <a:gd name="T9" fmla="*/ 0 w 235"/>
                    <a:gd name="T10" fmla="*/ 0 h 182"/>
                    <a:gd name="T11" fmla="*/ 235 w 235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5" h="182">
                      <a:moveTo>
                        <a:pt x="235" y="182"/>
                      </a:moveTo>
                      <a:lnTo>
                        <a:pt x="0" y="109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6" name="Freeform 751"/>
                <p:cNvSpPr>
                  <a:spLocks/>
                </p:cNvSpPr>
                <p:nvPr/>
              </p:nvSpPr>
              <p:spPr bwMode="auto">
                <a:xfrm>
                  <a:off x="390" y="27"/>
                  <a:ext cx="63" cy="27"/>
                </a:xfrm>
                <a:custGeom>
                  <a:avLst/>
                  <a:gdLst>
                    <a:gd name="T0" fmla="*/ 63 w 63"/>
                    <a:gd name="T1" fmla="*/ 0 h 27"/>
                    <a:gd name="T2" fmla="*/ 45 w 63"/>
                    <a:gd name="T3" fmla="*/ 18 h 27"/>
                    <a:gd name="T4" fmla="*/ 0 w 63"/>
                    <a:gd name="T5" fmla="*/ 27 h 27"/>
                    <a:gd name="T6" fmla="*/ 63 w 63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27"/>
                    <a:gd name="T14" fmla="*/ 63 w 63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27">
                      <a:moveTo>
                        <a:pt x="63" y="0"/>
                      </a:moveTo>
                      <a:lnTo>
                        <a:pt x="45" y="18"/>
                      </a:lnTo>
                      <a:lnTo>
                        <a:pt x="0" y="27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3D95F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7" name="Freeform 752"/>
                <p:cNvSpPr>
                  <a:spLocks/>
                </p:cNvSpPr>
                <p:nvPr/>
              </p:nvSpPr>
              <p:spPr bwMode="auto">
                <a:xfrm>
                  <a:off x="390" y="27"/>
                  <a:ext cx="63" cy="27"/>
                </a:xfrm>
                <a:custGeom>
                  <a:avLst/>
                  <a:gdLst>
                    <a:gd name="T0" fmla="*/ 63 w 63"/>
                    <a:gd name="T1" fmla="*/ 0 h 27"/>
                    <a:gd name="T2" fmla="*/ 45 w 63"/>
                    <a:gd name="T3" fmla="*/ 18 h 27"/>
                    <a:gd name="T4" fmla="*/ 0 w 63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27"/>
                    <a:gd name="T11" fmla="*/ 63 w 63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27">
                      <a:moveTo>
                        <a:pt x="63" y="0"/>
                      </a:moveTo>
                      <a:lnTo>
                        <a:pt x="45" y="18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8" name="Freeform 753"/>
                <p:cNvSpPr>
                  <a:spLocks/>
                </p:cNvSpPr>
                <p:nvPr/>
              </p:nvSpPr>
              <p:spPr bwMode="auto">
                <a:xfrm>
                  <a:off x="435" y="27"/>
                  <a:ext cx="54" cy="18"/>
                </a:xfrm>
                <a:custGeom>
                  <a:avLst/>
                  <a:gdLst>
                    <a:gd name="T0" fmla="*/ 0 w 54"/>
                    <a:gd name="T1" fmla="*/ 18 h 18"/>
                    <a:gd name="T2" fmla="*/ 18 w 54"/>
                    <a:gd name="T3" fmla="*/ 0 h 18"/>
                    <a:gd name="T4" fmla="*/ 54 w 54"/>
                    <a:gd name="T5" fmla="*/ 0 h 18"/>
                    <a:gd name="T6" fmla="*/ 0 w 54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18"/>
                    <a:gd name="T14" fmla="*/ 54 w 54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18">
                      <a:moveTo>
                        <a:pt x="0" y="18"/>
                      </a:moveTo>
                      <a:lnTo>
                        <a:pt x="18" y="0"/>
                      </a:lnTo>
                      <a:lnTo>
                        <a:pt x="54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63A9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49" name="Freeform 754"/>
                <p:cNvSpPr>
                  <a:spLocks/>
                </p:cNvSpPr>
                <p:nvPr/>
              </p:nvSpPr>
              <p:spPr bwMode="auto">
                <a:xfrm>
                  <a:off x="435" y="27"/>
                  <a:ext cx="54" cy="18"/>
                </a:xfrm>
                <a:custGeom>
                  <a:avLst/>
                  <a:gdLst>
                    <a:gd name="T0" fmla="*/ 0 w 54"/>
                    <a:gd name="T1" fmla="*/ 18 h 18"/>
                    <a:gd name="T2" fmla="*/ 18 w 54"/>
                    <a:gd name="T3" fmla="*/ 0 h 18"/>
                    <a:gd name="T4" fmla="*/ 54 w 54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18"/>
                    <a:gd name="T11" fmla="*/ 54 w 54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18">
                      <a:moveTo>
                        <a:pt x="0" y="18"/>
                      </a:moveTo>
                      <a:lnTo>
                        <a:pt x="18" y="0"/>
                      </a:lnTo>
                      <a:lnTo>
                        <a:pt x="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0" name="Freeform 755"/>
                <p:cNvSpPr>
                  <a:spLocks/>
                </p:cNvSpPr>
                <p:nvPr/>
              </p:nvSpPr>
              <p:spPr bwMode="auto">
                <a:xfrm>
                  <a:off x="453" y="9"/>
                  <a:ext cx="55" cy="18"/>
                </a:xfrm>
                <a:custGeom>
                  <a:avLst/>
                  <a:gdLst>
                    <a:gd name="T0" fmla="*/ 55 w 55"/>
                    <a:gd name="T1" fmla="*/ 0 h 18"/>
                    <a:gd name="T2" fmla="*/ 36 w 55"/>
                    <a:gd name="T3" fmla="*/ 18 h 18"/>
                    <a:gd name="T4" fmla="*/ 0 w 55"/>
                    <a:gd name="T5" fmla="*/ 18 h 18"/>
                    <a:gd name="T6" fmla="*/ 55 w 55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8"/>
                    <a:gd name="T14" fmla="*/ 55 w 5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8">
                      <a:moveTo>
                        <a:pt x="55" y="0"/>
                      </a:moveTo>
                      <a:lnTo>
                        <a:pt x="36" y="18"/>
                      </a:lnTo>
                      <a:lnTo>
                        <a:pt x="0" y="18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55B0F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1" name="Freeform 756"/>
                <p:cNvSpPr>
                  <a:spLocks/>
                </p:cNvSpPr>
                <p:nvPr/>
              </p:nvSpPr>
              <p:spPr bwMode="auto">
                <a:xfrm>
                  <a:off x="453" y="9"/>
                  <a:ext cx="55" cy="18"/>
                </a:xfrm>
                <a:custGeom>
                  <a:avLst/>
                  <a:gdLst>
                    <a:gd name="T0" fmla="*/ 55 w 55"/>
                    <a:gd name="T1" fmla="*/ 0 h 18"/>
                    <a:gd name="T2" fmla="*/ 36 w 55"/>
                    <a:gd name="T3" fmla="*/ 18 h 18"/>
                    <a:gd name="T4" fmla="*/ 0 w 55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8"/>
                    <a:gd name="T11" fmla="*/ 55 w 5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8">
                      <a:moveTo>
                        <a:pt x="55" y="0"/>
                      </a:moveTo>
                      <a:lnTo>
                        <a:pt x="36" y="18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2" name="Freeform 757"/>
                <p:cNvSpPr>
                  <a:spLocks/>
                </p:cNvSpPr>
                <p:nvPr/>
              </p:nvSpPr>
              <p:spPr bwMode="auto">
                <a:xfrm>
                  <a:off x="625" y="1406"/>
                  <a:ext cx="273" cy="118"/>
                </a:xfrm>
                <a:custGeom>
                  <a:avLst/>
                  <a:gdLst>
                    <a:gd name="T0" fmla="*/ 273 w 273"/>
                    <a:gd name="T1" fmla="*/ 73 h 118"/>
                    <a:gd name="T2" fmla="*/ 0 w 273"/>
                    <a:gd name="T3" fmla="*/ 118 h 118"/>
                    <a:gd name="T4" fmla="*/ 0 w 273"/>
                    <a:gd name="T5" fmla="*/ 0 h 118"/>
                    <a:gd name="T6" fmla="*/ 273 w 273"/>
                    <a:gd name="T7" fmla="*/ 73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3"/>
                    <a:gd name="T13" fmla="*/ 0 h 118"/>
                    <a:gd name="T14" fmla="*/ 273 w 27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3" h="118">
                      <a:moveTo>
                        <a:pt x="273" y="73"/>
                      </a:moveTo>
                      <a:lnTo>
                        <a:pt x="0" y="118"/>
                      </a:lnTo>
                      <a:lnTo>
                        <a:pt x="0" y="0"/>
                      </a:lnTo>
                      <a:lnTo>
                        <a:pt x="273" y="73"/>
                      </a:lnTo>
                      <a:close/>
                    </a:path>
                  </a:pathLst>
                </a:custGeom>
                <a:solidFill>
                  <a:srgbClr val="C29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3" name="Freeform 758"/>
                <p:cNvSpPr>
                  <a:spLocks/>
                </p:cNvSpPr>
                <p:nvPr/>
              </p:nvSpPr>
              <p:spPr bwMode="auto">
                <a:xfrm>
                  <a:off x="625" y="1406"/>
                  <a:ext cx="273" cy="118"/>
                </a:xfrm>
                <a:custGeom>
                  <a:avLst/>
                  <a:gdLst>
                    <a:gd name="T0" fmla="*/ 273 w 273"/>
                    <a:gd name="T1" fmla="*/ 73 h 118"/>
                    <a:gd name="T2" fmla="*/ 0 w 273"/>
                    <a:gd name="T3" fmla="*/ 118 h 118"/>
                    <a:gd name="T4" fmla="*/ 0 w 273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118"/>
                    <a:gd name="T11" fmla="*/ 273 w 27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118">
                      <a:moveTo>
                        <a:pt x="273" y="73"/>
                      </a:moveTo>
                      <a:lnTo>
                        <a:pt x="0" y="1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4" name="Freeform 759"/>
                <p:cNvSpPr>
                  <a:spLocks/>
                </p:cNvSpPr>
                <p:nvPr/>
              </p:nvSpPr>
              <p:spPr bwMode="auto">
                <a:xfrm>
                  <a:off x="625" y="1361"/>
                  <a:ext cx="273" cy="118"/>
                </a:xfrm>
                <a:custGeom>
                  <a:avLst/>
                  <a:gdLst>
                    <a:gd name="T0" fmla="*/ 0 w 273"/>
                    <a:gd name="T1" fmla="*/ 45 h 118"/>
                    <a:gd name="T2" fmla="*/ 254 w 273"/>
                    <a:gd name="T3" fmla="*/ 0 h 118"/>
                    <a:gd name="T4" fmla="*/ 273 w 273"/>
                    <a:gd name="T5" fmla="*/ 118 h 118"/>
                    <a:gd name="T6" fmla="*/ 0 w 273"/>
                    <a:gd name="T7" fmla="*/ 45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3"/>
                    <a:gd name="T13" fmla="*/ 0 h 118"/>
                    <a:gd name="T14" fmla="*/ 273 w 27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3" h="118">
                      <a:moveTo>
                        <a:pt x="0" y="45"/>
                      </a:moveTo>
                      <a:lnTo>
                        <a:pt x="254" y="0"/>
                      </a:lnTo>
                      <a:lnTo>
                        <a:pt x="273" y="118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C29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5" name="Freeform 760"/>
                <p:cNvSpPr>
                  <a:spLocks/>
                </p:cNvSpPr>
                <p:nvPr/>
              </p:nvSpPr>
              <p:spPr bwMode="auto">
                <a:xfrm>
                  <a:off x="625" y="1361"/>
                  <a:ext cx="273" cy="118"/>
                </a:xfrm>
                <a:custGeom>
                  <a:avLst/>
                  <a:gdLst>
                    <a:gd name="T0" fmla="*/ 0 w 273"/>
                    <a:gd name="T1" fmla="*/ 45 h 118"/>
                    <a:gd name="T2" fmla="*/ 254 w 273"/>
                    <a:gd name="T3" fmla="*/ 0 h 118"/>
                    <a:gd name="T4" fmla="*/ 273 w 273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118"/>
                    <a:gd name="T11" fmla="*/ 273 w 27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118">
                      <a:moveTo>
                        <a:pt x="0" y="45"/>
                      </a:moveTo>
                      <a:lnTo>
                        <a:pt x="254" y="0"/>
                      </a:lnTo>
                      <a:lnTo>
                        <a:pt x="273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6" name="Freeform 761"/>
                <p:cNvSpPr>
                  <a:spLocks/>
                </p:cNvSpPr>
                <p:nvPr/>
              </p:nvSpPr>
              <p:spPr bwMode="auto">
                <a:xfrm>
                  <a:off x="535" y="9"/>
                  <a:ext cx="27" cy="9"/>
                </a:xfrm>
                <a:custGeom>
                  <a:avLst/>
                  <a:gdLst>
                    <a:gd name="T0" fmla="*/ 0 w 27"/>
                    <a:gd name="T1" fmla="*/ 0 h 9"/>
                    <a:gd name="T2" fmla="*/ 27 w 27"/>
                    <a:gd name="T3" fmla="*/ 0 h 9"/>
                    <a:gd name="T4" fmla="*/ 27 w 27"/>
                    <a:gd name="T5" fmla="*/ 9 h 9"/>
                    <a:gd name="T6" fmla="*/ 0 w 27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9"/>
                    <a:gd name="T14" fmla="*/ 27 w 27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9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27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CE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7" name="Freeform 762"/>
                <p:cNvSpPr>
                  <a:spLocks/>
                </p:cNvSpPr>
                <p:nvPr/>
              </p:nvSpPr>
              <p:spPr bwMode="auto">
                <a:xfrm>
                  <a:off x="535" y="9"/>
                  <a:ext cx="27" cy="9"/>
                </a:xfrm>
                <a:custGeom>
                  <a:avLst/>
                  <a:gdLst>
                    <a:gd name="T0" fmla="*/ 0 w 27"/>
                    <a:gd name="T1" fmla="*/ 0 h 9"/>
                    <a:gd name="T2" fmla="*/ 27 w 27"/>
                    <a:gd name="T3" fmla="*/ 0 h 9"/>
                    <a:gd name="T4" fmla="*/ 27 w 27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9"/>
                    <a:gd name="T11" fmla="*/ 27 w 27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9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27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8" name="Freeform 763"/>
                <p:cNvSpPr>
                  <a:spLocks/>
                </p:cNvSpPr>
                <p:nvPr/>
              </p:nvSpPr>
              <p:spPr bwMode="auto">
                <a:xfrm>
                  <a:off x="562" y="9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36 w 36"/>
                    <a:gd name="T3" fmla="*/ 0 h 9"/>
                    <a:gd name="T4" fmla="*/ 18 w 36"/>
                    <a:gd name="T5" fmla="*/ 9 h 9"/>
                    <a:gd name="T6" fmla="*/ 0 w 36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18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ED6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59" name="Freeform 764"/>
                <p:cNvSpPr>
                  <a:spLocks/>
                </p:cNvSpPr>
                <p:nvPr/>
              </p:nvSpPr>
              <p:spPr bwMode="auto">
                <a:xfrm>
                  <a:off x="562" y="9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36 w 36"/>
                    <a:gd name="T3" fmla="*/ 0 h 9"/>
                    <a:gd name="T4" fmla="*/ 18 w 36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18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0" name="Freeform 765"/>
                <p:cNvSpPr>
                  <a:spLocks/>
                </p:cNvSpPr>
                <p:nvPr/>
              </p:nvSpPr>
              <p:spPr bwMode="auto">
                <a:xfrm>
                  <a:off x="562" y="9"/>
                  <a:ext cx="18" cy="9"/>
                </a:xfrm>
                <a:custGeom>
                  <a:avLst/>
                  <a:gdLst>
                    <a:gd name="T0" fmla="*/ 18 w 18"/>
                    <a:gd name="T1" fmla="*/ 9 h 9"/>
                    <a:gd name="T2" fmla="*/ 0 w 18"/>
                    <a:gd name="T3" fmla="*/ 9 h 9"/>
                    <a:gd name="T4" fmla="*/ 0 w 18"/>
                    <a:gd name="T5" fmla="*/ 0 h 9"/>
                    <a:gd name="T6" fmla="*/ 18 w 18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9"/>
                    <a:gd name="T14" fmla="*/ 18 w 18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9">
                      <a:moveTo>
                        <a:pt x="18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18" y="9"/>
                      </a:lnTo>
                      <a:close/>
                    </a:path>
                  </a:pathLst>
                </a:custGeom>
                <a:solidFill>
                  <a:srgbClr val="8ED6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1" name="Freeform 766"/>
                <p:cNvSpPr>
                  <a:spLocks/>
                </p:cNvSpPr>
                <p:nvPr/>
              </p:nvSpPr>
              <p:spPr bwMode="auto">
                <a:xfrm>
                  <a:off x="562" y="9"/>
                  <a:ext cx="18" cy="9"/>
                </a:xfrm>
                <a:custGeom>
                  <a:avLst/>
                  <a:gdLst>
                    <a:gd name="T0" fmla="*/ 18 w 18"/>
                    <a:gd name="T1" fmla="*/ 9 h 9"/>
                    <a:gd name="T2" fmla="*/ 0 w 18"/>
                    <a:gd name="T3" fmla="*/ 9 h 9"/>
                    <a:gd name="T4" fmla="*/ 0 w 18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18"/>
                    <a:gd name="T10" fmla="*/ 0 h 9"/>
                    <a:gd name="T11" fmla="*/ 18 w 18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" h="9">
                      <a:moveTo>
                        <a:pt x="18" y="9"/>
                      </a:moveTo>
                      <a:lnTo>
                        <a:pt x="0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2" name="Freeform 767"/>
                <p:cNvSpPr>
                  <a:spLocks/>
                </p:cNvSpPr>
                <p:nvPr/>
              </p:nvSpPr>
              <p:spPr bwMode="auto">
                <a:xfrm>
                  <a:off x="136" y="399"/>
                  <a:ext cx="63" cy="154"/>
                </a:xfrm>
                <a:custGeom>
                  <a:avLst/>
                  <a:gdLst>
                    <a:gd name="T0" fmla="*/ 0 w 63"/>
                    <a:gd name="T1" fmla="*/ 0 h 154"/>
                    <a:gd name="T2" fmla="*/ 63 w 63"/>
                    <a:gd name="T3" fmla="*/ 82 h 154"/>
                    <a:gd name="T4" fmla="*/ 27 w 63"/>
                    <a:gd name="T5" fmla="*/ 154 h 154"/>
                    <a:gd name="T6" fmla="*/ 0 w 63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54"/>
                    <a:gd name="T14" fmla="*/ 63 w 63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54">
                      <a:moveTo>
                        <a:pt x="0" y="0"/>
                      </a:moveTo>
                      <a:lnTo>
                        <a:pt x="63" y="82"/>
                      </a:lnTo>
                      <a:lnTo>
                        <a:pt x="27" y="1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460B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3" name="Freeform 768"/>
                <p:cNvSpPr>
                  <a:spLocks/>
                </p:cNvSpPr>
                <p:nvPr/>
              </p:nvSpPr>
              <p:spPr bwMode="auto">
                <a:xfrm>
                  <a:off x="136" y="399"/>
                  <a:ext cx="63" cy="154"/>
                </a:xfrm>
                <a:custGeom>
                  <a:avLst/>
                  <a:gdLst>
                    <a:gd name="T0" fmla="*/ 0 w 63"/>
                    <a:gd name="T1" fmla="*/ 0 h 154"/>
                    <a:gd name="T2" fmla="*/ 63 w 63"/>
                    <a:gd name="T3" fmla="*/ 82 h 154"/>
                    <a:gd name="T4" fmla="*/ 27 w 63"/>
                    <a:gd name="T5" fmla="*/ 154 h 154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54"/>
                    <a:gd name="T11" fmla="*/ 63 w 63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54">
                      <a:moveTo>
                        <a:pt x="0" y="0"/>
                      </a:moveTo>
                      <a:lnTo>
                        <a:pt x="63" y="82"/>
                      </a:lnTo>
                      <a:lnTo>
                        <a:pt x="27" y="1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4" name="Freeform 769"/>
                <p:cNvSpPr>
                  <a:spLocks/>
                </p:cNvSpPr>
                <p:nvPr/>
              </p:nvSpPr>
              <p:spPr bwMode="auto">
                <a:xfrm>
                  <a:off x="136" y="345"/>
                  <a:ext cx="63" cy="136"/>
                </a:xfrm>
                <a:custGeom>
                  <a:avLst/>
                  <a:gdLst>
                    <a:gd name="T0" fmla="*/ 63 w 63"/>
                    <a:gd name="T1" fmla="*/ 136 h 136"/>
                    <a:gd name="T2" fmla="*/ 0 w 63"/>
                    <a:gd name="T3" fmla="*/ 54 h 136"/>
                    <a:gd name="T4" fmla="*/ 36 w 63"/>
                    <a:gd name="T5" fmla="*/ 0 h 136"/>
                    <a:gd name="T6" fmla="*/ 63 w 63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36"/>
                    <a:gd name="T14" fmla="*/ 63 w 6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36">
                      <a:moveTo>
                        <a:pt x="63" y="136"/>
                      </a:moveTo>
                      <a:lnTo>
                        <a:pt x="0" y="54"/>
                      </a:lnTo>
                      <a:lnTo>
                        <a:pt x="36" y="0"/>
                      </a:lnTo>
                      <a:lnTo>
                        <a:pt x="63" y="136"/>
                      </a:lnTo>
                      <a:close/>
                    </a:path>
                  </a:pathLst>
                </a:custGeom>
                <a:solidFill>
                  <a:srgbClr val="6866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5" name="Freeform 770"/>
                <p:cNvSpPr>
                  <a:spLocks/>
                </p:cNvSpPr>
                <p:nvPr/>
              </p:nvSpPr>
              <p:spPr bwMode="auto">
                <a:xfrm>
                  <a:off x="136" y="345"/>
                  <a:ext cx="63" cy="136"/>
                </a:xfrm>
                <a:custGeom>
                  <a:avLst/>
                  <a:gdLst>
                    <a:gd name="T0" fmla="*/ 63 w 63"/>
                    <a:gd name="T1" fmla="*/ 136 h 136"/>
                    <a:gd name="T2" fmla="*/ 0 w 63"/>
                    <a:gd name="T3" fmla="*/ 54 h 136"/>
                    <a:gd name="T4" fmla="*/ 36 w 63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36"/>
                    <a:gd name="T11" fmla="*/ 63 w 6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36">
                      <a:moveTo>
                        <a:pt x="63" y="136"/>
                      </a:moveTo>
                      <a:lnTo>
                        <a:pt x="0" y="5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6" name="Freeform 771"/>
                <p:cNvSpPr>
                  <a:spLocks/>
                </p:cNvSpPr>
                <p:nvPr/>
              </p:nvSpPr>
              <p:spPr bwMode="auto">
                <a:xfrm>
                  <a:off x="834" y="1025"/>
                  <a:ext cx="209" cy="109"/>
                </a:xfrm>
                <a:custGeom>
                  <a:avLst/>
                  <a:gdLst>
                    <a:gd name="T0" fmla="*/ 209 w 209"/>
                    <a:gd name="T1" fmla="*/ 18 h 109"/>
                    <a:gd name="T2" fmla="*/ 18 w 209"/>
                    <a:gd name="T3" fmla="*/ 109 h 109"/>
                    <a:gd name="T4" fmla="*/ 0 w 209"/>
                    <a:gd name="T5" fmla="*/ 0 h 109"/>
                    <a:gd name="T6" fmla="*/ 209 w 209"/>
                    <a:gd name="T7" fmla="*/ 18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09"/>
                    <a:gd name="T14" fmla="*/ 209 w 209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09">
                      <a:moveTo>
                        <a:pt x="209" y="18"/>
                      </a:moveTo>
                      <a:lnTo>
                        <a:pt x="18" y="109"/>
                      </a:lnTo>
                      <a:lnTo>
                        <a:pt x="0" y="0"/>
                      </a:lnTo>
                      <a:lnTo>
                        <a:pt x="209" y="18"/>
                      </a:lnTo>
                      <a:close/>
                    </a:path>
                  </a:pathLst>
                </a:custGeom>
                <a:solidFill>
                  <a:srgbClr val="D3A5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7" name="Freeform 772"/>
                <p:cNvSpPr>
                  <a:spLocks/>
                </p:cNvSpPr>
                <p:nvPr/>
              </p:nvSpPr>
              <p:spPr bwMode="auto">
                <a:xfrm>
                  <a:off x="834" y="1025"/>
                  <a:ext cx="209" cy="109"/>
                </a:xfrm>
                <a:custGeom>
                  <a:avLst/>
                  <a:gdLst>
                    <a:gd name="T0" fmla="*/ 209 w 209"/>
                    <a:gd name="T1" fmla="*/ 18 h 109"/>
                    <a:gd name="T2" fmla="*/ 18 w 209"/>
                    <a:gd name="T3" fmla="*/ 109 h 109"/>
                    <a:gd name="T4" fmla="*/ 0 w 209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09"/>
                    <a:gd name="T11" fmla="*/ 209 w 209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09">
                      <a:moveTo>
                        <a:pt x="209" y="18"/>
                      </a:moveTo>
                      <a:lnTo>
                        <a:pt x="18" y="10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8" name="Freeform 773"/>
                <p:cNvSpPr>
                  <a:spLocks/>
                </p:cNvSpPr>
                <p:nvPr/>
              </p:nvSpPr>
              <p:spPr bwMode="auto">
                <a:xfrm>
                  <a:off x="834" y="943"/>
                  <a:ext cx="209" cy="100"/>
                </a:xfrm>
                <a:custGeom>
                  <a:avLst/>
                  <a:gdLst>
                    <a:gd name="T0" fmla="*/ 0 w 209"/>
                    <a:gd name="T1" fmla="*/ 82 h 100"/>
                    <a:gd name="T2" fmla="*/ 181 w 209"/>
                    <a:gd name="T3" fmla="*/ 0 h 100"/>
                    <a:gd name="T4" fmla="*/ 209 w 209"/>
                    <a:gd name="T5" fmla="*/ 100 h 100"/>
                    <a:gd name="T6" fmla="*/ 0 w 209"/>
                    <a:gd name="T7" fmla="*/ 82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00"/>
                    <a:gd name="T14" fmla="*/ 209 w 209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00">
                      <a:moveTo>
                        <a:pt x="0" y="82"/>
                      </a:moveTo>
                      <a:lnTo>
                        <a:pt x="181" y="0"/>
                      </a:lnTo>
                      <a:lnTo>
                        <a:pt x="209" y="100"/>
                      </a:lnTo>
                      <a:lnTo>
                        <a:pt x="0" y="82"/>
                      </a:lnTo>
                      <a:close/>
                    </a:path>
                  </a:pathLst>
                </a:custGeom>
                <a:solidFill>
                  <a:srgbClr val="D3A5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69" name="Freeform 774"/>
                <p:cNvSpPr>
                  <a:spLocks/>
                </p:cNvSpPr>
                <p:nvPr/>
              </p:nvSpPr>
              <p:spPr bwMode="auto">
                <a:xfrm>
                  <a:off x="834" y="943"/>
                  <a:ext cx="209" cy="100"/>
                </a:xfrm>
                <a:custGeom>
                  <a:avLst/>
                  <a:gdLst>
                    <a:gd name="T0" fmla="*/ 0 w 209"/>
                    <a:gd name="T1" fmla="*/ 82 h 100"/>
                    <a:gd name="T2" fmla="*/ 181 w 209"/>
                    <a:gd name="T3" fmla="*/ 0 h 100"/>
                    <a:gd name="T4" fmla="*/ 209 w 209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00"/>
                    <a:gd name="T11" fmla="*/ 209 w 209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00">
                      <a:moveTo>
                        <a:pt x="0" y="82"/>
                      </a:moveTo>
                      <a:lnTo>
                        <a:pt x="181" y="0"/>
                      </a:lnTo>
                      <a:lnTo>
                        <a:pt x="209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0" name="Freeform 775"/>
                <p:cNvSpPr>
                  <a:spLocks/>
                </p:cNvSpPr>
                <p:nvPr/>
              </p:nvSpPr>
              <p:spPr bwMode="auto">
                <a:xfrm>
                  <a:off x="734" y="91"/>
                  <a:ext cx="46" cy="45"/>
                </a:xfrm>
                <a:custGeom>
                  <a:avLst/>
                  <a:gdLst>
                    <a:gd name="T0" fmla="*/ 46 w 46"/>
                    <a:gd name="T1" fmla="*/ 0 h 45"/>
                    <a:gd name="T2" fmla="*/ 46 w 46"/>
                    <a:gd name="T3" fmla="*/ 45 h 45"/>
                    <a:gd name="T4" fmla="*/ 0 w 46"/>
                    <a:gd name="T5" fmla="*/ 9 h 45"/>
                    <a:gd name="T6" fmla="*/ 46 w 46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45"/>
                    <a:gd name="T14" fmla="*/ 46 w 46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45">
                      <a:moveTo>
                        <a:pt x="46" y="0"/>
                      </a:moveTo>
                      <a:lnTo>
                        <a:pt x="46" y="45"/>
                      </a:lnTo>
                      <a:lnTo>
                        <a:pt x="0" y="9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D7EDE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1" name="Freeform 776"/>
                <p:cNvSpPr>
                  <a:spLocks/>
                </p:cNvSpPr>
                <p:nvPr/>
              </p:nvSpPr>
              <p:spPr bwMode="auto">
                <a:xfrm>
                  <a:off x="734" y="91"/>
                  <a:ext cx="46" cy="45"/>
                </a:xfrm>
                <a:custGeom>
                  <a:avLst/>
                  <a:gdLst>
                    <a:gd name="T0" fmla="*/ 46 w 46"/>
                    <a:gd name="T1" fmla="*/ 0 h 45"/>
                    <a:gd name="T2" fmla="*/ 46 w 46"/>
                    <a:gd name="T3" fmla="*/ 45 h 45"/>
                    <a:gd name="T4" fmla="*/ 0 w 46"/>
                    <a:gd name="T5" fmla="*/ 9 h 45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45"/>
                    <a:gd name="T11" fmla="*/ 46 w 46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45">
                      <a:moveTo>
                        <a:pt x="46" y="0"/>
                      </a:moveTo>
                      <a:lnTo>
                        <a:pt x="46" y="45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2" name="Freeform 777"/>
                <p:cNvSpPr>
                  <a:spLocks/>
                </p:cNvSpPr>
                <p:nvPr/>
              </p:nvSpPr>
              <p:spPr bwMode="auto">
                <a:xfrm>
                  <a:off x="734" y="72"/>
                  <a:ext cx="46" cy="28"/>
                </a:xfrm>
                <a:custGeom>
                  <a:avLst/>
                  <a:gdLst>
                    <a:gd name="T0" fmla="*/ 0 w 46"/>
                    <a:gd name="T1" fmla="*/ 28 h 28"/>
                    <a:gd name="T2" fmla="*/ 0 w 46"/>
                    <a:gd name="T3" fmla="*/ 0 h 28"/>
                    <a:gd name="T4" fmla="*/ 46 w 46"/>
                    <a:gd name="T5" fmla="*/ 19 h 28"/>
                    <a:gd name="T6" fmla="*/ 0 w 46"/>
                    <a:gd name="T7" fmla="*/ 28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28"/>
                    <a:gd name="T14" fmla="*/ 46 w 46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28">
                      <a:moveTo>
                        <a:pt x="0" y="28"/>
                      </a:moveTo>
                      <a:lnTo>
                        <a:pt x="0" y="0"/>
                      </a:lnTo>
                      <a:lnTo>
                        <a:pt x="46" y="19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D7EDE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3" name="Freeform 778"/>
                <p:cNvSpPr>
                  <a:spLocks/>
                </p:cNvSpPr>
                <p:nvPr/>
              </p:nvSpPr>
              <p:spPr bwMode="auto">
                <a:xfrm>
                  <a:off x="734" y="72"/>
                  <a:ext cx="46" cy="28"/>
                </a:xfrm>
                <a:custGeom>
                  <a:avLst/>
                  <a:gdLst>
                    <a:gd name="T0" fmla="*/ 0 w 46"/>
                    <a:gd name="T1" fmla="*/ 28 h 28"/>
                    <a:gd name="T2" fmla="*/ 0 w 46"/>
                    <a:gd name="T3" fmla="*/ 0 h 28"/>
                    <a:gd name="T4" fmla="*/ 46 w 46"/>
                    <a:gd name="T5" fmla="*/ 19 h 2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28"/>
                    <a:gd name="T11" fmla="*/ 46 w 46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28">
                      <a:moveTo>
                        <a:pt x="0" y="28"/>
                      </a:moveTo>
                      <a:lnTo>
                        <a:pt x="0" y="0"/>
                      </a:lnTo>
                      <a:lnTo>
                        <a:pt x="46" y="1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4" name="Freeform 779"/>
                <p:cNvSpPr>
                  <a:spLocks/>
                </p:cNvSpPr>
                <p:nvPr/>
              </p:nvSpPr>
              <p:spPr bwMode="auto">
                <a:xfrm>
                  <a:off x="335" y="54"/>
                  <a:ext cx="55" cy="55"/>
                </a:xfrm>
                <a:custGeom>
                  <a:avLst/>
                  <a:gdLst>
                    <a:gd name="T0" fmla="*/ 55 w 55"/>
                    <a:gd name="T1" fmla="*/ 0 h 55"/>
                    <a:gd name="T2" fmla="*/ 46 w 55"/>
                    <a:gd name="T3" fmla="*/ 37 h 55"/>
                    <a:gd name="T4" fmla="*/ 0 w 55"/>
                    <a:gd name="T5" fmla="*/ 55 h 55"/>
                    <a:gd name="T6" fmla="*/ 55 w 55"/>
                    <a:gd name="T7" fmla="*/ 0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55"/>
                    <a:gd name="T14" fmla="*/ 55 w 55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55">
                      <a:moveTo>
                        <a:pt x="55" y="0"/>
                      </a:moveTo>
                      <a:lnTo>
                        <a:pt x="46" y="37"/>
                      </a:lnTo>
                      <a:lnTo>
                        <a:pt x="0" y="55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4482E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5" name="Freeform 780"/>
                <p:cNvSpPr>
                  <a:spLocks/>
                </p:cNvSpPr>
                <p:nvPr/>
              </p:nvSpPr>
              <p:spPr bwMode="auto">
                <a:xfrm>
                  <a:off x="335" y="54"/>
                  <a:ext cx="55" cy="55"/>
                </a:xfrm>
                <a:custGeom>
                  <a:avLst/>
                  <a:gdLst>
                    <a:gd name="T0" fmla="*/ 55 w 55"/>
                    <a:gd name="T1" fmla="*/ 0 h 55"/>
                    <a:gd name="T2" fmla="*/ 46 w 55"/>
                    <a:gd name="T3" fmla="*/ 37 h 55"/>
                    <a:gd name="T4" fmla="*/ 0 w 55"/>
                    <a:gd name="T5" fmla="*/ 55 h 55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55"/>
                    <a:gd name="T11" fmla="*/ 55 w 55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55">
                      <a:moveTo>
                        <a:pt x="55" y="0"/>
                      </a:moveTo>
                      <a:lnTo>
                        <a:pt x="46" y="37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6" name="Freeform 781"/>
                <p:cNvSpPr>
                  <a:spLocks/>
                </p:cNvSpPr>
                <p:nvPr/>
              </p:nvSpPr>
              <p:spPr bwMode="auto">
                <a:xfrm>
                  <a:off x="381" y="45"/>
                  <a:ext cx="54" cy="46"/>
                </a:xfrm>
                <a:custGeom>
                  <a:avLst/>
                  <a:gdLst>
                    <a:gd name="T0" fmla="*/ 0 w 54"/>
                    <a:gd name="T1" fmla="*/ 46 h 46"/>
                    <a:gd name="T2" fmla="*/ 9 w 54"/>
                    <a:gd name="T3" fmla="*/ 9 h 46"/>
                    <a:gd name="T4" fmla="*/ 54 w 54"/>
                    <a:gd name="T5" fmla="*/ 0 h 46"/>
                    <a:gd name="T6" fmla="*/ 0 w 54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46"/>
                    <a:gd name="T14" fmla="*/ 54 w 54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46">
                      <a:moveTo>
                        <a:pt x="0" y="46"/>
                      </a:moveTo>
                      <a:lnTo>
                        <a:pt x="9" y="9"/>
                      </a:lnTo>
                      <a:lnTo>
                        <a:pt x="54" y="0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5C94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7" name="Freeform 782"/>
                <p:cNvSpPr>
                  <a:spLocks/>
                </p:cNvSpPr>
                <p:nvPr/>
              </p:nvSpPr>
              <p:spPr bwMode="auto">
                <a:xfrm>
                  <a:off x="381" y="45"/>
                  <a:ext cx="54" cy="46"/>
                </a:xfrm>
                <a:custGeom>
                  <a:avLst/>
                  <a:gdLst>
                    <a:gd name="T0" fmla="*/ 0 w 54"/>
                    <a:gd name="T1" fmla="*/ 46 h 46"/>
                    <a:gd name="T2" fmla="*/ 9 w 54"/>
                    <a:gd name="T3" fmla="*/ 9 h 46"/>
                    <a:gd name="T4" fmla="*/ 54 w 54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46"/>
                    <a:gd name="T11" fmla="*/ 54 w 54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46">
                      <a:moveTo>
                        <a:pt x="0" y="46"/>
                      </a:moveTo>
                      <a:lnTo>
                        <a:pt x="9" y="9"/>
                      </a:lnTo>
                      <a:lnTo>
                        <a:pt x="54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8" name="Freeform 783"/>
                <p:cNvSpPr>
                  <a:spLocks/>
                </p:cNvSpPr>
                <p:nvPr/>
              </p:nvSpPr>
              <p:spPr bwMode="auto">
                <a:xfrm>
                  <a:off x="834" y="254"/>
                  <a:ext cx="73" cy="63"/>
                </a:xfrm>
                <a:custGeom>
                  <a:avLst/>
                  <a:gdLst>
                    <a:gd name="T0" fmla="*/ 73 w 73"/>
                    <a:gd name="T1" fmla="*/ 0 h 63"/>
                    <a:gd name="T2" fmla="*/ 45 w 73"/>
                    <a:gd name="T3" fmla="*/ 63 h 63"/>
                    <a:gd name="T4" fmla="*/ 0 w 73"/>
                    <a:gd name="T5" fmla="*/ 9 h 63"/>
                    <a:gd name="T6" fmla="*/ 73 w 73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63"/>
                    <a:gd name="T14" fmla="*/ 73 w 73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63">
                      <a:moveTo>
                        <a:pt x="73" y="0"/>
                      </a:moveTo>
                      <a:lnTo>
                        <a:pt x="45" y="63"/>
                      </a:lnTo>
                      <a:lnTo>
                        <a:pt x="0" y="9"/>
                      </a:lnTo>
                      <a:lnTo>
                        <a:pt x="73" y="0"/>
                      </a:lnTo>
                      <a:close/>
                    </a:path>
                  </a:pathLst>
                </a:custGeom>
                <a:solidFill>
                  <a:srgbClr val="E7DBC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79" name="Freeform 784"/>
                <p:cNvSpPr>
                  <a:spLocks/>
                </p:cNvSpPr>
                <p:nvPr/>
              </p:nvSpPr>
              <p:spPr bwMode="auto">
                <a:xfrm>
                  <a:off x="834" y="254"/>
                  <a:ext cx="73" cy="63"/>
                </a:xfrm>
                <a:custGeom>
                  <a:avLst/>
                  <a:gdLst>
                    <a:gd name="T0" fmla="*/ 73 w 73"/>
                    <a:gd name="T1" fmla="*/ 0 h 63"/>
                    <a:gd name="T2" fmla="*/ 45 w 73"/>
                    <a:gd name="T3" fmla="*/ 63 h 63"/>
                    <a:gd name="T4" fmla="*/ 0 w 73"/>
                    <a:gd name="T5" fmla="*/ 9 h 63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63"/>
                    <a:gd name="T11" fmla="*/ 73 w 73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63">
                      <a:moveTo>
                        <a:pt x="73" y="0"/>
                      </a:moveTo>
                      <a:lnTo>
                        <a:pt x="45" y="63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0" name="Freeform 785"/>
                <p:cNvSpPr>
                  <a:spLocks/>
                </p:cNvSpPr>
                <p:nvPr/>
              </p:nvSpPr>
              <p:spPr bwMode="auto">
                <a:xfrm>
                  <a:off x="834" y="208"/>
                  <a:ext cx="73" cy="55"/>
                </a:xfrm>
                <a:custGeom>
                  <a:avLst/>
                  <a:gdLst>
                    <a:gd name="T0" fmla="*/ 0 w 73"/>
                    <a:gd name="T1" fmla="*/ 55 h 55"/>
                    <a:gd name="T2" fmla="*/ 36 w 73"/>
                    <a:gd name="T3" fmla="*/ 0 h 55"/>
                    <a:gd name="T4" fmla="*/ 73 w 73"/>
                    <a:gd name="T5" fmla="*/ 46 h 55"/>
                    <a:gd name="T6" fmla="*/ 0 w 73"/>
                    <a:gd name="T7" fmla="*/ 55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55"/>
                    <a:gd name="T14" fmla="*/ 73 w 73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55">
                      <a:moveTo>
                        <a:pt x="0" y="55"/>
                      </a:moveTo>
                      <a:lnTo>
                        <a:pt x="36" y="0"/>
                      </a:lnTo>
                      <a:lnTo>
                        <a:pt x="73" y="46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E7DBC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1" name="Freeform 786"/>
                <p:cNvSpPr>
                  <a:spLocks/>
                </p:cNvSpPr>
                <p:nvPr/>
              </p:nvSpPr>
              <p:spPr bwMode="auto">
                <a:xfrm>
                  <a:off x="834" y="208"/>
                  <a:ext cx="73" cy="55"/>
                </a:xfrm>
                <a:custGeom>
                  <a:avLst/>
                  <a:gdLst>
                    <a:gd name="T0" fmla="*/ 0 w 73"/>
                    <a:gd name="T1" fmla="*/ 55 h 55"/>
                    <a:gd name="T2" fmla="*/ 36 w 73"/>
                    <a:gd name="T3" fmla="*/ 0 h 55"/>
                    <a:gd name="T4" fmla="*/ 73 w 73"/>
                    <a:gd name="T5" fmla="*/ 46 h 55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55"/>
                    <a:gd name="T11" fmla="*/ 73 w 73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55">
                      <a:moveTo>
                        <a:pt x="0" y="55"/>
                      </a:moveTo>
                      <a:lnTo>
                        <a:pt x="36" y="0"/>
                      </a:lnTo>
                      <a:lnTo>
                        <a:pt x="73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2" name="Freeform 787"/>
                <p:cNvSpPr>
                  <a:spLocks/>
                </p:cNvSpPr>
                <p:nvPr/>
              </p:nvSpPr>
              <p:spPr bwMode="auto">
                <a:xfrm>
                  <a:off x="508" y="9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27 w 36"/>
                    <a:gd name="T3" fmla="*/ 0 h 9"/>
                    <a:gd name="T4" fmla="*/ 36 w 36"/>
                    <a:gd name="T5" fmla="*/ 9 h 9"/>
                    <a:gd name="T6" fmla="*/ 0 w 36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EC6F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3" name="Freeform 788"/>
                <p:cNvSpPr>
                  <a:spLocks/>
                </p:cNvSpPr>
                <p:nvPr/>
              </p:nvSpPr>
              <p:spPr bwMode="auto">
                <a:xfrm>
                  <a:off x="508" y="9"/>
                  <a:ext cx="36" cy="9"/>
                </a:xfrm>
                <a:custGeom>
                  <a:avLst/>
                  <a:gdLst>
                    <a:gd name="T0" fmla="*/ 0 w 36"/>
                    <a:gd name="T1" fmla="*/ 0 h 9"/>
                    <a:gd name="T2" fmla="*/ 27 w 36"/>
                    <a:gd name="T3" fmla="*/ 0 h 9"/>
                    <a:gd name="T4" fmla="*/ 36 w 36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"/>
                    <a:gd name="T11" fmla="*/ 36 w 3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3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4" name="Freeform 789"/>
                <p:cNvSpPr>
                  <a:spLocks/>
                </p:cNvSpPr>
                <p:nvPr/>
              </p:nvSpPr>
              <p:spPr bwMode="auto">
                <a:xfrm>
                  <a:off x="535" y="9"/>
                  <a:ext cx="27" cy="9"/>
                </a:xfrm>
                <a:custGeom>
                  <a:avLst/>
                  <a:gdLst>
                    <a:gd name="T0" fmla="*/ 27 w 27"/>
                    <a:gd name="T1" fmla="*/ 9 h 9"/>
                    <a:gd name="T2" fmla="*/ 9 w 27"/>
                    <a:gd name="T3" fmla="*/ 9 h 9"/>
                    <a:gd name="T4" fmla="*/ 0 w 27"/>
                    <a:gd name="T5" fmla="*/ 0 h 9"/>
                    <a:gd name="T6" fmla="*/ 27 w 27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9"/>
                    <a:gd name="T14" fmla="*/ 27 w 27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9">
                      <a:moveTo>
                        <a:pt x="27" y="9"/>
                      </a:moveTo>
                      <a:lnTo>
                        <a:pt x="9" y="9"/>
                      </a:lnTo>
                      <a:lnTo>
                        <a:pt x="0" y="0"/>
                      </a:lnTo>
                      <a:lnTo>
                        <a:pt x="27" y="9"/>
                      </a:lnTo>
                      <a:close/>
                    </a:path>
                  </a:pathLst>
                </a:custGeom>
                <a:solidFill>
                  <a:srgbClr val="84CEF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5" name="Freeform 790"/>
                <p:cNvSpPr>
                  <a:spLocks/>
                </p:cNvSpPr>
                <p:nvPr/>
              </p:nvSpPr>
              <p:spPr bwMode="auto">
                <a:xfrm>
                  <a:off x="535" y="9"/>
                  <a:ext cx="27" cy="9"/>
                </a:xfrm>
                <a:custGeom>
                  <a:avLst/>
                  <a:gdLst>
                    <a:gd name="T0" fmla="*/ 27 w 27"/>
                    <a:gd name="T1" fmla="*/ 9 h 9"/>
                    <a:gd name="T2" fmla="*/ 9 w 27"/>
                    <a:gd name="T3" fmla="*/ 9 h 9"/>
                    <a:gd name="T4" fmla="*/ 0 w 27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9"/>
                    <a:gd name="T11" fmla="*/ 27 w 27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9">
                      <a:moveTo>
                        <a:pt x="27" y="9"/>
                      </a:moveTo>
                      <a:lnTo>
                        <a:pt x="9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6" name="Freeform 791"/>
                <p:cNvSpPr>
                  <a:spLocks/>
                </p:cNvSpPr>
                <p:nvPr/>
              </p:nvSpPr>
              <p:spPr bwMode="auto">
                <a:xfrm>
                  <a:off x="898" y="589"/>
                  <a:ext cx="136" cy="82"/>
                </a:xfrm>
                <a:custGeom>
                  <a:avLst/>
                  <a:gdLst>
                    <a:gd name="T0" fmla="*/ 136 w 136"/>
                    <a:gd name="T1" fmla="*/ 0 h 82"/>
                    <a:gd name="T2" fmla="*/ 27 w 136"/>
                    <a:gd name="T3" fmla="*/ 82 h 82"/>
                    <a:gd name="T4" fmla="*/ 0 w 136"/>
                    <a:gd name="T5" fmla="*/ 0 h 82"/>
                    <a:gd name="T6" fmla="*/ 136 w 136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82"/>
                    <a:gd name="T14" fmla="*/ 136 w 136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82">
                      <a:moveTo>
                        <a:pt x="136" y="0"/>
                      </a:moveTo>
                      <a:lnTo>
                        <a:pt x="27" y="82"/>
                      </a:lnTo>
                      <a:lnTo>
                        <a:pt x="0" y="0"/>
                      </a:lnTo>
                      <a:lnTo>
                        <a:pt x="136" y="0"/>
                      </a:lnTo>
                      <a:close/>
                    </a:path>
                  </a:pathLst>
                </a:custGeom>
                <a:solidFill>
                  <a:srgbClr val="E3BE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7" name="Freeform 792"/>
                <p:cNvSpPr>
                  <a:spLocks/>
                </p:cNvSpPr>
                <p:nvPr/>
              </p:nvSpPr>
              <p:spPr bwMode="auto">
                <a:xfrm>
                  <a:off x="898" y="589"/>
                  <a:ext cx="136" cy="82"/>
                </a:xfrm>
                <a:custGeom>
                  <a:avLst/>
                  <a:gdLst>
                    <a:gd name="T0" fmla="*/ 136 w 136"/>
                    <a:gd name="T1" fmla="*/ 0 h 82"/>
                    <a:gd name="T2" fmla="*/ 27 w 136"/>
                    <a:gd name="T3" fmla="*/ 82 h 82"/>
                    <a:gd name="T4" fmla="*/ 0 w 136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82"/>
                    <a:gd name="T11" fmla="*/ 136 w 136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82">
                      <a:moveTo>
                        <a:pt x="136" y="0"/>
                      </a:moveTo>
                      <a:lnTo>
                        <a:pt x="27" y="8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8" name="Freeform 793"/>
                <p:cNvSpPr>
                  <a:spLocks/>
                </p:cNvSpPr>
                <p:nvPr/>
              </p:nvSpPr>
              <p:spPr bwMode="auto">
                <a:xfrm>
                  <a:off x="898" y="508"/>
                  <a:ext cx="136" cy="81"/>
                </a:xfrm>
                <a:custGeom>
                  <a:avLst/>
                  <a:gdLst>
                    <a:gd name="T0" fmla="*/ 0 w 136"/>
                    <a:gd name="T1" fmla="*/ 81 h 81"/>
                    <a:gd name="T2" fmla="*/ 99 w 136"/>
                    <a:gd name="T3" fmla="*/ 0 h 81"/>
                    <a:gd name="T4" fmla="*/ 136 w 136"/>
                    <a:gd name="T5" fmla="*/ 81 h 81"/>
                    <a:gd name="T6" fmla="*/ 0 w 136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81"/>
                    <a:gd name="T14" fmla="*/ 136 w 136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81">
                      <a:moveTo>
                        <a:pt x="0" y="81"/>
                      </a:moveTo>
                      <a:lnTo>
                        <a:pt x="99" y="0"/>
                      </a:lnTo>
                      <a:lnTo>
                        <a:pt x="136" y="81"/>
                      </a:lnTo>
                      <a:lnTo>
                        <a:pt x="0" y="81"/>
                      </a:lnTo>
                      <a:close/>
                    </a:path>
                  </a:pathLst>
                </a:custGeom>
                <a:solidFill>
                  <a:srgbClr val="E3BE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89" name="Freeform 794"/>
                <p:cNvSpPr>
                  <a:spLocks/>
                </p:cNvSpPr>
                <p:nvPr/>
              </p:nvSpPr>
              <p:spPr bwMode="auto">
                <a:xfrm>
                  <a:off x="898" y="508"/>
                  <a:ext cx="136" cy="81"/>
                </a:xfrm>
                <a:custGeom>
                  <a:avLst/>
                  <a:gdLst>
                    <a:gd name="T0" fmla="*/ 0 w 136"/>
                    <a:gd name="T1" fmla="*/ 81 h 81"/>
                    <a:gd name="T2" fmla="*/ 99 w 136"/>
                    <a:gd name="T3" fmla="*/ 0 h 81"/>
                    <a:gd name="T4" fmla="*/ 136 w 136"/>
                    <a:gd name="T5" fmla="*/ 81 h 81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81"/>
                    <a:gd name="T11" fmla="*/ 136 w 136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81">
                      <a:moveTo>
                        <a:pt x="0" y="81"/>
                      </a:moveTo>
                      <a:lnTo>
                        <a:pt x="99" y="0"/>
                      </a:lnTo>
                      <a:lnTo>
                        <a:pt x="136" y="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0" name="Freeform 795"/>
                <p:cNvSpPr>
                  <a:spLocks/>
                </p:cNvSpPr>
                <p:nvPr/>
              </p:nvSpPr>
              <p:spPr bwMode="auto">
                <a:xfrm>
                  <a:off x="63" y="798"/>
                  <a:ext cx="145" cy="191"/>
                </a:xfrm>
                <a:custGeom>
                  <a:avLst/>
                  <a:gdLst>
                    <a:gd name="T0" fmla="*/ 0 w 145"/>
                    <a:gd name="T1" fmla="*/ 0 h 191"/>
                    <a:gd name="T2" fmla="*/ 145 w 145"/>
                    <a:gd name="T3" fmla="*/ 91 h 191"/>
                    <a:gd name="T4" fmla="*/ 118 w 145"/>
                    <a:gd name="T5" fmla="*/ 191 h 191"/>
                    <a:gd name="T6" fmla="*/ 0 w 145"/>
                    <a:gd name="T7" fmla="*/ 0 h 1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91"/>
                    <a:gd name="T14" fmla="*/ 145 w 145"/>
                    <a:gd name="T15" fmla="*/ 191 h 1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91">
                      <a:moveTo>
                        <a:pt x="0" y="0"/>
                      </a:moveTo>
                      <a:lnTo>
                        <a:pt x="145" y="91"/>
                      </a:lnTo>
                      <a:lnTo>
                        <a:pt x="118" y="191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165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1" name="Freeform 796"/>
                <p:cNvSpPr>
                  <a:spLocks/>
                </p:cNvSpPr>
                <p:nvPr/>
              </p:nvSpPr>
              <p:spPr bwMode="auto">
                <a:xfrm>
                  <a:off x="63" y="798"/>
                  <a:ext cx="145" cy="191"/>
                </a:xfrm>
                <a:custGeom>
                  <a:avLst/>
                  <a:gdLst>
                    <a:gd name="T0" fmla="*/ 0 w 145"/>
                    <a:gd name="T1" fmla="*/ 0 h 191"/>
                    <a:gd name="T2" fmla="*/ 145 w 145"/>
                    <a:gd name="T3" fmla="*/ 91 h 191"/>
                    <a:gd name="T4" fmla="*/ 118 w 145"/>
                    <a:gd name="T5" fmla="*/ 191 h 191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91"/>
                    <a:gd name="T11" fmla="*/ 145 w 145"/>
                    <a:gd name="T12" fmla="*/ 191 h 1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91">
                      <a:moveTo>
                        <a:pt x="0" y="0"/>
                      </a:moveTo>
                      <a:lnTo>
                        <a:pt x="145" y="91"/>
                      </a:lnTo>
                      <a:lnTo>
                        <a:pt x="118" y="1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2" name="Freeform 797"/>
                <p:cNvSpPr>
                  <a:spLocks/>
                </p:cNvSpPr>
                <p:nvPr/>
              </p:nvSpPr>
              <p:spPr bwMode="auto">
                <a:xfrm>
                  <a:off x="63" y="717"/>
                  <a:ext cx="145" cy="172"/>
                </a:xfrm>
                <a:custGeom>
                  <a:avLst/>
                  <a:gdLst>
                    <a:gd name="T0" fmla="*/ 145 w 145"/>
                    <a:gd name="T1" fmla="*/ 172 h 172"/>
                    <a:gd name="T2" fmla="*/ 0 w 145"/>
                    <a:gd name="T3" fmla="*/ 81 h 172"/>
                    <a:gd name="T4" fmla="*/ 36 w 145"/>
                    <a:gd name="T5" fmla="*/ 0 h 172"/>
                    <a:gd name="T6" fmla="*/ 145 w 145"/>
                    <a:gd name="T7" fmla="*/ 172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172"/>
                    <a:gd name="T14" fmla="*/ 145 w 145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172">
                      <a:moveTo>
                        <a:pt x="145" y="172"/>
                      </a:moveTo>
                      <a:lnTo>
                        <a:pt x="0" y="81"/>
                      </a:lnTo>
                      <a:lnTo>
                        <a:pt x="36" y="0"/>
                      </a:lnTo>
                      <a:lnTo>
                        <a:pt x="145" y="172"/>
                      </a:lnTo>
                      <a:close/>
                    </a:path>
                  </a:pathLst>
                </a:custGeom>
                <a:solidFill>
                  <a:srgbClr val="8268A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3" name="Freeform 798"/>
                <p:cNvSpPr>
                  <a:spLocks/>
                </p:cNvSpPr>
                <p:nvPr/>
              </p:nvSpPr>
              <p:spPr bwMode="auto">
                <a:xfrm>
                  <a:off x="63" y="717"/>
                  <a:ext cx="145" cy="172"/>
                </a:xfrm>
                <a:custGeom>
                  <a:avLst/>
                  <a:gdLst>
                    <a:gd name="T0" fmla="*/ 145 w 145"/>
                    <a:gd name="T1" fmla="*/ 172 h 172"/>
                    <a:gd name="T2" fmla="*/ 0 w 145"/>
                    <a:gd name="T3" fmla="*/ 81 h 172"/>
                    <a:gd name="T4" fmla="*/ 36 w 145"/>
                    <a:gd name="T5" fmla="*/ 0 h 172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172"/>
                    <a:gd name="T11" fmla="*/ 145 w 145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172">
                      <a:moveTo>
                        <a:pt x="145" y="172"/>
                      </a:moveTo>
                      <a:lnTo>
                        <a:pt x="0" y="81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4" name="Freeform 799"/>
                <p:cNvSpPr>
                  <a:spLocks/>
                </p:cNvSpPr>
                <p:nvPr/>
              </p:nvSpPr>
              <p:spPr bwMode="auto">
                <a:xfrm>
                  <a:off x="589" y="9"/>
                  <a:ext cx="27" cy="18"/>
                </a:xfrm>
                <a:custGeom>
                  <a:avLst/>
                  <a:gdLst>
                    <a:gd name="T0" fmla="*/ 9 w 27"/>
                    <a:gd name="T1" fmla="*/ 0 h 18"/>
                    <a:gd name="T2" fmla="*/ 27 w 27"/>
                    <a:gd name="T3" fmla="*/ 9 h 18"/>
                    <a:gd name="T4" fmla="*/ 0 w 27"/>
                    <a:gd name="T5" fmla="*/ 18 h 18"/>
                    <a:gd name="T6" fmla="*/ 9 w 2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9" y="0"/>
                      </a:moveTo>
                      <a:lnTo>
                        <a:pt x="27" y="9"/>
                      </a:lnTo>
                      <a:lnTo>
                        <a:pt x="0" y="18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9BDBF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5" name="Freeform 800"/>
                <p:cNvSpPr>
                  <a:spLocks/>
                </p:cNvSpPr>
                <p:nvPr/>
              </p:nvSpPr>
              <p:spPr bwMode="auto">
                <a:xfrm>
                  <a:off x="589" y="9"/>
                  <a:ext cx="27" cy="18"/>
                </a:xfrm>
                <a:custGeom>
                  <a:avLst/>
                  <a:gdLst>
                    <a:gd name="T0" fmla="*/ 9 w 27"/>
                    <a:gd name="T1" fmla="*/ 0 h 18"/>
                    <a:gd name="T2" fmla="*/ 27 w 27"/>
                    <a:gd name="T3" fmla="*/ 9 h 18"/>
                    <a:gd name="T4" fmla="*/ 0 w 27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18"/>
                    <a:gd name="T11" fmla="*/ 27 w 27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18">
                      <a:moveTo>
                        <a:pt x="9" y="0"/>
                      </a:moveTo>
                      <a:lnTo>
                        <a:pt x="27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6" name="Freeform 801"/>
                <p:cNvSpPr>
                  <a:spLocks/>
                </p:cNvSpPr>
                <p:nvPr/>
              </p:nvSpPr>
              <p:spPr bwMode="auto">
                <a:xfrm>
                  <a:off x="580" y="9"/>
                  <a:ext cx="18" cy="18"/>
                </a:xfrm>
                <a:custGeom>
                  <a:avLst/>
                  <a:gdLst>
                    <a:gd name="T0" fmla="*/ 9 w 18"/>
                    <a:gd name="T1" fmla="*/ 18 h 18"/>
                    <a:gd name="T2" fmla="*/ 0 w 18"/>
                    <a:gd name="T3" fmla="*/ 9 h 18"/>
                    <a:gd name="T4" fmla="*/ 18 w 18"/>
                    <a:gd name="T5" fmla="*/ 0 h 18"/>
                    <a:gd name="T6" fmla="*/ 9 w 18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9" y="18"/>
                      </a:moveTo>
                      <a:lnTo>
                        <a:pt x="0" y="9"/>
                      </a:lnTo>
                      <a:lnTo>
                        <a:pt x="18" y="0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9BDBF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7" name="Freeform 802"/>
                <p:cNvSpPr>
                  <a:spLocks/>
                </p:cNvSpPr>
                <p:nvPr/>
              </p:nvSpPr>
              <p:spPr bwMode="auto">
                <a:xfrm>
                  <a:off x="580" y="9"/>
                  <a:ext cx="18" cy="18"/>
                </a:xfrm>
                <a:custGeom>
                  <a:avLst/>
                  <a:gdLst>
                    <a:gd name="T0" fmla="*/ 9 w 18"/>
                    <a:gd name="T1" fmla="*/ 18 h 18"/>
                    <a:gd name="T2" fmla="*/ 0 w 18"/>
                    <a:gd name="T3" fmla="*/ 9 h 18"/>
                    <a:gd name="T4" fmla="*/ 18 w 18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18"/>
                    <a:gd name="T10" fmla="*/ 0 h 18"/>
                    <a:gd name="T11" fmla="*/ 18 w 18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" h="18">
                      <a:moveTo>
                        <a:pt x="9" y="18"/>
                      </a:moveTo>
                      <a:lnTo>
                        <a:pt x="0" y="9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8" name="Freeform 803"/>
                <p:cNvSpPr>
                  <a:spLocks/>
                </p:cNvSpPr>
                <p:nvPr/>
              </p:nvSpPr>
              <p:spPr bwMode="auto">
                <a:xfrm>
                  <a:off x="263" y="145"/>
                  <a:ext cx="36" cy="91"/>
                </a:xfrm>
                <a:custGeom>
                  <a:avLst/>
                  <a:gdLst>
                    <a:gd name="T0" fmla="*/ 27 w 36"/>
                    <a:gd name="T1" fmla="*/ 0 h 91"/>
                    <a:gd name="T2" fmla="*/ 36 w 36"/>
                    <a:gd name="T3" fmla="*/ 45 h 91"/>
                    <a:gd name="T4" fmla="*/ 0 w 36"/>
                    <a:gd name="T5" fmla="*/ 91 h 91"/>
                    <a:gd name="T6" fmla="*/ 27 w 36"/>
                    <a:gd name="T7" fmla="*/ 0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1"/>
                    <a:gd name="T14" fmla="*/ 36 w 36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1">
                      <a:moveTo>
                        <a:pt x="27" y="0"/>
                      </a:moveTo>
                      <a:lnTo>
                        <a:pt x="36" y="45"/>
                      </a:lnTo>
                      <a:lnTo>
                        <a:pt x="0" y="91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516ED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299" name="Freeform 804"/>
                <p:cNvSpPr>
                  <a:spLocks/>
                </p:cNvSpPr>
                <p:nvPr/>
              </p:nvSpPr>
              <p:spPr bwMode="auto">
                <a:xfrm>
                  <a:off x="263" y="145"/>
                  <a:ext cx="36" cy="91"/>
                </a:xfrm>
                <a:custGeom>
                  <a:avLst/>
                  <a:gdLst>
                    <a:gd name="T0" fmla="*/ 27 w 36"/>
                    <a:gd name="T1" fmla="*/ 0 h 91"/>
                    <a:gd name="T2" fmla="*/ 36 w 36"/>
                    <a:gd name="T3" fmla="*/ 45 h 91"/>
                    <a:gd name="T4" fmla="*/ 0 w 36"/>
                    <a:gd name="T5" fmla="*/ 91 h 91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91"/>
                    <a:gd name="T11" fmla="*/ 36 w 36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91">
                      <a:moveTo>
                        <a:pt x="27" y="0"/>
                      </a:moveTo>
                      <a:lnTo>
                        <a:pt x="36" y="45"/>
                      </a:lnTo>
                      <a:lnTo>
                        <a:pt x="0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0" name="Freeform 805"/>
                <p:cNvSpPr>
                  <a:spLocks/>
                </p:cNvSpPr>
                <p:nvPr/>
              </p:nvSpPr>
              <p:spPr bwMode="auto">
                <a:xfrm>
                  <a:off x="290" y="109"/>
                  <a:ext cx="45" cy="81"/>
                </a:xfrm>
                <a:custGeom>
                  <a:avLst/>
                  <a:gdLst>
                    <a:gd name="T0" fmla="*/ 9 w 45"/>
                    <a:gd name="T1" fmla="*/ 81 h 81"/>
                    <a:gd name="T2" fmla="*/ 0 w 45"/>
                    <a:gd name="T3" fmla="*/ 36 h 81"/>
                    <a:gd name="T4" fmla="*/ 45 w 45"/>
                    <a:gd name="T5" fmla="*/ 0 h 81"/>
                    <a:gd name="T6" fmla="*/ 9 w 45"/>
                    <a:gd name="T7" fmla="*/ 81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81"/>
                    <a:gd name="T14" fmla="*/ 45 w 4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81">
                      <a:moveTo>
                        <a:pt x="9" y="81"/>
                      </a:moveTo>
                      <a:lnTo>
                        <a:pt x="0" y="36"/>
                      </a:lnTo>
                      <a:lnTo>
                        <a:pt x="45" y="0"/>
                      </a:lnTo>
                      <a:lnTo>
                        <a:pt x="9" y="81"/>
                      </a:lnTo>
                      <a:close/>
                    </a:path>
                  </a:pathLst>
                </a:custGeom>
                <a:solidFill>
                  <a:srgbClr val="5C7B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1" name="Freeform 806"/>
                <p:cNvSpPr>
                  <a:spLocks/>
                </p:cNvSpPr>
                <p:nvPr/>
              </p:nvSpPr>
              <p:spPr bwMode="auto">
                <a:xfrm>
                  <a:off x="290" y="109"/>
                  <a:ext cx="45" cy="81"/>
                </a:xfrm>
                <a:custGeom>
                  <a:avLst/>
                  <a:gdLst>
                    <a:gd name="T0" fmla="*/ 9 w 45"/>
                    <a:gd name="T1" fmla="*/ 81 h 81"/>
                    <a:gd name="T2" fmla="*/ 0 w 45"/>
                    <a:gd name="T3" fmla="*/ 36 h 81"/>
                    <a:gd name="T4" fmla="*/ 45 w 45"/>
                    <a:gd name="T5" fmla="*/ 0 h 81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81"/>
                    <a:gd name="T11" fmla="*/ 45 w 4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81">
                      <a:moveTo>
                        <a:pt x="9" y="81"/>
                      </a:moveTo>
                      <a:lnTo>
                        <a:pt x="0" y="36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2" name="Freeform 807"/>
                <p:cNvSpPr>
                  <a:spLocks/>
                </p:cNvSpPr>
                <p:nvPr/>
              </p:nvSpPr>
              <p:spPr bwMode="auto">
                <a:xfrm>
                  <a:off x="644" y="36"/>
                  <a:ext cx="45" cy="18"/>
                </a:xfrm>
                <a:custGeom>
                  <a:avLst/>
                  <a:gdLst>
                    <a:gd name="T0" fmla="*/ 36 w 45"/>
                    <a:gd name="T1" fmla="*/ 0 h 18"/>
                    <a:gd name="T2" fmla="*/ 45 w 45"/>
                    <a:gd name="T3" fmla="*/ 18 h 18"/>
                    <a:gd name="T4" fmla="*/ 0 w 45"/>
                    <a:gd name="T5" fmla="*/ 9 h 18"/>
                    <a:gd name="T6" fmla="*/ 36 w 45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36" y="0"/>
                      </a:moveTo>
                      <a:lnTo>
                        <a:pt x="45" y="18"/>
                      </a:lnTo>
                      <a:lnTo>
                        <a:pt x="0" y="9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BAE8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3" name="Freeform 808"/>
                <p:cNvSpPr>
                  <a:spLocks/>
                </p:cNvSpPr>
                <p:nvPr/>
              </p:nvSpPr>
              <p:spPr bwMode="auto">
                <a:xfrm>
                  <a:off x="644" y="36"/>
                  <a:ext cx="45" cy="18"/>
                </a:xfrm>
                <a:custGeom>
                  <a:avLst/>
                  <a:gdLst>
                    <a:gd name="T0" fmla="*/ 36 w 45"/>
                    <a:gd name="T1" fmla="*/ 0 h 18"/>
                    <a:gd name="T2" fmla="*/ 45 w 45"/>
                    <a:gd name="T3" fmla="*/ 18 h 18"/>
                    <a:gd name="T4" fmla="*/ 0 w 45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8"/>
                    <a:gd name="T11" fmla="*/ 45 w 4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8">
                      <a:moveTo>
                        <a:pt x="36" y="0"/>
                      </a:moveTo>
                      <a:lnTo>
                        <a:pt x="45" y="18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4" name="Freeform 809"/>
                <p:cNvSpPr>
                  <a:spLocks/>
                </p:cNvSpPr>
                <p:nvPr/>
              </p:nvSpPr>
              <p:spPr bwMode="auto">
                <a:xfrm>
                  <a:off x="635" y="27"/>
                  <a:ext cx="45" cy="18"/>
                </a:xfrm>
                <a:custGeom>
                  <a:avLst/>
                  <a:gdLst>
                    <a:gd name="T0" fmla="*/ 9 w 45"/>
                    <a:gd name="T1" fmla="*/ 18 h 18"/>
                    <a:gd name="T2" fmla="*/ 0 w 45"/>
                    <a:gd name="T3" fmla="*/ 0 h 18"/>
                    <a:gd name="T4" fmla="*/ 45 w 45"/>
                    <a:gd name="T5" fmla="*/ 9 h 18"/>
                    <a:gd name="T6" fmla="*/ 9 w 4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9" y="18"/>
                      </a:moveTo>
                      <a:lnTo>
                        <a:pt x="0" y="0"/>
                      </a:lnTo>
                      <a:lnTo>
                        <a:pt x="45" y="9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BAE8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5" name="Freeform 810"/>
                <p:cNvSpPr>
                  <a:spLocks/>
                </p:cNvSpPr>
                <p:nvPr/>
              </p:nvSpPr>
              <p:spPr bwMode="auto">
                <a:xfrm>
                  <a:off x="635" y="27"/>
                  <a:ext cx="45" cy="18"/>
                </a:xfrm>
                <a:custGeom>
                  <a:avLst/>
                  <a:gdLst>
                    <a:gd name="T0" fmla="*/ 9 w 45"/>
                    <a:gd name="T1" fmla="*/ 18 h 18"/>
                    <a:gd name="T2" fmla="*/ 0 w 45"/>
                    <a:gd name="T3" fmla="*/ 0 h 18"/>
                    <a:gd name="T4" fmla="*/ 45 w 45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8"/>
                    <a:gd name="T11" fmla="*/ 45 w 4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8">
                      <a:moveTo>
                        <a:pt x="9" y="18"/>
                      </a:moveTo>
                      <a:lnTo>
                        <a:pt x="0" y="0"/>
                      </a:lnTo>
                      <a:lnTo>
                        <a:pt x="45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6" name="Freeform 811"/>
                <p:cNvSpPr>
                  <a:spLocks/>
                </p:cNvSpPr>
                <p:nvPr/>
              </p:nvSpPr>
              <p:spPr bwMode="auto">
                <a:xfrm>
                  <a:off x="489" y="9"/>
                  <a:ext cx="46" cy="18"/>
                </a:xfrm>
                <a:custGeom>
                  <a:avLst/>
                  <a:gdLst>
                    <a:gd name="T0" fmla="*/ 0 w 46"/>
                    <a:gd name="T1" fmla="*/ 18 h 18"/>
                    <a:gd name="T2" fmla="*/ 19 w 46"/>
                    <a:gd name="T3" fmla="*/ 0 h 18"/>
                    <a:gd name="T4" fmla="*/ 46 w 46"/>
                    <a:gd name="T5" fmla="*/ 18 h 18"/>
                    <a:gd name="T6" fmla="*/ 0 w 4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0" y="18"/>
                      </a:moveTo>
                      <a:lnTo>
                        <a:pt x="19" y="0"/>
                      </a:lnTo>
                      <a:lnTo>
                        <a:pt x="46" y="18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7DBEF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7" name="Freeform 812"/>
                <p:cNvSpPr>
                  <a:spLocks/>
                </p:cNvSpPr>
                <p:nvPr/>
              </p:nvSpPr>
              <p:spPr bwMode="auto">
                <a:xfrm>
                  <a:off x="489" y="9"/>
                  <a:ext cx="46" cy="18"/>
                </a:xfrm>
                <a:custGeom>
                  <a:avLst/>
                  <a:gdLst>
                    <a:gd name="T0" fmla="*/ 0 w 46"/>
                    <a:gd name="T1" fmla="*/ 18 h 18"/>
                    <a:gd name="T2" fmla="*/ 19 w 46"/>
                    <a:gd name="T3" fmla="*/ 0 h 18"/>
                    <a:gd name="T4" fmla="*/ 46 w 46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0" y="18"/>
                      </a:moveTo>
                      <a:lnTo>
                        <a:pt x="19" y="0"/>
                      </a:lnTo>
                      <a:lnTo>
                        <a:pt x="46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8" name="Freeform 813"/>
                <p:cNvSpPr>
                  <a:spLocks/>
                </p:cNvSpPr>
                <p:nvPr/>
              </p:nvSpPr>
              <p:spPr bwMode="auto">
                <a:xfrm>
                  <a:off x="508" y="9"/>
                  <a:ext cx="36" cy="18"/>
                </a:xfrm>
                <a:custGeom>
                  <a:avLst/>
                  <a:gdLst>
                    <a:gd name="T0" fmla="*/ 36 w 36"/>
                    <a:gd name="T1" fmla="*/ 9 h 18"/>
                    <a:gd name="T2" fmla="*/ 27 w 36"/>
                    <a:gd name="T3" fmla="*/ 18 h 18"/>
                    <a:gd name="T4" fmla="*/ 0 w 36"/>
                    <a:gd name="T5" fmla="*/ 0 h 18"/>
                    <a:gd name="T6" fmla="*/ 36 w 36"/>
                    <a:gd name="T7" fmla="*/ 9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36" y="9"/>
                      </a:moveTo>
                      <a:lnTo>
                        <a:pt x="27" y="18"/>
                      </a:lnTo>
                      <a:lnTo>
                        <a:pt x="0" y="0"/>
                      </a:lnTo>
                      <a:lnTo>
                        <a:pt x="36" y="9"/>
                      </a:lnTo>
                      <a:close/>
                    </a:path>
                  </a:pathLst>
                </a:custGeom>
                <a:solidFill>
                  <a:srgbClr val="7EC6F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09" name="Freeform 814"/>
                <p:cNvSpPr>
                  <a:spLocks/>
                </p:cNvSpPr>
                <p:nvPr/>
              </p:nvSpPr>
              <p:spPr bwMode="auto">
                <a:xfrm>
                  <a:off x="508" y="9"/>
                  <a:ext cx="36" cy="18"/>
                </a:xfrm>
                <a:custGeom>
                  <a:avLst/>
                  <a:gdLst>
                    <a:gd name="T0" fmla="*/ 36 w 36"/>
                    <a:gd name="T1" fmla="*/ 9 h 18"/>
                    <a:gd name="T2" fmla="*/ 27 w 36"/>
                    <a:gd name="T3" fmla="*/ 18 h 18"/>
                    <a:gd name="T4" fmla="*/ 0 w 36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18"/>
                    <a:gd name="T11" fmla="*/ 36 w 3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18">
                      <a:moveTo>
                        <a:pt x="36" y="9"/>
                      </a:moveTo>
                      <a:lnTo>
                        <a:pt x="27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0" name="Freeform 815"/>
                <p:cNvSpPr>
                  <a:spLocks/>
                </p:cNvSpPr>
                <p:nvPr/>
              </p:nvSpPr>
              <p:spPr bwMode="auto">
                <a:xfrm>
                  <a:off x="598" y="18"/>
                  <a:ext cx="37" cy="18"/>
                </a:xfrm>
                <a:custGeom>
                  <a:avLst/>
                  <a:gdLst>
                    <a:gd name="T0" fmla="*/ 18 w 37"/>
                    <a:gd name="T1" fmla="*/ 0 h 18"/>
                    <a:gd name="T2" fmla="*/ 37 w 37"/>
                    <a:gd name="T3" fmla="*/ 9 h 18"/>
                    <a:gd name="T4" fmla="*/ 0 w 37"/>
                    <a:gd name="T5" fmla="*/ 18 h 18"/>
                    <a:gd name="T6" fmla="*/ 18 w 3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8"/>
                    <a:gd name="T14" fmla="*/ 37 w 3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8">
                      <a:moveTo>
                        <a:pt x="18" y="0"/>
                      </a:moveTo>
                      <a:lnTo>
                        <a:pt x="37" y="9"/>
                      </a:lnTo>
                      <a:lnTo>
                        <a:pt x="0" y="18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A8DDF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1" name="Freeform 816"/>
                <p:cNvSpPr>
                  <a:spLocks/>
                </p:cNvSpPr>
                <p:nvPr/>
              </p:nvSpPr>
              <p:spPr bwMode="auto">
                <a:xfrm>
                  <a:off x="598" y="18"/>
                  <a:ext cx="37" cy="18"/>
                </a:xfrm>
                <a:custGeom>
                  <a:avLst/>
                  <a:gdLst>
                    <a:gd name="T0" fmla="*/ 18 w 37"/>
                    <a:gd name="T1" fmla="*/ 0 h 18"/>
                    <a:gd name="T2" fmla="*/ 37 w 37"/>
                    <a:gd name="T3" fmla="*/ 9 h 18"/>
                    <a:gd name="T4" fmla="*/ 0 w 37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8"/>
                    <a:gd name="T11" fmla="*/ 37 w 37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8">
                      <a:moveTo>
                        <a:pt x="18" y="0"/>
                      </a:moveTo>
                      <a:lnTo>
                        <a:pt x="37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2" name="Freeform 817"/>
                <p:cNvSpPr>
                  <a:spLocks/>
                </p:cNvSpPr>
                <p:nvPr/>
              </p:nvSpPr>
              <p:spPr bwMode="auto">
                <a:xfrm>
                  <a:off x="589" y="18"/>
                  <a:ext cx="27" cy="18"/>
                </a:xfrm>
                <a:custGeom>
                  <a:avLst/>
                  <a:gdLst>
                    <a:gd name="T0" fmla="*/ 9 w 27"/>
                    <a:gd name="T1" fmla="*/ 18 h 18"/>
                    <a:gd name="T2" fmla="*/ 0 w 27"/>
                    <a:gd name="T3" fmla="*/ 9 h 18"/>
                    <a:gd name="T4" fmla="*/ 27 w 27"/>
                    <a:gd name="T5" fmla="*/ 0 h 18"/>
                    <a:gd name="T6" fmla="*/ 9 w 27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9" y="18"/>
                      </a:moveTo>
                      <a:lnTo>
                        <a:pt x="0" y="9"/>
                      </a:lnTo>
                      <a:lnTo>
                        <a:pt x="27" y="0"/>
                      </a:lnTo>
                      <a:lnTo>
                        <a:pt x="9" y="18"/>
                      </a:lnTo>
                      <a:close/>
                    </a:path>
                  </a:pathLst>
                </a:custGeom>
                <a:solidFill>
                  <a:srgbClr val="A8DDF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3" name="Freeform 818"/>
                <p:cNvSpPr>
                  <a:spLocks/>
                </p:cNvSpPr>
                <p:nvPr/>
              </p:nvSpPr>
              <p:spPr bwMode="auto">
                <a:xfrm>
                  <a:off x="589" y="18"/>
                  <a:ext cx="27" cy="18"/>
                </a:xfrm>
                <a:custGeom>
                  <a:avLst/>
                  <a:gdLst>
                    <a:gd name="T0" fmla="*/ 9 w 27"/>
                    <a:gd name="T1" fmla="*/ 18 h 18"/>
                    <a:gd name="T2" fmla="*/ 0 w 27"/>
                    <a:gd name="T3" fmla="*/ 9 h 18"/>
                    <a:gd name="T4" fmla="*/ 27 w 27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18"/>
                    <a:gd name="T11" fmla="*/ 27 w 27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18">
                      <a:moveTo>
                        <a:pt x="9" y="18"/>
                      </a:moveTo>
                      <a:lnTo>
                        <a:pt x="0" y="9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4" name="Freeform 819"/>
                <p:cNvSpPr>
                  <a:spLocks/>
                </p:cNvSpPr>
                <p:nvPr/>
              </p:nvSpPr>
              <p:spPr bwMode="auto">
                <a:xfrm>
                  <a:off x="136" y="1206"/>
                  <a:ext cx="236" cy="182"/>
                </a:xfrm>
                <a:custGeom>
                  <a:avLst/>
                  <a:gdLst>
                    <a:gd name="T0" fmla="*/ 0 w 236"/>
                    <a:gd name="T1" fmla="*/ 0 h 182"/>
                    <a:gd name="T2" fmla="*/ 236 w 236"/>
                    <a:gd name="T3" fmla="*/ 64 h 182"/>
                    <a:gd name="T4" fmla="*/ 217 w 236"/>
                    <a:gd name="T5" fmla="*/ 182 h 182"/>
                    <a:gd name="T6" fmla="*/ 0 w 236"/>
                    <a:gd name="T7" fmla="*/ 0 h 1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6"/>
                    <a:gd name="T13" fmla="*/ 0 h 182"/>
                    <a:gd name="T14" fmla="*/ 236 w 236"/>
                    <a:gd name="T15" fmla="*/ 182 h 1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6" h="182">
                      <a:moveTo>
                        <a:pt x="0" y="0"/>
                      </a:moveTo>
                      <a:lnTo>
                        <a:pt x="236" y="64"/>
                      </a:lnTo>
                      <a:lnTo>
                        <a:pt x="217" y="1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A71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5" name="Freeform 820"/>
                <p:cNvSpPr>
                  <a:spLocks/>
                </p:cNvSpPr>
                <p:nvPr/>
              </p:nvSpPr>
              <p:spPr bwMode="auto">
                <a:xfrm>
                  <a:off x="136" y="1206"/>
                  <a:ext cx="236" cy="182"/>
                </a:xfrm>
                <a:custGeom>
                  <a:avLst/>
                  <a:gdLst>
                    <a:gd name="T0" fmla="*/ 0 w 236"/>
                    <a:gd name="T1" fmla="*/ 0 h 182"/>
                    <a:gd name="T2" fmla="*/ 236 w 236"/>
                    <a:gd name="T3" fmla="*/ 64 h 182"/>
                    <a:gd name="T4" fmla="*/ 217 w 236"/>
                    <a:gd name="T5" fmla="*/ 182 h 182"/>
                    <a:gd name="T6" fmla="*/ 0 60000 65536"/>
                    <a:gd name="T7" fmla="*/ 0 60000 65536"/>
                    <a:gd name="T8" fmla="*/ 0 60000 65536"/>
                    <a:gd name="T9" fmla="*/ 0 w 236"/>
                    <a:gd name="T10" fmla="*/ 0 h 182"/>
                    <a:gd name="T11" fmla="*/ 236 w 236"/>
                    <a:gd name="T12" fmla="*/ 182 h 1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6" h="182">
                      <a:moveTo>
                        <a:pt x="0" y="0"/>
                      </a:moveTo>
                      <a:lnTo>
                        <a:pt x="236" y="64"/>
                      </a:lnTo>
                      <a:lnTo>
                        <a:pt x="217" y="1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6" name="Freeform 821"/>
                <p:cNvSpPr>
                  <a:spLocks/>
                </p:cNvSpPr>
                <p:nvPr/>
              </p:nvSpPr>
              <p:spPr bwMode="auto">
                <a:xfrm>
                  <a:off x="136" y="1098"/>
                  <a:ext cx="236" cy="172"/>
                </a:xfrm>
                <a:custGeom>
                  <a:avLst/>
                  <a:gdLst>
                    <a:gd name="T0" fmla="*/ 236 w 236"/>
                    <a:gd name="T1" fmla="*/ 172 h 172"/>
                    <a:gd name="T2" fmla="*/ 0 w 236"/>
                    <a:gd name="T3" fmla="*/ 108 h 172"/>
                    <a:gd name="T4" fmla="*/ 27 w 236"/>
                    <a:gd name="T5" fmla="*/ 0 h 172"/>
                    <a:gd name="T6" fmla="*/ 236 w 236"/>
                    <a:gd name="T7" fmla="*/ 172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6"/>
                    <a:gd name="T13" fmla="*/ 0 h 172"/>
                    <a:gd name="T14" fmla="*/ 236 w 236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6" h="172">
                      <a:moveTo>
                        <a:pt x="236" y="172"/>
                      </a:moveTo>
                      <a:lnTo>
                        <a:pt x="0" y="108"/>
                      </a:lnTo>
                      <a:lnTo>
                        <a:pt x="27" y="0"/>
                      </a:lnTo>
                      <a:lnTo>
                        <a:pt x="236" y="172"/>
                      </a:lnTo>
                      <a:close/>
                    </a:path>
                  </a:pathLst>
                </a:custGeom>
                <a:solidFill>
                  <a:srgbClr val="9A73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7" name="Freeform 822"/>
                <p:cNvSpPr>
                  <a:spLocks/>
                </p:cNvSpPr>
                <p:nvPr/>
              </p:nvSpPr>
              <p:spPr bwMode="auto">
                <a:xfrm>
                  <a:off x="136" y="1098"/>
                  <a:ext cx="236" cy="172"/>
                </a:xfrm>
                <a:custGeom>
                  <a:avLst/>
                  <a:gdLst>
                    <a:gd name="T0" fmla="*/ 236 w 236"/>
                    <a:gd name="T1" fmla="*/ 172 h 172"/>
                    <a:gd name="T2" fmla="*/ 0 w 236"/>
                    <a:gd name="T3" fmla="*/ 108 h 172"/>
                    <a:gd name="T4" fmla="*/ 27 w 236"/>
                    <a:gd name="T5" fmla="*/ 0 h 172"/>
                    <a:gd name="T6" fmla="*/ 0 60000 65536"/>
                    <a:gd name="T7" fmla="*/ 0 60000 65536"/>
                    <a:gd name="T8" fmla="*/ 0 60000 65536"/>
                    <a:gd name="T9" fmla="*/ 0 w 236"/>
                    <a:gd name="T10" fmla="*/ 0 h 172"/>
                    <a:gd name="T11" fmla="*/ 236 w 236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6" h="172">
                      <a:moveTo>
                        <a:pt x="236" y="172"/>
                      </a:moveTo>
                      <a:lnTo>
                        <a:pt x="0" y="108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8" name="Freeform 823"/>
                <p:cNvSpPr>
                  <a:spLocks/>
                </p:cNvSpPr>
                <p:nvPr/>
              </p:nvSpPr>
              <p:spPr bwMode="auto">
                <a:xfrm>
                  <a:off x="689" y="72"/>
                  <a:ext cx="45" cy="28"/>
                </a:xfrm>
                <a:custGeom>
                  <a:avLst/>
                  <a:gdLst>
                    <a:gd name="T0" fmla="*/ 45 w 45"/>
                    <a:gd name="T1" fmla="*/ 0 h 28"/>
                    <a:gd name="T2" fmla="*/ 45 w 45"/>
                    <a:gd name="T3" fmla="*/ 28 h 28"/>
                    <a:gd name="T4" fmla="*/ 0 w 45"/>
                    <a:gd name="T5" fmla="*/ 9 h 28"/>
                    <a:gd name="T6" fmla="*/ 45 w 45"/>
                    <a:gd name="T7" fmla="*/ 0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8"/>
                    <a:gd name="T14" fmla="*/ 45 w 45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8">
                      <a:moveTo>
                        <a:pt x="45" y="0"/>
                      </a:moveTo>
                      <a:lnTo>
                        <a:pt x="45" y="28"/>
                      </a:lnTo>
                      <a:lnTo>
                        <a:pt x="0" y="9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CEE7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19" name="Freeform 824"/>
                <p:cNvSpPr>
                  <a:spLocks/>
                </p:cNvSpPr>
                <p:nvPr/>
              </p:nvSpPr>
              <p:spPr bwMode="auto">
                <a:xfrm>
                  <a:off x="689" y="72"/>
                  <a:ext cx="45" cy="28"/>
                </a:xfrm>
                <a:custGeom>
                  <a:avLst/>
                  <a:gdLst>
                    <a:gd name="T0" fmla="*/ 45 w 45"/>
                    <a:gd name="T1" fmla="*/ 0 h 28"/>
                    <a:gd name="T2" fmla="*/ 45 w 45"/>
                    <a:gd name="T3" fmla="*/ 28 h 28"/>
                    <a:gd name="T4" fmla="*/ 0 w 45"/>
                    <a:gd name="T5" fmla="*/ 9 h 2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8"/>
                    <a:gd name="T11" fmla="*/ 45 w 45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8">
                      <a:moveTo>
                        <a:pt x="45" y="0"/>
                      </a:moveTo>
                      <a:lnTo>
                        <a:pt x="45" y="28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0" name="Freeform 825"/>
                <p:cNvSpPr>
                  <a:spLocks/>
                </p:cNvSpPr>
                <p:nvPr/>
              </p:nvSpPr>
              <p:spPr bwMode="auto">
                <a:xfrm>
                  <a:off x="689" y="54"/>
                  <a:ext cx="45" cy="27"/>
                </a:xfrm>
                <a:custGeom>
                  <a:avLst/>
                  <a:gdLst>
                    <a:gd name="T0" fmla="*/ 0 w 45"/>
                    <a:gd name="T1" fmla="*/ 27 h 27"/>
                    <a:gd name="T2" fmla="*/ 0 w 45"/>
                    <a:gd name="T3" fmla="*/ 0 h 27"/>
                    <a:gd name="T4" fmla="*/ 45 w 45"/>
                    <a:gd name="T5" fmla="*/ 18 h 27"/>
                    <a:gd name="T6" fmla="*/ 0 w 45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0" y="27"/>
                      </a:moveTo>
                      <a:lnTo>
                        <a:pt x="0" y="0"/>
                      </a:lnTo>
                      <a:lnTo>
                        <a:pt x="45" y="18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CEE7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1" name="Freeform 826"/>
                <p:cNvSpPr>
                  <a:spLocks/>
                </p:cNvSpPr>
                <p:nvPr/>
              </p:nvSpPr>
              <p:spPr bwMode="auto">
                <a:xfrm>
                  <a:off x="689" y="54"/>
                  <a:ext cx="45" cy="27"/>
                </a:xfrm>
                <a:custGeom>
                  <a:avLst/>
                  <a:gdLst>
                    <a:gd name="T0" fmla="*/ 0 w 45"/>
                    <a:gd name="T1" fmla="*/ 27 h 27"/>
                    <a:gd name="T2" fmla="*/ 0 w 45"/>
                    <a:gd name="T3" fmla="*/ 0 h 27"/>
                    <a:gd name="T4" fmla="*/ 45 w 45"/>
                    <a:gd name="T5" fmla="*/ 18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0" y="27"/>
                      </a:moveTo>
                      <a:lnTo>
                        <a:pt x="0" y="0"/>
                      </a:lnTo>
                      <a:lnTo>
                        <a:pt x="45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2" name="Freeform 827"/>
                <p:cNvSpPr>
                  <a:spLocks/>
                </p:cNvSpPr>
                <p:nvPr/>
              </p:nvSpPr>
              <p:spPr bwMode="auto">
                <a:xfrm>
                  <a:off x="798" y="208"/>
                  <a:ext cx="72" cy="55"/>
                </a:xfrm>
                <a:custGeom>
                  <a:avLst/>
                  <a:gdLst>
                    <a:gd name="T0" fmla="*/ 72 w 72"/>
                    <a:gd name="T1" fmla="*/ 0 h 55"/>
                    <a:gd name="T2" fmla="*/ 36 w 72"/>
                    <a:gd name="T3" fmla="*/ 55 h 55"/>
                    <a:gd name="T4" fmla="*/ 0 w 72"/>
                    <a:gd name="T5" fmla="*/ 10 h 55"/>
                    <a:gd name="T6" fmla="*/ 72 w 72"/>
                    <a:gd name="T7" fmla="*/ 0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55"/>
                    <a:gd name="T14" fmla="*/ 72 w 7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55">
                      <a:moveTo>
                        <a:pt x="72" y="0"/>
                      </a:moveTo>
                      <a:lnTo>
                        <a:pt x="36" y="55"/>
                      </a:lnTo>
                      <a:lnTo>
                        <a:pt x="0" y="10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rgbClr val="E3DB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3" name="Freeform 828"/>
                <p:cNvSpPr>
                  <a:spLocks/>
                </p:cNvSpPr>
                <p:nvPr/>
              </p:nvSpPr>
              <p:spPr bwMode="auto">
                <a:xfrm>
                  <a:off x="798" y="208"/>
                  <a:ext cx="72" cy="55"/>
                </a:xfrm>
                <a:custGeom>
                  <a:avLst/>
                  <a:gdLst>
                    <a:gd name="T0" fmla="*/ 72 w 72"/>
                    <a:gd name="T1" fmla="*/ 0 h 55"/>
                    <a:gd name="T2" fmla="*/ 36 w 72"/>
                    <a:gd name="T3" fmla="*/ 55 h 55"/>
                    <a:gd name="T4" fmla="*/ 0 w 72"/>
                    <a:gd name="T5" fmla="*/ 10 h 55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55"/>
                    <a:gd name="T11" fmla="*/ 72 w 7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55">
                      <a:moveTo>
                        <a:pt x="72" y="0"/>
                      </a:moveTo>
                      <a:lnTo>
                        <a:pt x="36" y="55"/>
                      </a:lnTo>
                      <a:lnTo>
                        <a:pt x="0" y="1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324" name="Freeform 829"/>
                <p:cNvSpPr>
                  <a:spLocks/>
                </p:cNvSpPr>
                <p:nvPr/>
              </p:nvSpPr>
              <p:spPr bwMode="auto">
                <a:xfrm>
                  <a:off x="798" y="172"/>
                  <a:ext cx="72" cy="46"/>
                </a:xfrm>
                <a:custGeom>
                  <a:avLst/>
                  <a:gdLst>
                    <a:gd name="T0" fmla="*/ 0 w 72"/>
                    <a:gd name="T1" fmla="*/ 46 h 46"/>
                    <a:gd name="T2" fmla="*/ 27 w 72"/>
                    <a:gd name="T3" fmla="*/ 0 h 46"/>
                    <a:gd name="T4" fmla="*/ 72 w 72"/>
                    <a:gd name="T5" fmla="*/ 36 h 46"/>
                    <a:gd name="T6" fmla="*/ 0 w 72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2"/>
                    <a:gd name="T13" fmla="*/ 0 h 46"/>
                    <a:gd name="T14" fmla="*/ 72 w 72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2" h="46">
                      <a:moveTo>
                        <a:pt x="0" y="46"/>
                      </a:moveTo>
                      <a:lnTo>
                        <a:pt x="27" y="0"/>
                      </a:lnTo>
                      <a:lnTo>
                        <a:pt x="72" y="36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E3DB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4" name="Group 830"/>
              <p:cNvGrpSpPr>
                <a:grpSpLocks/>
              </p:cNvGrpSpPr>
              <p:nvPr/>
            </p:nvGrpSpPr>
            <p:grpSpPr bwMode="auto">
              <a:xfrm>
                <a:off x="308" y="27"/>
                <a:ext cx="916" cy="1506"/>
                <a:chOff x="0" y="0"/>
                <a:chExt cx="916" cy="1506"/>
              </a:xfrm>
            </p:grpSpPr>
            <p:sp>
              <p:nvSpPr>
                <p:cNvPr id="25925" name="Freeform 831"/>
                <p:cNvSpPr>
                  <a:spLocks/>
                </p:cNvSpPr>
                <p:nvPr/>
              </p:nvSpPr>
              <p:spPr bwMode="auto">
                <a:xfrm>
                  <a:off x="699" y="154"/>
                  <a:ext cx="72" cy="46"/>
                </a:xfrm>
                <a:custGeom>
                  <a:avLst/>
                  <a:gdLst>
                    <a:gd name="T0" fmla="*/ 0 w 72"/>
                    <a:gd name="T1" fmla="*/ 46 h 46"/>
                    <a:gd name="T2" fmla="*/ 27 w 72"/>
                    <a:gd name="T3" fmla="*/ 0 h 46"/>
                    <a:gd name="T4" fmla="*/ 72 w 72"/>
                    <a:gd name="T5" fmla="*/ 36 h 46"/>
                    <a:gd name="T6" fmla="*/ 0 60000 65536"/>
                    <a:gd name="T7" fmla="*/ 0 60000 65536"/>
                    <a:gd name="T8" fmla="*/ 0 60000 65536"/>
                    <a:gd name="T9" fmla="*/ 0 w 72"/>
                    <a:gd name="T10" fmla="*/ 0 h 46"/>
                    <a:gd name="T11" fmla="*/ 72 w 72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2" h="46">
                      <a:moveTo>
                        <a:pt x="0" y="46"/>
                      </a:moveTo>
                      <a:lnTo>
                        <a:pt x="27" y="0"/>
                      </a:lnTo>
                      <a:lnTo>
                        <a:pt x="72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6" name="Freeform 832"/>
                <p:cNvSpPr>
                  <a:spLocks/>
                </p:cNvSpPr>
                <p:nvPr/>
              </p:nvSpPr>
              <p:spPr bwMode="auto">
                <a:xfrm>
                  <a:off x="73" y="327"/>
                  <a:ext cx="63" cy="136"/>
                </a:xfrm>
                <a:custGeom>
                  <a:avLst/>
                  <a:gdLst>
                    <a:gd name="T0" fmla="*/ 0 w 63"/>
                    <a:gd name="T1" fmla="*/ 0 h 136"/>
                    <a:gd name="T2" fmla="*/ 63 w 63"/>
                    <a:gd name="T3" fmla="*/ 63 h 136"/>
                    <a:gd name="T4" fmla="*/ 27 w 63"/>
                    <a:gd name="T5" fmla="*/ 136 h 136"/>
                    <a:gd name="T6" fmla="*/ 0 w 63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36"/>
                    <a:gd name="T14" fmla="*/ 63 w 6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36">
                      <a:moveTo>
                        <a:pt x="0" y="0"/>
                      </a:moveTo>
                      <a:lnTo>
                        <a:pt x="63" y="63"/>
                      </a:lnTo>
                      <a:lnTo>
                        <a:pt x="27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866B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7" name="Freeform 833"/>
                <p:cNvSpPr>
                  <a:spLocks/>
                </p:cNvSpPr>
                <p:nvPr/>
              </p:nvSpPr>
              <p:spPr bwMode="auto">
                <a:xfrm>
                  <a:off x="73" y="327"/>
                  <a:ext cx="63" cy="136"/>
                </a:xfrm>
                <a:custGeom>
                  <a:avLst/>
                  <a:gdLst>
                    <a:gd name="T0" fmla="*/ 0 w 63"/>
                    <a:gd name="T1" fmla="*/ 0 h 136"/>
                    <a:gd name="T2" fmla="*/ 63 w 63"/>
                    <a:gd name="T3" fmla="*/ 63 h 136"/>
                    <a:gd name="T4" fmla="*/ 27 w 63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36"/>
                    <a:gd name="T11" fmla="*/ 63 w 6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36">
                      <a:moveTo>
                        <a:pt x="0" y="0"/>
                      </a:moveTo>
                      <a:lnTo>
                        <a:pt x="63" y="63"/>
                      </a:lnTo>
                      <a:lnTo>
                        <a:pt x="27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8" name="Freeform 834"/>
                <p:cNvSpPr>
                  <a:spLocks/>
                </p:cNvSpPr>
                <p:nvPr/>
              </p:nvSpPr>
              <p:spPr bwMode="auto">
                <a:xfrm>
                  <a:off x="73" y="272"/>
                  <a:ext cx="63" cy="118"/>
                </a:xfrm>
                <a:custGeom>
                  <a:avLst/>
                  <a:gdLst>
                    <a:gd name="T0" fmla="*/ 63 w 63"/>
                    <a:gd name="T1" fmla="*/ 118 h 118"/>
                    <a:gd name="T2" fmla="*/ 0 w 63"/>
                    <a:gd name="T3" fmla="*/ 55 h 118"/>
                    <a:gd name="T4" fmla="*/ 45 w 63"/>
                    <a:gd name="T5" fmla="*/ 0 h 118"/>
                    <a:gd name="T6" fmla="*/ 63 w 63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118"/>
                    <a:gd name="T14" fmla="*/ 63 w 63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118">
                      <a:moveTo>
                        <a:pt x="63" y="118"/>
                      </a:moveTo>
                      <a:lnTo>
                        <a:pt x="0" y="55"/>
                      </a:lnTo>
                      <a:lnTo>
                        <a:pt x="45" y="0"/>
                      </a:lnTo>
                      <a:lnTo>
                        <a:pt x="63" y="118"/>
                      </a:lnTo>
                      <a:close/>
                    </a:path>
                  </a:pathLst>
                </a:custGeom>
                <a:solidFill>
                  <a:srgbClr val="6D6C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9" name="Freeform 835"/>
                <p:cNvSpPr>
                  <a:spLocks/>
                </p:cNvSpPr>
                <p:nvPr/>
              </p:nvSpPr>
              <p:spPr bwMode="auto">
                <a:xfrm>
                  <a:off x="73" y="272"/>
                  <a:ext cx="63" cy="118"/>
                </a:xfrm>
                <a:custGeom>
                  <a:avLst/>
                  <a:gdLst>
                    <a:gd name="T0" fmla="*/ 63 w 63"/>
                    <a:gd name="T1" fmla="*/ 118 h 118"/>
                    <a:gd name="T2" fmla="*/ 0 w 63"/>
                    <a:gd name="T3" fmla="*/ 55 h 118"/>
                    <a:gd name="T4" fmla="*/ 45 w 63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118"/>
                    <a:gd name="T11" fmla="*/ 63 w 63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118">
                      <a:moveTo>
                        <a:pt x="63" y="118"/>
                      </a:moveTo>
                      <a:lnTo>
                        <a:pt x="0" y="55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0" name="Freeform 836"/>
                <p:cNvSpPr>
                  <a:spLocks/>
                </p:cNvSpPr>
                <p:nvPr/>
              </p:nvSpPr>
              <p:spPr bwMode="auto">
                <a:xfrm>
                  <a:off x="282" y="27"/>
                  <a:ext cx="54" cy="46"/>
                </a:xfrm>
                <a:custGeom>
                  <a:avLst/>
                  <a:gdLst>
                    <a:gd name="T0" fmla="*/ 54 w 54"/>
                    <a:gd name="T1" fmla="*/ 0 h 46"/>
                    <a:gd name="T2" fmla="*/ 45 w 54"/>
                    <a:gd name="T3" fmla="*/ 18 h 46"/>
                    <a:gd name="T4" fmla="*/ 0 w 54"/>
                    <a:gd name="T5" fmla="*/ 46 h 46"/>
                    <a:gd name="T6" fmla="*/ 54 w 54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46"/>
                    <a:gd name="T14" fmla="*/ 54 w 54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46">
                      <a:moveTo>
                        <a:pt x="54" y="0"/>
                      </a:moveTo>
                      <a:lnTo>
                        <a:pt x="45" y="18"/>
                      </a:lnTo>
                      <a:lnTo>
                        <a:pt x="0" y="46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5C94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1" name="Freeform 837"/>
                <p:cNvSpPr>
                  <a:spLocks/>
                </p:cNvSpPr>
                <p:nvPr/>
              </p:nvSpPr>
              <p:spPr bwMode="auto">
                <a:xfrm>
                  <a:off x="282" y="27"/>
                  <a:ext cx="54" cy="46"/>
                </a:xfrm>
                <a:custGeom>
                  <a:avLst/>
                  <a:gdLst>
                    <a:gd name="T0" fmla="*/ 54 w 54"/>
                    <a:gd name="T1" fmla="*/ 0 h 46"/>
                    <a:gd name="T2" fmla="*/ 45 w 54"/>
                    <a:gd name="T3" fmla="*/ 18 h 46"/>
                    <a:gd name="T4" fmla="*/ 0 w 54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46"/>
                    <a:gd name="T11" fmla="*/ 54 w 54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46">
                      <a:moveTo>
                        <a:pt x="54" y="0"/>
                      </a:moveTo>
                      <a:lnTo>
                        <a:pt x="45" y="18"/>
                      </a:lnTo>
                      <a:lnTo>
                        <a:pt x="0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2" name="Freeform 838"/>
                <p:cNvSpPr>
                  <a:spLocks/>
                </p:cNvSpPr>
                <p:nvPr/>
              </p:nvSpPr>
              <p:spPr bwMode="auto">
                <a:xfrm>
                  <a:off x="327" y="18"/>
                  <a:ext cx="45" cy="27"/>
                </a:xfrm>
                <a:custGeom>
                  <a:avLst/>
                  <a:gdLst>
                    <a:gd name="T0" fmla="*/ 0 w 45"/>
                    <a:gd name="T1" fmla="*/ 27 h 27"/>
                    <a:gd name="T2" fmla="*/ 9 w 45"/>
                    <a:gd name="T3" fmla="*/ 9 h 27"/>
                    <a:gd name="T4" fmla="*/ 45 w 45"/>
                    <a:gd name="T5" fmla="*/ 0 h 27"/>
                    <a:gd name="T6" fmla="*/ 0 w 45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0" y="27"/>
                      </a:moveTo>
                      <a:lnTo>
                        <a:pt x="9" y="9"/>
                      </a:lnTo>
                      <a:lnTo>
                        <a:pt x="45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72A5F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3" name="Freeform 839"/>
                <p:cNvSpPr>
                  <a:spLocks/>
                </p:cNvSpPr>
                <p:nvPr/>
              </p:nvSpPr>
              <p:spPr bwMode="auto">
                <a:xfrm>
                  <a:off x="327" y="18"/>
                  <a:ext cx="45" cy="27"/>
                </a:xfrm>
                <a:custGeom>
                  <a:avLst/>
                  <a:gdLst>
                    <a:gd name="T0" fmla="*/ 0 w 45"/>
                    <a:gd name="T1" fmla="*/ 27 h 27"/>
                    <a:gd name="T2" fmla="*/ 9 w 45"/>
                    <a:gd name="T3" fmla="*/ 9 h 27"/>
                    <a:gd name="T4" fmla="*/ 45 w 45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0" y="27"/>
                      </a:moveTo>
                      <a:lnTo>
                        <a:pt x="9" y="9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4" name="Freeform 840"/>
                <p:cNvSpPr>
                  <a:spLocks/>
                </p:cNvSpPr>
                <p:nvPr/>
              </p:nvSpPr>
              <p:spPr bwMode="auto">
                <a:xfrm>
                  <a:off x="336" y="9"/>
                  <a:ext cx="54" cy="18"/>
                </a:xfrm>
                <a:custGeom>
                  <a:avLst/>
                  <a:gdLst>
                    <a:gd name="T0" fmla="*/ 54 w 54"/>
                    <a:gd name="T1" fmla="*/ 0 h 18"/>
                    <a:gd name="T2" fmla="*/ 36 w 54"/>
                    <a:gd name="T3" fmla="*/ 9 h 18"/>
                    <a:gd name="T4" fmla="*/ 0 w 54"/>
                    <a:gd name="T5" fmla="*/ 18 h 18"/>
                    <a:gd name="T6" fmla="*/ 54 w 54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18"/>
                    <a:gd name="T14" fmla="*/ 54 w 54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18">
                      <a:moveTo>
                        <a:pt x="54" y="0"/>
                      </a:moveTo>
                      <a:lnTo>
                        <a:pt x="36" y="9"/>
                      </a:lnTo>
                      <a:lnTo>
                        <a:pt x="0" y="1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63A9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5" name="Freeform 841"/>
                <p:cNvSpPr>
                  <a:spLocks/>
                </p:cNvSpPr>
                <p:nvPr/>
              </p:nvSpPr>
              <p:spPr bwMode="auto">
                <a:xfrm>
                  <a:off x="336" y="9"/>
                  <a:ext cx="54" cy="18"/>
                </a:xfrm>
                <a:custGeom>
                  <a:avLst/>
                  <a:gdLst>
                    <a:gd name="T0" fmla="*/ 54 w 54"/>
                    <a:gd name="T1" fmla="*/ 0 h 18"/>
                    <a:gd name="T2" fmla="*/ 36 w 54"/>
                    <a:gd name="T3" fmla="*/ 9 h 18"/>
                    <a:gd name="T4" fmla="*/ 0 w 54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18"/>
                    <a:gd name="T11" fmla="*/ 54 w 54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18">
                      <a:moveTo>
                        <a:pt x="54" y="0"/>
                      </a:moveTo>
                      <a:lnTo>
                        <a:pt x="36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6" name="Freeform 842"/>
                <p:cNvSpPr>
                  <a:spLocks/>
                </p:cNvSpPr>
                <p:nvPr/>
              </p:nvSpPr>
              <p:spPr bwMode="auto">
                <a:xfrm>
                  <a:off x="372" y="9"/>
                  <a:ext cx="55" cy="9"/>
                </a:xfrm>
                <a:custGeom>
                  <a:avLst/>
                  <a:gdLst>
                    <a:gd name="T0" fmla="*/ 0 w 55"/>
                    <a:gd name="T1" fmla="*/ 9 h 9"/>
                    <a:gd name="T2" fmla="*/ 18 w 55"/>
                    <a:gd name="T3" fmla="*/ 0 h 9"/>
                    <a:gd name="T4" fmla="*/ 55 w 55"/>
                    <a:gd name="T5" fmla="*/ 0 h 9"/>
                    <a:gd name="T6" fmla="*/ 0 w 55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9"/>
                    <a:gd name="T14" fmla="*/ 55 w 5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9">
                      <a:moveTo>
                        <a:pt x="0" y="9"/>
                      </a:moveTo>
                      <a:lnTo>
                        <a:pt x="18" y="0"/>
                      </a:lnTo>
                      <a:lnTo>
                        <a:pt x="55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81B8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7" name="Freeform 843"/>
                <p:cNvSpPr>
                  <a:spLocks/>
                </p:cNvSpPr>
                <p:nvPr/>
              </p:nvSpPr>
              <p:spPr bwMode="auto">
                <a:xfrm>
                  <a:off x="372" y="9"/>
                  <a:ext cx="55" cy="9"/>
                </a:xfrm>
                <a:custGeom>
                  <a:avLst/>
                  <a:gdLst>
                    <a:gd name="T0" fmla="*/ 0 w 55"/>
                    <a:gd name="T1" fmla="*/ 9 h 9"/>
                    <a:gd name="T2" fmla="*/ 18 w 55"/>
                    <a:gd name="T3" fmla="*/ 0 h 9"/>
                    <a:gd name="T4" fmla="*/ 55 w 55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9"/>
                    <a:gd name="T11" fmla="*/ 55 w 55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9">
                      <a:moveTo>
                        <a:pt x="0" y="9"/>
                      </a:moveTo>
                      <a:lnTo>
                        <a:pt x="18" y="0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8" name="Line 844"/>
                <p:cNvSpPr>
                  <a:spLocks noChangeShapeType="1"/>
                </p:cNvSpPr>
                <p:nvPr/>
              </p:nvSpPr>
              <p:spPr bwMode="auto">
                <a:xfrm>
                  <a:off x="390" y="9"/>
                  <a:ext cx="46" cy="1"/>
                </a:xfrm>
                <a:prstGeom prst="line">
                  <a:avLst/>
                </a:prstGeom>
                <a:noFill/>
                <a:ln w="0">
                  <a:solidFill>
                    <a:srgbClr val="7DBEFC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39" name="Freeform 845"/>
                <p:cNvSpPr>
                  <a:spLocks/>
                </p:cNvSpPr>
                <p:nvPr/>
              </p:nvSpPr>
              <p:spPr bwMode="auto">
                <a:xfrm>
                  <a:off x="390" y="9"/>
                  <a:ext cx="46" cy="1"/>
                </a:xfrm>
                <a:custGeom>
                  <a:avLst/>
                  <a:gdLst>
                    <a:gd name="T0" fmla="*/ 46 w 46"/>
                    <a:gd name="T1" fmla="*/ 0 h 1"/>
                    <a:gd name="T2" fmla="*/ 37 w 46"/>
                    <a:gd name="T3" fmla="*/ 0 h 1"/>
                    <a:gd name="T4" fmla="*/ 0 w 46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"/>
                    <a:gd name="T11" fmla="*/ 46 w 46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">
                      <a:moveTo>
                        <a:pt x="46" y="0"/>
                      </a:moveTo>
                      <a:lnTo>
                        <a:pt x="37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0" name="Freeform 846"/>
                <p:cNvSpPr>
                  <a:spLocks/>
                </p:cNvSpPr>
                <p:nvPr/>
              </p:nvSpPr>
              <p:spPr bwMode="auto">
                <a:xfrm>
                  <a:off x="200" y="91"/>
                  <a:ext cx="45" cy="81"/>
                </a:xfrm>
                <a:custGeom>
                  <a:avLst/>
                  <a:gdLst>
                    <a:gd name="T0" fmla="*/ 36 w 45"/>
                    <a:gd name="T1" fmla="*/ 0 h 81"/>
                    <a:gd name="T2" fmla="*/ 45 w 45"/>
                    <a:gd name="T3" fmla="*/ 45 h 81"/>
                    <a:gd name="T4" fmla="*/ 0 w 45"/>
                    <a:gd name="T5" fmla="*/ 81 h 81"/>
                    <a:gd name="T6" fmla="*/ 36 w 45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81"/>
                    <a:gd name="T14" fmla="*/ 45 w 4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81">
                      <a:moveTo>
                        <a:pt x="36" y="0"/>
                      </a:moveTo>
                      <a:lnTo>
                        <a:pt x="45" y="45"/>
                      </a:lnTo>
                      <a:lnTo>
                        <a:pt x="0" y="81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5C7B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1" name="Freeform 847"/>
                <p:cNvSpPr>
                  <a:spLocks/>
                </p:cNvSpPr>
                <p:nvPr/>
              </p:nvSpPr>
              <p:spPr bwMode="auto">
                <a:xfrm>
                  <a:off x="200" y="91"/>
                  <a:ext cx="45" cy="81"/>
                </a:xfrm>
                <a:custGeom>
                  <a:avLst/>
                  <a:gdLst>
                    <a:gd name="T0" fmla="*/ 36 w 45"/>
                    <a:gd name="T1" fmla="*/ 0 h 81"/>
                    <a:gd name="T2" fmla="*/ 45 w 45"/>
                    <a:gd name="T3" fmla="*/ 45 h 81"/>
                    <a:gd name="T4" fmla="*/ 0 w 45"/>
                    <a:gd name="T5" fmla="*/ 81 h 81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81"/>
                    <a:gd name="T11" fmla="*/ 45 w 4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81">
                      <a:moveTo>
                        <a:pt x="36" y="0"/>
                      </a:moveTo>
                      <a:lnTo>
                        <a:pt x="45" y="45"/>
                      </a:lnTo>
                      <a:lnTo>
                        <a:pt x="0" y="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2" name="Freeform 848"/>
                <p:cNvSpPr>
                  <a:spLocks/>
                </p:cNvSpPr>
                <p:nvPr/>
              </p:nvSpPr>
              <p:spPr bwMode="auto">
                <a:xfrm>
                  <a:off x="236" y="73"/>
                  <a:ext cx="46" cy="63"/>
                </a:xfrm>
                <a:custGeom>
                  <a:avLst/>
                  <a:gdLst>
                    <a:gd name="T0" fmla="*/ 9 w 46"/>
                    <a:gd name="T1" fmla="*/ 63 h 63"/>
                    <a:gd name="T2" fmla="*/ 0 w 46"/>
                    <a:gd name="T3" fmla="*/ 18 h 63"/>
                    <a:gd name="T4" fmla="*/ 46 w 46"/>
                    <a:gd name="T5" fmla="*/ 0 h 63"/>
                    <a:gd name="T6" fmla="*/ 9 w 46"/>
                    <a:gd name="T7" fmla="*/ 63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63"/>
                    <a:gd name="T14" fmla="*/ 46 w 46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63">
                      <a:moveTo>
                        <a:pt x="9" y="63"/>
                      </a:moveTo>
                      <a:lnTo>
                        <a:pt x="0" y="18"/>
                      </a:lnTo>
                      <a:lnTo>
                        <a:pt x="46" y="0"/>
                      </a:lnTo>
                      <a:lnTo>
                        <a:pt x="9" y="63"/>
                      </a:lnTo>
                      <a:close/>
                    </a:path>
                  </a:pathLst>
                </a:custGeom>
                <a:solidFill>
                  <a:srgbClr val="6887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3" name="Freeform 849"/>
                <p:cNvSpPr>
                  <a:spLocks/>
                </p:cNvSpPr>
                <p:nvPr/>
              </p:nvSpPr>
              <p:spPr bwMode="auto">
                <a:xfrm>
                  <a:off x="236" y="73"/>
                  <a:ext cx="46" cy="63"/>
                </a:xfrm>
                <a:custGeom>
                  <a:avLst/>
                  <a:gdLst>
                    <a:gd name="T0" fmla="*/ 9 w 46"/>
                    <a:gd name="T1" fmla="*/ 63 h 63"/>
                    <a:gd name="T2" fmla="*/ 0 w 46"/>
                    <a:gd name="T3" fmla="*/ 18 h 63"/>
                    <a:gd name="T4" fmla="*/ 46 w 46"/>
                    <a:gd name="T5" fmla="*/ 0 h 63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63"/>
                    <a:gd name="T11" fmla="*/ 46 w 46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63">
                      <a:moveTo>
                        <a:pt x="9" y="63"/>
                      </a:moveTo>
                      <a:lnTo>
                        <a:pt x="0" y="18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4" name="Freeform 850"/>
                <p:cNvSpPr>
                  <a:spLocks/>
                </p:cNvSpPr>
                <p:nvPr/>
              </p:nvSpPr>
              <p:spPr bwMode="auto">
                <a:xfrm>
                  <a:off x="771" y="490"/>
                  <a:ext cx="127" cy="81"/>
                </a:xfrm>
                <a:custGeom>
                  <a:avLst/>
                  <a:gdLst>
                    <a:gd name="T0" fmla="*/ 127 w 127"/>
                    <a:gd name="T1" fmla="*/ 0 h 81"/>
                    <a:gd name="T2" fmla="*/ 28 w 127"/>
                    <a:gd name="T3" fmla="*/ 81 h 81"/>
                    <a:gd name="T4" fmla="*/ 0 w 127"/>
                    <a:gd name="T5" fmla="*/ 0 h 81"/>
                    <a:gd name="T6" fmla="*/ 127 w 127"/>
                    <a:gd name="T7" fmla="*/ 0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81"/>
                    <a:gd name="T14" fmla="*/ 127 w 127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81">
                      <a:moveTo>
                        <a:pt x="127" y="0"/>
                      </a:moveTo>
                      <a:lnTo>
                        <a:pt x="28" y="81"/>
                      </a:lnTo>
                      <a:lnTo>
                        <a:pt x="0" y="0"/>
                      </a:lnTo>
                      <a:lnTo>
                        <a:pt x="127" y="0"/>
                      </a:lnTo>
                      <a:close/>
                    </a:path>
                  </a:pathLst>
                </a:custGeom>
                <a:solidFill>
                  <a:srgbClr val="E1BF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5" name="Freeform 851"/>
                <p:cNvSpPr>
                  <a:spLocks/>
                </p:cNvSpPr>
                <p:nvPr/>
              </p:nvSpPr>
              <p:spPr bwMode="auto">
                <a:xfrm>
                  <a:off x="771" y="490"/>
                  <a:ext cx="127" cy="81"/>
                </a:xfrm>
                <a:custGeom>
                  <a:avLst/>
                  <a:gdLst>
                    <a:gd name="T0" fmla="*/ 127 w 127"/>
                    <a:gd name="T1" fmla="*/ 0 h 81"/>
                    <a:gd name="T2" fmla="*/ 28 w 127"/>
                    <a:gd name="T3" fmla="*/ 81 h 81"/>
                    <a:gd name="T4" fmla="*/ 0 w 127"/>
                    <a:gd name="T5" fmla="*/ 0 h 81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81"/>
                    <a:gd name="T11" fmla="*/ 127 w 127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81">
                      <a:moveTo>
                        <a:pt x="127" y="0"/>
                      </a:moveTo>
                      <a:lnTo>
                        <a:pt x="28" y="8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6" name="Freeform 852"/>
                <p:cNvSpPr>
                  <a:spLocks/>
                </p:cNvSpPr>
                <p:nvPr/>
              </p:nvSpPr>
              <p:spPr bwMode="auto">
                <a:xfrm>
                  <a:off x="771" y="426"/>
                  <a:ext cx="127" cy="64"/>
                </a:xfrm>
                <a:custGeom>
                  <a:avLst/>
                  <a:gdLst>
                    <a:gd name="T0" fmla="*/ 0 w 127"/>
                    <a:gd name="T1" fmla="*/ 64 h 64"/>
                    <a:gd name="T2" fmla="*/ 82 w 127"/>
                    <a:gd name="T3" fmla="*/ 0 h 64"/>
                    <a:gd name="T4" fmla="*/ 127 w 127"/>
                    <a:gd name="T5" fmla="*/ 64 h 64"/>
                    <a:gd name="T6" fmla="*/ 0 w 127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64"/>
                    <a:gd name="T14" fmla="*/ 127 w 127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64">
                      <a:moveTo>
                        <a:pt x="0" y="64"/>
                      </a:moveTo>
                      <a:lnTo>
                        <a:pt x="82" y="0"/>
                      </a:lnTo>
                      <a:lnTo>
                        <a:pt x="127" y="64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E1BF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7" name="Freeform 853"/>
                <p:cNvSpPr>
                  <a:spLocks/>
                </p:cNvSpPr>
                <p:nvPr/>
              </p:nvSpPr>
              <p:spPr bwMode="auto">
                <a:xfrm>
                  <a:off x="771" y="426"/>
                  <a:ext cx="127" cy="64"/>
                </a:xfrm>
                <a:custGeom>
                  <a:avLst/>
                  <a:gdLst>
                    <a:gd name="T0" fmla="*/ 0 w 127"/>
                    <a:gd name="T1" fmla="*/ 64 h 64"/>
                    <a:gd name="T2" fmla="*/ 82 w 127"/>
                    <a:gd name="T3" fmla="*/ 0 h 64"/>
                    <a:gd name="T4" fmla="*/ 127 w 127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64"/>
                    <a:gd name="T11" fmla="*/ 127 w 127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64">
                      <a:moveTo>
                        <a:pt x="0" y="64"/>
                      </a:moveTo>
                      <a:lnTo>
                        <a:pt x="82" y="0"/>
                      </a:lnTo>
                      <a:lnTo>
                        <a:pt x="127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8" name="Freeform 854"/>
                <p:cNvSpPr>
                  <a:spLocks/>
                </p:cNvSpPr>
                <p:nvPr/>
              </p:nvSpPr>
              <p:spPr bwMode="auto">
                <a:xfrm>
                  <a:off x="245" y="1370"/>
                  <a:ext cx="281" cy="136"/>
                </a:xfrm>
                <a:custGeom>
                  <a:avLst/>
                  <a:gdLst>
                    <a:gd name="T0" fmla="*/ 281 w 281"/>
                    <a:gd name="T1" fmla="*/ 136 h 136"/>
                    <a:gd name="T2" fmla="*/ 0 w 281"/>
                    <a:gd name="T3" fmla="*/ 118 h 136"/>
                    <a:gd name="T4" fmla="*/ 9 w 281"/>
                    <a:gd name="T5" fmla="*/ 0 h 136"/>
                    <a:gd name="T6" fmla="*/ 281 w 281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1"/>
                    <a:gd name="T13" fmla="*/ 0 h 136"/>
                    <a:gd name="T14" fmla="*/ 281 w 281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1" h="136">
                      <a:moveTo>
                        <a:pt x="281" y="136"/>
                      </a:moveTo>
                      <a:lnTo>
                        <a:pt x="0" y="118"/>
                      </a:lnTo>
                      <a:lnTo>
                        <a:pt x="9" y="0"/>
                      </a:lnTo>
                      <a:lnTo>
                        <a:pt x="281" y="136"/>
                      </a:lnTo>
                      <a:close/>
                    </a:path>
                  </a:pathLst>
                </a:custGeom>
                <a:solidFill>
                  <a:srgbClr val="AF8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49" name="Freeform 855"/>
                <p:cNvSpPr>
                  <a:spLocks/>
                </p:cNvSpPr>
                <p:nvPr/>
              </p:nvSpPr>
              <p:spPr bwMode="auto">
                <a:xfrm>
                  <a:off x="245" y="1370"/>
                  <a:ext cx="281" cy="136"/>
                </a:xfrm>
                <a:custGeom>
                  <a:avLst/>
                  <a:gdLst>
                    <a:gd name="T0" fmla="*/ 281 w 281"/>
                    <a:gd name="T1" fmla="*/ 136 h 136"/>
                    <a:gd name="T2" fmla="*/ 0 w 281"/>
                    <a:gd name="T3" fmla="*/ 118 h 136"/>
                    <a:gd name="T4" fmla="*/ 9 w 281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81"/>
                    <a:gd name="T10" fmla="*/ 0 h 136"/>
                    <a:gd name="T11" fmla="*/ 281 w 281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1" h="136">
                      <a:moveTo>
                        <a:pt x="281" y="136"/>
                      </a:moveTo>
                      <a:lnTo>
                        <a:pt x="0" y="118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0" name="Freeform 856"/>
                <p:cNvSpPr>
                  <a:spLocks/>
                </p:cNvSpPr>
                <p:nvPr/>
              </p:nvSpPr>
              <p:spPr bwMode="auto">
                <a:xfrm>
                  <a:off x="0" y="699"/>
                  <a:ext cx="136" cy="172"/>
                </a:xfrm>
                <a:custGeom>
                  <a:avLst/>
                  <a:gdLst>
                    <a:gd name="T0" fmla="*/ 0 w 136"/>
                    <a:gd name="T1" fmla="*/ 0 h 172"/>
                    <a:gd name="T2" fmla="*/ 136 w 136"/>
                    <a:gd name="T3" fmla="*/ 81 h 172"/>
                    <a:gd name="T4" fmla="*/ 109 w 136"/>
                    <a:gd name="T5" fmla="*/ 172 h 172"/>
                    <a:gd name="T6" fmla="*/ 0 w 136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72"/>
                    <a:gd name="T14" fmla="*/ 136 w 136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72">
                      <a:moveTo>
                        <a:pt x="0" y="0"/>
                      </a:moveTo>
                      <a:lnTo>
                        <a:pt x="136" y="81"/>
                      </a:lnTo>
                      <a:lnTo>
                        <a:pt x="109" y="1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268A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1" name="Freeform 857"/>
                <p:cNvSpPr>
                  <a:spLocks/>
                </p:cNvSpPr>
                <p:nvPr/>
              </p:nvSpPr>
              <p:spPr bwMode="auto">
                <a:xfrm>
                  <a:off x="0" y="699"/>
                  <a:ext cx="136" cy="172"/>
                </a:xfrm>
                <a:custGeom>
                  <a:avLst/>
                  <a:gdLst>
                    <a:gd name="T0" fmla="*/ 0 w 136"/>
                    <a:gd name="T1" fmla="*/ 0 h 172"/>
                    <a:gd name="T2" fmla="*/ 136 w 136"/>
                    <a:gd name="T3" fmla="*/ 81 h 172"/>
                    <a:gd name="T4" fmla="*/ 109 w 136"/>
                    <a:gd name="T5" fmla="*/ 172 h 172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172"/>
                    <a:gd name="T11" fmla="*/ 136 w 136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172">
                      <a:moveTo>
                        <a:pt x="0" y="0"/>
                      </a:moveTo>
                      <a:lnTo>
                        <a:pt x="136" y="81"/>
                      </a:lnTo>
                      <a:lnTo>
                        <a:pt x="109" y="1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2" name="Freeform 858"/>
                <p:cNvSpPr>
                  <a:spLocks/>
                </p:cNvSpPr>
                <p:nvPr/>
              </p:nvSpPr>
              <p:spPr bwMode="auto">
                <a:xfrm>
                  <a:off x="0" y="617"/>
                  <a:ext cx="136" cy="163"/>
                </a:xfrm>
                <a:custGeom>
                  <a:avLst/>
                  <a:gdLst>
                    <a:gd name="T0" fmla="*/ 136 w 136"/>
                    <a:gd name="T1" fmla="*/ 163 h 163"/>
                    <a:gd name="T2" fmla="*/ 0 w 136"/>
                    <a:gd name="T3" fmla="*/ 82 h 163"/>
                    <a:gd name="T4" fmla="*/ 28 w 136"/>
                    <a:gd name="T5" fmla="*/ 0 h 163"/>
                    <a:gd name="T6" fmla="*/ 136 w 136"/>
                    <a:gd name="T7" fmla="*/ 163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36"/>
                    <a:gd name="T13" fmla="*/ 0 h 163"/>
                    <a:gd name="T14" fmla="*/ 136 w 136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36" h="163">
                      <a:moveTo>
                        <a:pt x="136" y="163"/>
                      </a:moveTo>
                      <a:lnTo>
                        <a:pt x="0" y="82"/>
                      </a:lnTo>
                      <a:lnTo>
                        <a:pt x="28" y="0"/>
                      </a:lnTo>
                      <a:lnTo>
                        <a:pt x="136" y="163"/>
                      </a:lnTo>
                      <a:close/>
                    </a:path>
                  </a:pathLst>
                </a:custGeom>
                <a:solidFill>
                  <a:srgbClr val="846BA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3" name="Freeform 859"/>
                <p:cNvSpPr>
                  <a:spLocks/>
                </p:cNvSpPr>
                <p:nvPr/>
              </p:nvSpPr>
              <p:spPr bwMode="auto">
                <a:xfrm>
                  <a:off x="0" y="617"/>
                  <a:ext cx="136" cy="163"/>
                </a:xfrm>
                <a:custGeom>
                  <a:avLst/>
                  <a:gdLst>
                    <a:gd name="T0" fmla="*/ 136 w 136"/>
                    <a:gd name="T1" fmla="*/ 163 h 163"/>
                    <a:gd name="T2" fmla="*/ 0 w 136"/>
                    <a:gd name="T3" fmla="*/ 82 h 163"/>
                    <a:gd name="T4" fmla="*/ 28 w 136"/>
                    <a:gd name="T5" fmla="*/ 0 h 163"/>
                    <a:gd name="T6" fmla="*/ 0 60000 65536"/>
                    <a:gd name="T7" fmla="*/ 0 60000 65536"/>
                    <a:gd name="T8" fmla="*/ 0 60000 65536"/>
                    <a:gd name="T9" fmla="*/ 0 w 136"/>
                    <a:gd name="T10" fmla="*/ 0 h 163"/>
                    <a:gd name="T11" fmla="*/ 136 w 136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6" h="163">
                      <a:moveTo>
                        <a:pt x="136" y="163"/>
                      </a:moveTo>
                      <a:lnTo>
                        <a:pt x="0" y="82"/>
                      </a:lnTo>
                      <a:lnTo>
                        <a:pt x="2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4" name="Freeform 860"/>
                <p:cNvSpPr>
                  <a:spLocks/>
                </p:cNvSpPr>
                <p:nvPr/>
              </p:nvSpPr>
              <p:spPr bwMode="auto">
                <a:xfrm>
                  <a:off x="717" y="907"/>
                  <a:ext cx="199" cy="100"/>
                </a:xfrm>
                <a:custGeom>
                  <a:avLst/>
                  <a:gdLst>
                    <a:gd name="T0" fmla="*/ 199 w 199"/>
                    <a:gd name="T1" fmla="*/ 18 h 100"/>
                    <a:gd name="T2" fmla="*/ 18 w 199"/>
                    <a:gd name="T3" fmla="*/ 100 h 100"/>
                    <a:gd name="T4" fmla="*/ 0 w 199"/>
                    <a:gd name="T5" fmla="*/ 0 h 100"/>
                    <a:gd name="T6" fmla="*/ 199 w 199"/>
                    <a:gd name="T7" fmla="*/ 18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9"/>
                    <a:gd name="T13" fmla="*/ 0 h 100"/>
                    <a:gd name="T14" fmla="*/ 199 w 199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9" h="100">
                      <a:moveTo>
                        <a:pt x="199" y="18"/>
                      </a:moveTo>
                      <a:lnTo>
                        <a:pt x="18" y="100"/>
                      </a:lnTo>
                      <a:lnTo>
                        <a:pt x="0" y="0"/>
                      </a:lnTo>
                      <a:lnTo>
                        <a:pt x="199" y="18"/>
                      </a:lnTo>
                      <a:close/>
                    </a:path>
                  </a:pathLst>
                </a:custGeom>
                <a:solidFill>
                  <a:srgbClr val="D3A6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5" name="Freeform 861"/>
                <p:cNvSpPr>
                  <a:spLocks/>
                </p:cNvSpPr>
                <p:nvPr/>
              </p:nvSpPr>
              <p:spPr bwMode="auto">
                <a:xfrm>
                  <a:off x="717" y="907"/>
                  <a:ext cx="199" cy="100"/>
                </a:xfrm>
                <a:custGeom>
                  <a:avLst/>
                  <a:gdLst>
                    <a:gd name="T0" fmla="*/ 199 w 199"/>
                    <a:gd name="T1" fmla="*/ 18 h 100"/>
                    <a:gd name="T2" fmla="*/ 18 w 199"/>
                    <a:gd name="T3" fmla="*/ 100 h 100"/>
                    <a:gd name="T4" fmla="*/ 0 w 199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199"/>
                    <a:gd name="T10" fmla="*/ 0 h 100"/>
                    <a:gd name="T11" fmla="*/ 199 w 199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" h="100">
                      <a:moveTo>
                        <a:pt x="199" y="18"/>
                      </a:moveTo>
                      <a:lnTo>
                        <a:pt x="18" y="1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6" name="Freeform 862"/>
                <p:cNvSpPr>
                  <a:spLocks/>
                </p:cNvSpPr>
                <p:nvPr/>
              </p:nvSpPr>
              <p:spPr bwMode="auto">
                <a:xfrm>
                  <a:off x="717" y="835"/>
                  <a:ext cx="199" cy="90"/>
                </a:xfrm>
                <a:custGeom>
                  <a:avLst/>
                  <a:gdLst>
                    <a:gd name="T0" fmla="*/ 0 w 199"/>
                    <a:gd name="T1" fmla="*/ 72 h 90"/>
                    <a:gd name="T2" fmla="*/ 172 w 199"/>
                    <a:gd name="T3" fmla="*/ 0 h 90"/>
                    <a:gd name="T4" fmla="*/ 199 w 199"/>
                    <a:gd name="T5" fmla="*/ 90 h 90"/>
                    <a:gd name="T6" fmla="*/ 0 w 199"/>
                    <a:gd name="T7" fmla="*/ 72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9"/>
                    <a:gd name="T13" fmla="*/ 0 h 90"/>
                    <a:gd name="T14" fmla="*/ 199 w 199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9" h="90">
                      <a:moveTo>
                        <a:pt x="0" y="72"/>
                      </a:moveTo>
                      <a:lnTo>
                        <a:pt x="172" y="0"/>
                      </a:lnTo>
                      <a:lnTo>
                        <a:pt x="199" y="90"/>
                      </a:lnTo>
                      <a:lnTo>
                        <a:pt x="0" y="72"/>
                      </a:lnTo>
                      <a:close/>
                    </a:path>
                  </a:pathLst>
                </a:custGeom>
                <a:solidFill>
                  <a:srgbClr val="D3A6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7" name="Freeform 863"/>
                <p:cNvSpPr>
                  <a:spLocks/>
                </p:cNvSpPr>
                <p:nvPr/>
              </p:nvSpPr>
              <p:spPr bwMode="auto">
                <a:xfrm>
                  <a:off x="717" y="835"/>
                  <a:ext cx="199" cy="90"/>
                </a:xfrm>
                <a:custGeom>
                  <a:avLst/>
                  <a:gdLst>
                    <a:gd name="T0" fmla="*/ 0 w 199"/>
                    <a:gd name="T1" fmla="*/ 72 h 90"/>
                    <a:gd name="T2" fmla="*/ 172 w 199"/>
                    <a:gd name="T3" fmla="*/ 0 h 90"/>
                    <a:gd name="T4" fmla="*/ 199 w 199"/>
                    <a:gd name="T5" fmla="*/ 90 h 90"/>
                    <a:gd name="T6" fmla="*/ 0 60000 65536"/>
                    <a:gd name="T7" fmla="*/ 0 60000 65536"/>
                    <a:gd name="T8" fmla="*/ 0 60000 65536"/>
                    <a:gd name="T9" fmla="*/ 0 w 199"/>
                    <a:gd name="T10" fmla="*/ 0 h 90"/>
                    <a:gd name="T11" fmla="*/ 199 w 199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" h="90">
                      <a:moveTo>
                        <a:pt x="0" y="72"/>
                      </a:moveTo>
                      <a:lnTo>
                        <a:pt x="172" y="0"/>
                      </a:lnTo>
                      <a:lnTo>
                        <a:pt x="199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8" name="Freeform 864"/>
                <p:cNvSpPr>
                  <a:spLocks/>
                </p:cNvSpPr>
                <p:nvPr/>
              </p:nvSpPr>
              <p:spPr bwMode="auto">
                <a:xfrm>
                  <a:off x="526" y="1270"/>
                  <a:ext cx="254" cy="118"/>
                </a:xfrm>
                <a:custGeom>
                  <a:avLst/>
                  <a:gdLst>
                    <a:gd name="T0" fmla="*/ 254 w 254"/>
                    <a:gd name="T1" fmla="*/ 73 h 118"/>
                    <a:gd name="T2" fmla="*/ 0 w 254"/>
                    <a:gd name="T3" fmla="*/ 118 h 118"/>
                    <a:gd name="T4" fmla="*/ 0 w 254"/>
                    <a:gd name="T5" fmla="*/ 0 h 118"/>
                    <a:gd name="T6" fmla="*/ 254 w 254"/>
                    <a:gd name="T7" fmla="*/ 73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4"/>
                    <a:gd name="T13" fmla="*/ 0 h 118"/>
                    <a:gd name="T14" fmla="*/ 254 w 254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4" h="118">
                      <a:moveTo>
                        <a:pt x="254" y="73"/>
                      </a:moveTo>
                      <a:lnTo>
                        <a:pt x="0" y="118"/>
                      </a:lnTo>
                      <a:lnTo>
                        <a:pt x="0" y="0"/>
                      </a:lnTo>
                      <a:lnTo>
                        <a:pt x="254" y="73"/>
                      </a:lnTo>
                      <a:close/>
                    </a:path>
                  </a:pathLst>
                </a:custGeom>
                <a:solidFill>
                  <a:srgbClr val="C291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59" name="Freeform 865"/>
                <p:cNvSpPr>
                  <a:spLocks/>
                </p:cNvSpPr>
                <p:nvPr/>
              </p:nvSpPr>
              <p:spPr bwMode="auto">
                <a:xfrm>
                  <a:off x="526" y="1270"/>
                  <a:ext cx="254" cy="118"/>
                </a:xfrm>
                <a:custGeom>
                  <a:avLst/>
                  <a:gdLst>
                    <a:gd name="T0" fmla="*/ 254 w 254"/>
                    <a:gd name="T1" fmla="*/ 73 h 118"/>
                    <a:gd name="T2" fmla="*/ 0 w 254"/>
                    <a:gd name="T3" fmla="*/ 118 h 118"/>
                    <a:gd name="T4" fmla="*/ 0 w 254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54"/>
                    <a:gd name="T10" fmla="*/ 0 h 118"/>
                    <a:gd name="T11" fmla="*/ 254 w 254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4" h="118">
                      <a:moveTo>
                        <a:pt x="254" y="73"/>
                      </a:moveTo>
                      <a:lnTo>
                        <a:pt x="0" y="1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0" name="Freeform 866"/>
                <p:cNvSpPr>
                  <a:spLocks/>
                </p:cNvSpPr>
                <p:nvPr/>
              </p:nvSpPr>
              <p:spPr bwMode="auto">
                <a:xfrm>
                  <a:off x="526" y="1225"/>
                  <a:ext cx="254" cy="118"/>
                </a:xfrm>
                <a:custGeom>
                  <a:avLst/>
                  <a:gdLst>
                    <a:gd name="T0" fmla="*/ 0 w 254"/>
                    <a:gd name="T1" fmla="*/ 45 h 118"/>
                    <a:gd name="T2" fmla="*/ 245 w 254"/>
                    <a:gd name="T3" fmla="*/ 0 h 118"/>
                    <a:gd name="T4" fmla="*/ 254 w 254"/>
                    <a:gd name="T5" fmla="*/ 118 h 118"/>
                    <a:gd name="T6" fmla="*/ 0 w 254"/>
                    <a:gd name="T7" fmla="*/ 45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4"/>
                    <a:gd name="T13" fmla="*/ 0 h 118"/>
                    <a:gd name="T14" fmla="*/ 254 w 254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4" h="118">
                      <a:moveTo>
                        <a:pt x="0" y="45"/>
                      </a:moveTo>
                      <a:lnTo>
                        <a:pt x="245" y="0"/>
                      </a:lnTo>
                      <a:lnTo>
                        <a:pt x="254" y="118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C291A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1" name="Freeform 867"/>
                <p:cNvSpPr>
                  <a:spLocks/>
                </p:cNvSpPr>
                <p:nvPr/>
              </p:nvSpPr>
              <p:spPr bwMode="auto">
                <a:xfrm>
                  <a:off x="526" y="1225"/>
                  <a:ext cx="254" cy="118"/>
                </a:xfrm>
                <a:custGeom>
                  <a:avLst/>
                  <a:gdLst>
                    <a:gd name="T0" fmla="*/ 0 w 254"/>
                    <a:gd name="T1" fmla="*/ 45 h 118"/>
                    <a:gd name="T2" fmla="*/ 245 w 254"/>
                    <a:gd name="T3" fmla="*/ 0 h 118"/>
                    <a:gd name="T4" fmla="*/ 254 w 254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254"/>
                    <a:gd name="T10" fmla="*/ 0 h 118"/>
                    <a:gd name="T11" fmla="*/ 254 w 254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4" h="118">
                      <a:moveTo>
                        <a:pt x="0" y="45"/>
                      </a:moveTo>
                      <a:lnTo>
                        <a:pt x="245" y="0"/>
                      </a:lnTo>
                      <a:lnTo>
                        <a:pt x="254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2" name="Freeform 868"/>
                <p:cNvSpPr>
                  <a:spLocks/>
                </p:cNvSpPr>
                <p:nvPr/>
              </p:nvSpPr>
              <p:spPr bwMode="auto">
                <a:xfrm>
                  <a:off x="499" y="9"/>
                  <a:ext cx="46" cy="18"/>
                </a:xfrm>
                <a:custGeom>
                  <a:avLst/>
                  <a:gdLst>
                    <a:gd name="T0" fmla="*/ 37 w 46"/>
                    <a:gd name="T1" fmla="*/ 0 h 18"/>
                    <a:gd name="T2" fmla="*/ 46 w 46"/>
                    <a:gd name="T3" fmla="*/ 18 h 18"/>
                    <a:gd name="T4" fmla="*/ 0 w 46"/>
                    <a:gd name="T5" fmla="*/ 9 h 18"/>
                    <a:gd name="T6" fmla="*/ 37 w 4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37" y="0"/>
                      </a:moveTo>
                      <a:lnTo>
                        <a:pt x="46" y="18"/>
                      </a:lnTo>
                      <a:lnTo>
                        <a:pt x="0" y="9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B1DBF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3" name="Freeform 869"/>
                <p:cNvSpPr>
                  <a:spLocks/>
                </p:cNvSpPr>
                <p:nvPr/>
              </p:nvSpPr>
              <p:spPr bwMode="auto">
                <a:xfrm>
                  <a:off x="499" y="9"/>
                  <a:ext cx="46" cy="18"/>
                </a:xfrm>
                <a:custGeom>
                  <a:avLst/>
                  <a:gdLst>
                    <a:gd name="T0" fmla="*/ 37 w 46"/>
                    <a:gd name="T1" fmla="*/ 0 h 18"/>
                    <a:gd name="T2" fmla="*/ 46 w 46"/>
                    <a:gd name="T3" fmla="*/ 18 h 18"/>
                    <a:gd name="T4" fmla="*/ 0 w 46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37" y="0"/>
                      </a:moveTo>
                      <a:lnTo>
                        <a:pt x="46" y="18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4" name="Freeform 870"/>
                <p:cNvSpPr>
                  <a:spLocks/>
                </p:cNvSpPr>
                <p:nvPr/>
              </p:nvSpPr>
              <p:spPr bwMode="auto">
                <a:xfrm>
                  <a:off x="499" y="9"/>
                  <a:ext cx="37" cy="9"/>
                </a:xfrm>
                <a:custGeom>
                  <a:avLst/>
                  <a:gdLst>
                    <a:gd name="T0" fmla="*/ 0 w 37"/>
                    <a:gd name="T1" fmla="*/ 9 h 9"/>
                    <a:gd name="T2" fmla="*/ 0 w 37"/>
                    <a:gd name="T3" fmla="*/ 9 h 9"/>
                    <a:gd name="T4" fmla="*/ 37 w 37"/>
                    <a:gd name="T5" fmla="*/ 0 h 9"/>
                    <a:gd name="T6" fmla="*/ 0 w 37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9"/>
                    <a:gd name="T14" fmla="*/ 37 w 37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7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B1DBF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5" name="Freeform 871"/>
                <p:cNvSpPr>
                  <a:spLocks/>
                </p:cNvSpPr>
                <p:nvPr/>
              </p:nvSpPr>
              <p:spPr bwMode="auto">
                <a:xfrm>
                  <a:off x="499" y="9"/>
                  <a:ext cx="37" cy="9"/>
                </a:xfrm>
                <a:custGeom>
                  <a:avLst/>
                  <a:gdLst>
                    <a:gd name="T0" fmla="*/ 0 w 37"/>
                    <a:gd name="T1" fmla="*/ 9 h 9"/>
                    <a:gd name="T2" fmla="*/ 0 w 37"/>
                    <a:gd name="T3" fmla="*/ 9 h 9"/>
                    <a:gd name="T4" fmla="*/ 37 w 37"/>
                    <a:gd name="T5" fmla="*/ 0 h 9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9"/>
                    <a:gd name="T11" fmla="*/ 37 w 37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9">
                      <a:moveTo>
                        <a:pt x="0" y="9"/>
                      </a:moveTo>
                      <a:lnTo>
                        <a:pt x="0" y="9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6" name="Freeform 872"/>
                <p:cNvSpPr>
                  <a:spLocks/>
                </p:cNvSpPr>
                <p:nvPr/>
              </p:nvSpPr>
              <p:spPr bwMode="auto">
                <a:xfrm>
                  <a:off x="445" y="0"/>
                  <a:ext cx="18" cy="27"/>
                </a:xfrm>
                <a:custGeom>
                  <a:avLst/>
                  <a:gdLst>
                    <a:gd name="T0" fmla="*/ 18 w 18"/>
                    <a:gd name="T1" fmla="*/ 27 h 27"/>
                    <a:gd name="T2" fmla="*/ 0 w 18"/>
                    <a:gd name="T3" fmla="*/ 0 h 27"/>
                    <a:gd name="T4" fmla="*/ 18 w 18"/>
                    <a:gd name="T5" fmla="*/ 0 h 27"/>
                    <a:gd name="T6" fmla="*/ 18 w 18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27"/>
                    <a:gd name="T14" fmla="*/ 18 w 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27">
                      <a:moveTo>
                        <a:pt x="18" y="27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18" y="27"/>
                      </a:lnTo>
                      <a:close/>
                    </a:path>
                  </a:pathLst>
                </a:custGeom>
                <a:solidFill>
                  <a:srgbClr val="9BC9F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7" name="Freeform 873"/>
                <p:cNvSpPr>
                  <a:spLocks/>
                </p:cNvSpPr>
                <p:nvPr/>
              </p:nvSpPr>
              <p:spPr bwMode="auto">
                <a:xfrm>
                  <a:off x="445" y="0"/>
                  <a:ext cx="18" cy="27"/>
                </a:xfrm>
                <a:custGeom>
                  <a:avLst/>
                  <a:gdLst>
                    <a:gd name="T0" fmla="*/ 18 w 18"/>
                    <a:gd name="T1" fmla="*/ 27 h 27"/>
                    <a:gd name="T2" fmla="*/ 0 w 18"/>
                    <a:gd name="T3" fmla="*/ 0 h 27"/>
                    <a:gd name="T4" fmla="*/ 18 w 18"/>
                    <a:gd name="T5" fmla="*/ 0 h 27"/>
                    <a:gd name="T6" fmla="*/ 18 w 18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27"/>
                    <a:gd name="T14" fmla="*/ 18 w 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27">
                      <a:moveTo>
                        <a:pt x="18" y="27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18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8" name="Freeform 874"/>
                <p:cNvSpPr>
                  <a:spLocks/>
                </p:cNvSpPr>
                <p:nvPr/>
              </p:nvSpPr>
              <p:spPr bwMode="auto">
                <a:xfrm>
                  <a:off x="463" y="0"/>
                  <a:ext cx="18" cy="27"/>
                </a:xfrm>
                <a:custGeom>
                  <a:avLst/>
                  <a:gdLst>
                    <a:gd name="T0" fmla="*/ 0 w 18"/>
                    <a:gd name="T1" fmla="*/ 27 h 27"/>
                    <a:gd name="T2" fmla="*/ 0 w 18"/>
                    <a:gd name="T3" fmla="*/ 0 h 27"/>
                    <a:gd name="T4" fmla="*/ 18 w 18"/>
                    <a:gd name="T5" fmla="*/ 0 h 27"/>
                    <a:gd name="T6" fmla="*/ 0 w 18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27"/>
                    <a:gd name="T14" fmla="*/ 18 w 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27">
                      <a:moveTo>
                        <a:pt x="0" y="27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9ECBF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69" name="Freeform 875"/>
                <p:cNvSpPr>
                  <a:spLocks/>
                </p:cNvSpPr>
                <p:nvPr/>
              </p:nvSpPr>
              <p:spPr bwMode="auto">
                <a:xfrm>
                  <a:off x="463" y="0"/>
                  <a:ext cx="18" cy="27"/>
                </a:xfrm>
                <a:custGeom>
                  <a:avLst/>
                  <a:gdLst>
                    <a:gd name="T0" fmla="*/ 0 w 18"/>
                    <a:gd name="T1" fmla="*/ 27 h 27"/>
                    <a:gd name="T2" fmla="*/ 0 w 18"/>
                    <a:gd name="T3" fmla="*/ 0 h 27"/>
                    <a:gd name="T4" fmla="*/ 18 w 18"/>
                    <a:gd name="T5" fmla="*/ 0 h 27"/>
                    <a:gd name="T6" fmla="*/ 0 w 18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27"/>
                    <a:gd name="T14" fmla="*/ 18 w 18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27">
                      <a:moveTo>
                        <a:pt x="0" y="27"/>
                      </a:moveTo>
                      <a:lnTo>
                        <a:pt x="0" y="0"/>
                      </a:lnTo>
                      <a:lnTo>
                        <a:pt x="18" y="0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0" name="Freeform 876"/>
                <p:cNvSpPr>
                  <a:spLocks/>
                </p:cNvSpPr>
                <p:nvPr/>
              </p:nvSpPr>
              <p:spPr bwMode="auto">
                <a:xfrm>
                  <a:off x="436" y="0"/>
                  <a:ext cx="27" cy="27"/>
                </a:xfrm>
                <a:custGeom>
                  <a:avLst/>
                  <a:gdLst>
                    <a:gd name="T0" fmla="*/ 27 w 27"/>
                    <a:gd name="T1" fmla="*/ 27 h 27"/>
                    <a:gd name="T2" fmla="*/ 0 w 27"/>
                    <a:gd name="T3" fmla="*/ 9 h 27"/>
                    <a:gd name="T4" fmla="*/ 9 w 27"/>
                    <a:gd name="T5" fmla="*/ 0 h 27"/>
                    <a:gd name="T6" fmla="*/ 27 w 27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27"/>
                    <a:gd name="T14" fmla="*/ 27 w 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27">
                      <a:moveTo>
                        <a:pt x="27" y="27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27" y="27"/>
                      </a:lnTo>
                      <a:close/>
                    </a:path>
                  </a:pathLst>
                </a:custGeom>
                <a:solidFill>
                  <a:srgbClr val="99C7F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1" name="Freeform 877"/>
                <p:cNvSpPr>
                  <a:spLocks/>
                </p:cNvSpPr>
                <p:nvPr/>
              </p:nvSpPr>
              <p:spPr bwMode="auto">
                <a:xfrm>
                  <a:off x="436" y="0"/>
                  <a:ext cx="27" cy="27"/>
                </a:xfrm>
                <a:custGeom>
                  <a:avLst/>
                  <a:gdLst>
                    <a:gd name="T0" fmla="*/ 27 w 27"/>
                    <a:gd name="T1" fmla="*/ 27 h 27"/>
                    <a:gd name="T2" fmla="*/ 0 w 27"/>
                    <a:gd name="T3" fmla="*/ 9 h 27"/>
                    <a:gd name="T4" fmla="*/ 9 w 27"/>
                    <a:gd name="T5" fmla="*/ 0 h 27"/>
                    <a:gd name="T6" fmla="*/ 27 w 27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27"/>
                    <a:gd name="T14" fmla="*/ 27 w 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27">
                      <a:moveTo>
                        <a:pt x="27" y="27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27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2" name="Freeform 878"/>
                <p:cNvSpPr>
                  <a:spLocks/>
                </p:cNvSpPr>
                <p:nvPr/>
              </p:nvSpPr>
              <p:spPr bwMode="auto">
                <a:xfrm>
                  <a:off x="545" y="36"/>
                  <a:ext cx="45" cy="27"/>
                </a:xfrm>
                <a:custGeom>
                  <a:avLst/>
                  <a:gdLst>
                    <a:gd name="T0" fmla="*/ 45 w 45"/>
                    <a:gd name="T1" fmla="*/ 0 h 27"/>
                    <a:gd name="T2" fmla="*/ 45 w 45"/>
                    <a:gd name="T3" fmla="*/ 27 h 27"/>
                    <a:gd name="T4" fmla="*/ 0 w 45"/>
                    <a:gd name="T5" fmla="*/ 9 h 27"/>
                    <a:gd name="T6" fmla="*/ 45 w 45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45" y="0"/>
                      </a:moveTo>
                      <a:lnTo>
                        <a:pt x="45" y="27"/>
                      </a:lnTo>
                      <a:lnTo>
                        <a:pt x="0" y="9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C3DF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3" name="Freeform 879"/>
                <p:cNvSpPr>
                  <a:spLocks/>
                </p:cNvSpPr>
                <p:nvPr/>
              </p:nvSpPr>
              <p:spPr bwMode="auto">
                <a:xfrm>
                  <a:off x="545" y="36"/>
                  <a:ext cx="45" cy="27"/>
                </a:xfrm>
                <a:custGeom>
                  <a:avLst/>
                  <a:gdLst>
                    <a:gd name="T0" fmla="*/ 45 w 45"/>
                    <a:gd name="T1" fmla="*/ 0 h 27"/>
                    <a:gd name="T2" fmla="*/ 45 w 45"/>
                    <a:gd name="T3" fmla="*/ 27 h 27"/>
                    <a:gd name="T4" fmla="*/ 0 w 45"/>
                    <a:gd name="T5" fmla="*/ 9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45" y="0"/>
                      </a:moveTo>
                      <a:lnTo>
                        <a:pt x="45" y="27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4" name="Freeform 880"/>
                <p:cNvSpPr>
                  <a:spLocks/>
                </p:cNvSpPr>
                <p:nvPr/>
              </p:nvSpPr>
              <p:spPr bwMode="auto">
                <a:xfrm>
                  <a:off x="545" y="27"/>
                  <a:ext cx="45" cy="18"/>
                </a:xfrm>
                <a:custGeom>
                  <a:avLst/>
                  <a:gdLst>
                    <a:gd name="T0" fmla="*/ 0 w 45"/>
                    <a:gd name="T1" fmla="*/ 18 h 18"/>
                    <a:gd name="T2" fmla="*/ 0 w 45"/>
                    <a:gd name="T3" fmla="*/ 0 h 18"/>
                    <a:gd name="T4" fmla="*/ 45 w 45"/>
                    <a:gd name="T5" fmla="*/ 9 h 18"/>
                    <a:gd name="T6" fmla="*/ 0 w 4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0" y="18"/>
                      </a:moveTo>
                      <a:lnTo>
                        <a:pt x="0" y="0"/>
                      </a:lnTo>
                      <a:lnTo>
                        <a:pt x="45" y="9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C3DF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5" name="Freeform 881"/>
                <p:cNvSpPr>
                  <a:spLocks/>
                </p:cNvSpPr>
                <p:nvPr/>
              </p:nvSpPr>
              <p:spPr bwMode="auto">
                <a:xfrm>
                  <a:off x="545" y="27"/>
                  <a:ext cx="45" cy="18"/>
                </a:xfrm>
                <a:custGeom>
                  <a:avLst/>
                  <a:gdLst>
                    <a:gd name="T0" fmla="*/ 0 w 45"/>
                    <a:gd name="T1" fmla="*/ 18 h 18"/>
                    <a:gd name="T2" fmla="*/ 0 w 45"/>
                    <a:gd name="T3" fmla="*/ 0 h 18"/>
                    <a:gd name="T4" fmla="*/ 45 w 45"/>
                    <a:gd name="T5" fmla="*/ 9 h 18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8"/>
                    <a:gd name="T11" fmla="*/ 45 w 45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8">
                      <a:moveTo>
                        <a:pt x="0" y="18"/>
                      </a:moveTo>
                      <a:lnTo>
                        <a:pt x="0" y="0"/>
                      </a:lnTo>
                      <a:lnTo>
                        <a:pt x="45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6" name="Freeform 882"/>
                <p:cNvSpPr>
                  <a:spLocks/>
                </p:cNvSpPr>
                <p:nvPr/>
              </p:nvSpPr>
              <p:spPr bwMode="auto">
                <a:xfrm>
                  <a:off x="663" y="154"/>
                  <a:ext cx="63" cy="46"/>
                </a:xfrm>
                <a:custGeom>
                  <a:avLst/>
                  <a:gdLst>
                    <a:gd name="T0" fmla="*/ 63 w 63"/>
                    <a:gd name="T1" fmla="*/ 0 h 46"/>
                    <a:gd name="T2" fmla="*/ 36 w 63"/>
                    <a:gd name="T3" fmla="*/ 46 h 46"/>
                    <a:gd name="T4" fmla="*/ 0 w 63"/>
                    <a:gd name="T5" fmla="*/ 0 h 46"/>
                    <a:gd name="T6" fmla="*/ 63 w 63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46"/>
                    <a:gd name="T14" fmla="*/ 63 w 63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46">
                      <a:moveTo>
                        <a:pt x="63" y="0"/>
                      </a:moveTo>
                      <a:lnTo>
                        <a:pt x="36" y="46"/>
                      </a:lnTo>
                      <a:lnTo>
                        <a:pt x="0" y="0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solidFill>
                  <a:srgbClr val="DDDAD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7" name="Freeform 883"/>
                <p:cNvSpPr>
                  <a:spLocks/>
                </p:cNvSpPr>
                <p:nvPr/>
              </p:nvSpPr>
              <p:spPr bwMode="auto">
                <a:xfrm>
                  <a:off x="663" y="154"/>
                  <a:ext cx="63" cy="46"/>
                </a:xfrm>
                <a:custGeom>
                  <a:avLst/>
                  <a:gdLst>
                    <a:gd name="T0" fmla="*/ 63 w 63"/>
                    <a:gd name="T1" fmla="*/ 0 h 46"/>
                    <a:gd name="T2" fmla="*/ 36 w 63"/>
                    <a:gd name="T3" fmla="*/ 46 h 46"/>
                    <a:gd name="T4" fmla="*/ 0 w 6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46"/>
                    <a:gd name="T11" fmla="*/ 63 w 6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46">
                      <a:moveTo>
                        <a:pt x="63" y="0"/>
                      </a:moveTo>
                      <a:lnTo>
                        <a:pt x="36" y="4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8" name="Freeform 884"/>
                <p:cNvSpPr>
                  <a:spLocks/>
                </p:cNvSpPr>
                <p:nvPr/>
              </p:nvSpPr>
              <p:spPr bwMode="auto">
                <a:xfrm>
                  <a:off x="663" y="118"/>
                  <a:ext cx="63" cy="36"/>
                </a:xfrm>
                <a:custGeom>
                  <a:avLst/>
                  <a:gdLst>
                    <a:gd name="T0" fmla="*/ 0 w 63"/>
                    <a:gd name="T1" fmla="*/ 36 h 36"/>
                    <a:gd name="T2" fmla="*/ 18 w 63"/>
                    <a:gd name="T3" fmla="*/ 0 h 36"/>
                    <a:gd name="T4" fmla="*/ 63 w 63"/>
                    <a:gd name="T5" fmla="*/ 36 h 36"/>
                    <a:gd name="T6" fmla="*/ 0 w 63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36"/>
                    <a:gd name="T14" fmla="*/ 63 w 63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36">
                      <a:moveTo>
                        <a:pt x="0" y="36"/>
                      </a:moveTo>
                      <a:lnTo>
                        <a:pt x="18" y="0"/>
                      </a:lnTo>
                      <a:lnTo>
                        <a:pt x="63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DDDAD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79" name="Freeform 885"/>
                <p:cNvSpPr>
                  <a:spLocks/>
                </p:cNvSpPr>
                <p:nvPr/>
              </p:nvSpPr>
              <p:spPr bwMode="auto">
                <a:xfrm>
                  <a:off x="663" y="118"/>
                  <a:ext cx="63" cy="36"/>
                </a:xfrm>
                <a:custGeom>
                  <a:avLst/>
                  <a:gdLst>
                    <a:gd name="T0" fmla="*/ 0 w 63"/>
                    <a:gd name="T1" fmla="*/ 36 h 36"/>
                    <a:gd name="T2" fmla="*/ 18 w 63"/>
                    <a:gd name="T3" fmla="*/ 0 h 36"/>
                    <a:gd name="T4" fmla="*/ 63 w 63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36"/>
                    <a:gd name="T11" fmla="*/ 63 w 63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36">
                      <a:moveTo>
                        <a:pt x="0" y="36"/>
                      </a:moveTo>
                      <a:lnTo>
                        <a:pt x="18" y="0"/>
                      </a:lnTo>
                      <a:lnTo>
                        <a:pt x="63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0" name="Freeform 886"/>
                <p:cNvSpPr>
                  <a:spLocks/>
                </p:cNvSpPr>
                <p:nvPr/>
              </p:nvSpPr>
              <p:spPr bwMode="auto">
                <a:xfrm>
                  <a:off x="463" y="0"/>
                  <a:ext cx="27" cy="27"/>
                </a:xfrm>
                <a:custGeom>
                  <a:avLst/>
                  <a:gdLst>
                    <a:gd name="T0" fmla="*/ 0 w 27"/>
                    <a:gd name="T1" fmla="*/ 27 h 27"/>
                    <a:gd name="T2" fmla="*/ 18 w 27"/>
                    <a:gd name="T3" fmla="*/ 0 h 27"/>
                    <a:gd name="T4" fmla="*/ 27 w 27"/>
                    <a:gd name="T5" fmla="*/ 9 h 27"/>
                    <a:gd name="T6" fmla="*/ 0 w 27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27"/>
                    <a:gd name="T14" fmla="*/ 27 w 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27">
                      <a:moveTo>
                        <a:pt x="0" y="27"/>
                      </a:moveTo>
                      <a:lnTo>
                        <a:pt x="18" y="0"/>
                      </a:lnTo>
                      <a:lnTo>
                        <a:pt x="27" y="9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A1CDF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1" name="Freeform 887"/>
                <p:cNvSpPr>
                  <a:spLocks/>
                </p:cNvSpPr>
                <p:nvPr/>
              </p:nvSpPr>
              <p:spPr bwMode="auto">
                <a:xfrm>
                  <a:off x="463" y="0"/>
                  <a:ext cx="27" cy="27"/>
                </a:xfrm>
                <a:custGeom>
                  <a:avLst/>
                  <a:gdLst>
                    <a:gd name="T0" fmla="*/ 0 w 27"/>
                    <a:gd name="T1" fmla="*/ 27 h 27"/>
                    <a:gd name="T2" fmla="*/ 18 w 27"/>
                    <a:gd name="T3" fmla="*/ 0 h 27"/>
                    <a:gd name="T4" fmla="*/ 27 w 27"/>
                    <a:gd name="T5" fmla="*/ 9 h 27"/>
                    <a:gd name="T6" fmla="*/ 0 w 27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27"/>
                    <a:gd name="T14" fmla="*/ 27 w 2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27">
                      <a:moveTo>
                        <a:pt x="0" y="27"/>
                      </a:moveTo>
                      <a:lnTo>
                        <a:pt x="18" y="0"/>
                      </a:lnTo>
                      <a:lnTo>
                        <a:pt x="27" y="9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2" name="Freeform 888"/>
                <p:cNvSpPr>
                  <a:spLocks/>
                </p:cNvSpPr>
                <p:nvPr/>
              </p:nvSpPr>
              <p:spPr bwMode="auto">
                <a:xfrm>
                  <a:off x="118" y="272"/>
                  <a:ext cx="55" cy="118"/>
                </a:xfrm>
                <a:custGeom>
                  <a:avLst/>
                  <a:gdLst>
                    <a:gd name="T0" fmla="*/ 0 w 55"/>
                    <a:gd name="T1" fmla="*/ 0 h 118"/>
                    <a:gd name="T2" fmla="*/ 55 w 55"/>
                    <a:gd name="T3" fmla="*/ 55 h 118"/>
                    <a:gd name="T4" fmla="*/ 18 w 55"/>
                    <a:gd name="T5" fmla="*/ 118 h 118"/>
                    <a:gd name="T6" fmla="*/ 0 w 55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18"/>
                    <a:gd name="T14" fmla="*/ 55 w 55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18">
                      <a:moveTo>
                        <a:pt x="0" y="0"/>
                      </a:moveTo>
                      <a:lnTo>
                        <a:pt x="55" y="55"/>
                      </a:lnTo>
                      <a:lnTo>
                        <a:pt x="18" y="1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D6CC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3" name="Freeform 889"/>
                <p:cNvSpPr>
                  <a:spLocks/>
                </p:cNvSpPr>
                <p:nvPr/>
              </p:nvSpPr>
              <p:spPr bwMode="auto">
                <a:xfrm>
                  <a:off x="118" y="272"/>
                  <a:ext cx="55" cy="118"/>
                </a:xfrm>
                <a:custGeom>
                  <a:avLst/>
                  <a:gdLst>
                    <a:gd name="T0" fmla="*/ 0 w 55"/>
                    <a:gd name="T1" fmla="*/ 0 h 118"/>
                    <a:gd name="T2" fmla="*/ 55 w 55"/>
                    <a:gd name="T3" fmla="*/ 55 h 118"/>
                    <a:gd name="T4" fmla="*/ 18 w 55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18"/>
                    <a:gd name="T11" fmla="*/ 55 w 55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18">
                      <a:moveTo>
                        <a:pt x="0" y="0"/>
                      </a:moveTo>
                      <a:lnTo>
                        <a:pt x="55" y="55"/>
                      </a:lnTo>
                      <a:lnTo>
                        <a:pt x="18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4" name="Freeform 890"/>
                <p:cNvSpPr>
                  <a:spLocks/>
                </p:cNvSpPr>
                <p:nvPr/>
              </p:nvSpPr>
              <p:spPr bwMode="auto">
                <a:xfrm>
                  <a:off x="118" y="218"/>
                  <a:ext cx="55" cy="109"/>
                </a:xfrm>
                <a:custGeom>
                  <a:avLst/>
                  <a:gdLst>
                    <a:gd name="T0" fmla="*/ 55 w 55"/>
                    <a:gd name="T1" fmla="*/ 109 h 109"/>
                    <a:gd name="T2" fmla="*/ 0 w 55"/>
                    <a:gd name="T3" fmla="*/ 54 h 109"/>
                    <a:gd name="T4" fmla="*/ 46 w 55"/>
                    <a:gd name="T5" fmla="*/ 0 h 109"/>
                    <a:gd name="T6" fmla="*/ 55 w 55"/>
                    <a:gd name="T7" fmla="*/ 109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109"/>
                    <a:gd name="T14" fmla="*/ 55 w 5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109">
                      <a:moveTo>
                        <a:pt x="55" y="109"/>
                      </a:moveTo>
                      <a:lnTo>
                        <a:pt x="0" y="54"/>
                      </a:lnTo>
                      <a:lnTo>
                        <a:pt x="46" y="0"/>
                      </a:lnTo>
                      <a:lnTo>
                        <a:pt x="55" y="109"/>
                      </a:lnTo>
                      <a:close/>
                    </a:path>
                  </a:pathLst>
                </a:custGeom>
                <a:solidFill>
                  <a:srgbClr val="7173C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5" name="Freeform 891"/>
                <p:cNvSpPr>
                  <a:spLocks/>
                </p:cNvSpPr>
                <p:nvPr/>
              </p:nvSpPr>
              <p:spPr bwMode="auto">
                <a:xfrm>
                  <a:off x="118" y="218"/>
                  <a:ext cx="55" cy="109"/>
                </a:xfrm>
                <a:custGeom>
                  <a:avLst/>
                  <a:gdLst>
                    <a:gd name="T0" fmla="*/ 55 w 55"/>
                    <a:gd name="T1" fmla="*/ 109 h 109"/>
                    <a:gd name="T2" fmla="*/ 0 w 55"/>
                    <a:gd name="T3" fmla="*/ 54 h 109"/>
                    <a:gd name="T4" fmla="*/ 46 w 55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09"/>
                    <a:gd name="T11" fmla="*/ 55 w 5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09">
                      <a:moveTo>
                        <a:pt x="55" y="109"/>
                      </a:moveTo>
                      <a:lnTo>
                        <a:pt x="0" y="54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6" name="Freeform 892"/>
                <p:cNvSpPr>
                  <a:spLocks/>
                </p:cNvSpPr>
                <p:nvPr/>
              </p:nvSpPr>
              <p:spPr bwMode="auto">
                <a:xfrm>
                  <a:off x="427" y="9"/>
                  <a:ext cx="36" cy="18"/>
                </a:xfrm>
                <a:custGeom>
                  <a:avLst/>
                  <a:gdLst>
                    <a:gd name="T0" fmla="*/ 36 w 36"/>
                    <a:gd name="T1" fmla="*/ 18 h 18"/>
                    <a:gd name="T2" fmla="*/ 0 w 36"/>
                    <a:gd name="T3" fmla="*/ 0 h 18"/>
                    <a:gd name="T4" fmla="*/ 9 w 36"/>
                    <a:gd name="T5" fmla="*/ 0 h 18"/>
                    <a:gd name="T6" fmla="*/ 36 w 3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36" y="18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36" y="18"/>
                      </a:lnTo>
                      <a:close/>
                    </a:path>
                  </a:pathLst>
                </a:custGeom>
                <a:solidFill>
                  <a:srgbClr val="98C4F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7" name="Freeform 893"/>
                <p:cNvSpPr>
                  <a:spLocks/>
                </p:cNvSpPr>
                <p:nvPr/>
              </p:nvSpPr>
              <p:spPr bwMode="auto">
                <a:xfrm>
                  <a:off x="427" y="9"/>
                  <a:ext cx="36" cy="18"/>
                </a:xfrm>
                <a:custGeom>
                  <a:avLst/>
                  <a:gdLst>
                    <a:gd name="T0" fmla="*/ 36 w 36"/>
                    <a:gd name="T1" fmla="*/ 18 h 18"/>
                    <a:gd name="T2" fmla="*/ 0 w 36"/>
                    <a:gd name="T3" fmla="*/ 0 h 18"/>
                    <a:gd name="T4" fmla="*/ 9 w 36"/>
                    <a:gd name="T5" fmla="*/ 0 h 18"/>
                    <a:gd name="T6" fmla="*/ 36 w 3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36" y="18"/>
                      </a:moveTo>
                      <a:lnTo>
                        <a:pt x="0" y="0"/>
                      </a:lnTo>
                      <a:lnTo>
                        <a:pt x="9" y="0"/>
                      </a:lnTo>
                      <a:lnTo>
                        <a:pt x="36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8" name="Freeform 894"/>
                <p:cNvSpPr>
                  <a:spLocks/>
                </p:cNvSpPr>
                <p:nvPr/>
              </p:nvSpPr>
              <p:spPr bwMode="auto">
                <a:xfrm>
                  <a:off x="245" y="73"/>
                  <a:ext cx="46" cy="63"/>
                </a:xfrm>
                <a:custGeom>
                  <a:avLst/>
                  <a:gdLst>
                    <a:gd name="T0" fmla="*/ 37 w 46"/>
                    <a:gd name="T1" fmla="*/ 0 h 63"/>
                    <a:gd name="T2" fmla="*/ 46 w 46"/>
                    <a:gd name="T3" fmla="*/ 27 h 63"/>
                    <a:gd name="T4" fmla="*/ 0 w 46"/>
                    <a:gd name="T5" fmla="*/ 63 h 63"/>
                    <a:gd name="T6" fmla="*/ 37 w 46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63"/>
                    <a:gd name="T14" fmla="*/ 46 w 46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63">
                      <a:moveTo>
                        <a:pt x="37" y="0"/>
                      </a:moveTo>
                      <a:lnTo>
                        <a:pt x="46" y="27"/>
                      </a:lnTo>
                      <a:lnTo>
                        <a:pt x="0" y="63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6887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89" name="Freeform 895"/>
                <p:cNvSpPr>
                  <a:spLocks/>
                </p:cNvSpPr>
                <p:nvPr/>
              </p:nvSpPr>
              <p:spPr bwMode="auto">
                <a:xfrm>
                  <a:off x="245" y="73"/>
                  <a:ext cx="46" cy="63"/>
                </a:xfrm>
                <a:custGeom>
                  <a:avLst/>
                  <a:gdLst>
                    <a:gd name="T0" fmla="*/ 37 w 46"/>
                    <a:gd name="T1" fmla="*/ 0 h 63"/>
                    <a:gd name="T2" fmla="*/ 46 w 46"/>
                    <a:gd name="T3" fmla="*/ 27 h 63"/>
                    <a:gd name="T4" fmla="*/ 0 w 46"/>
                    <a:gd name="T5" fmla="*/ 63 h 63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63"/>
                    <a:gd name="T11" fmla="*/ 46 w 46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63">
                      <a:moveTo>
                        <a:pt x="37" y="0"/>
                      </a:moveTo>
                      <a:lnTo>
                        <a:pt x="46" y="27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0" name="Freeform 896"/>
                <p:cNvSpPr>
                  <a:spLocks/>
                </p:cNvSpPr>
                <p:nvPr/>
              </p:nvSpPr>
              <p:spPr bwMode="auto">
                <a:xfrm>
                  <a:off x="282" y="45"/>
                  <a:ext cx="45" cy="55"/>
                </a:xfrm>
                <a:custGeom>
                  <a:avLst/>
                  <a:gdLst>
                    <a:gd name="T0" fmla="*/ 9 w 45"/>
                    <a:gd name="T1" fmla="*/ 55 h 55"/>
                    <a:gd name="T2" fmla="*/ 0 w 45"/>
                    <a:gd name="T3" fmla="*/ 28 h 55"/>
                    <a:gd name="T4" fmla="*/ 45 w 45"/>
                    <a:gd name="T5" fmla="*/ 0 h 55"/>
                    <a:gd name="T6" fmla="*/ 9 w 45"/>
                    <a:gd name="T7" fmla="*/ 55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55"/>
                    <a:gd name="T14" fmla="*/ 45 w 45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55">
                      <a:moveTo>
                        <a:pt x="9" y="55"/>
                      </a:moveTo>
                      <a:lnTo>
                        <a:pt x="0" y="28"/>
                      </a:lnTo>
                      <a:lnTo>
                        <a:pt x="45" y="0"/>
                      </a:lnTo>
                      <a:lnTo>
                        <a:pt x="9" y="55"/>
                      </a:lnTo>
                      <a:close/>
                    </a:path>
                  </a:pathLst>
                </a:custGeom>
                <a:solidFill>
                  <a:srgbClr val="7595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1" name="Freeform 897"/>
                <p:cNvSpPr>
                  <a:spLocks/>
                </p:cNvSpPr>
                <p:nvPr/>
              </p:nvSpPr>
              <p:spPr bwMode="auto">
                <a:xfrm>
                  <a:off x="282" y="45"/>
                  <a:ext cx="45" cy="55"/>
                </a:xfrm>
                <a:custGeom>
                  <a:avLst/>
                  <a:gdLst>
                    <a:gd name="T0" fmla="*/ 9 w 45"/>
                    <a:gd name="T1" fmla="*/ 55 h 55"/>
                    <a:gd name="T2" fmla="*/ 0 w 45"/>
                    <a:gd name="T3" fmla="*/ 28 h 55"/>
                    <a:gd name="T4" fmla="*/ 45 w 45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55"/>
                    <a:gd name="T11" fmla="*/ 45 w 45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55">
                      <a:moveTo>
                        <a:pt x="9" y="55"/>
                      </a:moveTo>
                      <a:lnTo>
                        <a:pt x="0" y="28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2" name="Freeform 898"/>
                <p:cNvSpPr>
                  <a:spLocks/>
                </p:cNvSpPr>
                <p:nvPr/>
              </p:nvSpPr>
              <p:spPr bwMode="auto">
                <a:xfrm>
                  <a:off x="327" y="18"/>
                  <a:ext cx="45" cy="27"/>
                </a:xfrm>
                <a:custGeom>
                  <a:avLst/>
                  <a:gdLst>
                    <a:gd name="T0" fmla="*/ 45 w 45"/>
                    <a:gd name="T1" fmla="*/ 0 h 27"/>
                    <a:gd name="T2" fmla="*/ 45 w 45"/>
                    <a:gd name="T3" fmla="*/ 18 h 27"/>
                    <a:gd name="T4" fmla="*/ 0 w 45"/>
                    <a:gd name="T5" fmla="*/ 27 h 27"/>
                    <a:gd name="T6" fmla="*/ 45 w 45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27"/>
                    <a:gd name="T14" fmla="*/ 45 w 4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27">
                      <a:moveTo>
                        <a:pt x="45" y="0"/>
                      </a:moveTo>
                      <a:lnTo>
                        <a:pt x="45" y="18"/>
                      </a:lnTo>
                      <a:lnTo>
                        <a:pt x="0" y="27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72A5F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3" name="Freeform 899"/>
                <p:cNvSpPr>
                  <a:spLocks/>
                </p:cNvSpPr>
                <p:nvPr/>
              </p:nvSpPr>
              <p:spPr bwMode="auto">
                <a:xfrm>
                  <a:off x="327" y="18"/>
                  <a:ext cx="45" cy="27"/>
                </a:xfrm>
                <a:custGeom>
                  <a:avLst/>
                  <a:gdLst>
                    <a:gd name="T0" fmla="*/ 45 w 45"/>
                    <a:gd name="T1" fmla="*/ 0 h 27"/>
                    <a:gd name="T2" fmla="*/ 45 w 45"/>
                    <a:gd name="T3" fmla="*/ 18 h 27"/>
                    <a:gd name="T4" fmla="*/ 0 w 45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27"/>
                    <a:gd name="T11" fmla="*/ 45 w 4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27">
                      <a:moveTo>
                        <a:pt x="45" y="0"/>
                      </a:moveTo>
                      <a:lnTo>
                        <a:pt x="45" y="18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4" name="Freeform 900"/>
                <p:cNvSpPr>
                  <a:spLocks/>
                </p:cNvSpPr>
                <p:nvPr/>
              </p:nvSpPr>
              <p:spPr bwMode="auto">
                <a:xfrm>
                  <a:off x="372" y="18"/>
                  <a:ext cx="46" cy="18"/>
                </a:xfrm>
                <a:custGeom>
                  <a:avLst/>
                  <a:gdLst>
                    <a:gd name="T0" fmla="*/ 0 w 46"/>
                    <a:gd name="T1" fmla="*/ 18 h 18"/>
                    <a:gd name="T2" fmla="*/ 0 w 46"/>
                    <a:gd name="T3" fmla="*/ 0 h 18"/>
                    <a:gd name="T4" fmla="*/ 46 w 46"/>
                    <a:gd name="T5" fmla="*/ 0 h 18"/>
                    <a:gd name="T6" fmla="*/ 0 w 4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0" y="18"/>
                      </a:moveTo>
                      <a:lnTo>
                        <a:pt x="0" y="0"/>
                      </a:lnTo>
                      <a:lnTo>
                        <a:pt x="46" y="0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87B3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5" name="Freeform 901"/>
                <p:cNvSpPr>
                  <a:spLocks/>
                </p:cNvSpPr>
                <p:nvPr/>
              </p:nvSpPr>
              <p:spPr bwMode="auto">
                <a:xfrm>
                  <a:off x="372" y="18"/>
                  <a:ext cx="46" cy="18"/>
                </a:xfrm>
                <a:custGeom>
                  <a:avLst/>
                  <a:gdLst>
                    <a:gd name="T0" fmla="*/ 0 w 46"/>
                    <a:gd name="T1" fmla="*/ 18 h 18"/>
                    <a:gd name="T2" fmla="*/ 0 w 46"/>
                    <a:gd name="T3" fmla="*/ 0 h 18"/>
                    <a:gd name="T4" fmla="*/ 46 w 46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0" y="18"/>
                      </a:moveTo>
                      <a:lnTo>
                        <a:pt x="0" y="0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6" name="Freeform 902"/>
                <p:cNvSpPr>
                  <a:spLocks/>
                </p:cNvSpPr>
                <p:nvPr/>
              </p:nvSpPr>
              <p:spPr bwMode="auto">
                <a:xfrm>
                  <a:off x="372" y="9"/>
                  <a:ext cx="55" cy="9"/>
                </a:xfrm>
                <a:custGeom>
                  <a:avLst/>
                  <a:gdLst>
                    <a:gd name="T0" fmla="*/ 55 w 55"/>
                    <a:gd name="T1" fmla="*/ 0 h 9"/>
                    <a:gd name="T2" fmla="*/ 46 w 55"/>
                    <a:gd name="T3" fmla="*/ 9 h 9"/>
                    <a:gd name="T4" fmla="*/ 0 w 55"/>
                    <a:gd name="T5" fmla="*/ 9 h 9"/>
                    <a:gd name="T6" fmla="*/ 55 w 5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9"/>
                    <a:gd name="T14" fmla="*/ 55 w 5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9">
                      <a:moveTo>
                        <a:pt x="55" y="0"/>
                      </a:moveTo>
                      <a:lnTo>
                        <a:pt x="46" y="9"/>
                      </a:lnTo>
                      <a:lnTo>
                        <a:pt x="0" y="9"/>
                      </a:lnTo>
                      <a:lnTo>
                        <a:pt x="55" y="0"/>
                      </a:lnTo>
                      <a:close/>
                    </a:path>
                  </a:pathLst>
                </a:custGeom>
                <a:solidFill>
                  <a:srgbClr val="81B8F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7" name="Freeform 903"/>
                <p:cNvSpPr>
                  <a:spLocks/>
                </p:cNvSpPr>
                <p:nvPr/>
              </p:nvSpPr>
              <p:spPr bwMode="auto">
                <a:xfrm>
                  <a:off x="372" y="9"/>
                  <a:ext cx="55" cy="9"/>
                </a:xfrm>
                <a:custGeom>
                  <a:avLst/>
                  <a:gdLst>
                    <a:gd name="T0" fmla="*/ 55 w 55"/>
                    <a:gd name="T1" fmla="*/ 0 h 9"/>
                    <a:gd name="T2" fmla="*/ 46 w 55"/>
                    <a:gd name="T3" fmla="*/ 9 h 9"/>
                    <a:gd name="T4" fmla="*/ 0 w 55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9"/>
                    <a:gd name="T11" fmla="*/ 55 w 55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9">
                      <a:moveTo>
                        <a:pt x="55" y="0"/>
                      </a:moveTo>
                      <a:lnTo>
                        <a:pt x="46" y="9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8" name="Freeform 904"/>
                <p:cNvSpPr>
                  <a:spLocks/>
                </p:cNvSpPr>
                <p:nvPr/>
              </p:nvSpPr>
              <p:spPr bwMode="auto">
                <a:xfrm>
                  <a:off x="463" y="9"/>
                  <a:ext cx="36" cy="18"/>
                </a:xfrm>
                <a:custGeom>
                  <a:avLst/>
                  <a:gdLst>
                    <a:gd name="T0" fmla="*/ 0 w 36"/>
                    <a:gd name="T1" fmla="*/ 18 h 18"/>
                    <a:gd name="T2" fmla="*/ 27 w 36"/>
                    <a:gd name="T3" fmla="*/ 0 h 18"/>
                    <a:gd name="T4" fmla="*/ 36 w 36"/>
                    <a:gd name="T5" fmla="*/ 9 h 18"/>
                    <a:gd name="T6" fmla="*/ 0 w 3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0" y="18"/>
                      </a:moveTo>
                      <a:lnTo>
                        <a:pt x="27" y="0"/>
                      </a:lnTo>
                      <a:lnTo>
                        <a:pt x="36" y="9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A5CDF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99" name="Freeform 905"/>
                <p:cNvSpPr>
                  <a:spLocks/>
                </p:cNvSpPr>
                <p:nvPr/>
              </p:nvSpPr>
              <p:spPr bwMode="auto">
                <a:xfrm>
                  <a:off x="463" y="9"/>
                  <a:ext cx="36" cy="18"/>
                </a:xfrm>
                <a:custGeom>
                  <a:avLst/>
                  <a:gdLst>
                    <a:gd name="T0" fmla="*/ 0 w 36"/>
                    <a:gd name="T1" fmla="*/ 18 h 18"/>
                    <a:gd name="T2" fmla="*/ 27 w 36"/>
                    <a:gd name="T3" fmla="*/ 0 h 18"/>
                    <a:gd name="T4" fmla="*/ 36 w 36"/>
                    <a:gd name="T5" fmla="*/ 9 h 18"/>
                    <a:gd name="T6" fmla="*/ 0 w 36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0" y="18"/>
                      </a:moveTo>
                      <a:lnTo>
                        <a:pt x="27" y="0"/>
                      </a:lnTo>
                      <a:lnTo>
                        <a:pt x="36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0" name="Freeform 906"/>
                <p:cNvSpPr>
                  <a:spLocks/>
                </p:cNvSpPr>
                <p:nvPr/>
              </p:nvSpPr>
              <p:spPr bwMode="auto">
                <a:xfrm>
                  <a:off x="254" y="1370"/>
                  <a:ext cx="272" cy="136"/>
                </a:xfrm>
                <a:custGeom>
                  <a:avLst/>
                  <a:gdLst>
                    <a:gd name="T0" fmla="*/ 0 w 272"/>
                    <a:gd name="T1" fmla="*/ 0 h 136"/>
                    <a:gd name="T2" fmla="*/ 272 w 272"/>
                    <a:gd name="T3" fmla="*/ 18 h 136"/>
                    <a:gd name="T4" fmla="*/ 272 w 272"/>
                    <a:gd name="T5" fmla="*/ 136 h 136"/>
                    <a:gd name="T6" fmla="*/ 0 w 272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2"/>
                    <a:gd name="T13" fmla="*/ 0 h 136"/>
                    <a:gd name="T14" fmla="*/ 272 w 27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2" h="136">
                      <a:moveTo>
                        <a:pt x="0" y="0"/>
                      </a:moveTo>
                      <a:lnTo>
                        <a:pt x="272" y="18"/>
                      </a:lnTo>
                      <a:lnTo>
                        <a:pt x="272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F80A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1" name="Freeform 907"/>
                <p:cNvSpPr>
                  <a:spLocks/>
                </p:cNvSpPr>
                <p:nvPr/>
              </p:nvSpPr>
              <p:spPr bwMode="auto">
                <a:xfrm>
                  <a:off x="254" y="1370"/>
                  <a:ext cx="272" cy="136"/>
                </a:xfrm>
                <a:custGeom>
                  <a:avLst/>
                  <a:gdLst>
                    <a:gd name="T0" fmla="*/ 0 w 272"/>
                    <a:gd name="T1" fmla="*/ 0 h 136"/>
                    <a:gd name="T2" fmla="*/ 272 w 272"/>
                    <a:gd name="T3" fmla="*/ 18 h 136"/>
                    <a:gd name="T4" fmla="*/ 272 w 272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272"/>
                    <a:gd name="T10" fmla="*/ 0 h 136"/>
                    <a:gd name="T11" fmla="*/ 272 w 272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2" h="136">
                      <a:moveTo>
                        <a:pt x="0" y="0"/>
                      </a:moveTo>
                      <a:lnTo>
                        <a:pt x="272" y="18"/>
                      </a:lnTo>
                      <a:lnTo>
                        <a:pt x="272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2" name="Freeform 908"/>
                <p:cNvSpPr>
                  <a:spLocks/>
                </p:cNvSpPr>
                <p:nvPr/>
              </p:nvSpPr>
              <p:spPr bwMode="auto">
                <a:xfrm>
                  <a:off x="735" y="417"/>
                  <a:ext cx="118" cy="73"/>
                </a:xfrm>
                <a:custGeom>
                  <a:avLst/>
                  <a:gdLst>
                    <a:gd name="T0" fmla="*/ 118 w 118"/>
                    <a:gd name="T1" fmla="*/ 9 h 73"/>
                    <a:gd name="T2" fmla="*/ 36 w 118"/>
                    <a:gd name="T3" fmla="*/ 73 h 73"/>
                    <a:gd name="T4" fmla="*/ 0 w 118"/>
                    <a:gd name="T5" fmla="*/ 0 h 73"/>
                    <a:gd name="T6" fmla="*/ 118 w 118"/>
                    <a:gd name="T7" fmla="*/ 9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73"/>
                    <a:gd name="T14" fmla="*/ 118 w 118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73">
                      <a:moveTo>
                        <a:pt x="118" y="9"/>
                      </a:moveTo>
                      <a:lnTo>
                        <a:pt x="36" y="73"/>
                      </a:lnTo>
                      <a:lnTo>
                        <a:pt x="0" y="0"/>
                      </a:lnTo>
                      <a:lnTo>
                        <a:pt x="118" y="9"/>
                      </a:lnTo>
                      <a:close/>
                    </a:path>
                  </a:pathLst>
                </a:custGeom>
                <a:solidFill>
                  <a:srgbClr val="DFC1B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3" name="Freeform 909"/>
                <p:cNvSpPr>
                  <a:spLocks/>
                </p:cNvSpPr>
                <p:nvPr/>
              </p:nvSpPr>
              <p:spPr bwMode="auto">
                <a:xfrm>
                  <a:off x="735" y="417"/>
                  <a:ext cx="118" cy="73"/>
                </a:xfrm>
                <a:custGeom>
                  <a:avLst/>
                  <a:gdLst>
                    <a:gd name="T0" fmla="*/ 118 w 118"/>
                    <a:gd name="T1" fmla="*/ 9 h 73"/>
                    <a:gd name="T2" fmla="*/ 36 w 118"/>
                    <a:gd name="T3" fmla="*/ 73 h 73"/>
                    <a:gd name="T4" fmla="*/ 0 w 118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73"/>
                    <a:gd name="T11" fmla="*/ 118 w 118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73">
                      <a:moveTo>
                        <a:pt x="118" y="9"/>
                      </a:moveTo>
                      <a:lnTo>
                        <a:pt x="36" y="7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4" name="Freeform 910"/>
                <p:cNvSpPr>
                  <a:spLocks/>
                </p:cNvSpPr>
                <p:nvPr/>
              </p:nvSpPr>
              <p:spPr bwMode="auto">
                <a:xfrm>
                  <a:off x="735" y="363"/>
                  <a:ext cx="118" cy="63"/>
                </a:xfrm>
                <a:custGeom>
                  <a:avLst/>
                  <a:gdLst>
                    <a:gd name="T0" fmla="*/ 0 w 118"/>
                    <a:gd name="T1" fmla="*/ 54 h 63"/>
                    <a:gd name="T2" fmla="*/ 82 w 118"/>
                    <a:gd name="T3" fmla="*/ 0 h 63"/>
                    <a:gd name="T4" fmla="*/ 118 w 118"/>
                    <a:gd name="T5" fmla="*/ 63 h 63"/>
                    <a:gd name="T6" fmla="*/ 0 w 118"/>
                    <a:gd name="T7" fmla="*/ 54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63"/>
                    <a:gd name="T14" fmla="*/ 118 w 118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63">
                      <a:moveTo>
                        <a:pt x="0" y="54"/>
                      </a:moveTo>
                      <a:lnTo>
                        <a:pt x="82" y="0"/>
                      </a:lnTo>
                      <a:lnTo>
                        <a:pt x="118" y="63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DFC1B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5" name="Freeform 911"/>
                <p:cNvSpPr>
                  <a:spLocks/>
                </p:cNvSpPr>
                <p:nvPr/>
              </p:nvSpPr>
              <p:spPr bwMode="auto">
                <a:xfrm>
                  <a:off x="735" y="363"/>
                  <a:ext cx="118" cy="63"/>
                </a:xfrm>
                <a:custGeom>
                  <a:avLst/>
                  <a:gdLst>
                    <a:gd name="T0" fmla="*/ 0 w 118"/>
                    <a:gd name="T1" fmla="*/ 54 h 63"/>
                    <a:gd name="T2" fmla="*/ 82 w 118"/>
                    <a:gd name="T3" fmla="*/ 0 h 63"/>
                    <a:gd name="T4" fmla="*/ 118 w 118"/>
                    <a:gd name="T5" fmla="*/ 63 h 63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63"/>
                    <a:gd name="T11" fmla="*/ 118 w 118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63">
                      <a:moveTo>
                        <a:pt x="0" y="54"/>
                      </a:moveTo>
                      <a:lnTo>
                        <a:pt x="82" y="0"/>
                      </a:lnTo>
                      <a:lnTo>
                        <a:pt x="118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6" name="Freeform 912"/>
                <p:cNvSpPr>
                  <a:spLocks/>
                </p:cNvSpPr>
                <p:nvPr/>
              </p:nvSpPr>
              <p:spPr bwMode="auto">
                <a:xfrm>
                  <a:off x="418" y="9"/>
                  <a:ext cx="45" cy="18"/>
                </a:xfrm>
                <a:custGeom>
                  <a:avLst/>
                  <a:gdLst>
                    <a:gd name="T0" fmla="*/ 45 w 45"/>
                    <a:gd name="T1" fmla="*/ 18 h 18"/>
                    <a:gd name="T2" fmla="*/ 0 w 45"/>
                    <a:gd name="T3" fmla="*/ 9 h 18"/>
                    <a:gd name="T4" fmla="*/ 9 w 45"/>
                    <a:gd name="T5" fmla="*/ 0 h 18"/>
                    <a:gd name="T6" fmla="*/ 45 w 4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45" y="18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45" y="18"/>
                      </a:lnTo>
                      <a:close/>
                    </a:path>
                  </a:pathLst>
                </a:custGeom>
                <a:solidFill>
                  <a:srgbClr val="99C2F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7" name="Freeform 913"/>
                <p:cNvSpPr>
                  <a:spLocks/>
                </p:cNvSpPr>
                <p:nvPr/>
              </p:nvSpPr>
              <p:spPr bwMode="auto">
                <a:xfrm>
                  <a:off x="418" y="9"/>
                  <a:ext cx="45" cy="18"/>
                </a:xfrm>
                <a:custGeom>
                  <a:avLst/>
                  <a:gdLst>
                    <a:gd name="T0" fmla="*/ 45 w 45"/>
                    <a:gd name="T1" fmla="*/ 18 h 18"/>
                    <a:gd name="T2" fmla="*/ 0 w 45"/>
                    <a:gd name="T3" fmla="*/ 9 h 18"/>
                    <a:gd name="T4" fmla="*/ 9 w 45"/>
                    <a:gd name="T5" fmla="*/ 0 h 18"/>
                    <a:gd name="T6" fmla="*/ 45 w 45"/>
                    <a:gd name="T7" fmla="*/ 18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8"/>
                    <a:gd name="T14" fmla="*/ 45 w 45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8">
                      <a:moveTo>
                        <a:pt x="45" y="18"/>
                      </a:moveTo>
                      <a:lnTo>
                        <a:pt x="0" y="9"/>
                      </a:lnTo>
                      <a:lnTo>
                        <a:pt x="9" y="0"/>
                      </a:lnTo>
                      <a:lnTo>
                        <a:pt x="45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8" name="Freeform 914"/>
                <p:cNvSpPr>
                  <a:spLocks/>
                </p:cNvSpPr>
                <p:nvPr/>
              </p:nvSpPr>
              <p:spPr bwMode="auto">
                <a:xfrm>
                  <a:off x="64" y="1080"/>
                  <a:ext cx="218" cy="172"/>
                </a:xfrm>
                <a:custGeom>
                  <a:avLst/>
                  <a:gdLst>
                    <a:gd name="T0" fmla="*/ 0 w 218"/>
                    <a:gd name="T1" fmla="*/ 0 h 172"/>
                    <a:gd name="T2" fmla="*/ 218 w 218"/>
                    <a:gd name="T3" fmla="*/ 63 h 172"/>
                    <a:gd name="T4" fmla="*/ 209 w 218"/>
                    <a:gd name="T5" fmla="*/ 172 h 172"/>
                    <a:gd name="T6" fmla="*/ 0 w 218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8"/>
                    <a:gd name="T13" fmla="*/ 0 h 172"/>
                    <a:gd name="T14" fmla="*/ 218 w 218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8" h="172">
                      <a:moveTo>
                        <a:pt x="0" y="0"/>
                      </a:moveTo>
                      <a:lnTo>
                        <a:pt x="218" y="63"/>
                      </a:lnTo>
                      <a:lnTo>
                        <a:pt x="209" y="1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A73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09" name="Freeform 915"/>
                <p:cNvSpPr>
                  <a:spLocks/>
                </p:cNvSpPr>
                <p:nvPr/>
              </p:nvSpPr>
              <p:spPr bwMode="auto">
                <a:xfrm>
                  <a:off x="64" y="1080"/>
                  <a:ext cx="218" cy="172"/>
                </a:xfrm>
                <a:custGeom>
                  <a:avLst/>
                  <a:gdLst>
                    <a:gd name="T0" fmla="*/ 0 w 218"/>
                    <a:gd name="T1" fmla="*/ 0 h 172"/>
                    <a:gd name="T2" fmla="*/ 218 w 218"/>
                    <a:gd name="T3" fmla="*/ 63 h 172"/>
                    <a:gd name="T4" fmla="*/ 209 w 218"/>
                    <a:gd name="T5" fmla="*/ 172 h 172"/>
                    <a:gd name="T6" fmla="*/ 0 60000 65536"/>
                    <a:gd name="T7" fmla="*/ 0 60000 65536"/>
                    <a:gd name="T8" fmla="*/ 0 60000 65536"/>
                    <a:gd name="T9" fmla="*/ 0 w 218"/>
                    <a:gd name="T10" fmla="*/ 0 h 172"/>
                    <a:gd name="T11" fmla="*/ 218 w 218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" h="172">
                      <a:moveTo>
                        <a:pt x="0" y="0"/>
                      </a:moveTo>
                      <a:lnTo>
                        <a:pt x="218" y="63"/>
                      </a:lnTo>
                      <a:lnTo>
                        <a:pt x="209" y="1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0" name="Freeform 916"/>
                <p:cNvSpPr>
                  <a:spLocks/>
                </p:cNvSpPr>
                <p:nvPr/>
              </p:nvSpPr>
              <p:spPr bwMode="auto">
                <a:xfrm>
                  <a:off x="64" y="971"/>
                  <a:ext cx="218" cy="172"/>
                </a:xfrm>
                <a:custGeom>
                  <a:avLst/>
                  <a:gdLst>
                    <a:gd name="T0" fmla="*/ 218 w 218"/>
                    <a:gd name="T1" fmla="*/ 172 h 172"/>
                    <a:gd name="T2" fmla="*/ 0 w 218"/>
                    <a:gd name="T3" fmla="*/ 109 h 172"/>
                    <a:gd name="T4" fmla="*/ 18 w 218"/>
                    <a:gd name="T5" fmla="*/ 0 h 172"/>
                    <a:gd name="T6" fmla="*/ 218 w 218"/>
                    <a:gd name="T7" fmla="*/ 172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8"/>
                    <a:gd name="T13" fmla="*/ 0 h 172"/>
                    <a:gd name="T14" fmla="*/ 218 w 218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8" h="172">
                      <a:moveTo>
                        <a:pt x="218" y="172"/>
                      </a:moveTo>
                      <a:lnTo>
                        <a:pt x="0" y="109"/>
                      </a:lnTo>
                      <a:lnTo>
                        <a:pt x="18" y="0"/>
                      </a:lnTo>
                      <a:lnTo>
                        <a:pt x="218" y="172"/>
                      </a:lnTo>
                      <a:close/>
                    </a:path>
                  </a:pathLst>
                </a:custGeom>
                <a:solidFill>
                  <a:srgbClr val="9B75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1" name="Freeform 917"/>
                <p:cNvSpPr>
                  <a:spLocks/>
                </p:cNvSpPr>
                <p:nvPr/>
              </p:nvSpPr>
              <p:spPr bwMode="auto">
                <a:xfrm>
                  <a:off x="64" y="971"/>
                  <a:ext cx="218" cy="172"/>
                </a:xfrm>
                <a:custGeom>
                  <a:avLst/>
                  <a:gdLst>
                    <a:gd name="T0" fmla="*/ 218 w 218"/>
                    <a:gd name="T1" fmla="*/ 172 h 172"/>
                    <a:gd name="T2" fmla="*/ 0 w 218"/>
                    <a:gd name="T3" fmla="*/ 109 h 172"/>
                    <a:gd name="T4" fmla="*/ 18 w 218"/>
                    <a:gd name="T5" fmla="*/ 0 h 172"/>
                    <a:gd name="T6" fmla="*/ 0 60000 65536"/>
                    <a:gd name="T7" fmla="*/ 0 60000 65536"/>
                    <a:gd name="T8" fmla="*/ 0 60000 65536"/>
                    <a:gd name="T9" fmla="*/ 0 w 218"/>
                    <a:gd name="T10" fmla="*/ 0 h 172"/>
                    <a:gd name="T11" fmla="*/ 218 w 218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8" h="172">
                      <a:moveTo>
                        <a:pt x="218" y="172"/>
                      </a:moveTo>
                      <a:lnTo>
                        <a:pt x="0" y="109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2" name="Freeform 918"/>
                <p:cNvSpPr>
                  <a:spLocks/>
                </p:cNvSpPr>
                <p:nvPr/>
              </p:nvSpPr>
              <p:spPr bwMode="auto">
                <a:xfrm>
                  <a:off x="508" y="27"/>
                  <a:ext cx="37" cy="18"/>
                </a:xfrm>
                <a:custGeom>
                  <a:avLst/>
                  <a:gdLst>
                    <a:gd name="T0" fmla="*/ 37 w 37"/>
                    <a:gd name="T1" fmla="*/ 0 h 18"/>
                    <a:gd name="T2" fmla="*/ 37 w 37"/>
                    <a:gd name="T3" fmla="*/ 18 h 18"/>
                    <a:gd name="T4" fmla="*/ 0 w 37"/>
                    <a:gd name="T5" fmla="*/ 0 h 18"/>
                    <a:gd name="T6" fmla="*/ 37 w 3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18"/>
                    <a:gd name="T14" fmla="*/ 37 w 3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18">
                      <a:moveTo>
                        <a:pt x="37" y="0"/>
                      </a:moveTo>
                      <a:lnTo>
                        <a:pt x="37" y="18"/>
                      </a:lnTo>
                      <a:lnTo>
                        <a:pt x="0" y="0"/>
                      </a:lnTo>
                      <a:lnTo>
                        <a:pt x="37" y="0"/>
                      </a:lnTo>
                      <a:close/>
                    </a:path>
                  </a:pathLst>
                </a:custGeom>
                <a:solidFill>
                  <a:srgbClr val="B7D6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3" name="Freeform 919"/>
                <p:cNvSpPr>
                  <a:spLocks/>
                </p:cNvSpPr>
                <p:nvPr/>
              </p:nvSpPr>
              <p:spPr bwMode="auto">
                <a:xfrm>
                  <a:off x="508" y="27"/>
                  <a:ext cx="37" cy="18"/>
                </a:xfrm>
                <a:custGeom>
                  <a:avLst/>
                  <a:gdLst>
                    <a:gd name="T0" fmla="*/ 37 w 37"/>
                    <a:gd name="T1" fmla="*/ 0 h 18"/>
                    <a:gd name="T2" fmla="*/ 37 w 37"/>
                    <a:gd name="T3" fmla="*/ 18 h 18"/>
                    <a:gd name="T4" fmla="*/ 0 w 37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18"/>
                    <a:gd name="T11" fmla="*/ 37 w 37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18">
                      <a:moveTo>
                        <a:pt x="37" y="0"/>
                      </a:moveTo>
                      <a:lnTo>
                        <a:pt x="37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4" name="Freeform 920"/>
                <p:cNvSpPr>
                  <a:spLocks/>
                </p:cNvSpPr>
                <p:nvPr/>
              </p:nvSpPr>
              <p:spPr bwMode="auto">
                <a:xfrm>
                  <a:off x="499" y="18"/>
                  <a:ext cx="46" cy="9"/>
                </a:xfrm>
                <a:custGeom>
                  <a:avLst/>
                  <a:gdLst>
                    <a:gd name="T0" fmla="*/ 9 w 46"/>
                    <a:gd name="T1" fmla="*/ 9 h 9"/>
                    <a:gd name="T2" fmla="*/ 0 w 46"/>
                    <a:gd name="T3" fmla="*/ 0 h 9"/>
                    <a:gd name="T4" fmla="*/ 46 w 46"/>
                    <a:gd name="T5" fmla="*/ 9 h 9"/>
                    <a:gd name="T6" fmla="*/ 9 w 4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9"/>
                    <a:gd name="T14" fmla="*/ 46 w 4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9">
                      <a:moveTo>
                        <a:pt x="9" y="9"/>
                      </a:moveTo>
                      <a:lnTo>
                        <a:pt x="0" y="0"/>
                      </a:lnTo>
                      <a:lnTo>
                        <a:pt x="46" y="9"/>
                      </a:lnTo>
                      <a:lnTo>
                        <a:pt x="9" y="9"/>
                      </a:lnTo>
                      <a:close/>
                    </a:path>
                  </a:pathLst>
                </a:custGeom>
                <a:solidFill>
                  <a:srgbClr val="B7D6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5" name="Freeform 921"/>
                <p:cNvSpPr>
                  <a:spLocks/>
                </p:cNvSpPr>
                <p:nvPr/>
              </p:nvSpPr>
              <p:spPr bwMode="auto">
                <a:xfrm>
                  <a:off x="499" y="18"/>
                  <a:ext cx="46" cy="9"/>
                </a:xfrm>
                <a:custGeom>
                  <a:avLst/>
                  <a:gdLst>
                    <a:gd name="T0" fmla="*/ 9 w 46"/>
                    <a:gd name="T1" fmla="*/ 9 h 9"/>
                    <a:gd name="T2" fmla="*/ 0 w 46"/>
                    <a:gd name="T3" fmla="*/ 0 h 9"/>
                    <a:gd name="T4" fmla="*/ 46 w 46"/>
                    <a:gd name="T5" fmla="*/ 9 h 9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9"/>
                    <a:gd name="T11" fmla="*/ 46 w 46"/>
                    <a:gd name="T12" fmla="*/ 9 h 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9">
                      <a:moveTo>
                        <a:pt x="9" y="9"/>
                      </a:moveTo>
                      <a:lnTo>
                        <a:pt x="0" y="0"/>
                      </a:lnTo>
                      <a:lnTo>
                        <a:pt x="46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6" name="Freeform 922"/>
                <p:cNvSpPr>
                  <a:spLocks/>
                </p:cNvSpPr>
                <p:nvPr/>
              </p:nvSpPr>
              <p:spPr bwMode="auto">
                <a:xfrm>
                  <a:off x="617" y="118"/>
                  <a:ext cx="64" cy="36"/>
                </a:xfrm>
                <a:custGeom>
                  <a:avLst/>
                  <a:gdLst>
                    <a:gd name="T0" fmla="*/ 64 w 64"/>
                    <a:gd name="T1" fmla="*/ 0 h 36"/>
                    <a:gd name="T2" fmla="*/ 46 w 64"/>
                    <a:gd name="T3" fmla="*/ 36 h 36"/>
                    <a:gd name="T4" fmla="*/ 0 w 64"/>
                    <a:gd name="T5" fmla="*/ 0 h 36"/>
                    <a:gd name="T6" fmla="*/ 64 w 6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36"/>
                    <a:gd name="T14" fmla="*/ 64 w 6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36">
                      <a:moveTo>
                        <a:pt x="64" y="0"/>
                      </a:moveTo>
                      <a:lnTo>
                        <a:pt x="46" y="36"/>
                      </a:lnTo>
                      <a:lnTo>
                        <a:pt x="0" y="0"/>
                      </a:lnTo>
                      <a:lnTo>
                        <a:pt x="64" y="0"/>
                      </a:lnTo>
                      <a:close/>
                    </a:path>
                  </a:pathLst>
                </a:custGeom>
                <a:solidFill>
                  <a:srgbClr val="D7D9D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7" name="Freeform 923"/>
                <p:cNvSpPr>
                  <a:spLocks/>
                </p:cNvSpPr>
                <p:nvPr/>
              </p:nvSpPr>
              <p:spPr bwMode="auto">
                <a:xfrm>
                  <a:off x="617" y="118"/>
                  <a:ext cx="64" cy="36"/>
                </a:xfrm>
                <a:custGeom>
                  <a:avLst/>
                  <a:gdLst>
                    <a:gd name="T0" fmla="*/ 64 w 64"/>
                    <a:gd name="T1" fmla="*/ 0 h 36"/>
                    <a:gd name="T2" fmla="*/ 46 w 64"/>
                    <a:gd name="T3" fmla="*/ 36 h 36"/>
                    <a:gd name="T4" fmla="*/ 0 w 6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36"/>
                    <a:gd name="T11" fmla="*/ 64 w 6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36">
                      <a:moveTo>
                        <a:pt x="64" y="0"/>
                      </a:moveTo>
                      <a:lnTo>
                        <a:pt x="46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8" name="Freeform 924"/>
                <p:cNvSpPr>
                  <a:spLocks/>
                </p:cNvSpPr>
                <p:nvPr/>
              </p:nvSpPr>
              <p:spPr bwMode="auto">
                <a:xfrm>
                  <a:off x="617" y="82"/>
                  <a:ext cx="64" cy="36"/>
                </a:xfrm>
                <a:custGeom>
                  <a:avLst/>
                  <a:gdLst>
                    <a:gd name="T0" fmla="*/ 0 w 64"/>
                    <a:gd name="T1" fmla="*/ 36 h 36"/>
                    <a:gd name="T2" fmla="*/ 18 w 64"/>
                    <a:gd name="T3" fmla="*/ 0 h 36"/>
                    <a:gd name="T4" fmla="*/ 64 w 64"/>
                    <a:gd name="T5" fmla="*/ 36 h 36"/>
                    <a:gd name="T6" fmla="*/ 0 w 64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36"/>
                    <a:gd name="T14" fmla="*/ 64 w 6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36">
                      <a:moveTo>
                        <a:pt x="0" y="36"/>
                      </a:moveTo>
                      <a:lnTo>
                        <a:pt x="18" y="0"/>
                      </a:lnTo>
                      <a:lnTo>
                        <a:pt x="64" y="36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D7D9D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19" name="Freeform 925"/>
                <p:cNvSpPr>
                  <a:spLocks/>
                </p:cNvSpPr>
                <p:nvPr/>
              </p:nvSpPr>
              <p:spPr bwMode="auto">
                <a:xfrm>
                  <a:off x="617" y="82"/>
                  <a:ext cx="64" cy="36"/>
                </a:xfrm>
                <a:custGeom>
                  <a:avLst/>
                  <a:gdLst>
                    <a:gd name="T0" fmla="*/ 0 w 64"/>
                    <a:gd name="T1" fmla="*/ 36 h 36"/>
                    <a:gd name="T2" fmla="*/ 18 w 64"/>
                    <a:gd name="T3" fmla="*/ 0 h 36"/>
                    <a:gd name="T4" fmla="*/ 64 w 6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36"/>
                    <a:gd name="T11" fmla="*/ 64 w 6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36">
                      <a:moveTo>
                        <a:pt x="0" y="36"/>
                      </a:moveTo>
                      <a:lnTo>
                        <a:pt x="18" y="0"/>
                      </a:lnTo>
                      <a:lnTo>
                        <a:pt x="64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0" name="Freeform 926"/>
                <p:cNvSpPr>
                  <a:spLocks/>
                </p:cNvSpPr>
                <p:nvPr/>
              </p:nvSpPr>
              <p:spPr bwMode="auto">
                <a:xfrm>
                  <a:off x="463" y="18"/>
                  <a:ext cx="36" cy="9"/>
                </a:xfrm>
                <a:custGeom>
                  <a:avLst/>
                  <a:gdLst>
                    <a:gd name="T0" fmla="*/ 0 w 36"/>
                    <a:gd name="T1" fmla="*/ 9 h 9"/>
                    <a:gd name="T2" fmla="*/ 36 w 36"/>
                    <a:gd name="T3" fmla="*/ 0 h 9"/>
                    <a:gd name="T4" fmla="*/ 36 w 36"/>
                    <a:gd name="T5" fmla="*/ 0 h 9"/>
                    <a:gd name="T6" fmla="*/ 0 w 3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0" y="9"/>
                      </a:moveTo>
                      <a:lnTo>
                        <a:pt x="36" y="0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A7CCF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1" name="Freeform 927"/>
                <p:cNvSpPr>
                  <a:spLocks/>
                </p:cNvSpPr>
                <p:nvPr/>
              </p:nvSpPr>
              <p:spPr bwMode="auto">
                <a:xfrm>
                  <a:off x="463" y="18"/>
                  <a:ext cx="36" cy="9"/>
                </a:xfrm>
                <a:custGeom>
                  <a:avLst/>
                  <a:gdLst>
                    <a:gd name="T0" fmla="*/ 0 w 36"/>
                    <a:gd name="T1" fmla="*/ 9 h 9"/>
                    <a:gd name="T2" fmla="*/ 36 w 36"/>
                    <a:gd name="T3" fmla="*/ 0 h 9"/>
                    <a:gd name="T4" fmla="*/ 36 w 36"/>
                    <a:gd name="T5" fmla="*/ 0 h 9"/>
                    <a:gd name="T6" fmla="*/ 0 w 36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9"/>
                    <a:gd name="T14" fmla="*/ 36 w 36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9">
                      <a:moveTo>
                        <a:pt x="0" y="9"/>
                      </a:moveTo>
                      <a:lnTo>
                        <a:pt x="36" y="0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2" name="Freeform 928"/>
                <p:cNvSpPr>
                  <a:spLocks/>
                </p:cNvSpPr>
                <p:nvPr/>
              </p:nvSpPr>
              <p:spPr bwMode="auto">
                <a:xfrm>
                  <a:off x="291" y="45"/>
                  <a:ext cx="36" cy="55"/>
                </a:xfrm>
                <a:custGeom>
                  <a:avLst/>
                  <a:gdLst>
                    <a:gd name="T0" fmla="*/ 36 w 36"/>
                    <a:gd name="T1" fmla="*/ 0 h 55"/>
                    <a:gd name="T2" fmla="*/ 36 w 36"/>
                    <a:gd name="T3" fmla="*/ 28 h 55"/>
                    <a:gd name="T4" fmla="*/ 0 w 36"/>
                    <a:gd name="T5" fmla="*/ 55 h 55"/>
                    <a:gd name="T6" fmla="*/ 36 w 36"/>
                    <a:gd name="T7" fmla="*/ 0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5"/>
                    <a:gd name="T14" fmla="*/ 36 w 36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5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0" y="55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7595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3" name="Freeform 929"/>
                <p:cNvSpPr>
                  <a:spLocks/>
                </p:cNvSpPr>
                <p:nvPr/>
              </p:nvSpPr>
              <p:spPr bwMode="auto">
                <a:xfrm>
                  <a:off x="291" y="45"/>
                  <a:ext cx="36" cy="55"/>
                </a:xfrm>
                <a:custGeom>
                  <a:avLst/>
                  <a:gdLst>
                    <a:gd name="T0" fmla="*/ 36 w 36"/>
                    <a:gd name="T1" fmla="*/ 0 h 55"/>
                    <a:gd name="T2" fmla="*/ 36 w 36"/>
                    <a:gd name="T3" fmla="*/ 28 h 55"/>
                    <a:gd name="T4" fmla="*/ 0 w 36"/>
                    <a:gd name="T5" fmla="*/ 55 h 55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5"/>
                    <a:gd name="T11" fmla="*/ 36 w 36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5">
                      <a:moveTo>
                        <a:pt x="36" y="0"/>
                      </a:moveTo>
                      <a:lnTo>
                        <a:pt x="36" y="28"/>
                      </a:lnTo>
                      <a:lnTo>
                        <a:pt x="0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4" name="Freeform 930"/>
                <p:cNvSpPr>
                  <a:spLocks/>
                </p:cNvSpPr>
                <p:nvPr/>
              </p:nvSpPr>
              <p:spPr bwMode="auto">
                <a:xfrm>
                  <a:off x="327" y="36"/>
                  <a:ext cx="45" cy="37"/>
                </a:xfrm>
                <a:custGeom>
                  <a:avLst/>
                  <a:gdLst>
                    <a:gd name="T0" fmla="*/ 0 w 45"/>
                    <a:gd name="T1" fmla="*/ 37 h 37"/>
                    <a:gd name="T2" fmla="*/ 0 w 45"/>
                    <a:gd name="T3" fmla="*/ 9 h 37"/>
                    <a:gd name="T4" fmla="*/ 45 w 45"/>
                    <a:gd name="T5" fmla="*/ 0 h 37"/>
                    <a:gd name="T6" fmla="*/ 0 w 45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7"/>
                    <a:gd name="T14" fmla="*/ 45 w 45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7">
                      <a:moveTo>
                        <a:pt x="0" y="37"/>
                      </a:moveTo>
                      <a:lnTo>
                        <a:pt x="0" y="9"/>
                      </a:lnTo>
                      <a:lnTo>
                        <a:pt x="45" y="0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82A3E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5" name="Freeform 931"/>
                <p:cNvSpPr>
                  <a:spLocks/>
                </p:cNvSpPr>
                <p:nvPr/>
              </p:nvSpPr>
              <p:spPr bwMode="auto">
                <a:xfrm>
                  <a:off x="327" y="36"/>
                  <a:ext cx="45" cy="37"/>
                </a:xfrm>
                <a:custGeom>
                  <a:avLst/>
                  <a:gdLst>
                    <a:gd name="T0" fmla="*/ 0 w 45"/>
                    <a:gd name="T1" fmla="*/ 37 h 37"/>
                    <a:gd name="T2" fmla="*/ 0 w 45"/>
                    <a:gd name="T3" fmla="*/ 9 h 37"/>
                    <a:gd name="T4" fmla="*/ 45 w 45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37"/>
                    <a:gd name="T11" fmla="*/ 45 w 45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37">
                      <a:moveTo>
                        <a:pt x="0" y="37"/>
                      </a:moveTo>
                      <a:lnTo>
                        <a:pt x="0" y="9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6" name="Freeform 932"/>
                <p:cNvSpPr>
                  <a:spLocks/>
                </p:cNvSpPr>
                <p:nvPr/>
              </p:nvSpPr>
              <p:spPr bwMode="auto">
                <a:xfrm>
                  <a:off x="28" y="617"/>
                  <a:ext cx="127" cy="163"/>
                </a:xfrm>
                <a:custGeom>
                  <a:avLst/>
                  <a:gdLst>
                    <a:gd name="T0" fmla="*/ 0 w 127"/>
                    <a:gd name="T1" fmla="*/ 0 h 163"/>
                    <a:gd name="T2" fmla="*/ 127 w 127"/>
                    <a:gd name="T3" fmla="*/ 72 h 163"/>
                    <a:gd name="T4" fmla="*/ 108 w 127"/>
                    <a:gd name="T5" fmla="*/ 163 h 163"/>
                    <a:gd name="T6" fmla="*/ 0 w 127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63"/>
                    <a:gd name="T14" fmla="*/ 127 w 127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63">
                      <a:moveTo>
                        <a:pt x="0" y="0"/>
                      </a:moveTo>
                      <a:lnTo>
                        <a:pt x="127" y="72"/>
                      </a:lnTo>
                      <a:lnTo>
                        <a:pt x="108" y="1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46BA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7" name="Freeform 933"/>
                <p:cNvSpPr>
                  <a:spLocks/>
                </p:cNvSpPr>
                <p:nvPr/>
              </p:nvSpPr>
              <p:spPr bwMode="auto">
                <a:xfrm>
                  <a:off x="28" y="617"/>
                  <a:ext cx="127" cy="163"/>
                </a:xfrm>
                <a:custGeom>
                  <a:avLst/>
                  <a:gdLst>
                    <a:gd name="T0" fmla="*/ 0 w 127"/>
                    <a:gd name="T1" fmla="*/ 0 h 163"/>
                    <a:gd name="T2" fmla="*/ 127 w 127"/>
                    <a:gd name="T3" fmla="*/ 72 h 163"/>
                    <a:gd name="T4" fmla="*/ 108 w 127"/>
                    <a:gd name="T5" fmla="*/ 163 h 163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63"/>
                    <a:gd name="T11" fmla="*/ 127 w 127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63">
                      <a:moveTo>
                        <a:pt x="0" y="0"/>
                      </a:moveTo>
                      <a:lnTo>
                        <a:pt x="127" y="72"/>
                      </a:lnTo>
                      <a:lnTo>
                        <a:pt x="108" y="1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8" name="Freeform 934"/>
                <p:cNvSpPr>
                  <a:spLocks/>
                </p:cNvSpPr>
                <p:nvPr/>
              </p:nvSpPr>
              <p:spPr bwMode="auto">
                <a:xfrm>
                  <a:off x="28" y="535"/>
                  <a:ext cx="127" cy="154"/>
                </a:xfrm>
                <a:custGeom>
                  <a:avLst/>
                  <a:gdLst>
                    <a:gd name="T0" fmla="*/ 127 w 127"/>
                    <a:gd name="T1" fmla="*/ 154 h 154"/>
                    <a:gd name="T2" fmla="*/ 0 w 127"/>
                    <a:gd name="T3" fmla="*/ 82 h 154"/>
                    <a:gd name="T4" fmla="*/ 36 w 127"/>
                    <a:gd name="T5" fmla="*/ 0 h 154"/>
                    <a:gd name="T6" fmla="*/ 127 w 127"/>
                    <a:gd name="T7" fmla="*/ 154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154"/>
                    <a:gd name="T14" fmla="*/ 127 w 127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154">
                      <a:moveTo>
                        <a:pt x="127" y="154"/>
                      </a:moveTo>
                      <a:lnTo>
                        <a:pt x="0" y="82"/>
                      </a:lnTo>
                      <a:lnTo>
                        <a:pt x="36" y="0"/>
                      </a:lnTo>
                      <a:lnTo>
                        <a:pt x="127" y="154"/>
                      </a:lnTo>
                      <a:close/>
                    </a:path>
                  </a:pathLst>
                </a:custGeom>
                <a:solidFill>
                  <a:srgbClr val="856E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29" name="Freeform 935"/>
                <p:cNvSpPr>
                  <a:spLocks/>
                </p:cNvSpPr>
                <p:nvPr/>
              </p:nvSpPr>
              <p:spPr bwMode="auto">
                <a:xfrm>
                  <a:off x="28" y="535"/>
                  <a:ext cx="127" cy="154"/>
                </a:xfrm>
                <a:custGeom>
                  <a:avLst/>
                  <a:gdLst>
                    <a:gd name="T0" fmla="*/ 127 w 127"/>
                    <a:gd name="T1" fmla="*/ 154 h 154"/>
                    <a:gd name="T2" fmla="*/ 0 w 127"/>
                    <a:gd name="T3" fmla="*/ 82 h 154"/>
                    <a:gd name="T4" fmla="*/ 36 w 127"/>
                    <a:gd name="T5" fmla="*/ 0 h 154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154"/>
                    <a:gd name="T11" fmla="*/ 127 w 127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154">
                      <a:moveTo>
                        <a:pt x="127" y="154"/>
                      </a:moveTo>
                      <a:lnTo>
                        <a:pt x="0" y="8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0" name="Freeform 936"/>
                <p:cNvSpPr>
                  <a:spLocks/>
                </p:cNvSpPr>
                <p:nvPr/>
              </p:nvSpPr>
              <p:spPr bwMode="auto">
                <a:xfrm>
                  <a:off x="164" y="218"/>
                  <a:ext cx="45" cy="109"/>
                </a:xfrm>
                <a:custGeom>
                  <a:avLst/>
                  <a:gdLst>
                    <a:gd name="T0" fmla="*/ 0 w 45"/>
                    <a:gd name="T1" fmla="*/ 0 h 109"/>
                    <a:gd name="T2" fmla="*/ 45 w 45"/>
                    <a:gd name="T3" fmla="*/ 54 h 109"/>
                    <a:gd name="T4" fmla="*/ 9 w 45"/>
                    <a:gd name="T5" fmla="*/ 109 h 109"/>
                    <a:gd name="T6" fmla="*/ 0 w 45"/>
                    <a:gd name="T7" fmla="*/ 0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09"/>
                    <a:gd name="T14" fmla="*/ 45 w 45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09">
                      <a:moveTo>
                        <a:pt x="0" y="0"/>
                      </a:moveTo>
                      <a:lnTo>
                        <a:pt x="45" y="54"/>
                      </a:lnTo>
                      <a:lnTo>
                        <a:pt x="9" y="10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173C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1" name="Freeform 937"/>
                <p:cNvSpPr>
                  <a:spLocks/>
                </p:cNvSpPr>
                <p:nvPr/>
              </p:nvSpPr>
              <p:spPr bwMode="auto">
                <a:xfrm>
                  <a:off x="164" y="218"/>
                  <a:ext cx="45" cy="109"/>
                </a:xfrm>
                <a:custGeom>
                  <a:avLst/>
                  <a:gdLst>
                    <a:gd name="T0" fmla="*/ 0 w 45"/>
                    <a:gd name="T1" fmla="*/ 0 h 109"/>
                    <a:gd name="T2" fmla="*/ 45 w 45"/>
                    <a:gd name="T3" fmla="*/ 54 h 109"/>
                    <a:gd name="T4" fmla="*/ 9 w 45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09"/>
                    <a:gd name="T11" fmla="*/ 45 w 45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09">
                      <a:moveTo>
                        <a:pt x="0" y="0"/>
                      </a:moveTo>
                      <a:lnTo>
                        <a:pt x="45" y="54"/>
                      </a:lnTo>
                      <a:lnTo>
                        <a:pt x="9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2" name="Freeform 938"/>
                <p:cNvSpPr>
                  <a:spLocks/>
                </p:cNvSpPr>
                <p:nvPr/>
              </p:nvSpPr>
              <p:spPr bwMode="auto">
                <a:xfrm>
                  <a:off x="164" y="172"/>
                  <a:ext cx="45" cy="100"/>
                </a:xfrm>
                <a:custGeom>
                  <a:avLst/>
                  <a:gdLst>
                    <a:gd name="T0" fmla="*/ 45 w 45"/>
                    <a:gd name="T1" fmla="*/ 100 h 100"/>
                    <a:gd name="T2" fmla="*/ 0 w 45"/>
                    <a:gd name="T3" fmla="*/ 46 h 100"/>
                    <a:gd name="T4" fmla="*/ 36 w 45"/>
                    <a:gd name="T5" fmla="*/ 0 h 100"/>
                    <a:gd name="T6" fmla="*/ 45 w 45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00"/>
                    <a:gd name="T14" fmla="*/ 45 w 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00">
                      <a:moveTo>
                        <a:pt x="45" y="100"/>
                      </a:moveTo>
                      <a:lnTo>
                        <a:pt x="0" y="46"/>
                      </a:lnTo>
                      <a:lnTo>
                        <a:pt x="36" y="0"/>
                      </a:lnTo>
                      <a:lnTo>
                        <a:pt x="45" y="100"/>
                      </a:lnTo>
                      <a:close/>
                    </a:path>
                  </a:pathLst>
                </a:custGeom>
                <a:solidFill>
                  <a:srgbClr val="777BC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3" name="Freeform 939"/>
                <p:cNvSpPr>
                  <a:spLocks/>
                </p:cNvSpPr>
                <p:nvPr/>
              </p:nvSpPr>
              <p:spPr bwMode="auto">
                <a:xfrm>
                  <a:off x="164" y="172"/>
                  <a:ext cx="45" cy="100"/>
                </a:xfrm>
                <a:custGeom>
                  <a:avLst/>
                  <a:gdLst>
                    <a:gd name="T0" fmla="*/ 45 w 45"/>
                    <a:gd name="T1" fmla="*/ 100 h 100"/>
                    <a:gd name="T2" fmla="*/ 0 w 45"/>
                    <a:gd name="T3" fmla="*/ 46 h 100"/>
                    <a:gd name="T4" fmla="*/ 36 w 45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00"/>
                    <a:gd name="T11" fmla="*/ 45 w 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00">
                      <a:moveTo>
                        <a:pt x="45" y="100"/>
                      </a:moveTo>
                      <a:lnTo>
                        <a:pt x="0" y="46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4" name="Freeform 940"/>
                <p:cNvSpPr>
                  <a:spLocks/>
                </p:cNvSpPr>
                <p:nvPr/>
              </p:nvSpPr>
              <p:spPr bwMode="auto">
                <a:xfrm>
                  <a:off x="699" y="807"/>
                  <a:ext cx="190" cy="100"/>
                </a:xfrm>
                <a:custGeom>
                  <a:avLst/>
                  <a:gdLst>
                    <a:gd name="T0" fmla="*/ 190 w 190"/>
                    <a:gd name="T1" fmla="*/ 28 h 100"/>
                    <a:gd name="T2" fmla="*/ 18 w 190"/>
                    <a:gd name="T3" fmla="*/ 100 h 100"/>
                    <a:gd name="T4" fmla="*/ 0 w 190"/>
                    <a:gd name="T5" fmla="*/ 0 h 100"/>
                    <a:gd name="T6" fmla="*/ 190 w 190"/>
                    <a:gd name="T7" fmla="*/ 28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0"/>
                    <a:gd name="T13" fmla="*/ 0 h 100"/>
                    <a:gd name="T14" fmla="*/ 190 w 190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0" h="100">
                      <a:moveTo>
                        <a:pt x="190" y="28"/>
                      </a:moveTo>
                      <a:lnTo>
                        <a:pt x="18" y="100"/>
                      </a:lnTo>
                      <a:lnTo>
                        <a:pt x="0" y="0"/>
                      </a:lnTo>
                      <a:lnTo>
                        <a:pt x="190" y="28"/>
                      </a:lnTo>
                      <a:close/>
                    </a:path>
                  </a:pathLst>
                </a:custGeom>
                <a:solidFill>
                  <a:srgbClr val="D2A7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5" name="Freeform 941"/>
                <p:cNvSpPr>
                  <a:spLocks/>
                </p:cNvSpPr>
                <p:nvPr/>
              </p:nvSpPr>
              <p:spPr bwMode="auto">
                <a:xfrm>
                  <a:off x="699" y="807"/>
                  <a:ext cx="190" cy="100"/>
                </a:xfrm>
                <a:custGeom>
                  <a:avLst/>
                  <a:gdLst>
                    <a:gd name="T0" fmla="*/ 190 w 190"/>
                    <a:gd name="T1" fmla="*/ 28 h 100"/>
                    <a:gd name="T2" fmla="*/ 18 w 190"/>
                    <a:gd name="T3" fmla="*/ 100 h 100"/>
                    <a:gd name="T4" fmla="*/ 0 w 190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190"/>
                    <a:gd name="T10" fmla="*/ 0 h 100"/>
                    <a:gd name="T11" fmla="*/ 190 w 190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0" h="100">
                      <a:moveTo>
                        <a:pt x="190" y="28"/>
                      </a:moveTo>
                      <a:lnTo>
                        <a:pt x="18" y="1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6" name="Freeform 942"/>
                <p:cNvSpPr>
                  <a:spLocks/>
                </p:cNvSpPr>
                <p:nvPr/>
              </p:nvSpPr>
              <p:spPr bwMode="auto">
                <a:xfrm>
                  <a:off x="699" y="744"/>
                  <a:ext cx="190" cy="91"/>
                </a:xfrm>
                <a:custGeom>
                  <a:avLst/>
                  <a:gdLst>
                    <a:gd name="T0" fmla="*/ 0 w 190"/>
                    <a:gd name="T1" fmla="*/ 63 h 91"/>
                    <a:gd name="T2" fmla="*/ 163 w 190"/>
                    <a:gd name="T3" fmla="*/ 0 h 91"/>
                    <a:gd name="T4" fmla="*/ 190 w 190"/>
                    <a:gd name="T5" fmla="*/ 91 h 91"/>
                    <a:gd name="T6" fmla="*/ 0 w 190"/>
                    <a:gd name="T7" fmla="*/ 63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0"/>
                    <a:gd name="T13" fmla="*/ 0 h 91"/>
                    <a:gd name="T14" fmla="*/ 190 w 190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0" h="91">
                      <a:moveTo>
                        <a:pt x="0" y="63"/>
                      </a:moveTo>
                      <a:lnTo>
                        <a:pt x="163" y="0"/>
                      </a:lnTo>
                      <a:lnTo>
                        <a:pt x="190" y="91"/>
                      </a:lnTo>
                      <a:lnTo>
                        <a:pt x="0" y="63"/>
                      </a:lnTo>
                      <a:close/>
                    </a:path>
                  </a:pathLst>
                </a:custGeom>
                <a:solidFill>
                  <a:srgbClr val="D2A7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7" name="Freeform 943"/>
                <p:cNvSpPr>
                  <a:spLocks/>
                </p:cNvSpPr>
                <p:nvPr/>
              </p:nvSpPr>
              <p:spPr bwMode="auto">
                <a:xfrm>
                  <a:off x="699" y="744"/>
                  <a:ext cx="190" cy="91"/>
                </a:xfrm>
                <a:custGeom>
                  <a:avLst/>
                  <a:gdLst>
                    <a:gd name="T0" fmla="*/ 0 w 190"/>
                    <a:gd name="T1" fmla="*/ 63 h 91"/>
                    <a:gd name="T2" fmla="*/ 163 w 190"/>
                    <a:gd name="T3" fmla="*/ 0 h 91"/>
                    <a:gd name="T4" fmla="*/ 190 w 190"/>
                    <a:gd name="T5" fmla="*/ 91 h 91"/>
                    <a:gd name="T6" fmla="*/ 0 60000 65536"/>
                    <a:gd name="T7" fmla="*/ 0 60000 65536"/>
                    <a:gd name="T8" fmla="*/ 0 60000 65536"/>
                    <a:gd name="T9" fmla="*/ 0 w 190"/>
                    <a:gd name="T10" fmla="*/ 0 h 91"/>
                    <a:gd name="T11" fmla="*/ 190 w 190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0" h="91">
                      <a:moveTo>
                        <a:pt x="0" y="63"/>
                      </a:moveTo>
                      <a:lnTo>
                        <a:pt x="163" y="0"/>
                      </a:lnTo>
                      <a:lnTo>
                        <a:pt x="190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8" name="Freeform 944"/>
                <p:cNvSpPr>
                  <a:spLocks/>
                </p:cNvSpPr>
                <p:nvPr/>
              </p:nvSpPr>
              <p:spPr bwMode="auto">
                <a:xfrm>
                  <a:off x="372" y="18"/>
                  <a:ext cx="46" cy="18"/>
                </a:xfrm>
                <a:custGeom>
                  <a:avLst/>
                  <a:gdLst>
                    <a:gd name="T0" fmla="*/ 46 w 46"/>
                    <a:gd name="T1" fmla="*/ 0 h 18"/>
                    <a:gd name="T2" fmla="*/ 46 w 46"/>
                    <a:gd name="T3" fmla="*/ 9 h 18"/>
                    <a:gd name="T4" fmla="*/ 0 w 46"/>
                    <a:gd name="T5" fmla="*/ 18 h 18"/>
                    <a:gd name="T6" fmla="*/ 46 w 4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46" y="0"/>
                      </a:moveTo>
                      <a:lnTo>
                        <a:pt x="46" y="9"/>
                      </a:lnTo>
                      <a:lnTo>
                        <a:pt x="0" y="18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87B3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39" name="Freeform 945"/>
                <p:cNvSpPr>
                  <a:spLocks/>
                </p:cNvSpPr>
                <p:nvPr/>
              </p:nvSpPr>
              <p:spPr bwMode="auto">
                <a:xfrm>
                  <a:off x="372" y="18"/>
                  <a:ext cx="46" cy="18"/>
                </a:xfrm>
                <a:custGeom>
                  <a:avLst/>
                  <a:gdLst>
                    <a:gd name="T0" fmla="*/ 46 w 46"/>
                    <a:gd name="T1" fmla="*/ 0 h 18"/>
                    <a:gd name="T2" fmla="*/ 46 w 46"/>
                    <a:gd name="T3" fmla="*/ 9 h 18"/>
                    <a:gd name="T4" fmla="*/ 0 w 46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46" y="0"/>
                      </a:moveTo>
                      <a:lnTo>
                        <a:pt x="46" y="9"/>
                      </a:lnTo>
                      <a:lnTo>
                        <a:pt x="0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0" name="Freeform 946"/>
                <p:cNvSpPr>
                  <a:spLocks/>
                </p:cNvSpPr>
                <p:nvPr/>
              </p:nvSpPr>
              <p:spPr bwMode="auto">
                <a:xfrm>
                  <a:off x="418" y="18"/>
                  <a:ext cx="45" cy="9"/>
                </a:xfrm>
                <a:custGeom>
                  <a:avLst/>
                  <a:gdLst>
                    <a:gd name="T0" fmla="*/ 45 w 45"/>
                    <a:gd name="T1" fmla="*/ 9 h 9"/>
                    <a:gd name="T2" fmla="*/ 0 w 45"/>
                    <a:gd name="T3" fmla="*/ 9 h 9"/>
                    <a:gd name="T4" fmla="*/ 0 w 45"/>
                    <a:gd name="T5" fmla="*/ 0 h 9"/>
                    <a:gd name="T6" fmla="*/ 45 w 45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45" y="9"/>
                      </a:lnTo>
                      <a:close/>
                    </a:path>
                  </a:pathLst>
                </a:custGeom>
                <a:solidFill>
                  <a:srgbClr val="9ABFF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1" name="Freeform 947"/>
                <p:cNvSpPr>
                  <a:spLocks/>
                </p:cNvSpPr>
                <p:nvPr/>
              </p:nvSpPr>
              <p:spPr bwMode="auto">
                <a:xfrm>
                  <a:off x="418" y="18"/>
                  <a:ext cx="45" cy="9"/>
                </a:xfrm>
                <a:custGeom>
                  <a:avLst/>
                  <a:gdLst>
                    <a:gd name="T0" fmla="*/ 45 w 45"/>
                    <a:gd name="T1" fmla="*/ 9 h 9"/>
                    <a:gd name="T2" fmla="*/ 0 w 45"/>
                    <a:gd name="T3" fmla="*/ 9 h 9"/>
                    <a:gd name="T4" fmla="*/ 0 w 45"/>
                    <a:gd name="T5" fmla="*/ 0 h 9"/>
                    <a:gd name="T6" fmla="*/ 45 w 45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9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45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2" name="Freeform 948"/>
                <p:cNvSpPr>
                  <a:spLocks/>
                </p:cNvSpPr>
                <p:nvPr/>
              </p:nvSpPr>
              <p:spPr bwMode="auto">
                <a:xfrm>
                  <a:off x="254" y="1252"/>
                  <a:ext cx="272" cy="136"/>
                </a:xfrm>
                <a:custGeom>
                  <a:avLst/>
                  <a:gdLst>
                    <a:gd name="T0" fmla="*/ 272 w 272"/>
                    <a:gd name="T1" fmla="*/ 136 h 136"/>
                    <a:gd name="T2" fmla="*/ 0 w 272"/>
                    <a:gd name="T3" fmla="*/ 118 h 136"/>
                    <a:gd name="T4" fmla="*/ 19 w 272"/>
                    <a:gd name="T5" fmla="*/ 0 h 136"/>
                    <a:gd name="T6" fmla="*/ 272 w 272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2"/>
                    <a:gd name="T13" fmla="*/ 0 h 136"/>
                    <a:gd name="T14" fmla="*/ 272 w 272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2" h="136">
                      <a:moveTo>
                        <a:pt x="272" y="136"/>
                      </a:moveTo>
                      <a:lnTo>
                        <a:pt x="0" y="118"/>
                      </a:lnTo>
                      <a:lnTo>
                        <a:pt x="19" y="0"/>
                      </a:lnTo>
                      <a:lnTo>
                        <a:pt x="272" y="136"/>
                      </a:lnTo>
                      <a:close/>
                    </a:path>
                  </a:pathLst>
                </a:custGeom>
                <a:solidFill>
                  <a:srgbClr val="AF82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3" name="Freeform 949"/>
                <p:cNvSpPr>
                  <a:spLocks/>
                </p:cNvSpPr>
                <p:nvPr/>
              </p:nvSpPr>
              <p:spPr bwMode="auto">
                <a:xfrm>
                  <a:off x="254" y="1252"/>
                  <a:ext cx="272" cy="136"/>
                </a:xfrm>
                <a:custGeom>
                  <a:avLst/>
                  <a:gdLst>
                    <a:gd name="T0" fmla="*/ 272 w 272"/>
                    <a:gd name="T1" fmla="*/ 136 h 136"/>
                    <a:gd name="T2" fmla="*/ 0 w 272"/>
                    <a:gd name="T3" fmla="*/ 118 h 136"/>
                    <a:gd name="T4" fmla="*/ 19 w 272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272"/>
                    <a:gd name="T10" fmla="*/ 0 h 136"/>
                    <a:gd name="T11" fmla="*/ 272 w 272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2" h="136">
                      <a:moveTo>
                        <a:pt x="272" y="136"/>
                      </a:moveTo>
                      <a:lnTo>
                        <a:pt x="0" y="118"/>
                      </a:lnTo>
                      <a:lnTo>
                        <a:pt x="1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4" name="Freeform 950"/>
                <p:cNvSpPr>
                  <a:spLocks/>
                </p:cNvSpPr>
                <p:nvPr/>
              </p:nvSpPr>
              <p:spPr bwMode="auto">
                <a:xfrm>
                  <a:off x="327" y="36"/>
                  <a:ext cx="45" cy="37"/>
                </a:xfrm>
                <a:custGeom>
                  <a:avLst/>
                  <a:gdLst>
                    <a:gd name="T0" fmla="*/ 45 w 45"/>
                    <a:gd name="T1" fmla="*/ 0 h 37"/>
                    <a:gd name="T2" fmla="*/ 45 w 45"/>
                    <a:gd name="T3" fmla="*/ 18 h 37"/>
                    <a:gd name="T4" fmla="*/ 0 w 45"/>
                    <a:gd name="T5" fmla="*/ 37 h 37"/>
                    <a:gd name="T6" fmla="*/ 45 w 45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7"/>
                    <a:gd name="T14" fmla="*/ 45 w 45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7">
                      <a:moveTo>
                        <a:pt x="45" y="0"/>
                      </a:moveTo>
                      <a:lnTo>
                        <a:pt x="45" y="18"/>
                      </a:lnTo>
                      <a:lnTo>
                        <a:pt x="0" y="37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82A3E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5" name="Freeform 951"/>
                <p:cNvSpPr>
                  <a:spLocks/>
                </p:cNvSpPr>
                <p:nvPr/>
              </p:nvSpPr>
              <p:spPr bwMode="auto">
                <a:xfrm>
                  <a:off x="327" y="36"/>
                  <a:ext cx="45" cy="37"/>
                </a:xfrm>
                <a:custGeom>
                  <a:avLst/>
                  <a:gdLst>
                    <a:gd name="T0" fmla="*/ 45 w 45"/>
                    <a:gd name="T1" fmla="*/ 0 h 37"/>
                    <a:gd name="T2" fmla="*/ 45 w 45"/>
                    <a:gd name="T3" fmla="*/ 18 h 37"/>
                    <a:gd name="T4" fmla="*/ 0 w 45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37"/>
                    <a:gd name="T11" fmla="*/ 45 w 45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37">
                      <a:moveTo>
                        <a:pt x="45" y="0"/>
                      </a:moveTo>
                      <a:lnTo>
                        <a:pt x="45" y="18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6" name="Freeform 952"/>
                <p:cNvSpPr>
                  <a:spLocks/>
                </p:cNvSpPr>
                <p:nvPr/>
              </p:nvSpPr>
              <p:spPr bwMode="auto">
                <a:xfrm>
                  <a:off x="372" y="27"/>
                  <a:ext cx="46" cy="27"/>
                </a:xfrm>
                <a:custGeom>
                  <a:avLst/>
                  <a:gdLst>
                    <a:gd name="T0" fmla="*/ 0 w 46"/>
                    <a:gd name="T1" fmla="*/ 27 h 27"/>
                    <a:gd name="T2" fmla="*/ 0 w 46"/>
                    <a:gd name="T3" fmla="*/ 9 h 27"/>
                    <a:gd name="T4" fmla="*/ 46 w 46"/>
                    <a:gd name="T5" fmla="*/ 0 h 27"/>
                    <a:gd name="T6" fmla="*/ 0 w 46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27"/>
                    <a:gd name="T14" fmla="*/ 46 w 4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27">
                      <a:moveTo>
                        <a:pt x="0" y="27"/>
                      </a:moveTo>
                      <a:lnTo>
                        <a:pt x="0" y="9"/>
                      </a:lnTo>
                      <a:lnTo>
                        <a:pt x="46" y="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8FB0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7" name="Freeform 953"/>
                <p:cNvSpPr>
                  <a:spLocks/>
                </p:cNvSpPr>
                <p:nvPr/>
              </p:nvSpPr>
              <p:spPr bwMode="auto">
                <a:xfrm>
                  <a:off x="372" y="27"/>
                  <a:ext cx="46" cy="27"/>
                </a:xfrm>
                <a:custGeom>
                  <a:avLst/>
                  <a:gdLst>
                    <a:gd name="T0" fmla="*/ 0 w 46"/>
                    <a:gd name="T1" fmla="*/ 27 h 27"/>
                    <a:gd name="T2" fmla="*/ 0 w 46"/>
                    <a:gd name="T3" fmla="*/ 9 h 27"/>
                    <a:gd name="T4" fmla="*/ 46 w 46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27"/>
                    <a:gd name="T11" fmla="*/ 46 w 4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27">
                      <a:moveTo>
                        <a:pt x="0" y="27"/>
                      </a:moveTo>
                      <a:lnTo>
                        <a:pt x="0" y="9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8" name="Freeform 954"/>
                <p:cNvSpPr>
                  <a:spLocks/>
                </p:cNvSpPr>
                <p:nvPr/>
              </p:nvSpPr>
              <p:spPr bwMode="auto">
                <a:xfrm>
                  <a:off x="463" y="18"/>
                  <a:ext cx="45" cy="9"/>
                </a:xfrm>
                <a:custGeom>
                  <a:avLst/>
                  <a:gdLst>
                    <a:gd name="T0" fmla="*/ 0 w 45"/>
                    <a:gd name="T1" fmla="*/ 9 h 9"/>
                    <a:gd name="T2" fmla="*/ 36 w 45"/>
                    <a:gd name="T3" fmla="*/ 0 h 9"/>
                    <a:gd name="T4" fmla="*/ 45 w 45"/>
                    <a:gd name="T5" fmla="*/ 9 h 9"/>
                    <a:gd name="T6" fmla="*/ 0 w 45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0" y="9"/>
                      </a:moveTo>
                      <a:lnTo>
                        <a:pt x="36" y="0"/>
                      </a:lnTo>
                      <a:lnTo>
                        <a:pt x="45" y="9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A9CBF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49" name="Freeform 955"/>
                <p:cNvSpPr>
                  <a:spLocks/>
                </p:cNvSpPr>
                <p:nvPr/>
              </p:nvSpPr>
              <p:spPr bwMode="auto">
                <a:xfrm>
                  <a:off x="463" y="18"/>
                  <a:ext cx="45" cy="9"/>
                </a:xfrm>
                <a:custGeom>
                  <a:avLst/>
                  <a:gdLst>
                    <a:gd name="T0" fmla="*/ 0 w 45"/>
                    <a:gd name="T1" fmla="*/ 9 h 9"/>
                    <a:gd name="T2" fmla="*/ 36 w 45"/>
                    <a:gd name="T3" fmla="*/ 0 h 9"/>
                    <a:gd name="T4" fmla="*/ 45 w 45"/>
                    <a:gd name="T5" fmla="*/ 9 h 9"/>
                    <a:gd name="T6" fmla="*/ 0 w 45"/>
                    <a:gd name="T7" fmla="*/ 9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0" y="9"/>
                      </a:moveTo>
                      <a:lnTo>
                        <a:pt x="36" y="0"/>
                      </a:lnTo>
                      <a:lnTo>
                        <a:pt x="45" y="9"/>
                      </a:lnTo>
                      <a:lnTo>
                        <a:pt x="0" y="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0" name="Freeform 956"/>
                <p:cNvSpPr>
                  <a:spLocks/>
                </p:cNvSpPr>
                <p:nvPr/>
              </p:nvSpPr>
              <p:spPr bwMode="auto">
                <a:xfrm>
                  <a:off x="581" y="82"/>
                  <a:ext cx="54" cy="36"/>
                </a:xfrm>
                <a:custGeom>
                  <a:avLst/>
                  <a:gdLst>
                    <a:gd name="T0" fmla="*/ 54 w 54"/>
                    <a:gd name="T1" fmla="*/ 0 h 36"/>
                    <a:gd name="T2" fmla="*/ 36 w 54"/>
                    <a:gd name="T3" fmla="*/ 36 h 36"/>
                    <a:gd name="T4" fmla="*/ 0 w 54"/>
                    <a:gd name="T5" fmla="*/ 0 h 36"/>
                    <a:gd name="T6" fmla="*/ 54 w 5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36"/>
                    <a:gd name="T14" fmla="*/ 54 w 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36">
                      <a:moveTo>
                        <a:pt x="54" y="0"/>
                      </a:moveTo>
                      <a:lnTo>
                        <a:pt x="36" y="36"/>
                      </a:lnTo>
                      <a:lnTo>
                        <a:pt x="0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CFD6D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1" name="Freeform 957"/>
                <p:cNvSpPr>
                  <a:spLocks/>
                </p:cNvSpPr>
                <p:nvPr/>
              </p:nvSpPr>
              <p:spPr bwMode="auto">
                <a:xfrm>
                  <a:off x="581" y="82"/>
                  <a:ext cx="54" cy="36"/>
                </a:xfrm>
                <a:custGeom>
                  <a:avLst/>
                  <a:gdLst>
                    <a:gd name="T0" fmla="*/ 54 w 54"/>
                    <a:gd name="T1" fmla="*/ 0 h 36"/>
                    <a:gd name="T2" fmla="*/ 36 w 54"/>
                    <a:gd name="T3" fmla="*/ 36 h 36"/>
                    <a:gd name="T4" fmla="*/ 0 w 5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36"/>
                    <a:gd name="T11" fmla="*/ 54 w 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36">
                      <a:moveTo>
                        <a:pt x="54" y="0"/>
                      </a:moveTo>
                      <a:lnTo>
                        <a:pt x="36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2" name="Freeform 958"/>
                <p:cNvSpPr>
                  <a:spLocks/>
                </p:cNvSpPr>
                <p:nvPr/>
              </p:nvSpPr>
              <p:spPr bwMode="auto">
                <a:xfrm>
                  <a:off x="581" y="63"/>
                  <a:ext cx="54" cy="19"/>
                </a:xfrm>
                <a:custGeom>
                  <a:avLst/>
                  <a:gdLst>
                    <a:gd name="T0" fmla="*/ 0 w 54"/>
                    <a:gd name="T1" fmla="*/ 19 h 19"/>
                    <a:gd name="T2" fmla="*/ 9 w 54"/>
                    <a:gd name="T3" fmla="*/ 0 h 19"/>
                    <a:gd name="T4" fmla="*/ 54 w 54"/>
                    <a:gd name="T5" fmla="*/ 19 h 19"/>
                    <a:gd name="T6" fmla="*/ 0 w 54"/>
                    <a:gd name="T7" fmla="*/ 19 h 1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19"/>
                    <a:gd name="T14" fmla="*/ 54 w 54"/>
                    <a:gd name="T15" fmla="*/ 19 h 1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19">
                      <a:moveTo>
                        <a:pt x="0" y="19"/>
                      </a:moveTo>
                      <a:lnTo>
                        <a:pt x="9" y="0"/>
                      </a:lnTo>
                      <a:lnTo>
                        <a:pt x="54" y="19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CFD6D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3" name="Freeform 959"/>
                <p:cNvSpPr>
                  <a:spLocks/>
                </p:cNvSpPr>
                <p:nvPr/>
              </p:nvSpPr>
              <p:spPr bwMode="auto">
                <a:xfrm>
                  <a:off x="581" y="63"/>
                  <a:ext cx="54" cy="19"/>
                </a:xfrm>
                <a:custGeom>
                  <a:avLst/>
                  <a:gdLst>
                    <a:gd name="T0" fmla="*/ 0 w 54"/>
                    <a:gd name="T1" fmla="*/ 19 h 19"/>
                    <a:gd name="T2" fmla="*/ 9 w 54"/>
                    <a:gd name="T3" fmla="*/ 0 h 19"/>
                    <a:gd name="T4" fmla="*/ 54 w 54"/>
                    <a:gd name="T5" fmla="*/ 19 h 19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19"/>
                    <a:gd name="T11" fmla="*/ 54 w 54"/>
                    <a:gd name="T12" fmla="*/ 19 h 1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19">
                      <a:moveTo>
                        <a:pt x="0" y="19"/>
                      </a:moveTo>
                      <a:lnTo>
                        <a:pt x="9" y="0"/>
                      </a:lnTo>
                      <a:lnTo>
                        <a:pt x="54" y="1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4" name="Freeform 960"/>
                <p:cNvSpPr>
                  <a:spLocks/>
                </p:cNvSpPr>
                <p:nvPr/>
              </p:nvSpPr>
              <p:spPr bwMode="auto">
                <a:xfrm>
                  <a:off x="517" y="1152"/>
                  <a:ext cx="254" cy="118"/>
                </a:xfrm>
                <a:custGeom>
                  <a:avLst/>
                  <a:gdLst>
                    <a:gd name="T0" fmla="*/ 254 w 254"/>
                    <a:gd name="T1" fmla="*/ 73 h 118"/>
                    <a:gd name="T2" fmla="*/ 9 w 254"/>
                    <a:gd name="T3" fmla="*/ 118 h 118"/>
                    <a:gd name="T4" fmla="*/ 0 w 254"/>
                    <a:gd name="T5" fmla="*/ 0 h 118"/>
                    <a:gd name="T6" fmla="*/ 254 w 254"/>
                    <a:gd name="T7" fmla="*/ 73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4"/>
                    <a:gd name="T13" fmla="*/ 0 h 118"/>
                    <a:gd name="T14" fmla="*/ 254 w 254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4" h="118">
                      <a:moveTo>
                        <a:pt x="254" y="73"/>
                      </a:moveTo>
                      <a:lnTo>
                        <a:pt x="9" y="118"/>
                      </a:lnTo>
                      <a:lnTo>
                        <a:pt x="0" y="0"/>
                      </a:lnTo>
                      <a:lnTo>
                        <a:pt x="254" y="73"/>
                      </a:lnTo>
                      <a:close/>
                    </a:path>
                  </a:pathLst>
                </a:custGeom>
                <a:solidFill>
                  <a:srgbClr val="C292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5" name="Freeform 961"/>
                <p:cNvSpPr>
                  <a:spLocks/>
                </p:cNvSpPr>
                <p:nvPr/>
              </p:nvSpPr>
              <p:spPr bwMode="auto">
                <a:xfrm>
                  <a:off x="517" y="1152"/>
                  <a:ext cx="254" cy="118"/>
                </a:xfrm>
                <a:custGeom>
                  <a:avLst/>
                  <a:gdLst>
                    <a:gd name="T0" fmla="*/ 254 w 254"/>
                    <a:gd name="T1" fmla="*/ 73 h 118"/>
                    <a:gd name="T2" fmla="*/ 9 w 254"/>
                    <a:gd name="T3" fmla="*/ 118 h 118"/>
                    <a:gd name="T4" fmla="*/ 0 w 254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54"/>
                    <a:gd name="T10" fmla="*/ 0 h 118"/>
                    <a:gd name="T11" fmla="*/ 254 w 254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4" h="118">
                      <a:moveTo>
                        <a:pt x="254" y="73"/>
                      </a:moveTo>
                      <a:lnTo>
                        <a:pt x="9" y="1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6" name="Freeform 962"/>
                <p:cNvSpPr>
                  <a:spLocks/>
                </p:cNvSpPr>
                <p:nvPr/>
              </p:nvSpPr>
              <p:spPr bwMode="auto">
                <a:xfrm>
                  <a:off x="517" y="1116"/>
                  <a:ext cx="254" cy="109"/>
                </a:xfrm>
                <a:custGeom>
                  <a:avLst/>
                  <a:gdLst>
                    <a:gd name="T0" fmla="*/ 0 w 254"/>
                    <a:gd name="T1" fmla="*/ 36 h 109"/>
                    <a:gd name="T2" fmla="*/ 236 w 254"/>
                    <a:gd name="T3" fmla="*/ 0 h 109"/>
                    <a:gd name="T4" fmla="*/ 254 w 254"/>
                    <a:gd name="T5" fmla="*/ 109 h 109"/>
                    <a:gd name="T6" fmla="*/ 0 w 254"/>
                    <a:gd name="T7" fmla="*/ 36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4"/>
                    <a:gd name="T13" fmla="*/ 0 h 109"/>
                    <a:gd name="T14" fmla="*/ 254 w 254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4" h="109">
                      <a:moveTo>
                        <a:pt x="0" y="36"/>
                      </a:moveTo>
                      <a:lnTo>
                        <a:pt x="236" y="0"/>
                      </a:lnTo>
                      <a:lnTo>
                        <a:pt x="254" y="10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292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7" name="Freeform 963"/>
                <p:cNvSpPr>
                  <a:spLocks/>
                </p:cNvSpPr>
                <p:nvPr/>
              </p:nvSpPr>
              <p:spPr bwMode="auto">
                <a:xfrm>
                  <a:off x="517" y="1116"/>
                  <a:ext cx="254" cy="109"/>
                </a:xfrm>
                <a:custGeom>
                  <a:avLst/>
                  <a:gdLst>
                    <a:gd name="T0" fmla="*/ 0 w 254"/>
                    <a:gd name="T1" fmla="*/ 36 h 109"/>
                    <a:gd name="T2" fmla="*/ 236 w 254"/>
                    <a:gd name="T3" fmla="*/ 0 h 109"/>
                    <a:gd name="T4" fmla="*/ 254 w 254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254"/>
                    <a:gd name="T10" fmla="*/ 0 h 109"/>
                    <a:gd name="T11" fmla="*/ 254 w 254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4" h="109">
                      <a:moveTo>
                        <a:pt x="0" y="36"/>
                      </a:moveTo>
                      <a:lnTo>
                        <a:pt x="236" y="0"/>
                      </a:lnTo>
                      <a:lnTo>
                        <a:pt x="254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8" name="Freeform 964"/>
                <p:cNvSpPr>
                  <a:spLocks/>
                </p:cNvSpPr>
                <p:nvPr/>
              </p:nvSpPr>
              <p:spPr bwMode="auto">
                <a:xfrm>
                  <a:off x="708" y="354"/>
                  <a:ext cx="109" cy="63"/>
                </a:xfrm>
                <a:custGeom>
                  <a:avLst/>
                  <a:gdLst>
                    <a:gd name="T0" fmla="*/ 109 w 109"/>
                    <a:gd name="T1" fmla="*/ 9 h 63"/>
                    <a:gd name="T2" fmla="*/ 27 w 109"/>
                    <a:gd name="T3" fmla="*/ 63 h 63"/>
                    <a:gd name="T4" fmla="*/ 0 w 109"/>
                    <a:gd name="T5" fmla="*/ 0 h 63"/>
                    <a:gd name="T6" fmla="*/ 109 w 109"/>
                    <a:gd name="T7" fmla="*/ 9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63"/>
                    <a:gd name="T14" fmla="*/ 109 w 109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63">
                      <a:moveTo>
                        <a:pt x="109" y="9"/>
                      </a:moveTo>
                      <a:lnTo>
                        <a:pt x="27" y="63"/>
                      </a:lnTo>
                      <a:lnTo>
                        <a:pt x="0" y="0"/>
                      </a:lnTo>
                      <a:lnTo>
                        <a:pt x="109" y="9"/>
                      </a:lnTo>
                      <a:close/>
                    </a:path>
                  </a:pathLst>
                </a:custGeom>
                <a:solidFill>
                  <a:srgbClr val="DDC2B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59" name="Freeform 965"/>
                <p:cNvSpPr>
                  <a:spLocks/>
                </p:cNvSpPr>
                <p:nvPr/>
              </p:nvSpPr>
              <p:spPr bwMode="auto">
                <a:xfrm>
                  <a:off x="708" y="354"/>
                  <a:ext cx="109" cy="63"/>
                </a:xfrm>
                <a:custGeom>
                  <a:avLst/>
                  <a:gdLst>
                    <a:gd name="T0" fmla="*/ 109 w 109"/>
                    <a:gd name="T1" fmla="*/ 9 h 63"/>
                    <a:gd name="T2" fmla="*/ 27 w 109"/>
                    <a:gd name="T3" fmla="*/ 63 h 63"/>
                    <a:gd name="T4" fmla="*/ 0 w 109"/>
                    <a:gd name="T5" fmla="*/ 0 h 63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63"/>
                    <a:gd name="T11" fmla="*/ 109 w 109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63">
                      <a:moveTo>
                        <a:pt x="109" y="9"/>
                      </a:moveTo>
                      <a:lnTo>
                        <a:pt x="27" y="6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0" name="Freeform 966"/>
                <p:cNvSpPr>
                  <a:spLocks/>
                </p:cNvSpPr>
                <p:nvPr/>
              </p:nvSpPr>
              <p:spPr bwMode="auto">
                <a:xfrm>
                  <a:off x="708" y="299"/>
                  <a:ext cx="109" cy="64"/>
                </a:xfrm>
                <a:custGeom>
                  <a:avLst/>
                  <a:gdLst>
                    <a:gd name="T0" fmla="*/ 0 w 109"/>
                    <a:gd name="T1" fmla="*/ 55 h 64"/>
                    <a:gd name="T2" fmla="*/ 72 w 109"/>
                    <a:gd name="T3" fmla="*/ 0 h 64"/>
                    <a:gd name="T4" fmla="*/ 109 w 109"/>
                    <a:gd name="T5" fmla="*/ 64 h 64"/>
                    <a:gd name="T6" fmla="*/ 0 w 109"/>
                    <a:gd name="T7" fmla="*/ 55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64"/>
                    <a:gd name="T14" fmla="*/ 109 w 109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64">
                      <a:moveTo>
                        <a:pt x="0" y="55"/>
                      </a:moveTo>
                      <a:lnTo>
                        <a:pt x="72" y="0"/>
                      </a:lnTo>
                      <a:lnTo>
                        <a:pt x="109" y="64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DDC2B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1" name="Freeform 967"/>
                <p:cNvSpPr>
                  <a:spLocks/>
                </p:cNvSpPr>
                <p:nvPr/>
              </p:nvSpPr>
              <p:spPr bwMode="auto">
                <a:xfrm>
                  <a:off x="708" y="299"/>
                  <a:ext cx="109" cy="64"/>
                </a:xfrm>
                <a:custGeom>
                  <a:avLst/>
                  <a:gdLst>
                    <a:gd name="T0" fmla="*/ 0 w 109"/>
                    <a:gd name="T1" fmla="*/ 55 h 64"/>
                    <a:gd name="T2" fmla="*/ 72 w 109"/>
                    <a:gd name="T3" fmla="*/ 0 h 64"/>
                    <a:gd name="T4" fmla="*/ 109 w 109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64"/>
                    <a:gd name="T11" fmla="*/ 109 w 109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64">
                      <a:moveTo>
                        <a:pt x="0" y="55"/>
                      </a:moveTo>
                      <a:lnTo>
                        <a:pt x="72" y="0"/>
                      </a:lnTo>
                      <a:lnTo>
                        <a:pt x="109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2" name="Freeform 968"/>
                <p:cNvSpPr>
                  <a:spLocks/>
                </p:cNvSpPr>
                <p:nvPr/>
              </p:nvSpPr>
              <p:spPr bwMode="auto">
                <a:xfrm>
                  <a:off x="372" y="27"/>
                  <a:ext cx="46" cy="27"/>
                </a:xfrm>
                <a:custGeom>
                  <a:avLst/>
                  <a:gdLst>
                    <a:gd name="T0" fmla="*/ 46 w 46"/>
                    <a:gd name="T1" fmla="*/ 0 h 27"/>
                    <a:gd name="T2" fmla="*/ 46 w 46"/>
                    <a:gd name="T3" fmla="*/ 9 h 27"/>
                    <a:gd name="T4" fmla="*/ 0 w 46"/>
                    <a:gd name="T5" fmla="*/ 27 h 27"/>
                    <a:gd name="T6" fmla="*/ 46 w 46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27"/>
                    <a:gd name="T14" fmla="*/ 46 w 4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27">
                      <a:moveTo>
                        <a:pt x="46" y="0"/>
                      </a:moveTo>
                      <a:lnTo>
                        <a:pt x="46" y="9"/>
                      </a:lnTo>
                      <a:lnTo>
                        <a:pt x="0" y="27"/>
                      </a:lnTo>
                      <a:lnTo>
                        <a:pt x="46" y="0"/>
                      </a:lnTo>
                      <a:close/>
                    </a:path>
                  </a:pathLst>
                </a:custGeom>
                <a:solidFill>
                  <a:srgbClr val="8FB0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3" name="Freeform 969"/>
                <p:cNvSpPr>
                  <a:spLocks/>
                </p:cNvSpPr>
                <p:nvPr/>
              </p:nvSpPr>
              <p:spPr bwMode="auto">
                <a:xfrm>
                  <a:off x="372" y="27"/>
                  <a:ext cx="46" cy="27"/>
                </a:xfrm>
                <a:custGeom>
                  <a:avLst/>
                  <a:gdLst>
                    <a:gd name="T0" fmla="*/ 46 w 46"/>
                    <a:gd name="T1" fmla="*/ 0 h 27"/>
                    <a:gd name="T2" fmla="*/ 46 w 46"/>
                    <a:gd name="T3" fmla="*/ 9 h 27"/>
                    <a:gd name="T4" fmla="*/ 0 w 46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27"/>
                    <a:gd name="T11" fmla="*/ 46 w 4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27">
                      <a:moveTo>
                        <a:pt x="46" y="0"/>
                      </a:moveTo>
                      <a:lnTo>
                        <a:pt x="46" y="9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4" name="Freeform 970"/>
                <p:cNvSpPr>
                  <a:spLocks/>
                </p:cNvSpPr>
                <p:nvPr/>
              </p:nvSpPr>
              <p:spPr bwMode="auto">
                <a:xfrm>
                  <a:off x="418" y="27"/>
                  <a:ext cx="45" cy="9"/>
                </a:xfrm>
                <a:custGeom>
                  <a:avLst/>
                  <a:gdLst>
                    <a:gd name="T0" fmla="*/ 45 w 45"/>
                    <a:gd name="T1" fmla="*/ 0 h 9"/>
                    <a:gd name="T2" fmla="*/ 0 w 45"/>
                    <a:gd name="T3" fmla="*/ 9 h 9"/>
                    <a:gd name="T4" fmla="*/ 0 w 45"/>
                    <a:gd name="T5" fmla="*/ 0 h 9"/>
                    <a:gd name="T6" fmla="*/ 45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0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9CBEF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5" name="Freeform 971"/>
                <p:cNvSpPr>
                  <a:spLocks/>
                </p:cNvSpPr>
                <p:nvPr/>
              </p:nvSpPr>
              <p:spPr bwMode="auto">
                <a:xfrm>
                  <a:off x="418" y="27"/>
                  <a:ext cx="45" cy="9"/>
                </a:xfrm>
                <a:custGeom>
                  <a:avLst/>
                  <a:gdLst>
                    <a:gd name="T0" fmla="*/ 45 w 45"/>
                    <a:gd name="T1" fmla="*/ 0 h 9"/>
                    <a:gd name="T2" fmla="*/ 0 w 45"/>
                    <a:gd name="T3" fmla="*/ 9 h 9"/>
                    <a:gd name="T4" fmla="*/ 0 w 45"/>
                    <a:gd name="T5" fmla="*/ 0 h 9"/>
                    <a:gd name="T6" fmla="*/ 45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0"/>
                      </a:moveTo>
                      <a:lnTo>
                        <a:pt x="0" y="9"/>
                      </a:lnTo>
                      <a:lnTo>
                        <a:pt x="0" y="0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6" name="Freeform 972"/>
                <p:cNvSpPr>
                  <a:spLocks/>
                </p:cNvSpPr>
                <p:nvPr/>
              </p:nvSpPr>
              <p:spPr bwMode="auto">
                <a:xfrm>
                  <a:off x="200" y="172"/>
                  <a:ext cx="45" cy="100"/>
                </a:xfrm>
                <a:custGeom>
                  <a:avLst/>
                  <a:gdLst>
                    <a:gd name="T0" fmla="*/ 0 w 45"/>
                    <a:gd name="T1" fmla="*/ 0 h 100"/>
                    <a:gd name="T2" fmla="*/ 45 w 45"/>
                    <a:gd name="T3" fmla="*/ 46 h 100"/>
                    <a:gd name="T4" fmla="*/ 9 w 45"/>
                    <a:gd name="T5" fmla="*/ 100 h 100"/>
                    <a:gd name="T6" fmla="*/ 0 w 45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100"/>
                    <a:gd name="T14" fmla="*/ 45 w 45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100">
                      <a:moveTo>
                        <a:pt x="0" y="0"/>
                      </a:moveTo>
                      <a:lnTo>
                        <a:pt x="45" y="46"/>
                      </a:lnTo>
                      <a:lnTo>
                        <a:pt x="9" y="1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77BC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7" name="Freeform 973"/>
                <p:cNvSpPr>
                  <a:spLocks/>
                </p:cNvSpPr>
                <p:nvPr/>
              </p:nvSpPr>
              <p:spPr bwMode="auto">
                <a:xfrm>
                  <a:off x="200" y="172"/>
                  <a:ext cx="45" cy="100"/>
                </a:xfrm>
                <a:custGeom>
                  <a:avLst/>
                  <a:gdLst>
                    <a:gd name="T0" fmla="*/ 0 w 45"/>
                    <a:gd name="T1" fmla="*/ 0 h 100"/>
                    <a:gd name="T2" fmla="*/ 45 w 45"/>
                    <a:gd name="T3" fmla="*/ 46 h 100"/>
                    <a:gd name="T4" fmla="*/ 9 w 45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100"/>
                    <a:gd name="T11" fmla="*/ 45 w 45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100">
                      <a:moveTo>
                        <a:pt x="0" y="0"/>
                      </a:moveTo>
                      <a:lnTo>
                        <a:pt x="45" y="46"/>
                      </a:lnTo>
                      <a:lnTo>
                        <a:pt x="9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8" name="Freeform 974"/>
                <p:cNvSpPr>
                  <a:spLocks/>
                </p:cNvSpPr>
                <p:nvPr/>
              </p:nvSpPr>
              <p:spPr bwMode="auto">
                <a:xfrm>
                  <a:off x="200" y="136"/>
                  <a:ext cx="45" cy="82"/>
                </a:xfrm>
                <a:custGeom>
                  <a:avLst/>
                  <a:gdLst>
                    <a:gd name="T0" fmla="*/ 45 w 45"/>
                    <a:gd name="T1" fmla="*/ 82 h 82"/>
                    <a:gd name="T2" fmla="*/ 0 w 45"/>
                    <a:gd name="T3" fmla="*/ 36 h 82"/>
                    <a:gd name="T4" fmla="*/ 45 w 45"/>
                    <a:gd name="T5" fmla="*/ 0 h 82"/>
                    <a:gd name="T6" fmla="*/ 45 w 45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82"/>
                    <a:gd name="T14" fmla="*/ 45 w 45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82">
                      <a:moveTo>
                        <a:pt x="45" y="82"/>
                      </a:moveTo>
                      <a:lnTo>
                        <a:pt x="0" y="36"/>
                      </a:lnTo>
                      <a:lnTo>
                        <a:pt x="45" y="0"/>
                      </a:lnTo>
                      <a:lnTo>
                        <a:pt x="45" y="82"/>
                      </a:lnTo>
                      <a:close/>
                    </a:path>
                  </a:pathLst>
                </a:custGeom>
                <a:solidFill>
                  <a:srgbClr val="7C83C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69" name="Freeform 975"/>
                <p:cNvSpPr>
                  <a:spLocks/>
                </p:cNvSpPr>
                <p:nvPr/>
              </p:nvSpPr>
              <p:spPr bwMode="auto">
                <a:xfrm>
                  <a:off x="200" y="136"/>
                  <a:ext cx="45" cy="82"/>
                </a:xfrm>
                <a:custGeom>
                  <a:avLst/>
                  <a:gdLst>
                    <a:gd name="T0" fmla="*/ 45 w 45"/>
                    <a:gd name="T1" fmla="*/ 82 h 82"/>
                    <a:gd name="T2" fmla="*/ 0 w 45"/>
                    <a:gd name="T3" fmla="*/ 36 h 82"/>
                    <a:gd name="T4" fmla="*/ 45 w 45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82"/>
                    <a:gd name="T11" fmla="*/ 45 w 45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82">
                      <a:moveTo>
                        <a:pt x="45" y="82"/>
                      </a:moveTo>
                      <a:lnTo>
                        <a:pt x="0" y="36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0" name="Freeform 976"/>
                <p:cNvSpPr>
                  <a:spLocks/>
                </p:cNvSpPr>
                <p:nvPr/>
              </p:nvSpPr>
              <p:spPr bwMode="auto">
                <a:xfrm>
                  <a:off x="463" y="27"/>
                  <a:ext cx="36" cy="18"/>
                </a:xfrm>
                <a:custGeom>
                  <a:avLst/>
                  <a:gdLst>
                    <a:gd name="T0" fmla="*/ 0 w 36"/>
                    <a:gd name="T1" fmla="*/ 0 h 18"/>
                    <a:gd name="T2" fmla="*/ 36 w 36"/>
                    <a:gd name="T3" fmla="*/ 9 h 18"/>
                    <a:gd name="T4" fmla="*/ 27 w 36"/>
                    <a:gd name="T5" fmla="*/ 18 h 18"/>
                    <a:gd name="T6" fmla="*/ 0 w 3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0" y="0"/>
                      </a:moveTo>
                      <a:lnTo>
                        <a:pt x="36" y="9"/>
                      </a:lnTo>
                      <a:lnTo>
                        <a:pt x="27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BC6E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1" name="Freeform 977"/>
                <p:cNvSpPr>
                  <a:spLocks/>
                </p:cNvSpPr>
                <p:nvPr/>
              </p:nvSpPr>
              <p:spPr bwMode="auto">
                <a:xfrm>
                  <a:off x="463" y="27"/>
                  <a:ext cx="36" cy="18"/>
                </a:xfrm>
                <a:custGeom>
                  <a:avLst/>
                  <a:gdLst>
                    <a:gd name="T0" fmla="*/ 0 w 36"/>
                    <a:gd name="T1" fmla="*/ 0 h 18"/>
                    <a:gd name="T2" fmla="*/ 36 w 36"/>
                    <a:gd name="T3" fmla="*/ 9 h 18"/>
                    <a:gd name="T4" fmla="*/ 27 w 36"/>
                    <a:gd name="T5" fmla="*/ 18 h 18"/>
                    <a:gd name="T6" fmla="*/ 0 w 3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0" y="0"/>
                      </a:moveTo>
                      <a:lnTo>
                        <a:pt x="36" y="9"/>
                      </a:lnTo>
                      <a:lnTo>
                        <a:pt x="27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2" name="Freeform 978"/>
                <p:cNvSpPr>
                  <a:spLocks/>
                </p:cNvSpPr>
                <p:nvPr/>
              </p:nvSpPr>
              <p:spPr bwMode="auto">
                <a:xfrm>
                  <a:off x="463" y="27"/>
                  <a:ext cx="27" cy="18"/>
                </a:xfrm>
                <a:custGeom>
                  <a:avLst/>
                  <a:gdLst>
                    <a:gd name="T0" fmla="*/ 0 w 27"/>
                    <a:gd name="T1" fmla="*/ 0 h 18"/>
                    <a:gd name="T2" fmla="*/ 27 w 27"/>
                    <a:gd name="T3" fmla="*/ 18 h 18"/>
                    <a:gd name="T4" fmla="*/ 18 w 27"/>
                    <a:gd name="T5" fmla="*/ 18 h 18"/>
                    <a:gd name="T6" fmla="*/ 0 w 2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0" y="0"/>
                      </a:moveTo>
                      <a:lnTo>
                        <a:pt x="27" y="18"/>
                      </a:lnTo>
                      <a:lnTo>
                        <a:pt x="18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AC4E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3" name="Freeform 979"/>
                <p:cNvSpPr>
                  <a:spLocks/>
                </p:cNvSpPr>
                <p:nvPr/>
              </p:nvSpPr>
              <p:spPr bwMode="auto">
                <a:xfrm>
                  <a:off x="463" y="27"/>
                  <a:ext cx="27" cy="18"/>
                </a:xfrm>
                <a:custGeom>
                  <a:avLst/>
                  <a:gdLst>
                    <a:gd name="T0" fmla="*/ 0 w 27"/>
                    <a:gd name="T1" fmla="*/ 0 h 18"/>
                    <a:gd name="T2" fmla="*/ 27 w 27"/>
                    <a:gd name="T3" fmla="*/ 18 h 18"/>
                    <a:gd name="T4" fmla="*/ 18 w 27"/>
                    <a:gd name="T5" fmla="*/ 18 h 18"/>
                    <a:gd name="T6" fmla="*/ 0 w 2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0" y="0"/>
                      </a:moveTo>
                      <a:lnTo>
                        <a:pt x="27" y="18"/>
                      </a:lnTo>
                      <a:lnTo>
                        <a:pt x="18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4" name="Freeform 980"/>
                <p:cNvSpPr>
                  <a:spLocks/>
                </p:cNvSpPr>
                <p:nvPr/>
              </p:nvSpPr>
              <p:spPr bwMode="auto">
                <a:xfrm>
                  <a:off x="463" y="27"/>
                  <a:ext cx="18" cy="18"/>
                </a:xfrm>
                <a:custGeom>
                  <a:avLst/>
                  <a:gdLst>
                    <a:gd name="T0" fmla="*/ 0 w 18"/>
                    <a:gd name="T1" fmla="*/ 0 h 18"/>
                    <a:gd name="T2" fmla="*/ 18 w 18"/>
                    <a:gd name="T3" fmla="*/ 18 h 18"/>
                    <a:gd name="T4" fmla="*/ 0 w 18"/>
                    <a:gd name="T5" fmla="*/ 18 h 18"/>
                    <a:gd name="T6" fmla="*/ 0 w 18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9C2E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5" name="Freeform 981"/>
                <p:cNvSpPr>
                  <a:spLocks/>
                </p:cNvSpPr>
                <p:nvPr/>
              </p:nvSpPr>
              <p:spPr bwMode="auto">
                <a:xfrm>
                  <a:off x="463" y="27"/>
                  <a:ext cx="18" cy="18"/>
                </a:xfrm>
                <a:custGeom>
                  <a:avLst/>
                  <a:gdLst>
                    <a:gd name="T0" fmla="*/ 0 w 18"/>
                    <a:gd name="T1" fmla="*/ 0 h 18"/>
                    <a:gd name="T2" fmla="*/ 18 w 18"/>
                    <a:gd name="T3" fmla="*/ 18 h 18"/>
                    <a:gd name="T4" fmla="*/ 0 w 18"/>
                    <a:gd name="T5" fmla="*/ 18 h 18"/>
                    <a:gd name="T6" fmla="*/ 0 w 18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0" y="0"/>
                      </a:move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6" name="Freeform 982"/>
                <p:cNvSpPr>
                  <a:spLocks/>
                </p:cNvSpPr>
                <p:nvPr/>
              </p:nvSpPr>
              <p:spPr bwMode="auto">
                <a:xfrm>
                  <a:off x="445" y="27"/>
                  <a:ext cx="18" cy="18"/>
                </a:xfrm>
                <a:custGeom>
                  <a:avLst/>
                  <a:gdLst>
                    <a:gd name="T0" fmla="*/ 18 w 18"/>
                    <a:gd name="T1" fmla="*/ 0 h 18"/>
                    <a:gd name="T2" fmla="*/ 18 w 18"/>
                    <a:gd name="T3" fmla="*/ 18 h 18"/>
                    <a:gd name="T4" fmla="*/ 0 w 18"/>
                    <a:gd name="T5" fmla="*/ 18 h 18"/>
                    <a:gd name="T6" fmla="*/ 18 w 18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18" y="0"/>
                      </a:move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A6C0E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7" name="Freeform 983"/>
                <p:cNvSpPr>
                  <a:spLocks/>
                </p:cNvSpPr>
                <p:nvPr/>
              </p:nvSpPr>
              <p:spPr bwMode="auto">
                <a:xfrm>
                  <a:off x="445" y="27"/>
                  <a:ext cx="18" cy="18"/>
                </a:xfrm>
                <a:custGeom>
                  <a:avLst/>
                  <a:gdLst>
                    <a:gd name="T0" fmla="*/ 18 w 18"/>
                    <a:gd name="T1" fmla="*/ 0 h 18"/>
                    <a:gd name="T2" fmla="*/ 18 w 18"/>
                    <a:gd name="T3" fmla="*/ 18 h 18"/>
                    <a:gd name="T4" fmla="*/ 0 w 18"/>
                    <a:gd name="T5" fmla="*/ 18 h 18"/>
                    <a:gd name="T6" fmla="*/ 18 w 18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18"/>
                    <a:gd name="T14" fmla="*/ 18 w 18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18">
                      <a:moveTo>
                        <a:pt x="18" y="0"/>
                      </a:moveTo>
                      <a:lnTo>
                        <a:pt x="18" y="18"/>
                      </a:lnTo>
                      <a:lnTo>
                        <a:pt x="0" y="18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8" name="Freeform 984"/>
                <p:cNvSpPr>
                  <a:spLocks/>
                </p:cNvSpPr>
                <p:nvPr/>
              </p:nvSpPr>
              <p:spPr bwMode="auto">
                <a:xfrm>
                  <a:off x="436" y="27"/>
                  <a:ext cx="27" cy="18"/>
                </a:xfrm>
                <a:custGeom>
                  <a:avLst/>
                  <a:gdLst>
                    <a:gd name="T0" fmla="*/ 27 w 27"/>
                    <a:gd name="T1" fmla="*/ 0 h 18"/>
                    <a:gd name="T2" fmla="*/ 9 w 27"/>
                    <a:gd name="T3" fmla="*/ 18 h 18"/>
                    <a:gd name="T4" fmla="*/ 0 w 27"/>
                    <a:gd name="T5" fmla="*/ 18 h 18"/>
                    <a:gd name="T6" fmla="*/ 27 w 2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27" y="0"/>
                      </a:moveTo>
                      <a:lnTo>
                        <a:pt x="9" y="18"/>
                      </a:lnTo>
                      <a:lnTo>
                        <a:pt x="0" y="18"/>
                      </a:lnTo>
                      <a:lnTo>
                        <a:pt x="27" y="0"/>
                      </a:lnTo>
                      <a:close/>
                    </a:path>
                  </a:pathLst>
                </a:custGeom>
                <a:solidFill>
                  <a:srgbClr val="A4BEE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79" name="Freeform 985"/>
                <p:cNvSpPr>
                  <a:spLocks/>
                </p:cNvSpPr>
                <p:nvPr/>
              </p:nvSpPr>
              <p:spPr bwMode="auto">
                <a:xfrm>
                  <a:off x="436" y="27"/>
                  <a:ext cx="27" cy="18"/>
                </a:xfrm>
                <a:custGeom>
                  <a:avLst/>
                  <a:gdLst>
                    <a:gd name="T0" fmla="*/ 27 w 27"/>
                    <a:gd name="T1" fmla="*/ 0 h 18"/>
                    <a:gd name="T2" fmla="*/ 9 w 27"/>
                    <a:gd name="T3" fmla="*/ 18 h 18"/>
                    <a:gd name="T4" fmla="*/ 0 w 27"/>
                    <a:gd name="T5" fmla="*/ 18 h 18"/>
                    <a:gd name="T6" fmla="*/ 27 w 27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18"/>
                    <a:gd name="T14" fmla="*/ 27 w 27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18">
                      <a:moveTo>
                        <a:pt x="27" y="0"/>
                      </a:moveTo>
                      <a:lnTo>
                        <a:pt x="9" y="18"/>
                      </a:lnTo>
                      <a:lnTo>
                        <a:pt x="0" y="18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0" name="Freeform 986"/>
                <p:cNvSpPr>
                  <a:spLocks/>
                </p:cNvSpPr>
                <p:nvPr/>
              </p:nvSpPr>
              <p:spPr bwMode="auto">
                <a:xfrm>
                  <a:off x="427" y="27"/>
                  <a:ext cx="36" cy="18"/>
                </a:xfrm>
                <a:custGeom>
                  <a:avLst/>
                  <a:gdLst>
                    <a:gd name="T0" fmla="*/ 36 w 36"/>
                    <a:gd name="T1" fmla="*/ 0 h 18"/>
                    <a:gd name="T2" fmla="*/ 9 w 36"/>
                    <a:gd name="T3" fmla="*/ 18 h 18"/>
                    <a:gd name="T4" fmla="*/ 0 w 36"/>
                    <a:gd name="T5" fmla="*/ 9 h 18"/>
                    <a:gd name="T6" fmla="*/ 36 w 3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36" y="0"/>
                      </a:moveTo>
                      <a:lnTo>
                        <a:pt x="9" y="18"/>
                      </a:lnTo>
                      <a:lnTo>
                        <a:pt x="0" y="9"/>
                      </a:lnTo>
                      <a:lnTo>
                        <a:pt x="36" y="0"/>
                      </a:lnTo>
                      <a:close/>
                    </a:path>
                  </a:pathLst>
                </a:custGeom>
                <a:solidFill>
                  <a:srgbClr val="A1BDE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1" name="Freeform 987"/>
                <p:cNvSpPr>
                  <a:spLocks/>
                </p:cNvSpPr>
                <p:nvPr/>
              </p:nvSpPr>
              <p:spPr bwMode="auto">
                <a:xfrm>
                  <a:off x="427" y="27"/>
                  <a:ext cx="36" cy="18"/>
                </a:xfrm>
                <a:custGeom>
                  <a:avLst/>
                  <a:gdLst>
                    <a:gd name="T0" fmla="*/ 36 w 36"/>
                    <a:gd name="T1" fmla="*/ 0 h 18"/>
                    <a:gd name="T2" fmla="*/ 9 w 36"/>
                    <a:gd name="T3" fmla="*/ 18 h 18"/>
                    <a:gd name="T4" fmla="*/ 0 w 36"/>
                    <a:gd name="T5" fmla="*/ 9 h 18"/>
                    <a:gd name="T6" fmla="*/ 36 w 36"/>
                    <a:gd name="T7" fmla="*/ 0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18"/>
                    <a:gd name="T14" fmla="*/ 36 w 3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18">
                      <a:moveTo>
                        <a:pt x="36" y="0"/>
                      </a:moveTo>
                      <a:lnTo>
                        <a:pt x="9" y="18"/>
                      </a:lnTo>
                      <a:lnTo>
                        <a:pt x="0" y="9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2" name="Freeform 988"/>
                <p:cNvSpPr>
                  <a:spLocks/>
                </p:cNvSpPr>
                <p:nvPr/>
              </p:nvSpPr>
              <p:spPr bwMode="auto">
                <a:xfrm>
                  <a:off x="418" y="27"/>
                  <a:ext cx="45" cy="9"/>
                </a:xfrm>
                <a:custGeom>
                  <a:avLst/>
                  <a:gdLst>
                    <a:gd name="T0" fmla="*/ 45 w 45"/>
                    <a:gd name="T1" fmla="*/ 0 h 9"/>
                    <a:gd name="T2" fmla="*/ 9 w 45"/>
                    <a:gd name="T3" fmla="*/ 9 h 9"/>
                    <a:gd name="T4" fmla="*/ 0 w 45"/>
                    <a:gd name="T5" fmla="*/ 9 h 9"/>
                    <a:gd name="T6" fmla="*/ 45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0"/>
                      </a:moveTo>
                      <a:lnTo>
                        <a:pt x="9" y="9"/>
                      </a:lnTo>
                      <a:lnTo>
                        <a:pt x="0" y="9"/>
                      </a:lnTo>
                      <a:lnTo>
                        <a:pt x="45" y="0"/>
                      </a:lnTo>
                      <a:close/>
                    </a:path>
                  </a:pathLst>
                </a:custGeom>
                <a:solidFill>
                  <a:srgbClr val="9EBDE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3" name="Freeform 989"/>
                <p:cNvSpPr>
                  <a:spLocks/>
                </p:cNvSpPr>
                <p:nvPr/>
              </p:nvSpPr>
              <p:spPr bwMode="auto">
                <a:xfrm>
                  <a:off x="418" y="27"/>
                  <a:ext cx="45" cy="9"/>
                </a:xfrm>
                <a:custGeom>
                  <a:avLst/>
                  <a:gdLst>
                    <a:gd name="T0" fmla="*/ 45 w 45"/>
                    <a:gd name="T1" fmla="*/ 0 h 9"/>
                    <a:gd name="T2" fmla="*/ 9 w 45"/>
                    <a:gd name="T3" fmla="*/ 9 h 9"/>
                    <a:gd name="T4" fmla="*/ 0 w 45"/>
                    <a:gd name="T5" fmla="*/ 9 h 9"/>
                    <a:gd name="T6" fmla="*/ 45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45" y="0"/>
                      </a:moveTo>
                      <a:lnTo>
                        <a:pt x="9" y="9"/>
                      </a:lnTo>
                      <a:lnTo>
                        <a:pt x="0" y="9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4" name="Freeform 990"/>
                <p:cNvSpPr>
                  <a:spLocks/>
                </p:cNvSpPr>
                <p:nvPr/>
              </p:nvSpPr>
              <p:spPr bwMode="auto">
                <a:xfrm>
                  <a:off x="463" y="27"/>
                  <a:ext cx="45" cy="9"/>
                </a:xfrm>
                <a:custGeom>
                  <a:avLst/>
                  <a:gdLst>
                    <a:gd name="T0" fmla="*/ 0 w 45"/>
                    <a:gd name="T1" fmla="*/ 0 h 9"/>
                    <a:gd name="T2" fmla="*/ 45 w 45"/>
                    <a:gd name="T3" fmla="*/ 0 h 9"/>
                    <a:gd name="T4" fmla="*/ 36 w 45"/>
                    <a:gd name="T5" fmla="*/ 9 h 9"/>
                    <a:gd name="T6" fmla="*/ 0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36" y="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BC9E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5" name="Freeform 991"/>
                <p:cNvSpPr>
                  <a:spLocks/>
                </p:cNvSpPr>
                <p:nvPr/>
              </p:nvSpPr>
              <p:spPr bwMode="auto">
                <a:xfrm>
                  <a:off x="463" y="27"/>
                  <a:ext cx="45" cy="9"/>
                </a:xfrm>
                <a:custGeom>
                  <a:avLst/>
                  <a:gdLst>
                    <a:gd name="T0" fmla="*/ 0 w 45"/>
                    <a:gd name="T1" fmla="*/ 0 h 9"/>
                    <a:gd name="T2" fmla="*/ 45 w 45"/>
                    <a:gd name="T3" fmla="*/ 0 h 9"/>
                    <a:gd name="T4" fmla="*/ 36 w 45"/>
                    <a:gd name="T5" fmla="*/ 9 h 9"/>
                    <a:gd name="T6" fmla="*/ 0 w 45"/>
                    <a:gd name="T7" fmla="*/ 0 h 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9"/>
                    <a:gd name="T14" fmla="*/ 45 w 45"/>
                    <a:gd name="T15" fmla="*/ 9 h 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9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36" y="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6" name="Freeform 992"/>
                <p:cNvSpPr>
                  <a:spLocks/>
                </p:cNvSpPr>
                <p:nvPr/>
              </p:nvSpPr>
              <p:spPr bwMode="auto">
                <a:xfrm>
                  <a:off x="536" y="54"/>
                  <a:ext cx="54" cy="28"/>
                </a:xfrm>
                <a:custGeom>
                  <a:avLst/>
                  <a:gdLst>
                    <a:gd name="T0" fmla="*/ 54 w 54"/>
                    <a:gd name="T1" fmla="*/ 9 h 28"/>
                    <a:gd name="T2" fmla="*/ 45 w 54"/>
                    <a:gd name="T3" fmla="*/ 28 h 28"/>
                    <a:gd name="T4" fmla="*/ 0 w 54"/>
                    <a:gd name="T5" fmla="*/ 0 h 28"/>
                    <a:gd name="T6" fmla="*/ 54 w 54"/>
                    <a:gd name="T7" fmla="*/ 9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28"/>
                    <a:gd name="T14" fmla="*/ 54 w 54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28">
                      <a:moveTo>
                        <a:pt x="54" y="9"/>
                      </a:moveTo>
                      <a:lnTo>
                        <a:pt x="45" y="28"/>
                      </a:lnTo>
                      <a:lnTo>
                        <a:pt x="0" y="0"/>
                      </a:lnTo>
                      <a:lnTo>
                        <a:pt x="54" y="9"/>
                      </a:lnTo>
                      <a:close/>
                    </a:path>
                  </a:pathLst>
                </a:custGeom>
                <a:solidFill>
                  <a:srgbClr val="C5D3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7" name="Freeform 993"/>
                <p:cNvSpPr>
                  <a:spLocks/>
                </p:cNvSpPr>
                <p:nvPr/>
              </p:nvSpPr>
              <p:spPr bwMode="auto">
                <a:xfrm>
                  <a:off x="536" y="54"/>
                  <a:ext cx="54" cy="28"/>
                </a:xfrm>
                <a:custGeom>
                  <a:avLst/>
                  <a:gdLst>
                    <a:gd name="T0" fmla="*/ 54 w 54"/>
                    <a:gd name="T1" fmla="*/ 9 h 28"/>
                    <a:gd name="T2" fmla="*/ 45 w 54"/>
                    <a:gd name="T3" fmla="*/ 28 h 28"/>
                    <a:gd name="T4" fmla="*/ 0 w 54"/>
                    <a:gd name="T5" fmla="*/ 0 h 28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28"/>
                    <a:gd name="T11" fmla="*/ 54 w 54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28">
                      <a:moveTo>
                        <a:pt x="54" y="9"/>
                      </a:moveTo>
                      <a:lnTo>
                        <a:pt x="45" y="2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8" name="Freeform 994"/>
                <p:cNvSpPr>
                  <a:spLocks/>
                </p:cNvSpPr>
                <p:nvPr/>
              </p:nvSpPr>
              <p:spPr bwMode="auto">
                <a:xfrm>
                  <a:off x="536" y="45"/>
                  <a:ext cx="54" cy="18"/>
                </a:xfrm>
                <a:custGeom>
                  <a:avLst/>
                  <a:gdLst>
                    <a:gd name="T0" fmla="*/ 0 w 54"/>
                    <a:gd name="T1" fmla="*/ 9 h 18"/>
                    <a:gd name="T2" fmla="*/ 9 w 54"/>
                    <a:gd name="T3" fmla="*/ 0 h 18"/>
                    <a:gd name="T4" fmla="*/ 54 w 54"/>
                    <a:gd name="T5" fmla="*/ 18 h 18"/>
                    <a:gd name="T6" fmla="*/ 0 w 54"/>
                    <a:gd name="T7" fmla="*/ 9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18"/>
                    <a:gd name="T14" fmla="*/ 54 w 54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54" y="18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C5D3E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89" name="Freeform 995"/>
                <p:cNvSpPr>
                  <a:spLocks/>
                </p:cNvSpPr>
                <p:nvPr/>
              </p:nvSpPr>
              <p:spPr bwMode="auto">
                <a:xfrm>
                  <a:off x="536" y="45"/>
                  <a:ext cx="54" cy="18"/>
                </a:xfrm>
                <a:custGeom>
                  <a:avLst/>
                  <a:gdLst>
                    <a:gd name="T0" fmla="*/ 0 w 54"/>
                    <a:gd name="T1" fmla="*/ 9 h 18"/>
                    <a:gd name="T2" fmla="*/ 9 w 54"/>
                    <a:gd name="T3" fmla="*/ 0 h 18"/>
                    <a:gd name="T4" fmla="*/ 54 w 54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18"/>
                    <a:gd name="T11" fmla="*/ 54 w 54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54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0" name="Freeform 996"/>
                <p:cNvSpPr>
                  <a:spLocks/>
                </p:cNvSpPr>
                <p:nvPr/>
              </p:nvSpPr>
              <p:spPr bwMode="auto">
                <a:xfrm>
                  <a:off x="499" y="27"/>
                  <a:ext cx="46" cy="18"/>
                </a:xfrm>
                <a:custGeom>
                  <a:avLst/>
                  <a:gdLst>
                    <a:gd name="T0" fmla="*/ 0 w 46"/>
                    <a:gd name="T1" fmla="*/ 9 h 18"/>
                    <a:gd name="T2" fmla="*/ 9 w 46"/>
                    <a:gd name="T3" fmla="*/ 0 h 18"/>
                    <a:gd name="T4" fmla="*/ 46 w 46"/>
                    <a:gd name="T5" fmla="*/ 18 h 18"/>
                    <a:gd name="T6" fmla="*/ 0 w 46"/>
                    <a:gd name="T7" fmla="*/ 9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46" y="18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B9C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1" name="Freeform 997"/>
                <p:cNvSpPr>
                  <a:spLocks/>
                </p:cNvSpPr>
                <p:nvPr/>
              </p:nvSpPr>
              <p:spPr bwMode="auto">
                <a:xfrm>
                  <a:off x="499" y="27"/>
                  <a:ext cx="46" cy="18"/>
                </a:xfrm>
                <a:custGeom>
                  <a:avLst/>
                  <a:gdLst>
                    <a:gd name="T0" fmla="*/ 0 w 46"/>
                    <a:gd name="T1" fmla="*/ 9 h 18"/>
                    <a:gd name="T2" fmla="*/ 9 w 46"/>
                    <a:gd name="T3" fmla="*/ 0 h 18"/>
                    <a:gd name="T4" fmla="*/ 46 w 46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46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2" name="Freeform 998"/>
                <p:cNvSpPr>
                  <a:spLocks/>
                </p:cNvSpPr>
                <p:nvPr/>
              </p:nvSpPr>
              <p:spPr bwMode="auto">
                <a:xfrm>
                  <a:off x="499" y="36"/>
                  <a:ext cx="46" cy="18"/>
                </a:xfrm>
                <a:custGeom>
                  <a:avLst/>
                  <a:gdLst>
                    <a:gd name="T0" fmla="*/ 46 w 46"/>
                    <a:gd name="T1" fmla="*/ 9 h 18"/>
                    <a:gd name="T2" fmla="*/ 37 w 46"/>
                    <a:gd name="T3" fmla="*/ 18 h 18"/>
                    <a:gd name="T4" fmla="*/ 0 w 46"/>
                    <a:gd name="T5" fmla="*/ 0 h 18"/>
                    <a:gd name="T6" fmla="*/ 46 w 46"/>
                    <a:gd name="T7" fmla="*/ 9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46" y="9"/>
                      </a:moveTo>
                      <a:lnTo>
                        <a:pt x="37" y="18"/>
                      </a:lnTo>
                      <a:lnTo>
                        <a:pt x="0" y="0"/>
                      </a:lnTo>
                      <a:lnTo>
                        <a:pt x="46" y="9"/>
                      </a:lnTo>
                      <a:close/>
                    </a:path>
                  </a:pathLst>
                </a:custGeom>
                <a:solidFill>
                  <a:srgbClr val="B9CFE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3" name="Freeform 999"/>
                <p:cNvSpPr>
                  <a:spLocks/>
                </p:cNvSpPr>
                <p:nvPr/>
              </p:nvSpPr>
              <p:spPr bwMode="auto">
                <a:xfrm>
                  <a:off x="499" y="36"/>
                  <a:ext cx="46" cy="18"/>
                </a:xfrm>
                <a:custGeom>
                  <a:avLst/>
                  <a:gdLst>
                    <a:gd name="T0" fmla="*/ 46 w 46"/>
                    <a:gd name="T1" fmla="*/ 9 h 18"/>
                    <a:gd name="T2" fmla="*/ 37 w 46"/>
                    <a:gd name="T3" fmla="*/ 18 h 18"/>
                    <a:gd name="T4" fmla="*/ 0 w 46"/>
                    <a:gd name="T5" fmla="*/ 0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46" y="9"/>
                      </a:moveTo>
                      <a:lnTo>
                        <a:pt x="37" y="1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4" name="Freeform 1000"/>
                <p:cNvSpPr>
                  <a:spLocks/>
                </p:cNvSpPr>
                <p:nvPr/>
              </p:nvSpPr>
              <p:spPr bwMode="auto">
                <a:xfrm>
                  <a:off x="64" y="535"/>
                  <a:ext cx="118" cy="154"/>
                </a:xfrm>
                <a:custGeom>
                  <a:avLst/>
                  <a:gdLst>
                    <a:gd name="T0" fmla="*/ 0 w 118"/>
                    <a:gd name="T1" fmla="*/ 0 h 154"/>
                    <a:gd name="T2" fmla="*/ 118 w 118"/>
                    <a:gd name="T3" fmla="*/ 64 h 154"/>
                    <a:gd name="T4" fmla="*/ 91 w 118"/>
                    <a:gd name="T5" fmla="*/ 154 h 154"/>
                    <a:gd name="T6" fmla="*/ 0 w 118"/>
                    <a:gd name="T7" fmla="*/ 0 h 1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54"/>
                    <a:gd name="T14" fmla="*/ 118 w 118"/>
                    <a:gd name="T15" fmla="*/ 154 h 1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54">
                      <a:moveTo>
                        <a:pt x="0" y="0"/>
                      </a:moveTo>
                      <a:lnTo>
                        <a:pt x="118" y="64"/>
                      </a:lnTo>
                      <a:lnTo>
                        <a:pt x="91" y="1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56EB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5" name="Freeform 1001"/>
                <p:cNvSpPr>
                  <a:spLocks/>
                </p:cNvSpPr>
                <p:nvPr/>
              </p:nvSpPr>
              <p:spPr bwMode="auto">
                <a:xfrm>
                  <a:off x="64" y="535"/>
                  <a:ext cx="118" cy="154"/>
                </a:xfrm>
                <a:custGeom>
                  <a:avLst/>
                  <a:gdLst>
                    <a:gd name="T0" fmla="*/ 0 w 118"/>
                    <a:gd name="T1" fmla="*/ 0 h 154"/>
                    <a:gd name="T2" fmla="*/ 118 w 118"/>
                    <a:gd name="T3" fmla="*/ 64 h 154"/>
                    <a:gd name="T4" fmla="*/ 91 w 118"/>
                    <a:gd name="T5" fmla="*/ 154 h 154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54"/>
                    <a:gd name="T11" fmla="*/ 118 w 118"/>
                    <a:gd name="T12" fmla="*/ 154 h 1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54">
                      <a:moveTo>
                        <a:pt x="0" y="0"/>
                      </a:moveTo>
                      <a:lnTo>
                        <a:pt x="118" y="64"/>
                      </a:lnTo>
                      <a:lnTo>
                        <a:pt x="91" y="1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6" name="Freeform 1002"/>
                <p:cNvSpPr>
                  <a:spLocks/>
                </p:cNvSpPr>
                <p:nvPr/>
              </p:nvSpPr>
              <p:spPr bwMode="auto">
                <a:xfrm>
                  <a:off x="64" y="463"/>
                  <a:ext cx="118" cy="136"/>
                </a:xfrm>
                <a:custGeom>
                  <a:avLst/>
                  <a:gdLst>
                    <a:gd name="T0" fmla="*/ 118 w 118"/>
                    <a:gd name="T1" fmla="*/ 136 h 136"/>
                    <a:gd name="T2" fmla="*/ 0 w 118"/>
                    <a:gd name="T3" fmla="*/ 72 h 136"/>
                    <a:gd name="T4" fmla="*/ 36 w 118"/>
                    <a:gd name="T5" fmla="*/ 0 h 136"/>
                    <a:gd name="T6" fmla="*/ 118 w 118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136"/>
                    <a:gd name="T14" fmla="*/ 118 w 118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136">
                      <a:moveTo>
                        <a:pt x="118" y="136"/>
                      </a:moveTo>
                      <a:lnTo>
                        <a:pt x="0" y="72"/>
                      </a:lnTo>
                      <a:lnTo>
                        <a:pt x="36" y="0"/>
                      </a:lnTo>
                      <a:lnTo>
                        <a:pt x="118" y="136"/>
                      </a:lnTo>
                      <a:close/>
                    </a:path>
                  </a:pathLst>
                </a:custGeom>
                <a:solidFill>
                  <a:srgbClr val="8772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7" name="Freeform 1003"/>
                <p:cNvSpPr>
                  <a:spLocks/>
                </p:cNvSpPr>
                <p:nvPr/>
              </p:nvSpPr>
              <p:spPr bwMode="auto">
                <a:xfrm>
                  <a:off x="64" y="463"/>
                  <a:ext cx="118" cy="136"/>
                </a:xfrm>
                <a:custGeom>
                  <a:avLst/>
                  <a:gdLst>
                    <a:gd name="T0" fmla="*/ 118 w 118"/>
                    <a:gd name="T1" fmla="*/ 136 h 136"/>
                    <a:gd name="T2" fmla="*/ 0 w 118"/>
                    <a:gd name="T3" fmla="*/ 72 h 136"/>
                    <a:gd name="T4" fmla="*/ 36 w 118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136"/>
                    <a:gd name="T11" fmla="*/ 118 w 118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136">
                      <a:moveTo>
                        <a:pt x="118" y="136"/>
                      </a:moveTo>
                      <a:lnTo>
                        <a:pt x="0" y="72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8" name="Freeform 1004"/>
                <p:cNvSpPr>
                  <a:spLocks/>
                </p:cNvSpPr>
                <p:nvPr/>
              </p:nvSpPr>
              <p:spPr bwMode="auto">
                <a:xfrm>
                  <a:off x="245" y="136"/>
                  <a:ext cx="37" cy="82"/>
                </a:xfrm>
                <a:custGeom>
                  <a:avLst/>
                  <a:gdLst>
                    <a:gd name="T0" fmla="*/ 0 w 37"/>
                    <a:gd name="T1" fmla="*/ 0 h 82"/>
                    <a:gd name="T2" fmla="*/ 37 w 37"/>
                    <a:gd name="T3" fmla="*/ 36 h 82"/>
                    <a:gd name="T4" fmla="*/ 0 w 37"/>
                    <a:gd name="T5" fmla="*/ 82 h 82"/>
                    <a:gd name="T6" fmla="*/ 0 w 37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82"/>
                    <a:gd name="T14" fmla="*/ 37 w 37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82">
                      <a:moveTo>
                        <a:pt x="0" y="0"/>
                      </a:moveTo>
                      <a:lnTo>
                        <a:pt x="37" y="36"/>
                      </a:lnTo>
                      <a:lnTo>
                        <a:pt x="0" y="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C83C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099" name="Freeform 1005"/>
                <p:cNvSpPr>
                  <a:spLocks/>
                </p:cNvSpPr>
                <p:nvPr/>
              </p:nvSpPr>
              <p:spPr bwMode="auto">
                <a:xfrm>
                  <a:off x="245" y="136"/>
                  <a:ext cx="37" cy="82"/>
                </a:xfrm>
                <a:custGeom>
                  <a:avLst/>
                  <a:gdLst>
                    <a:gd name="T0" fmla="*/ 0 w 37"/>
                    <a:gd name="T1" fmla="*/ 0 h 82"/>
                    <a:gd name="T2" fmla="*/ 37 w 37"/>
                    <a:gd name="T3" fmla="*/ 36 h 82"/>
                    <a:gd name="T4" fmla="*/ 0 w 37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82"/>
                    <a:gd name="T11" fmla="*/ 37 w 37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82">
                      <a:moveTo>
                        <a:pt x="0" y="0"/>
                      </a:moveTo>
                      <a:lnTo>
                        <a:pt x="37" y="36"/>
                      </a:lnTo>
                      <a:lnTo>
                        <a:pt x="0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0" name="Freeform 1006"/>
                <p:cNvSpPr>
                  <a:spLocks/>
                </p:cNvSpPr>
                <p:nvPr/>
              </p:nvSpPr>
              <p:spPr bwMode="auto">
                <a:xfrm>
                  <a:off x="245" y="100"/>
                  <a:ext cx="46" cy="72"/>
                </a:xfrm>
                <a:custGeom>
                  <a:avLst/>
                  <a:gdLst>
                    <a:gd name="T0" fmla="*/ 37 w 46"/>
                    <a:gd name="T1" fmla="*/ 72 h 72"/>
                    <a:gd name="T2" fmla="*/ 0 w 46"/>
                    <a:gd name="T3" fmla="*/ 36 h 72"/>
                    <a:gd name="T4" fmla="*/ 46 w 46"/>
                    <a:gd name="T5" fmla="*/ 0 h 72"/>
                    <a:gd name="T6" fmla="*/ 37 w 46"/>
                    <a:gd name="T7" fmla="*/ 72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72"/>
                    <a:gd name="T14" fmla="*/ 46 w 46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72">
                      <a:moveTo>
                        <a:pt x="37" y="72"/>
                      </a:moveTo>
                      <a:lnTo>
                        <a:pt x="0" y="36"/>
                      </a:lnTo>
                      <a:lnTo>
                        <a:pt x="46" y="0"/>
                      </a:lnTo>
                      <a:lnTo>
                        <a:pt x="37" y="72"/>
                      </a:lnTo>
                      <a:close/>
                    </a:path>
                  </a:pathLst>
                </a:custGeom>
                <a:solidFill>
                  <a:srgbClr val="828CD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1" name="Freeform 1007"/>
                <p:cNvSpPr>
                  <a:spLocks/>
                </p:cNvSpPr>
                <p:nvPr/>
              </p:nvSpPr>
              <p:spPr bwMode="auto">
                <a:xfrm>
                  <a:off x="245" y="100"/>
                  <a:ext cx="46" cy="72"/>
                </a:xfrm>
                <a:custGeom>
                  <a:avLst/>
                  <a:gdLst>
                    <a:gd name="T0" fmla="*/ 37 w 46"/>
                    <a:gd name="T1" fmla="*/ 72 h 72"/>
                    <a:gd name="T2" fmla="*/ 0 w 46"/>
                    <a:gd name="T3" fmla="*/ 36 h 72"/>
                    <a:gd name="T4" fmla="*/ 46 w 46"/>
                    <a:gd name="T5" fmla="*/ 0 h 72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72"/>
                    <a:gd name="T11" fmla="*/ 46 w 46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72">
                      <a:moveTo>
                        <a:pt x="37" y="72"/>
                      </a:moveTo>
                      <a:lnTo>
                        <a:pt x="0" y="36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2" name="Freeform 1008"/>
                <p:cNvSpPr>
                  <a:spLocks/>
                </p:cNvSpPr>
                <p:nvPr/>
              </p:nvSpPr>
              <p:spPr bwMode="auto">
                <a:xfrm>
                  <a:off x="273" y="1252"/>
                  <a:ext cx="253" cy="136"/>
                </a:xfrm>
                <a:custGeom>
                  <a:avLst/>
                  <a:gdLst>
                    <a:gd name="T0" fmla="*/ 0 w 253"/>
                    <a:gd name="T1" fmla="*/ 0 h 136"/>
                    <a:gd name="T2" fmla="*/ 253 w 253"/>
                    <a:gd name="T3" fmla="*/ 18 h 136"/>
                    <a:gd name="T4" fmla="*/ 253 w 253"/>
                    <a:gd name="T5" fmla="*/ 136 h 136"/>
                    <a:gd name="T6" fmla="*/ 0 w 253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3"/>
                    <a:gd name="T13" fmla="*/ 0 h 136"/>
                    <a:gd name="T14" fmla="*/ 253 w 25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3" h="136">
                      <a:moveTo>
                        <a:pt x="0" y="0"/>
                      </a:moveTo>
                      <a:lnTo>
                        <a:pt x="253" y="18"/>
                      </a:lnTo>
                      <a:lnTo>
                        <a:pt x="253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F82A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3" name="Freeform 1009"/>
                <p:cNvSpPr>
                  <a:spLocks/>
                </p:cNvSpPr>
                <p:nvPr/>
              </p:nvSpPr>
              <p:spPr bwMode="auto">
                <a:xfrm>
                  <a:off x="273" y="1252"/>
                  <a:ext cx="253" cy="136"/>
                </a:xfrm>
                <a:custGeom>
                  <a:avLst/>
                  <a:gdLst>
                    <a:gd name="T0" fmla="*/ 0 w 253"/>
                    <a:gd name="T1" fmla="*/ 0 h 136"/>
                    <a:gd name="T2" fmla="*/ 253 w 253"/>
                    <a:gd name="T3" fmla="*/ 18 h 136"/>
                    <a:gd name="T4" fmla="*/ 253 w 253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253"/>
                    <a:gd name="T10" fmla="*/ 0 h 136"/>
                    <a:gd name="T11" fmla="*/ 253 w 25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3" h="136">
                      <a:moveTo>
                        <a:pt x="0" y="0"/>
                      </a:moveTo>
                      <a:lnTo>
                        <a:pt x="253" y="18"/>
                      </a:lnTo>
                      <a:lnTo>
                        <a:pt x="253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4" name="Freeform 1010"/>
                <p:cNvSpPr>
                  <a:spLocks/>
                </p:cNvSpPr>
                <p:nvPr/>
              </p:nvSpPr>
              <p:spPr bwMode="auto">
                <a:xfrm>
                  <a:off x="372" y="36"/>
                  <a:ext cx="46" cy="27"/>
                </a:xfrm>
                <a:custGeom>
                  <a:avLst/>
                  <a:gdLst>
                    <a:gd name="T0" fmla="*/ 18 w 46"/>
                    <a:gd name="T1" fmla="*/ 27 h 27"/>
                    <a:gd name="T2" fmla="*/ 0 w 46"/>
                    <a:gd name="T3" fmla="*/ 18 h 27"/>
                    <a:gd name="T4" fmla="*/ 46 w 46"/>
                    <a:gd name="T5" fmla="*/ 0 h 27"/>
                    <a:gd name="T6" fmla="*/ 18 w 46"/>
                    <a:gd name="T7" fmla="*/ 27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27"/>
                    <a:gd name="T14" fmla="*/ 46 w 46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27">
                      <a:moveTo>
                        <a:pt x="18" y="27"/>
                      </a:moveTo>
                      <a:lnTo>
                        <a:pt x="0" y="18"/>
                      </a:lnTo>
                      <a:lnTo>
                        <a:pt x="46" y="0"/>
                      </a:lnTo>
                      <a:lnTo>
                        <a:pt x="18" y="27"/>
                      </a:lnTo>
                      <a:close/>
                    </a:path>
                  </a:pathLst>
                </a:custGeom>
                <a:solidFill>
                  <a:srgbClr val="97AF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5" name="Freeform 1011"/>
                <p:cNvSpPr>
                  <a:spLocks/>
                </p:cNvSpPr>
                <p:nvPr/>
              </p:nvSpPr>
              <p:spPr bwMode="auto">
                <a:xfrm>
                  <a:off x="372" y="36"/>
                  <a:ext cx="46" cy="27"/>
                </a:xfrm>
                <a:custGeom>
                  <a:avLst/>
                  <a:gdLst>
                    <a:gd name="T0" fmla="*/ 18 w 46"/>
                    <a:gd name="T1" fmla="*/ 27 h 27"/>
                    <a:gd name="T2" fmla="*/ 0 w 46"/>
                    <a:gd name="T3" fmla="*/ 18 h 27"/>
                    <a:gd name="T4" fmla="*/ 46 w 46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27"/>
                    <a:gd name="T11" fmla="*/ 46 w 46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27">
                      <a:moveTo>
                        <a:pt x="18" y="27"/>
                      </a:moveTo>
                      <a:lnTo>
                        <a:pt x="0" y="18"/>
                      </a:lnTo>
                      <a:lnTo>
                        <a:pt x="4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6" name="Freeform 1012"/>
                <p:cNvSpPr>
                  <a:spLocks/>
                </p:cNvSpPr>
                <p:nvPr/>
              </p:nvSpPr>
              <p:spPr bwMode="auto">
                <a:xfrm>
                  <a:off x="390" y="36"/>
                  <a:ext cx="37" cy="27"/>
                </a:xfrm>
                <a:custGeom>
                  <a:avLst/>
                  <a:gdLst>
                    <a:gd name="T0" fmla="*/ 28 w 37"/>
                    <a:gd name="T1" fmla="*/ 0 h 27"/>
                    <a:gd name="T2" fmla="*/ 37 w 37"/>
                    <a:gd name="T3" fmla="*/ 0 h 27"/>
                    <a:gd name="T4" fmla="*/ 0 w 37"/>
                    <a:gd name="T5" fmla="*/ 27 h 27"/>
                    <a:gd name="T6" fmla="*/ 28 w 37"/>
                    <a:gd name="T7" fmla="*/ 0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27"/>
                    <a:gd name="T14" fmla="*/ 37 w 37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27">
                      <a:moveTo>
                        <a:pt x="28" y="0"/>
                      </a:moveTo>
                      <a:lnTo>
                        <a:pt x="37" y="0"/>
                      </a:lnTo>
                      <a:lnTo>
                        <a:pt x="0" y="27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97AFE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7" name="Freeform 1013"/>
                <p:cNvSpPr>
                  <a:spLocks/>
                </p:cNvSpPr>
                <p:nvPr/>
              </p:nvSpPr>
              <p:spPr bwMode="auto">
                <a:xfrm>
                  <a:off x="390" y="36"/>
                  <a:ext cx="37" cy="27"/>
                </a:xfrm>
                <a:custGeom>
                  <a:avLst/>
                  <a:gdLst>
                    <a:gd name="T0" fmla="*/ 28 w 37"/>
                    <a:gd name="T1" fmla="*/ 0 h 27"/>
                    <a:gd name="T2" fmla="*/ 37 w 37"/>
                    <a:gd name="T3" fmla="*/ 0 h 27"/>
                    <a:gd name="T4" fmla="*/ 0 w 37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27"/>
                    <a:gd name="T11" fmla="*/ 37 w 37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27">
                      <a:moveTo>
                        <a:pt x="28" y="0"/>
                      </a:moveTo>
                      <a:lnTo>
                        <a:pt x="37" y="0"/>
                      </a:lnTo>
                      <a:lnTo>
                        <a:pt x="0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8" name="Freeform 1014"/>
                <p:cNvSpPr>
                  <a:spLocks/>
                </p:cNvSpPr>
                <p:nvPr/>
              </p:nvSpPr>
              <p:spPr bwMode="auto">
                <a:xfrm>
                  <a:off x="82" y="971"/>
                  <a:ext cx="209" cy="172"/>
                </a:xfrm>
                <a:custGeom>
                  <a:avLst/>
                  <a:gdLst>
                    <a:gd name="T0" fmla="*/ 0 w 209"/>
                    <a:gd name="T1" fmla="*/ 0 h 172"/>
                    <a:gd name="T2" fmla="*/ 209 w 209"/>
                    <a:gd name="T3" fmla="*/ 63 h 172"/>
                    <a:gd name="T4" fmla="*/ 200 w 209"/>
                    <a:gd name="T5" fmla="*/ 172 h 172"/>
                    <a:gd name="T6" fmla="*/ 0 w 209"/>
                    <a:gd name="T7" fmla="*/ 0 h 1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72"/>
                    <a:gd name="T14" fmla="*/ 209 w 209"/>
                    <a:gd name="T15" fmla="*/ 172 h 1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72">
                      <a:moveTo>
                        <a:pt x="0" y="0"/>
                      </a:moveTo>
                      <a:lnTo>
                        <a:pt x="209" y="63"/>
                      </a:lnTo>
                      <a:lnTo>
                        <a:pt x="200" y="1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B75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09" name="Freeform 1015"/>
                <p:cNvSpPr>
                  <a:spLocks/>
                </p:cNvSpPr>
                <p:nvPr/>
              </p:nvSpPr>
              <p:spPr bwMode="auto">
                <a:xfrm>
                  <a:off x="82" y="971"/>
                  <a:ext cx="209" cy="172"/>
                </a:xfrm>
                <a:custGeom>
                  <a:avLst/>
                  <a:gdLst>
                    <a:gd name="T0" fmla="*/ 0 w 209"/>
                    <a:gd name="T1" fmla="*/ 0 h 172"/>
                    <a:gd name="T2" fmla="*/ 209 w 209"/>
                    <a:gd name="T3" fmla="*/ 63 h 172"/>
                    <a:gd name="T4" fmla="*/ 200 w 209"/>
                    <a:gd name="T5" fmla="*/ 172 h 172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72"/>
                    <a:gd name="T11" fmla="*/ 209 w 209"/>
                    <a:gd name="T12" fmla="*/ 172 h 1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72">
                      <a:moveTo>
                        <a:pt x="0" y="0"/>
                      </a:moveTo>
                      <a:lnTo>
                        <a:pt x="209" y="63"/>
                      </a:lnTo>
                      <a:lnTo>
                        <a:pt x="200" y="1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0" name="Freeform 1016"/>
                <p:cNvSpPr>
                  <a:spLocks/>
                </p:cNvSpPr>
                <p:nvPr/>
              </p:nvSpPr>
              <p:spPr bwMode="auto">
                <a:xfrm>
                  <a:off x="82" y="871"/>
                  <a:ext cx="209" cy="163"/>
                </a:xfrm>
                <a:custGeom>
                  <a:avLst/>
                  <a:gdLst>
                    <a:gd name="T0" fmla="*/ 209 w 209"/>
                    <a:gd name="T1" fmla="*/ 163 h 163"/>
                    <a:gd name="T2" fmla="*/ 0 w 209"/>
                    <a:gd name="T3" fmla="*/ 100 h 163"/>
                    <a:gd name="T4" fmla="*/ 27 w 209"/>
                    <a:gd name="T5" fmla="*/ 0 h 163"/>
                    <a:gd name="T6" fmla="*/ 209 w 209"/>
                    <a:gd name="T7" fmla="*/ 163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63"/>
                    <a:gd name="T14" fmla="*/ 209 w 209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63">
                      <a:moveTo>
                        <a:pt x="209" y="163"/>
                      </a:moveTo>
                      <a:lnTo>
                        <a:pt x="0" y="100"/>
                      </a:lnTo>
                      <a:lnTo>
                        <a:pt x="27" y="0"/>
                      </a:lnTo>
                      <a:lnTo>
                        <a:pt x="209" y="163"/>
                      </a:lnTo>
                      <a:close/>
                    </a:path>
                  </a:pathLst>
                </a:custGeom>
                <a:solidFill>
                  <a:srgbClr val="9B77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1" name="Freeform 1017"/>
                <p:cNvSpPr>
                  <a:spLocks/>
                </p:cNvSpPr>
                <p:nvPr/>
              </p:nvSpPr>
              <p:spPr bwMode="auto">
                <a:xfrm>
                  <a:off x="82" y="871"/>
                  <a:ext cx="209" cy="163"/>
                </a:xfrm>
                <a:custGeom>
                  <a:avLst/>
                  <a:gdLst>
                    <a:gd name="T0" fmla="*/ 209 w 209"/>
                    <a:gd name="T1" fmla="*/ 163 h 163"/>
                    <a:gd name="T2" fmla="*/ 0 w 209"/>
                    <a:gd name="T3" fmla="*/ 100 h 163"/>
                    <a:gd name="T4" fmla="*/ 27 w 209"/>
                    <a:gd name="T5" fmla="*/ 0 h 163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63"/>
                    <a:gd name="T11" fmla="*/ 209 w 209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63">
                      <a:moveTo>
                        <a:pt x="209" y="163"/>
                      </a:moveTo>
                      <a:lnTo>
                        <a:pt x="0" y="100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2" name="Freeform 1018"/>
                <p:cNvSpPr>
                  <a:spLocks/>
                </p:cNvSpPr>
                <p:nvPr/>
              </p:nvSpPr>
              <p:spPr bwMode="auto">
                <a:xfrm>
                  <a:off x="681" y="290"/>
                  <a:ext cx="99" cy="64"/>
                </a:xfrm>
                <a:custGeom>
                  <a:avLst/>
                  <a:gdLst>
                    <a:gd name="T0" fmla="*/ 99 w 99"/>
                    <a:gd name="T1" fmla="*/ 9 h 64"/>
                    <a:gd name="T2" fmla="*/ 27 w 99"/>
                    <a:gd name="T3" fmla="*/ 64 h 64"/>
                    <a:gd name="T4" fmla="*/ 0 w 99"/>
                    <a:gd name="T5" fmla="*/ 0 h 64"/>
                    <a:gd name="T6" fmla="*/ 99 w 99"/>
                    <a:gd name="T7" fmla="*/ 9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"/>
                    <a:gd name="T13" fmla="*/ 0 h 64"/>
                    <a:gd name="T14" fmla="*/ 99 w 99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" h="64">
                      <a:moveTo>
                        <a:pt x="99" y="9"/>
                      </a:moveTo>
                      <a:lnTo>
                        <a:pt x="27" y="64"/>
                      </a:lnTo>
                      <a:lnTo>
                        <a:pt x="0" y="0"/>
                      </a:lnTo>
                      <a:lnTo>
                        <a:pt x="99" y="9"/>
                      </a:lnTo>
                      <a:close/>
                    </a:path>
                  </a:pathLst>
                </a:custGeom>
                <a:solidFill>
                  <a:srgbClr val="DBC3C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3" name="Freeform 1019"/>
                <p:cNvSpPr>
                  <a:spLocks/>
                </p:cNvSpPr>
                <p:nvPr/>
              </p:nvSpPr>
              <p:spPr bwMode="auto">
                <a:xfrm>
                  <a:off x="681" y="290"/>
                  <a:ext cx="99" cy="64"/>
                </a:xfrm>
                <a:custGeom>
                  <a:avLst/>
                  <a:gdLst>
                    <a:gd name="T0" fmla="*/ 99 w 99"/>
                    <a:gd name="T1" fmla="*/ 9 h 64"/>
                    <a:gd name="T2" fmla="*/ 27 w 99"/>
                    <a:gd name="T3" fmla="*/ 64 h 64"/>
                    <a:gd name="T4" fmla="*/ 0 w 99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99"/>
                    <a:gd name="T10" fmla="*/ 0 h 64"/>
                    <a:gd name="T11" fmla="*/ 99 w 99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9" h="64">
                      <a:moveTo>
                        <a:pt x="99" y="9"/>
                      </a:moveTo>
                      <a:lnTo>
                        <a:pt x="27" y="6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4" name="Freeform 1020"/>
                <p:cNvSpPr>
                  <a:spLocks/>
                </p:cNvSpPr>
                <p:nvPr/>
              </p:nvSpPr>
              <p:spPr bwMode="auto">
                <a:xfrm>
                  <a:off x="681" y="245"/>
                  <a:ext cx="99" cy="54"/>
                </a:xfrm>
                <a:custGeom>
                  <a:avLst/>
                  <a:gdLst>
                    <a:gd name="T0" fmla="*/ 0 w 99"/>
                    <a:gd name="T1" fmla="*/ 45 h 54"/>
                    <a:gd name="T2" fmla="*/ 54 w 99"/>
                    <a:gd name="T3" fmla="*/ 0 h 54"/>
                    <a:gd name="T4" fmla="*/ 99 w 99"/>
                    <a:gd name="T5" fmla="*/ 54 h 54"/>
                    <a:gd name="T6" fmla="*/ 0 w 99"/>
                    <a:gd name="T7" fmla="*/ 45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9"/>
                    <a:gd name="T13" fmla="*/ 0 h 54"/>
                    <a:gd name="T14" fmla="*/ 99 w 99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9" h="54">
                      <a:moveTo>
                        <a:pt x="0" y="45"/>
                      </a:moveTo>
                      <a:lnTo>
                        <a:pt x="54" y="0"/>
                      </a:lnTo>
                      <a:lnTo>
                        <a:pt x="99" y="54"/>
                      </a:lnTo>
                      <a:lnTo>
                        <a:pt x="0" y="45"/>
                      </a:lnTo>
                      <a:close/>
                    </a:path>
                  </a:pathLst>
                </a:custGeom>
                <a:solidFill>
                  <a:srgbClr val="DBC3C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5" name="Freeform 1021"/>
                <p:cNvSpPr>
                  <a:spLocks/>
                </p:cNvSpPr>
                <p:nvPr/>
              </p:nvSpPr>
              <p:spPr bwMode="auto">
                <a:xfrm>
                  <a:off x="681" y="245"/>
                  <a:ext cx="99" cy="54"/>
                </a:xfrm>
                <a:custGeom>
                  <a:avLst/>
                  <a:gdLst>
                    <a:gd name="T0" fmla="*/ 0 w 99"/>
                    <a:gd name="T1" fmla="*/ 45 h 54"/>
                    <a:gd name="T2" fmla="*/ 54 w 99"/>
                    <a:gd name="T3" fmla="*/ 0 h 54"/>
                    <a:gd name="T4" fmla="*/ 99 w 99"/>
                    <a:gd name="T5" fmla="*/ 54 h 54"/>
                    <a:gd name="T6" fmla="*/ 0 60000 65536"/>
                    <a:gd name="T7" fmla="*/ 0 60000 65536"/>
                    <a:gd name="T8" fmla="*/ 0 60000 65536"/>
                    <a:gd name="T9" fmla="*/ 0 w 99"/>
                    <a:gd name="T10" fmla="*/ 0 h 54"/>
                    <a:gd name="T11" fmla="*/ 99 w 99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9" h="54">
                      <a:moveTo>
                        <a:pt x="0" y="45"/>
                      </a:moveTo>
                      <a:lnTo>
                        <a:pt x="54" y="0"/>
                      </a:lnTo>
                      <a:lnTo>
                        <a:pt x="99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6" name="Freeform 1022"/>
                <p:cNvSpPr>
                  <a:spLocks/>
                </p:cNvSpPr>
                <p:nvPr/>
              </p:nvSpPr>
              <p:spPr bwMode="auto">
                <a:xfrm>
                  <a:off x="681" y="717"/>
                  <a:ext cx="181" cy="90"/>
                </a:xfrm>
                <a:custGeom>
                  <a:avLst/>
                  <a:gdLst>
                    <a:gd name="T0" fmla="*/ 181 w 181"/>
                    <a:gd name="T1" fmla="*/ 27 h 90"/>
                    <a:gd name="T2" fmla="*/ 18 w 181"/>
                    <a:gd name="T3" fmla="*/ 90 h 90"/>
                    <a:gd name="T4" fmla="*/ 0 w 181"/>
                    <a:gd name="T5" fmla="*/ 0 h 90"/>
                    <a:gd name="T6" fmla="*/ 181 w 181"/>
                    <a:gd name="T7" fmla="*/ 27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1"/>
                    <a:gd name="T13" fmla="*/ 0 h 90"/>
                    <a:gd name="T14" fmla="*/ 181 w 181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1" h="90">
                      <a:moveTo>
                        <a:pt x="181" y="27"/>
                      </a:moveTo>
                      <a:lnTo>
                        <a:pt x="18" y="90"/>
                      </a:lnTo>
                      <a:lnTo>
                        <a:pt x="0" y="0"/>
                      </a:lnTo>
                      <a:lnTo>
                        <a:pt x="181" y="27"/>
                      </a:lnTo>
                      <a:close/>
                    </a:path>
                  </a:pathLst>
                </a:custGeom>
                <a:solidFill>
                  <a:srgbClr val="D2A8A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7" name="Freeform 1023"/>
                <p:cNvSpPr>
                  <a:spLocks/>
                </p:cNvSpPr>
                <p:nvPr/>
              </p:nvSpPr>
              <p:spPr bwMode="auto">
                <a:xfrm>
                  <a:off x="681" y="717"/>
                  <a:ext cx="181" cy="90"/>
                </a:xfrm>
                <a:custGeom>
                  <a:avLst/>
                  <a:gdLst>
                    <a:gd name="T0" fmla="*/ 181 w 181"/>
                    <a:gd name="T1" fmla="*/ 27 h 90"/>
                    <a:gd name="T2" fmla="*/ 18 w 181"/>
                    <a:gd name="T3" fmla="*/ 90 h 90"/>
                    <a:gd name="T4" fmla="*/ 0 w 181"/>
                    <a:gd name="T5" fmla="*/ 0 h 90"/>
                    <a:gd name="T6" fmla="*/ 0 60000 65536"/>
                    <a:gd name="T7" fmla="*/ 0 60000 65536"/>
                    <a:gd name="T8" fmla="*/ 0 60000 65536"/>
                    <a:gd name="T9" fmla="*/ 0 w 181"/>
                    <a:gd name="T10" fmla="*/ 0 h 90"/>
                    <a:gd name="T11" fmla="*/ 181 w 181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1" h="90">
                      <a:moveTo>
                        <a:pt x="181" y="27"/>
                      </a:moveTo>
                      <a:lnTo>
                        <a:pt x="18" y="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8" name="Freeform 1024"/>
                <p:cNvSpPr>
                  <a:spLocks/>
                </p:cNvSpPr>
                <p:nvPr/>
              </p:nvSpPr>
              <p:spPr bwMode="auto">
                <a:xfrm>
                  <a:off x="681" y="653"/>
                  <a:ext cx="181" cy="91"/>
                </a:xfrm>
                <a:custGeom>
                  <a:avLst/>
                  <a:gdLst>
                    <a:gd name="T0" fmla="*/ 0 w 181"/>
                    <a:gd name="T1" fmla="*/ 64 h 91"/>
                    <a:gd name="T2" fmla="*/ 145 w 181"/>
                    <a:gd name="T3" fmla="*/ 0 h 91"/>
                    <a:gd name="T4" fmla="*/ 181 w 181"/>
                    <a:gd name="T5" fmla="*/ 91 h 91"/>
                    <a:gd name="T6" fmla="*/ 0 w 181"/>
                    <a:gd name="T7" fmla="*/ 64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1"/>
                    <a:gd name="T13" fmla="*/ 0 h 91"/>
                    <a:gd name="T14" fmla="*/ 181 w 181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1" h="91">
                      <a:moveTo>
                        <a:pt x="0" y="64"/>
                      </a:moveTo>
                      <a:lnTo>
                        <a:pt x="145" y="0"/>
                      </a:lnTo>
                      <a:lnTo>
                        <a:pt x="181" y="91"/>
                      </a:lnTo>
                      <a:lnTo>
                        <a:pt x="0" y="64"/>
                      </a:lnTo>
                      <a:close/>
                    </a:path>
                  </a:pathLst>
                </a:custGeom>
                <a:solidFill>
                  <a:srgbClr val="D2A8A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19" name="Freeform 1025"/>
                <p:cNvSpPr>
                  <a:spLocks/>
                </p:cNvSpPr>
                <p:nvPr/>
              </p:nvSpPr>
              <p:spPr bwMode="auto">
                <a:xfrm>
                  <a:off x="681" y="653"/>
                  <a:ext cx="181" cy="91"/>
                </a:xfrm>
                <a:custGeom>
                  <a:avLst/>
                  <a:gdLst>
                    <a:gd name="T0" fmla="*/ 0 w 181"/>
                    <a:gd name="T1" fmla="*/ 64 h 91"/>
                    <a:gd name="T2" fmla="*/ 145 w 181"/>
                    <a:gd name="T3" fmla="*/ 0 h 91"/>
                    <a:gd name="T4" fmla="*/ 181 w 181"/>
                    <a:gd name="T5" fmla="*/ 91 h 91"/>
                    <a:gd name="T6" fmla="*/ 0 60000 65536"/>
                    <a:gd name="T7" fmla="*/ 0 60000 65536"/>
                    <a:gd name="T8" fmla="*/ 0 60000 65536"/>
                    <a:gd name="T9" fmla="*/ 0 w 181"/>
                    <a:gd name="T10" fmla="*/ 0 h 91"/>
                    <a:gd name="T11" fmla="*/ 181 w 181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1" h="91">
                      <a:moveTo>
                        <a:pt x="0" y="64"/>
                      </a:moveTo>
                      <a:lnTo>
                        <a:pt x="145" y="0"/>
                      </a:lnTo>
                      <a:lnTo>
                        <a:pt x="181" y="9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0" name="Freeform 1026"/>
                <p:cNvSpPr>
                  <a:spLocks/>
                </p:cNvSpPr>
                <p:nvPr/>
              </p:nvSpPr>
              <p:spPr bwMode="auto">
                <a:xfrm>
                  <a:off x="490" y="36"/>
                  <a:ext cx="46" cy="18"/>
                </a:xfrm>
                <a:custGeom>
                  <a:avLst/>
                  <a:gdLst>
                    <a:gd name="T0" fmla="*/ 0 w 46"/>
                    <a:gd name="T1" fmla="*/ 9 h 18"/>
                    <a:gd name="T2" fmla="*/ 9 w 46"/>
                    <a:gd name="T3" fmla="*/ 0 h 18"/>
                    <a:gd name="T4" fmla="*/ 46 w 46"/>
                    <a:gd name="T5" fmla="*/ 18 h 18"/>
                    <a:gd name="T6" fmla="*/ 0 w 46"/>
                    <a:gd name="T7" fmla="*/ 9 h 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18"/>
                    <a:gd name="T14" fmla="*/ 46 w 46"/>
                    <a:gd name="T15" fmla="*/ 18 h 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46" y="18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B8C8E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1" name="Freeform 1027"/>
                <p:cNvSpPr>
                  <a:spLocks/>
                </p:cNvSpPr>
                <p:nvPr/>
              </p:nvSpPr>
              <p:spPr bwMode="auto">
                <a:xfrm>
                  <a:off x="490" y="36"/>
                  <a:ext cx="46" cy="18"/>
                </a:xfrm>
                <a:custGeom>
                  <a:avLst/>
                  <a:gdLst>
                    <a:gd name="T0" fmla="*/ 0 w 46"/>
                    <a:gd name="T1" fmla="*/ 9 h 18"/>
                    <a:gd name="T2" fmla="*/ 9 w 46"/>
                    <a:gd name="T3" fmla="*/ 0 h 18"/>
                    <a:gd name="T4" fmla="*/ 46 w 46"/>
                    <a:gd name="T5" fmla="*/ 18 h 1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18"/>
                    <a:gd name="T11" fmla="*/ 46 w 46"/>
                    <a:gd name="T12" fmla="*/ 18 h 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18">
                      <a:moveTo>
                        <a:pt x="0" y="9"/>
                      </a:moveTo>
                      <a:lnTo>
                        <a:pt x="9" y="0"/>
                      </a:lnTo>
                      <a:lnTo>
                        <a:pt x="46" y="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2" name="Freeform 1028"/>
                <p:cNvSpPr>
                  <a:spLocks/>
                </p:cNvSpPr>
                <p:nvPr/>
              </p:nvSpPr>
              <p:spPr bwMode="auto">
                <a:xfrm>
                  <a:off x="282" y="100"/>
                  <a:ext cx="36" cy="72"/>
                </a:xfrm>
                <a:custGeom>
                  <a:avLst/>
                  <a:gdLst>
                    <a:gd name="T0" fmla="*/ 9 w 36"/>
                    <a:gd name="T1" fmla="*/ 0 h 72"/>
                    <a:gd name="T2" fmla="*/ 36 w 36"/>
                    <a:gd name="T3" fmla="*/ 27 h 72"/>
                    <a:gd name="T4" fmla="*/ 0 w 36"/>
                    <a:gd name="T5" fmla="*/ 72 h 72"/>
                    <a:gd name="T6" fmla="*/ 9 w 36"/>
                    <a:gd name="T7" fmla="*/ 0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72"/>
                    <a:gd name="T14" fmla="*/ 36 w 36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72">
                      <a:moveTo>
                        <a:pt x="9" y="0"/>
                      </a:moveTo>
                      <a:lnTo>
                        <a:pt x="36" y="27"/>
                      </a:lnTo>
                      <a:lnTo>
                        <a:pt x="0" y="72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828CD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3" name="Freeform 1029"/>
                <p:cNvSpPr>
                  <a:spLocks/>
                </p:cNvSpPr>
                <p:nvPr/>
              </p:nvSpPr>
              <p:spPr bwMode="auto">
                <a:xfrm>
                  <a:off x="282" y="100"/>
                  <a:ext cx="36" cy="72"/>
                </a:xfrm>
                <a:custGeom>
                  <a:avLst/>
                  <a:gdLst>
                    <a:gd name="T0" fmla="*/ 9 w 36"/>
                    <a:gd name="T1" fmla="*/ 0 h 72"/>
                    <a:gd name="T2" fmla="*/ 36 w 36"/>
                    <a:gd name="T3" fmla="*/ 27 h 72"/>
                    <a:gd name="T4" fmla="*/ 0 w 36"/>
                    <a:gd name="T5" fmla="*/ 72 h 72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72"/>
                    <a:gd name="T11" fmla="*/ 36 w 36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72">
                      <a:moveTo>
                        <a:pt x="9" y="0"/>
                      </a:moveTo>
                      <a:lnTo>
                        <a:pt x="36" y="27"/>
                      </a:lnTo>
                      <a:lnTo>
                        <a:pt x="0" y="7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124" name="Freeform 1030"/>
                <p:cNvSpPr>
                  <a:spLocks/>
                </p:cNvSpPr>
                <p:nvPr/>
              </p:nvSpPr>
              <p:spPr bwMode="auto">
                <a:xfrm>
                  <a:off x="291" y="73"/>
                  <a:ext cx="36" cy="54"/>
                </a:xfrm>
                <a:custGeom>
                  <a:avLst/>
                  <a:gdLst>
                    <a:gd name="T0" fmla="*/ 27 w 36"/>
                    <a:gd name="T1" fmla="*/ 54 h 54"/>
                    <a:gd name="T2" fmla="*/ 0 w 36"/>
                    <a:gd name="T3" fmla="*/ 27 h 54"/>
                    <a:gd name="T4" fmla="*/ 36 w 36"/>
                    <a:gd name="T5" fmla="*/ 0 h 54"/>
                    <a:gd name="T6" fmla="*/ 27 w 36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4"/>
                    <a:gd name="T14" fmla="*/ 36 w 3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4">
                      <a:moveTo>
                        <a:pt x="27" y="54"/>
                      </a:moveTo>
                      <a:lnTo>
                        <a:pt x="0" y="27"/>
                      </a:lnTo>
                      <a:lnTo>
                        <a:pt x="36" y="0"/>
                      </a:lnTo>
                      <a:lnTo>
                        <a:pt x="27" y="54"/>
                      </a:lnTo>
                      <a:close/>
                    </a:path>
                  </a:pathLst>
                </a:custGeom>
                <a:solidFill>
                  <a:srgbClr val="8897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635" name="Group 1031"/>
              <p:cNvGrpSpPr>
                <a:grpSpLocks/>
              </p:cNvGrpSpPr>
              <p:nvPr/>
            </p:nvGrpSpPr>
            <p:grpSpPr bwMode="auto">
              <a:xfrm>
                <a:off x="408" y="63"/>
                <a:ext cx="726" cy="1234"/>
                <a:chOff x="0" y="0"/>
                <a:chExt cx="726" cy="1234"/>
              </a:xfrm>
            </p:grpSpPr>
            <p:sp>
              <p:nvSpPr>
                <p:cNvPr id="25725" name="Freeform 1032"/>
                <p:cNvSpPr>
                  <a:spLocks/>
                </p:cNvSpPr>
                <p:nvPr/>
              </p:nvSpPr>
              <p:spPr bwMode="auto">
                <a:xfrm>
                  <a:off x="191" y="37"/>
                  <a:ext cx="36" cy="54"/>
                </a:xfrm>
                <a:custGeom>
                  <a:avLst/>
                  <a:gdLst>
                    <a:gd name="T0" fmla="*/ 27 w 36"/>
                    <a:gd name="T1" fmla="*/ 54 h 54"/>
                    <a:gd name="T2" fmla="*/ 0 w 36"/>
                    <a:gd name="T3" fmla="*/ 27 h 54"/>
                    <a:gd name="T4" fmla="*/ 36 w 36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4"/>
                    <a:gd name="T11" fmla="*/ 36 w 3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4">
                      <a:moveTo>
                        <a:pt x="27" y="54"/>
                      </a:moveTo>
                      <a:lnTo>
                        <a:pt x="0" y="27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26" name="Freeform 1033"/>
                <p:cNvSpPr>
                  <a:spLocks/>
                </p:cNvSpPr>
                <p:nvPr/>
              </p:nvSpPr>
              <p:spPr bwMode="auto">
                <a:xfrm>
                  <a:off x="227" y="18"/>
                  <a:ext cx="45" cy="37"/>
                </a:xfrm>
                <a:custGeom>
                  <a:avLst/>
                  <a:gdLst>
                    <a:gd name="T0" fmla="*/ 27 w 45"/>
                    <a:gd name="T1" fmla="*/ 37 h 37"/>
                    <a:gd name="T2" fmla="*/ 0 w 45"/>
                    <a:gd name="T3" fmla="*/ 19 h 37"/>
                    <a:gd name="T4" fmla="*/ 45 w 45"/>
                    <a:gd name="T5" fmla="*/ 0 h 37"/>
                    <a:gd name="T6" fmla="*/ 27 w 45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7"/>
                    <a:gd name="T14" fmla="*/ 45 w 45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7">
                      <a:moveTo>
                        <a:pt x="27" y="37"/>
                      </a:moveTo>
                      <a:lnTo>
                        <a:pt x="0" y="19"/>
                      </a:lnTo>
                      <a:lnTo>
                        <a:pt x="45" y="0"/>
                      </a:lnTo>
                      <a:lnTo>
                        <a:pt x="27" y="37"/>
                      </a:lnTo>
                      <a:close/>
                    </a:path>
                  </a:pathLst>
                </a:custGeom>
                <a:solidFill>
                  <a:srgbClr val="8FA2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27" name="Freeform 1034"/>
                <p:cNvSpPr>
                  <a:spLocks/>
                </p:cNvSpPr>
                <p:nvPr/>
              </p:nvSpPr>
              <p:spPr bwMode="auto">
                <a:xfrm>
                  <a:off x="227" y="18"/>
                  <a:ext cx="45" cy="37"/>
                </a:xfrm>
                <a:custGeom>
                  <a:avLst/>
                  <a:gdLst>
                    <a:gd name="T0" fmla="*/ 27 w 45"/>
                    <a:gd name="T1" fmla="*/ 37 h 37"/>
                    <a:gd name="T2" fmla="*/ 0 w 45"/>
                    <a:gd name="T3" fmla="*/ 19 h 37"/>
                    <a:gd name="T4" fmla="*/ 45 w 45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37"/>
                    <a:gd name="T11" fmla="*/ 45 w 45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37">
                      <a:moveTo>
                        <a:pt x="27" y="37"/>
                      </a:moveTo>
                      <a:lnTo>
                        <a:pt x="0" y="19"/>
                      </a:lnTo>
                      <a:lnTo>
                        <a:pt x="45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28" name="Freeform 1035"/>
                <p:cNvSpPr>
                  <a:spLocks/>
                </p:cNvSpPr>
                <p:nvPr/>
              </p:nvSpPr>
              <p:spPr bwMode="auto">
                <a:xfrm>
                  <a:off x="254" y="18"/>
                  <a:ext cx="36" cy="37"/>
                </a:xfrm>
                <a:custGeom>
                  <a:avLst/>
                  <a:gdLst>
                    <a:gd name="T0" fmla="*/ 18 w 36"/>
                    <a:gd name="T1" fmla="*/ 0 h 37"/>
                    <a:gd name="T2" fmla="*/ 36 w 36"/>
                    <a:gd name="T3" fmla="*/ 9 h 37"/>
                    <a:gd name="T4" fmla="*/ 0 w 36"/>
                    <a:gd name="T5" fmla="*/ 37 h 37"/>
                    <a:gd name="T6" fmla="*/ 18 w 36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37"/>
                    <a:gd name="T14" fmla="*/ 36 w 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37">
                      <a:moveTo>
                        <a:pt x="18" y="0"/>
                      </a:moveTo>
                      <a:lnTo>
                        <a:pt x="36" y="9"/>
                      </a:lnTo>
                      <a:lnTo>
                        <a:pt x="0" y="37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8FA2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29" name="Freeform 1036"/>
                <p:cNvSpPr>
                  <a:spLocks/>
                </p:cNvSpPr>
                <p:nvPr/>
              </p:nvSpPr>
              <p:spPr bwMode="auto">
                <a:xfrm>
                  <a:off x="254" y="18"/>
                  <a:ext cx="36" cy="37"/>
                </a:xfrm>
                <a:custGeom>
                  <a:avLst/>
                  <a:gdLst>
                    <a:gd name="T0" fmla="*/ 18 w 36"/>
                    <a:gd name="T1" fmla="*/ 0 h 37"/>
                    <a:gd name="T2" fmla="*/ 36 w 36"/>
                    <a:gd name="T3" fmla="*/ 9 h 37"/>
                    <a:gd name="T4" fmla="*/ 0 w 36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37"/>
                    <a:gd name="T11" fmla="*/ 36 w 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37">
                      <a:moveTo>
                        <a:pt x="18" y="0"/>
                      </a:moveTo>
                      <a:lnTo>
                        <a:pt x="36" y="9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0" name="Freeform 1037"/>
                <p:cNvSpPr>
                  <a:spLocks/>
                </p:cNvSpPr>
                <p:nvPr/>
              </p:nvSpPr>
              <p:spPr bwMode="auto">
                <a:xfrm>
                  <a:off x="218" y="37"/>
                  <a:ext cx="36" cy="54"/>
                </a:xfrm>
                <a:custGeom>
                  <a:avLst/>
                  <a:gdLst>
                    <a:gd name="T0" fmla="*/ 9 w 36"/>
                    <a:gd name="T1" fmla="*/ 0 h 54"/>
                    <a:gd name="T2" fmla="*/ 36 w 36"/>
                    <a:gd name="T3" fmla="*/ 18 h 54"/>
                    <a:gd name="T4" fmla="*/ 0 w 36"/>
                    <a:gd name="T5" fmla="*/ 54 h 54"/>
                    <a:gd name="T6" fmla="*/ 9 w 36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54"/>
                    <a:gd name="T14" fmla="*/ 36 w 3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54">
                      <a:moveTo>
                        <a:pt x="9" y="0"/>
                      </a:moveTo>
                      <a:lnTo>
                        <a:pt x="36" y="18"/>
                      </a:lnTo>
                      <a:lnTo>
                        <a:pt x="0" y="54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8897D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1" name="Freeform 1038"/>
                <p:cNvSpPr>
                  <a:spLocks/>
                </p:cNvSpPr>
                <p:nvPr/>
              </p:nvSpPr>
              <p:spPr bwMode="auto">
                <a:xfrm>
                  <a:off x="218" y="37"/>
                  <a:ext cx="36" cy="54"/>
                </a:xfrm>
                <a:custGeom>
                  <a:avLst/>
                  <a:gdLst>
                    <a:gd name="T0" fmla="*/ 9 w 36"/>
                    <a:gd name="T1" fmla="*/ 0 h 54"/>
                    <a:gd name="T2" fmla="*/ 36 w 36"/>
                    <a:gd name="T3" fmla="*/ 18 h 54"/>
                    <a:gd name="T4" fmla="*/ 0 w 36"/>
                    <a:gd name="T5" fmla="*/ 54 h 54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54"/>
                    <a:gd name="T11" fmla="*/ 36 w 3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54">
                      <a:moveTo>
                        <a:pt x="9" y="0"/>
                      </a:moveTo>
                      <a:lnTo>
                        <a:pt x="36" y="18"/>
                      </a:lnTo>
                      <a:lnTo>
                        <a:pt x="0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2" name="Freeform 1039"/>
                <p:cNvSpPr>
                  <a:spLocks/>
                </p:cNvSpPr>
                <p:nvPr/>
              </p:nvSpPr>
              <p:spPr bwMode="auto">
                <a:xfrm>
                  <a:off x="290" y="0"/>
                  <a:ext cx="37" cy="37"/>
                </a:xfrm>
                <a:custGeom>
                  <a:avLst/>
                  <a:gdLst>
                    <a:gd name="T0" fmla="*/ 19 w 37"/>
                    <a:gd name="T1" fmla="*/ 37 h 37"/>
                    <a:gd name="T2" fmla="*/ 0 w 37"/>
                    <a:gd name="T3" fmla="*/ 27 h 37"/>
                    <a:gd name="T4" fmla="*/ 37 w 37"/>
                    <a:gd name="T5" fmla="*/ 0 h 37"/>
                    <a:gd name="T6" fmla="*/ 19 w 37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7"/>
                    <a:gd name="T13" fmla="*/ 0 h 37"/>
                    <a:gd name="T14" fmla="*/ 37 w 37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7" h="37">
                      <a:moveTo>
                        <a:pt x="19" y="37"/>
                      </a:moveTo>
                      <a:lnTo>
                        <a:pt x="0" y="27"/>
                      </a:lnTo>
                      <a:lnTo>
                        <a:pt x="37" y="0"/>
                      </a:lnTo>
                      <a:lnTo>
                        <a:pt x="19" y="37"/>
                      </a:lnTo>
                      <a:close/>
                    </a:path>
                  </a:pathLst>
                </a:custGeom>
                <a:solidFill>
                  <a:srgbClr val="9EB0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3" name="Freeform 1040"/>
                <p:cNvSpPr>
                  <a:spLocks/>
                </p:cNvSpPr>
                <p:nvPr/>
              </p:nvSpPr>
              <p:spPr bwMode="auto">
                <a:xfrm>
                  <a:off x="290" y="0"/>
                  <a:ext cx="37" cy="37"/>
                </a:xfrm>
                <a:custGeom>
                  <a:avLst/>
                  <a:gdLst>
                    <a:gd name="T0" fmla="*/ 19 w 37"/>
                    <a:gd name="T1" fmla="*/ 37 h 37"/>
                    <a:gd name="T2" fmla="*/ 0 w 37"/>
                    <a:gd name="T3" fmla="*/ 27 h 37"/>
                    <a:gd name="T4" fmla="*/ 37 w 37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37"/>
                    <a:gd name="T10" fmla="*/ 0 h 37"/>
                    <a:gd name="T11" fmla="*/ 37 w 3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7" h="37">
                      <a:moveTo>
                        <a:pt x="19" y="37"/>
                      </a:moveTo>
                      <a:lnTo>
                        <a:pt x="0" y="27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4" name="Freeform 1041"/>
                <p:cNvSpPr>
                  <a:spLocks/>
                </p:cNvSpPr>
                <p:nvPr/>
              </p:nvSpPr>
              <p:spPr bwMode="auto">
                <a:xfrm>
                  <a:off x="309" y="0"/>
                  <a:ext cx="27" cy="37"/>
                </a:xfrm>
                <a:custGeom>
                  <a:avLst/>
                  <a:gdLst>
                    <a:gd name="T0" fmla="*/ 18 w 27"/>
                    <a:gd name="T1" fmla="*/ 0 h 37"/>
                    <a:gd name="T2" fmla="*/ 27 w 27"/>
                    <a:gd name="T3" fmla="*/ 9 h 37"/>
                    <a:gd name="T4" fmla="*/ 0 w 27"/>
                    <a:gd name="T5" fmla="*/ 37 h 37"/>
                    <a:gd name="T6" fmla="*/ 18 w 27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37"/>
                    <a:gd name="T14" fmla="*/ 27 w 27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37">
                      <a:moveTo>
                        <a:pt x="18" y="0"/>
                      </a:moveTo>
                      <a:lnTo>
                        <a:pt x="27" y="9"/>
                      </a:lnTo>
                      <a:lnTo>
                        <a:pt x="0" y="37"/>
                      </a:lnTo>
                      <a:lnTo>
                        <a:pt x="18" y="0"/>
                      </a:lnTo>
                      <a:close/>
                    </a:path>
                  </a:pathLst>
                </a:custGeom>
                <a:solidFill>
                  <a:srgbClr val="9EB0E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5" name="Freeform 1042"/>
                <p:cNvSpPr>
                  <a:spLocks/>
                </p:cNvSpPr>
                <p:nvPr/>
              </p:nvSpPr>
              <p:spPr bwMode="auto">
                <a:xfrm>
                  <a:off x="309" y="0"/>
                  <a:ext cx="27" cy="37"/>
                </a:xfrm>
                <a:custGeom>
                  <a:avLst/>
                  <a:gdLst>
                    <a:gd name="T0" fmla="*/ 18 w 27"/>
                    <a:gd name="T1" fmla="*/ 0 h 37"/>
                    <a:gd name="T2" fmla="*/ 27 w 27"/>
                    <a:gd name="T3" fmla="*/ 9 h 37"/>
                    <a:gd name="T4" fmla="*/ 0 w 27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37"/>
                    <a:gd name="T11" fmla="*/ 27 w 2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37">
                      <a:moveTo>
                        <a:pt x="18" y="0"/>
                      </a:moveTo>
                      <a:lnTo>
                        <a:pt x="27" y="9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6" name="Freeform 1043"/>
                <p:cNvSpPr>
                  <a:spLocks/>
                </p:cNvSpPr>
                <p:nvPr/>
              </p:nvSpPr>
              <p:spPr bwMode="auto">
                <a:xfrm>
                  <a:off x="544" y="200"/>
                  <a:ext cx="91" cy="54"/>
                </a:xfrm>
                <a:custGeom>
                  <a:avLst/>
                  <a:gdLst>
                    <a:gd name="T0" fmla="*/ 91 w 91"/>
                    <a:gd name="T1" fmla="*/ 9 h 54"/>
                    <a:gd name="T2" fmla="*/ 37 w 91"/>
                    <a:gd name="T3" fmla="*/ 54 h 54"/>
                    <a:gd name="T4" fmla="*/ 0 w 91"/>
                    <a:gd name="T5" fmla="*/ 0 h 54"/>
                    <a:gd name="T6" fmla="*/ 91 w 91"/>
                    <a:gd name="T7" fmla="*/ 9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54"/>
                    <a:gd name="T14" fmla="*/ 91 w 91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54">
                      <a:moveTo>
                        <a:pt x="91" y="9"/>
                      </a:moveTo>
                      <a:lnTo>
                        <a:pt x="37" y="54"/>
                      </a:lnTo>
                      <a:lnTo>
                        <a:pt x="0" y="0"/>
                      </a:lnTo>
                      <a:lnTo>
                        <a:pt x="91" y="9"/>
                      </a:lnTo>
                      <a:close/>
                    </a:path>
                  </a:pathLst>
                </a:custGeom>
                <a:solidFill>
                  <a:srgbClr val="D8C4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7" name="Freeform 1044"/>
                <p:cNvSpPr>
                  <a:spLocks/>
                </p:cNvSpPr>
                <p:nvPr/>
              </p:nvSpPr>
              <p:spPr bwMode="auto">
                <a:xfrm>
                  <a:off x="544" y="200"/>
                  <a:ext cx="91" cy="54"/>
                </a:xfrm>
                <a:custGeom>
                  <a:avLst/>
                  <a:gdLst>
                    <a:gd name="T0" fmla="*/ 91 w 91"/>
                    <a:gd name="T1" fmla="*/ 9 h 54"/>
                    <a:gd name="T2" fmla="*/ 37 w 91"/>
                    <a:gd name="T3" fmla="*/ 54 h 54"/>
                    <a:gd name="T4" fmla="*/ 0 w 91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54"/>
                    <a:gd name="T11" fmla="*/ 91 w 91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54">
                      <a:moveTo>
                        <a:pt x="91" y="9"/>
                      </a:moveTo>
                      <a:lnTo>
                        <a:pt x="37" y="5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8" name="Freeform 1045"/>
                <p:cNvSpPr>
                  <a:spLocks/>
                </p:cNvSpPr>
                <p:nvPr/>
              </p:nvSpPr>
              <p:spPr bwMode="auto">
                <a:xfrm>
                  <a:off x="544" y="164"/>
                  <a:ext cx="91" cy="45"/>
                </a:xfrm>
                <a:custGeom>
                  <a:avLst/>
                  <a:gdLst>
                    <a:gd name="T0" fmla="*/ 0 w 91"/>
                    <a:gd name="T1" fmla="*/ 36 h 45"/>
                    <a:gd name="T2" fmla="*/ 55 w 91"/>
                    <a:gd name="T3" fmla="*/ 0 h 45"/>
                    <a:gd name="T4" fmla="*/ 91 w 91"/>
                    <a:gd name="T5" fmla="*/ 45 h 45"/>
                    <a:gd name="T6" fmla="*/ 0 w 91"/>
                    <a:gd name="T7" fmla="*/ 36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45"/>
                    <a:gd name="T14" fmla="*/ 91 w 91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45">
                      <a:moveTo>
                        <a:pt x="0" y="36"/>
                      </a:moveTo>
                      <a:lnTo>
                        <a:pt x="55" y="0"/>
                      </a:lnTo>
                      <a:lnTo>
                        <a:pt x="91" y="45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D8C4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39" name="Freeform 1046"/>
                <p:cNvSpPr>
                  <a:spLocks/>
                </p:cNvSpPr>
                <p:nvPr/>
              </p:nvSpPr>
              <p:spPr bwMode="auto">
                <a:xfrm>
                  <a:off x="544" y="164"/>
                  <a:ext cx="91" cy="45"/>
                </a:xfrm>
                <a:custGeom>
                  <a:avLst/>
                  <a:gdLst>
                    <a:gd name="T0" fmla="*/ 0 w 91"/>
                    <a:gd name="T1" fmla="*/ 36 h 45"/>
                    <a:gd name="T2" fmla="*/ 55 w 91"/>
                    <a:gd name="T3" fmla="*/ 0 h 45"/>
                    <a:gd name="T4" fmla="*/ 91 w 91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45"/>
                    <a:gd name="T11" fmla="*/ 91 w 91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45">
                      <a:moveTo>
                        <a:pt x="0" y="36"/>
                      </a:moveTo>
                      <a:lnTo>
                        <a:pt x="55" y="0"/>
                      </a:lnTo>
                      <a:lnTo>
                        <a:pt x="91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0" name="Freeform 1047"/>
                <p:cNvSpPr>
                  <a:spLocks/>
                </p:cNvSpPr>
                <p:nvPr/>
              </p:nvSpPr>
              <p:spPr bwMode="auto">
                <a:xfrm>
                  <a:off x="390" y="9"/>
                  <a:ext cx="46" cy="28"/>
                </a:xfrm>
                <a:custGeom>
                  <a:avLst/>
                  <a:gdLst>
                    <a:gd name="T0" fmla="*/ 46 w 46"/>
                    <a:gd name="T1" fmla="*/ 9 h 28"/>
                    <a:gd name="T2" fmla="*/ 27 w 46"/>
                    <a:gd name="T3" fmla="*/ 28 h 28"/>
                    <a:gd name="T4" fmla="*/ 0 w 46"/>
                    <a:gd name="T5" fmla="*/ 0 h 28"/>
                    <a:gd name="T6" fmla="*/ 46 w 46"/>
                    <a:gd name="T7" fmla="*/ 9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28"/>
                    <a:gd name="T14" fmla="*/ 46 w 46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28">
                      <a:moveTo>
                        <a:pt x="46" y="9"/>
                      </a:moveTo>
                      <a:lnTo>
                        <a:pt x="27" y="28"/>
                      </a:lnTo>
                      <a:lnTo>
                        <a:pt x="0" y="0"/>
                      </a:lnTo>
                      <a:lnTo>
                        <a:pt x="46" y="9"/>
                      </a:lnTo>
                      <a:close/>
                    </a:path>
                  </a:pathLst>
                </a:custGeom>
                <a:solidFill>
                  <a:srgbClr val="B8C8E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1" name="Freeform 1048"/>
                <p:cNvSpPr>
                  <a:spLocks/>
                </p:cNvSpPr>
                <p:nvPr/>
              </p:nvSpPr>
              <p:spPr bwMode="auto">
                <a:xfrm>
                  <a:off x="390" y="9"/>
                  <a:ext cx="46" cy="28"/>
                </a:xfrm>
                <a:custGeom>
                  <a:avLst/>
                  <a:gdLst>
                    <a:gd name="T0" fmla="*/ 46 w 46"/>
                    <a:gd name="T1" fmla="*/ 9 h 28"/>
                    <a:gd name="T2" fmla="*/ 27 w 46"/>
                    <a:gd name="T3" fmla="*/ 28 h 28"/>
                    <a:gd name="T4" fmla="*/ 0 w 46"/>
                    <a:gd name="T5" fmla="*/ 0 h 28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28"/>
                    <a:gd name="T11" fmla="*/ 46 w 46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28">
                      <a:moveTo>
                        <a:pt x="46" y="9"/>
                      </a:moveTo>
                      <a:lnTo>
                        <a:pt x="27" y="2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2" name="Freeform 1049"/>
                <p:cNvSpPr>
                  <a:spLocks/>
                </p:cNvSpPr>
                <p:nvPr/>
              </p:nvSpPr>
              <p:spPr bwMode="auto">
                <a:xfrm>
                  <a:off x="381" y="9"/>
                  <a:ext cx="36" cy="28"/>
                </a:xfrm>
                <a:custGeom>
                  <a:avLst/>
                  <a:gdLst>
                    <a:gd name="T0" fmla="*/ 0 w 36"/>
                    <a:gd name="T1" fmla="*/ 0 h 28"/>
                    <a:gd name="T2" fmla="*/ 9 w 36"/>
                    <a:gd name="T3" fmla="*/ 0 h 28"/>
                    <a:gd name="T4" fmla="*/ 36 w 36"/>
                    <a:gd name="T5" fmla="*/ 28 h 28"/>
                    <a:gd name="T6" fmla="*/ 0 w 36"/>
                    <a:gd name="T7" fmla="*/ 0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28"/>
                    <a:gd name="T14" fmla="*/ 36 w 36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28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36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6C1E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3" name="Freeform 1050"/>
                <p:cNvSpPr>
                  <a:spLocks/>
                </p:cNvSpPr>
                <p:nvPr/>
              </p:nvSpPr>
              <p:spPr bwMode="auto">
                <a:xfrm>
                  <a:off x="381" y="9"/>
                  <a:ext cx="36" cy="28"/>
                </a:xfrm>
                <a:custGeom>
                  <a:avLst/>
                  <a:gdLst>
                    <a:gd name="T0" fmla="*/ 0 w 36"/>
                    <a:gd name="T1" fmla="*/ 0 h 28"/>
                    <a:gd name="T2" fmla="*/ 9 w 36"/>
                    <a:gd name="T3" fmla="*/ 0 h 28"/>
                    <a:gd name="T4" fmla="*/ 36 w 36"/>
                    <a:gd name="T5" fmla="*/ 28 h 28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28"/>
                    <a:gd name="T11" fmla="*/ 36 w 36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28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36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4" name="Freeform 1051"/>
                <p:cNvSpPr>
                  <a:spLocks/>
                </p:cNvSpPr>
                <p:nvPr/>
              </p:nvSpPr>
              <p:spPr bwMode="auto">
                <a:xfrm>
                  <a:off x="0" y="427"/>
                  <a:ext cx="109" cy="136"/>
                </a:xfrm>
                <a:custGeom>
                  <a:avLst/>
                  <a:gdLst>
                    <a:gd name="T0" fmla="*/ 0 w 109"/>
                    <a:gd name="T1" fmla="*/ 0 h 136"/>
                    <a:gd name="T2" fmla="*/ 109 w 109"/>
                    <a:gd name="T3" fmla="*/ 54 h 136"/>
                    <a:gd name="T4" fmla="*/ 82 w 109"/>
                    <a:gd name="T5" fmla="*/ 136 h 136"/>
                    <a:gd name="T6" fmla="*/ 0 w 109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136"/>
                    <a:gd name="T14" fmla="*/ 109 w 109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136">
                      <a:moveTo>
                        <a:pt x="0" y="0"/>
                      </a:moveTo>
                      <a:lnTo>
                        <a:pt x="109" y="54"/>
                      </a:lnTo>
                      <a:lnTo>
                        <a:pt x="82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772B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5" name="Freeform 1052"/>
                <p:cNvSpPr>
                  <a:spLocks/>
                </p:cNvSpPr>
                <p:nvPr/>
              </p:nvSpPr>
              <p:spPr bwMode="auto">
                <a:xfrm>
                  <a:off x="0" y="427"/>
                  <a:ext cx="109" cy="136"/>
                </a:xfrm>
                <a:custGeom>
                  <a:avLst/>
                  <a:gdLst>
                    <a:gd name="T0" fmla="*/ 0 w 109"/>
                    <a:gd name="T1" fmla="*/ 0 h 136"/>
                    <a:gd name="T2" fmla="*/ 109 w 109"/>
                    <a:gd name="T3" fmla="*/ 54 h 136"/>
                    <a:gd name="T4" fmla="*/ 82 w 109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136"/>
                    <a:gd name="T11" fmla="*/ 109 w 109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136">
                      <a:moveTo>
                        <a:pt x="0" y="0"/>
                      </a:moveTo>
                      <a:lnTo>
                        <a:pt x="109" y="54"/>
                      </a:lnTo>
                      <a:lnTo>
                        <a:pt x="82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6" name="Freeform 1053"/>
                <p:cNvSpPr>
                  <a:spLocks/>
                </p:cNvSpPr>
                <p:nvPr/>
              </p:nvSpPr>
              <p:spPr bwMode="auto">
                <a:xfrm>
                  <a:off x="0" y="354"/>
                  <a:ext cx="109" cy="127"/>
                </a:xfrm>
                <a:custGeom>
                  <a:avLst/>
                  <a:gdLst>
                    <a:gd name="T0" fmla="*/ 109 w 109"/>
                    <a:gd name="T1" fmla="*/ 127 h 127"/>
                    <a:gd name="T2" fmla="*/ 0 w 109"/>
                    <a:gd name="T3" fmla="*/ 73 h 127"/>
                    <a:gd name="T4" fmla="*/ 36 w 109"/>
                    <a:gd name="T5" fmla="*/ 0 h 127"/>
                    <a:gd name="T6" fmla="*/ 109 w 109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127"/>
                    <a:gd name="T14" fmla="*/ 109 w 109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127">
                      <a:moveTo>
                        <a:pt x="109" y="127"/>
                      </a:moveTo>
                      <a:lnTo>
                        <a:pt x="0" y="73"/>
                      </a:lnTo>
                      <a:lnTo>
                        <a:pt x="36" y="0"/>
                      </a:lnTo>
                      <a:lnTo>
                        <a:pt x="109" y="127"/>
                      </a:lnTo>
                      <a:close/>
                    </a:path>
                  </a:pathLst>
                </a:custGeom>
                <a:solidFill>
                  <a:srgbClr val="8976B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7" name="Freeform 1054"/>
                <p:cNvSpPr>
                  <a:spLocks/>
                </p:cNvSpPr>
                <p:nvPr/>
              </p:nvSpPr>
              <p:spPr bwMode="auto">
                <a:xfrm>
                  <a:off x="0" y="354"/>
                  <a:ext cx="109" cy="127"/>
                </a:xfrm>
                <a:custGeom>
                  <a:avLst/>
                  <a:gdLst>
                    <a:gd name="T0" fmla="*/ 109 w 109"/>
                    <a:gd name="T1" fmla="*/ 127 h 127"/>
                    <a:gd name="T2" fmla="*/ 0 w 109"/>
                    <a:gd name="T3" fmla="*/ 73 h 127"/>
                    <a:gd name="T4" fmla="*/ 36 w 109"/>
                    <a:gd name="T5" fmla="*/ 0 h 127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127"/>
                    <a:gd name="T11" fmla="*/ 109 w 109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127">
                      <a:moveTo>
                        <a:pt x="109" y="127"/>
                      </a:moveTo>
                      <a:lnTo>
                        <a:pt x="0" y="73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8" name="Freeform 1055"/>
                <p:cNvSpPr>
                  <a:spLocks/>
                </p:cNvSpPr>
                <p:nvPr/>
              </p:nvSpPr>
              <p:spPr bwMode="auto">
                <a:xfrm>
                  <a:off x="417" y="1007"/>
                  <a:ext cx="236" cy="109"/>
                </a:xfrm>
                <a:custGeom>
                  <a:avLst/>
                  <a:gdLst>
                    <a:gd name="T0" fmla="*/ 236 w 236"/>
                    <a:gd name="T1" fmla="*/ 73 h 109"/>
                    <a:gd name="T2" fmla="*/ 0 w 236"/>
                    <a:gd name="T3" fmla="*/ 109 h 109"/>
                    <a:gd name="T4" fmla="*/ 0 w 236"/>
                    <a:gd name="T5" fmla="*/ 0 h 109"/>
                    <a:gd name="T6" fmla="*/ 236 w 236"/>
                    <a:gd name="T7" fmla="*/ 73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6"/>
                    <a:gd name="T13" fmla="*/ 0 h 109"/>
                    <a:gd name="T14" fmla="*/ 236 w 236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6" h="109">
                      <a:moveTo>
                        <a:pt x="236" y="73"/>
                      </a:moveTo>
                      <a:lnTo>
                        <a:pt x="0" y="109"/>
                      </a:lnTo>
                      <a:lnTo>
                        <a:pt x="0" y="0"/>
                      </a:lnTo>
                      <a:lnTo>
                        <a:pt x="236" y="73"/>
                      </a:lnTo>
                      <a:close/>
                    </a:path>
                  </a:pathLst>
                </a:custGeom>
                <a:solidFill>
                  <a:srgbClr val="C293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49" name="Freeform 1056"/>
                <p:cNvSpPr>
                  <a:spLocks/>
                </p:cNvSpPr>
                <p:nvPr/>
              </p:nvSpPr>
              <p:spPr bwMode="auto">
                <a:xfrm>
                  <a:off x="417" y="1007"/>
                  <a:ext cx="236" cy="109"/>
                </a:xfrm>
                <a:custGeom>
                  <a:avLst/>
                  <a:gdLst>
                    <a:gd name="T0" fmla="*/ 236 w 236"/>
                    <a:gd name="T1" fmla="*/ 73 h 109"/>
                    <a:gd name="T2" fmla="*/ 0 w 236"/>
                    <a:gd name="T3" fmla="*/ 109 h 109"/>
                    <a:gd name="T4" fmla="*/ 0 w 236"/>
                    <a:gd name="T5" fmla="*/ 0 h 109"/>
                    <a:gd name="T6" fmla="*/ 0 60000 65536"/>
                    <a:gd name="T7" fmla="*/ 0 60000 65536"/>
                    <a:gd name="T8" fmla="*/ 0 60000 65536"/>
                    <a:gd name="T9" fmla="*/ 0 w 236"/>
                    <a:gd name="T10" fmla="*/ 0 h 109"/>
                    <a:gd name="T11" fmla="*/ 236 w 236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6" h="109">
                      <a:moveTo>
                        <a:pt x="236" y="73"/>
                      </a:moveTo>
                      <a:lnTo>
                        <a:pt x="0" y="109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0" name="Freeform 1057"/>
                <p:cNvSpPr>
                  <a:spLocks/>
                </p:cNvSpPr>
                <p:nvPr/>
              </p:nvSpPr>
              <p:spPr bwMode="auto">
                <a:xfrm>
                  <a:off x="417" y="971"/>
                  <a:ext cx="236" cy="109"/>
                </a:xfrm>
                <a:custGeom>
                  <a:avLst/>
                  <a:gdLst>
                    <a:gd name="T0" fmla="*/ 0 w 236"/>
                    <a:gd name="T1" fmla="*/ 36 h 109"/>
                    <a:gd name="T2" fmla="*/ 218 w 236"/>
                    <a:gd name="T3" fmla="*/ 0 h 109"/>
                    <a:gd name="T4" fmla="*/ 236 w 236"/>
                    <a:gd name="T5" fmla="*/ 109 h 109"/>
                    <a:gd name="T6" fmla="*/ 0 w 236"/>
                    <a:gd name="T7" fmla="*/ 36 h 109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6"/>
                    <a:gd name="T13" fmla="*/ 0 h 109"/>
                    <a:gd name="T14" fmla="*/ 236 w 236"/>
                    <a:gd name="T15" fmla="*/ 109 h 109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6" h="109">
                      <a:moveTo>
                        <a:pt x="0" y="36"/>
                      </a:moveTo>
                      <a:lnTo>
                        <a:pt x="218" y="0"/>
                      </a:lnTo>
                      <a:lnTo>
                        <a:pt x="236" y="109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293A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1" name="Freeform 1058"/>
                <p:cNvSpPr>
                  <a:spLocks/>
                </p:cNvSpPr>
                <p:nvPr/>
              </p:nvSpPr>
              <p:spPr bwMode="auto">
                <a:xfrm>
                  <a:off x="417" y="971"/>
                  <a:ext cx="236" cy="109"/>
                </a:xfrm>
                <a:custGeom>
                  <a:avLst/>
                  <a:gdLst>
                    <a:gd name="T0" fmla="*/ 0 w 236"/>
                    <a:gd name="T1" fmla="*/ 36 h 109"/>
                    <a:gd name="T2" fmla="*/ 218 w 236"/>
                    <a:gd name="T3" fmla="*/ 0 h 109"/>
                    <a:gd name="T4" fmla="*/ 236 w 236"/>
                    <a:gd name="T5" fmla="*/ 109 h 109"/>
                    <a:gd name="T6" fmla="*/ 0 60000 65536"/>
                    <a:gd name="T7" fmla="*/ 0 60000 65536"/>
                    <a:gd name="T8" fmla="*/ 0 60000 65536"/>
                    <a:gd name="T9" fmla="*/ 0 w 236"/>
                    <a:gd name="T10" fmla="*/ 0 h 109"/>
                    <a:gd name="T11" fmla="*/ 236 w 236"/>
                    <a:gd name="T12" fmla="*/ 109 h 10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6" h="109">
                      <a:moveTo>
                        <a:pt x="0" y="36"/>
                      </a:moveTo>
                      <a:lnTo>
                        <a:pt x="218" y="0"/>
                      </a:lnTo>
                      <a:lnTo>
                        <a:pt x="236" y="109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2" name="Freeform 1059"/>
                <p:cNvSpPr>
                  <a:spLocks/>
                </p:cNvSpPr>
                <p:nvPr/>
              </p:nvSpPr>
              <p:spPr bwMode="auto">
                <a:xfrm>
                  <a:off x="173" y="1107"/>
                  <a:ext cx="253" cy="127"/>
                </a:xfrm>
                <a:custGeom>
                  <a:avLst/>
                  <a:gdLst>
                    <a:gd name="T0" fmla="*/ 253 w 253"/>
                    <a:gd name="T1" fmla="*/ 127 h 127"/>
                    <a:gd name="T2" fmla="*/ 0 w 253"/>
                    <a:gd name="T3" fmla="*/ 109 h 127"/>
                    <a:gd name="T4" fmla="*/ 9 w 253"/>
                    <a:gd name="T5" fmla="*/ 0 h 127"/>
                    <a:gd name="T6" fmla="*/ 253 w 253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53"/>
                    <a:gd name="T13" fmla="*/ 0 h 127"/>
                    <a:gd name="T14" fmla="*/ 253 w 253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53" h="127">
                      <a:moveTo>
                        <a:pt x="253" y="127"/>
                      </a:moveTo>
                      <a:lnTo>
                        <a:pt x="0" y="109"/>
                      </a:lnTo>
                      <a:lnTo>
                        <a:pt x="9" y="0"/>
                      </a:lnTo>
                      <a:lnTo>
                        <a:pt x="253" y="127"/>
                      </a:lnTo>
                      <a:close/>
                    </a:path>
                  </a:pathLst>
                </a:custGeom>
                <a:solidFill>
                  <a:srgbClr val="AF83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3" name="Freeform 1060"/>
                <p:cNvSpPr>
                  <a:spLocks/>
                </p:cNvSpPr>
                <p:nvPr/>
              </p:nvSpPr>
              <p:spPr bwMode="auto">
                <a:xfrm>
                  <a:off x="173" y="1107"/>
                  <a:ext cx="253" cy="127"/>
                </a:xfrm>
                <a:custGeom>
                  <a:avLst/>
                  <a:gdLst>
                    <a:gd name="T0" fmla="*/ 253 w 253"/>
                    <a:gd name="T1" fmla="*/ 127 h 127"/>
                    <a:gd name="T2" fmla="*/ 0 w 253"/>
                    <a:gd name="T3" fmla="*/ 109 h 127"/>
                    <a:gd name="T4" fmla="*/ 9 w 253"/>
                    <a:gd name="T5" fmla="*/ 0 h 127"/>
                    <a:gd name="T6" fmla="*/ 0 60000 65536"/>
                    <a:gd name="T7" fmla="*/ 0 60000 65536"/>
                    <a:gd name="T8" fmla="*/ 0 60000 65536"/>
                    <a:gd name="T9" fmla="*/ 0 w 253"/>
                    <a:gd name="T10" fmla="*/ 0 h 127"/>
                    <a:gd name="T11" fmla="*/ 253 w 253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3" h="127">
                      <a:moveTo>
                        <a:pt x="253" y="127"/>
                      </a:moveTo>
                      <a:lnTo>
                        <a:pt x="0" y="109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4" name="Freeform 1061"/>
                <p:cNvSpPr>
                  <a:spLocks/>
                </p:cNvSpPr>
                <p:nvPr/>
              </p:nvSpPr>
              <p:spPr bwMode="auto">
                <a:xfrm>
                  <a:off x="417" y="18"/>
                  <a:ext cx="64" cy="28"/>
                </a:xfrm>
                <a:custGeom>
                  <a:avLst/>
                  <a:gdLst>
                    <a:gd name="T0" fmla="*/ 0 w 64"/>
                    <a:gd name="T1" fmla="*/ 19 h 28"/>
                    <a:gd name="T2" fmla="*/ 19 w 64"/>
                    <a:gd name="T3" fmla="*/ 0 h 28"/>
                    <a:gd name="T4" fmla="*/ 64 w 64"/>
                    <a:gd name="T5" fmla="*/ 28 h 28"/>
                    <a:gd name="T6" fmla="*/ 0 w 64"/>
                    <a:gd name="T7" fmla="*/ 19 h 2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28"/>
                    <a:gd name="T14" fmla="*/ 64 w 64"/>
                    <a:gd name="T15" fmla="*/ 28 h 2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28">
                      <a:moveTo>
                        <a:pt x="0" y="19"/>
                      </a:moveTo>
                      <a:lnTo>
                        <a:pt x="19" y="0"/>
                      </a:lnTo>
                      <a:lnTo>
                        <a:pt x="64" y="28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rgbClr val="C2C8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5" name="Freeform 1062"/>
                <p:cNvSpPr>
                  <a:spLocks/>
                </p:cNvSpPr>
                <p:nvPr/>
              </p:nvSpPr>
              <p:spPr bwMode="auto">
                <a:xfrm>
                  <a:off x="417" y="18"/>
                  <a:ext cx="64" cy="28"/>
                </a:xfrm>
                <a:custGeom>
                  <a:avLst/>
                  <a:gdLst>
                    <a:gd name="T0" fmla="*/ 0 w 64"/>
                    <a:gd name="T1" fmla="*/ 19 h 28"/>
                    <a:gd name="T2" fmla="*/ 19 w 64"/>
                    <a:gd name="T3" fmla="*/ 0 h 28"/>
                    <a:gd name="T4" fmla="*/ 64 w 64"/>
                    <a:gd name="T5" fmla="*/ 28 h 28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28"/>
                    <a:gd name="T11" fmla="*/ 64 w 64"/>
                    <a:gd name="T12" fmla="*/ 28 h 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28">
                      <a:moveTo>
                        <a:pt x="0" y="19"/>
                      </a:moveTo>
                      <a:lnTo>
                        <a:pt x="19" y="0"/>
                      </a:lnTo>
                      <a:lnTo>
                        <a:pt x="64" y="2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6" name="Freeform 1063"/>
                <p:cNvSpPr>
                  <a:spLocks/>
                </p:cNvSpPr>
                <p:nvPr/>
              </p:nvSpPr>
              <p:spPr bwMode="auto">
                <a:xfrm>
                  <a:off x="309" y="9"/>
                  <a:ext cx="27" cy="37"/>
                </a:xfrm>
                <a:custGeom>
                  <a:avLst/>
                  <a:gdLst>
                    <a:gd name="T0" fmla="*/ 27 w 27"/>
                    <a:gd name="T1" fmla="*/ 37 h 37"/>
                    <a:gd name="T2" fmla="*/ 0 w 27"/>
                    <a:gd name="T3" fmla="*/ 28 h 37"/>
                    <a:gd name="T4" fmla="*/ 27 w 27"/>
                    <a:gd name="T5" fmla="*/ 0 h 37"/>
                    <a:gd name="T6" fmla="*/ 27 w 27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37"/>
                    <a:gd name="T14" fmla="*/ 27 w 27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37">
                      <a:moveTo>
                        <a:pt x="27" y="37"/>
                      </a:moveTo>
                      <a:lnTo>
                        <a:pt x="0" y="28"/>
                      </a:lnTo>
                      <a:lnTo>
                        <a:pt x="27" y="0"/>
                      </a:lnTo>
                      <a:lnTo>
                        <a:pt x="27" y="37"/>
                      </a:lnTo>
                      <a:close/>
                    </a:path>
                  </a:pathLst>
                </a:custGeom>
                <a:solidFill>
                  <a:srgbClr val="A5B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7" name="Freeform 1064"/>
                <p:cNvSpPr>
                  <a:spLocks/>
                </p:cNvSpPr>
                <p:nvPr/>
              </p:nvSpPr>
              <p:spPr bwMode="auto">
                <a:xfrm>
                  <a:off x="309" y="9"/>
                  <a:ext cx="27" cy="37"/>
                </a:xfrm>
                <a:custGeom>
                  <a:avLst/>
                  <a:gdLst>
                    <a:gd name="T0" fmla="*/ 27 w 27"/>
                    <a:gd name="T1" fmla="*/ 37 h 37"/>
                    <a:gd name="T2" fmla="*/ 0 w 27"/>
                    <a:gd name="T3" fmla="*/ 28 h 37"/>
                    <a:gd name="T4" fmla="*/ 27 w 27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37"/>
                    <a:gd name="T11" fmla="*/ 27 w 2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37">
                      <a:moveTo>
                        <a:pt x="27" y="37"/>
                      </a:moveTo>
                      <a:lnTo>
                        <a:pt x="0" y="28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8" name="Freeform 1065"/>
                <p:cNvSpPr>
                  <a:spLocks/>
                </p:cNvSpPr>
                <p:nvPr/>
              </p:nvSpPr>
              <p:spPr bwMode="auto">
                <a:xfrm>
                  <a:off x="336" y="9"/>
                  <a:ext cx="9" cy="37"/>
                </a:xfrm>
                <a:custGeom>
                  <a:avLst/>
                  <a:gdLst>
                    <a:gd name="T0" fmla="*/ 0 w 9"/>
                    <a:gd name="T1" fmla="*/ 0 h 37"/>
                    <a:gd name="T2" fmla="*/ 9 w 9"/>
                    <a:gd name="T3" fmla="*/ 0 h 37"/>
                    <a:gd name="T4" fmla="*/ 0 w 9"/>
                    <a:gd name="T5" fmla="*/ 37 h 37"/>
                    <a:gd name="T6" fmla="*/ 0 w 9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"/>
                    <a:gd name="T13" fmla="*/ 0 h 37"/>
                    <a:gd name="T14" fmla="*/ 9 w 9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" h="37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0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5B2E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59" name="Freeform 1066"/>
                <p:cNvSpPr>
                  <a:spLocks/>
                </p:cNvSpPr>
                <p:nvPr/>
              </p:nvSpPr>
              <p:spPr bwMode="auto">
                <a:xfrm>
                  <a:off x="336" y="9"/>
                  <a:ext cx="9" cy="37"/>
                </a:xfrm>
                <a:custGeom>
                  <a:avLst/>
                  <a:gdLst>
                    <a:gd name="T0" fmla="*/ 0 w 9"/>
                    <a:gd name="T1" fmla="*/ 0 h 37"/>
                    <a:gd name="T2" fmla="*/ 9 w 9"/>
                    <a:gd name="T3" fmla="*/ 0 h 37"/>
                    <a:gd name="T4" fmla="*/ 0 w 9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9"/>
                    <a:gd name="T10" fmla="*/ 0 h 37"/>
                    <a:gd name="T11" fmla="*/ 9 w 9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" h="37">
                      <a:moveTo>
                        <a:pt x="0" y="0"/>
                      </a:moveTo>
                      <a:lnTo>
                        <a:pt x="9" y="0"/>
                      </a:lnTo>
                      <a:lnTo>
                        <a:pt x="0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0" name="Freeform 1067"/>
                <p:cNvSpPr>
                  <a:spLocks/>
                </p:cNvSpPr>
                <p:nvPr/>
              </p:nvSpPr>
              <p:spPr bwMode="auto">
                <a:xfrm>
                  <a:off x="381" y="9"/>
                  <a:ext cx="36" cy="37"/>
                </a:xfrm>
                <a:custGeom>
                  <a:avLst/>
                  <a:gdLst>
                    <a:gd name="T0" fmla="*/ 36 w 36"/>
                    <a:gd name="T1" fmla="*/ 28 h 37"/>
                    <a:gd name="T2" fmla="*/ 18 w 36"/>
                    <a:gd name="T3" fmla="*/ 37 h 37"/>
                    <a:gd name="T4" fmla="*/ 0 w 36"/>
                    <a:gd name="T5" fmla="*/ 0 h 37"/>
                    <a:gd name="T6" fmla="*/ 36 w 36"/>
                    <a:gd name="T7" fmla="*/ 28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37"/>
                    <a:gd name="T14" fmla="*/ 36 w 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37">
                      <a:moveTo>
                        <a:pt x="36" y="28"/>
                      </a:moveTo>
                      <a:lnTo>
                        <a:pt x="18" y="37"/>
                      </a:lnTo>
                      <a:lnTo>
                        <a:pt x="0" y="0"/>
                      </a:lnTo>
                      <a:lnTo>
                        <a:pt x="36" y="28"/>
                      </a:lnTo>
                      <a:close/>
                    </a:path>
                  </a:pathLst>
                </a:custGeom>
                <a:solidFill>
                  <a:srgbClr val="B6C1E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1" name="Freeform 1068"/>
                <p:cNvSpPr>
                  <a:spLocks/>
                </p:cNvSpPr>
                <p:nvPr/>
              </p:nvSpPr>
              <p:spPr bwMode="auto">
                <a:xfrm>
                  <a:off x="381" y="9"/>
                  <a:ext cx="36" cy="37"/>
                </a:xfrm>
                <a:custGeom>
                  <a:avLst/>
                  <a:gdLst>
                    <a:gd name="T0" fmla="*/ 36 w 36"/>
                    <a:gd name="T1" fmla="*/ 28 h 37"/>
                    <a:gd name="T2" fmla="*/ 18 w 36"/>
                    <a:gd name="T3" fmla="*/ 37 h 37"/>
                    <a:gd name="T4" fmla="*/ 0 w 36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37"/>
                    <a:gd name="T11" fmla="*/ 36 w 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37">
                      <a:moveTo>
                        <a:pt x="36" y="28"/>
                      </a:moveTo>
                      <a:lnTo>
                        <a:pt x="18" y="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2" name="Freeform 1069"/>
                <p:cNvSpPr>
                  <a:spLocks/>
                </p:cNvSpPr>
                <p:nvPr/>
              </p:nvSpPr>
              <p:spPr bwMode="auto">
                <a:xfrm>
                  <a:off x="363" y="9"/>
                  <a:ext cx="36" cy="37"/>
                </a:xfrm>
                <a:custGeom>
                  <a:avLst/>
                  <a:gdLst>
                    <a:gd name="T0" fmla="*/ 0 w 36"/>
                    <a:gd name="T1" fmla="*/ 0 h 37"/>
                    <a:gd name="T2" fmla="*/ 18 w 36"/>
                    <a:gd name="T3" fmla="*/ 0 h 37"/>
                    <a:gd name="T4" fmla="*/ 36 w 36"/>
                    <a:gd name="T5" fmla="*/ 37 h 37"/>
                    <a:gd name="T6" fmla="*/ 0 w 36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37"/>
                    <a:gd name="T14" fmla="*/ 36 w 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37">
                      <a:moveTo>
                        <a:pt x="0" y="0"/>
                      </a:moveTo>
                      <a:lnTo>
                        <a:pt x="18" y="0"/>
                      </a:lnTo>
                      <a:lnTo>
                        <a:pt x="36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1BB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3" name="Freeform 1070"/>
                <p:cNvSpPr>
                  <a:spLocks/>
                </p:cNvSpPr>
                <p:nvPr/>
              </p:nvSpPr>
              <p:spPr bwMode="auto">
                <a:xfrm>
                  <a:off x="363" y="9"/>
                  <a:ext cx="36" cy="37"/>
                </a:xfrm>
                <a:custGeom>
                  <a:avLst/>
                  <a:gdLst>
                    <a:gd name="T0" fmla="*/ 0 w 36"/>
                    <a:gd name="T1" fmla="*/ 0 h 37"/>
                    <a:gd name="T2" fmla="*/ 18 w 36"/>
                    <a:gd name="T3" fmla="*/ 0 h 37"/>
                    <a:gd name="T4" fmla="*/ 36 w 36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37"/>
                    <a:gd name="T11" fmla="*/ 36 w 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37">
                      <a:moveTo>
                        <a:pt x="0" y="0"/>
                      </a:moveTo>
                      <a:lnTo>
                        <a:pt x="18" y="0"/>
                      </a:lnTo>
                      <a:lnTo>
                        <a:pt x="36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4" name="Freeform 1071"/>
                <p:cNvSpPr>
                  <a:spLocks/>
                </p:cNvSpPr>
                <p:nvPr/>
              </p:nvSpPr>
              <p:spPr bwMode="auto">
                <a:xfrm>
                  <a:off x="517" y="145"/>
                  <a:ext cx="82" cy="55"/>
                </a:xfrm>
                <a:custGeom>
                  <a:avLst/>
                  <a:gdLst>
                    <a:gd name="T0" fmla="*/ 82 w 82"/>
                    <a:gd name="T1" fmla="*/ 19 h 55"/>
                    <a:gd name="T2" fmla="*/ 27 w 82"/>
                    <a:gd name="T3" fmla="*/ 55 h 55"/>
                    <a:gd name="T4" fmla="*/ 0 w 82"/>
                    <a:gd name="T5" fmla="*/ 0 h 55"/>
                    <a:gd name="T6" fmla="*/ 82 w 82"/>
                    <a:gd name="T7" fmla="*/ 19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55"/>
                    <a:gd name="T14" fmla="*/ 82 w 8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55">
                      <a:moveTo>
                        <a:pt x="82" y="19"/>
                      </a:moveTo>
                      <a:lnTo>
                        <a:pt x="27" y="55"/>
                      </a:lnTo>
                      <a:lnTo>
                        <a:pt x="0" y="0"/>
                      </a:lnTo>
                      <a:lnTo>
                        <a:pt x="82" y="19"/>
                      </a:lnTo>
                      <a:close/>
                    </a:path>
                  </a:pathLst>
                </a:custGeom>
                <a:solidFill>
                  <a:srgbClr val="D4C5C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5" name="Freeform 1072"/>
                <p:cNvSpPr>
                  <a:spLocks/>
                </p:cNvSpPr>
                <p:nvPr/>
              </p:nvSpPr>
              <p:spPr bwMode="auto">
                <a:xfrm>
                  <a:off x="517" y="145"/>
                  <a:ext cx="82" cy="55"/>
                </a:xfrm>
                <a:custGeom>
                  <a:avLst/>
                  <a:gdLst>
                    <a:gd name="T0" fmla="*/ 82 w 82"/>
                    <a:gd name="T1" fmla="*/ 19 h 55"/>
                    <a:gd name="T2" fmla="*/ 27 w 82"/>
                    <a:gd name="T3" fmla="*/ 55 h 55"/>
                    <a:gd name="T4" fmla="*/ 0 w 82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55"/>
                    <a:gd name="T11" fmla="*/ 82 w 8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55">
                      <a:moveTo>
                        <a:pt x="82" y="19"/>
                      </a:moveTo>
                      <a:lnTo>
                        <a:pt x="27" y="5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6" name="Freeform 1073"/>
                <p:cNvSpPr>
                  <a:spLocks/>
                </p:cNvSpPr>
                <p:nvPr/>
              </p:nvSpPr>
              <p:spPr bwMode="auto">
                <a:xfrm>
                  <a:off x="517" y="118"/>
                  <a:ext cx="82" cy="46"/>
                </a:xfrm>
                <a:custGeom>
                  <a:avLst/>
                  <a:gdLst>
                    <a:gd name="T0" fmla="*/ 0 w 82"/>
                    <a:gd name="T1" fmla="*/ 27 h 46"/>
                    <a:gd name="T2" fmla="*/ 46 w 82"/>
                    <a:gd name="T3" fmla="*/ 0 h 46"/>
                    <a:gd name="T4" fmla="*/ 82 w 82"/>
                    <a:gd name="T5" fmla="*/ 46 h 46"/>
                    <a:gd name="T6" fmla="*/ 0 w 82"/>
                    <a:gd name="T7" fmla="*/ 27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46"/>
                    <a:gd name="T14" fmla="*/ 82 w 82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46">
                      <a:moveTo>
                        <a:pt x="0" y="27"/>
                      </a:moveTo>
                      <a:lnTo>
                        <a:pt x="46" y="0"/>
                      </a:lnTo>
                      <a:lnTo>
                        <a:pt x="82" y="46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D4C5C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7" name="Freeform 1074"/>
                <p:cNvSpPr>
                  <a:spLocks/>
                </p:cNvSpPr>
                <p:nvPr/>
              </p:nvSpPr>
              <p:spPr bwMode="auto">
                <a:xfrm>
                  <a:off x="517" y="118"/>
                  <a:ext cx="82" cy="46"/>
                </a:xfrm>
                <a:custGeom>
                  <a:avLst/>
                  <a:gdLst>
                    <a:gd name="T0" fmla="*/ 0 w 82"/>
                    <a:gd name="T1" fmla="*/ 27 h 46"/>
                    <a:gd name="T2" fmla="*/ 46 w 82"/>
                    <a:gd name="T3" fmla="*/ 0 h 46"/>
                    <a:gd name="T4" fmla="*/ 82 w 82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46"/>
                    <a:gd name="T11" fmla="*/ 82 w 82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46">
                      <a:moveTo>
                        <a:pt x="0" y="27"/>
                      </a:moveTo>
                      <a:lnTo>
                        <a:pt x="46" y="0"/>
                      </a:lnTo>
                      <a:lnTo>
                        <a:pt x="82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8" name="Freeform 1075"/>
                <p:cNvSpPr>
                  <a:spLocks/>
                </p:cNvSpPr>
                <p:nvPr/>
              </p:nvSpPr>
              <p:spPr bwMode="auto">
                <a:xfrm>
                  <a:off x="336" y="9"/>
                  <a:ext cx="27" cy="37"/>
                </a:xfrm>
                <a:custGeom>
                  <a:avLst/>
                  <a:gdLst>
                    <a:gd name="T0" fmla="*/ 27 w 27"/>
                    <a:gd name="T1" fmla="*/ 37 h 37"/>
                    <a:gd name="T2" fmla="*/ 0 w 27"/>
                    <a:gd name="T3" fmla="*/ 37 h 37"/>
                    <a:gd name="T4" fmla="*/ 9 w 27"/>
                    <a:gd name="T5" fmla="*/ 0 h 37"/>
                    <a:gd name="T6" fmla="*/ 27 w 27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37"/>
                    <a:gd name="T14" fmla="*/ 27 w 27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37">
                      <a:moveTo>
                        <a:pt x="27" y="37"/>
                      </a:moveTo>
                      <a:lnTo>
                        <a:pt x="0" y="37"/>
                      </a:lnTo>
                      <a:lnTo>
                        <a:pt x="9" y="0"/>
                      </a:lnTo>
                      <a:lnTo>
                        <a:pt x="27" y="37"/>
                      </a:lnTo>
                      <a:close/>
                    </a:path>
                  </a:pathLst>
                </a:custGeom>
                <a:solidFill>
                  <a:srgbClr val="ACB6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69" name="Freeform 1076"/>
                <p:cNvSpPr>
                  <a:spLocks/>
                </p:cNvSpPr>
                <p:nvPr/>
              </p:nvSpPr>
              <p:spPr bwMode="auto">
                <a:xfrm>
                  <a:off x="336" y="9"/>
                  <a:ext cx="27" cy="37"/>
                </a:xfrm>
                <a:custGeom>
                  <a:avLst/>
                  <a:gdLst>
                    <a:gd name="T0" fmla="*/ 27 w 27"/>
                    <a:gd name="T1" fmla="*/ 37 h 37"/>
                    <a:gd name="T2" fmla="*/ 0 w 27"/>
                    <a:gd name="T3" fmla="*/ 37 h 37"/>
                    <a:gd name="T4" fmla="*/ 9 w 27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37"/>
                    <a:gd name="T11" fmla="*/ 27 w 27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37">
                      <a:moveTo>
                        <a:pt x="27" y="37"/>
                      </a:moveTo>
                      <a:lnTo>
                        <a:pt x="0" y="37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0" name="Freeform 1077"/>
                <p:cNvSpPr>
                  <a:spLocks/>
                </p:cNvSpPr>
                <p:nvPr/>
              </p:nvSpPr>
              <p:spPr bwMode="auto">
                <a:xfrm>
                  <a:off x="345" y="9"/>
                  <a:ext cx="18" cy="37"/>
                </a:xfrm>
                <a:custGeom>
                  <a:avLst/>
                  <a:gdLst>
                    <a:gd name="T0" fmla="*/ 0 w 18"/>
                    <a:gd name="T1" fmla="*/ 0 h 37"/>
                    <a:gd name="T2" fmla="*/ 18 w 18"/>
                    <a:gd name="T3" fmla="*/ 0 h 37"/>
                    <a:gd name="T4" fmla="*/ 18 w 18"/>
                    <a:gd name="T5" fmla="*/ 37 h 37"/>
                    <a:gd name="T6" fmla="*/ 0 w 18"/>
                    <a:gd name="T7" fmla="*/ 0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8"/>
                    <a:gd name="T13" fmla="*/ 0 h 37"/>
                    <a:gd name="T14" fmla="*/ 18 w 18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8" h="37">
                      <a:moveTo>
                        <a:pt x="0" y="0"/>
                      </a:moveTo>
                      <a:lnTo>
                        <a:pt x="18" y="0"/>
                      </a:lnTo>
                      <a:lnTo>
                        <a:pt x="18" y="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CB6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1" name="Freeform 1078"/>
                <p:cNvSpPr>
                  <a:spLocks/>
                </p:cNvSpPr>
                <p:nvPr/>
              </p:nvSpPr>
              <p:spPr bwMode="auto">
                <a:xfrm>
                  <a:off x="345" y="9"/>
                  <a:ext cx="18" cy="37"/>
                </a:xfrm>
                <a:custGeom>
                  <a:avLst/>
                  <a:gdLst>
                    <a:gd name="T0" fmla="*/ 0 w 18"/>
                    <a:gd name="T1" fmla="*/ 0 h 37"/>
                    <a:gd name="T2" fmla="*/ 18 w 18"/>
                    <a:gd name="T3" fmla="*/ 0 h 37"/>
                    <a:gd name="T4" fmla="*/ 18 w 18"/>
                    <a:gd name="T5" fmla="*/ 37 h 37"/>
                    <a:gd name="T6" fmla="*/ 0 60000 65536"/>
                    <a:gd name="T7" fmla="*/ 0 60000 65536"/>
                    <a:gd name="T8" fmla="*/ 0 60000 65536"/>
                    <a:gd name="T9" fmla="*/ 0 w 18"/>
                    <a:gd name="T10" fmla="*/ 0 h 37"/>
                    <a:gd name="T11" fmla="*/ 18 w 18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" h="37">
                      <a:moveTo>
                        <a:pt x="0" y="0"/>
                      </a:moveTo>
                      <a:lnTo>
                        <a:pt x="18" y="0"/>
                      </a:lnTo>
                      <a:lnTo>
                        <a:pt x="18" y="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2" name="Freeform 1079"/>
                <p:cNvSpPr>
                  <a:spLocks/>
                </p:cNvSpPr>
                <p:nvPr/>
              </p:nvSpPr>
              <p:spPr bwMode="auto">
                <a:xfrm>
                  <a:off x="454" y="46"/>
                  <a:ext cx="63" cy="36"/>
                </a:xfrm>
                <a:custGeom>
                  <a:avLst/>
                  <a:gdLst>
                    <a:gd name="T0" fmla="*/ 0 w 63"/>
                    <a:gd name="T1" fmla="*/ 18 h 36"/>
                    <a:gd name="T2" fmla="*/ 27 w 63"/>
                    <a:gd name="T3" fmla="*/ 0 h 36"/>
                    <a:gd name="T4" fmla="*/ 63 w 63"/>
                    <a:gd name="T5" fmla="*/ 36 h 36"/>
                    <a:gd name="T6" fmla="*/ 0 w 63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36"/>
                    <a:gd name="T14" fmla="*/ 63 w 63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36">
                      <a:moveTo>
                        <a:pt x="0" y="18"/>
                      </a:moveTo>
                      <a:lnTo>
                        <a:pt x="27" y="0"/>
                      </a:lnTo>
                      <a:lnTo>
                        <a:pt x="63" y="3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CAC7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3" name="Freeform 1080"/>
                <p:cNvSpPr>
                  <a:spLocks/>
                </p:cNvSpPr>
                <p:nvPr/>
              </p:nvSpPr>
              <p:spPr bwMode="auto">
                <a:xfrm>
                  <a:off x="454" y="46"/>
                  <a:ext cx="63" cy="36"/>
                </a:xfrm>
                <a:custGeom>
                  <a:avLst/>
                  <a:gdLst>
                    <a:gd name="T0" fmla="*/ 0 w 63"/>
                    <a:gd name="T1" fmla="*/ 18 h 36"/>
                    <a:gd name="T2" fmla="*/ 27 w 63"/>
                    <a:gd name="T3" fmla="*/ 0 h 36"/>
                    <a:gd name="T4" fmla="*/ 63 w 63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36"/>
                    <a:gd name="T11" fmla="*/ 63 w 63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36">
                      <a:moveTo>
                        <a:pt x="0" y="18"/>
                      </a:moveTo>
                      <a:lnTo>
                        <a:pt x="27" y="0"/>
                      </a:lnTo>
                      <a:lnTo>
                        <a:pt x="63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4" name="Freeform 1081"/>
                <p:cNvSpPr>
                  <a:spLocks/>
                </p:cNvSpPr>
                <p:nvPr/>
              </p:nvSpPr>
              <p:spPr bwMode="auto">
                <a:xfrm>
                  <a:off x="417" y="37"/>
                  <a:ext cx="64" cy="27"/>
                </a:xfrm>
                <a:custGeom>
                  <a:avLst/>
                  <a:gdLst>
                    <a:gd name="T0" fmla="*/ 64 w 64"/>
                    <a:gd name="T1" fmla="*/ 9 h 27"/>
                    <a:gd name="T2" fmla="*/ 37 w 64"/>
                    <a:gd name="T3" fmla="*/ 27 h 27"/>
                    <a:gd name="T4" fmla="*/ 0 w 64"/>
                    <a:gd name="T5" fmla="*/ 0 h 27"/>
                    <a:gd name="T6" fmla="*/ 64 w 64"/>
                    <a:gd name="T7" fmla="*/ 9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27"/>
                    <a:gd name="T14" fmla="*/ 64 w 64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27">
                      <a:moveTo>
                        <a:pt x="64" y="9"/>
                      </a:moveTo>
                      <a:lnTo>
                        <a:pt x="37" y="27"/>
                      </a:lnTo>
                      <a:lnTo>
                        <a:pt x="0" y="0"/>
                      </a:lnTo>
                      <a:lnTo>
                        <a:pt x="64" y="9"/>
                      </a:lnTo>
                      <a:close/>
                    </a:path>
                  </a:pathLst>
                </a:custGeom>
                <a:solidFill>
                  <a:srgbClr val="C2C8D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5" name="Freeform 1082"/>
                <p:cNvSpPr>
                  <a:spLocks/>
                </p:cNvSpPr>
                <p:nvPr/>
              </p:nvSpPr>
              <p:spPr bwMode="auto">
                <a:xfrm>
                  <a:off x="417" y="37"/>
                  <a:ext cx="64" cy="27"/>
                </a:xfrm>
                <a:custGeom>
                  <a:avLst/>
                  <a:gdLst>
                    <a:gd name="T0" fmla="*/ 64 w 64"/>
                    <a:gd name="T1" fmla="*/ 9 h 27"/>
                    <a:gd name="T2" fmla="*/ 37 w 64"/>
                    <a:gd name="T3" fmla="*/ 27 h 27"/>
                    <a:gd name="T4" fmla="*/ 0 w 64"/>
                    <a:gd name="T5" fmla="*/ 0 h 27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27"/>
                    <a:gd name="T11" fmla="*/ 64 w 64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27">
                      <a:moveTo>
                        <a:pt x="64" y="9"/>
                      </a:moveTo>
                      <a:lnTo>
                        <a:pt x="37" y="2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6" name="Freeform 1083"/>
                <p:cNvSpPr>
                  <a:spLocks/>
                </p:cNvSpPr>
                <p:nvPr/>
              </p:nvSpPr>
              <p:spPr bwMode="auto">
                <a:xfrm>
                  <a:off x="363" y="9"/>
                  <a:ext cx="36" cy="37"/>
                </a:xfrm>
                <a:custGeom>
                  <a:avLst/>
                  <a:gdLst>
                    <a:gd name="T0" fmla="*/ 36 w 36"/>
                    <a:gd name="T1" fmla="*/ 37 h 37"/>
                    <a:gd name="T2" fmla="*/ 0 w 36"/>
                    <a:gd name="T3" fmla="*/ 37 h 37"/>
                    <a:gd name="T4" fmla="*/ 0 w 36"/>
                    <a:gd name="T5" fmla="*/ 0 h 37"/>
                    <a:gd name="T6" fmla="*/ 36 w 36"/>
                    <a:gd name="T7" fmla="*/ 37 h 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37"/>
                    <a:gd name="T14" fmla="*/ 36 w 36"/>
                    <a:gd name="T15" fmla="*/ 37 h 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37">
                      <a:moveTo>
                        <a:pt x="36" y="37"/>
                      </a:moveTo>
                      <a:lnTo>
                        <a:pt x="0" y="37"/>
                      </a:lnTo>
                      <a:lnTo>
                        <a:pt x="0" y="0"/>
                      </a:lnTo>
                      <a:lnTo>
                        <a:pt x="36" y="37"/>
                      </a:lnTo>
                      <a:close/>
                    </a:path>
                  </a:pathLst>
                </a:custGeom>
                <a:solidFill>
                  <a:srgbClr val="B1BBE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7" name="Freeform 1084"/>
                <p:cNvSpPr>
                  <a:spLocks/>
                </p:cNvSpPr>
                <p:nvPr/>
              </p:nvSpPr>
              <p:spPr bwMode="auto">
                <a:xfrm>
                  <a:off x="363" y="9"/>
                  <a:ext cx="36" cy="37"/>
                </a:xfrm>
                <a:custGeom>
                  <a:avLst/>
                  <a:gdLst>
                    <a:gd name="T0" fmla="*/ 36 w 36"/>
                    <a:gd name="T1" fmla="*/ 37 h 37"/>
                    <a:gd name="T2" fmla="*/ 0 w 36"/>
                    <a:gd name="T3" fmla="*/ 37 h 37"/>
                    <a:gd name="T4" fmla="*/ 0 w 36"/>
                    <a:gd name="T5" fmla="*/ 0 h 37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37"/>
                    <a:gd name="T11" fmla="*/ 36 w 36"/>
                    <a:gd name="T12" fmla="*/ 37 h 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37">
                      <a:moveTo>
                        <a:pt x="36" y="37"/>
                      </a:moveTo>
                      <a:lnTo>
                        <a:pt x="0" y="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8" name="Freeform 1085"/>
                <p:cNvSpPr>
                  <a:spLocks/>
                </p:cNvSpPr>
                <p:nvPr/>
              </p:nvSpPr>
              <p:spPr bwMode="auto">
                <a:xfrm>
                  <a:off x="563" y="590"/>
                  <a:ext cx="163" cy="91"/>
                </a:xfrm>
                <a:custGeom>
                  <a:avLst/>
                  <a:gdLst>
                    <a:gd name="T0" fmla="*/ 163 w 163"/>
                    <a:gd name="T1" fmla="*/ 27 h 91"/>
                    <a:gd name="T2" fmla="*/ 18 w 163"/>
                    <a:gd name="T3" fmla="*/ 91 h 91"/>
                    <a:gd name="T4" fmla="*/ 0 w 163"/>
                    <a:gd name="T5" fmla="*/ 0 h 91"/>
                    <a:gd name="T6" fmla="*/ 163 w 163"/>
                    <a:gd name="T7" fmla="*/ 27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91"/>
                    <a:gd name="T14" fmla="*/ 163 w 163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91">
                      <a:moveTo>
                        <a:pt x="163" y="27"/>
                      </a:moveTo>
                      <a:lnTo>
                        <a:pt x="18" y="91"/>
                      </a:lnTo>
                      <a:lnTo>
                        <a:pt x="0" y="0"/>
                      </a:lnTo>
                      <a:lnTo>
                        <a:pt x="163" y="27"/>
                      </a:lnTo>
                      <a:close/>
                    </a:path>
                  </a:pathLst>
                </a:custGeom>
                <a:solidFill>
                  <a:srgbClr val="D1A9B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79" name="Freeform 1086"/>
                <p:cNvSpPr>
                  <a:spLocks/>
                </p:cNvSpPr>
                <p:nvPr/>
              </p:nvSpPr>
              <p:spPr bwMode="auto">
                <a:xfrm>
                  <a:off x="563" y="590"/>
                  <a:ext cx="163" cy="91"/>
                </a:xfrm>
                <a:custGeom>
                  <a:avLst/>
                  <a:gdLst>
                    <a:gd name="T0" fmla="*/ 163 w 163"/>
                    <a:gd name="T1" fmla="*/ 27 h 91"/>
                    <a:gd name="T2" fmla="*/ 18 w 163"/>
                    <a:gd name="T3" fmla="*/ 91 h 91"/>
                    <a:gd name="T4" fmla="*/ 0 w 163"/>
                    <a:gd name="T5" fmla="*/ 0 h 91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91"/>
                    <a:gd name="T11" fmla="*/ 163 w 163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91">
                      <a:moveTo>
                        <a:pt x="163" y="27"/>
                      </a:moveTo>
                      <a:lnTo>
                        <a:pt x="18" y="9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0" name="Freeform 1087"/>
                <p:cNvSpPr>
                  <a:spLocks/>
                </p:cNvSpPr>
                <p:nvPr/>
              </p:nvSpPr>
              <p:spPr bwMode="auto">
                <a:xfrm>
                  <a:off x="563" y="535"/>
                  <a:ext cx="163" cy="82"/>
                </a:xfrm>
                <a:custGeom>
                  <a:avLst/>
                  <a:gdLst>
                    <a:gd name="T0" fmla="*/ 0 w 163"/>
                    <a:gd name="T1" fmla="*/ 55 h 82"/>
                    <a:gd name="T2" fmla="*/ 136 w 163"/>
                    <a:gd name="T3" fmla="*/ 0 h 82"/>
                    <a:gd name="T4" fmla="*/ 163 w 163"/>
                    <a:gd name="T5" fmla="*/ 82 h 82"/>
                    <a:gd name="T6" fmla="*/ 0 w 163"/>
                    <a:gd name="T7" fmla="*/ 55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82"/>
                    <a:gd name="T14" fmla="*/ 163 w 163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82">
                      <a:moveTo>
                        <a:pt x="0" y="55"/>
                      </a:moveTo>
                      <a:lnTo>
                        <a:pt x="136" y="0"/>
                      </a:lnTo>
                      <a:lnTo>
                        <a:pt x="163" y="82"/>
                      </a:lnTo>
                      <a:lnTo>
                        <a:pt x="0" y="55"/>
                      </a:lnTo>
                      <a:close/>
                    </a:path>
                  </a:pathLst>
                </a:custGeom>
                <a:solidFill>
                  <a:srgbClr val="D1A9B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1" name="Freeform 1088"/>
                <p:cNvSpPr>
                  <a:spLocks/>
                </p:cNvSpPr>
                <p:nvPr/>
              </p:nvSpPr>
              <p:spPr bwMode="auto">
                <a:xfrm>
                  <a:off x="563" y="535"/>
                  <a:ext cx="163" cy="82"/>
                </a:xfrm>
                <a:custGeom>
                  <a:avLst/>
                  <a:gdLst>
                    <a:gd name="T0" fmla="*/ 0 w 163"/>
                    <a:gd name="T1" fmla="*/ 55 h 82"/>
                    <a:gd name="T2" fmla="*/ 136 w 163"/>
                    <a:gd name="T3" fmla="*/ 0 h 82"/>
                    <a:gd name="T4" fmla="*/ 163 w 163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82"/>
                    <a:gd name="T11" fmla="*/ 163 w 163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82">
                      <a:moveTo>
                        <a:pt x="0" y="55"/>
                      </a:moveTo>
                      <a:lnTo>
                        <a:pt x="136" y="0"/>
                      </a:lnTo>
                      <a:lnTo>
                        <a:pt x="163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2" name="Freeform 1089"/>
                <p:cNvSpPr>
                  <a:spLocks/>
                </p:cNvSpPr>
                <p:nvPr/>
              </p:nvSpPr>
              <p:spPr bwMode="auto">
                <a:xfrm>
                  <a:off x="254" y="27"/>
                  <a:ext cx="36" cy="46"/>
                </a:xfrm>
                <a:custGeom>
                  <a:avLst/>
                  <a:gdLst>
                    <a:gd name="T0" fmla="*/ 27 w 36"/>
                    <a:gd name="T1" fmla="*/ 46 h 46"/>
                    <a:gd name="T2" fmla="*/ 0 w 36"/>
                    <a:gd name="T3" fmla="*/ 28 h 46"/>
                    <a:gd name="T4" fmla="*/ 36 w 36"/>
                    <a:gd name="T5" fmla="*/ 0 h 46"/>
                    <a:gd name="T6" fmla="*/ 27 w 36"/>
                    <a:gd name="T7" fmla="*/ 46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46"/>
                    <a:gd name="T14" fmla="*/ 36 w 36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46">
                      <a:moveTo>
                        <a:pt x="27" y="46"/>
                      </a:moveTo>
                      <a:lnTo>
                        <a:pt x="0" y="28"/>
                      </a:lnTo>
                      <a:lnTo>
                        <a:pt x="36" y="0"/>
                      </a:lnTo>
                      <a:lnTo>
                        <a:pt x="27" y="46"/>
                      </a:lnTo>
                      <a:close/>
                    </a:path>
                  </a:pathLst>
                </a:custGeom>
                <a:solidFill>
                  <a:srgbClr val="9BA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3" name="Freeform 1090"/>
                <p:cNvSpPr>
                  <a:spLocks/>
                </p:cNvSpPr>
                <p:nvPr/>
              </p:nvSpPr>
              <p:spPr bwMode="auto">
                <a:xfrm>
                  <a:off x="254" y="27"/>
                  <a:ext cx="36" cy="46"/>
                </a:xfrm>
                <a:custGeom>
                  <a:avLst/>
                  <a:gdLst>
                    <a:gd name="T0" fmla="*/ 27 w 36"/>
                    <a:gd name="T1" fmla="*/ 46 h 46"/>
                    <a:gd name="T2" fmla="*/ 0 w 36"/>
                    <a:gd name="T3" fmla="*/ 28 h 46"/>
                    <a:gd name="T4" fmla="*/ 36 w 36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46"/>
                    <a:gd name="T11" fmla="*/ 36 w 36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46">
                      <a:moveTo>
                        <a:pt x="27" y="46"/>
                      </a:moveTo>
                      <a:lnTo>
                        <a:pt x="0" y="28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4" name="Freeform 1091"/>
                <p:cNvSpPr>
                  <a:spLocks/>
                </p:cNvSpPr>
                <p:nvPr/>
              </p:nvSpPr>
              <p:spPr bwMode="auto">
                <a:xfrm>
                  <a:off x="281" y="27"/>
                  <a:ext cx="28" cy="46"/>
                </a:xfrm>
                <a:custGeom>
                  <a:avLst/>
                  <a:gdLst>
                    <a:gd name="T0" fmla="*/ 9 w 28"/>
                    <a:gd name="T1" fmla="*/ 0 h 46"/>
                    <a:gd name="T2" fmla="*/ 28 w 28"/>
                    <a:gd name="T3" fmla="*/ 10 h 46"/>
                    <a:gd name="T4" fmla="*/ 0 w 28"/>
                    <a:gd name="T5" fmla="*/ 46 h 46"/>
                    <a:gd name="T6" fmla="*/ 9 w 28"/>
                    <a:gd name="T7" fmla="*/ 0 h 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"/>
                    <a:gd name="T13" fmla="*/ 0 h 46"/>
                    <a:gd name="T14" fmla="*/ 28 w 28"/>
                    <a:gd name="T15" fmla="*/ 46 h 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" h="46">
                      <a:moveTo>
                        <a:pt x="9" y="0"/>
                      </a:moveTo>
                      <a:lnTo>
                        <a:pt x="28" y="10"/>
                      </a:lnTo>
                      <a:lnTo>
                        <a:pt x="0" y="46"/>
                      </a:lnTo>
                      <a:lnTo>
                        <a:pt x="9" y="0"/>
                      </a:lnTo>
                      <a:close/>
                    </a:path>
                  </a:pathLst>
                </a:custGeom>
                <a:solidFill>
                  <a:srgbClr val="9BA4D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5" name="Freeform 1092"/>
                <p:cNvSpPr>
                  <a:spLocks/>
                </p:cNvSpPr>
                <p:nvPr/>
              </p:nvSpPr>
              <p:spPr bwMode="auto">
                <a:xfrm>
                  <a:off x="281" y="27"/>
                  <a:ext cx="28" cy="46"/>
                </a:xfrm>
                <a:custGeom>
                  <a:avLst/>
                  <a:gdLst>
                    <a:gd name="T0" fmla="*/ 9 w 28"/>
                    <a:gd name="T1" fmla="*/ 0 h 46"/>
                    <a:gd name="T2" fmla="*/ 28 w 28"/>
                    <a:gd name="T3" fmla="*/ 10 h 46"/>
                    <a:gd name="T4" fmla="*/ 0 w 28"/>
                    <a:gd name="T5" fmla="*/ 46 h 46"/>
                    <a:gd name="T6" fmla="*/ 0 60000 65536"/>
                    <a:gd name="T7" fmla="*/ 0 60000 65536"/>
                    <a:gd name="T8" fmla="*/ 0 60000 65536"/>
                    <a:gd name="T9" fmla="*/ 0 w 28"/>
                    <a:gd name="T10" fmla="*/ 0 h 46"/>
                    <a:gd name="T11" fmla="*/ 28 w 28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8" h="46">
                      <a:moveTo>
                        <a:pt x="9" y="0"/>
                      </a:moveTo>
                      <a:lnTo>
                        <a:pt x="28" y="10"/>
                      </a:lnTo>
                      <a:lnTo>
                        <a:pt x="0" y="4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6" name="Freeform 1093"/>
                <p:cNvSpPr>
                  <a:spLocks/>
                </p:cNvSpPr>
                <p:nvPr/>
              </p:nvSpPr>
              <p:spPr bwMode="auto">
                <a:xfrm>
                  <a:off x="481" y="100"/>
                  <a:ext cx="82" cy="45"/>
                </a:xfrm>
                <a:custGeom>
                  <a:avLst/>
                  <a:gdLst>
                    <a:gd name="T0" fmla="*/ 82 w 82"/>
                    <a:gd name="T1" fmla="*/ 18 h 45"/>
                    <a:gd name="T2" fmla="*/ 36 w 82"/>
                    <a:gd name="T3" fmla="*/ 45 h 45"/>
                    <a:gd name="T4" fmla="*/ 0 w 82"/>
                    <a:gd name="T5" fmla="*/ 0 h 45"/>
                    <a:gd name="T6" fmla="*/ 82 w 82"/>
                    <a:gd name="T7" fmla="*/ 18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45"/>
                    <a:gd name="T14" fmla="*/ 82 w 82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45">
                      <a:moveTo>
                        <a:pt x="82" y="18"/>
                      </a:moveTo>
                      <a:lnTo>
                        <a:pt x="36" y="45"/>
                      </a:lnTo>
                      <a:lnTo>
                        <a:pt x="0" y="0"/>
                      </a:lnTo>
                      <a:lnTo>
                        <a:pt x="82" y="18"/>
                      </a:lnTo>
                      <a:close/>
                    </a:path>
                  </a:pathLst>
                </a:custGeom>
                <a:solidFill>
                  <a:srgbClr val="D0C6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7" name="Freeform 1094"/>
                <p:cNvSpPr>
                  <a:spLocks/>
                </p:cNvSpPr>
                <p:nvPr/>
              </p:nvSpPr>
              <p:spPr bwMode="auto">
                <a:xfrm>
                  <a:off x="481" y="100"/>
                  <a:ext cx="82" cy="45"/>
                </a:xfrm>
                <a:custGeom>
                  <a:avLst/>
                  <a:gdLst>
                    <a:gd name="T0" fmla="*/ 82 w 82"/>
                    <a:gd name="T1" fmla="*/ 18 h 45"/>
                    <a:gd name="T2" fmla="*/ 36 w 82"/>
                    <a:gd name="T3" fmla="*/ 45 h 45"/>
                    <a:gd name="T4" fmla="*/ 0 w 82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45"/>
                    <a:gd name="T11" fmla="*/ 82 w 82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45">
                      <a:moveTo>
                        <a:pt x="82" y="18"/>
                      </a:moveTo>
                      <a:lnTo>
                        <a:pt x="36" y="4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8" name="Freeform 1095"/>
                <p:cNvSpPr>
                  <a:spLocks/>
                </p:cNvSpPr>
                <p:nvPr/>
              </p:nvSpPr>
              <p:spPr bwMode="auto">
                <a:xfrm>
                  <a:off x="481" y="82"/>
                  <a:ext cx="82" cy="36"/>
                </a:xfrm>
                <a:custGeom>
                  <a:avLst/>
                  <a:gdLst>
                    <a:gd name="T0" fmla="*/ 0 w 82"/>
                    <a:gd name="T1" fmla="*/ 18 h 36"/>
                    <a:gd name="T2" fmla="*/ 36 w 82"/>
                    <a:gd name="T3" fmla="*/ 0 h 36"/>
                    <a:gd name="T4" fmla="*/ 82 w 82"/>
                    <a:gd name="T5" fmla="*/ 36 h 36"/>
                    <a:gd name="T6" fmla="*/ 0 w 82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36"/>
                    <a:gd name="T14" fmla="*/ 82 w 82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36">
                      <a:moveTo>
                        <a:pt x="0" y="18"/>
                      </a:moveTo>
                      <a:lnTo>
                        <a:pt x="36" y="0"/>
                      </a:lnTo>
                      <a:lnTo>
                        <a:pt x="82" y="3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D0C6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89" name="Freeform 1096"/>
                <p:cNvSpPr>
                  <a:spLocks/>
                </p:cNvSpPr>
                <p:nvPr/>
              </p:nvSpPr>
              <p:spPr bwMode="auto">
                <a:xfrm>
                  <a:off x="481" y="82"/>
                  <a:ext cx="82" cy="36"/>
                </a:xfrm>
                <a:custGeom>
                  <a:avLst/>
                  <a:gdLst>
                    <a:gd name="T0" fmla="*/ 0 w 82"/>
                    <a:gd name="T1" fmla="*/ 18 h 36"/>
                    <a:gd name="T2" fmla="*/ 36 w 82"/>
                    <a:gd name="T3" fmla="*/ 0 h 36"/>
                    <a:gd name="T4" fmla="*/ 82 w 82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36"/>
                    <a:gd name="T11" fmla="*/ 82 w 82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36">
                      <a:moveTo>
                        <a:pt x="0" y="18"/>
                      </a:moveTo>
                      <a:lnTo>
                        <a:pt x="36" y="0"/>
                      </a:lnTo>
                      <a:lnTo>
                        <a:pt x="82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0" name="Freeform 1097"/>
                <p:cNvSpPr>
                  <a:spLocks/>
                </p:cNvSpPr>
                <p:nvPr/>
              </p:nvSpPr>
              <p:spPr bwMode="auto">
                <a:xfrm>
                  <a:off x="9" y="835"/>
                  <a:ext cx="191" cy="163"/>
                </a:xfrm>
                <a:custGeom>
                  <a:avLst/>
                  <a:gdLst>
                    <a:gd name="T0" fmla="*/ 0 w 191"/>
                    <a:gd name="T1" fmla="*/ 0 h 163"/>
                    <a:gd name="T2" fmla="*/ 191 w 191"/>
                    <a:gd name="T3" fmla="*/ 54 h 163"/>
                    <a:gd name="T4" fmla="*/ 182 w 191"/>
                    <a:gd name="T5" fmla="*/ 163 h 163"/>
                    <a:gd name="T6" fmla="*/ 0 w 191"/>
                    <a:gd name="T7" fmla="*/ 0 h 1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1"/>
                    <a:gd name="T13" fmla="*/ 0 h 163"/>
                    <a:gd name="T14" fmla="*/ 191 w 191"/>
                    <a:gd name="T15" fmla="*/ 163 h 1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1" h="163">
                      <a:moveTo>
                        <a:pt x="0" y="0"/>
                      </a:moveTo>
                      <a:lnTo>
                        <a:pt x="191" y="54"/>
                      </a:lnTo>
                      <a:lnTo>
                        <a:pt x="182" y="1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B77A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1" name="Freeform 1098"/>
                <p:cNvSpPr>
                  <a:spLocks/>
                </p:cNvSpPr>
                <p:nvPr/>
              </p:nvSpPr>
              <p:spPr bwMode="auto">
                <a:xfrm>
                  <a:off x="9" y="835"/>
                  <a:ext cx="191" cy="163"/>
                </a:xfrm>
                <a:custGeom>
                  <a:avLst/>
                  <a:gdLst>
                    <a:gd name="T0" fmla="*/ 0 w 191"/>
                    <a:gd name="T1" fmla="*/ 0 h 163"/>
                    <a:gd name="T2" fmla="*/ 191 w 191"/>
                    <a:gd name="T3" fmla="*/ 54 h 163"/>
                    <a:gd name="T4" fmla="*/ 182 w 191"/>
                    <a:gd name="T5" fmla="*/ 163 h 163"/>
                    <a:gd name="T6" fmla="*/ 0 60000 65536"/>
                    <a:gd name="T7" fmla="*/ 0 60000 65536"/>
                    <a:gd name="T8" fmla="*/ 0 60000 65536"/>
                    <a:gd name="T9" fmla="*/ 0 w 191"/>
                    <a:gd name="T10" fmla="*/ 0 h 163"/>
                    <a:gd name="T11" fmla="*/ 191 w 191"/>
                    <a:gd name="T12" fmla="*/ 163 h 1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1" h="163">
                      <a:moveTo>
                        <a:pt x="0" y="0"/>
                      </a:moveTo>
                      <a:lnTo>
                        <a:pt x="191" y="54"/>
                      </a:lnTo>
                      <a:lnTo>
                        <a:pt x="182" y="1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2" name="Freeform 1099"/>
                <p:cNvSpPr>
                  <a:spLocks/>
                </p:cNvSpPr>
                <p:nvPr/>
              </p:nvSpPr>
              <p:spPr bwMode="auto">
                <a:xfrm>
                  <a:off x="9" y="744"/>
                  <a:ext cx="191" cy="145"/>
                </a:xfrm>
                <a:custGeom>
                  <a:avLst/>
                  <a:gdLst>
                    <a:gd name="T0" fmla="*/ 191 w 191"/>
                    <a:gd name="T1" fmla="*/ 145 h 145"/>
                    <a:gd name="T2" fmla="*/ 0 w 191"/>
                    <a:gd name="T3" fmla="*/ 91 h 145"/>
                    <a:gd name="T4" fmla="*/ 27 w 191"/>
                    <a:gd name="T5" fmla="*/ 0 h 145"/>
                    <a:gd name="T6" fmla="*/ 191 w 191"/>
                    <a:gd name="T7" fmla="*/ 145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1"/>
                    <a:gd name="T13" fmla="*/ 0 h 145"/>
                    <a:gd name="T14" fmla="*/ 191 w 191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1" h="145">
                      <a:moveTo>
                        <a:pt x="191" y="145"/>
                      </a:moveTo>
                      <a:lnTo>
                        <a:pt x="0" y="91"/>
                      </a:lnTo>
                      <a:lnTo>
                        <a:pt x="27" y="0"/>
                      </a:lnTo>
                      <a:lnTo>
                        <a:pt x="191" y="145"/>
                      </a:lnTo>
                      <a:close/>
                    </a:path>
                  </a:pathLst>
                </a:custGeom>
                <a:solidFill>
                  <a:srgbClr val="9C79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3" name="Freeform 1100"/>
                <p:cNvSpPr>
                  <a:spLocks/>
                </p:cNvSpPr>
                <p:nvPr/>
              </p:nvSpPr>
              <p:spPr bwMode="auto">
                <a:xfrm>
                  <a:off x="9" y="744"/>
                  <a:ext cx="191" cy="145"/>
                </a:xfrm>
                <a:custGeom>
                  <a:avLst/>
                  <a:gdLst>
                    <a:gd name="T0" fmla="*/ 191 w 191"/>
                    <a:gd name="T1" fmla="*/ 145 h 145"/>
                    <a:gd name="T2" fmla="*/ 0 w 191"/>
                    <a:gd name="T3" fmla="*/ 91 h 145"/>
                    <a:gd name="T4" fmla="*/ 27 w 191"/>
                    <a:gd name="T5" fmla="*/ 0 h 145"/>
                    <a:gd name="T6" fmla="*/ 0 60000 65536"/>
                    <a:gd name="T7" fmla="*/ 0 60000 65536"/>
                    <a:gd name="T8" fmla="*/ 0 60000 65536"/>
                    <a:gd name="T9" fmla="*/ 0 w 191"/>
                    <a:gd name="T10" fmla="*/ 0 h 145"/>
                    <a:gd name="T11" fmla="*/ 191 w 191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1" h="145">
                      <a:moveTo>
                        <a:pt x="191" y="145"/>
                      </a:moveTo>
                      <a:lnTo>
                        <a:pt x="0" y="91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4" name="Freeform 1101"/>
                <p:cNvSpPr>
                  <a:spLocks/>
                </p:cNvSpPr>
                <p:nvPr/>
              </p:nvSpPr>
              <p:spPr bwMode="auto">
                <a:xfrm>
                  <a:off x="454" y="64"/>
                  <a:ext cx="63" cy="36"/>
                </a:xfrm>
                <a:custGeom>
                  <a:avLst/>
                  <a:gdLst>
                    <a:gd name="T0" fmla="*/ 63 w 63"/>
                    <a:gd name="T1" fmla="*/ 18 h 36"/>
                    <a:gd name="T2" fmla="*/ 27 w 63"/>
                    <a:gd name="T3" fmla="*/ 36 h 36"/>
                    <a:gd name="T4" fmla="*/ 0 w 63"/>
                    <a:gd name="T5" fmla="*/ 0 h 36"/>
                    <a:gd name="T6" fmla="*/ 63 w 63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36"/>
                    <a:gd name="T14" fmla="*/ 63 w 63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36">
                      <a:moveTo>
                        <a:pt x="63" y="18"/>
                      </a:moveTo>
                      <a:lnTo>
                        <a:pt x="27" y="36"/>
                      </a:lnTo>
                      <a:lnTo>
                        <a:pt x="0" y="0"/>
                      </a:lnTo>
                      <a:lnTo>
                        <a:pt x="63" y="18"/>
                      </a:lnTo>
                      <a:close/>
                    </a:path>
                  </a:pathLst>
                </a:custGeom>
                <a:solidFill>
                  <a:srgbClr val="CAC7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5" name="Freeform 1102"/>
                <p:cNvSpPr>
                  <a:spLocks/>
                </p:cNvSpPr>
                <p:nvPr/>
              </p:nvSpPr>
              <p:spPr bwMode="auto">
                <a:xfrm>
                  <a:off x="454" y="64"/>
                  <a:ext cx="63" cy="36"/>
                </a:xfrm>
                <a:custGeom>
                  <a:avLst/>
                  <a:gdLst>
                    <a:gd name="T0" fmla="*/ 63 w 63"/>
                    <a:gd name="T1" fmla="*/ 18 h 36"/>
                    <a:gd name="T2" fmla="*/ 27 w 63"/>
                    <a:gd name="T3" fmla="*/ 36 h 36"/>
                    <a:gd name="T4" fmla="*/ 0 w 63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36"/>
                    <a:gd name="T11" fmla="*/ 63 w 63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36">
                      <a:moveTo>
                        <a:pt x="63" y="18"/>
                      </a:moveTo>
                      <a:lnTo>
                        <a:pt x="27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6" name="Freeform 1103"/>
                <p:cNvSpPr>
                  <a:spLocks/>
                </p:cNvSpPr>
                <p:nvPr/>
              </p:nvSpPr>
              <p:spPr bwMode="auto">
                <a:xfrm>
                  <a:off x="36" y="354"/>
                  <a:ext cx="91" cy="127"/>
                </a:xfrm>
                <a:custGeom>
                  <a:avLst/>
                  <a:gdLst>
                    <a:gd name="T0" fmla="*/ 0 w 91"/>
                    <a:gd name="T1" fmla="*/ 0 h 127"/>
                    <a:gd name="T2" fmla="*/ 91 w 91"/>
                    <a:gd name="T3" fmla="*/ 54 h 127"/>
                    <a:gd name="T4" fmla="*/ 73 w 91"/>
                    <a:gd name="T5" fmla="*/ 127 h 127"/>
                    <a:gd name="T6" fmla="*/ 0 w 91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27"/>
                    <a:gd name="T14" fmla="*/ 91 w 91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27">
                      <a:moveTo>
                        <a:pt x="0" y="0"/>
                      </a:moveTo>
                      <a:lnTo>
                        <a:pt x="91" y="54"/>
                      </a:lnTo>
                      <a:lnTo>
                        <a:pt x="73" y="1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976B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7" name="Freeform 1104"/>
                <p:cNvSpPr>
                  <a:spLocks/>
                </p:cNvSpPr>
                <p:nvPr/>
              </p:nvSpPr>
              <p:spPr bwMode="auto">
                <a:xfrm>
                  <a:off x="36" y="354"/>
                  <a:ext cx="91" cy="127"/>
                </a:xfrm>
                <a:custGeom>
                  <a:avLst/>
                  <a:gdLst>
                    <a:gd name="T0" fmla="*/ 0 w 91"/>
                    <a:gd name="T1" fmla="*/ 0 h 127"/>
                    <a:gd name="T2" fmla="*/ 91 w 91"/>
                    <a:gd name="T3" fmla="*/ 54 h 127"/>
                    <a:gd name="T4" fmla="*/ 73 w 91"/>
                    <a:gd name="T5" fmla="*/ 127 h 12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27"/>
                    <a:gd name="T11" fmla="*/ 91 w 91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27">
                      <a:moveTo>
                        <a:pt x="0" y="0"/>
                      </a:moveTo>
                      <a:lnTo>
                        <a:pt x="91" y="54"/>
                      </a:lnTo>
                      <a:lnTo>
                        <a:pt x="73" y="1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8" name="Freeform 1105"/>
                <p:cNvSpPr>
                  <a:spLocks/>
                </p:cNvSpPr>
                <p:nvPr/>
              </p:nvSpPr>
              <p:spPr bwMode="auto">
                <a:xfrm>
                  <a:off x="36" y="291"/>
                  <a:ext cx="91" cy="117"/>
                </a:xfrm>
                <a:custGeom>
                  <a:avLst/>
                  <a:gdLst>
                    <a:gd name="T0" fmla="*/ 91 w 91"/>
                    <a:gd name="T1" fmla="*/ 117 h 117"/>
                    <a:gd name="T2" fmla="*/ 0 w 91"/>
                    <a:gd name="T3" fmla="*/ 63 h 117"/>
                    <a:gd name="T4" fmla="*/ 37 w 91"/>
                    <a:gd name="T5" fmla="*/ 0 h 117"/>
                    <a:gd name="T6" fmla="*/ 91 w 91"/>
                    <a:gd name="T7" fmla="*/ 117 h 1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1"/>
                    <a:gd name="T13" fmla="*/ 0 h 117"/>
                    <a:gd name="T14" fmla="*/ 91 w 91"/>
                    <a:gd name="T15" fmla="*/ 117 h 1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1" h="117">
                      <a:moveTo>
                        <a:pt x="91" y="117"/>
                      </a:moveTo>
                      <a:lnTo>
                        <a:pt x="0" y="63"/>
                      </a:lnTo>
                      <a:lnTo>
                        <a:pt x="37" y="0"/>
                      </a:lnTo>
                      <a:lnTo>
                        <a:pt x="91" y="117"/>
                      </a:lnTo>
                      <a:close/>
                    </a:path>
                  </a:pathLst>
                </a:custGeom>
                <a:solidFill>
                  <a:srgbClr val="8B7AB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799" name="Freeform 1106"/>
                <p:cNvSpPr>
                  <a:spLocks/>
                </p:cNvSpPr>
                <p:nvPr/>
              </p:nvSpPr>
              <p:spPr bwMode="auto">
                <a:xfrm>
                  <a:off x="36" y="291"/>
                  <a:ext cx="91" cy="117"/>
                </a:xfrm>
                <a:custGeom>
                  <a:avLst/>
                  <a:gdLst>
                    <a:gd name="T0" fmla="*/ 91 w 91"/>
                    <a:gd name="T1" fmla="*/ 117 h 117"/>
                    <a:gd name="T2" fmla="*/ 0 w 91"/>
                    <a:gd name="T3" fmla="*/ 63 h 117"/>
                    <a:gd name="T4" fmla="*/ 37 w 91"/>
                    <a:gd name="T5" fmla="*/ 0 h 117"/>
                    <a:gd name="T6" fmla="*/ 0 60000 65536"/>
                    <a:gd name="T7" fmla="*/ 0 60000 65536"/>
                    <a:gd name="T8" fmla="*/ 0 60000 65536"/>
                    <a:gd name="T9" fmla="*/ 0 w 91"/>
                    <a:gd name="T10" fmla="*/ 0 h 117"/>
                    <a:gd name="T11" fmla="*/ 91 w 91"/>
                    <a:gd name="T12" fmla="*/ 117 h 1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1" h="117">
                      <a:moveTo>
                        <a:pt x="91" y="117"/>
                      </a:moveTo>
                      <a:lnTo>
                        <a:pt x="0" y="63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0" name="Freeform 1107"/>
                <p:cNvSpPr>
                  <a:spLocks/>
                </p:cNvSpPr>
                <p:nvPr/>
              </p:nvSpPr>
              <p:spPr bwMode="auto">
                <a:xfrm>
                  <a:off x="182" y="1107"/>
                  <a:ext cx="244" cy="127"/>
                </a:xfrm>
                <a:custGeom>
                  <a:avLst/>
                  <a:gdLst>
                    <a:gd name="T0" fmla="*/ 0 w 244"/>
                    <a:gd name="T1" fmla="*/ 0 h 127"/>
                    <a:gd name="T2" fmla="*/ 235 w 244"/>
                    <a:gd name="T3" fmla="*/ 9 h 127"/>
                    <a:gd name="T4" fmla="*/ 244 w 244"/>
                    <a:gd name="T5" fmla="*/ 127 h 127"/>
                    <a:gd name="T6" fmla="*/ 0 w 244"/>
                    <a:gd name="T7" fmla="*/ 0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44"/>
                    <a:gd name="T13" fmla="*/ 0 h 127"/>
                    <a:gd name="T14" fmla="*/ 244 w 244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44" h="127">
                      <a:moveTo>
                        <a:pt x="0" y="0"/>
                      </a:moveTo>
                      <a:lnTo>
                        <a:pt x="235" y="9"/>
                      </a:lnTo>
                      <a:lnTo>
                        <a:pt x="244" y="12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F83A5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1" name="Freeform 1108"/>
                <p:cNvSpPr>
                  <a:spLocks/>
                </p:cNvSpPr>
                <p:nvPr/>
              </p:nvSpPr>
              <p:spPr bwMode="auto">
                <a:xfrm>
                  <a:off x="182" y="1107"/>
                  <a:ext cx="244" cy="127"/>
                </a:xfrm>
                <a:custGeom>
                  <a:avLst/>
                  <a:gdLst>
                    <a:gd name="T0" fmla="*/ 0 w 244"/>
                    <a:gd name="T1" fmla="*/ 0 h 127"/>
                    <a:gd name="T2" fmla="*/ 235 w 244"/>
                    <a:gd name="T3" fmla="*/ 9 h 127"/>
                    <a:gd name="T4" fmla="*/ 244 w 244"/>
                    <a:gd name="T5" fmla="*/ 127 h 127"/>
                    <a:gd name="T6" fmla="*/ 0 60000 65536"/>
                    <a:gd name="T7" fmla="*/ 0 60000 65536"/>
                    <a:gd name="T8" fmla="*/ 0 60000 65536"/>
                    <a:gd name="T9" fmla="*/ 0 w 244"/>
                    <a:gd name="T10" fmla="*/ 0 h 127"/>
                    <a:gd name="T11" fmla="*/ 244 w 244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4" h="127">
                      <a:moveTo>
                        <a:pt x="0" y="0"/>
                      </a:moveTo>
                      <a:lnTo>
                        <a:pt x="235" y="9"/>
                      </a:lnTo>
                      <a:lnTo>
                        <a:pt x="244" y="1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2" name="Freeform 1109"/>
                <p:cNvSpPr>
                  <a:spLocks/>
                </p:cNvSpPr>
                <p:nvPr/>
              </p:nvSpPr>
              <p:spPr bwMode="auto">
                <a:xfrm>
                  <a:off x="399" y="37"/>
                  <a:ext cx="55" cy="27"/>
                </a:xfrm>
                <a:custGeom>
                  <a:avLst/>
                  <a:gdLst>
                    <a:gd name="T0" fmla="*/ 0 w 55"/>
                    <a:gd name="T1" fmla="*/ 9 h 27"/>
                    <a:gd name="T2" fmla="*/ 18 w 55"/>
                    <a:gd name="T3" fmla="*/ 0 h 27"/>
                    <a:gd name="T4" fmla="*/ 55 w 55"/>
                    <a:gd name="T5" fmla="*/ 27 h 27"/>
                    <a:gd name="T6" fmla="*/ 0 w 55"/>
                    <a:gd name="T7" fmla="*/ 9 h 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27"/>
                    <a:gd name="T14" fmla="*/ 55 w 55"/>
                    <a:gd name="T15" fmla="*/ 27 h 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27">
                      <a:moveTo>
                        <a:pt x="0" y="9"/>
                      </a:moveTo>
                      <a:lnTo>
                        <a:pt x="18" y="0"/>
                      </a:lnTo>
                      <a:lnTo>
                        <a:pt x="55" y="27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BDBD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3" name="Freeform 1110"/>
                <p:cNvSpPr>
                  <a:spLocks/>
                </p:cNvSpPr>
                <p:nvPr/>
              </p:nvSpPr>
              <p:spPr bwMode="auto">
                <a:xfrm>
                  <a:off x="399" y="37"/>
                  <a:ext cx="55" cy="27"/>
                </a:xfrm>
                <a:custGeom>
                  <a:avLst/>
                  <a:gdLst>
                    <a:gd name="T0" fmla="*/ 0 w 55"/>
                    <a:gd name="T1" fmla="*/ 9 h 27"/>
                    <a:gd name="T2" fmla="*/ 18 w 55"/>
                    <a:gd name="T3" fmla="*/ 0 h 27"/>
                    <a:gd name="T4" fmla="*/ 55 w 55"/>
                    <a:gd name="T5" fmla="*/ 27 h 27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27"/>
                    <a:gd name="T11" fmla="*/ 55 w 55"/>
                    <a:gd name="T12" fmla="*/ 27 h 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27">
                      <a:moveTo>
                        <a:pt x="0" y="9"/>
                      </a:moveTo>
                      <a:lnTo>
                        <a:pt x="18" y="0"/>
                      </a:lnTo>
                      <a:lnTo>
                        <a:pt x="55" y="2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4" name="Freeform 1111"/>
                <p:cNvSpPr>
                  <a:spLocks/>
                </p:cNvSpPr>
                <p:nvPr/>
              </p:nvSpPr>
              <p:spPr bwMode="auto">
                <a:xfrm>
                  <a:off x="218" y="55"/>
                  <a:ext cx="36" cy="63"/>
                </a:xfrm>
                <a:custGeom>
                  <a:avLst/>
                  <a:gdLst>
                    <a:gd name="T0" fmla="*/ 36 w 36"/>
                    <a:gd name="T1" fmla="*/ 63 h 63"/>
                    <a:gd name="T2" fmla="*/ 0 w 36"/>
                    <a:gd name="T3" fmla="*/ 36 h 63"/>
                    <a:gd name="T4" fmla="*/ 36 w 36"/>
                    <a:gd name="T5" fmla="*/ 0 h 63"/>
                    <a:gd name="T6" fmla="*/ 36 w 36"/>
                    <a:gd name="T7" fmla="*/ 63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63"/>
                    <a:gd name="T14" fmla="*/ 36 w 36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63">
                      <a:moveTo>
                        <a:pt x="36" y="63"/>
                      </a:moveTo>
                      <a:lnTo>
                        <a:pt x="0" y="36"/>
                      </a:lnTo>
                      <a:lnTo>
                        <a:pt x="36" y="0"/>
                      </a:lnTo>
                      <a:lnTo>
                        <a:pt x="36" y="63"/>
                      </a:lnTo>
                      <a:close/>
                    </a:path>
                  </a:pathLst>
                </a:custGeom>
                <a:solidFill>
                  <a:srgbClr val="989AD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5" name="Freeform 1112"/>
                <p:cNvSpPr>
                  <a:spLocks/>
                </p:cNvSpPr>
                <p:nvPr/>
              </p:nvSpPr>
              <p:spPr bwMode="auto">
                <a:xfrm>
                  <a:off x="218" y="55"/>
                  <a:ext cx="36" cy="63"/>
                </a:xfrm>
                <a:custGeom>
                  <a:avLst/>
                  <a:gdLst>
                    <a:gd name="T0" fmla="*/ 36 w 36"/>
                    <a:gd name="T1" fmla="*/ 63 h 63"/>
                    <a:gd name="T2" fmla="*/ 0 w 36"/>
                    <a:gd name="T3" fmla="*/ 36 h 63"/>
                    <a:gd name="T4" fmla="*/ 36 w 36"/>
                    <a:gd name="T5" fmla="*/ 0 h 63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63"/>
                    <a:gd name="T11" fmla="*/ 36 w 36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63">
                      <a:moveTo>
                        <a:pt x="36" y="63"/>
                      </a:moveTo>
                      <a:lnTo>
                        <a:pt x="0" y="36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6" name="Freeform 1113"/>
                <p:cNvSpPr>
                  <a:spLocks/>
                </p:cNvSpPr>
                <p:nvPr/>
              </p:nvSpPr>
              <p:spPr bwMode="auto">
                <a:xfrm>
                  <a:off x="254" y="55"/>
                  <a:ext cx="27" cy="63"/>
                </a:xfrm>
                <a:custGeom>
                  <a:avLst/>
                  <a:gdLst>
                    <a:gd name="T0" fmla="*/ 0 w 27"/>
                    <a:gd name="T1" fmla="*/ 0 h 63"/>
                    <a:gd name="T2" fmla="*/ 27 w 27"/>
                    <a:gd name="T3" fmla="*/ 18 h 63"/>
                    <a:gd name="T4" fmla="*/ 0 w 27"/>
                    <a:gd name="T5" fmla="*/ 63 h 63"/>
                    <a:gd name="T6" fmla="*/ 0 w 27"/>
                    <a:gd name="T7" fmla="*/ 0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63"/>
                    <a:gd name="T14" fmla="*/ 27 w 27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63">
                      <a:moveTo>
                        <a:pt x="0" y="0"/>
                      </a:moveTo>
                      <a:lnTo>
                        <a:pt x="27" y="18"/>
                      </a:lnTo>
                      <a:lnTo>
                        <a:pt x="0" y="6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89AD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7" name="Freeform 1114"/>
                <p:cNvSpPr>
                  <a:spLocks/>
                </p:cNvSpPr>
                <p:nvPr/>
              </p:nvSpPr>
              <p:spPr bwMode="auto">
                <a:xfrm>
                  <a:off x="254" y="55"/>
                  <a:ext cx="27" cy="63"/>
                </a:xfrm>
                <a:custGeom>
                  <a:avLst/>
                  <a:gdLst>
                    <a:gd name="T0" fmla="*/ 0 w 27"/>
                    <a:gd name="T1" fmla="*/ 0 h 63"/>
                    <a:gd name="T2" fmla="*/ 27 w 27"/>
                    <a:gd name="T3" fmla="*/ 18 h 63"/>
                    <a:gd name="T4" fmla="*/ 0 w 27"/>
                    <a:gd name="T5" fmla="*/ 63 h 63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63"/>
                    <a:gd name="T11" fmla="*/ 27 w 27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63">
                      <a:moveTo>
                        <a:pt x="0" y="0"/>
                      </a:moveTo>
                      <a:lnTo>
                        <a:pt x="27" y="18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8" name="Freeform 1115"/>
                <p:cNvSpPr>
                  <a:spLocks/>
                </p:cNvSpPr>
                <p:nvPr/>
              </p:nvSpPr>
              <p:spPr bwMode="auto">
                <a:xfrm>
                  <a:off x="73" y="291"/>
                  <a:ext cx="81" cy="117"/>
                </a:xfrm>
                <a:custGeom>
                  <a:avLst/>
                  <a:gdLst>
                    <a:gd name="T0" fmla="*/ 0 w 81"/>
                    <a:gd name="T1" fmla="*/ 0 h 117"/>
                    <a:gd name="T2" fmla="*/ 81 w 81"/>
                    <a:gd name="T3" fmla="*/ 45 h 117"/>
                    <a:gd name="T4" fmla="*/ 54 w 81"/>
                    <a:gd name="T5" fmla="*/ 117 h 117"/>
                    <a:gd name="T6" fmla="*/ 0 w 81"/>
                    <a:gd name="T7" fmla="*/ 0 h 11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17"/>
                    <a:gd name="T14" fmla="*/ 81 w 81"/>
                    <a:gd name="T15" fmla="*/ 117 h 11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17">
                      <a:moveTo>
                        <a:pt x="0" y="0"/>
                      </a:moveTo>
                      <a:lnTo>
                        <a:pt x="81" y="45"/>
                      </a:lnTo>
                      <a:lnTo>
                        <a:pt x="54" y="11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B7AB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09" name="Freeform 1116"/>
                <p:cNvSpPr>
                  <a:spLocks/>
                </p:cNvSpPr>
                <p:nvPr/>
              </p:nvSpPr>
              <p:spPr bwMode="auto">
                <a:xfrm>
                  <a:off x="73" y="291"/>
                  <a:ext cx="81" cy="117"/>
                </a:xfrm>
                <a:custGeom>
                  <a:avLst/>
                  <a:gdLst>
                    <a:gd name="T0" fmla="*/ 0 w 81"/>
                    <a:gd name="T1" fmla="*/ 0 h 117"/>
                    <a:gd name="T2" fmla="*/ 81 w 81"/>
                    <a:gd name="T3" fmla="*/ 45 h 117"/>
                    <a:gd name="T4" fmla="*/ 54 w 81"/>
                    <a:gd name="T5" fmla="*/ 117 h 117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17"/>
                    <a:gd name="T11" fmla="*/ 81 w 81"/>
                    <a:gd name="T12" fmla="*/ 117 h 11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17">
                      <a:moveTo>
                        <a:pt x="0" y="0"/>
                      </a:moveTo>
                      <a:lnTo>
                        <a:pt x="81" y="45"/>
                      </a:lnTo>
                      <a:lnTo>
                        <a:pt x="54" y="11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0" name="Freeform 1117"/>
                <p:cNvSpPr>
                  <a:spLocks/>
                </p:cNvSpPr>
                <p:nvPr/>
              </p:nvSpPr>
              <p:spPr bwMode="auto">
                <a:xfrm>
                  <a:off x="73" y="236"/>
                  <a:ext cx="81" cy="100"/>
                </a:xfrm>
                <a:custGeom>
                  <a:avLst/>
                  <a:gdLst>
                    <a:gd name="T0" fmla="*/ 81 w 81"/>
                    <a:gd name="T1" fmla="*/ 100 h 100"/>
                    <a:gd name="T2" fmla="*/ 0 w 81"/>
                    <a:gd name="T3" fmla="*/ 55 h 100"/>
                    <a:gd name="T4" fmla="*/ 36 w 81"/>
                    <a:gd name="T5" fmla="*/ 0 h 100"/>
                    <a:gd name="T6" fmla="*/ 81 w 81"/>
                    <a:gd name="T7" fmla="*/ 10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100"/>
                    <a:gd name="T14" fmla="*/ 81 w 81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100">
                      <a:moveTo>
                        <a:pt x="81" y="100"/>
                      </a:moveTo>
                      <a:lnTo>
                        <a:pt x="0" y="55"/>
                      </a:lnTo>
                      <a:lnTo>
                        <a:pt x="36" y="0"/>
                      </a:lnTo>
                      <a:lnTo>
                        <a:pt x="81" y="100"/>
                      </a:lnTo>
                      <a:close/>
                    </a:path>
                  </a:pathLst>
                </a:custGeom>
                <a:solidFill>
                  <a:srgbClr val="8D7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1" name="Freeform 1118"/>
                <p:cNvSpPr>
                  <a:spLocks/>
                </p:cNvSpPr>
                <p:nvPr/>
              </p:nvSpPr>
              <p:spPr bwMode="auto">
                <a:xfrm>
                  <a:off x="73" y="236"/>
                  <a:ext cx="81" cy="100"/>
                </a:xfrm>
                <a:custGeom>
                  <a:avLst/>
                  <a:gdLst>
                    <a:gd name="T0" fmla="*/ 81 w 81"/>
                    <a:gd name="T1" fmla="*/ 100 h 100"/>
                    <a:gd name="T2" fmla="*/ 0 w 81"/>
                    <a:gd name="T3" fmla="*/ 55 h 100"/>
                    <a:gd name="T4" fmla="*/ 36 w 81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100"/>
                    <a:gd name="T11" fmla="*/ 81 w 81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100">
                      <a:moveTo>
                        <a:pt x="81" y="100"/>
                      </a:moveTo>
                      <a:lnTo>
                        <a:pt x="0" y="55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2" name="Freeform 1119"/>
                <p:cNvSpPr>
                  <a:spLocks/>
                </p:cNvSpPr>
                <p:nvPr/>
              </p:nvSpPr>
              <p:spPr bwMode="auto">
                <a:xfrm>
                  <a:off x="281" y="37"/>
                  <a:ext cx="46" cy="45"/>
                </a:xfrm>
                <a:custGeom>
                  <a:avLst/>
                  <a:gdLst>
                    <a:gd name="T0" fmla="*/ 46 w 46"/>
                    <a:gd name="T1" fmla="*/ 45 h 45"/>
                    <a:gd name="T2" fmla="*/ 0 w 46"/>
                    <a:gd name="T3" fmla="*/ 36 h 45"/>
                    <a:gd name="T4" fmla="*/ 28 w 46"/>
                    <a:gd name="T5" fmla="*/ 0 h 45"/>
                    <a:gd name="T6" fmla="*/ 46 w 46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45"/>
                    <a:gd name="T14" fmla="*/ 46 w 46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45">
                      <a:moveTo>
                        <a:pt x="46" y="45"/>
                      </a:moveTo>
                      <a:lnTo>
                        <a:pt x="0" y="36"/>
                      </a:lnTo>
                      <a:lnTo>
                        <a:pt x="28" y="0"/>
                      </a:lnTo>
                      <a:lnTo>
                        <a:pt x="46" y="45"/>
                      </a:lnTo>
                      <a:close/>
                    </a:path>
                  </a:pathLst>
                </a:custGeom>
                <a:solidFill>
                  <a:srgbClr val="A5A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3" name="Freeform 1120"/>
                <p:cNvSpPr>
                  <a:spLocks/>
                </p:cNvSpPr>
                <p:nvPr/>
              </p:nvSpPr>
              <p:spPr bwMode="auto">
                <a:xfrm>
                  <a:off x="281" y="37"/>
                  <a:ext cx="46" cy="45"/>
                </a:xfrm>
                <a:custGeom>
                  <a:avLst/>
                  <a:gdLst>
                    <a:gd name="T0" fmla="*/ 46 w 46"/>
                    <a:gd name="T1" fmla="*/ 45 h 45"/>
                    <a:gd name="T2" fmla="*/ 0 w 46"/>
                    <a:gd name="T3" fmla="*/ 36 h 45"/>
                    <a:gd name="T4" fmla="*/ 28 w 46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45"/>
                    <a:gd name="T11" fmla="*/ 46 w 46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45">
                      <a:moveTo>
                        <a:pt x="46" y="45"/>
                      </a:moveTo>
                      <a:lnTo>
                        <a:pt x="0" y="36"/>
                      </a:lnTo>
                      <a:lnTo>
                        <a:pt x="2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4" name="Freeform 1121"/>
                <p:cNvSpPr>
                  <a:spLocks/>
                </p:cNvSpPr>
                <p:nvPr/>
              </p:nvSpPr>
              <p:spPr bwMode="auto">
                <a:xfrm>
                  <a:off x="309" y="37"/>
                  <a:ext cx="27" cy="45"/>
                </a:xfrm>
                <a:custGeom>
                  <a:avLst/>
                  <a:gdLst>
                    <a:gd name="T0" fmla="*/ 0 w 27"/>
                    <a:gd name="T1" fmla="*/ 0 h 45"/>
                    <a:gd name="T2" fmla="*/ 27 w 27"/>
                    <a:gd name="T3" fmla="*/ 9 h 45"/>
                    <a:gd name="T4" fmla="*/ 18 w 27"/>
                    <a:gd name="T5" fmla="*/ 45 h 45"/>
                    <a:gd name="T6" fmla="*/ 0 w 27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7"/>
                    <a:gd name="T13" fmla="*/ 0 h 45"/>
                    <a:gd name="T14" fmla="*/ 27 w 27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7" h="45">
                      <a:moveTo>
                        <a:pt x="0" y="0"/>
                      </a:moveTo>
                      <a:lnTo>
                        <a:pt x="27" y="9"/>
                      </a:lnTo>
                      <a:lnTo>
                        <a:pt x="18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5A8D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5" name="Freeform 1122"/>
                <p:cNvSpPr>
                  <a:spLocks/>
                </p:cNvSpPr>
                <p:nvPr/>
              </p:nvSpPr>
              <p:spPr bwMode="auto">
                <a:xfrm>
                  <a:off x="309" y="37"/>
                  <a:ext cx="27" cy="45"/>
                </a:xfrm>
                <a:custGeom>
                  <a:avLst/>
                  <a:gdLst>
                    <a:gd name="T0" fmla="*/ 0 w 27"/>
                    <a:gd name="T1" fmla="*/ 0 h 45"/>
                    <a:gd name="T2" fmla="*/ 27 w 27"/>
                    <a:gd name="T3" fmla="*/ 9 h 45"/>
                    <a:gd name="T4" fmla="*/ 18 w 27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27"/>
                    <a:gd name="T10" fmla="*/ 0 h 45"/>
                    <a:gd name="T11" fmla="*/ 27 w 27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" h="45">
                      <a:moveTo>
                        <a:pt x="0" y="0"/>
                      </a:moveTo>
                      <a:lnTo>
                        <a:pt x="27" y="9"/>
                      </a:lnTo>
                      <a:lnTo>
                        <a:pt x="18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6" name="Freeform 1123"/>
                <p:cNvSpPr>
                  <a:spLocks/>
                </p:cNvSpPr>
                <p:nvPr/>
              </p:nvSpPr>
              <p:spPr bwMode="auto">
                <a:xfrm>
                  <a:off x="408" y="907"/>
                  <a:ext cx="227" cy="100"/>
                </a:xfrm>
                <a:custGeom>
                  <a:avLst/>
                  <a:gdLst>
                    <a:gd name="T0" fmla="*/ 227 w 227"/>
                    <a:gd name="T1" fmla="*/ 64 h 100"/>
                    <a:gd name="T2" fmla="*/ 9 w 227"/>
                    <a:gd name="T3" fmla="*/ 100 h 100"/>
                    <a:gd name="T4" fmla="*/ 0 w 227"/>
                    <a:gd name="T5" fmla="*/ 0 h 100"/>
                    <a:gd name="T6" fmla="*/ 227 w 227"/>
                    <a:gd name="T7" fmla="*/ 64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7"/>
                    <a:gd name="T13" fmla="*/ 0 h 100"/>
                    <a:gd name="T14" fmla="*/ 227 w 227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7" h="100">
                      <a:moveTo>
                        <a:pt x="227" y="64"/>
                      </a:moveTo>
                      <a:lnTo>
                        <a:pt x="9" y="100"/>
                      </a:lnTo>
                      <a:lnTo>
                        <a:pt x="0" y="0"/>
                      </a:lnTo>
                      <a:lnTo>
                        <a:pt x="227" y="64"/>
                      </a:lnTo>
                      <a:close/>
                    </a:path>
                  </a:pathLst>
                </a:custGeom>
                <a:solidFill>
                  <a:srgbClr val="C194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7" name="Freeform 1124"/>
                <p:cNvSpPr>
                  <a:spLocks/>
                </p:cNvSpPr>
                <p:nvPr/>
              </p:nvSpPr>
              <p:spPr bwMode="auto">
                <a:xfrm>
                  <a:off x="408" y="907"/>
                  <a:ext cx="227" cy="100"/>
                </a:xfrm>
                <a:custGeom>
                  <a:avLst/>
                  <a:gdLst>
                    <a:gd name="T0" fmla="*/ 227 w 227"/>
                    <a:gd name="T1" fmla="*/ 64 h 100"/>
                    <a:gd name="T2" fmla="*/ 9 w 227"/>
                    <a:gd name="T3" fmla="*/ 100 h 100"/>
                    <a:gd name="T4" fmla="*/ 0 w 227"/>
                    <a:gd name="T5" fmla="*/ 0 h 100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00"/>
                    <a:gd name="T11" fmla="*/ 227 w 227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00">
                      <a:moveTo>
                        <a:pt x="227" y="64"/>
                      </a:moveTo>
                      <a:lnTo>
                        <a:pt x="9" y="10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8" name="Freeform 1125"/>
                <p:cNvSpPr>
                  <a:spLocks/>
                </p:cNvSpPr>
                <p:nvPr/>
              </p:nvSpPr>
              <p:spPr bwMode="auto">
                <a:xfrm>
                  <a:off x="408" y="871"/>
                  <a:ext cx="227" cy="100"/>
                </a:xfrm>
                <a:custGeom>
                  <a:avLst/>
                  <a:gdLst>
                    <a:gd name="T0" fmla="*/ 0 w 227"/>
                    <a:gd name="T1" fmla="*/ 36 h 100"/>
                    <a:gd name="T2" fmla="*/ 209 w 227"/>
                    <a:gd name="T3" fmla="*/ 0 h 100"/>
                    <a:gd name="T4" fmla="*/ 227 w 227"/>
                    <a:gd name="T5" fmla="*/ 100 h 100"/>
                    <a:gd name="T6" fmla="*/ 0 w 227"/>
                    <a:gd name="T7" fmla="*/ 36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7"/>
                    <a:gd name="T13" fmla="*/ 0 h 100"/>
                    <a:gd name="T14" fmla="*/ 227 w 227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7" h="100">
                      <a:moveTo>
                        <a:pt x="0" y="36"/>
                      </a:moveTo>
                      <a:lnTo>
                        <a:pt x="209" y="0"/>
                      </a:lnTo>
                      <a:lnTo>
                        <a:pt x="227" y="100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194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19" name="Freeform 1126"/>
                <p:cNvSpPr>
                  <a:spLocks/>
                </p:cNvSpPr>
                <p:nvPr/>
              </p:nvSpPr>
              <p:spPr bwMode="auto">
                <a:xfrm>
                  <a:off x="408" y="871"/>
                  <a:ext cx="227" cy="100"/>
                </a:xfrm>
                <a:custGeom>
                  <a:avLst/>
                  <a:gdLst>
                    <a:gd name="T0" fmla="*/ 0 w 227"/>
                    <a:gd name="T1" fmla="*/ 36 h 100"/>
                    <a:gd name="T2" fmla="*/ 209 w 227"/>
                    <a:gd name="T3" fmla="*/ 0 h 100"/>
                    <a:gd name="T4" fmla="*/ 227 w 227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227"/>
                    <a:gd name="T10" fmla="*/ 0 h 100"/>
                    <a:gd name="T11" fmla="*/ 227 w 227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7" h="100">
                      <a:moveTo>
                        <a:pt x="0" y="36"/>
                      </a:moveTo>
                      <a:lnTo>
                        <a:pt x="209" y="0"/>
                      </a:lnTo>
                      <a:lnTo>
                        <a:pt x="227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0" name="Freeform 1127"/>
                <p:cNvSpPr>
                  <a:spLocks/>
                </p:cNvSpPr>
                <p:nvPr/>
              </p:nvSpPr>
              <p:spPr bwMode="auto">
                <a:xfrm>
                  <a:off x="544" y="508"/>
                  <a:ext cx="155" cy="82"/>
                </a:xfrm>
                <a:custGeom>
                  <a:avLst/>
                  <a:gdLst>
                    <a:gd name="T0" fmla="*/ 155 w 155"/>
                    <a:gd name="T1" fmla="*/ 27 h 82"/>
                    <a:gd name="T2" fmla="*/ 19 w 155"/>
                    <a:gd name="T3" fmla="*/ 82 h 82"/>
                    <a:gd name="T4" fmla="*/ 0 w 155"/>
                    <a:gd name="T5" fmla="*/ 0 h 82"/>
                    <a:gd name="T6" fmla="*/ 155 w 155"/>
                    <a:gd name="T7" fmla="*/ 27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5"/>
                    <a:gd name="T13" fmla="*/ 0 h 82"/>
                    <a:gd name="T14" fmla="*/ 155 w 155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" h="82">
                      <a:moveTo>
                        <a:pt x="155" y="27"/>
                      </a:moveTo>
                      <a:lnTo>
                        <a:pt x="19" y="82"/>
                      </a:lnTo>
                      <a:lnTo>
                        <a:pt x="0" y="0"/>
                      </a:lnTo>
                      <a:lnTo>
                        <a:pt x="155" y="27"/>
                      </a:lnTo>
                      <a:close/>
                    </a:path>
                  </a:pathLst>
                </a:custGeom>
                <a:solidFill>
                  <a:srgbClr val="D0AB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1" name="Freeform 1128"/>
                <p:cNvSpPr>
                  <a:spLocks/>
                </p:cNvSpPr>
                <p:nvPr/>
              </p:nvSpPr>
              <p:spPr bwMode="auto">
                <a:xfrm>
                  <a:off x="544" y="508"/>
                  <a:ext cx="155" cy="82"/>
                </a:xfrm>
                <a:custGeom>
                  <a:avLst/>
                  <a:gdLst>
                    <a:gd name="T0" fmla="*/ 155 w 155"/>
                    <a:gd name="T1" fmla="*/ 27 h 82"/>
                    <a:gd name="T2" fmla="*/ 19 w 155"/>
                    <a:gd name="T3" fmla="*/ 82 h 82"/>
                    <a:gd name="T4" fmla="*/ 0 w 155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155"/>
                    <a:gd name="T10" fmla="*/ 0 h 82"/>
                    <a:gd name="T11" fmla="*/ 155 w 155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" h="82">
                      <a:moveTo>
                        <a:pt x="155" y="27"/>
                      </a:moveTo>
                      <a:lnTo>
                        <a:pt x="19" y="8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2" name="Freeform 1129"/>
                <p:cNvSpPr>
                  <a:spLocks/>
                </p:cNvSpPr>
                <p:nvPr/>
              </p:nvSpPr>
              <p:spPr bwMode="auto">
                <a:xfrm>
                  <a:off x="544" y="454"/>
                  <a:ext cx="155" cy="81"/>
                </a:xfrm>
                <a:custGeom>
                  <a:avLst/>
                  <a:gdLst>
                    <a:gd name="T0" fmla="*/ 0 w 155"/>
                    <a:gd name="T1" fmla="*/ 54 h 81"/>
                    <a:gd name="T2" fmla="*/ 127 w 155"/>
                    <a:gd name="T3" fmla="*/ 0 h 81"/>
                    <a:gd name="T4" fmla="*/ 155 w 155"/>
                    <a:gd name="T5" fmla="*/ 81 h 81"/>
                    <a:gd name="T6" fmla="*/ 0 w 155"/>
                    <a:gd name="T7" fmla="*/ 54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5"/>
                    <a:gd name="T13" fmla="*/ 0 h 81"/>
                    <a:gd name="T14" fmla="*/ 155 w 15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5" h="81">
                      <a:moveTo>
                        <a:pt x="0" y="54"/>
                      </a:moveTo>
                      <a:lnTo>
                        <a:pt x="127" y="0"/>
                      </a:lnTo>
                      <a:lnTo>
                        <a:pt x="155" y="81"/>
                      </a:lnTo>
                      <a:lnTo>
                        <a:pt x="0" y="54"/>
                      </a:lnTo>
                      <a:close/>
                    </a:path>
                  </a:pathLst>
                </a:custGeom>
                <a:solidFill>
                  <a:srgbClr val="D0ABB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3" name="Freeform 1130"/>
                <p:cNvSpPr>
                  <a:spLocks/>
                </p:cNvSpPr>
                <p:nvPr/>
              </p:nvSpPr>
              <p:spPr bwMode="auto">
                <a:xfrm>
                  <a:off x="544" y="454"/>
                  <a:ext cx="155" cy="81"/>
                </a:xfrm>
                <a:custGeom>
                  <a:avLst/>
                  <a:gdLst>
                    <a:gd name="T0" fmla="*/ 0 w 155"/>
                    <a:gd name="T1" fmla="*/ 54 h 81"/>
                    <a:gd name="T2" fmla="*/ 127 w 155"/>
                    <a:gd name="T3" fmla="*/ 0 h 81"/>
                    <a:gd name="T4" fmla="*/ 155 w 155"/>
                    <a:gd name="T5" fmla="*/ 81 h 81"/>
                    <a:gd name="T6" fmla="*/ 0 60000 65536"/>
                    <a:gd name="T7" fmla="*/ 0 60000 65536"/>
                    <a:gd name="T8" fmla="*/ 0 60000 65536"/>
                    <a:gd name="T9" fmla="*/ 0 w 155"/>
                    <a:gd name="T10" fmla="*/ 0 h 81"/>
                    <a:gd name="T11" fmla="*/ 155 w 15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5" h="81">
                      <a:moveTo>
                        <a:pt x="0" y="54"/>
                      </a:moveTo>
                      <a:lnTo>
                        <a:pt x="127" y="0"/>
                      </a:lnTo>
                      <a:lnTo>
                        <a:pt x="155" y="81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4" name="Freeform 1131"/>
                <p:cNvSpPr>
                  <a:spLocks/>
                </p:cNvSpPr>
                <p:nvPr/>
              </p:nvSpPr>
              <p:spPr bwMode="auto">
                <a:xfrm>
                  <a:off x="182" y="998"/>
                  <a:ext cx="235" cy="118"/>
                </a:xfrm>
                <a:custGeom>
                  <a:avLst/>
                  <a:gdLst>
                    <a:gd name="T0" fmla="*/ 235 w 235"/>
                    <a:gd name="T1" fmla="*/ 118 h 118"/>
                    <a:gd name="T2" fmla="*/ 0 w 235"/>
                    <a:gd name="T3" fmla="*/ 109 h 118"/>
                    <a:gd name="T4" fmla="*/ 9 w 235"/>
                    <a:gd name="T5" fmla="*/ 0 h 118"/>
                    <a:gd name="T6" fmla="*/ 235 w 235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35"/>
                    <a:gd name="T13" fmla="*/ 0 h 118"/>
                    <a:gd name="T14" fmla="*/ 235 w 235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35" h="118">
                      <a:moveTo>
                        <a:pt x="235" y="118"/>
                      </a:moveTo>
                      <a:lnTo>
                        <a:pt x="0" y="109"/>
                      </a:lnTo>
                      <a:lnTo>
                        <a:pt x="9" y="0"/>
                      </a:lnTo>
                      <a:lnTo>
                        <a:pt x="235" y="118"/>
                      </a:lnTo>
                      <a:close/>
                    </a:path>
                  </a:pathLst>
                </a:custGeom>
                <a:solidFill>
                  <a:srgbClr val="AF84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5" name="Freeform 1132"/>
                <p:cNvSpPr>
                  <a:spLocks/>
                </p:cNvSpPr>
                <p:nvPr/>
              </p:nvSpPr>
              <p:spPr bwMode="auto">
                <a:xfrm>
                  <a:off x="182" y="998"/>
                  <a:ext cx="235" cy="118"/>
                </a:xfrm>
                <a:custGeom>
                  <a:avLst/>
                  <a:gdLst>
                    <a:gd name="T0" fmla="*/ 235 w 235"/>
                    <a:gd name="T1" fmla="*/ 118 h 118"/>
                    <a:gd name="T2" fmla="*/ 0 w 235"/>
                    <a:gd name="T3" fmla="*/ 109 h 118"/>
                    <a:gd name="T4" fmla="*/ 9 w 235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35"/>
                    <a:gd name="T10" fmla="*/ 0 h 118"/>
                    <a:gd name="T11" fmla="*/ 235 w 235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5" h="118">
                      <a:moveTo>
                        <a:pt x="235" y="118"/>
                      </a:moveTo>
                      <a:lnTo>
                        <a:pt x="0" y="109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6" name="Freeform 1133"/>
                <p:cNvSpPr>
                  <a:spLocks/>
                </p:cNvSpPr>
                <p:nvPr/>
              </p:nvSpPr>
              <p:spPr bwMode="auto">
                <a:xfrm>
                  <a:off x="182" y="91"/>
                  <a:ext cx="54" cy="73"/>
                </a:xfrm>
                <a:custGeom>
                  <a:avLst/>
                  <a:gdLst>
                    <a:gd name="T0" fmla="*/ 54 w 54"/>
                    <a:gd name="T1" fmla="*/ 73 h 73"/>
                    <a:gd name="T2" fmla="*/ 0 w 54"/>
                    <a:gd name="T3" fmla="*/ 45 h 73"/>
                    <a:gd name="T4" fmla="*/ 36 w 54"/>
                    <a:gd name="T5" fmla="*/ 0 h 73"/>
                    <a:gd name="T6" fmla="*/ 54 w 54"/>
                    <a:gd name="T7" fmla="*/ 73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73"/>
                    <a:gd name="T14" fmla="*/ 54 w 54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73">
                      <a:moveTo>
                        <a:pt x="54" y="73"/>
                      </a:moveTo>
                      <a:lnTo>
                        <a:pt x="0" y="45"/>
                      </a:lnTo>
                      <a:lnTo>
                        <a:pt x="36" y="0"/>
                      </a:lnTo>
                      <a:lnTo>
                        <a:pt x="54" y="73"/>
                      </a:lnTo>
                      <a:close/>
                    </a:path>
                  </a:pathLst>
                </a:custGeom>
                <a:solidFill>
                  <a:srgbClr val="9592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7" name="Freeform 1134"/>
                <p:cNvSpPr>
                  <a:spLocks/>
                </p:cNvSpPr>
                <p:nvPr/>
              </p:nvSpPr>
              <p:spPr bwMode="auto">
                <a:xfrm>
                  <a:off x="182" y="91"/>
                  <a:ext cx="54" cy="73"/>
                </a:xfrm>
                <a:custGeom>
                  <a:avLst/>
                  <a:gdLst>
                    <a:gd name="T0" fmla="*/ 54 w 54"/>
                    <a:gd name="T1" fmla="*/ 73 h 73"/>
                    <a:gd name="T2" fmla="*/ 0 w 54"/>
                    <a:gd name="T3" fmla="*/ 45 h 73"/>
                    <a:gd name="T4" fmla="*/ 36 w 54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73"/>
                    <a:gd name="T11" fmla="*/ 54 w 54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73">
                      <a:moveTo>
                        <a:pt x="54" y="73"/>
                      </a:moveTo>
                      <a:lnTo>
                        <a:pt x="0" y="45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8" name="Freeform 1135"/>
                <p:cNvSpPr>
                  <a:spLocks/>
                </p:cNvSpPr>
                <p:nvPr/>
              </p:nvSpPr>
              <p:spPr bwMode="auto">
                <a:xfrm>
                  <a:off x="218" y="91"/>
                  <a:ext cx="36" cy="73"/>
                </a:xfrm>
                <a:custGeom>
                  <a:avLst/>
                  <a:gdLst>
                    <a:gd name="T0" fmla="*/ 0 w 36"/>
                    <a:gd name="T1" fmla="*/ 0 h 73"/>
                    <a:gd name="T2" fmla="*/ 36 w 36"/>
                    <a:gd name="T3" fmla="*/ 27 h 73"/>
                    <a:gd name="T4" fmla="*/ 18 w 36"/>
                    <a:gd name="T5" fmla="*/ 73 h 73"/>
                    <a:gd name="T6" fmla="*/ 0 w 36"/>
                    <a:gd name="T7" fmla="*/ 0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73"/>
                    <a:gd name="T14" fmla="*/ 36 w 36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73">
                      <a:moveTo>
                        <a:pt x="0" y="0"/>
                      </a:moveTo>
                      <a:lnTo>
                        <a:pt x="36" y="27"/>
                      </a:lnTo>
                      <a:lnTo>
                        <a:pt x="18" y="7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592CE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29" name="Freeform 1136"/>
                <p:cNvSpPr>
                  <a:spLocks/>
                </p:cNvSpPr>
                <p:nvPr/>
              </p:nvSpPr>
              <p:spPr bwMode="auto">
                <a:xfrm>
                  <a:off x="218" y="91"/>
                  <a:ext cx="36" cy="73"/>
                </a:xfrm>
                <a:custGeom>
                  <a:avLst/>
                  <a:gdLst>
                    <a:gd name="T0" fmla="*/ 0 w 36"/>
                    <a:gd name="T1" fmla="*/ 0 h 73"/>
                    <a:gd name="T2" fmla="*/ 36 w 36"/>
                    <a:gd name="T3" fmla="*/ 27 h 73"/>
                    <a:gd name="T4" fmla="*/ 18 w 36"/>
                    <a:gd name="T5" fmla="*/ 73 h 73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73"/>
                    <a:gd name="T11" fmla="*/ 36 w 36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73">
                      <a:moveTo>
                        <a:pt x="0" y="0"/>
                      </a:moveTo>
                      <a:lnTo>
                        <a:pt x="36" y="27"/>
                      </a:lnTo>
                      <a:lnTo>
                        <a:pt x="18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0" name="Freeform 1137"/>
                <p:cNvSpPr>
                  <a:spLocks/>
                </p:cNvSpPr>
                <p:nvPr/>
              </p:nvSpPr>
              <p:spPr bwMode="auto">
                <a:xfrm>
                  <a:off x="399" y="46"/>
                  <a:ext cx="55" cy="36"/>
                </a:xfrm>
                <a:custGeom>
                  <a:avLst/>
                  <a:gdLst>
                    <a:gd name="T0" fmla="*/ 55 w 55"/>
                    <a:gd name="T1" fmla="*/ 18 h 36"/>
                    <a:gd name="T2" fmla="*/ 18 w 55"/>
                    <a:gd name="T3" fmla="*/ 36 h 36"/>
                    <a:gd name="T4" fmla="*/ 0 w 55"/>
                    <a:gd name="T5" fmla="*/ 0 h 36"/>
                    <a:gd name="T6" fmla="*/ 55 w 55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5"/>
                    <a:gd name="T13" fmla="*/ 0 h 36"/>
                    <a:gd name="T14" fmla="*/ 55 w 55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5" h="36">
                      <a:moveTo>
                        <a:pt x="55" y="18"/>
                      </a:moveTo>
                      <a:lnTo>
                        <a:pt x="18" y="36"/>
                      </a:lnTo>
                      <a:lnTo>
                        <a:pt x="0" y="0"/>
                      </a:lnTo>
                      <a:lnTo>
                        <a:pt x="55" y="18"/>
                      </a:lnTo>
                      <a:close/>
                    </a:path>
                  </a:pathLst>
                </a:custGeom>
                <a:solidFill>
                  <a:srgbClr val="BDBDD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1" name="Freeform 1138"/>
                <p:cNvSpPr>
                  <a:spLocks/>
                </p:cNvSpPr>
                <p:nvPr/>
              </p:nvSpPr>
              <p:spPr bwMode="auto">
                <a:xfrm>
                  <a:off x="399" y="46"/>
                  <a:ext cx="55" cy="36"/>
                </a:xfrm>
                <a:custGeom>
                  <a:avLst/>
                  <a:gdLst>
                    <a:gd name="T0" fmla="*/ 55 w 55"/>
                    <a:gd name="T1" fmla="*/ 18 h 36"/>
                    <a:gd name="T2" fmla="*/ 18 w 55"/>
                    <a:gd name="T3" fmla="*/ 36 h 36"/>
                    <a:gd name="T4" fmla="*/ 0 w 55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36"/>
                    <a:gd name="T11" fmla="*/ 55 w 55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36">
                      <a:moveTo>
                        <a:pt x="55" y="18"/>
                      </a:moveTo>
                      <a:lnTo>
                        <a:pt x="18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2" name="Freeform 1139"/>
                <p:cNvSpPr>
                  <a:spLocks/>
                </p:cNvSpPr>
                <p:nvPr/>
              </p:nvSpPr>
              <p:spPr bwMode="auto">
                <a:xfrm>
                  <a:off x="363" y="46"/>
                  <a:ext cx="54" cy="36"/>
                </a:xfrm>
                <a:custGeom>
                  <a:avLst/>
                  <a:gdLst>
                    <a:gd name="T0" fmla="*/ 0 w 54"/>
                    <a:gd name="T1" fmla="*/ 0 h 36"/>
                    <a:gd name="T2" fmla="*/ 36 w 54"/>
                    <a:gd name="T3" fmla="*/ 0 h 36"/>
                    <a:gd name="T4" fmla="*/ 54 w 54"/>
                    <a:gd name="T5" fmla="*/ 36 h 36"/>
                    <a:gd name="T6" fmla="*/ 0 w 5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36"/>
                    <a:gd name="T14" fmla="*/ 54 w 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36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54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6B5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3" name="Freeform 1140"/>
                <p:cNvSpPr>
                  <a:spLocks/>
                </p:cNvSpPr>
                <p:nvPr/>
              </p:nvSpPr>
              <p:spPr bwMode="auto">
                <a:xfrm>
                  <a:off x="363" y="46"/>
                  <a:ext cx="54" cy="36"/>
                </a:xfrm>
                <a:custGeom>
                  <a:avLst/>
                  <a:gdLst>
                    <a:gd name="T0" fmla="*/ 0 w 54"/>
                    <a:gd name="T1" fmla="*/ 0 h 36"/>
                    <a:gd name="T2" fmla="*/ 36 w 54"/>
                    <a:gd name="T3" fmla="*/ 0 h 36"/>
                    <a:gd name="T4" fmla="*/ 54 w 5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36"/>
                    <a:gd name="T11" fmla="*/ 54 w 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36">
                      <a:moveTo>
                        <a:pt x="0" y="0"/>
                      </a:moveTo>
                      <a:lnTo>
                        <a:pt x="36" y="0"/>
                      </a:lnTo>
                      <a:lnTo>
                        <a:pt x="54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4" name="Freeform 1141"/>
                <p:cNvSpPr>
                  <a:spLocks/>
                </p:cNvSpPr>
                <p:nvPr/>
              </p:nvSpPr>
              <p:spPr bwMode="auto">
                <a:xfrm>
                  <a:off x="109" y="236"/>
                  <a:ext cx="73" cy="100"/>
                </a:xfrm>
                <a:custGeom>
                  <a:avLst/>
                  <a:gdLst>
                    <a:gd name="T0" fmla="*/ 0 w 73"/>
                    <a:gd name="T1" fmla="*/ 0 h 100"/>
                    <a:gd name="T2" fmla="*/ 73 w 73"/>
                    <a:gd name="T3" fmla="*/ 36 h 100"/>
                    <a:gd name="T4" fmla="*/ 45 w 73"/>
                    <a:gd name="T5" fmla="*/ 100 h 100"/>
                    <a:gd name="T6" fmla="*/ 0 w 73"/>
                    <a:gd name="T7" fmla="*/ 0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100"/>
                    <a:gd name="T14" fmla="*/ 73 w 73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100">
                      <a:moveTo>
                        <a:pt x="0" y="0"/>
                      </a:moveTo>
                      <a:lnTo>
                        <a:pt x="73" y="36"/>
                      </a:lnTo>
                      <a:lnTo>
                        <a:pt x="45" y="10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D7FB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5" name="Freeform 1142"/>
                <p:cNvSpPr>
                  <a:spLocks/>
                </p:cNvSpPr>
                <p:nvPr/>
              </p:nvSpPr>
              <p:spPr bwMode="auto">
                <a:xfrm>
                  <a:off x="109" y="236"/>
                  <a:ext cx="73" cy="100"/>
                </a:xfrm>
                <a:custGeom>
                  <a:avLst/>
                  <a:gdLst>
                    <a:gd name="T0" fmla="*/ 0 w 73"/>
                    <a:gd name="T1" fmla="*/ 0 h 100"/>
                    <a:gd name="T2" fmla="*/ 73 w 73"/>
                    <a:gd name="T3" fmla="*/ 36 h 100"/>
                    <a:gd name="T4" fmla="*/ 45 w 73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100"/>
                    <a:gd name="T11" fmla="*/ 73 w 73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100">
                      <a:moveTo>
                        <a:pt x="0" y="0"/>
                      </a:moveTo>
                      <a:lnTo>
                        <a:pt x="73" y="36"/>
                      </a:lnTo>
                      <a:lnTo>
                        <a:pt x="45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6" name="Freeform 1143"/>
                <p:cNvSpPr>
                  <a:spLocks/>
                </p:cNvSpPr>
                <p:nvPr/>
              </p:nvSpPr>
              <p:spPr bwMode="auto">
                <a:xfrm>
                  <a:off x="109" y="182"/>
                  <a:ext cx="73" cy="90"/>
                </a:xfrm>
                <a:custGeom>
                  <a:avLst/>
                  <a:gdLst>
                    <a:gd name="T0" fmla="*/ 73 w 73"/>
                    <a:gd name="T1" fmla="*/ 90 h 90"/>
                    <a:gd name="T2" fmla="*/ 0 w 73"/>
                    <a:gd name="T3" fmla="*/ 54 h 90"/>
                    <a:gd name="T4" fmla="*/ 36 w 73"/>
                    <a:gd name="T5" fmla="*/ 0 h 90"/>
                    <a:gd name="T6" fmla="*/ 73 w 73"/>
                    <a:gd name="T7" fmla="*/ 90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73"/>
                    <a:gd name="T13" fmla="*/ 0 h 90"/>
                    <a:gd name="T14" fmla="*/ 73 w 73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73" h="90">
                      <a:moveTo>
                        <a:pt x="73" y="90"/>
                      </a:moveTo>
                      <a:lnTo>
                        <a:pt x="0" y="54"/>
                      </a:lnTo>
                      <a:lnTo>
                        <a:pt x="36" y="0"/>
                      </a:lnTo>
                      <a:lnTo>
                        <a:pt x="73" y="90"/>
                      </a:lnTo>
                      <a:close/>
                    </a:path>
                  </a:pathLst>
                </a:custGeom>
                <a:solidFill>
                  <a:srgbClr val="8F84C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7" name="Freeform 1144"/>
                <p:cNvSpPr>
                  <a:spLocks/>
                </p:cNvSpPr>
                <p:nvPr/>
              </p:nvSpPr>
              <p:spPr bwMode="auto">
                <a:xfrm>
                  <a:off x="109" y="182"/>
                  <a:ext cx="73" cy="90"/>
                </a:xfrm>
                <a:custGeom>
                  <a:avLst/>
                  <a:gdLst>
                    <a:gd name="T0" fmla="*/ 73 w 73"/>
                    <a:gd name="T1" fmla="*/ 90 h 90"/>
                    <a:gd name="T2" fmla="*/ 0 w 73"/>
                    <a:gd name="T3" fmla="*/ 54 h 90"/>
                    <a:gd name="T4" fmla="*/ 36 w 73"/>
                    <a:gd name="T5" fmla="*/ 0 h 90"/>
                    <a:gd name="T6" fmla="*/ 0 60000 65536"/>
                    <a:gd name="T7" fmla="*/ 0 60000 65536"/>
                    <a:gd name="T8" fmla="*/ 0 60000 65536"/>
                    <a:gd name="T9" fmla="*/ 0 w 73"/>
                    <a:gd name="T10" fmla="*/ 0 h 90"/>
                    <a:gd name="T11" fmla="*/ 73 w 73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3" h="90">
                      <a:moveTo>
                        <a:pt x="73" y="90"/>
                      </a:moveTo>
                      <a:lnTo>
                        <a:pt x="0" y="54"/>
                      </a:lnTo>
                      <a:lnTo>
                        <a:pt x="36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8" name="Freeform 1145"/>
                <p:cNvSpPr>
                  <a:spLocks/>
                </p:cNvSpPr>
                <p:nvPr/>
              </p:nvSpPr>
              <p:spPr bwMode="auto">
                <a:xfrm>
                  <a:off x="36" y="744"/>
                  <a:ext cx="173" cy="145"/>
                </a:xfrm>
                <a:custGeom>
                  <a:avLst/>
                  <a:gdLst>
                    <a:gd name="T0" fmla="*/ 0 w 173"/>
                    <a:gd name="T1" fmla="*/ 0 h 145"/>
                    <a:gd name="T2" fmla="*/ 173 w 173"/>
                    <a:gd name="T3" fmla="*/ 46 h 145"/>
                    <a:gd name="T4" fmla="*/ 164 w 173"/>
                    <a:gd name="T5" fmla="*/ 145 h 145"/>
                    <a:gd name="T6" fmla="*/ 0 w 173"/>
                    <a:gd name="T7" fmla="*/ 0 h 1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3"/>
                    <a:gd name="T13" fmla="*/ 0 h 145"/>
                    <a:gd name="T14" fmla="*/ 173 w 173"/>
                    <a:gd name="T15" fmla="*/ 145 h 1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3" h="145">
                      <a:moveTo>
                        <a:pt x="0" y="0"/>
                      </a:moveTo>
                      <a:lnTo>
                        <a:pt x="173" y="46"/>
                      </a:lnTo>
                      <a:lnTo>
                        <a:pt x="164" y="1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C79AB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39" name="Freeform 1146"/>
                <p:cNvSpPr>
                  <a:spLocks/>
                </p:cNvSpPr>
                <p:nvPr/>
              </p:nvSpPr>
              <p:spPr bwMode="auto">
                <a:xfrm>
                  <a:off x="36" y="744"/>
                  <a:ext cx="173" cy="145"/>
                </a:xfrm>
                <a:custGeom>
                  <a:avLst/>
                  <a:gdLst>
                    <a:gd name="T0" fmla="*/ 0 w 173"/>
                    <a:gd name="T1" fmla="*/ 0 h 145"/>
                    <a:gd name="T2" fmla="*/ 173 w 173"/>
                    <a:gd name="T3" fmla="*/ 46 h 145"/>
                    <a:gd name="T4" fmla="*/ 164 w 173"/>
                    <a:gd name="T5" fmla="*/ 145 h 145"/>
                    <a:gd name="T6" fmla="*/ 0 60000 65536"/>
                    <a:gd name="T7" fmla="*/ 0 60000 65536"/>
                    <a:gd name="T8" fmla="*/ 0 60000 65536"/>
                    <a:gd name="T9" fmla="*/ 0 w 173"/>
                    <a:gd name="T10" fmla="*/ 0 h 145"/>
                    <a:gd name="T11" fmla="*/ 173 w 173"/>
                    <a:gd name="T12" fmla="*/ 145 h 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3" h="145">
                      <a:moveTo>
                        <a:pt x="0" y="0"/>
                      </a:moveTo>
                      <a:lnTo>
                        <a:pt x="173" y="46"/>
                      </a:lnTo>
                      <a:lnTo>
                        <a:pt x="164" y="1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0" name="Freeform 1147"/>
                <p:cNvSpPr>
                  <a:spLocks/>
                </p:cNvSpPr>
                <p:nvPr/>
              </p:nvSpPr>
              <p:spPr bwMode="auto">
                <a:xfrm>
                  <a:off x="36" y="653"/>
                  <a:ext cx="173" cy="137"/>
                </a:xfrm>
                <a:custGeom>
                  <a:avLst/>
                  <a:gdLst>
                    <a:gd name="T0" fmla="*/ 173 w 173"/>
                    <a:gd name="T1" fmla="*/ 137 h 137"/>
                    <a:gd name="T2" fmla="*/ 0 w 173"/>
                    <a:gd name="T3" fmla="*/ 91 h 137"/>
                    <a:gd name="T4" fmla="*/ 19 w 173"/>
                    <a:gd name="T5" fmla="*/ 0 h 137"/>
                    <a:gd name="T6" fmla="*/ 173 w 173"/>
                    <a:gd name="T7" fmla="*/ 137 h 1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73"/>
                    <a:gd name="T13" fmla="*/ 0 h 137"/>
                    <a:gd name="T14" fmla="*/ 173 w 173"/>
                    <a:gd name="T15" fmla="*/ 137 h 1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73" h="137">
                      <a:moveTo>
                        <a:pt x="173" y="137"/>
                      </a:moveTo>
                      <a:lnTo>
                        <a:pt x="0" y="91"/>
                      </a:lnTo>
                      <a:lnTo>
                        <a:pt x="19" y="0"/>
                      </a:lnTo>
                      <a:lnTo>
                        <a:pt x="173" y="137"/>
                      </a:lnTo>
                      <a:close/>
                    </a:path>
                  </a:pathLst>
                </a:custGeom>
                <a:solidFill>
                  <a:srgbClr val="9D7B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1" name="Freeform 1148"/>
                <p:cNvSpPr>
                  <a:spLocks/>
                </p:cNvSpPr>
                <p:nvPr/>
              </p:nvSpPr>
              <p:spPr bwMode="auto">
                <a:xfrm>
                  <a:off x="36" y="653"/>
                  <a:ext cx="173" cy="137"/>
                </a:xfrm>
                <a:custGeom>
                  <a:avLst/>
                  <a:gdLst>
                    <a:gd name="T0" fmla="*/ 173 w 173"/>
                    <a:gd name="T1" fmla="*/ 137 h 137"/>
                    <a:gd name="T2" fmla="*/ 0 w 173"/>
                    <a:gd name="T3" fmla="*/ 91 h 137"/>
                    <a:gd name="T4" fmla="*/ 19 w 173"/>
                    <a:gd name="T5" fmla="*/ 0 h 137"/>
                    <a:gd name="T6" fmla="*/ 0 60000 65536"/>
                    <a:gd name="T7" fmla="*/ 0 60000 65536"/>
                    <a:gd name="T8" fmla="*/ 0 60000 65536"/>
                    <a:gd name="T9" fmla="*/ 0 w 173"/>
                    <a:gd name="T10" fmla="*/ 0 h 137"/>
                    <a:gd name="T11" fmla="*/ 173 w 173"/>
                    <a:gd name="T12" fmla="*/ 137 h 1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73" h="137">
                      <a:moveTo>
                        <a:pt x="173" y="137"/>
                      </a:moveTo>
                      <a:lnTo>
                        <a:pt x="0" y="91"/>
                      </a:lnTo>
                      <a:lnTo>
                        <a:pt x="1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2" name="Freeform 1149"/>
                <p:cNvSpPr>
                  <a:spLocks/>
                </p:cNvSpPr>
                <p:nvPr/>
              </p:nvSpPr>
              <p:spPr bwMode="auto">
                <a:xfrm>
                  <a:off x="145" y="136"/>
                  <a:ext cx="64" cy="82"/>
                </a:xfrm>
                <a:custGeom>
                  <a:avLst/>
                  <a:gdLst>
                    <a:gd name="T0" fmla="*/ 64 w 64"/>
                    <a:gd name="T1" fmla="*/ 82 h 82"/>
                    <a:gd name="T2" fmla="*/ 0 w 64"/>
                    <a:gd name="T3" fmla="*/ 46 h 82"/>
                    <a:gd name="T4" fmla="*/ 37 w 64"/>
                    <a:gd name="T5" fmla="*/ 0 h 82"/>
                    <a:gd name="T6" fmla="*/ 64 w 64"/>
                    <a:gd name="T7" fmla="*/ 82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82"/>
                    <a:gd name="T14" fmla="*/ 64 w 64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82">
                      <a:moveTo>
                        <a:pt x="64" y="82"/>
                      </a:moveTo>
                      <a:lnTo>
                        <a:pt x="0" y="46"/>
                      </a:lnTo>
                      <a:lnTo>
                        <a:pt x="37" y="0"/>
                      </a:lnTo>
                      <a:lnTo>
                        <a:pt x="64" y="82"/>
                      </a:lnTo>
                      <a:close/>
                    </a:path>
                  </a:pathLst>
                </a:custGeom>
                <a:solidFill>
                  <a:srgbClr val="928BC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3" name="Freeform 1150"/>
                <p:cNvSpPr>
                  <a:spLocks/>
                </p:cNvSpPr>
                <p:nvPr/>
              </p:nvSpPr>
              <p:spPr bwMode="auto">
                <a:xfrm>
                  <a:off x="145" y="136"/>
                  <a:ext cx="64" cy="82"/>
                </a:xfrm>
                <a:custGeom>
                  <a:avLst/>
                  <a:gdLst>
                    <a:gd name="T0" fmla="*/ 64 w 64"/>
                    <a:gd name="T1" fmla="*/ 82 h 82"/>
                    <a:gd name="T2" fmla="*/ 0 w 64"/>
                    <a:gd name="T3" fmla="*/ 46 h 82"/>
                    <a:gd name="T4" fmla="*/ 37 w 64"/>
                    <a:gd name="T5" fmla="*/ 0 h 82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82"/>
                    <a:gd name="T11" fmla="*/ 64 w 64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82">
                      <a:moveTo>
                        <a:pt x="64" y="82"/>
                      </a:moveTo>
                      <a:lnTo>
                        <a:pt x="0" y="46"/>
                      </a:lnTo>
                      <a:lnTo>
                        <a:pt x="3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4" name="Freeform 1151"/>
                <p:cNvSpPr>
                  <a:spLocks/>
                </p:cNvSpPr>
                <p:nvPr/>
              </p:nvSpPr>
              <p:spPr bwMode="auto">
                <a:xfrm>
                  <a:off x="182" y="136"/>
                  <a:ext cx="54" cy="82"/>
                </a:xfrm>
                <a:custGeom>
                  <a:avLst/>
                  <a:gdLst>
                    <a:gd name="T0" fmla="*/ 0 w 54"/>
                    <a:gd name="T1" fmla="*/ 0 h 82"/>
                    <a:gd name="T2" fmla="*/ 54 w 54"/>
                    <a:gd name="T3" fmla="*/ 28 h 82"/>
                    <a:gd name="T4" fmla="*/ 27 w 54"/>
                    <a:gd name="T5" fmla="*/ 82 h 82"/>
                    <a:gd name="T6" fmla="*/ 0 w 54"/>
                    <a:gd name="T7" fmla="*/ 0 h 8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82"/>
                    <a:gd name="T14" fmla="*/ 54 w 54"/>
                    <a:gd name="T15" fmla="*/ 82 h 8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82">
                      <a:moveTo>
                        <a:pt x="0" y="0"/>
                      </a:moveTo>
                      <a:lnTo>
                        <a:pt x="54" y="28"/>
                      </a:lnTo>
                      <a:lnTo>
                        <a:pt x="27" y="8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28BC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5" name="Freeform 1152"/>
                <p:cNvSpPr>
                  <a:spLocks/>
                </p:cNvSpPr>
                <p:nvPr/>
              </p:nvSpPr>
              <p:spPr bwMode="auto">
                <a:xfrm>
                  <a:off x="182" y="136"/>
                  <a:ext cx="54" cy="82"/>
                </a:xfrm>
                <a:custGeom>
                  <a:avLst/>
                  <a:gdLst>
                    <a:gd name="T0" fmla="*/ 0 w 54"/>
                    <a:gd name="T1" fmla="*/ 0 h 82"/>
                    <a:gd name="T2" fmla="*/ 54 w 54"/>
                    <a:gd name="T3" fmla="*/ 28 h 82"/>
                    <a:gd name="T4" fmla="*/ 27 w 54"/>
                    <a:gd name="T5" fmla="*/ 82 h 82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82"/>
                    <a:gd name="T11" fmla="*/ 54 w 54"/>
                    <a:gd name="T12" fmla="*/ 82 h 8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82">
                      <a:moveTo>
                        <a:pt x="0" y="0"/>
                      </a:moveTo>
                      <a:lnTo>
                        <a:pt x="54" y="28"/>
                      </a:lnTo>
                      <a:lnTo>
                        <a:pt x="27" y="82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6" name="Freeform 1153"/>
                <p:cNvSpPr>
                  <a:spLocks/>
                </p:cNvSpPr>
                <p:nvPr/>
              </p:nvSpPr>
              <p:spPr bwMode="auto">
                <a:xfrm>
                  <a:off x="417" y="64"/>
                  <a:ext cx="64" cy="36"/>
                </a:xfrm>
                <a:custGeom>
                  <a:avLst/>
                  <a:gdLst>
                    <a:gd name="T0" fmla="*/ 0 w 64"/>
                    <a:gd name="T1" fmla="*/ 18 h 36"/>
                    <a:gd name="T2" fmla="*/ 37 w 64"/>
                    <a:gd name="T3" fmla="*/ 0 h 36"/>
                    <a:gd name="T4" fmla="*/ 64 w 64"/>
                    <a:gd name="T5" fmla="*/ 36 h 36"/>
                    <a:gd name="T6" fmla="*/ 0 w 64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36"/>
                    <a:gd name="T14" fmla="*/ 64 w 6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36">
                      <a:moveTo>
                        <a:pt x="0" y="18"/>
                      </a:moveTo>
                      <a:lnTo>
                        <a:pt x="37" y="0"/>
                      </a:lnTo>
                      <a:lnTo>
                        <a:pt x="64" y="36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C2BAD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7" name="Freeform 1154"/>
                <p:cNvSpPr>
                  <a:spLocks/>
                </p:cNvSpPr>
                <p:nvPr/>
              </p:nvSpPr>
              <p:spPr bwMode="auto">
                <a:xfrm>
                  <a:off x="417" y="64"/>
                  <a:ext cx="64" cy="36"/>
                </a:xfrm>
                <a:custGeom>
                  <a:avLst/>
                  <a:gdLst>
                    <a:gd name="T0" fmla="*/ 0 w 64"/>
                    <a:gd name="T1" fmla="*/ 18 h 36"/>
                    <a:gd name="T2" fmla="*/ 37 w 64"/>
                    <a:gd name="T3" fmla="*/ 0 h 36"/>
                    <a:gd name="T4" fmla="*/ 64 w 6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36"/>
                    <a:gd name="T11" fmla="*/ 64 w 6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36">
                      <a:moveTo>
                        <a:pt x="0" y="18"/>
                      </a:moveTo>
                      <a:lnTo>
                        <a:pt x="37" y="0"/>
                      </a:lnTo>
                      <a:lnTo>
                        <a:pt x="64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8" name="Freeform 1155"/>
                <p:cNvSpPr>
                  <a:spLocks/>
                </p:cNvSpPr>
                <p:nvPr/>
              </p:nvSpPr>
              <p:spPr bwMode="auto">
                <a:xfrm>
                  <a:off x="145" y="182"/>
                  <a:ext cx="64" cy="90"/>
                </a:xfrm>
                <a:custGeom>
                  <a:avLst/>
                  <a:gdLst>
                    <a:gd name="T0" fmla="*/ 0 w 64"/>
                    <a:gd name="T1" fmla="*/ 0 h 90"/>
                    <a:gd name="T2" fmla="*/ 64 w 64"/>
                    <a:gd name="T3" fmla="*/ 36 h 90"/>
                    <a:gd name="T4" fmla="*/ 37 w 64"/>
                    <a:gd name="T5" fmla="*/ 90 h 90"/>
                    <a:gd name="T6" fmla="*/ 0 w 64"/>
                    <a:gd name="T7" fmla="*/ 0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90"/>
                    <a:gd name="T14" fmla="*/ 64 w 64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90">
                      <a:moveTo>
                        <a:pt x="0" y="0"/>
                      </a:moveTo>
                      <a:lnTo>
                        <a:pt x="64" y="36"/>
                      </a:lnTo>
                      <a:lnTo>
                        <a:pt x="37" y="9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8F84C3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49" name="Freeform 1156"/>
                <p:cNvSpPr>
                  <a:spLocks/>
                </p:cNvSpPr>
                <p:nvPr/>
              </p:nvSpPr>
              <p:spPr bwMode="auto">
                <a:xfrm>
                  <a:off x="145" y="182"/>
                  <a:ext cx="64" cy="90"/>
                </a:xfrm>
                <a:custGeom>
                  <a:avLst/>
                  <a:gdLst>
                    <a:gd name="T0" fmla="*/ 0 w 64"/>
                    <a:gd name="T1" fmla="*/ 0 h 90"/>
                    <a:gd name="T2" fmla="*/ 64 w 64"/>
                    <a:gd name="T3" fmla="*/ 36 h 90"/>
                    <a:gd name="T4" fmla="*/ 37 w 64"/>
                    <a:gd name="T5" fmla="*/ 90 h 90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90"/>
                    <a:gd name="T11" fmla="*/ 64 w 64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90">
                      <a:moveTo>
                        <a:pt x="0" y="0"/>
                      </a:moveTo>
                      <a:lnTo>
                        <a:pt x="64" y="36"/>
                      </a:lnTo>
                      <a:lnTo>
                        <a:pt x="37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0" name="Freeform 1157"/>
                <p:cNvSpPr>
                  <a:spLocks/>
                </p:cNvSpPr>
                <p:nvPr/>
              </p:nvSpPr>
              <p:spPr bwMode="auto">
                <a:xfrm>
                  <a:off x="327" y="46"/>
                  <a:ext cx="45" cy="36"/>
                </a:xfrm>
                <a:custGeom>
                  <a:avLst/>
                  <a:gdLst>
                    <a:gd name="T0" fmla="*/ 45 w 45"/>
                    <a:gd name="T1" fmla="*/ 36 h 36"/>
                    <a:gd name="T2" fmla="*/ 0 w 45"/>
                    <a:gd name="T3" fmla="*/ 36 h 36"/>
                    <a:gd name="T4" fmla="*/ 9 w 45"/>
                    <a:gd name="T5" fmla="*/ 0 h 36"/>
                    <a:gd name="T6" fmla="*/ 45 w 45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36"/>
                    <a:gd name="T14" fmla="*/ 45 w 45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36">
                      <a:moveTo>
                        <a:pt x="45" y="36"/>
                      </a:moveTo>
                      <a:lnTo>
                        <a:pt x="0" y="36"/>
                      </a:lnTo>
                      <a:lnTo>
                        <a:pt x="9" y="0"/>
                      </a:lnTo>
                      <a:lnTo>
                        <a:pt x="45" y="36"/>
                      </a:lnTo>
                      <a:close/>
                    </a:path>
                  </a:pathLst>
                </a:custGeom>
                <a:solidFill>
                  <a:srgbClr val="AEAE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1" name="Freeform 1158"/>
                <p:cNvSpPr>
                  <a:spLocks/>
                </p:cNvSpPr>
                <p:nvPr/>
              </p:nvSpPr>
              <p:spPr bwMode="auto">
                <a:xfrm>
                  <a:off x="327" y="46"/>
                  <a:ext cx="45" cy="36"/>
                </a:xfrm>
                <a:custGeom>
                  <a:avLst/>
                  <a:gdLst>
                    <a:gd name="T0" fmla="*/ 45 w 45"/>
                    <a:gd name="T1" fmla="*/ 36 h 36"/>
                    <a:gd name="T2" fmla="*/ 0 w 45"/>
                    <a:gd name="T3" fmla="*/ 36 h 36"/>
                    <a:gd name="T4" fmla="*/ 9 w 45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36"/>
                    <a:gd name="T11" fmla="*/ 45 w 45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36">
                      <a:moveTo>
                        <a:pt x="45" y="36"/>
                      </a:moveTo>
                      <a:lnTo>
                        <a:pt x="0" y="36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2" name="Freeform 1159"/>
                <p:cNvSpPr>
                  <a:spLocks/>
                </p:cNvSpPr>
                <p:nvPr/>
              </p:nvSpPr>
              <p:spPr bwMode="auto">
                <a:xfrm>
                  <a:off x="336" y="46"/>
                  <a:ext cx="36" cy="36"/>
                </a:xfrm>
                <a:custGeom>
                  <a:avLst/>
                  <a:gdLst>
                    <a:gd name="T0" fmla="*/ 0 w 36"/>
                    <a:gd name="T1" fmla="*/ 0 h 36"/>
                    <a:gd name="T2" fmla="*/ 27 w 36"/>
                    <a:gd name="T3" fmla="*/ 0 h 36"/>
                    <a:gd name="T4" fmla="*/ 36 w 36"/>
                    <a:gd name="T5" fmla="*/ 36 h 36"/>
                    <a:gd name="T6" fmla="*/ 0 w 36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6"/>
                    <a:gd name="T13" fmla="*/ 0 h 36"/>
                    <a:gd name="T14" fmla="*/ 36 w 36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6" h="36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36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EAE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3" name="Freeform 1160"/>
                <p:cNvSpPr>
                  <a:spLocks/>
                </p:cNvSpPr>
                <p:nvPr/>
              </p:nvSpPr>
              <p:spPr bwMode="auto">
                <a:xfrm>
                  <a:off x="336" y="46"/>
                  <a:ext cx="36" cy="36"/>
                </a:xfrm>
                <a:custGeom>
                  <a:avLst/>
                  <a:gdLst>
                    <a:gd name="T0" fmla="*/ 0 w 36"/>
                    <a:gd name="T1" fmla="*/ 0 h 36"/>
                    <a:gd name="T2" fmla="*/ 27 w 36"/>
                    <a:gd name="T3" fmla="*/ 0 h 36"/>
                    <a:gd name="T4" fmla="*/ 36 w 36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36"/>
                    <a:gd name="T10" fmla="*/ 0 h 36"/>
                    <a:gd name="T11" fmla="*/ 36 w 36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6" h="36">
                      <a:moveTo>
                        <a:pt x="0" y="0"/>
                      </a:moveTo>
                      <a:lnTo>
                        <a:pt x="27" y="0"/>
                      </a:lnTo>
                      <a:lnTo>
                        <a:pt x="36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4" name="Freeform 1161"/>
                <p:cNvSpPr>
                  <a:spLocks/>
                </p:cNvSpPr>
                <p:nvPr/>
              </p:nvSpPr>
              <p:spPr bwMode="auto">
                <a:xfrm>
                  <a:off x="363" y="46"/>
                  <a:ext cx="54" cy="36"/>
                </a:xfrm>
                <a:custGeom>
                  <a:avLst/>
                  <a:gdLst>
                    <a:gd name="T0" fmla="*/ 54 w 54"/>
                    <a:gd name="T1" fmla="*/ 36 h 36"/>
                    <a:gd name="T2" fmla="*/ 9 w 54"/>
                    <a:gd name="T3" fmla="*/ 36 h 36"/>
                    <a:gd name="T4" fmla="*/ 0 w 54"/>
                    <a:gd name="T5" fmla="*/ 0 h 36"/>
                    <a:gd name="T6" fmla="*/ 54 w 54"/>
                    <a:gd name="T7" fmla="*/ 36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36"/>
                    <a:gd name="T14" fmla="*/ 54 w 5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36">
                      <a:moveTo>
                        <a:pt x="54" y="36"/>
                      </a:moveTo>
                      <a:lnTo>
                        <a:pt x="9" y="36"/>
                      </a:lnTo>
                      <a:lnTo>
                        <a:pt x="0" y="0"/>
                      </a:lnTo>
                      <a:lnTo>
                        <a:pt x="54" y="36"/>
                      </a:lnTo>
                      <a:close/>
                    </a:path>
                  </a:pathLst>
                </a:custGeom>
                <a:solidFill>
                  <a:srgbClr val="B6B5D7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5" name="Freeform 1162"/>
                <p:cNvSpPr>
                  <a:spLocks/>
                </p:cNvSpPr>
                <p:nvPr/>
              </p:nvSpPr>
              <p:spPr bwMode="auto">
                <a:xfrm>
                  <a:off x="363" y="46"/>
                  <a:ext cx="54" cy="36"/>
                </a:xfrm>
                <a:custGeom>
                  <a:avLst/>
                  <a:gdLst>
                    <a:gd name="T0" fmla="*/ 54 w 54"/>
                    <a:gd name="T1" fmla="*/ 36 h 36"/>
                    <a:gd name="T2" fmla="*/ 9 w 54"/>
                    <a:gd name="T3" fmla="*/ 36 h 36"/>
                    <a:gd name="T4" fmla="*/ 0 w 5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36"/>
                    <a:gd name="T11" fmla="*/ 54 w 5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36">
                      <a:moveTo>
                        <a:pt x="54" y="36"/>
                      </a:moveTo>
                      <a:lnTo>
                        <a:pt x="9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6" name="Freeform 1163"/>
                <p:cNvSpPr>
                  <a:spLocks/>
                </p:cNvSpPr>
                <p:nvPr/>
              </p:nvSpPr>
              <p:spPr bwMode="auto">
                <a:xfrm>
                  <a:off x="526" y="427"/>
                  <a:ext cx="145" cy="81"/>
                </a:xfrm>
                <a:custGeom>
                  <a:avLst/>
                  <a:gdLst>
                    <a:gd name="T0" fmla="*/ 145 w 145"/>
                    <a:gd name="T1" fmla="*/ 27 h 81"/>
                    <a:gd name="T2" fmla="*/ 18 w 145"/>
                    <a:gd name="T3" fmla="*/ 81 h 81"/>
                    <a:gd name="T4" fmla="*/ 0 w 145"/>
                    <a:gd name="T5" fmla="*/ 0 h 81"/>
                    <a:gd name="T6" fmla="*/ 145 w 145"/>
                    <a:gd name="T7" fmla="*/ 27 h 8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81"/>
                    <a:gd name="T14" fmla="*/ 145 w 145"/>
                    <a:gd name="T15" fmla="*/ 81 h 8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81">
                      <a:moveTo>
                        <a:pt x="145" y="27"/>
                      </a:moveTo>
                      <a:lnTo>
                        <a:pt x="18" y="81"/>
                      </a:lnTo>
                      <a:lnTo>
                        <a:pt x="0" y="0"/>
                      </a:lnTo>
                      <a:lnTo>
                        <a:pt x="145" y="27"/>
                      </a:lnTo>
                      <a:close/>
                    </a:path>
                  </a:pathLst>
                </a:custGeom>
                <a:solidFill>
                  <a:srgbClr val="CFAC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7" name="Freeform 1164"/>
                <p:cNvSpPr>
                  <a:spLocks/>
                </p:cNvSpPr>
                <p:nvPr/>
              </p:nvSpPr>
              <p:spPr bwMode="auto">
                <a:xfrm>
                  <a:off x="526" y="427"/>
                  <a:ext cx="145" cy="81"/>
                </a:xfrm>
                <a:custGeom>
                  <a:avLst/>
                  <a:gdLst>
                    <a:gd name="T0" fmla="*/ 145 w 145"/>
                    <a:gd name="T1" fmla="*/ 27 h 81"/>
                    <a:gd name="T2" fmla="*/ 18 w 145"/>
                    <a:gd name="T3" fmla="*/ 81 h 81"/>
                    <a:gd name="T4" fmla="*/ 0 w 145"/>
                    <a:gd name="T5" fmla="*/ 0 h 81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81"/>
                    <a:gd name="T11" fmla="*/ 145 w 145"/>
                    <a:gd name="T12" fmla="*/ 81 h 8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81">
                      <a:moveTo>
                        <a:pt x="145" y="27"/>
                      </a:moveTo>
                      <a:lnTo>
                        <a:pt x="18" y="8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8" name="Freeform 1165"/>
                <p:cNvSpPr>
                  <a:spLocks/>
                </p:cNvSpPr>
                <p:nvPr/>
              </p:nvSpPr>
              <p:spPr bwMode="auto">
                <a:xfrm>
                  <a:off x="526" y="381"/>
                  <a:ext cx="145" cy="73"/>
                </a:xfrm>
                <a:custGeom>
                  <a:avLst/>
                  <a:gdLst>
                    <a:gd name="T0" fmla="*/ 0 w 145"/>
                    <a:gd name="T1" fmla="*/ 46 h 73"/>
                    <a:gd name="T2" fmla="*/ 109 w 145"/>
                    <a:gd name="T3" fmla="*/ 0 h 73"/>
                    <a:gd name="T4" fmla="*/ 145 w 145"/>
                    <a:gd name="T5" fmla="*/ 73 h 73"/>
                    <a:gd name="T6" fmla="*/ 0 w 145"/>
                    <a:gd name="T7" fmla="*/ 46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45"/>
                    <a:gd name="T13" fmla="*/ 0 h 73"/>
                    <a:gd name="T14" fmla="*/ 145 w 145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45" h="73">
                      <a:moveTo>
                        <a:pt x="0" y="46"/>
                      </a:moveTo>
                      <a:lnTo>
                        <a:pt x="109" y="0"/>
                      </a:lnTo>
                      <a:lnTo>
                        <a:pt x="145" y="73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rgbClr val="CFACB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59" name="Freeform 1166"/>
                <p:cNvSpPr>
                  <a:spLocks/>
                </p:cNvSpPr>
                <p:nvPr/>
              </p:nvSpPr>
              <p:spPr bwMode="auto">
                <a:xfrm>
                  <a:off x="526" y="381"/>
                  <a:ext cx="145" cy="73"/>
                </a:xfrm>
                <a:custGeom>
                  <a:avLst/>
                  <a:gdLst>
                    <a:gd name="T0" fmla="*/ 0 w 145"/>
                    <a:gd name="T1" fmla="*/ 46 h 73"/>
                    <a:gd name="T2" fmla="*/ 109 w 145"/>
                    <a:gd name="T3" fmla="*/ 0 h 73"/>
                    <a:gd name="T4" fmla="*/ 145 w 145"/>
                    <a:gd name="T5" fmla="*/ 73 h 73"/>
                    <a:gd name="T6" fmla="*/ 0 60000 65536"/>
                    <a:gd name="T7" fmla="*/ 0 60000 65536"/>
                    <a:gd name="T8" fmla="*/ 0 60000 65536"/>
                    <a:gd name="T9" fmla="*/ 0 w 145"/>
                    <a:gd name="T10" fmla="*/ 0 h 73"/>
                    <a:gd name="T11" fmla="*/ 145 w 145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5" h="73">
                      <a:moveTo>
                        <a:pt x="0" y="46"/>
                      </a:moveTo>
                      <a:lnTo>
                        <a:pt x="109" y="0"/>
                      </a:lnTo>
                      <a:lnTo>
                        <a:pt x="145" y="7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0" name="Freeform 1167"/>
                <p:cNvSpPr>
                  <a:spLocks/>
                </p:cNvSpPr>
                <p:nvPr/>
              </p:nvSpPr>
              <p:spPr bwMode="auto">
                <a:xfrm>
                  <a:off x="191" y="998"/>
                  <a:ext cx="226" cy="118"/>
                </a:xfrm>
                <a:custGeom>
                  <a:avLst/>
                  <a:gdLst>
                    <a:gd name="T0" fmla="*/ 0 w 226"/>
                    <a:gd name="T1" fmla="*/ 0 h 118"/>
                    <a:gd name="T2" fmla="*/ 226 w 226"/>
                    <a:gd name="T3" fmla="*/ 9 h 118"/>
                    <a:gd name="T4" fmla="*/ 226 w 226"/>
                    <a:gd name="T5" fmla="*/ 118 h 118"/>
                    <a:gd name="T6" fmla="*/ 0 w 226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6"/>
                    <a:gd name="T13" fmla="*/ 0 h 118"/>
                    <a:gd name="T14" fmla="*/ 226 w 226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6" h="118">
                      <a:moveTo>
                        <a:pt x="0" y="0"/>
                      </a:moveTo>
                      <a:lnTo>
                        <a:pt x="226" y="9"/>
                      </a:lnTo>
                      <a:lnTo>
                        <a:pt x="226" y="1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F84A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1" name="Freeform 1168"/>
                <p:cNvSpPr>
                  <a:spLocks/>
                </p:cNvSpPr>
                <p:nvPr/>
              </p:nvSpPr>
              <p:spPr bwMode="auto">
                <a:xfrm>
                  <a:off x="191" y="998"/>
                  <a:ext cx="226" cy="118"/>
                </a:xfrm>
                <a:custGeom>
                  <a:avLst/>
                  <a:gdLst>
                    <a:gd name="T0" fmla="*/ 0 w 226"/>
                    <a:gd name="T1" fmla="*/ 0 h 118"/>
                    <a:gd name="T2" fmla="*/ 226 w 226"/>
                    <a:gd name="T3" fmla="*/ 9 h 118"/>
                    <a:gd name="T4" fmla="*/ 226 w 226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226"/>
                    <a:gd name="T10" fmla="*/ 0 h 118"/>
                    <a:gd name="T11" fmla="*/ 226 w 226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" h="118">
                      <a:moveTo>
                        <a:pt x="0" y="0"/>
                      </a:moveTo>
                      <a:lnTo>
                        <a:pt x="226" y="9"/>
                      </a:lnTo>
                      <a:lnTo>
                        <a:pt x="226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2" name="Freeform 1169"/>
                <p:cNvSpPr>
                  <a:spLocks/>
                </p:cNvSpPr>
                <p:nvPr/>
              </p:nvSpPr>
              <p:spPr bwMode="auto">
                <a:xfrm>
                  <a:off x="254" y="73"/>
                  <a:ext cx="64" cy="54"/>
                </a:xfrm>
                <a:custGeom>
                  <a:avLst/>
                  <a:gdLst>
                    <a:gd name="T0" fmla="*/ 64 w 64"/>
                    <a:gd name="T1" fmla="*/ 54 h 54"/>
                    <a:gd name="T2" fmla="*/ 0 w 64"/>
                    <a:gd name="T3" fmla="*/ 45 h 54"/>
                    <a:gd name="T4" fmla="*/ 27 w 64"/>
                    <a:gd name="T5" fmla="*/ 0 h 54"/>
                    <a:gd name="T6" fmla="*/ 64 w 64"/>
                    <a:gd name="T7" fmla="*/ 54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54"/>
                    <a:gd name="T14" fmla="*/ 64 w 64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54">
                      <a:moveTo>
                        <a:pt x="64" y="54"/>
                      </a:moveTo>
                      <a:lnTo>
                        <a:pt x="0" y="45"/>
                      </a:lnTo>
                      <a:lnTo>
                        <a:pt x="27" y="0"/>
                      </a:lnTo>
                      <a:lnTo>
                        <a:pt x="64" y="54"/>
                      </a:lnTo>
                      <a:close/>
                    </a:path>
                  </a:pathLst>
                </a:custGeom>
                <a:solidFill>
                  <a:srgbClr val="A5A0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3" name="Freeform 1170"/>
                <p:cNvSpPr>
                  <a:spLocks/>
                </p:cNvSpPr>
                <p:nvPr/>
              </p:nvSpPr>
              <p:spPr bwMode="auto">
                <a:xfrm>
                  <a:off x="254" y="73"/>
                  <a:ext cx="64" cy="54"/>
                </a:xfrm>
                <a:custGeom>
                  <a:avLst/>
                  <a:gdLst>
                    <a:gd name="T0" fmla="*/ 64 w 64"/>
                    <a:gd name="T1" fmla="*/ 54 h 54"/>
                    <a:gd name="T2" fmla="*/ 0 w 64"/>
                    <a:gd name="T3" fmla="*/ 45 h 54"/>
                    <a:gd name="T4" fmla="*/ 27 w 64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54"/>
                    <a:gd name="T11" fmla="*/ 64 w 64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54">
                      <a:moveTo>
                        <a:pt x="64" y="54"/>
                      </a:moveTo>
                      <a:lnTo>
                        <a:pt x="0" y="45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4" name="Freeform 1171"/>
                <p:cNvSpPr>
                  <a:spLocks/>
                </p:cNvSpPr>
                <p:nvPr/>
              </p:nvSpPr>
              <p:spPr bwMode="auto">
                <a:xfrm>
                  <a:off x="281" y="73"/>
                  <a:ext cx="46" cy="54"/>
                </a:xfrm>
                <a:custGeom>
                  <a:avLst/>
                  <a:gdLst>
                    <a:gd name="T0" fmla="*/ 0 w 46"/>
                    <a:gd name="T1" fmla="*/ 0 h 54"/>
                    <a:gd name="T2" fmla="*/ 46 w 46"/>
                    <a:gd name="T3" fmla="*/ 9 h 54"/>
                    <a:gd name="T4" fmla="*/ 37 w 46"/>
                    <a:gd name="T5" fmla="*/ 54 h 54"/>
                    <a:gd name="T6" fmla="*/ 0 w 46"/>
                    <a:gd name="T7" fmla="*/ 0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6"/>
                    <a:gd name="T13" fmla="*/ 0 h 54"/>
                    <a:gd name="T14" fmla="*/ 46 w 46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6" h="54">
                      <a:moveTo>
                        <a:pt x="0" y="0"/>
                      </a:moveTo>
                      <a:lnTo>
                        <a:pt x="46" y="9"/>
                      </a:lnTo>
                      <a:lnTo>
                        <a:pt x="37" y="5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5A0D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5" name="Freeform 1172"/>
                <p:cNvSpPr>
                  <a:spLocks/>
                </p:cNvSpPr>
                <p:nvPr/>
              </p:nvSpPr>
              <p:spPr bwMode="auto">
                <a:xfrm>
                  <a:off x="281" y="73"/>
                  <a:ext cx="46" cy="54"/>
                </a:xfrm>
                <a:custGeom>
                  <a:avLst/>
                  <a:gdLst>
                    <a:gd name="T0" fmla="*/ 0 w 46"/>
                    <a:gd name="T1" fmla="*/ 0 h 54"/>
                    <a:gd name="T2" fmla="*/ 46 w 46"/>
                    <a:gd name="T3" fmla="*/ 9 h 54"/>
                    <a:gd name="T4" fmla="*/ 37 w 46"/>
                    <a:gd name="T5" fmla="*/ 54 h 54"/>
                    <a:gd name="T6" fmla="*/ 0 60000 65536"/>
                    <a:gd name="T7" fmla="*/ 0 60000 65536"/>
                    <a:gd name="T8" fmla="*/ 0 60000 65536"/>
                    <a:gd name="T9" fmla="*/ 0 w 46"/>
                    <a:gd name="T10" fmla="*/ 0 h 54"/>
                    <a:gd name="T11" fmla="*/ 46 w 46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6" h="54">
                      <a:moveTo>
                        <a:pt x="0" y="0"/>
                      </a:moveTo>
                      <a:lnTo>
                        <a:pt x="46" y="9"/>
                      </a:lnTo>
                      <a:lnTo>
                        <a:pt x="37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6" name="Freeform 1173"/>
                <p:cNvSpPr>
                  <a:spLocks/>
                </p:cNvSpPr>
                <p:nvPr/>
              </p:nvSpPr>
              <p:spPr bwMode="auto">
                <a:xfrm>
                  <a:off x="436" y="100"/>
                  <a:ext cx="81" cy="45"/>
                </a:xfrm>
                <a:custGeom>
                  <a:avLst/>
                  <a:gdLst>
                    <a:gd name="T0" fmla="*/ 0 w 81"/>
                    <a:gd name="T1" fmla="*/ 18 h 45"/>
                    <a:gd name="T2" fmla="*/ 45 w 81"/>
                    <a:gd name="T3" fmla="*/ 0 h 45"/>
                    <a:gd name="T4" fmla="*/ 81 w 81"/>
                    <a:gd name="T5" fmla="*/ 45 h 45"/>
                    <a:gd name="T6" fmla="*/ 0 w 81"/>
                    <a:gd name="T7" fmla="*/ 18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45"/>
                    <a:gd name="T14" fmla="*/ 81 w 81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45">
                      <a:moveTo>
                        <a:pt x="0" y="18"/>
                      </a:moveTo>
                      <a:lnTo>
                        <a:pt x="45" y="0"/>
                      </a:lnTo>
                      <a:lnTo>
                        <a:pt x="81" y="45"/>
                      </a:lnTo>
                      <a:lnTo>
                        <a:pt x="0" y="18"/>
                      </a:lnTo>
                      <a:close/>
                    </a:path>
                  </a:pathLst>
                </a:custGeom>
                <a:solidFill>
                  <a:srgbClr val="C6B7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7" name="Freeform 1174"/>
                <p:cNvSpPr>
                  <a:spLocks/>
                </p:cNvSpPr>
                <p:nvPr/>
              </p:nvSpPr>
              <p:spPr bwMode="auto">
                <a:xfrm>
                  <a:off x="436" y="100"/>
                  <a:ext cx="81" cy="45"/>
                </a:xfrm>
                <a:custGeom>
                  <a:avLst/>
                  <a:gdLst>
                    <a:gd name="T0" fmla="*/ 0 w 81"/>
                    <a:gd name="T1" fmla="*/ 18 h 45"/>
                    <a:gd name="T2" fmla="*/ 45 w 81"/>
                    <a:gd name="T3" fmla="*/ 0 h 45"/>
                    <a:gd name="T4" fmla="*/ 81 w 81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45"/>
                    <a:gd name="T11" fmla="*/ 81 w 81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45">
                      <a:moveTo>
                        <a:pt x="0" y="18"/>
                      </a:moveTo>
                      <a:lnTo>
                        <a:pt x="45" y="0"/>
                      </a:lnTo>
                      <a:lnTo>
                        <a:pt x="81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8" name="Freeform 1175"/>
                <p:cNvSpPr>
                  <a:spLocks/>
                </p:cNvSpPr>
                <p:nvPr/>
              </p:nvSpPr>
              <p:spPr bwMode="auto">
                <a:xfrm>
                  <a:off x="417" y="82"/>
                  <a:ext cx="64" cy="36"/>
                </a:xfrm>
                <a:custGeom>
                  <a:avLst/>
                  <a:gdLst>
                    <a:gd name="T0" fmla="*/ 64 w 64"/>
                    <a:gd name="T1" fmla="*/ 18 h 36"/>
                    <a:gd name="T2" fmla="*/ 19 w 64"/>
                    <a:gd name="T3" fmla="*/ 36 h 36"/>
                    <a:gd name="T4" fmla="*/ 0 w 64"/>
                    <a:gd name="T5" fmla="*/ 0 h 36"/>
                    <a:gd name="T6" fmla="*/ 64 w 64"/>
                    <a:gd name="T7" fmla="*/ 18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36"/>
                    <a:gd name="T14" fmla="*/ 64 w 6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36">
                      <a:moveTo>
                        <a:pt x="64" y="18"/>
                      </a:moveTo>
                      <a:lnTo>
                        <a:pt x="19" y="36"/>
                      </a:lnTo>
                      <a:lnTo>
                        <a:pt x="0" y="0"/>
                      </a:lnTo>
                      <a:lnTo>
                        <a:pt x="64" y="18"/>
                      </a:lnTo>
                      <a:close/>
                    </a:path>
                  </a:pathLst>
                </a:custGeom>
                <a:solidFill>
                  <a:srgbClr val="C2BAD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69" name="Freeform 1176"/>
                <p:cNvSpPr>
                  <a:spLocks/>
                </p:cNvSpPr>
                <p:nvPr/>
              </p:nvSpPr>
              <p:spPr bwMode="auto">
                <a:xfrm>
                  <a:off x="417" y="82"/>
                  <a:ext cx="64" cy="36"/>
                </a:xfrm>
                <a:custGeom>
                  <a:avLst/>
                  <a:gdLst>
                    <a:gd name="T0" fmla="*/ 64 w 64"/>
                    <a:gd name="T1" fmla="*/ 18 h 36"/>
                    <a:gd name="T2" fmla="*/ 19 w 64"/>
                    <a:gd name="T3" fmla="*/ 36 h 36"/>
                    <a:gd name="T4" fmla="*/ 0 w 64"/>
                    <a:gd name="T5" fmla="*/ 0 h 36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36"/>
                    <a:gd name="T11" fmla="*/ 64 w 6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36">
                      <a:moveTo>
                        <a:pt x="64" y="18"/>
                      </a:moveTo>
                      <a:lnTo>
                        <a:pt x="19" y="3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0" name="Freeform 1177"/>
                <p:cNvSpPr>
                  <a:spLocks/>
                </p:cNvSpPr>
                <p:nvPr/>
              </p:nvSpPr>
              <p:spPr bwMode="auto">
                <a:xfrm>
                  <a:off x="408" y="799"/>
                  <a:ext cx="209" cy="108"/>
                </a:xfrm>
                <a:custGeom>
                  <a:avLst/>
                  <a:gdLst>
                    <a:gd name="T0" fmla="*/ 209 w 209"/>
                    <a:gd name="T1" fmla="*/ 72 h 108"/>
                    <a:gd name="T2" fmla="*/ 0 w 209"/>
                    <a:gd name="T3" fmla="*/ 108 h 108"/>
                    <a:gd name="T4" fmla="*/ 0 w 209"/>
                    <a:gd name="T5" fmla="*/ 0 h 108"/>
                    <a:gd name="T6" fmla="*/ 209 w 209"/>
                    <a:gd name="T7" fmla="*/ 72 h 10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08"/>
                    <a:gd name="T14" fmla="*/ 209 w 209"/>
                    <a:gd name="T15" fmla="*/ 108 h 10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08">
                      <a:moveTo>
                        <a:pt x="209" y="72"/>
                      </a:moveTo>
                      <a:lnTo>
                        <a:pt x="0" y="108"/>
                      </a:lnTo>
                      <a:lnTo>
                        <a:pt x="0" y="0"/>
                      </a:lnTo>
                      <a:lnTo>
                        <a:pt x="209" y="72"/>
                      </a:lnTo>
                      <a:close/>
                    </a:path>
                  </a:pathLst>
                </a:custGeom>
                <a:solidFill>
                  <a:srgbClr val="C196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1" name="Freeform 1178"/>
                <p:cNvSpPr>
                  <a:spLocks/>
                </p:cNvSpPr>
                <p:nvPr/>
              </p:nvSpPr>
              <p:spPr bwMode="auto">
                <a:xfrm>
                  <a:off x="408" y="799"/>
                  <a:ext cx="209" cy="108"/>
                </a:xfrm>
                <a:custGeom>
                  <a:avLst/>
                  <a:gdLst>
                    <a:gd name="T0" fmla="*/ 209 w 209"/>
                    <a:gd name="T1" fmla="*/ 72 h 108"/>
                    <a:gd name="T2" fmla="*/ 0 w 209"/>
                    <a:gd name="T3" fmla="*/ 108 h 108"/>
                    <a:gd name="T4" fmla="*/ 0 w 209"/>
                    <a:gd name="T5" fmla="*/ 0 h 108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08"/>
                    <a:gd name="T11" fmla="*/ 209 w 209"/>
                    <a:gd name="T12" fmla="*/ 108 h 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08">
                      <a:moveTo>
                        <a:pt x="209" y="72"/>
                      </a:moveTo>
                      <a:lnTo>
                        <a:pt x="0" y="108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2" name="Freeform 1179"/>
                <p:cNvSpPr>
                  <a:spLocks/>
                </p:cNvSpPr>
                <p:nvPr/>
              </p:nvSpPr>
              <p:spPr bwMode="auto">
                <a:xfrm>
                  <a:off x="408" y="771"/>
                  <a:ext cx="209" cy="100"/>
                </a:xfrm>
                <a:custGeom>
                  <a:avLst/>
                  <a:gdLst>
                    <a:gd name="T0" fmla="*/ 0 w 209"/>
                    <a:gd name="T1" fmla="*/ 28 h 100"/>
                    <a:gd name="T2" fmla="*/ 191 w 209"/>
                    <a:gd name="T3" fmla="*/ 0 h 100"/>
                    <a:gd name="T4" fmla="*/ 209 w 209"/>
                    <a:gd name="T5" fmla="*/ 100 h 100"/>
                    <a:gd name="T6" fmla="*/ 0 w 209"/>
                    <a:gd name="T7" fmla="*/ 28 h 1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9"/>
                    <a:gd name="T13" fmla="*/ 0 h 100"/>
                    <a:gd name="T14" fmla="*/ 209 w 209"/>
                    <a:gd name="T15" fmla="*/ 100 h 1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9" h="100">
                      <a:moveTo>
                        <a:pt x="0" y="28"/>
                      </a:moveTo>
                      <a:lnTo>
                        <a:pt x="191" y="0"/>
                      </a:lnTo>
                      <a:lnTo>
                        <a:pt x="209" y="100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196A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3" name="Freeform 1180"/>
                <p:cNvSpPr>
                  <a:spLocks/>
                </p:cNvSpPr>
                <p:nvPr/>
              </p:nvSpPr>
              <p:spPr bwMode="auto">
                <a:xfrm>
                  <a:off x="408" y="771"/>
                  <a:ext cx="209" cy="100"/>
                </a:xfrm>
                <a:custGeom>
                  <a:avLst/>
                  <a:gdLst>
                    <a:gd name="T0" fmla="*/ 0 w 209"/>
                    <a:gd name="T1" fmla="*/ 28 h 100"/>
                    <a:gd name="T2" fmla="*/ 191 w 209"/>
                    <a:gd name="T3" fmla="*/ 0 h 100"/>
                    <a:gd name="T4" fmla="*/ 209 w 209"/>
                    <a:gd name="T5" fmla="*/ 100 h 100"/>
                    <a:gd name="T6" fmla="*/ 0 60000 65536"/>
                    <a:gd name="T7" fmla="*/ 0 60000 65536"/>
                    <a:gd name="T8" fmla="*/ 0 60000 65536"/>
                    <a:gd name="T9" fmla="*/ 0 w 209"/>
                    <a:gd name="T10" fmla="*/ 0 h 100"/>
                    <a:gd name="T11" fmla="*/ 209 w 209"/>
                    <a:gd name="T12" fmla="*/ 100 h 1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9" h="100">
                      <a:moveTo>
                        <a:pt x="0" y="28"/>
                      </a:moveTo>
                      <a:lnTo>
                        <a:pt x="191" y="0"/>
                      </a:lnTo>
                      <a:lnTo>
                        <a:pt x="209" y="10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4" name="Freeform 1181"/>
                <p:cNvSpPr>
                  <a:spLocks/>
                </p:cNvSpPr>
                <p:nvPr/>
              </p:nvSpPr>
              <p:spPr bwMode="auto">
                <a:xfrm>
                  <a:off x="55" y="653"/>
                  <a:ext cx="163" cy="137"/>
                </a:xfrm>
                <a:custGeom>
                  <a:avLst/>
                  <a:gdLst>
                    <a:gd name="T0" fmla="*/ 0 w 163"/>
                    <a:gd name="T1" fmla="*/ 0 h 137"/>
                    <a:gd name="T2" fmla="*/ 163 w 163"/>
                    <a:gd name="T3" fmla="*/ 46 h 137"/>
                    <a:gd name="T4" fmla="*/ 154 w 163"/>
                    <a:gd name="T5" fmla="*/ 137 h 137"/>
                    <a:gd name="T6" fmla="*/ 0 w 163"/>
                    <a:gd name="T7" fmla="*/ 0 h 1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37"/>
                    <a:gd name="T14" fmla="*/ 163 w 163"/>
                    <a:gd name="T15" fmla="*/ 137 h 1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37">
                      <a:moveTo>
                        <a:pt x="0" y="0"/>
                      </a:moveTo>
                      <a:lnTo>
                        <a:pt x="163" y="46"/>
                      </a:lnTo>
                      <a:lnTo>
                        <a:pt x="154" y="13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D7BA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5" name="Freeform 1182"/>
                <p:cNvSpPr>
                  <a:spLocks/>
                </p:cNvSpPr>
                <p:nvPr/>
              </p:nvSpPr>
              <p:spPr bwMode="auto">
                <a:xfrm>
                  <a:off x="55" y="653"/>
                  <a:ext cx="163" cy="137"/>
                </a:xfrm>
                <a:custGeom>
                  <a:avLst/>
                  <a:gdLst>
                    <a:gd name="T0" fmla="*/ 0 w 163"/>
                    <a:gd name="T1" fmla="*/ 0 h 137"/>
                    <a:gd name="T2" fmla="*/ 163 w 163"/>
                    <a:gd name="T3" fmla="*/ 46 h 137"/>
                    <a:gd name="T4" fmla="*/ 154 w 163"/>
                    <a:gd name="T5" fmla="*/ 137 h 137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37"/>
                    <a:gd name="T11" fmla="*/ 163 w 163"/>
                    <a:gd name="T12" fmla="*/ 137 h 13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37">
                      <a:moveTo>
                        <a:pt x="0" y="0"/>
                      </a:moveTo>
                      <a:lnTo>
                        <a:pt x="163" y="46"/>
                      </a:lnTo>
                      <a:lnTo>
                        <a:pt x="154" y="137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6" name="Freeform 1183"/>
                <p:cNvSpPr>
                  <a:spLocks/>
                </p:cNvSpPr>
                <p:nvPr/>
              </p:nvSpPr>
              <p:spPr bwMode="auto">
                <a:xfrm>
                  <a:off x="55" y="563"/>
                  <a:ext cx="163" cy="136"/>
                </a:xfrm>
                <a:custGeom>
                  <a:avLst/>
                  <a:gdLst>
                    <a:gd name="T0" fmla="*/ 163 w 163"/>
                    <a:gd name="T1" fmla="*/ 136 h 136"/>
                    <a:gd name="T2" fmla="*/ 0 w 163"/>
                    <a:gd name="T3" fmla="*/ 90 h 136"/>
                    <a:gd name="T4" fmla="*/ 27 w 163"/>
                    <a:gd name="T5" fmla="*/ 0 h 136"/>
                    <a:gd name="T6" fmla="*/ 163 w 163"/>
                    <a:gd name="T7" fmla="*/ 136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63"/>
                    <a:gd name="T13" fmla="*/ 0 h 136"/>
                    <a:gd name="T14" fmla="*/ 163 w 163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63" h="136">
                      <a:moveTo>
                        <a:pt x="163" y="136"/>
                      </a:moveTo>
                      <a:lnTo>
                        <a:pt x="0" y="90"/>
                      </a:lnTo>
                      <a:lnTo>
                        <a:pt x="27" y="0"/>
                      </a:lnTo>
                      <a:lnTo>
                        <a:pt x="163" y="136"/>
                      </a:lnTo>
                      <a:close/>
                    </a:path>
                  </a:pathLst>
                </a:custGeom>
                <a:solidFill>
                  <a:srgbClr val="9D7DA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7" name="Freeform 1184"/>
                <p:cNvSpPr>
                  <a:spLocks/>
                </p:cNvSpPr>
                <p:nvPr/>
              </p:nvSpPr>
              <p:spPr bwMode="auto">
                <a:xfrm>
                  <a:off x="55" y="563"/>
                  <a:ext cx="163" cy="136"/>
                </a:xfrm>
                <a:custGeom>
                  <a:avLst/>
                  <a:gdLst>
                    <a:gd name="T0" fmla="*/ 163 w 163"/>
                    <a:gd name="T1" fmla="*/ 136 h 136"/>
                    <a:gd name="T2" fmla="*/ 0 w 163"/>
                    <a:gd name="T3" fmla="*/ 90 h 136"/>
                    <a:gd name="T4" fmla="*/ 27 w 163"/>
                    <a:gd name="T5" fmla="*/ 0 h 136"/>
                    <a:gd name="T6" fmla="*/ 0 60000 65536"/>
                    <a:gd name="T7" fmla="*/ 0 60000 65536"/>
                    <a:gd name="T8" fmla="*/ 0 60000 65536"/>
                    <a:gd name="T9" fmla="*/ 0 w 163"/>
                    <a:gd name="T10" fmla="*/ 0 h 136"/>
                    <a:gd name="T11" fmla="*/ 163 w 163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63" h="136">
                      <a:moveTo>
                        <a:pt x="163" y="136"/>
                      </a:moveTo>
                      <a:lnTo>
                        <a:pt x="0" y="90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8" name="Freeform 1185"/>
                <p:cNvSpPr>
                  <a:spLocks/>
                </p:cNvSpPr>
                <p:nvPr/>
              </p:nvSpPr>
              <p:spPr bwMode="auto">
                <a:xfrm>
                  <a:off x="508" y="354"/>
                  <a:ext cx="127" cy="73"/>
                </a:xfrm>
                <a:custGeom>
                  <a:avLst/>
                  <a:gdLst>
                    <a:gd name="T0" fmla="*/ 127 w 127"/>
                    <a:gd name="T1" fmla="*/ 27 h 73"/>
                    <a:gd name="T2" fmla="*/ 18 w 127"/>
                    <a:gd name="T3" fmla="*/ 73 h 73"/>
                    <a:gd name="T4" fmla="*/ 0 w 127"/>
                    <a:gd name="T5" fmla="*/ 0 h 73"/>
                    <a:gd name="T6" fmla="*/ 127 w 127"/>
                    <a:gd name="T7" fmla="*/ 27 h 7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73"/>
                    <a:gd name="T14" fmla="*/ 127 w 127"/>
                    <a:gd name="T15" fmla="*/ 73 h 7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73">
                      <a:moveTo>
                        <a:pt x="127" y="27"/>
                      </a:moveTo>
                      <a:lnTo>
                        <a:pt x="18" y="73"/>
                      </a:lnTo>
                      <a:lnTo>
                        <a:pt x="0" y="0"/>
                      </a:lnTo>
                      <a:lnTo>
                        <a:pt x="127" y="27"/>
                      </a:lnTo>
                      <a:close/>
                    </a:path>
                  </a:pathLst>
                </a:custGeom>
                <a:solidFill>
                  <a:srgbClr val="CEAE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79" name="Freeform 1186"/>
                <p:cNvSpPr>
                  <a:spLocks/>
                </p:cNvSpPr>
                <p:nvPr/>
              </p:nvSpPr>
              <p:spPr bwMode="auto">
                <a:xfrm>
                  <a:off x="508" y="354"/>
                  <a:ext cx="127" cy="73"/>
                </a:xfrm>
                <a:custGeom>
                  <a:avLst/>
                  <a:gdLst>
                    <a:gd name="T0" fmla="*/ 127 w 127"/>
                    <a:gd name="T1" fmla="*/ 27 h 73"/>
                    <a:gd name="T2" fmla="*/ 18 w 127"/>
                    <a:gd name="T3" fmla="*/ 73 h 73"/>
                    <a:gd name="T4" fmla="*/ 0 w 127"/>
                    <a:gd name="T5" fmla="*/ 0 h 73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73"/>
                    <a:gd name="T11" fmla="*/ 127 w 127"/>
                    <a:gd name="T12" fmla="*/ 73 h 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73">
                      <a:moveTo>
                        <a:pt x="127" y="27"/>
                      </a:moveTo>
                      <a:lnTo>
                        <a:pt x="18" y="7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0" name="Freeform 1187"/>
                <p:cNvSpPr>
                  <a:spLocks/>
                </p:cNvSpPr>
                <p:nvPr/>
              </p:nvSpPr>
              <p:spPr bwMode="auto">
                <a:xfrm>
                  <a:off x="508" y="318"/>
                  <a:ext cx="127" cy="63"/>
                </a:xfrm>
                <a:custGeom>
                  <a:avLst/>
                  <a:gdLst>
                    <a:gd name="T0" fmla="*/ 0 w 127"/>
                    <a:gd name="T1" fmla="*/ 36 h 63"/>
                    <a:gd name="T2" fmla="*/ 100 w 127"/>
                    <a:gd name="T3" fmla="*/ 0 h 63"/>
                    <a:gd name="T4" fmla="*/ 127 w 127"/>
                    <a:gd name="T5" fmla="*/ 63 h 63"/>
                    <a:gd name="T6" fmla="*/ 0 w 127"/>
                    <a:gd name="T7" fmla="*/ 36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27"/>
                    <a:gd name="T13" fmla="*/ 0 h 63"/>
                    <a:gd name="T14" fmla="*/ 127 w 127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27" h="63">
                      <a:moveTo>
                        <a:pt x="0" y="36"/>
                      </a:moveTo>
                      <a:lnTo>
                        <a:pt x="100" y="0"/>
                      </a:lnTo>
                      <a:lnTo>
                        <a:pt x="127" y="63"/>
                      </a:lnTo>
                      <a:lnTo>
                        <a:pt x="0" y="36"/>
                      </a:lnTo>
                      <a:close/>
                    </a:path>
                  </a:pathLst>
                </a:custGeom>
                <a:solidFill>
                  <a:srgbClr val="CEAEB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1" name="Freeform 1188"/>
                <p:cNvSpPr>
                  <a:spLocks/>
                </p:cNvSpPr>
                <p:nvPr/>
              </p:nvSpPr>
              <p:spPr bwMode="auto">
                <a:xfrm>
                  <a:off x="508" y="318"/>
                  <a:ext cx="127" cy="63"/>
                </a:xfrm>
                <a:custGeom>
                  <a:avLst/>
                  <a:gdLst>
                    <a:gd name="T0" fmla="*/ 0 w 127"/>
                    <a:gd name="T1" fmla="*/ 36 h 63"/>
                    <a:gd name="T2" fmla="*/ 100 w 127"/>
                    <a:gd name="T3" fmla="*/ 0 h 63"/>
                    <a:gd name="T4" fmla="*/ 127 w 127"/>
                    <a:gd name="T5" fmla="*/ 63 h 63"/>
                    <a:gd name="T6" fmla="*/ 0 60000 65536"/>
                    <a:gd name="T7" fmla="*/ 0 60000 65536"/>
                    <a:gd name="T8" fmla="*/ 0 60000 65536"/>
                    <a:gd name="T9" fmla="*/ 0 w 127"/>
                    <a:gd name="T10" fmla="*/ 0 h 63"/>
                    <a:gd name="T11" fmla="*/ 127 w 127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27" h="63">
                      <a:moveTo>
                        <a:pt x="0" y="36"/>
                      </a:moveTo>
                      <a:lnTo>
                        <a:pt x="100" y="0"/>
                      </a:lnTo>
                      <a:lnTo>
                        <a:pt x="127" y="63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2" name="Freeform 1189"/>
                <p:cNvSpPr>
                  <a:spLocks/>
                </p:cNvSpPr>
                <p:nvPr/>
              </p:nvSpPr>
              <p:spPr bwMode="auto">
                <a:xfrm>
                  <a:off x="372" y="82"/>
                  <a:ext cx="64" cy="36"/>
                </a:xfrm>
                <a:custGeom>
                  <a:avLst/>
                  <a:gdLst>
                    <a:gd name="T0" fmla="*/ 0 w 64"/>
                    <a:gd name="T1" fmla="*/ 0 h 36"/>
                    <a:gd name="T2" fmla="*/ 45 w 64"/>
                    <a:gd name="T3" fmla="*/ 0 h 36"/>
                    <a:gd name="T4" fmla="*/ 64 w 64"/>
                    <a:gd name="T5" fmla="*/ 36 h 36"/>
                    <a:gd name="T6" fmla="*/ 0 w 64"/>
                    <a:gd name="T7" fmla="*/ 0 h 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36"/>
                    <a:gd name="T14" fmla="*/ 64 w 64"/>
                    <a:gd name="T15" fmla="*/ 36 h 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36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64" y="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AB0D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3" name="Freeform 1190"/>
                <p:cNvSpPr>
                  <a:spLocks/>
                </p:cNvSpPr>
                <p:nvPr/>
              </p:nvSpPr>
              <p:spPr bwMode="auto">
                <a:xfrm>
                  <a:off x="372" y="82"/>
                  <a:ext cx="64" cy="36"/>
                </a:xfrm>
                <a:custGeom>
                  <a:avLst/>
                  <a:gdLst>
                    <a:gd name="T0" fmla="*/ 0 w 64"/>
                    <a:gd name="T1" fmla="*/ 0 h 36"/>
                    <a:gd name="T2" fmla="*/ 45 w 64"/>
                    <a:gd name="T3" fmla="*/ 0 h 36"/>
                    <a:gd name="T4" fmla="*/ 64 w 64"/>
                    <a:gd name="T5" fmla="*/ 36 h 36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36"/>
                    <a:gd name="T11" fmla="*/ 64 w 64"/>
                    <a:gd name="T12" fmla="*/ 36 h 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36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64" y="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4" name="Freeform 1191"/>
                <p:cNvSpPr>
                  <a:spLocks/>
                </p:cNvSpPr>
                <p:nvPr/>
              </p:nvSpPr>
              <p:spPr bwMode="auto">
                <a:xfrm>
                  <a:off x="191" y="889"/>
                  <a:ext cx="226" cy="118"/>
                </a:xfrm>
                <a:custGeom>
                  <a:avLst/>
                  <a:gdLst>
                    <a:gd name="T0" fmla="*/ 226 w 226"/>
                    <a:gd name="T1" fmla="*/ 118 h 118"/>
                    <a:gd name="T2" fmla="*/ 0 w 226"/>
                    <a:gd name="T3" fmla="*/ 109 h 118"/>
                    <a:gd name="T4" fmla="*/ 9 w 226"/>
                    <a:gd name="T5" fmla="*/ 0 h 118"/>
                    <a:gd name="T6" fmla="*/ 226 w 226"/>
                    <a:gd name="T7" fmla="*/ 118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26"/>
                    <a:gd name="T13" fmla="*/ 0 h 118"/>
                    <a:gd name="T14" fmla="*/ 226 w 226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26" h="118">
                      <a:moveTo>
                        <a:pt x="226" y="118"/>
                      </a:moveTo>
                      <a:lnTo>
                        <a:pt x="0" y="109"/>
                      </a:lnTo>
                      <a:lnTo>
                        <a:pt x="9" y="0"/>
                      </a:lnTo>
                      <a:lnTo>
                        <a:pt x="226" y="118"/>
                      </a:lnTo>
                      <a:close/>
                    </a:path>
                  </a:pathLst>
                </a:custGeom>
                <a:solidFill>
                  <a:srgbClr val="B085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5" name="Freeform 1192"/>
                <p:cNvSpPr>
                  <a:spLocks/>
                </p:cNvSpPr>
                <p:nvPr/>
              </p:nvSpPr>
              <p:spPr bwMode="auto">
                <a:xfrm>
                  <a:off x="191" y="889"/>
                  <a:ext cx="226" cy="118"/>
                </a:xfrm>
                <a:custGeom>
                  <a:avLst/>
                  <a:gdLst>
                    <a:gd name="T0" fmla="*/ 226 w 226"/>
                    <a:gd name="T1" fmla="*/ 118 h 118"/>
                    <a:gd name="T2" fmla="*/ 0 w 226"/>
                    <a:gd name="T3" fmla="*/ 109 h 118"/>
                    <a:gd name="T4" fmla="*/ 9 w 226"/>
                    <a:gd name="T5" fmla="*/ 0 h 118"/>
                    <a:gd name="T6" fmla="*/ 0 60000 65536"/>
                    <a:gd name="T7" fmla="*/ 0 60000 65536"/>
                    <a:gd name="T8" fmla="*/ 0 60000 65536"/>
                    <a:gd name="T9" fmla="*/ 0 w 226"/>
                    <a:gd name="T10" fmla="*/ 0 h 118"/>
                    <a:gd name="T11" fmla="*/ 226 w 226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26" h="118">
                      <a:moveTo>
                        <a:pt x="226" y="118"/>
                      </a:moveTo>
                      <a:lnTo>
                        <a:pt x="0" y="109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6" name="Freeform 1193"/>
                <p:cNvSpPr>
                  <a:spLocks/>
                </p:cNvSpPr>
                <p:nvPr/>
              </p:nvSpPr>
              <p:spPr bwMode="auto">
                <a:xfrm>
                  <a:off x="454" y="145"/>
                  <a:ext cx="90" cy="55"/>
                </a:xfrm>
                <a:custGeom>
                  <a:avLst/>
                  <a:gdLst>
                    <a:gd name="T0" fmla="*/ 0 w 90"/>
                    <a:gd name="T1" fmla="*/ 28 h 55"/>
                    <a:gd name="T2" fmla="*/ 63 w 90"/>
                    <a:gd name="T3" fmla="*/ 0 h 55"/>
                    <a:gd name="T4" fmla="*/ 90 w 90"/>
                    <a:gd name="T5" fmla="*/ 55 h 55"/>
                    <a:gd name="T6" fmla="*/ 0 w 90"/>
                    <a:gd name="T7" fmla="*/ 28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55"/>
                    <a:gd name="T14" fmla="*/ 90 w 90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55">
                      <a:moveTo>
                        <a:pt x="0" y="28"/>
                      </a:moveTo>
                      <a:lnTo>
                        <a:pt x="63" y="0"/>
                      </a:lnTo>
                      <a:lnTo>
                        <a:pt x="90" y="55"/>
                      </a:lnTo>
                      <a:lnTo>
                        <a:pt x="0" y="28"/>
                      </a:lnTo>
                      <a:close/>
                    </a:path>
                  </a:pathLst>
                </a:custGeom>
                <a:solidFill>
                  <a:srgbClr val="C9B4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7" name="Freeform 1194"/>
                <p:cNvSpPr>
                  <a:spLocks/>
                </p:cNvSpPr>
                <p:nvPr/>
              </p:nvSpPr>
              <p:spPr bwMode="auto">
                <a:xfrm>
                  <a:off x="454" y="145"/>
                  <a:ext cx="90" cy="55"/>
                </a:xfrm>
                <a:custGeom>
                  <a:avLst/>
                  <a:gdLst>
                    <a:gd name="T0" fmla="*/ 0 w 90"/>
                    <a:gd name="T1" fmla="*/ 28 h 55"/>
                    <a:gd name="T2" fmla="*/ 63 w 90"/>
                    <a:gd name="T3" fmla="*/ 0 h 55"/>
                    <a:gd name="T4" fmla="*/ 90 w 90"/>
                    <a:gd name="T5" fmla="*/ 55 h 55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55"/>
                    <a:gd name="T11" fmla="*/ 90 w 90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55">
                      <a:moveTo>
                        <a:pt x="0" y="28"/>
                      </a:moveTo>
                      <a:lnTo>
                        <a:pt x="63" y="0"/>
                      </a:lnTo>
                      <a:lnTo>
                        <a:pt x="90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8" name="Freeform 1195"/>
                <p:cNvSpPr>
                  <a:spLocks/>
                </p:cNvSpPr>
                <p:nvPr/>
              </p:nvSpPr>
              <p:spPr bwMode="auto">
                <a:xfrm>
                  <a:off x="436" y="118"/>
                  <a:ext cx="81" cy="55"/>
                </a:xfrm>
                <a:custGeom>
                  <a:avLst/>
                  <a:gdLst>
                    <a:gd name="T0" fmla="*/ 81 w 81"/>
                    <a:gd name="T1" fmla="*/ 27 h 55"/>
                    <a:gd name="T2" fmla="*/ 18 w 81"/>
                    <a:gd name="T3" fmla="*/ 55 h 55"/>
                    <a:gd name="T4" fmla="*/ 0 w 81"/>
                    <a:gd name="T5" fmla="*/ 0 h 55"/>
                    <a:gd name="T6" fmla="*/ 81 w 81"/>
                    <a:gd name="T7" fmla="*/ 27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55"/>
                    <a:gd name="T14" fmla="*/ 81 w 81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55">
                      <a:moveTo>
                        <a:pt x="81" y="27"/>
                      </a:moveTo>
                      <a:lnTo>
                        <a:pt x="18" y="55"/>
                      </a:lnTo>
                      <a:lnTo>
                        <a:pt x="0" y="0"/>
                      </a:lnTo>
                      <a:lnTo>
                        <a:pt x="81" y="27"/>
                      </a:lnTo>
                      <a:close/>
                    </a:path>
                  </a:pathLst>
                </a:custGeom>
                <a:solidFill>
                  <a:srgbClr val="C6B7C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89" name="Freeform 1196"/>
                <p:cNvSpPr>
                  <a:spLocks/>
                </p:cNvSpPr>
                <p:nvPr/>
              </p:nvSpPr>
              <p:spPr bwMode="auto">
                <a:xfrm>
                  <a:off x="436" y="118"/>
                  <a:ext cx="81" cy="55"/>
                </a:xfrm>
                <a:custGeom>
                  <a:avLst/>
                  <a:gdLst>
                    <a:gd name="T0" fmla="*/ 81 w 81"/>
                    <a:gd name="T1" fmla="*/ 27 h 55"/>
                    <a:gd name="T2" fmla="*/ 18 w 81"/>
                    <a:gd name="T3" fmla="*/ 55 h 55"/>
                    <a:gd name="T4" fmla="*/ 0 w 81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55"/>
                    <a:gd name="T11" fmla="*/ 81 w 81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55">
                      <a:moveTo>
                        <a:pt x="81" y="27"/>
                      </a:moveTo>
                      <a:lnTo>
                        <a:pt x="18" y="5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0" name="Freeform 1197"/>
                <p:cNvSpPr>
                  <a:spLocks/>
                </p:cNvSpPr>
                <p:nvPr/>
              </p:nvSpPr>
              <p:spPr bwMode="auto">
                <a:xfrm>
                  <a:off x="490" y="291"/>
                  <a:ext cx="118" cy="63"/>
                </a:xfrm>
                <a:custGeom>
                  <a:avLst/>
                  <a:gdLst>
                    <a:gd name="T0" fmla="*/ 118 w 118"/>
                    <a:gd name="T1" fmla="*/ 27 h 63"/>
                    <a:gd name="T2" fmla="*/ 18 w 118"/>
                    <a:gd name="T3" fmla="*/ 63 h 63"/>
                    <a:gd name="T4" fmla="*/ 0 w 118"/>
                    <a:gd name="T5" fmla="*/ 0 h 63"/>
                    <a:gd name="T6" fmla="*/ 118 w 118"/>
                    <a:gd name="T7" fmla="*/ 27 h 63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63"/>
                    <a:gd name="T14" fmla="*/ 118 w 118"/>
                    <a:gd name="T15" fmla="*/ 63 h 63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63">
                      <a:moveTo>
                        <a:pt x="118" y="27"/>
                      </a:moveTo>
                      <a:lnTo>
                        <a:pt x="18" y="63"/>
                      </a:lnTo>
                      <a:lnTo>
                        <a:pt x="0" y="0"/>
                      </a:lnTo>
                      <a:lnTo>
                        <a:pt x="118" y="27"/>
                      </a:lnTo>
                      <a:close/>
                    </a:path>
                  </a:pathLst>
                </a:custGeom>
                <a:solidFill>
                  <a:srgbClr val="CDB0B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1" name="Freeform 1198"/>
                <p:cNvSpPr>
                  <a:spLocks/>
                </p:cNvSpPr>
                <p:nvPr/>
              </p:nvSpPr>
              <p:spPr bwMode="auto">
                <a:xfrm>
                  <a:off x="490" y="291"/>
                  <a:ext cx="118" cy="63"/>
                </a:xfrm>
                <a:custGeom>
                  <a:avLst/>
                  <a:gdLst>
                    <a:gd name="T0" fmla="*/ 118 w 118"/>
                    <a:gd name="T1" fmla="*/ 27 h 63"/>
                    <a:gd name="T2" fmla="*/ 18 w 118"/>
                    <a:gd name="T3" fmla="*/ 63 h 63"/>
                    <a:gd name="T4" fmla="*/ 0 w 118"/>
                    <a:gd name="T5" fmla="*/ 0 h 63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63"/>
                    <a:gd name="T11" fmla="*/ 118 w 118"/>
                    <a:gd name="T12" fmla="*/ 63 h 6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63">
                      <a:moveTo>
                        <a:pt x="118" y="27"/>
                      </a:moveTo>
                      <a:lnTo>
                        <a:pt x="18" y="63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2" name="Freeform 1199"/>
                <p:cNvSpPr>
                  <a:spLocks/>
                </p:cNvSpPr>
                <p:nvPr/>
              </p:nvSpPr>
              <p:spPr bwMode="auto">
                <a:xfrm>
                  <a:off x="490" y="254"/>
                  <a:ext cx="118" cy="64"/>
                </a:xfrm>
                <a:custGeom>
                  <a:avLst/>
                  <a:gdLst>
                    <a:gd name="T0" fmla="*/ 0 w 118"/>
                    <a:gd name="T1" fmla="*/ 37 h 64"/>
                    <a:gd name="T2" fmla="*/ 91 w 118"/>
                    <a:gd name="T3" fmla="*/ 0 h 64"/>
                    <a:gd name="T4" fmla="*/ 118 w 118"/>
                    <a:gd name="T5" fmla="*/ 64 h 64"/>
                    <a:gd name="T6" fmla="*/ 0 w 118"/>
                    <a:gd name="T7" fmla="*/ 37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18"/>
                    <a:gd name="T13" fmla="*/ 0 h 64"/>
                    <a:gd name="T14" fmla="*/ 118 w 118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18" h="64">
                      <a:moveTo>
                        <a:pt x="0" y="37"/>
                      </a:moveTo>
                      <a:lnTo>
                        <a:pt x="91" y="0"/>
                      </a:lnTo>
                      <a:lnTo>
                        <a:pt x="118" y="64"/>
                      </a:lnTo>
                      <a:lnTo>
                        <a:pt x="0" y="37"/>
                      </a:lnTo>
                      <a:close/>
                    </a:path>
                  </a:pathLst>
                </a:custGeom>
                <a:solidFill>
                  <a:srgbClr val="CDB0BD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3" name="Freeform 1200"/>
                <p:cNvSpPr>
                  <a:spLocks/>
                </p:cNvSpPr>
                <p:nvPr/>
              </p:nvSpPr>
              <p:spPr bwMode="auto">
                <a:xfrm>
                  <a:off x="490" y="254"/>
                  <a:ext cx="118" cy="64"/>
                </a:xfrm>
                <a:custGeom>
                  <a:avLst/>
                  <a:gdLst>
                    <a:gd name="T0" fmla="*/ 0 w 118"/>
                    <a:gd name="T1" fmla="*/ 37 h 64"/>
                    <a:gd name="T2" fmla="*/ 91 w 118"/>
                    <a:gd name="T3" fmla="*/ 0 h 64"/>
                    <a:gd name="T4" fmla="*/ 118 w 118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118"/>
                    <a:gd name="T10" fmla="*/ 0 h 64"/>
                    <a:gd name="T11" fmla="*/ 118 w 118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18" h="64">
                      <a:moveTo>
                        <a:pt x="0" y="37"/>
                      </a:moveTo>
                      <a:lnTo>
                        <a:pt x="91" y="0"/>
                      </a:lnTo>
                      <a:lnTo>
                        <a:pt x="118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4" name="Freeform 1201"/>
                <p:cNvSpPr>
                  <a:spLocks/>
                </p:cNvSpPr>
                <p:nvPr/>
              </p:nvSpPr>
              <p:spPr bwMode="auto">
                <a:xfrm>
                  <a:off x="318" y="82"/>
                  <a:ext cx="54" cy="45"/>
                </a:xfrm>
                <a:custGeom>
                  <a:avLst/>
                  <a:gdLst>
                    <a:gd name="T0" fmla="*/ 54 w 54"/>
                    <a:gd name="T1" fmla="*/ 45 h 45"/>
                    <a:gd name="T2" fmla="*/ 0 w 54"/>
                    <a:gd name="T3" fmla="*/ 45 h 45"/>
                    <a:gd name="T4" fmla="*/ 9 w 54"/>
                    <a:gd name="T5" fmla="*/ 0 h 45"/>
                    <a:gd name="T6" fmla="*/ 54 w 54"/>
                    <a:gd name="T7" fmla="*/ 45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54"/>
                    <a:gd name="T13" fmla="*/ 0 h 45"/>
                    <a:gd name="T14" fmla="*/ 54 w 54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54" h="45">
                      <a:moveTo>
                        <a:pt x="54" y="45"/>
                      </a:moveTo>
                      <a:lnTo>
                        <a:pt x="0" y="45"/>
                      </a:lnTo>
                      <a:lnTo>
                        <a:pt x="9" y="0"/>
                      </a:lnTo>
                      <a:lnTo>
                        <a:pt x="54" y="45"/>
                      </a:lnTo>
                      <a:close/>
                    </a:path>
                  </a:pathLst>
                </a:custGeom>
                <a:solidFill>
                  <a:srgbClr val="B0A7C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5" name="Freeform 1202"/>
                <p:cNvSpPr>
                  <a:spLocks/>
                </p:cNvSpPr>
                <p:nvPr/>
              </p:nvSpPr>
              <p:spPr bwMode="auto">
                <a:xfrm>
                  <a:off x="318" y="82"/>
                  <a:ext cx="54" cy="45"/>
                </a:xfrm>
                <a:custGeom>
                  <a:avLst/>
                  <a:gdLst>
                    <a:gd name="T0" fmla="*/ 54 w 54"/>
                    <a:gd name="T1" fmla="*/ 45 h 45"/>
                    <a:gd name="T2" fmla="*/ 0 w 54"/>
                    <a:gd name="T3" fmla="*/ 45 h 45"/>
                    <a:gd name="T4" fmla="*/ 9 w 54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54"/>
                    <a:gd name="T10" fmla="*/ 0 h 45"/>
                    <a:gd name="T11" fmla="*/ 54 w 54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4" h="45">
                      <a:moveTo>
                        <a:pt x="54" y="45"/>
                      </a:moveTo>
                      <a:lnTo>
                        <a:pt x="0" y="45"/>
                      </a:lnTo>
                      <a:lnTo>
                        <a:pt x="9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6" name="Freeform 1203"/>
                <p:cNvSpPr>
                  <a:spLocks/>
                </p:cNvSpPr>
                <p:nvPr/>
              </p:nvSpPr>
              <p:spPr bwMode="auto">
                <a:xfrm>
                  <a:off x="327" y="82"/>
                  <a:ext cx="45" cy="45"/>
                </a:xfrm>
                <a:custGeom>
                  <a:avLst/>
                  <a:gdLst>
                    <a:gd name="T0" fmla="*/ 0 w 45"/>
                    <a:gd name="T1" fmla="*/ 0 h 45"/>
                    <a:gd name="T2" fmla="*/ 45 w 45"/>
                    <a:gd name="T3" fmla="*/ 0 h 45"/>
                    <a:gd name="T4" fmla="*/ 45 w 45"/>
                    <a:gd name="T5" fmla="*/ 45 h 45"/>
                    <a:gd name="T6" fmla="*/ 0 w 45"/>
                    <a:gd name="T7" fmla="*/ 0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"/>
                    <a:gd name="T13" fmla="*/ 0 h 45"/>
                    <a:gd name="T14" fmla="*/ 45 w 45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" h="45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45" y="4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0A7C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7" name="Freeform 1204"/>
                <p:cNvSpPr>
                  <a:spLocks/>
                </p:cNvSpPr>
                <p:nvPr/>
              </p:nvSpPr>
              <p:spPr bwMode="auto">
                <a:xfrm>
                  <a:off x="327" y="82"/>
                  <a:ext cx="45" cy="45"/>
                </a:xfrm>
                <a:custGeom>
                  <a:avLst/>
                  <a:gdLst>
                    <a:gd name="T0" fmla="*/ 0 w 45"/>
                    <a:gd name="T1" fmla="*/ 0 h 45"/>
                    <a:gd name="T2" fmla="*/ 45 w 45"/>
                    <a:gd name="T3" fmla="*/ 0 h 45"/>
                    <a:gd name="T4" fmla="*/ 45 w 45"/>
                    <a:gd name="T5" fmla="*/ 45 h 45"/>
                    <a:gd name="T6" fmla="*/ 0 60000 65536"/>
                    <a:gd name="T7" fmla="*/ 0 60000 65536"/>
                    <a:gd name="T8" fmla="*/ 0 60000 65536"/>
                    <a:gd name="T9" fmla="*/ 0 w 45"/>
                    <a:gd name="T10" fmla="*/ 0 h 45"/>
                    <a:gd name="T11" fmla="*/ 45 w 45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5" h="45">
                      <a:moveTo>
                        <a:pt x="0" y="0"/>
                      </a:moveTo>
                      <a:lnTo>
                        <a:pt x="45" y="0"/>
                      </a:lnTo>
                      <a:lnTo>
                        <a:pt x="45" y="4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8" name="Freeform 1205"/>
                <p:cNvSpPr>
                  <a:spLocks/>
                </p:cNvSpPr>
                <p:nvPr/>
              </p:nvSpPr>
              <p:spPr bwMode="auto">
                <a:xfrm>
                  <a:off x="472" y="200"/>
                  <a:ext cx="109" cy="54"/>
                </a:xfrm>
                <a:custGeom>
                  <a:avLst/>
                  <a:gdLst>
                    <a:gd name="T0" fmla="*/ 0 w 109"/>
                    <a:gd name="T1" fmla="*/ 27 h 54"/>
                    <a:gd name="T2" fmla="*/ 72 w 109"/>
                    <a:gd name="T3" fmla="*/ 0 h 54"/>
                    <a:gd name="T4" fmla="*/ 109 w 109"/>
                    <a:gd name="T5" fmla="*/ 54 h 54"/>
                    <a:gd name="T6" fmla="*/ 0 w 109"/>
                    <a:gd name="T7" fmla="*/ 27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54"/>
                    <a:gd name="T14" fmla="*/ 109 w 109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54">
                      <a:moveTo>
                        <a:pt x="0" y="27"/>
                      </a:moveTo>
                      <a:lnTo>
                        <a:pt x="72" y="0"/>
                      </a:lnTo>
                      <a:lnTo>
                        <a:pt x="109" y="54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CBB2C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899" name="Freeform 1206"/>
                <p:cNvSpPr>
                  <a:spLocks/>
                </p:cNvSpPr>
                <p:nvPr/>
              </p:nvSpPr>
              <p:spPr bwMode="auto">
                <a:xfrm>
                  <a:off x="472" y="200"/>
                  <a:ext cx="109" cy="54"/>
                </a:xfrm>
                <a:custGeom>
                  <a:avLst/>
                  <a:gdLst>
                    <a:gd name="T0" fmla="*/ 0 w 109"/>
                    <a:gd name="T1" fmla="*/ 27 h 54"/>
                    <a:gd name="T2" fmla="*/ 72 w 109"/>
                    <a:gd name="T3" fmla="*/ 0 h 54"/>
                    <a:gd name="T4" fmla="*/ 109 w 109"/>
                    <a:gd name="T5" fmla="*/ 54 h 54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54"/>
                    <a:gd name="T11" fmla="*/ 109 w 109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54">
                      <a:moveTo>
                        <a:pt x="0" y="27"/>
                      </a:moveTo>
                      <a:lnTo>
                        <a:pt x="72" y="0"/>
                      </a:lnTo>
                      <a:lnTo>
                        <a:pt x="109" y="5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0" name="Freeform 1207"/>
                <p:cNvSpPr>
                  <a:spLocks/>
                </p:cNvSpPr>
                <p:nvPr/>
              </p:nvSpPr>
              <p:spPr bwMode="auto">
                <a:xfrm>
                  <a:off x="454" y="173"/>
                  <a:ext cx="90" cy="54"/>
                </a:xfrm>
                <a:custGeom>
                  <a:avLst/>
                  <a:gdLst>
                    <a:gd name="T0" fmla="*/ 90 w 90"/>
                    <a:gd name="T1" fmla="*/ 27 h 54"/>
                    <a:gd name="T2" fmla="*/ 18 w 90"/>
                    <a:gd name="T3" fmla="*/ 54 h 54"/>
                    <a:gd name="T4" fmla="*/ 0 w 90"/>
                    <a:gd name="T5" fmla="*/ 0 h 54"/>
                    <a:gd name="T6" fmla="*/ 90 w 90"/>
                    <a:gd name="T7" fmla="*/ 27 h 5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90"/>
                    <a:gd name="T13" fmla="*/ 0 h 54"/>
                    <a:gd name="T14" fmla="*/ 90 w 90"/>
                    <a:gd name="T15" fmla="*/ 54 h 5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90" h="54">
                      <a:moveTo>
                        <a:pt x="90" y="27"/>
                      </a:moveTo>
                      <a:lnTo>
                        <a:pt x="18" y="54"/>
                      </a:lnTo>
                      <a:lnTo>
                        <a:pt x="0" y="0"/>
                      </a:lnTo>
                      <a:lnTo>
                        <a:pt x="90" y="27"/>
                      </a:lnTo>
                      <a:close/>
                    </a:path>
                  </a:pathLst>
                </a:custGeom>
                <a:solidFill>
                  <a:srgbClr val="C9B4C6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1" name="Freeform 1208"/>
                <p:cNvSpPr>
                  <a:spLocks/>
                </p:cNvSpPr>
                <p:nvPr/>
              </p:nvSpPr>
              <p:spPr bwMode="auto">
                <a:xfrm>
                  <a:off x="454" y="173"/>
                  <a:ext cx="90" cy="54"/>
                </a:xfrm>
                <a:custGeom>
                  <a:avLst/>
                  <a:gdLst>
                    <a:gd name="T0" fmla="*/ 90 w 90"/>
                    <a:gd name="T1" fmla="*/ 27 h 54"/>
                    <a:gd name="T2" fmla="*/ 18 w 90"/>
                    <a:gd name="T3" fmla="*/ 54 h 54"/>
                    <a:gd name="T4" fmla="*/ 0 w 90"/>
                    <a:gd name="T5" fmla="*/ 0 h 54"/>
                    <a:gd name="T6" fmla="*/ 0 60000 65536"/>
                    <a:gd name="T7" fmla="*/ 0 60000 65536"/>
                    <a:gd name="T8" fmla="*/ 0 60000 65536"/>
                    <a:gd name="T9" fmla="*/ 0 w 90"/>
                    <a:gd name="T10" fmla="*/ 0 h 54"/>
                    <a:gd name="T11" fmla="*/ 90 w 90"/>
                    <a:gd name="T12" fmla="*/ 54 h 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" h="54">
                      <a:moveTo>
                        <a:pt x="90" y="27"/>
                      </a:moveTo>
                      <a:lnTo>
                        <a:pt x="18" y="5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2" name="Freeform 1209"/>
                <p:cNvSpPr>
                  <a:spLocks/>
                </p:cNvSpPr>
                <p:nvPr/>
              </p:nvSpPr>
              <p:spPr bwMode="auto">
                <a:xfrm>
                  <a:off x="236" y="118"/>
                  <a:ext cx="63" cy="64"/>
                </a:xfrm>
                <a:custGeom>
                  <a:avLst/>
                  <a:gdLst>
                    <a:gd name="T0" fmla="*/ 63 w 63"/>
                    <a:gd name="T1" fmla="*/ 64 h 64"/>
                    <a:gd name="T2" fmla="*/ 0 w 63"/>
                    <a:gd name="T3" fmla="*/ 46 h 64"/>
                    <a:gd name="T4" fmla="*/ 18 w 63"/>
                    <a:gd name="T5" fmla="*/ 0 h 64"/>
                    <a:gd name="T6" fmla="*/ 63 w 63"/>
                    <a:gd name="T7" fmla="*/ 64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64"/>
                    <a:gd name="T14" fmla="*/ 63 w 63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64">
                      <a:moveTo>
                        <a:pt x="63" y="64"/>
                      </a:moveTo>
                      <a:lnTo>
                        <a:pt x="0" y="46"/>
                      </a:lnTo>
                      <a:lnTo>
                        <a:pt x="18" y="0"/>
                      </a:lnTo>
                      <a:lnTo>
                        <a:pt x="63" y="64"/>
                      </a:lnTo>
                      <a:close/>
                    </a:path>
                  </a:pathLst>
                </a:custGeom>
                <a:solidFill>
                  <a:srgbClr val="A499C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3" name="Freeform 1210"/>
                <p:cNvSpPr>
                  <a:spLocks/>
                </p:cNvSpPr>
                <p:nvPr/>
              </p:nvSpPr>
              <p:spPr bwMode="auto">
                <a:xfrm>
                  <a:off x="236" y="118"/>
                  <a:ext cx="63" cy="64"/>
                </a:xfrm>
                <a:custGeom>
                  <a:avLst/>
                  <a:gdLst>
                    <a:gd name="T0" fmla="*/ 63 w 63"/>
                    <a:gd name="T1" fmla="*/ 64 h 64"/>
                    <a:gd name="T2" fmla="*/ 0 w 63"/>
                    <a:gd name="T3" fmla="*/ 46 h 64"/>
                    <a:gd name="T4" fmla="*/ 18 w 63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63"/>
                    <a:gd name="T10" fmla="*/ 0 h 64"/>
                    <a:gd name="T11" fmla="*/ 63 w 63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3" h="64">
                      <a:moveTo>
                        <a:pt x="63" y="64"/>
                      </a:moveTo>
                      <a:lnTo>
                        <a:pt x="0" y="46"/>
                      </a:lnTo>
                      <a:lnTo>
                        <a:pt x="18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4" name="Freeform 1211"/>
                <p:cNvSpPr>
                  <a:spLocks/>
                </p:cNvSpPr>
                <p:nvPr/>
              </p:nvSpPr>
              <p:spPr bwMode="auto">
                <a:xfrm>
                  <a:off x="254" y="118"/>
                  <a:ext cx="64" cy="64"/>
                </a:xfrm>
                <a:custGeom>
                  <a:avLst/>
                  <a:gdLst>
                    <a:gd name="T0" fmla="*/ 0 w 64"/>
                    <a:gd name="T1" fmla="*/ 0 h 64"/>
                    <a:gd name="T2" fmla="*/ 64 w 64"/>
                    <a:gd name="T3" fmla="*/ 9 h 64"/>
                    <a:gd name="T4" fmla="*/ 45 w 64"/>
                    <a:gd name="T5" fmla="*/ 64 h 64"/>
                    <a:gd name="T6" fmla="*/ 0 w 64"/>
                    <a:gd name="T7" fmla="*/ 0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64"/>
                    <a:gd name="T14" fmla="*/ 64 w 64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64">
                      <a:moveTo>
                        <a:pt x="0" y="0"/>
                      </a:moveTo>
                      <a:lnTo>
                        <a:pt x="64" y="9"/>
                      </a:lnTo>
                      <a:lnTo>
                        <a:pt x="45" y="6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499CA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5" name="Freeform 1212"/>
                <p:cNvSpPr>
                  <a:spLocks/>
                </p:cNvSpPr>
                <p:nvPr/>
              </p:nvSpPr>
              <p:spPr bwMode="auto">
                <a:xfrm>
                  <a:off x="254" y="118"/>
                  <a:ext cx="64" cy="64"/>
                </a:xfrm>
                <a:custGeom>
                  <a:avLst/>
                  <a:gdLst>
                    <a:gd name="T0" fmla="*/ 0 w 64"/>
                    <a:gd name="T1" fmla="*/ 0 h 64"/>
                    <a:gd name="T2" fmla="*/ 64 w 64"/>
                    <a:gd name="T3" fmla="*/ 9 h 64"/>
                    <a:gd name="T4" fmla="*/ 45 w 64"/>
                    <a:gd name="T5" fmla="*/ 64 h 64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64"/>
                    <a:gd name="T11" fmla="*/ 64 w 64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64">
                      <a:moveTo>
                        <a:pt x="0" y="0"/>
                      </a:moveTo>
                      <a:lnTo>
                        <a:pt x="64" y="9"/>
                      </a:lnTo>
                      <a:lnTo>
                        <a:pt x="45" y="64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6" name="Freeform 1213"/>
                <p:cNvSpPr>
                  <a:spLocks/>
                </p:cNvSpPr>
                <p:nvPr/>
              </p:nvSpPr>
              <p:spPr bwMode="auto">
                <a:xfrm>
                  <a:off x="472" y="227"/>
                  <a:ext cx="109" cy="64"/>
                </a:xfrm>
                <a:custGeom>
                  <a:avLst/>
                  <a:gdLst>
                    <a:gd name="T0" fmla="*/ 109 w 109"/>
                    <a:gd name="T1" fmla="*/ 27 h 64"/>
                    <a:gd name="T2" fmla="*/ 18 w 109"/>
                    <a:gd name="T3" fmla="*/ 64 h 64"/>
                    <a:gd name="T4" fmla="*/ 0 w 109"/>
                    <a:gd name="T5" fmla="*/ 0 h 64"/>
                    <a:gd name="T6" fmla="*/ 109 w 109"/>
                    <a:gd name="T7" fmla="*/ 27 h 64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09"/>
                    <a:gd name="T13" fmla="*/ 0 h 64"/>
                    <a:gd name="T14" fmla="*/ 109 w 109"/>
                    <a:gd name="T15" fmla="*/ 64 h 64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09" h="64">
                      <a:moveTo>
                        <a:pt x="109" y="27"/>
                      </a:moveTo>
                      <a:lnTo>
                        <a:pt x="18" y="64"/>
                      </a:lnTo>
                      <a:lnTo>
                        <a:pt x="0" y="0"/>
                      </a:lnTo>
                      <a:lnTo>
                        <a:pt x="109" y="27"/>
                      </a:lnTo>
                      <a:close/>
                    </a:path>
                  </a:pathLst>
                </a:custGeom>
                <a:solidFill>
                  <a:srgbClr val="CBB2C1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7" name="Freeform 1214"/>
                <p:cNvSpPr>
                  <a:spLocks/>
                </p:cNvSpPr>
                <p:nvPr/>
              </p:nvSpPr>
              <p:spPr bwMode="auto">
                <a:xfrm>
                  <a:off x="472" y="227"/>
                  <a:ext cx="109" cy="64"/>
                </a:xfrm>
                <a:custGeom>
                  <a:avLst/>
                  <a:gdLst>
                    <a:gd name="T0" fmla="*/ 109 w 109"/>
                    <a:gd name="T1" fmla="*/ 27 h 64"/>
                    <a:gd name="T2" fmla="*/ 18 w 109"/>
                    <a:gd name="T3" fmla="*/ 64 h 64"/>
                    <a:gd name="T4" fmla="*/ 0 w 109"/>
                    <a:gd name="T5" fmla="*/ 0 h 64"/>
                    <a:gd name="T6" fmla="*/ 0 60000 65536"/>
                    <a:gd name="T7" fmla="*/ 0 60000 65536"/>
                    <a:gd name="T8" fmla="*/ 0 60000 65536"/>
                    <a:gd name="T9" fmla="*/ 0 w 109"/>
                    <a:gd name="T10" fmla="*/ 0 h 64"/>
                    <a:gd name="T11" fmla="*/ 109 w 109"/>
                    <a:gd name="T12" fmla="*/ 64 h 6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09" h="64">
                      <a:moveTo>
                        <a:pt x="109" y="27"/>
                      </a:moveTo>
                      <a:lnTo>
                        <a:pt x="18" y="64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8" name="Freeform 1215"/>
                <p:cNvSpPr>
                  <a:spLocks/>
                </p:cNvSpPr>
                <p:nvPr/>
              </p:nvSpPr>
              <p:spPr bwMode="auto">
                <a:xfrm>
                  <a:off x="372" y="82"/>
                  <a:ext cx="64" cy="45"/>
                </a:xfrm>
                <a:custGeom>
                  <a:avLst/>
                  <a:gdLst>
                    <a:gd name="T0" fmla="*/ 64 w 64"/>
                    <a:gd name="T1" fmla="*/ 36 h 45"/>
                    <a:gd name="T2" fmla="*/ 0 w 64"/>
                    <a:gd name="T3" fmla="*/ 45 h 45"/>
                    <a:gd name="T4" fmla="*/ 0 w 64"/>
                    <a:gd name="T5" fmla="*/ 0 h 45"/>
                    <a:gd name="T6" fmla="*/ 64 w 64"/>
                    <a:gd name="T7" fmla="*/ 36 h 4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4"/>
                    <a:gd name="T13" fmla="*/ 0 h 45"/>
                    <a:gd name="T14" fmla="*/ 64 w 64"/>
                    <a:gd name="T15" fmla="*/ 45 h 4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4" h="45">
                      <a:moveTo>
                        <a:pt x="64" y="36"/>
                      </a:moveTo>
                      <a:lnTo>
                        <a:pt x="0" y="45"/>
                      </a:lnTo>
                      <a:lnTo>
                        <a:pt x="0" y="0"/>
                      </a:lnTo>
                      <a:lnTo>
                        <a:pt x="64" y="36"/>
                      </a:lnTo>
                      <a:close/>
                    </a:path>
                  </a:pathLst>
                </a:custGeom>
                <a:solidFill>
                  <a:srgbClr val="BAB0D0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09" name="Freeform 1216"/>
                <p:cNvSpPr>
                  <a:spLocks/>
                </p:cNvSpPr>
                <p:nvPr/>
              </p:nvSpPr>
              <p:spPr bwMode="auto">
                <a:xfrm>
                  <a:off x="372" y="82"/>
                  <a:ext cx="64" cy="45"/>
                </a:xfrm>
                <a:custGeom>
                  <a:avLst/>
                  <a:gdLst>
                    <a:gd name="T0" fmla="*/ 64 w 64"/>
                    <a:gd name="T1" fmla="*/ 36 h 45"/>
                    <a:gd name="T2" fmla="*/ 0 w 64"/>
                    <a:gd name="T3" fmla="*/ 45 h 45"/>
                    <a:gd name="T4" fmla="*/ 0 w 64"/>
                    <a:gd name="T5" fmla="*/ 0 h 45"/>
                    <a:gd name="T6" fmla="*/ 0 60000 65536"/>
                    <a:gd name="T7" fmla="*/ 0 60000 65536"/>
                    <a:gd name="T8" fmla="*/ 0 60000 65536"/>
                    <a:gd name="T9" fmla="*/ 0 w 64"/>
                    <a:gd name="T10" fmla="*/ 0 h 45"/>
                    <a:gd name="T11" fmla="*/ 64 w 64"/>
                    <a:gd name="T12" fmla="*/ 45 h 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64" h="45">
                      <a:moveTo>
                        <a:pt x="64" y="36"/>
                      </a:moveTo>
                      <a:lnTo>
                        <a:pt x="0" y="4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0" name="Freeform 1217"/>
                <p:cNvSpPr>
                  <a:spLocks/>
                </p:cNvSpPr>
                <p:nvPr/>
              </p:nvSpPr>
              <p:spPr bwMode="auto">
                <a:xfrm>
                  <a:off x="82" y="563"/>
                  <a:ext cx="154" cy="136"/>
                </a:xfrm>
                <a:custGeom>
                  <a:avLst/>
                  <a:gdLst>
                    <a:gd name="T0" fmla="*/ 0 w 154"/>
                    <a:gd name="T1" fmla="*/ 0 h 136"/>
                    <a:gd name="T2" fmla="*/ 154 w 154"/>
                    <a:gd name="T3" fmla="*/ 45 h 136"/>
                    <a:gd name="T4" fmla="*/ 136 w 154"/>
                    <a:gd name="T5" fmla="*/ 136 h 136"/>
                    <a:gd name="T6" fmla="*/ 0 w 154"/>
                    <a:gd name="T7" fmla="*/ 0 h 13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136"/>
                    <a:gd name="T14" fmla="*/ 154 w 154"/>
                    <a:gd name="T15" fmla="*/ 136 h 1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136">
                      <a:moveTo>
                        <a:pt x="0" y="0"/>
                      </a:moveTo>
                      <a:lnTo>
                        <a:pt x="154" y="45"/>
                      </a:lnTo>
                      <a:lnTo>
                        <a:pt x="136" y="13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9D7DAF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1" name="Freeform 1218"/>
                <p:cNvSpPr>
                  <a:spLocks/>
                </p:cNvSpPr>
                <p:nvPr/>
              </p:nvSpPr>
              <p:spPr bwMode="auto">
                <a:xfrm>
                  <a:off x="82" y="563"/>
                  <a:ext cx="154" cy="136"/>
                </a:xfrm>
                <a:custGeom>
                  <a:avLst/>
                  <a:gdLst>
                    <a:gd name="T0" fmla="*/ 0 w 154"/>
                    <a:gd name="T1" fmla="*/ 0 h 136"/>
                    <a:gd name="T2" fmla="*/ 154 w 154"/>
                    <a:gd name="T3" fmla="*/ 45 h 136"/>
                    <a:gd name="T4" fmla="*/ 136 w 154"/>
                    <a:gd name="T5" fmla="*/ 136 h 136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136"/>
                    <a:gd name="T11" fmla="*/ 154 w 154"/>
                    <a:gd name="T12" fmla="*/ 136 h 1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136">
                      <a:moveTo>
                        <a:pt x="0" y="0"/>
                      </a:moveTo>
                      <a:lnTo>
                        <a:pt x="154" y="45"/>
                      </a:lnTo>
                      <a:lnTo>
                        <a:pt x="136" y="136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2" name="Freeform 1219"/>
                <p:cNvSpPr>
                  <a:spLocks/>
                </p:cNvSpPr>
                <p:nvPr/>
              </p:nvSpPr>
              <p:spPr bwMode="auto">
                <a:xfrm>
                  <a:off x="82" y="481"/>
                  <a:ext cx="154" cy="127"/>
                </a:xfrm>
                <a:custGeom>
                  <a:avLst/>
                  <a:gdLst>
                    <a:gd name="T0" fmla="*/ 154 w 154"/>
                    <a:gd name="T1" fmla="*/ 127 h 127"/>
                    <a:gd name="T2" fmla="*/ 0 w 154"/>
                    <a:gd name="T3" fmla="*/ 82 h 127"/>
                    <a:gd name="T4" fmla="*/ 27 w 154"/>
                    <a:gd name="T5" fmla="*/ 0 h 127"/>
                    <a:gd name="T6" fmla="*/ 154 w 154"/>
                    <a:gd name="T7" fmla="*/ 127 h 12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54"/>
                    <a:gd name="T13" fmla="*/ 0 h 127"/>
                    <a:gd name="T14" fmla="*/ 154 w 154"/>
                    <a:gd name="T15" fmla="*/ 127 h 12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54" h="127">
                      <a:moveTo>
                        <a:pt x="154" y="127"/>
                      </a:moveTo>
                      <a:lnTo>
                        <a:pt x="0" y="82"/>
                      </a:lnTo>
                      <a:lnTo>
                        <a:pt x="27" y="0"/>
                      </a:lnTo>
                      <a:lnTo>
                        <a:pt x="154" y="127"/>
                      </a:lnTo>
                      <a:close/>
                    </a:path>
                  </a:pathLst>
                </a:custGeom>
                <a:solidFill>
                  <a:srgbClr val="9E80B2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3" name="Freeform 1220"/>
                <p:cNvSpPr>
                  <a:spLocks/>
                </p:cNvSpPr>
                <p:nvPr/>
              </p:nvSpPr>
              <p:spPr bwMode="auto">
                <a:xfrm>
                  <a:off x="82" y="481"/>
                  <a:ext cx="154" cy="127"/>
                </a:xfrm>
                <a:custGeom>
                  <a:avLst/>
                  <a:gdLst>
                    <a:gd name="T0" fmla="*/ 154 w 154"/>
                    <a:gd name="T1" fmla="*/ 127 h 127"/>
                    <a:gd name="T2" fmla="*/ 0 w 154"/>
                    <a:gd name="T3" fmla="*/ 82 h 127"/>
                    <a:gd name="T4" fmla="*/ 27 w 154"/>
                    <a:gd name="T5" fmla="*/ 0 h 127"/>
                    <a:gd name="T6" fmla="*/ 0 60000 65536"/>
                    <a:gd name="T7" fmla="*/ 0 60000 65536"/>
                    <a:gd name="T8" fmla="*/ 0 60000 65536"/>
                    <a:gd name="T9" fmla="*/ 0 w 154"/>
                    <a:gd name="T10" fmla="*/ 0 h 127"/>
                    <a:gd name="T11" fmla="*/ 154 w 154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54" h="127">
                      <a:moveTo>
                        <a:pt x="154" y="127"/>
                      </a:moveTo>
                      <a:lnTo>
                        <a:pt x="0" y="82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4" name="Freeform 1221"/>
                <p:cNvSpPr>
                  <a:spLocks/>
                </p:cNvSpPr>
                <p:nvPr/>
              </p:nvSpPr>
              <p:spPr bwMode="auto">
                <a:xfrm>
                  <a:off x="200" y="889"/>
                  <a:ext cx="217" cy="118"/>
                </a:xfrm>
                <a:custGeom>
                  <a:avLst/>
                  <a:gdLst>
                    <a:gd name="T0" fmla="*/ 0 w 217"/>
                    <a:gd name="T1" fmla="*/ 0 h 118"/>
                    <a:gd name="T2" fmla="*/ 208 w 217"/>
                    <a:gd name="T3" fmla="*/ 18 h 118"/>
                    <a:gd name="T4" fmla="*/ 217 w 217"/>
                    <a:gd name="T5" fmla="*/ 118 h 118"/>
                    <a:gd name="T6" fmla="*/ 0 w 217"/>
                    <a:gd name="T7" fmla="*/ 0 h 11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7"/>
                    <a:gd name="T13" fmla="*/ 0 h 118"/>
                    <a:gd name="T14" fmla="*/ 217 w 217"/>
                    <a:gd name="T15" fmla="*/ 118 h 11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7" h="118">
                      <a:moveTo>
                        <a:pt x="0" y="0"/>
                      </a:moveTo>
                      <a:lnTo>
                        <a:pt x="208" y="18"/>
                      </a:lnTo>
                      <a:lnTo>
                        <a:pt x="217" y="11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B085A8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5" name="Freeform 1222"/>
                <p:cNvSpPr>
                  <a:spLocks/>
                </p:cNvSpPr>
                <p:nvPr/>
              </p:nvSpPr>
              <p:spPr bwMode="auto">
                <a:xfrm>
                  <a:off x="200" y="889"/>
                  <a:ext cx="217" cy="118"/>
                </a:xfrm>
                <a:custGeom>
                  <a:avLst/>
                  <a:gdLst>
                    <a:gd name="T0" fmla="*/ 0 w 217"/>
                    <a:gd name="T1" fmla="*/ 0 h 118"/>
                    <a:gd name="T2" fmla="*/ 208 w 217"/>
                    <a:gd name="T3" fmla="*/ 18 h 118"/>
                    <a:gd name="T4" fmla="*/ 217 w 217"/>
                    <a:gd name="T5" fmla="*/ 118 h 118"/>
                    <a:gd name="T6" fmla="*/ 0 60000 65536"/>
                    <a:gd name="T7" fmla="*/ 0 60000 65536"/>
                    <a:gd name="T8" fmla="*/ 0 60000 65536"/>
                    <a:gd name="T9" fmla="*/ 0 w 217"/>
                    <a:gd name="T10" fmla="*/ 0 h 118"/>
                    <a:gd name="T11" fmla="*/ 217 w 217"/>
                    <a:gd name="T12" fmla="*/ 118 h 1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" h="118">
                      <a:moveTo>
                        <a:pt x="0" y="0"/>
                      </a:moveTo>
                      <a:lnTo>
                        <a:pt x="208" y="18"/>
                      </a:lnTo>
                      <a:lnTo>
                        <a:pt x="217" y="118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6" name="Freeform 1223"/>
                <p:cNvSpPr>
                  <a:spLocks/>
                </p:cNvSpPr>
                <p:nvPr/>
              </p:nvSpPr>
              <p:spPr bwMode="auto">
                <a:xfrm>
                  <a:off x="408" y="708"/>
                  <a:ext cx="191" cy="91"/>
                </a:xfrm>
                <a:custGeom>
                  <a:avLst/>
                  <a:gdLst>
                    <a:gd name="T0" fmla="*/ 191 w 191"/>
                    <a:gd name="T1" fmla="*/ 63 h 91"/>
                    <a:gd name="T2" fmla="*/ 0 w 191"/>
                    <a:gd name="T3" fmla="*/ 91 h 91"/>
                    <a:gd name="T4" fmla="*/ 0 w 191"/>
                    <a:gd name="T5" fmla="*/ 0 h 91"/>
                    <a:gd name="T6" fmla="*/ 191 w 191"/>
                    <a:gd name="T7" fmla="*/ 63 h 9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1"/>
                    <a:gd name="T13" fmla="*/ 0 h 91"/>
                    <a:gd name="T14" fmla="*/ 191 w 191"/>
                    <a:gd name="T15" fmla="*/ 91 h 9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1" h="91">
                      <a:moveTo>
                        <a:pt x="191" y="63"/>
                      </a:moveTo>
                      <a:lnTo>
                        <a:pt x="0" y="91"/>
                      </a:lnTo>
                      <a:lnTo>
                        <a:pt x="0" y="0"/>
                      </a:lnTo>
                      <a:lnTo>
                        <a:pt x="191" y="63"/>
                      </a:lnTo>
                      <a:close/>
                    </a:path>
                  </a:pathLst>
                </a:custGeom>
                <a:solidFill>
                  <a:srgbClr val="C197A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7" name="Freeform 1224"/>
                <p:cNvSpPr>
                  <a:spLocks/>
                </p:cNvSpPr>
                <p:nvPr/>
              </p:nvSpPr>
              <p:spPr bwMode="auto">
                <a:xfrm>
                  <a:off x="408" y="708"/>
                  <a:ext cx="191" cy="91"/>
                </a:xfrm>
                <a:custGeom>
                  <a:avLst/>
                  <a:gdLst>
                    <a:gd name="T0" fmla="*/ 191 w 191"/>
                    <a:gd name="T1" fmla="*/ 63 h 91"/>
                    <a:gd name="T2" fmla="*/ 0 w 191"/>
                    <a:gd name="T3" fmla="*/ 91 h 91"/>
                    <a:gd name="T4" fmla="*/ 0 w 191"/>
                    <a:gd name="T5" fmla="*/ 0 h 91"/>
                    <a:gd name="T6" fmla="*/ 0 60000 65536"/>
                    <a:gd name="T7" fmla="*/ 0 60000 65536"/>
                    <a:gd name="T8" fmla="*/ 0 60000 65536"/>
                    <a:gd name="T9" fmla="*/ 0 w 191"/>
                    <a:gd name="T10" fmla="*/ 0 h 91"/>
                    <a:gd name="T11" fmla="*/ 191 w 191"/>
                    <a:gd name="T12" fmla="*/ 91 h 9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1" h="91">
                      <a:moveTo>
                        <a:pt x="191" y="63"/>
                      </a:moveTo>
                      <a:lnTo>
                        <a:pt x="0" y="91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8" name="Freeform 1225"/>
                <p:cNvSpPr>
                  <a:spLocks/>
                </p:cNvSpPr>
                <p:nvPr/>
              </p:nvSpPr>
              <p:spPr bwMode="auto">
                <a:xfrm>
                  <a:off x="408" y="681"/>
                  <a:ext cx="191" cy="90"/>
                </a:xfrm>
                <a:custGeom>
                  <a:avLst/>
                  <a:gdLst>
                    <a:gd name="T0" fmla="*/ 0 w 191"/>
                    <a:gd name="T1" fmla="*/ 27 h 90"/>
                    <a:gd name="T2" fmla="*/ 173 w 191"/>
                    <a:gd name="T3" fmla="*/ 0 h 90"/>
                    <a:gd name="T4" fmla="*/ 191 w 191"/>
                    <a:gd name="T5" fmla="*/ 90 h 90"/>
                    <a:gd name="T6" fmla="*/ 0 w 191"/>
                    <a:gd name="T7" fmla="*/ 27 h 9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191"/>
                    <a:gd name="T13" fmla="*/ 0 h 90"/>
                    <a:gd name="T14" fmla="*/ 191 w 191"/>
                    <a:gd name="T15" fmla="*/ 90 h 9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191" h="90">
                      <a:moveTo>
                        <a:pt x="0" y="27"/>
                      </a:moveTo>
                      <a:lnTo>
                        <a:pt x="173" y="0"/>
                      </a:lnTo>
                      <a:lnTo>
                        <a:pt x="191" y="90"/>
                      </a:lnTo>
                      <a:lnTo>
                        <a:pt x="0" y="27"/>
                      </a:lnTo>
                      <a:close/>
                    </a:path>
                  </a:pathLst>
                </a:custGeom>
                <a:solidFill>
                  <a:srgbClr val="C197AC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19" name="Freeform 1226"/>
                <p:cNvSpPr>
                  <a:spLocks/>
                </p:cNvSpPr>
                <p:nvPr/>
              </p:nvSpPr>
              <p:spPr bwMode="auto">
                <a:xfrm>
                  <a:off x="408" y="681"/>
                  <a:ext cx="191" cy="90"/>
                </a:xfrm>
                <a:custGeom>
                  <a:avLst/>
                  <a:gdLst>
                    <a:gd name="T0" fmla="*/ 0 w 191"/>
                    <a:gd name="T1" fmla="*/ 27 h 90"/>
                    <a:gd name="T2" fmla="*/ 173 w 191"/>
                    <a:gd name="T3" fmla="*/ 0 h 90"/>
                    <a:gd name="T4" fmla="*/ 191 w 191"/>
                    <a:gd name="T5" fmla="*/ 90 h 90"/>
                    <a:gd name="T6" fmla="*/ 0 60000 65536"/>
                    <a:gd name="T7" fmla="*/ 0 60000 65536"/>
                    <a:gd name="T8" fmla="*/ 0 60000 65536"/>
                    <a:gd name="T9" fmla="*/ 0 w 191"/>
                    <a:gd name="T10" fmla="*/ 0 h 90"/>
                    <a:gd name="T11" fmla="*/ 191 w 191"/>
                    <a:gd name="T12" fmla="*/ 90 h 9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1" h="90">
                      <a:moveTo>
                        <a:pt x="0" y="27"/>
                      </a:moveTo>
                      <a:lnTo>
                        <a:pt x="173" y="0"/>
                      </a:lnTo>
                      <a:lnTo>
                        <a:pt x="191" y="9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0" name="Freeform 1227"/>
                <p:cNvSpPr>
                  <a:spLocks/>
                </p:cNvSpPr>
                <p:nvPr/>
              </p:nvSpPr>
              <p:spPr bwMode="auto">
                <a:xfrm>
                  <a:off x="372" y="118"/>
                  <a:ext cx="82" cy="55"/>
                </a:xfrm>
                <a:custGeom>
                  <a:avLst/>
                  <a:gdLst>
                    <a:gd name="T0" fmla="*/ 0 w 82"/>
                    <a:gd name="T1" fmla="*/ 9 h 55"/>
                    <a:gd name="T2" fmla="*/ 64 w 82"/>
                    <a:gd name="T3" fmla="*/ 0 h 55"/>
                    <a:gd name="T4" fmla="*/ 82 w 82"/>
                    <a:gd name="T5" fmla="*/ 55 h 55"/>
                    <a:gd name="T6" fmla="*/ 0 w 82"/>
                    <a:gd name="T7" fmla="*/ 9 h 55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2"/>
                    <a:gd name="T13" fmla="*/ 0 h 55"/>
                    <a:gd name="T14" fmla="*/ 82 w 82"/>
                    <a:gd name="T15" fmla="*/ 55 h 55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2" h="55">
                      <a:moveTo>
                        <a:pt x="0" y="9"/>
                      </a:moveTo>
                      <a:lnTo>
                        <a:pt x="64" y="0"/>
                      </a:lnTo>
                      <a:lnTo>
                        <a:pt x="82" y="55"/>
                      </a:lnTo>
                      <a:lnTo>
                        <a:pt x="0" y="9"/>
                      </a:lnTo>
                      <a:close/>
                    </a:path>
                  </a:pathLst>
                </a:custGeom>
                <a:solidFill>
                  <a:srgbClr val="BCABC9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1" name="Freeform 1228"/>
                <p:cNvSpPr>
                  <a:spLocks/>
                </p:cNvSpPr>
                <p:nvPr/>
              </p:nvSpPr>
              <p:spPr bwMode="auto">
                <a:xfrm>
                  <a:off x="372" y="118"/>
                  <a:ext cx="82" cy="55"/>
                </a:xfrm>
                <a:custGeom>
                  <a:avLst/>
                  <a:gdLst>
                    <a:gd name="T0" fmla="*/ 0 w 82"/>
                    <a:gd name="T1" fmla="*/ 9 h 55"/>
                    <a:gd name="T2" fmla="*/ 64 w 82"/>
                    <a:gd name="T3" fmla="*/ 0 h 55"/>
                    <a:gd name="T4" fmla="*/ 82 w 82"/>
                    <a:gd name="T5" fmla="*/ 55 h 55"/>
                    <a:gd name="T6" fmla="*/ 0 60000 65536"/>
                    <a:gd name="T7" fmla="*/ 0 60000 65536"/>
                    <a:gd name="T8" fmla="*/ 0 60000 65536"/>
                    <a:gd name="T9" fmla="*/ 0 w 82"/>
                    <a:gd name="T10" fmla="*/ 0 h 55"/>
                    <a:gd name="T11" fmla="*/ 82 w 82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2" h="55">
                      <a:moveTo>
                        <a:pt x="0" y="9"/>
                      </a:moveTo>
                      <a:lnTo>
                        <a:pt x="64" y="0"/>
                      </a:lnTo>
                      <a:lnTo>
                        <a:pt x="82" y="55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2" name="Freeform 1229"/>
                <p:cNvSpPr>
                  <a:spLocks/>
                </p:cNvSpPr>
                <p:nvPr/>
              </p:nvSpPr>
              <p:spPr bwMode="auto">
                <a:xfrm>
                  <a:off x="209" y="164"/>
                  <a:ext cx="81" cy="72"/>
                </a:xfrm>
                <a:custGeom>
                  <a:avLst/>
                  <a:gdLst>
                    <a:gd name="T0" fmla="*/ 81 w 81"/>
                    <a:gd name="T1" fmla="*/ 72 h 72"/>
                    <a:gd name="T2" fmla="*/ 0 w 81"/>
                    <a:gd name="T3" fmla="*/ 54 h 72"/>
                    <a:gd name="T4" fmla="*/ 27 w 81"/>
                    <a:gd name="T5" fmla="*/ 0 h 72"/>
                    <a:gd name="T6" fmla="*/ 81 w 81"/>
                    <a:gd name="T7" fmla="*/ 72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81"/>
                    <a:gd name="T13" fmla="*/ 0 h 72"/>
                    <a:gd name="T14" fmla="*/ 81 w 81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81" h="72">
                      <a:moveTo>
                        <a:pt x="81" y="72"/>
                      </a:moveTo>
                      <a:lnTo>
                        <a:pt x="0" y="54"/>
                      </a:lnTo>
                      <a:lnTo>
                        <a:pt x="27" y="0"/>
                      </a:lnTo>
                      <a:lnTo>
                        <a:pt x="81" y="72"/>
                      </a:lnTo>
                      <a:close/>
                    </a:path>
                  </a:pathLst>
                </a:custGeom>
                <a:solidFill>
                  <a:srgbClr val="A393C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3" name="Freeform 1230"/>
                <p:cNvSpPr>
                  <a:spLocks/>
                </p:cNvSpPr>
                <p:nvPr/>
              </p:nvSpPr>
              <p:spPr bwMode="auto">
                <a:xfrm>
                  <a:off x="209" y="164"/>
                  <a:ext cx="81" cy="72"/>
                </a:xfrm>
                <a:custGeom>
                  <a:avLst/>
                  <a:gdLst>
                    <a:gd name="T0" fmla="*/ 81 w 81"/>
                    <a:gd name="T1" fmla="*/ 72 h 72"/>
                    <a:gd name="T2" fmla="*/ 0 w 81"/>
                    <a:gd name="T3" fmla="*/ 54 h 72"/>
                    <a:gd name="T4" fmla="*/ 27 w 81"/>
                    <a:gd name="T5" fmla="*/ 0 h 72"/>
                    <a:gd name="T6" fmla="*/ 0 60000 65536"/>
                    <a:gd name="T7" fmla="*/ 0 60000 65536"/>
                    <a:gd name="T8" fmla="*/ 0 60000 65536"/>
                    <a:gd name="T9" fmla="*/ 0 w 81"/>
                    <a:gd name="T10" fmla="*/ 0 h 72"/>
                    <a:gd name="T11" fmla="*/ 81 w 81"/>
                    <a:gd name="T12" fmla="*/ 72 h 7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" h="72">
                      <a:moveTo>
                        <a:pt x="81" y="72"/>
                      </a:moveTo>
                      <a:lnTo>
                        <a:pt x="0" y="54"/>
                      </a:lnTo>
                      <a:lnTo>
                        <a:pt x="27" y="0"/>
                      </a:lnTo>
                    </a:path>
                  </a:pathLst>
                </a:custGeom>
                <a:noFill/>
                <a:ln w="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5924" name="Freeform 1231"/>
                <p:cNvSpPr>
                  <a:spLocks/>
                </p:cNvSpPr>
                <p:nvPr/>
              </p:nvSpPr>
              <p:spPr bwMode="auto">
                <a:xfrm>
                  <a:off x="236" y="164"/>
                  <a:ext cx="63" cy="72"/>
                </a:xfrm>
                <a:custGeom>
                  <a:avLst/>
                  <a:gdLst>
                    <a:gd name="T0" fmla="*/ 0 w 63"/>
                    <a:gd name="T1" fmla="*/ 0 h 72"/>
                    <a:gd name="T2" fmla="*/ 63 w 63"/>
                    <a:gd name="T3" fmla="*/ 18 h 72"/>
                    <a:gd name="T4" fmla="*/ 54 w 63"/>
                    <a:gd name="T5" fmla="*/ 72 h 72"/>
                    <a:gd name="T6" fmla="*/ 0 w 63"/>
                    <a:gd name="T7" fmla="*/ 0 h 72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63"/>
                    <a:gd name="T13" fmla="*/ 0 h 72"/>
                    <a:gd name="T14" fmla="*/ 63 w 63"/>
                    <a:gd name="T15" fmla="*/ 72 h 72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63" h="72">
                      <a:moveTo>
                        <a:pt x="0" y="0"/>
                      </a:moveTo>
                      <a:lnTo>
                        <a:pt x="63" y="18"/>
                      </a:lnTo>
                      <a:lnTo>
                        <a:pt x="54" y="7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A393C4"/>
                </a:solidFill>
                <a:ln w="9525">
                  <a:noFill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25636" name="Freeform 1232"/>
              <p:cNvSpPr>
                <a:spLocks/>
              </p:cNvSpPr>
              <p:nvPr/>
            </p:nvSpPr>
            <p:spPr bwMode="auto">
              <a:xfrm>
                <a:off x="644" y="227"/>
                <a:ext cx="63" cy="72"/>
              </a:xfrm>
              <a:custGeom>
                <a:avLst/>
                <a:gdLst>
                  <a:gd name="T0" fmla="*/ 0 w 63"/>
                  <a:gd name="T1" fmla="*/ 0 h 72"/>
                  <a:gd name="T2" fmla="*/ 63 w 63"/>
                  <a:gd name="T3" fmla="*/ 18 h 72"/>
                  <a:gd name="T4" fmla="*/ 54 w 63"/>
                  <a:gd name="T5" fmla="*/ 72 h 72"/>
                  <a:gd name="T6" fmla="*/ 0 60000 65536"/>
                  <a:gd name="T7" fmla="*/ 0 60000 65536"/>
                  <a:gd name="T8" fmla="*/ 0 60000 65536"/>
                  <a:gd name="T9" fmla="*/ 0 w 63"/>
                  <a:gd name="T10" fmla="*/ 0 h 72"/>
                  <a:gd name="T11" fmla="*/ 63 w 63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" h="72">
                    <a:moveTo>
                      <a:pt x="0" y="0"/>
                    </a:moveTo>
                    <a:lnTo>
                      <a:pt x="63" y="18"/>
                    </a:lnTo>
                    <a:lnTo>
                      <a:pt x="54" y="7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7" name="Freeform 1233"/>
              <p:cNvSpPr>
                <a:spLocks/>
              </p:cNvSpPr>
              <p:nvPr/>
            </p:nvSpPr>
            <p:spPr bwMode="auto">
              <a:xfrm>
                <a:off x="608" y="853"/>
                <a:ext cx="208" cy="117"/>
              </a:xfrm>
              <a:custGeom>
                <a:avLst/>
                <a:gdLst>
                  <a:gd name="T0" fmla="*/ 208 w 208"/>
                  <a:gd name="T1" fmla="*/ 117 h 117"/>
                  <a:gd name="T2" fmla="*/ 0 w 208"/>
                  <a:gd name="T3" fmla="*/ 99 h 117"/>
                  <a:gd name="T4" fmla="*/ 9 w 208"/>
                  <a:gd name="T5" fmla="*/ 0 h 117"/>
                  <a:gd name="T6" fmla="*/ 208 w 208"/>
                  <a:gd name="T7" fmla="*/ 117 h 1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8"/>
                  <a:gd name="T13" fmla="*/ 0 h 117"/>
                  <a:gd name="T14" fmla="*/ 208 w 208"/>
                  <a:gd name="T15" fmla="*/ 117 h 1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8" h="117">
                    <a:moveTo>
                      <a:pt x="208" y="117"/>
                    </a:moveTo>
                    <a:lnTo>
                      <a:pt x="0" y="99"/>
                    </a:lnTo>
                    <a:lnTo>
                      <a:pt x="9" y="0"/>
                    </a:lnTo>
                    <a:lnTo>
                      <a:pt x="208" y="117"/>
                    </a:lnTo>
                    <a:close/>
                  </a:path>
                </a:pathLst>
              </a:custGeom>
              <a:solidFill>
                <a:srgbClr val="B087A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8" name="Freeform 1234"/>
              <p:cNvSpPr>
                <a:spLocks/>
              </p:cNvSpPr>
              <p:nvPr/>
            </p:nvSpPr>
            <p:spPr bwMode="auto">
              <a:xfrm>
                <a:off x="608" y="853"/>
                <a:ext cx="208" cy="117"/>
              </a:xfrm>
              <a:custGeom>
                <a:avLst/>
                <a:gdLst>
                  <a:gd name="T0" fmla="*/ 208 w 208"/>
                  <a:gd name="T1" fmla="*/ 117 h 117"/>
                  <a:gd name="T2" fmla="*/ 0 w 208"/>
                  <a:gd name="T3" fmla="*/ 99 h 117"/>
                  <a:gd name="T4" fmla="*/ 9 w 208"/>
                  <a:gd name="T5" fmla="*/ 0 h 117"/>
                  <a:gd name="T6" fmla="*/ 0 60000 65536"/>
                  <a:gd name="T7" fmla="*/ 0 60000 65536"/>
                  <a:gd name="T8" fmla="*/ 0 60000 65536"/>
                  <a:gd name="T9" fmla="*/ 0 w 208"/>
                  <a:gd name="T10" fmla="*/ 0 h 117"/>
                  <a:gd name="T11" fmla="*/ 208 w 208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8" h="117">
                    <a:moveTo>
                      <a:pt x="208" y="117"/>
                    </a:moveTo>
                    <a:lnTo>
                      <a:pt x="0" y="99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39" name="Freeform 1235"/>
              <p:cNvSpPr>
                <a:spLocks/>
              </p:cNvSpPr>
              <p:nvPr/>
            </p:nvSpPr>
            <p:spPr bwMode="auto">
              <a:xfrm>
                <a:off x="517" y="544"/>
                <a:ext cx="136" cy="127"/>
              </a:xfrm>
              <a:custGeom>
                <a:avLst/>
                <a:gdLst>
                  <a:gd name="T0" fmla="*/ 0 w 136"/>
                  <a:gd name="T1" fmla="*/ 0 h 127"/>
                  <a:gd name="T2" fmla="*/ 136 w 136"/>
                  <a:gd name="T3" fmla="*/ 36 h 127"/>
                  <a:gd name="T4" fmla="*/ 127 w 136"/>
                  <a:gd name="T5" fmla="*/ 127 h 127"/>
                  <a:gd name="T6" fmla="*/ 0 w 136"/>
                  <a:gd name="T7" fmla="*/ 0 h 12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27"/>
                  <a:gd name="T14" fmla="*/ 136 w 136"/>
                  <a:gd name="T15" fmla="*/ 127 h 12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27">
                    <a:moveTo>
                      <a:pt x="0" y="0"/>
                    </a:moveTo>
                    <a:lnTo>
                      <a:pt x="136" y="36"/>
                    </a:lnTo>
                    <a:lnTo>
                      <a:pt x="127" y="12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80B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0" name="Freeform 1236"/>
              <p:cNvSpPr>
                <a:spLocks/>
              </p:cNvSpPr>
              <p:nvPr/>
            </p:nvSpPr>
            <p:spPr bwMode="auto">
              <a:xfrm>
                <a:off x="517" y="544"/>
                <a:ext cx="136" cy="127"/>
              </a:xfrm>
              <a:custGeom>
                <a:avLst/>
                <a:gdLst>
                  <a:gd name="T0" fmla="*/ 0 w 136"/>
                  <a:gd name="T1" fmla="*/ 0 h 127"/>
                  <a:gd name="T2" fmla="*/ 136 w 136"/>
                  <a:gd name="T3" fmla="*/ 36 h 127"/>
                  <a:gd name="T4" fmla="*/ 127 w 136"/>
                  <a:gd name="T5" fmla="*/ 127 h 127"/>
                  <a:gd name="T6" fmla="*/ 0 60000 65536"/>
                  <a:gd name="T7" fmla="*/ 0 60000 65536"/>
                  <a:gd name="T8" fmla="*/ 0 60000 65536"/>
                  <a:gd name="T9" fmla="*/ 0 w 136"/>
                  <a:gd name="T10" fmla="*/ 0 h 127"/>
                  <a:gd name="T11" fmla="*/ 136 w 136"/>
                  <a:gd name="T12" fmla="*/ 127 h 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6" h="127">
                    <a:moveTo>
                      <a:pt x="0" y="0"/>
                    </a:moveTo>
                    <a:lnTo>
                      <a:pt x="136" y="36"/>
                    </a:lnTo>
                    <a:lnTo>
                      <a:pt x="127" y="12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1" name="Freeform 1237"/>
              <p:cNvSpPr>
                <a:spLocks/>
              </p:cNvSpPr>
              <p:nvPr/>
            </p:nvSpPr>
            <p:spPr bwMode="auto">
              <a:xfrm>
                <a:off x="517" y="471"/>
                <a:ext cx="136" cy="109"/>
              </a:xfrm>
              <a:custGeom>
                <a:avLst/>
                <a:gdLst>
                  <a:gd name="T0" fmla="*/ 136 w 136"/>
                  <a:gd name="T1" fmla="*/ 109 h 109"/>
                  <a:gd name="T2" fmla="*/ 0 w 136"/>
                  <a:gd name="T3" fmla="*/ 73 h 109"/>
                  <a:gd name="T4" fmla="*/ 18 w 136"/>
                  <a:gd name="T5" fmla="*/ 0 h 109"/>
                  <a:gd name="T6" fmla="*/ 136 w 136"/>
                  <a:gd name="T7" fmla="*/ 109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109"/>
                  <a:gd name="T14" fmla="*/ 136 w 136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109">
                    <a:moveTo>
                      <a:pt x="136" y="109"/>
                    </a:moveTo>
                    <a:lnTo>
                      <a:pt x="0" y="73"/>
                    </a:lnTo>
                    <a:lnTo>
                      <a:pt x="18" y="0"/>
                    </a:lnTo>
                    <a:lnTo>
                      <a:pt x="136" y="109"/>
                    </a:lnTo>
                    <a:close/>
                  </a:path>
                </a:pathLst>
              </a:custGeom>
              <a:solidFill>
                <a:srgbClr val="9F83B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2" name="Freeform 1238"/>
              <p:cNvSpPr>
                <a:spLocks/>
              </p:cNvSpPr>
              <p:nvPr/>
            </p:nvSpPr>
            <p:spPr bwMode="auto">
              <a:xfrm>
                <a:off x="517" y="471"/>
                <a:ext cx="136" cy="109"/>
              </a:xfrm>
              <a:custGeom>
                <a:avLst/>
                <a:gdLst>
                  <a:gd name="T0" fmla="*/ 136 w 136"/>
                  <a:gd name="T1" fmla="*/ 109 h 109"/>
                  <a:gd name="T2" fmla="*/ 0 w 136"/>
                  <a:gd name="T3" fmla="*/ 73 h 109"/>
                  <a:gd name="T4" fmla="*/ 18 w 136"/>
                  <a:gd name="T5" fmla="*/ 0 h 109"/>
                  <a:gd name="T6" fmla="*/ 0 60000 65536"/>
                  <a:gd name="T7" fmla="*/ 0 60000 65536"/>
                  <a:gd name="T8" fmla="*/ 0 60000 65536"/>
                  <a:gd name="T9" fmla="*/ 0 w 136"/>
                  <a:gd name="T10" fmla="*/ 0 h 109"/>
                  <a:gd name="T11" fmla="*/ 136 w 136"/>
                  <a:gd name="T12" fmla="*/ 109 h 1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6" h="109">
                    <a:moveTo>
                      <a:pt x="136" y="109"/>
                    </a:moveTo>
                    <a:lnTo>
                      <a:pt x="0" y="73"/>
                    </a:lnTo>
                    <a:lnTo>
                      <a:pt x="1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3" name="Freeform 1239"/>
              <p:cNvSpPr>
                <a:spLocks/>
              </p:cNvSpPr>
              <p:nvPr/>
            </p:nvSpPr>
            <p:spPr bwMode="auto">
              <a:xfrm>
                <a:off x="707" y="190"/>
                <a:ext cx="82" cy="55"/>
              </a:xfrm>
              <a:custGeom>
                <a:avLst/>
                <a:gdLst>
                  <a:gd name="T0" fmla="*/ 82 w 82"/>
                  <a:gd name="T1" fmla="*/ 55 h 55"/>
                  <a:gd name="T2" fmla="*/ 0 w 82"/>
                  <a:gd name="T3" fmla="*/ 55 h 55"/>
                  <a:gd name="T4" fmla="*/ 19 w 82"/>
                  <a:gd name="T5" fmla="*/ 0 h 55"/>
                  <a:gd name="T6" fmla="*/ 82 w 82"/>
                  <a:gd name="T7" fmla="*/ 55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2"/>
                  <a:gd name="T13" fmla="*/ 0 h 55"/>
                  <a:gd name="T14" fmla="*/ 82 w 82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2" h="55">
                    <a:moveTo>
                      <a:pt x="82" y="55"/>
                    </a:moveTo>
                    <a:lnTo>
                      <a:pt x="0" y="55"/>
                    </a:lnTo>
                    <a:lnTo>
                      <a:pt x="19" y="0"/>
                    </a:lnTo>
                    <a:lnTo>
                      <a:pt x="82" y="55"/>
                    </a:lnTo>
                    <a:close/>
                  </a:path>
                </a:pathLst>
              </a:custGeom>
              <a:solidFill>
                <a:srgbClr val="B0A1C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4" name="Freeform 1240"/>
              <p:cNvSpPr>
                <a:spLocks/>
              </p:cNvSpPr>
              <p:nvPr/>
            </p:nvSpPr>
            <p:spPr bwMode="auto">
              <a:xfrm>
                <a:off x="707" y="190"/>
                <a:ext cx="82" cy="55"/>
              </a:xfrm>
              <a:custGeom>
                <a:avLst/>
                <a:gdLst>
                  <a:gd name="T0" fmla="*/ 82 w 82"/>
                  <a:gd name="T1" fmla="*/ 55 h 55"/>
                  <a:gd name="T2" fmla="*/ 0 w 82"/>
                  <a:gd name="T3" fmla="*/ 55 h 55"/>
                  <a:gd name="T4" fmla="*/ 19 w 82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82"/>
                  <a:gd name="T10" fmla="*/ 0 h 55"/>
                  <a:gd name="T11" fmla="*/ 82 w 8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" h="55">
                    <a:moveTo>
                      <a:pt x="82" y="55"/>
                    </a:moveTo>
                    <a:lnTo>
                      <a:pt x="0" y="55"/>
                    </a:lnTo>
                    <a:lnTo>
                      <a:pt x="1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5" name="Freeform 1241"/>
              <p:cNvSpPr>
                <a:spLocks/>
              </p:cNvSpPr>
              <p:nvPr/>
            </p:nvSpPr>
            <p:spPr bwMode="auto">
              <a:xfrm>
                <a:off x="726" y="190"/>
                <a:ext cx="63" cy="55"/>
              </a:xfrm>
              <a:custGeom>
                <a:avLst/>
                <a:gdLst>
                  <a:gd name="T0" fmla="*/ 0 w 63"/>
                  <a:gd name="T1" fmla="*/ 0 h 55"/>
                  <a:gd name="T2" fmla="*/ 54 w 63"/>
                  <a:gd name="T3" fmla="*/ 0 h 55"/>
                  <a:gd name="T4" fmla="*/ 63 w 63"/>
                  <a:gd name="T5" fmla="*/ 55 h 55"/>
                  <a:gd name="T6" fmla="*/ 0 w 63"/>
                  <a:gd name="T7" fmla="*/ 0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3"/>
                  <a:gd name="T13" fmla="*/ 0 h 55"/>
                  <a:gd name="T14" fmla="*/ 63 w 63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3" h="55">
                    <a:moveTo>
                      <a:pt x="0" y="0"/>
                    </a:moveTo>
                    <a:lnTo>
                      <a:pt x="54" y="0"/>
                    </a:lnTo>
                    <a:lnTo>
                      <a:pt x="63" y="5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A1C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6" name="Freeform 1242"/>
              <p:cNvSpPr>
                <a:spLocks/>
              </p:cNvSpPr>
              <p:nvPr/>
            </p:nvSpPr>
            <p:spPr bwMode="auto">
              <a:xfrm>
                <a:off x="726" y="190"/>
                <a:ext cx="63" cy="55"/>
              </a:xfrm>
              <a:custGeom>
                <a:avLst/>
                <a:gdLst>
                  <a:gd name="T0" fmla="*/ 0 w 63"/>
                  <a:gd name="T1" fmla="*/ 0 h 55"/>
                  <a:gd name="T2" fmla="*/ 54 w 63"/>
                  <a:gd name="T3" fmla="*/ 0 h 55"/>
                  <a:gd name="T4" fmla="*/ 63 w 63"/>
                  <a:gd name="T5" fmla="*/ 55 h 55"/>
                  <a:gd name="T6" fmla="*/ 0 60000 65536"/>
                  <a:gd name="T7" fmla="*/ 0 60000 65536"/>
                  <a:gd name="T8" fmla="*/ 0 60000 65536"/>
                  <a:gd name="T9" fmla="*/ 0 w 63"/>
                  <a:gd name="T10" fmla="*/ 0 h 55"/>
                  <a:gd name="T11" fmla="*/ 63 w 63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" h="55">
                    <a:moveTo>
                      <a:pt x="0" y="0"/>
                    </a:moveTo>
                    <a:lnTo>
                      <a:pt x="54" y="0"/>
                    </a:lnTo>
                    <a:lnTo>
                      <a:pt x="63" y="55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7" name="Freeform 1243"/>
              <p:cNvSpPr>
                <a:spLocks/>
              </p:cNvSpPr>
              <p:nvPr/>
            </p:nvSpPr>
            <p:spPr bwMode="auto">
              <a:xfrm>
                <a:off x="590" y="281"/>
                <a:ext cx="99" cy="82"/>
              </a:xfrm>
              <a:custGeom>
                <a:avLst/>
                <a:gdLst>
                  <a:gd name="T0" fmla="*/ 99 w 99"/>
                  <a:gd name="T1" fmla="*/ 82 h 82"/>
                  <a:gd name="T2" fmla="*/ 0 w 99"/>
                  <a:gd name="T3" fmla="*/ 54 h 82"/>
                  <a:gd name="T4" fmla="*/ 27 w 99"/>
                  <a:gd name="T5" fmla="*/ 0 h 82"/>
                  <a:gd name="T6" fmla="*/ 99 w 99"/>
                  <a:gd name="T7" fmla="*/ 82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82"/>
                  <a:gd name="T14" fmla="*/ 99 w 99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82">
                    <a:moveTo>
                      <a:pt x="99" y="82"/>
                    </a:moveTo>
                    <a:lnTo>
                      <a:pt x="0" y="54"/>
                    </a:lnTo>
                    <a:lnTo>
                      <a:pt x="27" y="0"/>
                    </a:lnTo>
                    <a:lnTo>
                      <a:pt x="99" y="82"/>
                    </a:lnTo>
                    <a:close/>
                  </a:path>
                </a:pathLst>
              </a:custGeom>
              <a:solidFill>
                <a:srgbClr val="A28E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8" name="Freeform 1244"/>
              <p:cNvSpPr>
                <a:spLocks/>
              </p:cNvSpPr>
              <p:nvPr/>
            </p:nvSpPr>
            <p:spPr bwMode="auto">
              <a:xfrm>
                <a:off x="590" y="281"/>
                <a:ext cx="99" cy="82"/>
              </a:xfrm>
              <a:custGeom>
                <a:avLst/>
                <a:gdLst>
                  <a:gd name="T0" fmla="*/ 99 w 99"/>
                  <a:gd name="T1" fmla="*/ 82 h 82"/>
                  <a:gd name="T2" fmla="*/ 0 w 99"/>
                  <a:gd name="T3" fmla="*/ 54 h 82"/>
                  <a:gd name="T4" fmla="*/ 27 w 99"/>
                  <a:gd name="T5" fmla="*/ 0 h 82"/>
                  <a:gd name="T6" fmla="*/ 0 60000 65536"/>
                  <a:gd name="T7" fmla="*/ 0 60000 65536"/>
                  <a:gd name="T8" fmla="*/ 0 60000 65536"/>
                  <a:gd name="T9" fmla="*/ 0 w 99"/>
                  <a:gd name="T10" fmla="*/ 0 h 82"/>
                  <a:gd name="T11" fmla="*/ 99 w 99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9" h="82">
                    <a:moveTo>
                      <a:pt x="99" y="82"/>
                    </a:moveTo>
                    <a:lnTo>
                      <a:pt x="0" y="54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49" name="Freeform 1245"/>
              <p:cNvSpPr>
                <a:spLocks/>
              </p:cNvSpPr>
              <p:nvPr/>
            </p:nvSpPr>
            <p:spPr bwMode="auto">
              <a:xfrm>
                <a:off x="617" y="281"/>
                <a:ext cx="81" cy="82"/>
              </a:xfrm>
              <a:custGeom>
                <a:avLst/>
                <a:gdLst>
                  <a:gd name="T0" fmla="*/ 0 w 81"/>
                  <a:gd name="T1" fmla="*/ 0 h 82"/>
                  <a:gd name="T2" fmla="*/ 81 w 81"/>
                  <a:gd name="T3" fmla="*/ 18 h 82"/>
                  <a:gd name="T4" fmla="*/ 72 w 81"/>
                  <a:gd name="T5" fmla="*/ 82 h 82"/>
                  <a:gd name="T6" fmla="*/ 0 w 81"/>
                  <a:gd name="T7" fmla="*/ 0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1"/>
                  <a:gd name="T13" fmla="*/ 0 h 82"/>
                  <a:gd name="T14" fmla="*/ 81 w 81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1" h="82">
                    <a:moveTo>
                      <a:pt x="0" y="0"/>
                    </a:moveTo>
                    <a:lnTo>
                      <a:pt x="81" y="18"/>
                    </a:lnTo>
                    <a:lnTo>
                      <a:pt x="72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28EBF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0" name="Freeform 1246"/>
              <p:cNvSpPr>
                <a:spLocks/>
              </p:cNvSpPr>
              <p:nvPr/>
            </p:nvSpPr>
            <p:spPr bwMode="auto">
              <a:xfrm>
                <a:off x="617" y="281"/>
                <a:ext cx="81" cy="82"/>
              </a:xfrm>
              <a:custGeom>
                <a:avLst/>
                <a:gdLst>
                  <a:gd name="T0" fmla="*/ 0 w 81"/>
                  <a:gd name="T1" fmla="*/ 0 h 82"/>
                  <a:gd name="T2" fmla="*/ 81 w 81"/>
                  <a:gd name="T3" fmla="*/ 18 h 82"/>
                  <a:gd name="T4" fmla="*/ 72 w 81"/>
                  <a:gd name="T5" fmla="*/ 82 h 82"/>
                  <a:gd name="T6" fmla="*/ 0 60000 65536"/>
                  <a:gd name="T7" fmla="*/ 0 60000 65536"/>
                  <a:gd name="T8" fmla="*/ 0 60000 65536"/>
                  <a:gd name="T9" fmla="*/ 0 w 81"/>
                  <a:gd name="T10" fmla="*/ 0 h 82"/>
                  <a:gd name="T11" fmla="*/ 81 w 81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" h="82">
                    <a:moveTo>
                      <a:pt x="0" y="0"/>
                    </a:moveTo>
                    <a:lnTo>
                      <a:pt x="81" y="18"/>
                    </a:lnTo>
                    <a:lnTo>
                      <a:pt x="72" y="8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1" name="Freeform 1247"/>
              <p:cNvSpPr>
                <a:spLocks/>
              </p:cNvSpPr>
              <p:nvPr/>
            </p:nvSpPr>
            <p:spPr bwMode="auto">
              <a:xfrm>
                <a:off x="780" y="190"/>
                <a:ext cx="82" cy="55"/>
              </a:xfrm>
              <a:custGeom>
                <a:avLst/>
                <a:gdLst>
                  <a:gd name="T0" fmla="*/ 82 w 82"/>
                  <a:gd name="T1" fmla="*/ 46 h 55"/>
                  <a:gd name="T2" fmla="*/ 9 w 82"/>
                  <a:gd name="T3" fmla="*/ 55 h 55"/>
                  <a:gd name="T4" fmla="*/ 0 w 82"/>
                  <a:gd name="T5" fmla="*/ 0 h 55"/>
                  <a:gd name="T6" fmla="*/ 82 w 82"/>
                  <a:gd name="T7" fmla="*/ 46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2"/>
                  <a:gd name="T13" fmla="*/ 0 h 55"/>
                  <a:gd name="T14" fmla="*/ 82 w 82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2" h="55">
                    <a:moveTo>
                      <a:pt x="82" y="46"/>
                    </a:moveTo>
                    <a:lnTo>
                      <a:pt x="9" y="55"/>
                    </a:lnTo>
                    <a:lnTo>
                      <a:pt x="0" y="0"/>
                    </a:lnTo>
                    <a:lnTo>
                      <a:pt x="82" y="46"/>
                    </a:lnTo>
                    <a:close/>
                  </a:path>
                </a:pathLst>
              </a:custGeom>
              <a:solidFill>
                <a:srgbClr val="BCABC9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2" name="Freeform 1248"/>
              <p:cNvSpPr>
                <a:spLocks/>
              </p:cNvSpPr>
              <p:nvPr/>
            </p:nvSpPr>
            <p:spPr bwMode="auto">
              <a:xfrm>
                <a:off x="780" y="190"/>
                <a:ext cx="82" cy="55"/>
              </a:xfrm>
              <a:custGeom>
                <a:avLst/>
                <a:gdLst>
                  <a:gd name="T0" fmla="*/ 82 w 82"/>
                  <a:gd name="T1" fmla="*/ 46 h 55"/>
                  <a:gd name="T2" fmla="*/ 9 w 82"/>
                  <a:gd name="T3" fmla="*/ 55 h 55"/>
                  <a:gd name="T4" fmla="*/ 0 w 82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82"/>
                  <a:gd name="T10" fmla="*/ 0 h 55"/>
                  <a:gd name="T11" fmla="*/ 82 w 82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" h="55">
                    <a:moveTo>
                      <a:pt x="82" y="46"/>
                    </a:moveTo>
                    <a:lnTo>
                      <a:pt x="9" y="55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3" name="Freeform 1249"/>
              <p:cNvSpPr>
                <a:spLocks/>
              </p:cNvSpPr>
              <p:nvPr/>
            </p:nvSpPr>
            <p:spPr bwMode="auto">
              <a:xfrm>
                <a:off x="535" y="471"/>
                <a:ext cx="127" cy="109"/>
              </a:xfrm>
              <a:custGeom>
                <a:avLst/>
                <a:gdLst>
                  <a:gd name="T0" fmla="*/ 0 w 127"/>
                  <a:gd name="T1" fmla="*/ 0 h 109"/>
                  <a:gd name="T2" fmla="*/ 127 w 127"/>
                  <a:gd name="T3" fmla="*/ 37 h 109"/>
                  <a:gd name="T4" fmla="*/ 118 w 127"/>
                  <a:gd name="T5" fmla="*/ 109 h 109"/>
                  <a:gd name="T6" fmla="*/ 0 w 127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7"/>
                  <a:gd name="T13" fmla="*/ 0 h 109"/>
                  <a:gd name="T14" fmla="*/ 127 w 127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7" h="109">
                    <a:moveTo>
                      <a:pt x="0" y="0"/>
                    </a:moveTo>
                    <a:lnTo>
                      <a:pt x="127" y="37"/>
                    </a:lnTo>
                    <a:lnTo>
                      <a:pt x="118" y="1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F83B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4" name="Freeform 1250"/>
              <p:cNvSpPr>
                <a:spLocks/>
              </p:cNvSpPr>
              <p:nvPr/>
            </p:nvSpPr>
            <p:spPr bwMode="auto">
              <a:xfrm>
                <a:off x="535" y="471"/>
                <a:ext cx="127" cy="109"/>
              </a:xfrm>
              <a:custGeom>
                <a:avLst/>
                <a:gdLst>
                  <a:gd name="T0" fmla="*/ 0 w 127"/>
                  <a:gd name="T1" fmla="*/ 0 h 109"/>
                  <a:gd name="T2" fmla="*/ 127 w 127"/>
                  <a:gd name="T3" fmla="*/ 37 h 109"/>
                  <a:gd name="T4" fmla="*/ 118 w 127"/>
                  <a:gd name="T5" fmla="*/ 109 h 109"/>
                  <a:gd name="T6" fmla="*/ 0 60000 65536"/>
                  <a:gd name="T7" fmla="*/ 0 60000 65536"/>
                  <a:gd name="T8" fmla="*/ 0 60000 65536"/>
                  <a:gd name="T9" fmla="*/ 0 w 127"/>
                  <a:gd name="T10" fmla="*/ 0 h 109"/>
                  <a:gd name="T11" fmla="*/ 127 w 127"/>
                  <a:gd name="T12" fmla="*/ 109 h 1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" h="109">
                    <a:moveTo>
                      <a:pt x="0" y="0"/>
                    </a:moveTo>
                    <a:lnTo>
                      <a:pt x="127" y="37"/>
                    </a:lnTo>
                    <a:lnTo>
                      <a:pt x="118" y="10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5" name="Freeform 1251"/>
              <p:cNvSpPr>
                <a:spLocks/>
              </p:cNvSpPr>
              <p:nvPr/>
            </p:nvSpPr>
            <p:spPr bwMode="auto">
              <a:xfrm>
                <a:off x="535" y="399"/>
                <a:ext cx="127" cy="109"/>
              </a:xfrm>
              <a:custGeom>
                <a:avLst/>
                <a:gdLst>
                  <a:gd name="T0" fmla="*/ 127 w 127"/>
                  <a:gd name="T1" fmla="*/ 109 h 109"/>
                  <a:gd name="T2" fmla="*/ 0 w 127"/>
                  <a:gd name="T3" fmla="*/ 72 h 109"/>
                  <a:gd name="T4" fmla="*/ 27 w 127"/>
                  <a:gd name="T5" fmla="*/ 0 h 109"/>
                  <a:gd name="T6" fmla="*/ 127 w 127"/>
                  <a:gd name="T7" fmla="*/ 109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7"/>
                  <a:gd name="T13" fmla="*/ 0 h 109"/>
                  <a:gd name="T14" fmla="*/ 127 w 127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7" h="109">
                    <a:moveTo>
                      <a:pt x="127" y="109"/>
                    </a:moveTo>
                    <a:lnTo>
                      <a:pt x="0" y="72"/>
                    </a:lnTo>
                    <a:lnTo>
                      <a:pt x="27" y="0"/>
                    </a:lnTo>
                    <a:lnTo>
                      <a:pt x="127" y="109"/>
                    </a:lnTo>
                    <a:close/>
                  </a:path>
                </a:pathLst>
              </a:custGeom>
              <a:solidFill>
                <a:srgbClr val="A086B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6" name="Freeform 1252"/>
              <p:cNvSpPr>
                <a:spLocks/>
              </p:cNvSpPr>
              <p:nvPr/>
            </p:nvSpPr>
            <p:spPr bwMode="auto">
              <a:xfrm>
                <a:off x="535" y="399"/>
                <a:ext cx="127" cy="109"/>
              </a:xfrm>
              <a:custGeom>
                <a:avLst/>
                <a:gdLst>
                  <a:gd name="T0" fmla="*/ 127 w 127"/>
                  <a:gd name="T1" fmla="*/ 109 h 109"/>
                  <a:gd name="T2" fmla="*/ 0 w 127"/>
                  <a:gd name="T3" fmla="*/ 72 h 109"/>
                  <a:gd name="T4" fmla="*/ 27 w 127"/>
                  <a:gd name="T5" fmla="*/ 0 h 109"/>
                  <a:gd name="T6" fmla="*/ 0 60000 65536"/>
                  <a:gd name="T7" fmla="*/ 0 60000 65536"/>
                  <a:gd name="T8" fmla="*/ 0 60000 65536"/>
                  <a:gd name="T9" fmla="*/ 0 w 127"/>
                  <a:gd name="T10" fmla="*/ 0 h 109"/>
                  <a:gd name="T11" fmla="*/ 127 w 127"/>
                  <a:gd name="T12" fmla="*/ 109 h 1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" h="109">
                    <a:moveTo>
                      <a:pt x="127" y="109"/>
                    </a:moveTo>
                    <a:lnTo>
                      <a:pt x="0" y="72"/>
                    </a:lnTo>
                    <a:lnTo>
                      <a:pt x="27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7" name="Freeform 1253"/>
              <p:cNvSpPr>
                <a:spLocks/>
              </p:cNvSpPr>
              <p:nvPr/>
            </p:nvSpPr>
            <p:spPr bwMode="auto">
              <a:xfrm>
                <a:off x="807" y="680"/>
                <a:ext cx="182" cy="91"/>
              </a:xfrm>
              <a:custGeom>
                <a:avLst/>
                <a:gdLst>
                  <a:gd name="T0" fmla="*/ 182 w 182"/>
                  <a:gd name="T1" fmla="*/ 64 h 91"/>
                  <a:gd name="T2" fmla="*/ 9 w 182"/>
                  <a:gd name="T3" fmla="*/ 91 h 91"/>
                  <a:gd name="T4" fmla="*/ 0 w 182"/>
                  <a:gd name="T5" fmla="*/ 0 h 91"/>
                  <a:gd name="T6" fmla="*/ 182 w 182"/>
                  <a:gd name="T7" fmla="*/ 64 h 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2"/>
                  <a:gd name="T13" fmla="*/ 0 h 91"/>
                  <a:gd name="T14" fmla="*/ 182 w 182"/>
                  <a:gd name="T15" fmla="*/ 91 h 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2" h="91">
                    <a:moveTo>
                      <a:pt x="182" y="64"/>
                    </a:moveTo>
                    <a:lnTo>
                      <a:pt x="9" y="91"/>
                    </a:lnTo>
                    <a:lnTo>
                      <a:pt x="0" y="0"/>
                    </a:lnTo>
                    <a:lnTo>
                      <a:pt x="182" y="64"/>
                    </a:lnTo>
                    <a:close/>
                  </a:path>
                </a:pathLst>
              </a:custGeom>
              <a:solidFill>
                <a:srgbClr val="C199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8" name="Freeform 1254"/>
              <p:cNvSpPr>
                <a:spLocks/>
              </p:cNvSpPr>
              <p:nvPr/>
            </p:nvSpPr>
            <p:spPr bwMode="auto">
              <a:xfrm>
                <a:off x="807" y="680"/>
                <a:ext cx="182" cy="91"/>
              </a:xfrm>
              <a:custGeom>
                <a:avLst/>
                <a:gdLst>
                  <a:gd name="T0" fmla="*/ 182 w 182"/>
                  <a:gd name="T1" fmla="*/ 64 h 91"/>
                  <a:gd name="T2" fmla="*/ 9 w 182"/>
                  <a:gd name="T3" fmla="*/ 91 h 91"/>
                  <a:gd name="T4" fmla="*/ 0 w 182"/>
                  <a:gd name="T5" fmla="*/ 0 h 91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91"/>
                  <a:gd name="T11" fmla="*/ 182 w 182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91">
                    <a:moveTo>
                      <a:pt x="182" y="64"/>
                    </a:moveTo>
                    <a:lnTo>
                      <a:pt x="9" y="9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59" name="Freeform 1255"/>
              <p:cNvSpPr>
                <a:spLocks/>
              </p:cNvSpPr>
              <p:nvPr/>
            </p:nvSpPr>
            <p:spPr bwMode="auto">
              <a:xfrm>
                <a:off x="807" y="653"/>
                <a:ext cx="182" cy="91"/>
              </a:xfrm>
              <a:custGeom>
                <a:avLst/>
                <a:gdLst>
                  <a:gd name="T0" fmla="*/ 0 w 182"/>
                  <a:gd name="T1" fmla="*/ 27 h 91"/>
                  <a:gd name="T2" fmla="*/ 164 w 182"/>
                  <a:gd name="T3" fmla="*/ 0 h 91"/>
                  <a:gd name="T4" fmla="*/ 182 w 182"/>
                  <a:gd name="T5" fmla="*/ 91 h 91"/>
                  <a:gd name="T6" fmla="*/ 0 w 182"/>
                  <a:gd name="T7" fmla="*/ 27 h 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2"/>
                  <a:gd name="T13" fmla="*/ 0 h 91"/>
                  <a:gd name="T14" fmla="*/ 182 w 182"/>
                  <a:gd name="T15" fmla="*/ 91 h 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2" h="91">
                    <a:moveTo>
                      <a:pt x="0" y="27"/>
                    </a:moveTo>
                    <a:lnTo>
                      <a:pt x="164" y="0"/>
                    </a:lnTo>
                    <a:lnTo>
                      <a:pt x="182" y="91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C199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0" name="Freeform 1256"/>
              <p:cNvSpPr>
                <a:spLocks/>
              </p:cNvSpPr>
              <p:nvPr/>
            </p:nvSpPr>
            <p:spPr bwMode="auto">
              <a:xfrm>
                <a:off x="807" y="653"/>
                <a:ext cx="182" cy="91"/>
              </a:xfrm>
              <a:custGeom>
                <a:avLst/>
                <a:gdLst>
                  <a:gd name="T0" fmla="*/ 0 w 182"/>
                  <a:gd name="T1" fmla="*/ 27 h 91"/>
                  <a:gd name="T2" fmla="*/ 164 w 182"/>
                  <a:gd name="T3" fmla="*/ 0 h 91"/>
                  <a:gd name="T4" fmla="*/ 182 w 182"/>
                  <a:gd name="T5" fmla="*/ 91 h 91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91"/>
                  <a:gd name="T11" fmla="*/ 182 w 182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91">
                    <a:moveTo>
                      <a:pt x="0" y="27"/>
                    </a:moveTo>
                    <a:lnTo>
                      <a:pt x="164" y="0"/>
                    </a:lnTo>
                    <a:lnTo>
                      <a:pt x="182" y="9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1" name="Freeform 1257"/>
              <p:cNvSpPr>
                <a:spLocks/>
              </p:cNvSpPr>
              <p:nvPr/>
            </p:nvSpPr>
            <p:spPr bwMode="auto">
              <a:xfrm>
                <a:off x="562" y="335"/>
                <a:ext cx="109" cy="91"/>
              </a:xfrm>
              <a:custGeom>
                <a:avLst/>
                <a:gdLst>
                  <a:gd name="T0" fmla="*/ 109 w 109"/>
                  <a:gd name="T1" fmla="*/ 91 h 91"/>
                  <a:gd name="T2" fmla="*/ 0 w 109"/>
                  <a:gd name="T3" fmla="*/ 64 h 91"/>
                  <a:gd name="T4" fmla="*/ 28 w 109"/>
                  <a:gd name="T5" fmla="*/ 0 h 91"/>
                  <a:gd name="T6" fmla="*/ 109 w 109"/>
                  <a:gd name="T7" fmla="*/ 91 h 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91"/>
                  <a:gd name="T14" fmla="*/ 109 w 109"/>
                  <a:gd name="T15" fmla="*/ 91 h 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91">
                    <a:moveTo>
                      <a:pt x="109" y="91"/>
                    </a:moveTo>
                    <a:lnTo>
                      <a:pt x="0" y="64"/>
                    </a:lnTo>
                    <a:lnTo>
                      <a:pt x="28" y="0"/>
                    </a:lnTo>
                    <a:lnTo>
                      <a:pt x="109" y="91"/>
                    </a:lnTo>
                    <a:close/>
                  </a:path>
                </a:pathLst>
              </a:custGeom>
              <a:solidFill>
                <a:srgbClr val="A18AB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2" name="Freeform 1258"/>
              <p:cNvSpPr>
                <a:spLocks/>
              </p:cNvSpPr>
              <p:nvPr/>
            </p:nvSpPr>
            <p:spPr bwMode="auto">
              <a:xfrm>
                <a:off x="562" y="335"/>
                <a:ext cx="109" cy="91"/>
              </a:xfrm>
              <a:custGeom>
                <a:avLst/>
                <a:gdLst>
                  <a:gd name="T0" fmla="*/ 109 w 109"/>
                  <a:gd name="T1" fmla="*/ 91 h 91"/>
                  <a:gd name="T2" fmla="*/ 0 w 109"/>
                  <a:gd name="T3" fmla="*/ 64 h 91"/>
                  <a:gd name="T4" fmla="*/ 28 w 109"/>
                  <a:gd name="T5" fmla="*/ 0 h 91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91"/>
                  <a:gd name="T11" fmla="*/ 109 w 109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91">
                    <a:moveTo>
                      <a:pt x="109" y="91"/>
                    </a:moveTo>
                    <a:lnTo>
                      <a:pt x="0" y="64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3" name="Freeform 1259"/>
              <p:cNvSpPr>
                <a:spLocks/>
              </p:cNvSpPr>
              <p:nvPr/>
            </p:nvSpPr>
            <p:spPr bwMode="auto">
              <a:xfrm>
                <a:off x="590" y="335"/>
                <a:ext cx="99" cy="91"/>
              </a:xfrm>
              <a:custGeom>
                <a:avLst/>
                <a:gdLst>
                  <a:gd name="T0" fmla="*/ 0 w 99"/>
                  <a:gd name="T1" fmla="*/ 0 h 91"/>
                  <a:gd name="T2" fmla="*/ 99 w 99"/>
                  <a:gd name="T3" fmla="*/ 28 h 91"/>
                  <a:gd name="T4" fmla="*/ 81 w 99"/>
                  <a:gd name="T5" fmla="*/ 91 h 91"/>
                  <a:gd name="T6" fmla="*/ 0 w 99"/>
                  <a:gd name="T7" fmla="*/ 0 h 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9"/>
                  <a:gd name="T13" fmla="*/ 0 h 91"/>
                  <a:gd name="T14" fmla="*/ 99 w 99"/>
                  <a:gd name="T15" fmla="*/ 91 h 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9" h="91">
                    <a:moveTo>
                      <a:pt x="0" y="0"/>
                    </a:moveTo>
                    <a:lnTo>
                      <a:pt x="99" y="28"/>
                    </a:lnTo>
                    <a:lnTo>
                      <a:pt x="81" y="9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8ABB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4" name="Freeform 1260"/>
              <p:cNvSpPr>
                <a:spLocks/>
              </p:cNvSpPr>
              <p:nvPr/>
            </p:nvSpPr>
            <p:spPr bwMode="auto">
              <a:xfrm>
                <a:off x="590" y="335"/>
                <a:ext cx="99" cy="91"/>
              </a:xfrm>
              <a:custGeom>
                <a:avLst/>
                <a:gdLst>
                  <a:gd name="T0" fmla="*/ 0 w 99"/>
                  <a:gd name="T1" fmla="*/ 0 h 91"/>
                  <a:gd name="T2" fmla="*/ 99 w 99"/>
                  <a:gd name="T3" fmla="*/ 28 h 91"/>
                  <a:gd name="T4" fmla="*/ 81 w 99"/>
                  <a:gd name="T5" fmla="*/ 91 h 91"/>
                  <a:gd name="T6" fmla="*/ 0 60000 65536"/>
                  <a:gd name="T7" fmla="*/ 0 60000 65536"/>
                  <a:gd name="T8" fmla="*/ 0 60000 65536"/>
                  <a:gd name="T9" fmla="*/ 0 w 99"/>
                  <a:gd name="T10" fmla="*/ 0 h 91"/>
                  <a:gd name="T11" fmla="*/ 99 w 99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9" h="91">
                    <a:moveTo>
                      <a:pt x="0" y="0"/>
                    </a:moveTo>
                    <a:lnTo>
                      <a:pt x="99" y="28"/>
                    </a:lnTo>
                    <a:lnTo>
                      <a:pt x="81" y="9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5" name="Freeform 1261"/>
              <p:cNvSpPr>
                <a:spLocks/>
              </p:cNvSpPr>
              <p:nvPr/>
            </p:nvSpPr>
            <p:spPr bwMode="auto">
              <a:xfrm>
                <a:off x="562" y="399"/>
                <a:ext cx="109" cy="109"/>
              </a:xfrm>
              <a:custGeom>
                <a:avLst/>
                <a:gdLst>
                  <a:gd name="T0" fmla="*/ 0 w 109"/>
                  <a:gd name="T1" fmla="*/ 0 h 109"/>
                  <a:gd name="T2" fmla="*/ 109 w 109"/>
                  <a:gd name="T3" fmla="*/ 27 h 109"/>
                  <a:gd name="T4" fmla="*/ 100 w 109"/>
                  <a:gd name="T5" fmla="*/ 109 h 109"/>
                  <a:gd name="T6" fmla="*/ 0 w 109"/>
                  <a:gd name="T7" fmla="*/ 0 h 10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109"/>
                  <a:gd name="T14" fmla="*/ 109 w 109"/>
                  <a:gd name="T15" fmla="*/ 109 h 10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109">
                    <a:moveTo>
                      <a:pt x="0" y="0"/>
                    </a:moveTo>
                    <a:lnTo>
                      <a:pt x="109" y="27"/>
                    </a:lnTo>
                    <a:lnTo>
                      <a:pt x="100" y="10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086B8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6" name="Freeform 1262"/>
              <p:cNvSpPr>
                <a:spLocks/>
              </p:cNvSpPr>
              <p:nvPr/>
            </p:nvSpPr>
            <p:spPr bwMode="auto">
              <a:xfrm>
                <a:off x="562" y="399"/>
                <a:ext cx="109" cy="109"/>
              </a:xfrm>
              <a:custGeom>
                <a:avLst/>
                <a:gdLst>
                  <a:gd name="T0" fmla="*/ 0 w 109"/>
                  <a:gd name="T1" fmla="*/ 0 h 109"/>
                  <a:gd name="T2" fmla="*/ 109 w 109"/>
                  <a:gd name="T3" fmla="*/ 27 h 109"/>
                  <a:gd name="T4" fmla="*/ 100 w 109"/>
                  <a:gd name="T5" fmla="*/ 109 h 109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109"/>
                  <a:gd name="T11" fmla="*/ 109 w 109"/>
                  <a:gd name="T12" fmla="*/ 109 h 1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109">
                    <a:moveTo>
                      <a:pt x="0" y="0"/>
                    </a:moveTo>
                    <a:lnTo>
                      <a:pt x="109" y="27"/>
                    </a:lnTo>
                    <a:lnTo>
                      <a:pt x="100" y="109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7" name="Freeform 1263"/>
              <p:cNvSpPr>
                <a:spLocks/>
              </p:cNvSpPr>
              <p:nvPr/>
            </p:nvSpPr>
            <p:spPr bwMode="auto">
              <a:xfrm>
                <a:off x="789" y="236"/>
                <a:ext cx="91" cy="54"/>
              </a:xfrm>
              <a:custGeom>
                <a:avLst/>
                <a:gdLst>
                  <a:gd name="T0" fmla="*/ 0 w 91"/>
                  <a:gd name="T1" fmla="*/ 9 h 54"/>
                  <a:gd name="T2" fmla="*/ 73 w 91"/>
                  <a:gd name="T3" fmla="*/ 0 h 54"/>
                  <a:gd name="T4" fmla="*/ 91 w 91"/>
                  <a:gd name="T5" fmla="*/ 54 h 54"/>
                  <a:gd name="T6" fmla="*/ 0 w 91"/>
                  <a:gd name="T7" fmla="*/ 9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54"/>
                  <a:gd name="T14" fmla="*/ 91 w 91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54">
                    <a:moveTo>
                      <a:pt x="0" y="9"/>
                    </a:moveTo>
                    <a:lnTo>
                      <a:pt x="73" y="0"/>
                    </a:lnTo>
                    <a:lnTo>
                      <a:pt x="91" y="54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BDA7C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8" name="Freeform 1264"/>
              <p:cNvSpPr>
                <a:spLocks/>
              </p:cNvSpPr>
              <p:nvPr/>
            </p:nvSpPr>
            <p:spPr bwMode="auto">
              <a:xfrm>
                <a:off x="789" y="236"/>
                <a:ext cx="91" cy="54"/>
              </a:xfrm>
              <a:custGeom>
                <a:avLst/>
                <a:gdLst>
                  <a:gd name="T0" fmla="*/ 0 w 91"/>
                  <a:gd name="T1" fmla="*/ 9 h 54"/>
                  <a:gd name="T2" fmla="*/ 73 w 91"/>
                  <a:gd name="T3" fmla="*/ 0 h 54"/>
                  <a:gd name="T4" fmla="*/ 91 w 91"/>
                  <a:gd name="T5" fmla="*/ 54 h 54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54"/>
                  <a:gd name="T11" fmla="*/ 91 w 91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54">
                    <a:moveTo>
                      <a:pt x="0" y="9"/>
                    </a:moveTo>
                    <a:lnTo>
                      <a:pt x="73" y="0"/>
                    </a:lnTo>
                    <a:lnTo>
                      <a:pt x="91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69" name="Freeform 1265"/>
              <p:cNvSpPr>
                <a:spLocks/>
              </p:cNvSpPr>
              <p:nvPr/>
            </p:nvSpPr>
            <p:spPr bwMode="auto">
              <a:xfrm>
                <a:off x="617" y="853"/>
                <a:ext cx="199" cy="117"/>
              </a:xfrm>
              <a:custGeom>
                <a:avLst/>
                <a:gdLst>
                  <a:gd name="T0" fmla="*/ 0 w 199"/>
                  <a:gd name="T1" fmla="*/ 0 h 117"/>
                  <a:gd name="T2" fmla="*/ 199 w 199"/>
                  <a:gd name="T3" fmla="*/ 9 h 117"/>
                  <a:gd name="T4" fmla="*/ 199 w 199"/>
                  <a:gd name="T5" fmla="*/ 117 h 117"/>
                  <a:gd name="T6" fmla="*/ 0 w 199"/>
                  <a:gd name="T7" fmla="*/ 0 h 1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9"/>
                  <a:gd name="T13" fmla="*/ 0 h 117"/>
                  <a:gd name="T14" fmla="*/ 199 w 199"/>
                  <a:gd name="T15" fmla="*/ 117 h 1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9" h="117">
                    <a:moveTo>
                      <a:pt x="0" y="0"/>
                    </a:moveTo>
                    <a:lnTo>
                      <a:pt x="199" y="9"/>
                    </a:lnTo>
                    <a:lnTo>
                      <a:pt x="199" y="1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7A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0" name="Freeform 1266"/>
              <p:cNvSpPr>
                <a:spLocks/>
              </p:cNvSpPr>
              <p:nvPr/>
            </p:nvSpPr>
            <p:spPr bwMode="auto">
              <a:xfrm>
                <a:off x="617" y="853"/>
                <a:ext cx="199" cy="117"/>
              </a:xfrm>
              <a:custGeom>
                <a:avLst/>
                <a:gdLst>
                  <a:gd name="T0" fmla="*/ 0 w 199"/>
                  <a:gd name="T1" fmla="*/ 0 h 117"/>
                  <a:gd name="T2" fmla="*/ 199 w 199"/>
                  <a:gd name="T3" fmla="*/ 9 h 117"/>
                  <a:gd name="T4" fmla="*/ 199 w 199"/>
                  <a:gd name="T5" fmla="*/ 117 h 117"/>
                  <a:gd name="T6" fmla="*/ 0 60000 65536"/>
                  <a:gd name="T7" fmla="*/ 0 60000 65536"/>
                  <a:gd name="T8" fmla="*/ 0 60000 65536"/>
                  <a:gd name="T9" fmla="*/ 0 w 199"/>
                  <a:gd name="T10" fmla="*/ 0 h 117"/>
                  <a:gd name="T11" fmla="*/ 199 w 199"/>
                  <a:gd name="T12" fmla="*/ 117 h 1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9" h="117">
                    <a:moveTo>
                      <a:pt x="0" y="0"/>
                    </a:moveTo>
                    <a:lnTo>
                      <a:pt x="199" y="9"/>
                    </a:lnTo>
                    <a:lnTo>
                      <a:pt x="199" y="117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1" name="Freeform 1267"/>
              <p:cNvSpPr>
                <a:spLocks/>
              </p:cNvSpPr>
              <p:nvPr/>
            </p:nvSpPr>
            <p:spPr bwMode="auto">
              <a:xfrm>
                <a:off x="617" y="762"/>
                <a:ext cx="199" cy="100"/>
              </a:xfrm>
              <a:custGeom>
                <a:avLst/>
                <a:gdLst>
                  <a:gd name="T0" fmla="*/ 199 w 199"/>
                  <a:gd name="T1" fmla="*/ 100 h 100"/>
                  <a:gd name="T2" fmla="*/ 0 w 199"/>
                  <a:gd name="T3" fmla="*/ 91 h 100"/>
                  <a:gd name="T4" fmla="*/ 9 w 199"/>
                  <a:gd name="T5" fmla="*/ 0 h 100"/>
                  <a:gd name="T6" fmla="*/ 199 w 199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9"/>
                  <a:gd name="T13" fmla="*/ 0 h 100"/>
                  <a:gd name="T14" fmla="*/ 199 w 199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9" h="100">
                    <a:moveTo>
                      <a:pt x="199" y="100"/>
                    </a:moveTo>
                    <a:lnTo>
                      <a:pt x="0" y="91"/>
                    </a:lnTo>
                    <a:lnTo>
                      <a:pt x="9" y="0"/>
                    </a:lnTo>
                    <a:lnTo>
                      <a:pt x="199" y="100"/>
                    </a:lnTo>
                    <a:close/>
                  </a:path>
                </a:pathLst>
              </a:custGeom>
              <a:solidFill>
                <a:srgbClr val="B089A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2" name="Freeform 1268"/>
              <p:cNvSpPr>
                <a:spLocks/>
              </p:cNvSpPr>
              <p:nvPr/>
            </p:nvSpPr>
            <p:spPr bwMode="auto">
              <a:xfrm>
                <a:off x="617" y="762"/>
                <a:ext cx="199" cy="100"/>
              </a:xfrm>
              <a:custGeom>
                <a:avLst/>
                <a:gdLst>
                  <a:gd name="T0" fmla="*/ 199 w 199"/>
                  <a:gd name="T1" fmla="*/ 100 h 100"/>
                  <a:gd name="T2" fmla="*/ 0 w 199"/>
                  <a:gd name="T3" fmla="*/ 91 h 100"/>
                  <a:gd name="T4" fmla="*/ 9 w 199"/>
                  <a:gd name="T5" fmla="*/ 0 h 100"/>
                  <a:gd name="T6" fmla="*/ 0 60000 65536"/>
                  <a:gd name="T7" fmla="*/ 0 60000 65536"/>
                  <a:gd name="T8" fmla="*/ 0 60000 65536"/>
                  <a:gd name="T9" fmla="*/ 0 w 199"/>
                  <a:gd name="T10" fmla="*/ 0 h 100"/>
                  <a:gd name="T11" fmla="*/ 199 w 199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9" h="100">
                    <a:moveTo>
                      <a:pt x="199" y="100"/>
                    </a:moveTo>
                    <a:lnTo>
                      <a:pt x="0" y="91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3" name="Freeform 1269"/>
              <p:cNvSpPr>
                <a:spLocks/>
              </p:cNvSpPr>
              <p:nvPr/>
            </p:nvSpPr>
            <p:spPr bwMode="auto">
              <a:xfrm>
                <a:off x="807" y="589"/>
                <a:ext cx="164" cy="91"/>
              </a:xfrm>
              <a:custGeom>
                <a:avLst/>
                <a:gdLst>
                  <a:gd name="T0" fmla="*/ 164 w 164"/>
                  <a:gd name="T1" fmla="*/ 64 h 91"/>
                  <a:gd name="T2" fmla="*/ 0 w 164"/>
                  <a:gd name="T3" fmla="*/ 91 h 91"/>
                  <a:gd name="T4" fmla="*/ 0 w 164"/>
                  <a:gd name="T5" fmla="*/ 0 h 91"/>
                  <a:gd name="T6" fmla="*/ 164 w 164"/>
                  <a:gd name="T7" fmla="*/ 64 h 9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4"/>
                  <a:gd name="T13" fmla="*/ 0 h 91"/>
                  <a:gd name="T14" fmla="*/ 164 w 164"/>
                  <a:gd name="T15" fmla="*/ 91 h 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4" h="91">
                    <a:moveTo>
                      <a:pt x="164" y="64"/>
                    </a:moveTo>
                    <a:lnTo>
                      <a:pt x="0" y="91"/>
                    </a:lnTo>
                    <a:lnTo>
                      <a:pt x="0" y="0"/>
                    </a:lnTo>
                    <a:lnTo>
                      <a:pt x="164" y="64"/>
                    </a:lnTo>
                    <a:close/>
                  </a:path>
                </a:pathLst>
              </a:custGeom>
              <a:solidFill>
                <a:srgbClr val="C19AB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4" name="Freeform 1270"/>
              <p:cNvSpPr>
                <a:spLocks/>
              </p:cNvSpPr>
              <p:nvPr/>
            </p:nvSpPr>
            <p:spPr bwMode="auto">
              <a:xfrm>
                <a:off x="807" y="589"/>
                <a:ext cx="164" cy="91"/>
              </a:xfrm>
              <a:custGeom>
                <a:avLst/>
                <a:gdLst>
                  <a:gd name="T0" fmla="*/ 164 w 164"/>
                  <a:gd name="T1" fmla="*/ 64 h 91"/>
                  <a:gd name="T2" fmla="*/ 0 w 164"/>
                  <a:gd name="T3" fmla="*/ 91 h 91"/>
                  <a:gd name="T4" fmla="*/ 0 w 164"/>
                  <a:gd name="T5" fmla="*/ 0 h 91"/>
                  <a:gd name="T6" fmla="*/ 0 60000 65536"/>
                  <a:gd name="T7" fmla="*/ 0 60000 65536"/>
                  <a:gd name="T8" fmla="*/ 0 60000 65536"/>
                  <a:gd name="T9" fmla="*/ 0 w 164"/>
                  <a:gd name="T10" fmla="*/ 0 h 91"/>
                  <a:gd name="T11" fmla="*/ 164 w 164"/>
                  <a:gd name="T12" fmla="*/ 91 h 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4" h="91">
                    <a:moveTo>
                      <a:pt x="164" y="64"/>
                    </a:moveTo>
                    <a:lnTo>
                      <a:pt x="0" y="9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5" name="Freeform 1271"/>
              <p:cNvSpPr>
                <a:spLocks/>
              </p:cNvSpPr>
              <p:nvPr/>
            </p:nvSpPr>
            <p:spPr bwMode="auto">
              <a:xfrm>
                <a:off x="807" y="571"/>
                <a:ext cx="164" cy="82"/>
              </a:xfrm>
              <a:custGeom>
                <a:avLst/>
                <a:gdLst>
                  <a:gd name="T0" fmla="*/ 0 w 164"/>
                  <a:gd name="T1" fmla="*/ 18 h 82"/>
                  <a:gd name="T2" fmla="*/ 145 w 164"/>
                  <a:gd name="T3" fmla="*/ 0 h 82"/>
                  <a:gd name="T4" fmla="*/ 164 w 164"/>
                  <a:gd name="T5" fmla="*/ 82 h 82"/>
                  <a:gd name="T6" fmla="*/ 0 w 164"/>
                  <a:gd name="T7" fmla="*/ 18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4"/>
                  <a:gd name="T13" fmla="*/ 0 h 82"/>
                  <a:gd name="T14" fmla="*/ 164 w 164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4" h="82">
                    <a:moveTo>
                      <a:pt x="0" y="18"/>
                    </a:moveTo>
                    <a:lnTo>
                      <a:pt x="145" y="0"/>
                    </a:lnTo>
                    <a:lnTo>
                      <a:pt x="164" y="82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C19AB1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6" name="Freeform 1272"/>
              <p:cNvSpPr>
                <a:spLocks/>
              </p:cNvSpPr>
              <p:nvPr/>
            </p:nvSpPr>
            <p:spPr bwMode="auto">
              <a:xfrm>
                <a:off x="807" y="571"/>
                <a:ext cx="164" cy="82"/>
              </a:xfrm>
              <a:custGeom>
                <a:avLst/>
                <a:gdLst>
                  <a:gd name="T0" fmla="*/ 0 w 164"/>
                  <a:gd name="T1" fmla="*/ 18 h 82"/>
                  <a:gd name="T2" fmla="*/ 145 w 164"/>
                  <a:gd name="T3" fmla="*/ 0 h 82"/>
                  <a:gd name="T4" fmla="*/ 164 w 164"/>
                  <a:gd name="T5" fmla="*/ 82 h 82"/>
                  <a:gd name="T6" fmla="*/ 0 60000 65536"/>
                  <a:gd name="T7" fmla="*/ 0 60000 65536"/>
                  <a:gd name="T8" fmla="*/ 0 60000 65536"/>
                  <a:gd name="T9" fmla="*/ 0 w 164"/>
                  <a:gd name="T10" fmla="*/ 0 h 82"/>
                  <a:gd name="T11" fmla="*/ 164 w 164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4" h="82">
                    <a:moveTo>
                      <a:pt x="0" y="18"/>
                    </a:moveTo>
                    <a:lnTo>
                      <a:pt x="145" y="0"/>
                    </a:lnTo>
                    <a:lnTo>
                      <a:pt x="164" y="8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7" name="Freeform 1273"/>
              <p:cNvSpPr>
                <a:spLocks/>
              </p:cNvSpPr>
              <p:nvPr/>
            </p:nvSpPr>
            <p:spPr bwMode="auto">
              <a:xfrm>
                <a:off x="698" y="245"/>
                <a:ext cx="91" cy="54"/>
              </a:xfrm>
              <a:custGeom>
                <a:avLst/>
                <a:gdLst>
                  <a:gd name="T0" fmla="*/ 91 w 91"/>
                  <a:gd name="T1" fmla="*/ 54 h 54"/>
                  <a:gd name="T2" fmla="*/ 0 w 91"/>
                  <a:gd name="T3" fmla="*/ 54 h 54"/>
                  <a:gd name="T4" fmla="*/ 9 w 91"/>
                  <a:gd name="T5" fmla="*/ 0 h 54"/>
                  <a:gd name="T6" fmla="*/ 91 w 91"/>
                  <a:gd name="T7" fmla="*/ 54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54"/>
                  <a:gd name="T14" fmla="*/ 91 w 91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54">
                    <a:moveTo>
                      <a:pt x="91" y="54"/>
                    </a:moveTo>
                    <a:lnTo>
                      <a:pt x="0" y="54"/>
                    </a:lnTo>
                    <a:lnTo>
                      <a:pt x="9" y="0"/>
                    </a:lnTo>
                    <a:lnTo>
                      <a:pt x="91" y="54"/>
                    </a:lnTo>
                    <a:close/>
                  </a:path>
                </a:pathLst>
              </a:custGeom>
              <a:solidFill>
                <a:srgbClr val="B19CC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8" name="Freeform 1274"/>
              <p:cNvSpPr>
                <a:spLocks/>
              </p:cNvSpPr>
              <p:nvPr/>
            </p:nvSpPr>
            <p:spPr bwMode="auto">
              <a:xfrm>
                <a:off x="698" y="245"/>
                <a:ext cx="91" cy="54"/>
              </a:xfrm>
              <a:custGeom>
                <a:avLst/>
                <a:gdLst>
                  <a:gd name="T0" fmla="*/ 91 w 91"/>
                  <a:gd name="T1" fmla="*/ 54 h 54"/>
                  <a:gd name="T2" fmla="*/ 0 w 91"/>
                  <a:gd name="T3" fmla="*/ 54 h 54"/>
                  <a:gd name="T4" fmla="*/ 9 w 91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54"/>
                  <a:gd name="T11" fmla="*/ 91 w 91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54">
                    <a:moveTo>
                      <a:pt x="91" y="54"/>
                    </a:moveTo>
                    <a:lnTo>
                      <a:pt x="0" y="54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79" name="Freeform 1275"/>
              <p:cNvSpPr>
                <a:spLocks/>
              </p:cNvSpPr>
              <p:nvPr/>
            </p:nvSpPr>
            <p:spPr bwMode="auto">
              <a:xfrm>
                <a:off x="707" y="245"/>
                <a:ext cx="82" cy="54"/>
              </a:xfrm>
              <a:custGeom>
                <a:avLst/>
                <a:gdLst>
                  <a:gd name="T0" fmla="*/ 0 w 82"/>
                  <a:gd name="T1" fmla="*/ 0 h 54"/>
                  <a:gd name="T2" fmla="*/ 82 w 82"/>
                  <a:gd name="T3" fmla="*/ 0 h 54"/>
                  <a:gd name="T4" fmla="*/ 82 w 82"/>
                  <a:gd name="T5" fmla="*/ 54 h 54"/>
                  <a:gd name="T6" fmla="*/ 0 w 82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2"/>
                  <a:gd name="T13" fmla="*/ 0 h 54"/>
                  <a:gd name="T14" fmla="*/ 82 w 82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2" h="54">
                    <a:moveTo>
                      <a:pt x="0" y="0"/>
                    </a:moveTo>
                    <a:lnTo>
                      <a:pt x="82" y="0"/>
                    </a:lnTo>
                    <a:lnTo>
                      <a:pt x="82" y="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9CC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0" name="Freeform 1276"/>
              <p:cNvSpPr>
                <a:spLocks/>
              </p:cNvSpPr>
              <p:nvPr/>
            </p:nvSpPr>
            <p:spPr bwMode="auto">
              <a:xfrm>
                <a:off x="707" y="245"/>
                <a:ext cx="82" cy="54"/>
              </a:xfrm>
              <a:custGeom>
                <a:avLst/>
                <a:gdLst>
                  <a:gd name="T0" fmla="*/ 0 w 82"/>
                  <a:gd name="T1" fmla="*/ 0 h 54"/>
                  <a:gd name="T2" fmla="*/ 82 w 82"/>
                  <a:gd name="T3" fmla="*/ 0 h 54"/>
                  <a:gd name="T4" fmla="*/ 82 w 82"/>
                  <a:gd name="T5" fmla="*/ 54 h 54"/>
                  <a:gd name="T6" fmla="*/ 0 60000 65536"/>
                  <a:gd name="T7" fmla="*/ 0 60000 65536"/>
                  <a:gd name="T8" fmla="*/ 0 60000 65536"/>
                  <a:gd name="T9" fmla="*/ 0 w 82"/>
                  <a:gd name="T10" fmla="*/ 0 h 54"/>
                  <a:gd name="T11" fmla="*/ 82 w 82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" h="54">
                    <a:moveTo>
                      <a:pt x="0" y="0"/>
                    </a:moveTo>
                    <a:lnTo>
                      <a:pt x="82" y="0"/>
                    </a:lnTo>
                    <a:lnTo>
                      <a:pt x="82" y="5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1" name="Freeform 1277"/>
              <p:cNvSpPr>
                <a:spLocks/>
              </p:cNvSpPr>
              <p:nvPr/>
            </p:nvSpPr>
            <p:spPr bwMode="auto">
              <a:xfrm>
                <a:off x="789" y="290"/>
                <a:ext cx="109" cy="64"/>
              </a:xfrm>
              <a:custGeom>
                <a:avLst/>
                <a:gdLst>
                  <a:gd name="T0" fmla="*/ 0 w 109"/>
                  <a:gd name="T1" fmla="*/ 9 h 64"/>
                  <a:gd name="T2" fmla="*/ 91 w 109"/>
                  <a:gd name="T3" fmla="*/ 0 h 64"/>
                  <a:gd name="T4" fmla="*/ 109 w 109"/>
                  <a:gd name="T5" fmla="*/ 64 h 64"/>
                  <a:gd name="T6" fmla="*/ 0 w 109"/>
                  <a:gd name="T7" fmla="*/ 9 h 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64"/>
                  <a:gd name="T14" fmla="*/ 109 w 109"/>
                  <a:gd name="T15" fmla="*/ 64 h 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64">
                    <a:moveTo>
                      <a:pt x="0" y="9"/>
                    </a:moveTo>
                    <a:lnTo>
                      <a:pt x="91" y="0"/>
                    </a:lnTo>
                    <a:lnTo>
                      <a:pt x="109" y="64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BEA4B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2" name="Freeform 1278"/>
              <p:cNvSpPr>
                <a:spLocks/>
              </p:cNvSpPr>
              <p:nvPr/>
            </p:nvSpPr>
            <p:spPr bwMode="auto">
              <a:xfrm>
                <a:off x="789" y="290"/>
                <a:ext cx="109" cy="64"/>
              </a:xfrm>
              <a:custGeom>
                <a:avLst/>
                <a:gdLst>
                  <a:gd name="T0" fmla="*/ 0 w 109"/>
                  <a:gd name="T1" fmla="*/ 9 h 64"/>
                  <a:gd name="T2" fmla="*/ 91 w 109"/>
                  <a:gd name="T3" fmla="*/ 0 h 64"/>
                  <a:gd name="T4" fmla="*/ 109 w 109"/>
                  <a:gd name="T5" fmla="*/ 64 h 64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64"/>
                  <a:gd name="T11" fmla="*/ 109 w 109"/>
                  <a:gd name="T12" fmla="*/ 64 h 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64">
                    <a:moveTo>
                      <a:pt x="0" y="9"/>
                    </a:moveTo>
                    <a:lnTo>
                      <a:pt x="91" y="0"/>
                    </a:lnTo>
                    <a:lnTo>
                      <a:pt x="109" y="6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3" name="Freeform 1279"/>
              <p:cNvSpPr>
                <a:spLocks/>
              </p:cNvSpPr>
              <p:nvPr/>
            </p:nvSpPr>
            <p:spPr bwMode="auto">
              <a:xfrm>
                <a:off x="789" y="245"/>
                <a:ext cx="91" cy="54"/>
              </a:xfrm>
              <a:custGeom>
                <a:avLst/>
                <a:gdLst>
                  <a:gd name="T0" fmla="*/ 91 w 91"/>
                  <a:gd name="T1" fmla="*/ 45 h 54"/>
                  <a:gd name="T2" fmla="*/ 0 w 91"/>
                  <a:gd name="T3" fmla="*/ 54 h 54"/>
                  <a:gd name="T4" fmla="*/ 0 w 91"/>
                  <a:gd name="T5" fmla="*/ 0 h 54"/>
                  <a:gd name="T6" fmla="*/ 91 w 91"/>
                  <a:gd name="T7" fmla="*/ 45 h 5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1"/>
                  <a:gd name="T13" fmla="*/ 0 h 54"/>
                  <a:gd name="T14" fmla="*/ 91 w 91"/>
                  <a:gd name="T15" fmla="*/ 54 h 5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1" h="54">
                    <a:moveTo>
                      <a:pt x="91" y="45"/>
                    </a:moveTo>
                    <a:lnTo>
                      <a:pt x="0" y="54"/>
                    </a:lnTo>
                    <a:lnTo>
                      <a:pt x="0" y="0"/>
                    </a:lnTo>
                    <a:lnTo>
                      <a:pt x="91" y="45"/>
                    </a:lnTo>
                    <a:close/>
                  </a:path>
                </a:pathLst>
              </a:custGeom>
              <a:solidFill>
                <a:srgbClr val="BDA7C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4" name="Freeform 1280"/>
              <p:cNvSpPr>
                <a:spLocks/>
              </p:cNvSpPr>
              <p:nvPr/>
            </p:nvSpPr>
            <p:spPr bwMode="auto">
              <a:xfrm>
                <a:off x="789" y="245"/>
                <a:ext cx="91" cy="54"/>
              </a:xfrm>
              <a:custGeom>
                <a:avLst/>
                <a:gdLst>
                  <a:gd name="T0" fmla="*/ 91 w 91"/>
                  <a:gd name="T1" fmla="*/ 45 h 54"/>
                  <a:gd name="T2" fmla="*/ 0 w 91"/>
                  <a:gd name="T3" fmla="*/ 54 h 54"/>
                  <a:gd name="T4" fmla="*/ 0 w 91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91"/>
                  <a:gd name="T10" fmla="*/ 0 h 54"/>
                  <a:gd name="T11" fmla="*/ 91 w 91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1" h="54">
                    <a:moveTo>
                      <a:pt x="91" y="45"/>
                    </a:moveTo>
                    <a:lnTo>
                      <a:pt x="0" y="5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5" name="Freeform 1281"/>
              <p:cNvSpPr>
                <a:spLocks/>
              </p:cNvSpPr>
              <p:nvPr/>
            </p:nvSpPr>
            <p:spPr bwMode="auto">
              <a:xfrm>
                <a:off x="798" y="508"/>
                <a:ext cx="154" cy="81"/>
              </a:xfrm>
              <a:custGeom>
                <a:avLst/>
                <a:gdLst>
                  <a:gd name="T0" fmla="*/ 154 w 154"/>
                  <a:gd name="T1" fmla="*/ 63 h 81"/>
                  <a:gd name="T2" fmla="*/ 9 w 154"/>
                  <a:gd name="T3" fmla="*/ 81 h 81"/>
                  <a:gd name="T4" fmla="*/ 0 w 154"/>
                  <a:gd name="T5" fmla="*/ 0 h 81"/>
                  <a:gd name="T6" fmla="*/ 154 w 154"/>
                  <a:gd name="T7" fmla="*/ 63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81"/>
                  <a:gd name="T14" fmla="*/ 154 w 154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81">
                    <a:moveTo>
                      <a:pt x="154" y="63"/>
                    </a:moveTo>
                    <a:lnTo>
                      <a:pt x="9" y="81"/>
                    </a:lnTo>
                    <a:lnTo>
                      <a:pt x="0" y="0"/>
                    </a:lnTo>
                    <a:lnTo>
                      <a:pt x="154" y="63"/>
                    </a:lnTo>
                    <a:close/>
                  </a:path>
                </a:pathLst>
              </a:custGeom>
              <a:solidFill>
                <a:srgbClr val="C09CB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6" name="Freeform 1282"/>
              <p:cNvSpPr>
                <a:spLocks/>
              </p:cNvSpPr>
              <p:nvPr/>
            </p:nvSpPr>
            <p:spPr bwMode="auto">
              <a:xfrm>
                <a:off x="798" y="508"/>
                <a:ext cx="154" cy="81"/>
              </a:xfrm>
              <a:custGeom>
                <a:avLst/>
                <a:gdLst>
                  <a:gd name="T0" fmla="*/ 154 w 154"/>
                  <a:gd name="T1" fmla="*/ 63 h 81"/>
                  <a:gd name="T2" fmla="*/ 9 w 154"/>
                  <a:gd name="T3" fmla="*/ 81 h 81"/>
                  <a:gd name="T4" fmla="*/ 0 w 154"/>
                  <a:gd name="T5" fmla="*/ 0 h 81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81"/>
                  <a:gd name="T11" fmla="*/ 154 w 154"/>
                  <a:gd name="T12" fmla="*/ 81 h 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81">
                    <a:moveTo>
                      <a:pt x="154" y="63"/>
                    </a:moveTo>
                    <a:lnTo>
                      <a:pt x="9" y="81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7" name="Freeform 1283"/>
              <p:cNvSpPr>
                <a:spLocks/>
              </p:cNvSpPr>
              <p:nvPr/>
            </p:nvSpPr>
            <p:spPr bwMode="auto">
              <a:xfrm>
                <a:off x="798" y="490"/>
                <a:ext cx="154" cy="81"/>
              </a:xfrm>
              <a:custGeom>
                <a:avLst/>
                <a:gdLst>
                  <a:gd name="T0" fmla="*/ 0 w 154"/>
                  <a:gd name="T1" fmla="*/ 18 h 81"/>
                  <a:gd name="T2" fmla="*/ 136 w 154"/>
                  <a:gd name="T3" fmla="*/ 0 h 81"/>
                  <a:gd name="T4" fmla="*/ 154 w 154"/>
                  <a:gd name="T5" fmla="*/ 81 h 81"/>
                  <a:gd name="T6" fmla="*/ 0 w 154"/>
                  <a:gd name="T7" fmla="*/ 18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81"/>
                  <a:gd name="T14" fmla="*/ 154 w 154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81">
                    <a:moveTo>
                      <a:pt x="0" y="18"/>
                    </a:moveTo>
                    <a:lnTo>
                      <a:pt x="136" y="0"/>
                    </a:lnTo>
                    <a:lnTo>
                      <a:pt x="154" y="81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C09CB4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8" name="Freeform 1284"/>
              <p:cNvSpPr>
                <a:spLocks/>
              </p:cNvSpPr>
              <p:nvPr/>
            </p:nvSpPr>
            <p:spPr bwMode="auto">
              <a:xfrm>
                <a:off x="798" y="490"/>
                <a:ext cx="154" cy="81"/>
              </a:xfrm>
              <a:custGeom>
                <a:avLst/>
                <a:gdLst>
                  <a:gd name="T0" fmla="*/ 0 w 154"/>
                  <a:gd name="T1" fmla="*/ 18 h 81"/>
                  <a:gd name="T2" fmla="*/ 136 w 154"/>
                  <a:gd name="T3" fmla="*/ 0 h 81"/>
                  <a:gd name="T4" fmla="*/ 154 w 154"/>
                  <a:gd name="T5" fmla="*/ 81 h 81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81"/>
                  <a:gd name="T11" fmla="*/ 154 w 154"/>
                  <a:gd name="T12" fmla="*/ 81 h 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81">
                    <a:moveTo>
                      <a:pt x="0" y="18"/>
                    </a:moveTo>
                    <a:lnTo>
                      <a:pt x="136" y="0"/>
                    </a:lnTo>
                    <a:lnTo>
                      <a:pt x="154" y="8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89" name="Freeform 1285"/>
              <p:cNvSpPr>
                <a:spLocks/>
              </p:cNvSpPr>
              <p:nvPr/>
            </p:nvSpPr>
            <p:spPr bwMode="auto">
              <a:xfrm>
                <a:off x="626" y="762"/>
                <a:ext cx="190" cy="100"/>
              </a:xfrm>
              <a:custGeom>
                <a:avLst/>
                <a:gdLst>
                  <a:gd name="T0" fmla="*/ 0 w 190"/>
                  <a:gd name="T1" fmla="*/ 0 h 100"/>
                  <a:gd name="T2" fmla="*/ 190 w 190"/>
                  <a:gd name="T3" fmla="*/ 9 h 100"/>
                  <a:gd name="T4" fmla="*/ 190 w 190"/>
                  <a:gd name="T5" fmla="*/ 100 h 100"/>
                  <a:gd name="T6" fmla="*/ 0 w 190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0"/>
                  <a:gd name="T13" fmla="*/ 0 h 100"/>
                  <a:gd name="T14" fmla="*/ 190 w 190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0" h="100">
                    <a:moveTo>
                      <a:pt x="0" y="0"/>
                    </a:moveTo>
                    <a:lnTo>
                      <a:pt x="190" y="9"/>
                    </a:lnTo>
                    <a:lnTo>
                      <a:pt x="190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9AC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0" name="Freeform 1286"/>
              <p:cNvSpPr>
                <a:spLocks/>
              </p:cNvSpPr>
              <p:nvPr/>
            </p:nvSpPr>
            <p:spPr bwMode="auto">
              <a:xfrm>
                <a:off x="626" y="762"/>
                <a:ext cx="190" cy="100"/>
              </a:xfrm>
              <a:custGeom>
                <a:avLst/>
                <a:gdLst>
                  <a:gd name="T0" fmla="*/ 0 w 190"/>
                  <a:gd name="T1" fmla="*/ 0 h 100"/>
                  <a:gd name="T2" fmla="*/ 190 w 190"/>
                  <a:gd name="T3" fmla="*/ 9 h 100"/>
                  <a:gd name="T4" fmla="*/ 190 w 190"/>
                  <a:gd name="T5" fmla="*/ 100 h 100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00"/>
                  <a:gd name="T11" fmla="*/ 190 w 190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00">
                    <a:moveTo>
                      <a:pt x="0" y="0"/>
                    </a:moveTo>
                    <a:lnTo>
                      <a:pt x="190" y="9"/>
                    </a:lnTo>
                    <a:lnTo>
                      <a:pt x="190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1" name="Freeform 1287"/>
              <p:cNvSpPr>
                <a:spLocks/>
              </p:cNvSpPr>
              <p:nvPr/>
            </p:nvSpPr>
            <p:spPr bwMode="auto">
              <a:xfrm>
                <a:off x="798" y="354"/>
                <a:ext cx="118" cy="63"/>
              </a:xfrm>
              <a:custGeom>
                <a:avLst/>
                <a:gdLst>
                  <a:gd name="T0" fmla="*/ 0 w 118"/>
                  <a:gd name="T1" fmla="*/ 9 h 63"/>
                  <a:gd name="T2" fmla="*/ 100 w 118"/>
                  <a:gd name="T3" fmla="*/ 0 h 63"/>
                  <a:gd name="T4" fmla="*/ 118 w 118"/>
                  <a:gd name="T5" fmla="*/ 63 h 63"/>
                  <a:gd name="T6" fmla="*/ 0 w 118"/>
                  <a:gd name="T7" fmla="*/ 9 h 6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8"/>
                  <a:gd name="T13" fmla="*/ 0 h 63"/>
                  <a:gd name="T14" fmla="*/ 118 w 118"/>
                  <a:gd name="T15" fmla="*/ 63 h 6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8" h="63">
                    <a:moveTo>
                      <a:pt x="0" y="9"/>
                    </a:moveTo>
                    <a:lnTo>
                      <a:pt x="100" y="0"/>
                    </a:lnTo>
                    <a:lnTo>
                      <a:pt x="118" y="63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BFA1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2" name="Freeform 1288"/>
              <p:cNvSpPr>
                <a:spLocks/>
              </p:cNvSpPr>
              <p:nvPr/>
            </p:nvSpPr>
            <p:spPr bwMode="auto">
              <a:xfrm>
                <a:off x="798" y="354"/>
                <a:ext cx="118" cy="63"/>
              </a:xfrm>
              <a:custGeom>
                <a:avLst/>
                <a:gdLst>
                  <a:gd name="T0" fmla="*/ 0 w 118"/>
                  <a:gd name="T1" fmla="*/ 9 h 63"/>
                  <a:gd name="T2" fmla="*/ 100 w 118"/>
                  <a:gd name="T3" fmla="*/ 0 h 63"/>
                  <a:gd name="T4" fmla="*/ 118 w 118"/>
                  <a:gd name="T5" fmla="*/ 63 h 63"/>
                  <a:gd name="T6" fmla="*/ 0 60000 65536"/>
                  <a:gd name="T7" fmla="*/ 0 60000 65536"/>
                  <a:gd name="T8" fmla="*/ 0 60000 65536"/>
                  <a:gd name="T9" fmla="*/ 0 w 118"/>
                  <a:gd name="T10" fmla="*/ 0 h 63"/>
                  <a:gd name="T11" fmla="*/ 118 w 118"/>
                  <a:gd name="T12" fmla="*/ 63 h 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8" h="63">
                    <a:moveTo>
                      <a:pt x="0" y="9"/>
                    </a:moveTo>
                    <a:lnTo>
                      <a:pt x="100" y="0"/>
                    </a:lnTo>
                    <a:lnTo>
                      <a:pt x="118" y="6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3" name="Freeform 1289"/>
              <p:cNvSpPr>
                <a:spLocks/>
              </p:cNvSpPr>
              <p:nvPr/>
            </p:nvSpPr>
            <p:spPr bwMode="auto">
              <a:xfrm>
                <a:off x="789" y="299"/>
                <a:ext cx="109" cy="64"/>
              </a:xfrm>
              <a:custGeom>
                <a:avLst/>
                <a:gdLst>
                  <a:gd name="T0" fmla="*/ 109 w 109"/>
                  <a:gd name="T1" fmla="*/ 55 h 64"/>
                  <a:gd name="T2" fmla="*/ 9 w 109"/>
                  <a:gd name="T3" fmla="*/ 64 h 64"/>
                  <a:gd name="T4" fmla="*/ 0 w 109"/>
                  <a:gd name="T5" fmla="*/ 0 h 64"/>
                  <a:gd name="T6" fmla="*/ 109 w 109"/>
                  <a:gd name="T7" fmla="*/ 55 h 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64"/>
                  <a:gd name="T14" fmla="*/ 109 w 109"/>
                  <a:gd name="T15" fmla="*/ 64 h 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64">
                    <a:moveTo>
                      <a:pt x="109" y="55"/>
                    </a:moveTo>
                    <a:lnTo>
                      <a:pt x="9" y="64"/>
                    </a:lnTo>
                    <a:lnTo>
                      <a:pt x="0" y="0"/>
                    </a:lnTo>
                    <a:lnTo>
                      <a:pt x="109" y="55"/>
                    </a:lnTo>
                    <a:close/>
                  </a:path>
                </a:pathLst>
              </a:custGeom>
              <a:solidFill>
                <a:srgbClr val="BEA4B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4" name="Freeform 1290"/>
              <p:cNvSpPr>
                <a:spLocks/>
              </p:cNvSpPr>
              <p:nvPr/>
            </p:nvSpPr>
            <p:spPr bwMode="auto">
              <a:xfrm>
                <a:off x="789" y="299"/>
                <a:ext cx="109" cy="64"/>
              </a:xfrm>
              <a:custGeom>
                <a:avLst/>
                <a:gdLst>
                  <a:gd name="T0" fmla="*/ 109 w 109"/>
                  <a:gd name="T1" fmla="*/ 55 h 64"/>
                  <a:gd name="T2" fmla="*/ 9 w 109"/>
                  <a:gd name="T3" fmla="*/ 64 h 64"/>
                  <a:gd name="T4" fmla="*/ 0 w 109"/>
                  <a:gd name="T5" fmla="*/ 0 h 64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64"/>
                  <a:gd name="T11" fmla="*/ 109 w 109"/>
                  <a:gd name="T12" fmla="*/ 64 h 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64">
                    <a:moveTo>
                      <a:pt x="109" y="55"/>
                    </a:moveTo>
                    <a:lnTo>
                      <a:pt x="9" y="64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5" name="Freeform 1291"/>
              <p:cNvSpPr>
                <a:spLocks/>
              </p:cNvSpPr>
              <p:nvPr/>
            </p:nvSpPr>
            <p:spPr bwMode="auto">
              <a:xfrm>
                <a:off x="626" y="671"/>
                <a:ext cx="190" cy="100"/>
              </a:xfrm>
              <a:custGeom>
                <a:avLst/>
                <a:gdLst>
                  <a:gd name="T0" fmla="*/ 190 w 190"/>
                  <a:gd name="T1" fmla="*/ 100 h 100"/>
                  <a:gd name="T2" fmla="*/ 0 w 190"/>
                  <a:gd name="T3" fmla="*/ 91 h 100"/>
                  <a:gd name="T4" fmla="*/ 18 w 190"/>
                  <a:gd name="T5" fmla="*/ 0 h 100"/>
                  <a:gd name="T6" fmla="*/ 190 w 190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0"/>
                  <a:gd name="T13" fmla="*/ 0 h 100"/>
                  <a:gd name="T14" fmla="*/ 190 w 190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0" h="100">
                    <a:moveTo>
                      <a:pt x="190" y="100"/>
                    </a:moveTo>
                    <a:lnTo>
                      <a:pt x="0" y="91"/>
                    </a:lnTo>
                    <a:lnTo>
                      <a:pt x="18" y="0"/>
                    </a:lnTo>
                    <a:lnTo>
                      <a:pt x="190" y="100"/>
                    </a:lnTo>
                    <a:close/>
                  </a:path>
                </a:pathLst>
              </a:custGeom>
              <a:solidFill>
                <a:srgbClr val="B08B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6" name="Freeform 1292"/>
              <p:cNvSpPr>
                <a:spLocks/>
              </p:cNvSpPr>
              <p:nvPr/>
            </p:nvSpPr>
            <p:spPr bwMode="auto">
              <a:xfrm>
                <a:off x="626" y="671"/>
                <a:ext cx="190" cy="100"/>
              </a:xfrm>
              <a:custGeom>
                <a:avLst/>
                <a:gdLst>
                  <a:gd name="T0" fmla="*/ 190 w 190"/>
                  <a:gd name="T1" fmla="*/ 100 h 100"/>
                  <a:gd name="T2" fmla="*/ 0 w 190"/>
                  <a:gd name="T3" fmla="*/ 91 h 100"/>
                  <a:gd name="T4" fmla="*/ 18 w 190"/>
                  <a:gd name="T5" fmla="*/ 0 h 100"/>
                  <a:gd name="T6" fmla="*/ 0 60000 65536"/>
                  <a:gd name="T7" fmla="*/ 0 60000 65536"/>
                  <a:gd name="T8" fmla="*/ 0 60000 65536"/>
                  <a:gd name="T9" fmla="*/ 0 w 190"/>
                  <a:gd name="T10" fmla="*/ 0 h 100"/>
                  <a:gd name="T11" fmla="*/ 190 w 190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0" h="100">
                    <a:moveTo>
                      <a:pt x="190" y="100"/>
                    </a:moveTo>
                    <a:lnTo>
                      <a:pt x="0" y="91"/>
                    </a:lnTo>
                    <a:lnTo>
                      <a:pt x="1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7" name="Freeform 1293"/>
              <p:cNvSpPr>
                <a:spLocks/>
              </p:cNvSpPr>
              <p:nvPr/>
            </p:nvSpPr>
            <p:spPr bwMode="auto">
              <a:xfrm>
                <a:off x="798" y="435"/>
                <a:ext cx="136" cy="73"/>
              </a:xfrm>
              <a:custGeom>
                <a:avLst/>
                <a:gdLst>
                  <a:gd name="T0" fmla="*/ 136 w 136"/>
                  <a:gd name="T1" fmla="*/ 55 h 73"/>
                  <a:gd name="T2" fmla="*/ 0 w 136"/>
                  <a:gd name="T3" fmla="*/ 73 h 73"/>
                  <a:gd name="T4" fmla="*/ 0 w 136"/>
                  <a:gd name="T5" fmla="*/ 0 h 73"/>
                  <a:gd name="T6" fmla="*/ 136 w 136"/>
                  <a:gd name="T7" fmla="*/ 55 h 7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73"/>
                  <a:gd name="T14" fmla="*/ 136 w 136"/>
                  <a:gd name="T15" fmla="*/ 73 h 7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73">
                    <a:moveTo>
                      <a:pt x="136" y="55"/>
                    </a:moveTo>
                    <a:lnTo>
                      <a:pt x="0" y="73"/>
                    </a:lnTo>
                    <a:lnTo>
                      <a:pt x="0" y="0"/>
                    </a:lnTo>
                    <a:lnTo>
                      <a:pt x="136" y="55"/>
                    </a:lnTo>
                    <a:close/>
                  </a:path>
                </a:pathLst>
              </a:custGeom>
              <a:solidFill>
                <a:srgbClr val="C09EB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8" name="Freeform 1294"/>
              <p:cNvSpPr>
                <a:spLocks/>
              </p:cNvSpPr>
              <p:nvPr/>
            </p:nvSpPr>
            <p:spPr bwMode="auto">
              <a:xfrm>
                <a:off x="798" y="435"/>
                <a:ext cx="136" cy="73"/>
              </a:xfrm>
              <a:custGeom>
                <a:avLst/>
                <a:gdLst>
                  <a:gd name="T0" fmla="*/ 136 w 136"/>
                  <a:gd name="T1" fmla="*/ 55 h 73"/>
                  <a:gd name="T2" fmla="*/ 0 w 136"/>
                  <a:gd name="T3" fmla="*/ 73 h 73"/>
                  <a:gd name="T4" fmla="*/ 0 w 136"/>
                  <a:gd name="T5" fmla="*/ 0 h 73"/>
                  <a:gd name="T6" fmla="*/ 0 60000 65536"/>
                  <a:gd name="T7" fmla="*/ 0 60000 65536"/>
                  <a:gd name="T8" fmla="*/ 0 60000 65536"/>
                  <a:gd name="T9" fmla="*/ 0 w 136"/>
                  <a:gd name="T10" fmla="*/ 0 h 73"/>
                  <a:gd name="T11" fmla="*/ 136 w 136"/>
                  <a:gd name="T12" fmla="*/ 73 h 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6" h="73">
                    <a:moveTo>
                      <a:pt x="136" y="55"/>
                    </a:moveTo>
                    <a:lnTo>
                      <a:pt x="0" y="73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699" name="Freeform 1295"/>
              <p:cNvSpPr>
                <a:spLocks/>
              </p:cNvSpPr>
              <p:nvPr/>
            </p:nvSpPr>
            <p:spPr bwMode="auto">
              <a:xfrm>
                <a:off x="798" y="417"/>
                <a:ext cx="136" cy="73"/>
              </a:xfrm>
              <a:custGeom>
                <a:avLst/>
                <a:gdLst>
                  <a:gd name="T0" fmla="*/ 0 w 136"/>
                  <a:gd name="T1" fmla="*/ 18 h 73"/>
                  <a:gd name="T2" fmla="*/ 118 w 136"/>
                  <a:gd name="T3" fmla="*/ 0 h 73"/>
                  <a:gd name="T4" fmla="*/ 136 w 136"/>
                  <a:gd name="T5" fmla="*/ 73 h 73"/>
                  <a:gd name="T6" fmla="*/ 0 w 136"/>
                  <a:gd name="T7" fmla="*/ 18 h 7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73"/>
                  <a:gd name="T14" fmla="*/ 136 w 136"/>
                  <a:gd name="T15" fmla="*/ 73 h 7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73">
                    <a:moveTo>
                      <a:pt x="0" y="18"/>
                    </a:moveTo>
                    <a:lnTo>
                      <a:pt x="118" y="0"/>
                    </a:lnTo>
                    <a:lnTo>
                      <a:pt x="136" y="73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C09EB7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0" name="Freeform 1296"/>
              <p:cNvSpPr>
                <a:spLocks/>
              </p:cNvSpPr>
              <p:nvPr/>
            </p:nvSpPr>
            <p:spPr bwMode="auto">
              <a:xfrm>
                <a:off x="798" y="417"/>
                <a:ext cx="136" cy="73"/>
              </a:xfrm>
              <a:custGeom>
                <a:avLst/>
                <a:gdLst>
                  <a:gd name="T0" fmla="*/ 0 w 136"/>
                  <a:gd name="T1" fmla="*/ 18 h 73"/>
                  <a:gd name="T2" fmla="*/ 118 w 136"/>
                  <a:gd name="T3" fmla="*/ 0 h 73"/>
                  <a:gd name="T4" fmla="*/ 136 w 136"/>
                  <a:gd name="T5" fmla="*/ 73 h 73"/>
                  <a:gd name="T6" fmla="*/ 0 60000 65536"/>
                  <a:gd name="T7" fmla="*/ 0 60000 65536"/>
                  <a:gd name="T8" fmla="*/ 0 60000 65536"/>
                  <a:gd name="T9" fmla="*/ 0 w 136"/>
                  <a:gd name="T10" fmla="*/ 0 h 73"/>
                  <a:gd name="T11" fmla="*/ 136 w 136"/>
                  <a:gd name="T12" fmla="*/ 73 h 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6" h="73">
                    <a:moveTo>
                      <a:pt x="0" y="18"/>
                    </a:moveTo>
                    <a:lnTo>
                      <a:pt x="118" y="0"/>
                    </a:lnTo>
                    <a:lnTo>
                      <a:pt x="136" y="73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1" name="Freeform 1297"/>
              <p:cNvSpPr>
                <a:spLocks/>
              </p:cNvSpPr>
              <p:nvPr/>
            </p:nvSpPr>
            <p:spPr bwMode="auto">
              <a:xfrm>
                <a:off x="798" y="363"/>
                <a:ext cx="118" cy="72"/>
              </a:xfrm>
              <a:custGeom>
                <a:avLst/>
                <a:gdLst>
                  <a:gd name="T0" fmla="*/ 118 w 118"/>
                  <a:gd name="T1" fmla="*/ 54 h 72"/>
                  <a:gd name="T2" fmla="*/ 0 w 118"/>
                  <a:gd name="T3" fmla="*/ 72 h 72"/>
                  <a:gd name="T4" fmla="*/ 0 w 118"/>
                  <a:gd name="T5" fmla="*/ 0 h 72"/>
                  <a:gd name="T6" fmla="*/ 118 w 118"/>
                  <a:gd name="T7" fmla="*/ 54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18"/>
                  <a:gd name="T13" fmla="*/ 0 h 72"/>
                  <a:gd name="T14" fmla="*/ 118 w 118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18" h="72">
                    <a:moveTo>
                      <a:pt x="118" y="54"/>
                    </a:moveTo>
                    <a:lnTo>
                      <a:pt x="0" y="72"/>
                    </a:lnTo>
                    <a:lnTo>
                      <a:pt x="0" y="0"/>
                    </a:lnTo>
                    <a:lnTo>
                      <a:pt x="118" y="54"/>
                    </a:lnTo>
                    <a:close/>
                  </a:path>
                </a:pathLst>
              </a:custGeom>
              <a:solidFill>
                <a:srgbClr val="BFA1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2" name="Freeform 1298"/>
              <p:cNvSpPr>
                <a:spLocks/>
              </p:cNvSpPr>
              <p:nvPr/>
            </p:nvSpPr>
            <p:spPr bwMode="auto">
              <a:xfrm>
                <a:off x="798" y="363"/>
                <a:ext cx="118" cy="72"/>
              </a:xfrm>
              <a:custGeom>
                <a:avLst/>
                <a:gdLst>
                  <a:gd name="T0" fmla="*/ 118 w 118"/>
                  <a:gd name="T1" fmla="*/ 54 h 72"/>
                  <a:gd name="T2" fmla="*/ 0 w 118"/>
                  <a:gd name="T3" fmla="*/ 72 h 72"/>
                  <a:gd name="T4" fmla="*/ 0 w 118"/>
                  <a:gd name="T5" fmla="*/ 0 h 72"/>
                  <a:gd name="T6" fmla="*/ 0 60000 65536"/>
                  <a:gd name="T7" fmla="*/ 0 60000 65536"/>
                  <a:gd name="T8" fmla="*/ 0 60000 65536"/>
                  <a:gd name="T9" fmla="*/ 0 w 118"/>
                  <a:gd name="T10" fmla="*/ 0 h 72"/>
                  <a:gd name="T11" fmla="*/ 118 w 118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8" h="72">
                    <a:moveTo>
                      <a:pt x="118" y="54"/>
                    </a:moveTo>
                    <a:lnTo>
                      <a:pt x="0" y="72"/>
                    </a:lnTo>
                    <a:lnTo>
                      <a:pt x="0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3" name="Freeform 1299"/>
              <p:cNvSpPr>
                <a:spLocks/>
              </p:cNvSpPr>
              <p:nvPr/>
            </p:nvSpPr>
            <p:spPr bwMode="auto">
              <a:xfrm>
                <a:off x="689" y="299"/>
                <a:ext cx="109" cy="64"/>
              </a:xfrm>
              <a:custGeom>
                <a:avLst/>
                <a:gdLst>
                  <a:gd name="T0" fmla="*/ 109 w 109"/>
                  <a:gd name="T1" fmla="*/ 64 h 64"/>
                  <a:gd name="T2" fmla="*/ 0 w 109"/>
                  <a:gd name="T3" fmla="*/ 64 h 64"/>
                  <a:gd name="T4" fmla="*/ 9 w 109"/>
                  <a:gd name="T5" fmla="*/ 0 h 64"/>
                  <a:gd name="T6" fmla="*/ 109 w 109"/>
                  <a:gd name="T7" fmla="*/ 64 h 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64"/>
                  <a:gd name="T14" fmla="*/ 109 w 109"/>
                  <a:gd name="T15" fmla="*/ 64 h 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64">
                    <a:moveTo>
                      <a:pt x="109" y="64"/>
                    </a:moveTo>
                    <a:lnTo>
                      <a:pt x="0" y="64"/>
                    </a:lnTo>
                    <a:lnTo>
                      <a:pt x="9" y="0"/>
                    </a:lnTo>
                    <a:lnTo>
                      <a:pt x="109" y="64"/>
                    </a:lnTo>
                    <a:close/>
                  </a:path>
                </a:pathLst>
              </a:custGeom>
              <a:solidFill>
                <a:srgbClr val="B198B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4" name="Freeform 1300"/>
              <p:cNvSpPr>
                <a:spLocks/>
              </p:cNvSpPr>
              <p:nvPr/>
            </p:nvSpPr>
            <p:spPr bwMode="auto">
              <a:xfrm>
                <a:off x="689" y="299"/>
                <a:ext cx="109" cy="64"/>
              </a:xfrm>
              <a:custGeom>
                <a:avLst/>
                <a:gdLst>
                  <a:gd name="T0" fmla="*/ 109 w 109"/>
                  <a:gd name="T1" fmla="*/ 64 h 64"/>
                  <a:gd name="T2" fmla="*/ 0 w 109"/>
                  <a:gd name="T3" fmla="*/ 64 h 64"/>
                  <a:gd name="T4" fmla="*/ 9 w 109"/>
                  <a:gd name="T5" fmla="*/ 0 h 64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64"/>
                  <a:gd name="T11" fmla="*/ 109 w 109"/>
                  <a:gd name="T12" fmla="*/ 64 h 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64">
                    <a:moveTo>
                      <a:pt x="109" y="64"/>
                    </a:moveTo>
                    <a:lnTo>
                      <a:pt x="0" y="64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5" name="Freeform 1301"/>
              <p:cNvSpPr>
                <a:spLocks/>
              </p:cNvSpPr>
              <p:nvPr/>
            </p:nvSpPr>
            <p:spPr bwMode="auto">
              <a:xfrm>
                <a:off x="698" y="299"/>
                <a:ext cx="100" cy="64"/>
              </a:xfrm>
              <a:custGeom>
                <a:avLst/>
                <a:gdLst>
                  <a:gd name="T0" fmla="*/ 0 w 100"/>
                  <a:gd name="T1" fmla="*/ 0 h 64"/>
                  <a:gd name="T2" fmla="*/ 91 w 100"/>
                  <a:gd name="T3" fmla="*/ 0 h 64"/>
                  <a:gd name="T4" fmla="*/ 100 w 100"/>
                  <a:gd name="T5" fmla="*/ 64 h 64"/>
                  <a:gd name="T6" fmla="*/ 0 w 100"/>
                  <a:gd name="T7" fmla="*/ 0 h 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0"/>
                  <a:gd name="T13" fmla="*/ 0 h 64"/>
                  <a:gd name="T14" fmla="*/ 100 w 100"/>
                  <a:gd name="T15" fmla="*/ 64 h 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0" h="64">
                    <a:moveTo>
                      <a:pt x="0" y="0"/>
                    </a:moveTo>
                    <a:lnTo>
                      <a:pt x="91" y="0"/>
                    </a:lnTo>
                    <a:lnTo>
                      <a:pt x="100" y="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98B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6" name="Freeform 1302"/>
              <p:cNvSpPr>
                <a:spLocks/>
              </p:cNvSpPr>
              <p:nvPr/>
            </p:nvSpPr>
            <p:spPr bwMode="auto">
              <a:xfrm>
                <a:off x="698" y="299"/>
                <a:ext cx="100" cy="64"/>
              </a:xfrm>
              <a:custGeom>
                <a:avLst/>
                <a:gdLst>
                  <a:gd name="T0" fmla="*/ 0 w 100"/>
                  <a:gd name="T1" fmla="*/ 0 h 64"/>
                  <a:gd name="T2" fmla="*/ 91 w 100"/>
                  <a:gd name="T3" fmla="*/ 0 h 64"/>
                  <a:gd name="T4" fmla="*/ 100 w 100"/>
                  <a:gd name="T5" fmla="*/ 64 h 64"/>
                  <a:gd name="T6" fmla="*/ 0 60000 65536"/>
                  <a:gd name="T7" fmla="*/ 0 60000 65536"/>
                  <a:gd name="T8" fmla="*/ 0 60000 65536"/>
                  <a:gd name="T9" fmla="*/ 0 w 100"/>
                  <a:gd name="T10" fmla="*/ 0 h 64"/>
                  <a:gd name="T11" fmla="*/ 100 w 100"/>
                  <a:gd name="T12" fmla="*/ 64 h 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" h="64">
                    <a:moveTo>
                      <a:pt x="0" y="0"/>
                    </a:moveTo>
                    <a:lnTo>
                      <a:pt x="91" y="0"/>
                    </a:lnTo>
                    <a:lnTo>
                      <a:pt x="100" y="64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7" name="Freeform 1303"/>
              <p:cNvSpPr>
                <a:spLocks/>
              </p:cNvSpPr>
              <p:nvPr/>
            </p:nvSpPr>
            <p:spPr bwMode="auto">
              <a:xfrm>
                <a:off x="644" y="671"/>
                <a:ext cx="172" cy="100"/>
              </a:xfrm>
              <a:custGeom>
                <a:avLst/>
                <a:gdLst>
                  <a:gd name="T0" fmla="*/ 0 w 172"/>
                  <a:gd name="T1" fmla="*/ 0 h 100"/>
                  <a:gd name="T2" fmla="*/ 163 w 172"/>
                  <a:gd name="T3" fmla="*/ 9 h 100"/>
                  <a:gd name="T4" fmla="*/ 172 w 172"/>
                  <a:gd name="T5" fmla="*/ 100 h 100"/>
                  <a:gd name="T6" fmla="*/ 0 w 172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2"/>
                  <a:gd name="T13" fmla="*/ 0 h 100"/>
                  <a:gd name="T14" fmla="*/ 172 w 172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2" h="100">
                    <a:moveTo>
                      <a:pt x="0" y="0"/>
                    </a:moveTo>
                    <a:lnTo>
                      <a:pt x="163" y="9"/>
                    </a:lnTo>
                    <a:lnTo>
                      <a:pt x="172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BAE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8" name="Freeform 1304"/>
              <p:cNvSpPr>
                <a:spLocks/>
              </p:cNvSpPr>
              <p:nvPr/>
            </p:nvSpPr>
            <p:spPr bwMode="auto">
              <a:xfrm>
                <a:off x="644" y="671"/>
                <a:ext cx="172" cy="100"/>
              </a:xfrm>
              <a:custGeom>
                <a:avLst/>
                <a:gdLst>
                  <a:gd name="T0" fmla="*/ 0 w 172"/>
                  <a:gd name="T1" fmla="*/ 0 h 100"/>
                  <a:gd name="T2" fmla="*/ 163 w 172"/>
                  <a:gd name="T3" fmla="*/ 9 h 100"/>
                  <a:gd name="T4" fmla="*/ 172 w 172"/>
                  <a:gd name="T5" fmla="*/ 100 h 100"/>
                  <a:gd name="T6" fmla="*/ 0 60000 65536"/>
                  <a:gd name="T7" fmla="*/ 0 60000 65536"/>
                  <a:gd name="T8" fmla="*/ 0 60000 65536"/>
                  <a:gd name="T9" fmla="*/ 0 w 172"/>
                  <a:gd name="T10" fmla="*/ 0 h 100"/>
                  <a:gd name="T11" fmla="*/ 172 w 172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2" h="100">
                    <a:moveTo>
                      <a:pt x="0" y="0"/>
                    </a:moveTo>
                    <a:lnTo>
                      <a:pt x="163" y="9"/>
                    </a:lnTo>
                    <a:lnTo>
                      <a:pt x="172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09" name="Freeform 1305"/>
              <p:cNvSpPr>
                <a:spLocks/>
              </p:cNvSpPr>
              <p:nvPr/>
            </p:nvSpPr>
            <p:spPr bwMode="auto">
              <a:xfrm>
                <a:off x="644" y="580"/>
                <a:ext cx="163" cy="100"/>
              </a:xfrm>
              <a:custGeom>
                <a:avLst/>
                <a:gdLst>
                  <a:gd name="T0" fmla="*/ 163 w 163"/>
                  <a:gd name="T1" fmla="*/ 100 h 100"/>
                  <a:gd name="T2" fmla="*/ 0 w 163"/>
                  <a:gd name="T3" fmla="*/ 91 h 100"/>
                  <a:gd name="T4" fmla="*/ 9 w 163"/>
                  <a:gd name="T5" fmla="*/ 0 h 100"/>
                  <a:gd name="T6" fmla="*/ 163 w 163"/>
                  <a:gd name="T7" fmla="*/ 10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63"/>
                  <a:gd name="T13" fmla="*/ 0 h 100"/>
                  <a:gd name="T14" fmla="*/ 163 w 163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63" h="100">
                    <a:moveTo>
                      <a:pt x="163" y="100"/>
                    </a:moveTo>
                    <a:lnTo>
                      <a:pt x="0" y="91"/>
                    </a:lnTo>
                    <a:lnTo>
                      <a:pt x="9" y="0"/>
                    </a:lnTo>
                    <a:lnTo>
                      <a:pt x="163" y="100"/>
                    </a:lnTo>
                    <a:close/>
                  </a:path>
                </a:pathLst>
              </a:custGeom>
              <a:solidFill>
                <a:srgbClr val="B08DB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0" name="Freeform 1306"/>
              <p:cNvSpPr>
                <a:spLocks/>
              </p:cNvSpPr>
              <p:nvPr/>
            </p:nvSpPr>
            <p:spPr bwMode="auto">
              <a:xfrm>
                <a:off x="644" y="580"/>
                <a:ext cx="163" cy="100"/>
              </a:xfrm>
              <a:custGeom>
                <a:avLst/>
                <a:gdLst>
                  <a:gd name="T0" fmla="*/ 163 w 163"/>
                  <a:gd name="T1" fmla="*/ 100 h 100"/>
                  <a:gd name="T2" fmla="*/ 0 w 163"/>
                  <a:gd name="T3" fmla="*/ 91 h 100"/>
                  <a:gd name="T4" fmla="*/ 9 w 163"/>
                  <a:gd name="T5" fmla="*/ 0 h 100"/>
                  <a:gd name="T6" fmla="*/ 0 60000 65536"/>
                  <a:gd name="T7" fmla="*/ 0 60000 65536"/>
                  <a:gd name="T8" fmla="*/ 0 60000 65536"/>
                  <a:gd name="T9" fmla="*/ 0 w 163"/>
                  <a:gd name="T10" fmla="*/ 0 h 100"/>
                  <a:gd name="T11" fmla="*/ 163 w 163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" h="100">
                    <a:moveTo>
                      <a:pt x="163" y="100"/>
                    </a:moveTo>
                    <a:lnTo>
                      <a:pt x="0" y="91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1" name="Freeform 1307"/>
              <p:cNvSpPr>
                <a:spLocks/>
              </p:cNvSpPr>
              <p:nvPr/>
            </p:nvSpPr>
            <p:spPr bwMode="auto">
              <a:xfrm>
                <a:off x="671" y="363"/>
                <a:ext cx="127" cy="72"/>
              </a:xfrm>
              <a:custGeom>
                <a:avLst/>
                <a:gdLst>
                  <a:gd name="T0" fmla="*/ 127 w 127"/>
                  <a:gd name="T1" fmla="*/ 72 h 72"/>
                  <a:gd name="T2" fmla="*/ 0 w 127"/>
                  <a:gd name="T3" fmla="*/ 63 h 72"/>
                  <a:gd name="T4" fmla="*/ 18 w 127"/>
                  <a:gd name="T5" fmla="*/ 0 h 72"/>
                  <a:gd name="T6" fmla="*/ 127 w 127"/>
                  <a:gd name="T7" fmla="*/ 72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7"/>
                  <a:gd name="T13" fmla="*/ 0 h 72"/>
                  <a:gd name="T14" fmla="*/ 127 w 127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7" h="72">
                    <a:moveTo>
                      <a:pt x="127" y="72"/>
                    </a:moveTo>
                    <a:lnTo>
                      <a:pt x="0" y="63"/>
                    </a:lnTo>
                    <a:lnTo>
                      <a:pt x="18" y="0"/>
                    </a:lnTo>
                    <a:lnTo>
                      <a:pt x="127" y="72"/>
                    </a:lnTo>
                    <a:close/>
                  </a:path>
                </a:pathLst>
              </a:custGeom>
              <a:solidFill>
                <a:srgbClr val="B19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2" name="Freeform 1308"/>
              <p:cNvSpPr>
                <a:spLocks/>
              </p:cNvSpPr>
              <p:nvPr/>
            </p:nvSpPr>
            <p:spPr bwMode="auto">
              <a:xfrm>
                <a:off x="671" y="363"/>
                <a:ext cx="127" cy="72"/>
              </a:xfrm>
              <a:custGeom>
                <a:avLst/>
                <a:gdLst>
                  <a:gd name="T0" fmla="*/ 127 w 127"/>
                  <a:gd name="T1" fmla="*/ 72 h 72"/>
                  <a:gd name="T2" fmla="*/ 0 w 127"/>
                  <a:gd name="T3" fmla="*/ 63 h 72"/>
                  <a:gd name="T4" fmla="*/ 18 w 127"/>
                  <a:gd name="T5" fmla="*/ 0 h 72"/>
                  <a:gd name="T6" fmla="*/ 0 60000 65536"/>
                  <a:gd name="T7" fmla="*/ 0 60000 65536"/>
                  <a:gd name="T8" fmla="*/ 0 60000 65536"/>
                  <a:gd name="T9" fmla="*/ 0 w 127"/>
                  <a:gd name="T10" fmla="*/ 0 h 72"/>
                  <a:gd name="T11" fmla="*/ 127 w 127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" h="72">
                    <a:moveTo>
                      <a:pt x="127" y="72"/>
                    </a:moveTo>
                    <a:lnTo>
                      <a:pt x="0" y="63"/>
                    </a:lnTo>
                    <a:lnTo>
                      <a:pt x="18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3" name="Freeform 1309"/>
              <p:cNvSpPr>
                <a:spLocks/>
              </p:cNvSpPr>
              <p:nvPr/>
            </p:nvSpPr>
            <p:spPr bwMode="auto">
              <a:xfrm>
                <a:off x="689" y="363"/>
                <a:ext cx="109" cy="72"/>
              </a:xfrm>
              <a:custGeom>
                <a:avLst/>
                <a:gdLst>
                  <a:gd name="T0" fmla="*/ 0 w 109"/>
                  <a:gd name="T1" fmla="*/ 0 h 72"/>
                  <a:gd name="T2" fmla="*/ 109 w 109"/>
                  <a:gd name="T3" fmla="*/ 0 h 72"/>
                  <a:gd name="T4" fmla="*/ 109 w 109"/>
                  <a:gd name="T5" fmla="*/ 72 h 72"/>
                  <a:gd name="T6" fmla="*/ 0 w 109"/>
                  <a:gd name="T7" fmla="*/ 0 h 7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9"/>
                  <a:gd name="T13" fmla="*/ 0 h 72"/>
                  <a:gd name="T14" fmla="*/ 109 w 109"/>
                  <a:gd name="T15" fmla="*/ 72 h 7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9" h="72">
                    <a:moveTo>
                      <a:pt x="0" y="0"/>
                    </a:moveTo>
                    <a:lnTo>
                      <a:pt x="109" y="0"/>
                    </a:lnTo>
                    <a:lnTo>
                      <a:pt x="109" y="7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95BA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4" name="Freeform 1310"/>
              <p:cNvSpPr>
                <a:spLocks/>
              </p:cNvSpPr>
              <p:nvPr/>
            </p:nvSpPr>
            <p:spPr bwMode="auto">
              <a:xfrm>
                <a:off x="689" y="363"/>
                <a:ext cx="109" cy="72"/>
              </a:xfrm>
              <a:custGeom>
                <a:avLst/>
                <a:gdLst>
                  <a:gd name="T0" fmla="*/ 0 w 109"/>
                  <a:gd name="T1" fmla="*/ 0 h 72"/>
                  <a:gd name="T2" fmla="*/ 109 w 109"/>
                  <a:gd name="T3" fmla="*/ 0 h 72"/>
                  <a:gd name="T4" fmla="*/ 109 w 109"/>
                  <a:gd name="T5" fmla="*/ 72 h 72"/>
                  <a:gd name="T6" fmla="*/ 0 60000 65536"/>
                  <a:gd name="T7" fmla="*/ 0 60000 65536"/>
                  <a:gd name="T8" fmla="*/ 0 60000 65536"/>
                  <a:gd name="T9" fmla="*/ 0 w 109"/>
                  <a:gd name="T10" fmla="*/ 0 h 72"/>
                  <a:gd name="T11" fmla="*/ 109 w 109"/>
                  <a:gd name="T12" fmla="*/ 72 h 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9" h="72">
                    <a:moveTo>
                      <a:pt x="0" y="0"/>
                    </a:moveTo>
                    <a:lnTo>
                      <a:pt x="109" y="0"/>
                    </a:lnTo>
                    <a:lnTo>
                      <a:pt x="109" y="7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5" name="Freeform 1311"/>
              <p:cNvSpPr>
                <a:spLocks/>
              </p:cNvSpPr>
              <p:nvPr/>
            </p:nvSpPr>
            <p:spPr bwMode="auto">
              <a:xfrm>
                <a:off x="653" y="580"/>
                <a:ext cx="154" cy="100"/>
              </a:xfrm>
              <a:custGeom>
                <a:avLst/>
                <a:gdLst>
                  <a:gd name="T0" fmla="*/ 0 w 154"/>
                  <a:gd name="T1" fmla="*/ 0 h 100"/>
                  <a:gd name="T2" fmla="*/ 154 w 154"/>
                  <a:gd name="T3" fmla="*/ 9 h 100"/>
                  <a:gd name="T4" fmla="*/ 154 w 154"/>
                  <a:gd name="T5" fmla="*/ 100 h 100"/>
                  <a:gd name="T6" fmla="*/ 0 w 154"/>
                  <a:gd name="T7" fmla="*/ 0 h 1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100"/>
                  <a:gd name="T14" fmla="*/ 154 w 154"/>
                  <a:gd name="T15" fmla="*/ 100 h 1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100">
                    <a:moveTo>
                      <a:pt x="0" y="0"/>
                    </a:moveTo>
                    <a:lnTo>
                      <a:pt x="154" y="9"/>
                    </a:lnTo>
                    <a:lnTo>
                      <a:pt x="154" y="1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DB0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6" name="Freeform 1312"/>
              <p:cNvSpPr>
                <a:spLocks/>
              </p:cNvSpPr>
              <p:nvPr/>
            </p:nvSpPr>
            <p:spPr bwMode="auto">
              <a:xfrm>
                <a:off x="653" y="580"/>
                <a:ext cx="154" cy="100"/>
              </a:xfrm>
              <a:custGeom>
                <a:avLst/>
                <a:gdLst>
                  <a:gd name="T0" fmla="*/ 0 w 154"/>
                  <a:gd name="T1" fmla="*/ 0 h 100"/>
                  <a:gd name="T2" fmla="*/ 154 w 154"/>
                  <a:gd name="T3" fmla="*/ 9 h 100"/>
                  <a:gd name="T4" fmla="*/ 154 w 154"/>
                  <a:gd name="T5" fmla="*/ 100 h 100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100"/>
                  <a:gd name="T11" fmla="*/ 154 w 154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100">
                    <a:moveTo>
                      <a:pt x="0" y="0"/>
                    </a:moveTo>
                    <a:lnTo>
                      <a:pt x="154" y="9"/>
                    </a:lnTo>
                    <a:lnTo>
                      <a:pt x="154" y="10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7" name="Freeform 1313"/>
              <p:cNvSpPr>
                <a:spLocks/>
              </p:cNvSpPr>
              <p:nvPr/>
            </p:nvSpPr>
            <p:spPr bwMode="auto">
              <a:xfrm>
                <a:off x="653" y="508"/>
                <a:ext cx="154" cy="81"/>
              </a:xfrm>
              <a:custGeom>
                <a:avLst/>
                <a:gdLst>
                  <a:gd name="T0" fmla="*/ 154 w 154"/>
                  <a:gd name="T1" fmla="*/ 81 h 81"/>
                  <a:gd name="T2" fmla="*/ 0 w 154"/>
                  <a:gd name="T3" fmla="*/ 72 h 81"/>
                  <a:gd name="T4" fmla="*/ 9 w 154"/>
                  <a:gd name="T5" fmla="*/ 0 h 81"/>
                  <a:gd name="T6" fmla="*/ 154 w 154"/>
                  <a:gd name="T7" fmla="*/ 81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54"/>
                  <a:gd name="T13" fmla="*/ 0 h 81"/>
                  <a:gd name="T14" fmla="*/ 154 w 154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54" h="81">
                    <a:moveTo>
                      <a:pt x="154" y="81"/>
                    </a:moveTo>
                    <a:lnTo>
                      <a:pt x="0" y="72"/>
                    </a:lnTo>
                    <a:lnTo>
                      <a:pt x="9" y="0"/>
                    </a:lnTo>
                    <a:lnTo>
                      <a:pt x="154" y="81"/>
                    </a:lnTo>
                    <a:close/>
                  </a:path>
                </a:pathLst>
              </a:custGeom>
              <a:solidFill>
                <a:srgbClr val="B08FB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8" name="Freeform 1314"/>
              <p:cNvSpPr>
                <a:spLocks/>
              </p:cNvSpPr>
              <p:nvPr/>
            </p:nvSpPr>
            <p:spPr bwMode="auto">
              <a:xfrm>
                <a:off x="653" y="508"/>
                <a:ext cx="154" cy="81"/>
              </a:xfrm>
              <a:custGeom>
                <a:avLst/>
                <a:gdLst>
                  <a:gd name="T0" fmla="*/ 154 w 154"/>
                  <a:gd name="T1" fmla="*/ 81 h 81"/>
                  <a:gd name="T2" fmla="*/ 0 w 154"/>
                  <a:gd name="T3" fmla="*/ 72 h 81"/>
                  <a:gd name="T4" fmla="*/ 9 w 154"/>
                  <a:gd name="T5" fmla="*/ 0 h 81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81"/>
                  <a:gd name="T11" fmla="*/ 154 w 154"/>
                  <a:gd name="T12" fmla="*/ 81 h 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81">
                    <a:moveTo>
                      <a:pt x="154" y="81"/>
                    </a:moveTo>
                    <a:lnTo>
                      <a:pt x="0" y="72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19" name="Freeform 1315"/>
              <p:cNvSpPr>
                <a:spLocks/>
              </p:cNvSpPr>
              <p:nvPr/>
            </p:nvSpPr>
            <p:spPr bwMode="auto">
              <a:xfrm>
                <a:off x="662" y="426"/>
                <a:ext cx="136" cy="82"/>
              </a:xfrm>
              <a:custGeom>
                <a:avLst/>
                <a:gdLst>
                  <a:gd name="T0" fmla="*/ 136 w 136"/>
                  <a:gd name="T1" fmla="*/ 82 h 82"/>
                  <a:gd name="T2" fmla="*/ 0 w 136"/>
                  <a:gd name="T3" fmla="*/ 82 h 82"/>
                  <a:gd name="T4" fmla="*/ 9 w 136"/>
                  <a:gd name="T5" fmla="*/ 0 h 82"/>
                  <a:gd name="T6" fmla="*/ 136 w 136"/>
                  <a:gd name="T7" fmla="*/ 82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6"/>
                  <a:gd name="T13" fmla="*/ 0 h 82"/>
                  <a:gd name="T14" fmla="*/ 136 w 136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6" h="82">
                    <a:moveTo>
                      <a:pt x="136" y="82"/>
                    </a:moveTo>
                    <a:lnTo>
                      <a:pt x="0" y="82"/>
                    </a:lnTo>
                    <a:lnTo>
                      <a:pt x="9" y="0"/>
                    </a:lnTo>
                    <a:lnTo>
                      <a:pt x="136" y="82"/>
                    </a:lnTo>
                    <a:close/>
                  </a:path>
                </a:pathLst>
              </a:custGeom>
              <a:solidFill>
                <a:srgbClr val="B192B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0" name="Freeform 1316"/>
              <p:cNvSpPr>
                <a:spLocks/>
              </p:cNvSpPr>
              <p:nvPr/>
            </p:nvSpPr>
            <p:spPr bwMode="auto">
              <a:xfrm>
                <a:off x="662" y="426"/>
                <a:ext cx="136" cy="82"/>
              </a:xfrm>
              <a:custGeom>
                <a:avLst/>
                <a:gdLst>
                  <a:gd name="T0" fmla="*/ 136 w 136"/>
                  <a:gd name="T1" fmla="*/ 82 h 82"/>
                  <a:gd name="T2" fmla="*/ 0 w 136"/>
                  <a:gd name="T3" fmla="*/ 82 h 82"/>
                  <a:gd name="T4" fmla="*/ 9 w 136"/>
                  <a:gd name="T5" fmla="*/ 0 h 82"/>
                  <a:gd name="T6" fmla="*/ 0 60000 65536"/>
                  <a:gd name="T7" fmla="*/ 0 60000 65536"/>
                  <a:gd name="T8" fmla="*/ 0 60000 65536"/>
                  <a:gd name="T9" fmla="*/ 0 w 136"/>
                  <a:gd name="T10" fmla="*/ 0 h 82"/>
                  <a:gd name="T11" fmla="*/ 136 w 136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6" h="82">
                    <a:moveTo>
                      <a:pt x="136" y="82"/>
                    </a:moveTo>
                    <a:lnTo>
                      <a:pt x="0" y="82"/>
                    </a:lnTo>
                    <a:lnTo>
                      <a:pt x="9" y="0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1" name="Freeform 1317"/>
              <p:cNvSpPr>
                <a:spLocks/>
              </p:cNvSpPr>
              <p:nvPr/>
            </p:nvSpPr>
            <p:spPr bwMode="auto">
              <a:xfrm>
                <a:off x="671" y="426"/>
                <a:ext cx="127" cy="82"/>
              </a:xfrm>
              <a:custGeom>
                <a:avLst/>
                <a:gdLst>
                  <a:gd name="T0" fmla="*/ 0 w 127"/>
                  <a:gd name="T1" fmla="*/ 0 h 82"/>
                  <a:gd name="T2" fmla="*/ 127 w 127"/>
                  <a:gd name="T3" fmla="*/ 9 h 82"/>
                  <a:gd name="T4" fmla="*/ 127 w 127"/>
                  <a:gd name="T5" fmla="*/ 82 h 82"/>
                  <a:gd name="T6" fmla="*/ 0 w 127"/>
                  <a:gd name="T7" fmla="*/ 0 h 8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7"/>
                  <a:gd name="T13" fmla="*/ 0 h 82"/>
                  <a:gd name="T14" fmla="*/ 127 w 127"/>
                  <a:gd name="T15" fmla="*/ 82 h 8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7" h="82">
                    <a:moveTo>
                      <a:pt x="0" y="0"/>
                    </a:moveTo>
                    <a:lnTo>
                      <a:pt x="127" y="9"/>
                    </a:lnTo>
                    <a:lnTo>
                      <a:pt x="127" y="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192B6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2" name="Freeform 1318"/>
              <p:cNvSpPr>
                <a:spLocks/>
              </p:cNvSpPr>
              <p:nvPr/>
            </p:nvSpPr>
            <p:spPr bwMode="auto">
              <a:xfrm>
                <a:off x="671" y="426"/>
                <a:ext cx="127" cy="82"/>
              </a:xfrm>
              <a:custGeom>
                <a:avLst/>
                <a:gdLst>
                  <a:gd name="T0" fmla="*/ 0 w 127"/>
                  <a:gd name="T1" fmla="*/ 0 h 82"/>
                  <a:gd name="T2" fmla="*/ 127 w 127"/>
                  <a:gd name="T3" fmla="*/ 9 h 82"/>
                  <a:gd name="T4" fmla="*/ 127 w 127"/>
                  <a:gd name="T5" fmla="*/ 82 h 82"/>
                  <a:gd name="T6" fmla="*/ 0 60000 65536"/>
                  <a:gd name="T7" fmla="*/ 0 60000 65536"/>
                  <a:gd name="T8" fmla="*/ 0 60000 65536"/>
                  <a:gd name="T9" fmla="*/ 0 w 127"/>
                  <a:gd name="T10" fmla="*/ 0 h 82"/>
                  <a:gd name="T11" fmla="*/ 127 w 127"/>
                  <a:gd name="T12" fmla="*/ 82 h 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" h="82">
                    <a:moveTo>
                      <a:pt x="0" y="0"/>
                    </a:moveTo>
                    <a:lnTo>
                      <a:pt x="127" y="9"/>
                    </a:lnTo>
                    <a:lnTo>
                      <a:pt x="127" y="82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3" name="Freeform 1319"/>
              <p:cNvSpPr>
                <a:spLocks/>
              </p:cNvSpPr>
              <p:nvPr/>
            </p:nvSpPr>
            <p:spPr bwMode="auto">
              <a:xfrm>
                <a:off x="662" y="508"/>
                <a:ext cx="145" cy="81"/>
              </a:xfrm>
              <a:custGeom>
                <a:avLst/>
                <a:gdLst>
                  <a:gd name="T0" fmla="*/ 0 w 145"/>
                  <a:gd name="T1" fmla="*/ 0 h 81"/>
                  <a:gd name="T2" fmla="*/ 136 w 145"/>
                  <a:gd name="T3" fmla="*/ 0 h 81"/>
                  <a:gd name="T4" fmla="*/ 145 w 145"/>
                  <a:gd name="T5" fmla="*/ 81 h 81"/>
                  <a:gd name="T6" fmla="*/ 0 w 145"/>
                  <a:gd name="T7" fmla="*/ 0 h 8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5"/>
                  <a:gd name="T13" fmla="*/ 0 h 81"/>
                  <a:gd name="T14" fmla="*/ 145 w 145"/>
                  <a:gd name="T15" fmla="*/ 81 h 8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5" h="81">
                    <a:moveTo>
                      <a:pt x="0" y="0"/>
                    </a:moveTo>
                    <a:lnTo>
                      <a:pt x="136" y="0"/>
                    </a:lnTo>
                    <a:lnTo>
                      <a:pt x="145" y="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08FB3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724" name="Freeform 1320"/>
              <p:cNvSpPr>
                <a:spLocks/>
              </p:cNvSpPr>
              <p:nvPr/>
            </p:nvSpPr>
            <p:spPr bwMode="auto">
              <a:xfrm>
                <a:off x="662" y="508"/>
                <a:ext cx="145" cy="81"/>
              </a:xfrm>
              <a:custGeom>
                <a:avLst/>
                <a:gdLst>
                  <a:gd name="T0" fmla="*/ 0 w 145"/>
                  <a:gd name="T1" fmla="*/ 0 h 81"/>
                  <a:gd name="T2" fmla="*/ 136 w 145"/>
                  <a:gd name="T3" fmla="*/ 0 h 81"/>
                  <a:gd name="T4" fmla="*/ 145 w 145"/>
                  <a:gd name="T5" fmla="*/ 81 h 81"/>
                  <a:gd name="T6" fmla="*/ 0 60000 65536"/>
                  <a:gd name="T7" fmla="*/ 0 60000 65536"/>
                  <a:gd name="T8" fmla="*/ 0 60000 65536"/>
                  <a:gd name="T9" fmla="*/ 0 w 145"/>
                  <a:gd name="T10" fmla="*/ 0 h 81"/>
                  <a:gd name="T11" fmla="*/ 145 w 145"/>
                  <a:gd name="T12" fmla="*/ 81 h 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5" h="81">
                    <a:moveTo>
                      <a:pt x="0" y="0"/>
                    </a:moveTo>
                    <a:lnTo>
                      <a:pt x="136" y="0"/>
                    </a:lnTo>
                    <a:lnTo>
                      <a:pt x="145" y="81"/>
                    </a:lnTo>
                  </a:path>
                </a:pathLst>
              </a:custGeom>
              <a:noFill/>
              <a:ln w="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aphicFrame>
          <p:nvGraphicFramePr>
            <p:cNvPr id="25610" name="Object 1321"/>
            <p:cNvGraphicFramePr>
              <a:graphicFrameLocks noChangeAspect="1"/>
            </p:cNvGraphicFramePr>
            <p:nvPr/>
          </p:nvGraphicFramePr>
          <p:xfrm>
            <a:off x="864" y="192"/>
            <a:ext cx="200" cy="192"/>
          </p:xfrm>
          <a:graphic>
            <a:graphicData uri="http://schemas.openxmlformats.org/presentationml/2006/ole">
              <p:oleObj spid="_x0000_s25610" r:id="rId13" imgW="317542" imgH="304853" progId="Equation.3">
                <p:embed/>
              </p:oleObj>
            </a:graphicData>
          </a:graphic>
        </p:graphicFrame>
        <p:graphicFrame>
          <p:nvGraphicFramePr>
            <p:cNvPr id="25611" name="Object 1322"/>
            <p:cNvGraphicFramePr>
              <a:graphicFrameLocks noChangeAspect="1"/>
            </p:cNvGraphicFramePr>
            <p:nvPr/>
          </p:nvGraphicFramePr>
          <p:xfrm>
            <a:off x="144" y="1584"/>
            <a:ext cx="144" cy="152"/>
          </p:xfrm>
          <a:graphic>
            <a:graphicData uri="http://schemas.openxmlformats.org/presentationml/2006/ole">
              <p:oleObj spid="_x0000_s25611" r:id="rId14" imgW="228818" imgH="241512" progId="Equation.3">
                <p:embed/>
              </p:oleObj>
            </a:graphicData>
          </a:graphic>
        </p:graphicFrame>
        <p:graphicFrame>
          <p:nvGraphicFramePr>
            <p:cNvPr id="25612" name="Object 1323"/>
            <p:cNvGraphicFramePr>
              <a:graphicFrameLocks noChangeAspect="1"/>
            </p:cNvGraphicFramePr>
            <p:nvPr/>
          </p:nvGraphicFramePr>
          <p:xfrm>
            <a:off x="344" y="8"/>
            <a:ext cx="136" cy="136"/>
          </p:xfrm>
          <a:graphic>
            <a:graphicData uri="http://schemas.openxmlformats.org/presentationml/2006/ole">
              <p:oleObj spid="_x0000_s25612" r:id="rId15" imgW="215936" imgH="215936" progId="Equation.3">
                <p:embed/>
              </p:oleObj>
            </a:graphicData>
          </a:graphic>
        </p:graphicFrame>
        <p:graphicFrame>
          <p:nvGraphicFramePr>
            <p:cNvPr id="25613" name="Object 1324"/>
            <p:cNvGraphicFramePr>
              <a:graphicFrameLocks noChangeAspect="1"/>
            </p:cNvGraphicFramePr>
            <p:nvPr/>
          </p:nvGraphicFramePr>
          <p:xfrm>
            <a:off x="1240" y="1296"/>
            <a:ext cx="152" cy="200"/>
          </p:xfrm>
          <a:graphic>
            <a:graphicData uri="http://schemas.openxmlformats.org/presentationml/2006/ole">
              <p:oleObj spid="_x0000_s25613" r:id="rId16" imgW="241408" imgH="317542" progId="Equation.3">
                <p:embed/>
              </p:oleObj>
            </a:graphicData>
          </a:graphic>
        </p:graphicFrame>
        <p:graphicFrame>
          <p:nvGraphicFramePr>
            <p:cNvPr id="25614" name="Object 1325"/>
            <p:cNvGraphicFramePr>
              <a:graphicFrameLocks noChangeAspect="1"/>
            </p:cNvGraphicFramePr>
            <p:nvPr/>
          </p:nvGraphicFramePr>
          <p:xfrm>
            <a:off x="347" y="1108"/>
            <a:ext cx="181" cy="188"/>
          </p:xfrm>
          <a:graphic>
            <a:graphicData uri="http://schemas.openxmlformats.org/presentationml/2006/ole">
              <p:oleObj spid="_x0000_s25614" r:id="rId17" imgW="304853" imgH="317542" progId="Equation.3">
                <p:embed/>
              </p:oleObj>
            </a:graphicData>
          </a:graphic>
        </p:graphicFrame>
        <p:sp>
          <p:nvSpPr>
            <p:cNvPr id="25627" name="Line 1326"/>
            <p:cNvSpPr>
              <a:spLocks noChangeShapeType="1"/>
            </p:cNvSpPr>
            <p:nvPr/>
          </p:nvSpPr>
          <p:spPr bwMode="auto">
            <a:xfrm flipV="1">
              <a:off x="528" y="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8" name="Line 1327"/>
            <p:cNvSpPr>
              <a:spLocks noChangeShapeType="1"/>
            </p:cNvSpPr>
            <p:nvPr/>
          </p:nvSpPr>
          <p:spPr bwMode="auto">
            <a:xfrm>
              <a:off x="528" y="1248"/>
              <a:ext cx="8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29" name="Line 1328"/>
            <p:cNvSpPr>
              <a:spLocks noChangeShapeType="1"/>
            </p:cNvSpPr>
            <p:nvPr/>
          </p:nvSpPr>
          <p:spPr bwMode="auto">
            <a:xfrm flipH="1">
              <a:off x="0" y="1248"/>
              <a:ext cx="528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8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8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8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8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7" grpId="0" autoUpdateAnimBg="0"/>
      <p:bldP spid="28679" grpId="0" autoUpdateAnimBg="0"/>
      <p:bldP spid="28680" grpId="0" autoUpdateAnimBg="0"/>
      <p:bldP spid="28682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4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3657600" cy="609600"/>
          </a:xfrm>
        </p:spPr>
        <p:txBody>
          <a:bodyPr/>
          <a:lstStyle/>
          <a:p>
            <a:pPr eaLnBrk="1" hangingPunct="1"/>
            <a:r>
              <a:rPr lang="zh-CN" altLang="zh-CN" sz="2800" b="1" smtClean="0">
                <a:ea typeface="楷体_GB2312" pitchFamily="1" charset="-122"/>
              </a:rPr>
              <a:t>2.</a:t>
            </a:r>
            <a:r>
              <a:rPr lang="zh-CN" altLang="zh-CN" sz="2800" smtClean="0">
                <a:ea typeface="楷体_GB2312" pitchFamily="1" charset="-122"/>
              </a:rPr>
              <a:t> 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</a:rPr>
              <a:t>设 </a:t>
            </a:r>
            <a:r>
              <a:rPr lang="zh-CN" sz="2800" i="1" smtClean="0">
                <a:solidFill>
                  <a:schemeClr val="tx1"/>
                </a:solidFill>
                <a:ea typeface="楷体_GB2312" pitchFamily="1" charset="-122"/>
                <a:sym typeface="Symbol" pitchFamily="18" charset="2"/>
              </a:rPr>
              <a:t></a:t>
            </a:r>
            <a:r>
              <a:rPr lang="zh-CN" sz="2800" smtClean="0">
                <a:solidFill>
                  <a:schemeClr val="tx1"/>
                </a:solidFill>
                <a:ea typeface="楷体_GB2312" pitchFamily="1" charset="-122"/>
                <a:sym typeface="Symbol" pitchFamily="18" charset="2"/>
              </a:rPr>
              <a:t> 是四面体</a:t>
            </a:r>
            <a:endParaRPr lang="zh-CN" sz="2800" smtClean="0">
              <a:ea typeface="楷体_GB2312" pitchFamily="1" charset="-122"/>
            </a:endParaRP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3421063" y="304800"/>
          <a:ext cx="5494337" cy="457200"/>
        </p:xfrm>
        <a:graphic>
          <a:graphicData uri="http://schemas.openxmlformats.org/presentationml/2006/ole">
            <p:oleObj spid="_x0000_s26626" r:id="rId3" imgW="5499417" imgH="457517" progId="Equation.3">
              <p:embed/>
            </p:oleObj>
          </a:graphicData>
        </a:graphic>
      </p:graphicFrame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304800" y="1004888"/>
            <a:ext cx="1600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面</a:t>
            </a:r>
            <a:r>
              <a:rPr lang="zh-CN" altLang="zh-CN"/>
              <a:t>, </a:t>
            </a:r>
            <a:r>
              <a:rPr lang="zh-CN"/>
              <a:t>计算</a:t>
            </a:r>
          </a:p>
        </p:txBody>
      </p:sp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1689100" y="857250"/>
          <a:ext cx="3403600" cy="977900"/>
        </p:xfrm>
        <a:graphic>
          <a:graphicData uri="http://schemas.openxmlformats.org/presentationml/2006/ole">
            <p:oleObj spid="_x0000_s26627" r:id="rId4" imgW="3403917" imgH="978217" progId="Equation.3">
              <p:embed/>
            </p:oleObj>
          </a:graphicData>
        </a:graphic>
      </p:graphicFrame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609600" y="1919288"/>
            <a:ext cx="40386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b="1">
                <a:solidFill>
                  <a:schemeClr val="tx2"/>
                </a:solidFill>
              </a:rPr>
              <a:t>解</a:t>
            </a:r>
            <a:r>
              <a:rPr lang="zh-CN" altLang="zh-CN" b="1">
                <a:solidFill>
                  <a:schemeClr val="tx2"/>
                </a:solidFill>
              </a:rPr>
              <a:t>:</a:t>
            </a:r>
            <a:r>
              <a:rPr lang="zh-CN" altLang="zh-CN"/>
              <a:t> </a:t>
            </a:r>
            <a:r>
              <a:rPr lang="zh-CN"/>
              <a:t>在四面体的四个面上</a:t>
            </a:r>
          </a:p>
        </p:txBody>
      </p:sp>
      <p:graphicFrame>
        <p:nvGraphicFramePr>
          <p:cNvPr id="30727" name="Object 7"/>
          <p:cNvGraphicFramePr>
            <a:graphicFrameLocks noChangeAspect="1"/>
          </p:cNvGraphicFramePr>
          <p:nvPr/>
        </p:nvGraphicFramePr>
        <p:xfrm>
          <a:off x="901700" y="3340100"/>
          <a:ext cx="1765300" cy="393700"/>
        </p:xfrm>
        <a:graphic>
          <a:graphicData uri="http://schemas.openxmlformats.org/presentationml/2006/ole">
            <p:oleObj spid="_x0000_s26628" r:id="rId5" imgW="1764851" imgH="393846" progId="Equation.3">
              <p:embed/>
            </p:oleObj>
          </a:graphicData>
        </a:graphic>
      </p:graphicFrame>
      <p:graphicFrame>
        <p:nvGraphicFramePr>
          <p:cNvPr id="30728" name="Object 8"/>
          <p:cNvGraphicFramePr>
            <a:graphicFrameLocks noChangeAspect="1"/>
          </p:cNvGraphicFramePr>
          <p:nvPr/>
        </p:nvGraphicFramePr>
        <p:xfrm>
          <a:off x="2895600" y="3352800"/>
          <a:ext cx="1371600" cy="469900"/>
        </p:xfrm>
        <a:graphic>
          <a:graphicData uri="http://schemas.openxmlformats.org/presentationml/2006/ole">
            <p:oleObj spid="_x0000_s26629" r:id="rId6" imgW="1371917" imgH="470217" progId="Equation.3">
              <p:embed/>
            </p:oleObj>
          </a:graphicData>
        </a:graphic>
      </p:graphicFrame>
      <p:graphicFrame>
        <p:nvGraphicFramePr>
          <p:cNvPr id="30729" name="Object 9"/>
          <p:cNvGraphicFramePr>
            <a:graphicFrameLocks noChangeAspect="1"/>
          </p:cNvGraphicFramePr>
          <p:nvPr/>
        </p:nvGraphicFramePr>
        <p:xfrm>
          <a:off x="4622800" y="3378200"/>
          <a:ext cx="4064000" cy="508000"/>
        </p:xfrm>
        <a:graphic>
          <a:graphicData uri="http://schemas.openxmlformats.org/presentationml/2006/ole">
            <p:oleObj spid="_x0000_s26630" r:id="rId7" imgW="4064317" imgH="508317" progId="Equation.3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162800" y="854075"/>
            <a:ext cx="1765300" cy="1965325"/>
            <a:chOff x="0" y="0"/>
            <a:chExt cx="1112" cy="1238"/>
          </a:xfrm>
        </p:grpSpPr>
        <p:grpSp>
          <p:nvGrpSpPr>
            <p:cNvPr id="26658" name="Group 11"/>
            <p:cNvGrpSpPr>
              <a:grpSpLocks/>
            </p:cNvGrpSpPr>
            <p:nvPr/>
          </p:nvGrpSpPr>
          <p:grpSpPr bwMode="auto">
            <a:xfrm>
              <a:off x="0" y="0"/>
              <a:ext cx="1094" cy="1163"/>
              <a:chOff x="0" y="0"/>
              <a:chExt cx="1094" cy="1163"/>
            </a:xfrm>
          </p:grpSpPr>
          <p:sp>
            <p:nvSpPr>
              <p:cNvPr id="26659" name="Freeform 12"/>
              <p:cNvSpPr>
                <a:spLocks/>
              </p:cNvSpPr>
              <p:nvPr/>
            </p:nvSpPr>
            <p:spPr bwMode="auto">
              <a:xfrm>
                <a:off x="138" y="197"/>
                <a:ext cx="757" cy="830"/>
              </a:xfrm>
              <a:custGeom>
                <a:avLst/>
                <a:gdLst>
                  <a:gd name="T0" fmla="*/ 144 w 528"/>
                  <a:gd name="T1" fmla="*/ 0 h 576"/>
                  <a:gd name="T2" fmla="*/ 0 w 528"/>
                  <a:gd name="T3" fmla="*/ 576 h 576"/>
                  <a:gd name="T4" fmla="*/ 528 w 528"/>
                  <a:gd name="T5" fmla="*/ 384 h 576"/>
                  <a:gd name="T6" fmla="*/ 144 w 528"/>
                  <a:gd name="T7" fmla="*/ 0 h 5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28"/>
                  <a:gd name="T13" fmla="*/ 0 h 576"/>
                  <a:gd name="T14" fmla="*/ 528 w 528"/>
                  <a:gd name="T15" fmla="*/ 576 h 5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28" h="576">
                    <a:moveTo>
                      <a:pt x="144" y="0"/>
                    </a:moveTo>
                    <a:lnTo>
                      <a:pt x="0" y="576"/>
                    </a:lnTo>
                    <a:lnTo>
                      <a:pt x="528" y="384"/>
                    </a:lnTo>
                    <a:lnTo>
                      <a:pt x="14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99CC00"/>
                  </a:gs>
                  <a:gs pos="100000">
                    <a:srgbClr val="475E00"/>
                  </a:gs>
                </a:gsLst>
                <a:lin ang="5400000" scaled="1"/>
              </a:gradFill>
              <a:ln w="190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0" name="Line 13"/>
              <p:cNvSpPr>
                <a:spLocks noChangeShapeType="1"/>
              </p:cNvSpPr>
              <p:nvPr/>
            </p:nvSpPr>
            <p:spPr bwMode="auto">
              <a:xfrm>
                <a:off x="350" y="750"/>
                <a:ext cx="567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1" name="Line 14"/>
              <p:cNvSpPr>
                <a:spLocks noChangeShapeType="1"/>
              </p:cNvSpPr>
              <p:nvPr/>
            </p:nvSpPr>
            <p:spPr bwMode="auto">
              <a:xfrm flipV="1">
                <a:off x="350" y="208"/>
                <a:ext cx="0" cy="554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2" name="Line 15"/>
              <p:cNvSpPr>
                <a:spLocks noChangeShapeType="1"/>
              </p:cNvSpPr>
              <p:nvPr/>
            </p:nvSpPr>
            <p:spPr bwMode="auto">
              <a:xfrm flipH="1">
                <a:off x="144" y="750"/>
                <a:ext cx="206" cy="2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3" name="Line 16"/>
              <p:cNvSpPr>
                <a:spLocks noChangeShapeType="1"/>
              </p:cNvSpPr>
              <p:nvPr/>
            </p:nvSpPr>
            <p:spPr bwMode="auto">
              <a:xfrm flipV="1">
                <a:off x="351" y="0"/>
                <a:ext cx="0" cy="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4" name="Line 17"/>
              <p:cNvSpPr>
                <a:spLocks noChangeShapeType="1"/>
              </p:cNvSpPr>
              <p:nvPr/>
            </p:nvSpPr>
            <p:spPr bwMode="auto">
              <a:xfrm>
                <a:off x="864" y="750"/>
                <a:ext cx="23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6665" name="Line 18"/>
              <p:cNvSpPr>
                <a:spLocks noChangeShapeType="1"/>
              </p:cNvSpPr>
              <p:nvPr/>
            </p:nvSpPr>
            <p:spPr bwMode="auto">
              <a:xfrm flipH="1">
                <a:off x="0" y="990"/>
                <a:ext cx="173" cy="1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26640" name="Object 19"/>
            <p:cNvGraphicFramePr>
              <a:graphicFrameLocks noChangeAspect="1"/>
            </p:cNvGraphicFramePr>
            <p:nvPr/>
          </p:nvGraphicFramePr>
          <p:xfrm>
            <a:off x="864" y="766"/>
            <a:ext cx="96" cy="192"/>
          </p:xfrm>
          <a:graphic>
            <a:graphicData uri="http://schemas.openxmlformats.org/presentationml/2006/ole">
              <p:oleObj spid="_x0000_s26640" r:id="rId8" imgW="152585" imgH="304853" progId="Equation.3">
                <p:embed/>
              </p:oleObj>
            </a:graphicData>
          </a:graphic>
        </p:graphicFrame>
        <p:graphicFrame>
          <p:nvGraphicFramePr>
            <p:cNvPr id="26641" name="Object 20"/>
            <p:cNvGraphicFramePr>
              <a:graphicFrameLocks noChangeAspect="1"/>
            </p:cNvGraphicFramePr>
            <p:nvPr/>
          </p:nvGraphicFramePr>
          <p:xfrm>
            <a:off x="152" y="30"/>
            <a:ext cx="136" cy="136"/>
          </p:xfrm>
          <a:graphic>
            <a:graphicData uri="http://schemas.openxmlformats.org/presentationml/2006/ole">
              <p:oleObj spid="_x0000_s26641" r:id="rId9" imgW="215936" imgH="215936" progId="Equation.3">
                <p:embed/>
              </p:oleObj>
            </a:graphicData>
          </a:graphic>
        </p:graphicFrame>
        <p:graphicFrame>
          <p:nvGraphicFramePr>
            <p:cNvPr id="26642" name="Object 21"/>
            <p:cNvGraphicFramePr>
              <a:graphicFrameLocks noChangeAspect="1"/>
            </p:cNvGraphicFramePr>
            <p:nvPr/>
          </p:nvGraphicFramePr>
          <p:xfrm>
            <a:off x="960" y="798"/>
            <a:ext cx="152" cy="200"/>
          </p:xfrm>
          <a:graphic>
            <a:graphicData uri="http://schemas.openxmlformats.org/presentationml/2006/ole">
              <p:oleObj spid="_x0000_s26642" r:id="rId10" imgW="241408" imgH="317542" progId="Equation.3">
                <p:embed/>
              </p:oleObj>
            </a:graphicData>
          </a:graphic>
        </p:graphicFrame>
        <p:graphicFrame>
          <p:nvGraphicFramePr>
            <p:cNvPr id="26643" name="Object 22"/>
            <p:cNvGraphicFramePr>
              <a:graphicFrameLocks noChangeAspect="1"/>
            </p:cNvGraphicFramePr>
            <p:nvPr/>
          </p:nvGraphicFramePr>
          <p:xfrm>
            <a:off x="96" y="1086"/>
            <a:ext cx="144" cy="152"/>
          </p:xfrm>
          <a:graphic>
            <a:graphicData uri="http://schemas.openxmlformats.org/presentationml/2006/ole">
              <p:oleObj spid="_x0000_s26643" r:id="rId11" imgW="228818" imgH="241512" progId="Equation.3">
                <p:embed/>
              </p:oleObj>
            </a:graphicData>
          </a:graphic>
        </p:graphicFrame>
        <p:graphicFrame>
          <p:nvGraphicFramePr>
            <p:cNvPr id="26644" name="Object 23"/>
            <p:cNvGraphicFramePr>
              <a:graphicFrameLocks noChangeAspect="1"/>
            </p:cNvGraphicFramePr>
            <p:nvPr/>
          </p:nvGraphicFramePr>
          <p:xfrm>
            <a:off x="48" y="846"/>
            <a:ext cx="96" cy="192"/>
          </p:xfrm>
          <a:graphic>
            <a:graphicData uri="http://schemas.openxmlformats.org/presentationml/2006/ole">
              <p:oleObj spid="_x0000_s26644" r:id="rId12" imgW="152585" imgH="304853" progId="Equation.3">
                <p:embed/>
              </p:oleObj>
            </a:graphicData>
          </a:graphic>
        </p:graphicFrame>
        <p:graphicFrame>
          <p:nvGraphicFramePr>
            <p:cNvPr id="26645" name="Object 24"/>
            <p:cNvGraphicFramePr>
              <a:graphicFrameLocks noChangeAspect="1"/>
            </p:cNvGraphicFramePr>
            <p:nvPr/>
          </p:nvGraphicFramePr>
          <p:xfrm>
            <a:off x="434" y="78"/>
            <a:ext cx="96" cy="192"/>
          </p:xfrm>
          <a:graphic>
            <a:graphicData uri="http://schemas.openxmlformats.org/presentationml/2006/ole">
              <p:oleObj spid="_x0000_s26645" r:id="rId13" imgW="152585" imgH="304853" progId="Equation.3">
                <p:embed/>
              </p:oleObj>
            </a:graphicData>
          </a:graphic>
        </p:graphicFrame>
        <p:graphicFrame>
          <p:nvGraphicFramePr>
            <p:cNvPr id="26646" name="Object 25"/>
            <p:cNvGraphicFramePr>
              <a:graphicFrameLocks noChangeAspect="1"/>
            </p:cNvGraphicFramePr>
            <p:nvPr/>
          </p:nvGraphicFramePr>
          <p:xfrm>
            <a:off x="298" y="750"/>
            <a:ext cx="192" cy="200"/>
          </p:xfrm>
          <a:graphic>
            <a:graphicData uri="http://schemas.openxmlformats.org/presentationml/2006/ole">
              <p:oleObj spid="_x0000_s26646" r:id="rId14" imgW="304853" imgH="317542" progId="Equation.3">
                <p:embed/>
              </p:oleObj>
            </a:graphicData>
          </a:graphic>
        </p:graphicFrame>
      </p:grpSp>
      <p:graphicFrame>
        <p:nvGraphicFramePr>
          <p:cNvPr id="30746" name="Object 26"/>
          <p:cNvGraphicFramePr>
            <a:graphicFrameLocks noChangeAspect="1"/>
          </p:cNvGraphicFramePr>
          <p:nvPr/>
        </p:nvGraphicFramePr>
        <p:xfrm>
          <a:off x="1676400" y="4025900"/>
          <a:ext cx="762000" cy="317500"/>
        </p:xfrm>
        <a:graphic>
          <a:graphicData uri="http://schemas.openxmlformats.org/presentationml/2006/ole">
            <p:oleObj spid="_x0000_s26631" r:id="rId15" imgW="761656" imgH="317542" progId="Equation.3">
              <p:embed/>
            </p:oleObj>
          </a:graphicData>
        </a:graphic>
      </p:graphicFrame>
      <p:graphicFrame>
        <p:nvGraphicFramePr>
          <p:cNvPr id="30747" name="Object 27"/>
          <p:cNvGraphicFramePr>
            <a:graphicFrameLocks noChangeAspect="1"/>
          </p:cNvGraphicFramePr>
          <p:nvPr/>
        </p:nvGraphicFramePr>
        <p:xfrm>
          <a:off x="3429000" y="4008438"/>
          <a:ext cx="838200" cy="406400"/>
        </p:xfrm>
        <a:graphic>
          <a:graphicData uri="http://schemas.openxmlformats.org/presentationml/2006/ole">
            <p:oleObj spid="_x0000_s26632" r:id="rId16" imgW="837790" imgH="406365" progId="Equation.3">
              <p:embed/>
            </p:oleObj>
          </a:graphicData>
        </a:graphic>
      </p:graphicFrame>
      <p:graphicFrame>
        <p:nvGraphicFramePr>
          <p:cNvPr id="30748" name="Object 28"/>
          <p:cNvGraphicFramePr>
            <a:graphicFrameLocks noChangeAspect="1"/>
          </p:cNvGraphicFramePr>
          <p:nvPr/>
        </p:nvGraphicFramePr>
        <p:xfrm>
          <a:off x="1638300" y="4711700"/>
          <a:ext cx="800100" cy="393700"/>
        </p:xfrm>
        <a:graphic>
          <a:graphicData uri="http://schemas.openxmlformats.org/presentationml/2006/ole">
            <p:oleObj spid="_x0000_s26633" r:id="rId17" imgW="800070" imgH="393846" progId="Equation.3">
              <p:embed/>
            </p:oleObj>
          </a:graphicData>
        </a:graphic>
      </p:graphicFrame>
      <p:graphicFrame>
        <p:nvGraphicFramePr>
          <p:cNvPr id="30749" name="Object 29"/>
          <p:cNvGraphicFramePr>
            <a:graphicFrameLocks noChangeAspect="1"/>
          </p:cNvGraphicFramePr>
          <p:nvPr/>
        </p:nvGraphicFramePr>
        <p:xfrm>
          <a:off x="3444875" y="4637088"/>
          <a:ext cx="800100" cy="406400"/>
        </p:xfrm>
        <a:graphic>
          <a:graphicData uri="http://schemas.openxmlformats.org/presentationml/2006/ole">
            <p:oleObj spid="_x0000_s26634" r:id="rId18" imgW="799723" imgH="406365" progId="Equation.3">
              <p:embed/>
            </p:oleObj>
          </a:graphicData>
        </a:graphic>
      </p:graphicFrame>
      <p:graphicFrame>
        <p:nvGraphicFramePr>
          <p:cNvPr id="30750" name="Object 30"/>
          <p:cNvGraphicFramePr>
            <a:graphicFrameLocks noChangeAspect="1"/>
          </p:cNvGraphicFramePr>
          <p:nvPr/>
        </p:nvGraphicFramePr>
        <p:xfrm>
          <a:off x="4572000" y="4572000"/>
          <a:ext cx="4022725" cy="508000"/>
        </p:xfrm>
        <a:graphic>
          <a:graphicData uri="http://schemas.openxmlformats.org/presentationml/2006/ole">
            <p:oleObj spid="_x0000_s26635" r:id="rId19" imgW="4026217" imgH="508317" progId="Equation.3">
              <p:embed/>
            </p:oleObj>
          </a:graphicData>
        </a:graphic>
      </p:graphicFrame>
      <p:graphicFrame>
        <p:nvGraphicFramePr>
          <p:cNvPr id="30751" name="Object 31"/>
          <p:cNvGraphicFramePr>
            <a:graphicFrameLocks noChangeAspect="1"/>
          </p:cNvGraphicFramePr>
          <p:nvPr/>
        </p:nvGraphicFramePr>
        <p:xfrm>
          <a:off x="1663700" y="5321300"/>
          <a:ext cx="774700" cy="317500"/>
        </p:xfrm>
        <a:graphic>
          <a:graphicData uri="http://schemas.openxmlformats.org/presentationml/2006/ole">
            <p:oleObj spid="_x0000_s26636" r:id="rId20" imgW="774345" imgH="317542" progId="Equation.3">
              <p:embed/>
            </p:oleObj>
          </a:graphicData>
        </a:graphic>
      </p:graphicFrame>
      <p:graphicFrame>
        <p:nvGraphicFramePr>
          <p:cNvPr id="30752" name="Object 32"/>
          <p:cNvGraphicFramePr>
            <a:graphicFrameLocks noChangeAspect="1"/>
          </p:cNvGraphicFramePr>
          <p:nvPr/>
        </p:nvGraphicFramePr>
        <p:xfrm>
          <a:off x="3424238" y="5308600"/>
          <a:ext cx="825500" cy="406400"/>
        </p:xfrm>
        <a:graphic>
          <a:graphicData uri="http://schemas.openxmlformats.org/presentationml/2006/ole">
            <p:oleObj spid="_x0000_s26637" r:id="rId21" imgW="825101" imgH="406365" progId="Equation.3">
              <p:embed/>
            </p:oleObj>
          </a:graphicData>
        </a:graphic>
      </p:graphicFrame>
      <p:graphicFrame>
        <p:nvGraphicFramePr>
          <p:cNvPr id="30753" name="Object 33"/>
          <p:cNvGraphicFramePr>
            <a:graphicFrameLocks noChangeAspect="1"/>
          </p:cNvGraphicFramePr>
          <p:nvPr/>
        </p:nvGraphicFramePr>
        <p:xfrm>
          <a:off x="4622800" y="5283200"/>
          <a:ext cx="4064000" cy="508000"/>
        </p:xfrm>
        <a:graphic>
          <a:graphicData uri="http://schemas.openxmlformats.org/presentationml/2006/ole">
            <p:oleObj spid="_x0000_s26638" r:id="rId22" imgW="4064317" imgH="508317" progId="Equation.3">
              <p:embed/>
            </p:oleObj>
          </a:graphicData>
        </a:graphic>
      </p:graphicFrame>
      <p:sp>
        <p:nvSpPr>
          <p:cNvPr id="30754" name="Text Box 34"/>
          <p:cNvSpPr txBox="1">
            <a:spLocks noChangeArrowheads="1"/>
          </p:cNvSpPr>
          <p:nvPr/>
        </p:nvSpPr>
        <p:spPr bwMode="auto">
          <a:xfrm>
            <a:off x="5562600" y="3886200"/>
            <a:ext cx="14478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/>
              <a:t>同上</a:t>
            </a:r>
          </a:p>
        </p:txBody>
      </p: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838200" y="2590800"/>
            <a:ext cx="7924800" cy="3314700"/>
            <a:chOff x="0" y="0"/>
            <a:chExt cx="4992" cy="2088"/>
          </a:xfrm>
        </p:grpSpPr>
        <p:sp>
          <p:nvSpPr>
            <p:cNvPr id="26653" name="Text Box 36"/>
            <p:cNvSpPr txBox="1">
              <a:spLocks noChangeArrowheads="1"/>
            </p:cNvSpPr>
            <p:nvPr/>
          </p:nvSpPr>
          <p:spPr bwMode="auto">
            <a:xfrm>
              <a:off x="48" y="0"/>
              <a:ext cx="1056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/>
                <a:t>平面方程</a:t>
              </a:r>
            </a:p>
          </p:txBody>
        </p:sp>
        <p:graphicFrame>
          <p:nvGraphicFramePr>
            <p:cNvPr id="26639" name="Object 37"/>
            <p:cNvGraphicFramePr>
              <a:graphicFrameLocks noChangeAspect="1"/>
            </p:cNvGraphicFramePr>
            <p:nvPr/>
          </p:nvGraphicFramePr>
          <p:xfrm>
            <a:off x="1572" y="80"/>
            <a:ext cx="272" cy="256"/>
          </p:xfrm>
          <a:graphic>
            <a:graphicData uri="http://schemas.openxmlformats.org/presentationml/2006/ole">
              <p:oleObj spid="_x0000_s26639" r:id="rId23" imgW="431742" imgH="406365" progId="Equation.3">
                <p:embed/>
              </p:oleObj>
            </a:graphicData>
          </a:graphic>
        </p:graphicFrame>
        <p:sp>
          <p:nvSpPr>
            <p:cNvPr id="26654" name="Text Box 38"/>
            <p:cNvSpPr txBox="1">
              <a:spLocks noChangeArrowheads="1"/>
            </p:cNvSpPr>
            <p:nvPr/>
          </p:nvSpPr>
          <p:spPr bwMode="auto">
            <a:xfrm>
              <a:off x="2976" y="0"/>
              <a:ext cx="100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/>
                <a:t>投影域</a:t>
              </a:r>
            </a:p>
          </p:txBody>
        </p:sp>
        <p:sp>
          <p:nvSpPr>
            <p:cNvPr id="26655" name="Line 39"/>
            <p:cNvSpPr>
              <a:spLocks noChangeShapeType="1"/>
            </p:cNvSpPr>
            <p:nvPr/>
          </p:nvSpPr>
          <p:spPr bwMode="auto">
            <a:xfrm>
              <a:off x="0" y="384"/>
              <a:ext cx="4992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6" name="Line 40"/>
            <p:cNvSpPr>
              <a:spLocks noChangeShapeType="1"/>
            </p:cNvSpPr>
            <p:nvPr/>
          </p:nvSpPr>
          <p:spPr bwMode="auto">
            <a:xfrm>
              <a:off x="1199" y="48"/>
              <a:ext cx="1" cy="204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657" name="Line 41"/>
            <p:cNvSpPr>
              <a:spLocks noChangeShapeType="1"/>
            </p:cNvSpPr>
            <p:nvPr/>
          </p:nvSpPr>
          <p:spPr bwMode="auto">
            <a:xfrm>
              <a:off x="2303" y="48"/>
              <a:ext cx="1" cy="204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4" grpId="0" autoUpdateAnimBg="0"/>
      <p:bldP spid="30726" grpId="0" autoUpdateAnimBg="0"/>
      <p:bldP spid="30754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67" name="Group 2"/>
          <p:cNvGrpSpPr>
            <a:grpSpLocks/>
          </p:cNvGrpSpPr>
          <p:nvPr/>
        </p:nvGrpSpPr>
        <p:grpSpPr bwMode="auto">
          <a:xfrm>
            <a:off x="1355725" y="3824288"/>
            <a:ext cx="6340475" cy="2652712"/>
            <a:chOff x="0" y="0"/>
            <a:chExt cx="3994" cy="1671"/>
          </a:xfrm>
        </p:grpSpPr>
        <p:graphicFrame>
          <p:nvGraphicFramePr>
            <p:cNvPr id="27655" name="Object 3"/>
            <p:cNvGraphicFramePr>
              <a:graphicFrameLocks noChangeAspect="1"/>
            </p:cNvGraphicFramePr>
            <p:nvPr/>
          </p:nvGraphicFramePr>
          <p:xfrm>
            <a:off x="32" y="378"/>
            <a:ext cx="890" cy="198"/>
          </p:xfrm>
          <a:graphic>
            <a:graphicData uri="http://schemas.openxmlformats.org/presentationml/2006/ole">
              <p:oleObj spid="_x0000_s27655" r:id="rId3" imgW="1764851" imgH="393846" progId="Equation.3">
                <p:embed/>
              </p:oleObj>
            </a:graphicData>
          </a:graphic>
        </p:graphicFrame>
        <p:graphicFrame>
          <p:nvGraphicFramePr>
            <p:cNvPr id="27656" name="Object 4"/>
            <p:cNvGraphicFramePr>
              <a:graphicFrameLocks noChangeAspect="1"/>
            </p:cNvGraphicFramePr>
            <p:nvPr/>
          </p:nvGraphicFramePr>
          <p:xfrm>
            <a:off x="1037" y="384"/>
            <a:ext cx="691" cy="237"/>
          </p:xfrm>
          <a:graphic>
            <a:graphicData uri="http://schemas.openxmlformats.org/presentationml/2006/ole">
              <p:oleObj spid="_x0000_s27656" r:id="rId4" imgW="1371917" imgH="470217" progId="Equation.3">
                <p:embed/>
              </p:oleObj>
            </a:graphicData>
          </a:graphic>
        </p:graphicFrame>
        <p:graphicFrame>
          <p:nvGraphicFramePr>
            <p:cNvPr id="27657" name="Object 5"/>
            <p:cNvGraphicFramePr>
              <a:graphicFrameLocks noChangeAspect="1"/>
            </p:cNvGraphicFramePr>
            <p:nvPr/>
          </p:nvGraphicFramePr>
          <p:xfrm>
            <a:off x="1907" y="397"/>
            <a:ext cx="2049" cy="256"/>
          </p:xfrm>
          <a:graphic>
            <a:graphicData uri="http://schemas.openxmlformats.org/presentationml/2006/ole">
              <p:oleObj spid="_x0000_s27657" r:id="rId5" imgW="4064317" imgH="508317" progId="Equation.3">
                <p:embed/>
              </p:oleObj>
            </a:graphicData>
          </a:graphic>
        </p:graphicFrame>
        <p:graphicFrame>
          <p:nvGraphicFramePr>
            <p:cNvPr id="27658" name="Object 6"/>
            <p:cNvGraphicFramePr>
              <a:graphicFrameLocks noChangeAspect="1"/>
            </p:cNvGraphicFramePr>
            <p:nvPr/>
          </p:nvGraphicFramePr>
          <p:xfrm>
            <a:off x="422" y="723"/>
            <a:ext cx="384" cy="161"/>
          </p:xfrm>
          <a:graphic>
            <a:graphicData uri="http://schemas.openxmlformats.org/presentationml/2006/ole">
              <p:oleObj spid="_x0000_s27658" r:id="rId6" imgW="761656" imgH="317542" progId="Equation.3">
                <p:embed/>
              </p:oleObj>
            </a:graphicData>
          </a:graphic>
        </p:graphicFrame>
        <p:graphicFrame>
          <p:nvGraphicFramePr>
            <p:cNvPr id="27659" name="Object 7"/>
            <p:cNvGraphicFramePr>
              <a:graphicFrameLocks noChangeAspect="1"/>
            </p:cNvGraphicFramePr>
            <p:nvPr/>
          </p:nvGraphicFramePr>
          <p:xfrm>
            <a:off x="1306" y="715"/>
            <a:ext cx="422" cy="205"/>
          </p:xfrm>
          <a:graphic>
            <a:graphicData uri="http://schemas.openxmlformats.org/presentationml/2006/ole">
              <p:oleObj spid="_x0000_s27659" r:id="rId7" imgW="837790" imgH="406365" progId="Equation.3">
                <p:embed/>
              </p:oleObj>
            </a:graphicData>
          </a:graphic>
        </p:graphicFrame>
        <p:graphicFrame>
          <p:nvGraphicFramePr>
            <p:cNvPr id="27660" name="Object 8"/>
            <p:cNvGraphicFramePr>
              <a:graphicFrameLocks noChangeAspect="1"/>
            </p:cNvGraphicFramePr>
            <p:nvPr/>
          </p:nvGraphicFramePr>
          <p:xfrm>
            <a:off x="403" y="1069"/>
            <a:ext cx="403" cy="199"/>
          </p:xfrm>
          <a:graphic>
            <a:graphicData uri="http://schemas.openxmlformats.org/presentationml/2006/ole">
              <p:oleObj spid="_x0000_s27660" r:id="rId8" imgW="800070" imgH="393846" progId="Equation.3">
                <p:embed/>
              </p:oleObj>
            </a:graphicData>
          </a:graphic>
        </p:graphicFrame>
        <p:graphicFrame>
          <p:nvGraphicFramePr>
            <p:cNvPr id="27661" name="Object 9"/>
            <p:cNvGraphicFramePr>
              <a:graphicFrameLocks noChangeAspect="1"/>
            </p:cNvGraphicFramePr>
            <p:nvPr/>
          </p:nvGraphicFramePr>
          <p:xfrm>
            <a:off x="1314" y="1032"/>
            <a:ext cx="403" cy="204"/>
          </p:xfrm>
          <a:graphic>
            <a:graphicData uri="http://schemas.openxmlformats.org/presentationml/2006/ole">
              <p:oleObj spid="_x0000_s27661" r:id="rId9" imgW="799723" imgH="406365" progId="Equation.3">
                <p:embed/>
              </p:oleObj>
            </a:graphicData>
          </a:graphic>
        </p:graphicFrame>
        <p:graphicFrame>
          <p:nvGraphicFramePr>
            <p:cNvPr id="27662" name="Object 10"/>
            <p:cNvGraphicFramePr>
              <a:graphicFrameLocks noChangeAspect="1"/>
            </p:cNvGraphicFramePr>
            <p:nvPr/>
          </p:nvGraphicFramePr>
          <p:xfrm>
            <a:off x="1882" y="999"/>
            <a:ext cx="2027" cy="256"/>
          </p:xfrm>
          <a:graphic>
            <a:graphicData uri="http://schemas.openxmlformats.org/presentationml/2006/ole">
              <p:oleObj spid="_x0000_s27662" r:id="rId10" imgW="4026217" imgH="508317" progId="Equation.3">
                <p:embed/>
              </p:oleObj>
            </a:graphicData>
          </a:graphic>
        </p:graphicFrame>
        <p:graphicFrame>
          <p:nvGraphicFramePr>
            <p:cNvPr id="27663" name="Object 11"/>
            <p:cNvGraphicFramePr>
              <a:graphicFrameLocks noChangeAspect="1"/>
            </p:cNvGraphicFramePr>
            <p:nvPr/>
          </p:nvGraphicFramePr>
          <p:xfrm>
            <a:off x="416" y="1376"/>
            <a:ext cx="390" cy="161"/>
          </p:xfrm>
          <a:graphic>
            <a:graphicData uri="http://schemas.openxmlformats.org/presentationml/2006/ole">
              <p:oleObj spid="_x0000_s27663" r:id="rId11" imgW="774345" imgH="317542" progId="Equation.3">
                <p:embed/>
              </p:oleObj>
            </a:graphicData>
          </a:graphic>
        </p:graphicFrame>
        <p:graphicFrame>
          <p:nvGraphicFramePr>
            <p:cNvPr id="27664" name="Object 12"/>
            <p:cNvGraphicFramePr>
              <a:graphicFrameLocks noChangeAspect="1"/>
            </p:cNvGraphicFramePr>
            <p:nvPr/>
          </p:nvGraphicFramePr>
          <p:xfrm>
            <a:off x="1303" y="1370"/>
            <a:ext cx="416" cy="205"/>
          </p:xfrm>
          <a:graphic>
            <a:graphicData uri="http://schemas.openxmlformats.org/presentationml/2006/ole">
              <p:oleObj spid="_x0000_s27664" r:id="rId12" imgW="825101" imgH="406365" progId="Equation.3">
                <p:embed/>
              </p:oleObj>
            </a:graphicData>
          </a:graphic>
        </p:graphicFrame>
        <p:graphicFrame>
          <p:nvGraphicFramePr>
            <p:cNvPr id="27665" name="Object 13"/>
            <p:cNvGraphicFramePr>
              <a:graphicFrameLocks noChangeAspect="1"/>
            </p:cNvGraphicFramePr>
            <p:nvPr/>
          </p:nvGraphicFramePr>
          <p:xfrm>
            <a:off x="1907" y="1357"/>
            <a:ext cx="2049" cy="256"/>
          </p:xfrm>
          <a:graphic>
            <a:graphicData uri="http://schemas.openxmlformats.org/presentationml/2006/ole">
              <p:oleObj spid="_x0000_s27665" r:id="rId13" imgW="4064317" imgH="508317" progId="Equation.3">
                <p:embed/>
              </p:oleObj>
            </a:graphicData>
          </a:graphic>
        </p:graphicFrame>
        <p:sp>
          <p:nvSpPr>
            <p:cNvPr id="27669" name="Text Box 14"/>
            <p:cNvSpPr txBox="1">
              <a:spLocks noChangeArrowheads="1"/>
            </p:cNvSpPr>
            <p:nvPr/>
          </p:nvSpPr>
          <p:spPr bwMode="auto">
            <a:xfrm>
              <a:off x="2381" y="653"/>
              <a:ext cx="73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/>
                <a:t>同上</a:t>
              </a:r>
            </a:p>
          </p:txBody>
        </p:sp>
        <p:sp>
          <p:nvSpPr>
            <p:cNvPr id="27670" name="Text Box 15"/>
            <p:cNvSpPr txBox="1">
              <a:spLocks noChangeArrowheads="1"/>
            </p:cNvSpPr>
            <p:nvPr/>
          </p:nvSpPr>
          <p:spPr bwMode="auto">
            <a:xfrm>
              <a:off x="38" y="0"/>
              <a:ext cx="92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/>
                <a:t>平面方程</a:t>
              </a:r>
            </a:p>
          </p:txBody>
        </p:sp>
        <p:graphicFrame>
          <p:nvGraphicFramePr>
            <p:cNvPr id="27666" name="Object 16"/>
            <p:cNvGraphicFramePr>
              <a:graphicFrameLocks noChangeAspect="1"/>
            </p:cNvGraphicFramePr>
            <p:nvPr/>
          </p:nvGraphicFramePr>
          <p:xfrm>
            <a:off x="1258" y="64"/>
            <a:ext cx="217" cy="205"/>
          </p:xfrm>
          <a:graphic>
            <a:graphicData uri="http://schemas.openxmlformats.org/presentationml/2006/ole">
              <p:oleObj spid="_x0000_s27666" r:id="rId14" imgW="431742" imgH="406365" progId="Equation.3">
                <p:embed/>
              </p:oleObj>
            </a:graphicData>
          </a:graphic>
        </p:graphicFrame>
        <p:sp>
          <p:nvSpPr>
            <p:cNvPr id="27671" name="Text Box 17"/>
            <p:cNvSpPr txBox="1">
              <a:spLocks noChangeArrowheads="1"/>
            </p:cNvSpPr>
            <p:nvPr/>
          </p:nvSpPr>
          <p:spPr bwMode="auto">
            <a:xfrm>
              <a:off x="2381" y="0"/>
              <a:ext cx="807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sz="2400"/>
                <a:t>投影域</a:t>
              </a:r>
            </a:p>
          </p:txBody>
        </p:sp>
        <p:sp>
          <p:nvSpPr>
            <p:cNvPr id="27672" name="Line 18"/>
            <p:cNvSpPr>
              <a:spLocks noChangeShapeType="1"/>
            </p:cNvSpPr>
            <p:nvPr/>
          </p:nvSpPr>
          <p:spPr bwMode="auto">
            <a:xfrm>
              <a:off x="0" y="307"/>
              <a:ext cx="3994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3" name="Line 19"/>
            <p:cNvSpPr>
              <a:spLocks noChangeShapeType="1"/>
            </p:cNvSpPr>
            <p:nvPr/>
          </p:nvSpPr>
          <p:spPr bwMode="auto">
            <a:xfrm>
              <a:off x="959" y="38"/>
              <a:ext cx="1" cy="16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674" name="Line 20"/>
            <p:cNvSpPr>
              <a:spLocks noChangeShapeType="1"/>
            </p:cNvSpPr>
            <p:nvPr/>
          </p:nvSpPr>
          <p:spPr bwMode="auto">
            <a:xfrm>
              <a:off x="1843" y="38"/>
              <a:ext cx="0" cy="1633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31765" name="Object 21"/>
          <p:cNvGraphicFramePr>
            <a:graphicFrameLocks noChangeAspect="1"/>
          </p:cNvGraphicFramePr>
          <p:nvPr/>
        </p:nvGraphicFramePr>
        <p:xfrm>
          <a:off x="5194300" y="2197100"/>
          <a:ext cx="3009900" cy="850900"/>
        </p:xfrm>
        <a:graphic>
          <a:graphicData uri="http://schemas.openxmlformats.org/presentationml/2006/ole">
            <p:oleObj spid="_x0000_s27650" r:id="rId15" imgW="3008911" imgH="850848" progId="Equation.3">
              <p:embed/>
            </p:oleObj>
          </a:graphicData>
        </a:graphic>
      </p:graphicFrame>
      <p:graphicFrame>
        <p:nvGraphicFramePr>
          <p:cNvPr id="31766" name="Object 22"/>
          <p:cNvGraphicFramePr>
            <a:graphicFrameLocks noChangeAspect="1"/>
          </p:cNvGraphicFramePr>
          <p:nvPr/>
        </p:nvGraphicFramePr>
        <p:xfrm>
          <a:off x="2133600" y="2197100"/>
          <a:ext cx="2971800" cy="850900"/>
        </p:xfrm>
        <a:graphic>
          <a:graphicData uri="http://schemas.openxmlformats.org/presentationml/2006/ole">
            <p:oleObj spid="_x0000_s27651" r:id="rId16" imgW="2970828" imgH="850848" progId="Equation.3">
              <p:embed/>
            </p:oleObj>
          </a:graphicData>
        </a:graphic>
      </p:graphicFrame>
      <p:graphicFrame>
        <p:nvGraphicFramePr>
          <p:cNvPr id="31767" name="Object 23"/>
          <p:cNvGraphicFramePr>
            <a:graphicFrameLocks noChangeAspect="1"/>
          </p:cNvGraphicFramePr>
          <p:nvPr/>
        </p:nvGraphicFramePr>
        <p:xfrm>
          <a:off x="1423988" y="3111500"/>
          <a:ext cx="2959100" cy="622300"/>
        </p:xfrm>
        <a:graphic>
          <a:graphicData uri="http://schemas.openxmlformats.org/presentationml/2006/ole">
            <p:oleObj spid="_x0000_s27652" r:id="rId17" imgW="2958133" imgH="622347" progId="Equation.3">
              <p:embed/>
            </p:oleObj>
          </a:graphicData>
        </a:graphic>
      </p:graphicFrame>
      <p:graphicFrame>
        <p:nvGraphicFramePr>
          <p:cNvPr id="31768" name="Object 24"/>
          <p:cNvGraphicFramePr>
            <a:graphicFrameLocks noChangeAspect="1"/>
          </p:cNvGraphicFramePr>
          <p:nvPr/>
        </p:nvGraphicFramePr>
        <p:xfrm>
          <a:off x="1425575" y="1282700"/>
          <a:ext cx="4975225" cy="850900"/>
        </p:xfrm>
        <a:graphic>
          <a:graphicData uri="http://schemas.openxmlformats.org/presentationml/2006/ole">
            <p:oleObj spid="_x0000_s27653" r:id="rId18" imgW="4976557" imgH="850848" progId="Equation.3">
              <p:embed/>
            </p:oleObj>
          </a:graphicData>
        </a:graphic>
      </p:graphicFrame>
      <p:sp>
        <p:nvSpPr>
          <p:cNvPr id="27668" name="Line 25"/>
          <p:cNvSpPr>
            <a:spLocks noChangeShapeType="1"/>
          </p:cNvSpPr>
          <p:nvPr/>
        </p:nvSpPr>
        <p:spPr bwMode="auto">
          <a:xfrm>
            <a:off x="533400" y="3810000"/>
            <a:ext cx="815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54" name="Object 26"/>
          <p:cNvGraphicFramePr>
            <a:graphicFrameLocks noChangeAspect="1"/>
          </p:cNvGraphicFramePr>
          <p:nvPr/>
        </p:nvGraphicFramePr>
        <p:xfrm>
          <a:off x="755650" y="387350"/>
          <a:ext cx="3095625" cy="700088"/>
        </p:xfrm>
        <a:graphic>
          <a:graphicData uri="http://schemas.openxmlformats.org/presentationml/2006/ole">
            <p:oleObj spid="_x0000_s27654" name="Equation" r:id="rId19" imgW="1295155" imgH="292290" progId="Equation.DSMT4">
              <p:embed/>
            </p:oleObj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99"/>
      </a:dk2>
      <a:lt2>
        <a:srgbClr val="FFFF00"/>
      </a:lt2>
      <a:accent1>
        <a:srgbClr val="FF9900"/>
      </a:accent1>
      <a:accent2>
        <a:srgbClr val="00FFFF"/>
      </a:accent2>
      <a:accent3>
        <a:srgbClr val="AAAACA"/>
      </a:accent3>
      <a:accent4>
        <a:srgbClr val="DADADA"/>
      </a:accent4>
      <a:accent5>
        <a:srgbClr val="FFCAAA"/>
      </a:accent5>
      <a:accent6>
        <a:srgbClr val="00E7E7"/>
      </a:accent6>
      <a:hlink>
        <a:srgbClr val="FF0000"/>
      </a:hlink>
      <a:folHlink>
        <a:srgbClr val="969696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1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itchFamily="34" charset="0"/>
          <a:buNone/>
          <a:tabLst/>
          <a:defRPr kumimoji="0" 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楷体_GB2312" pitchFamily="1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Pages>0</Pages>
  <Words>959</Words>
  <Characters>0</Characters>
  <Application>Microsoft PowerPoint</Application>
  <DocSecurity>0</DocSecurity>
  <PresentationFormat>全屏显示(4:3)</PresentationFormat>
  <Lines>0</Lines>
  <Paragraphs>174</Paragraphs>
  <Slides>28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Times New Roman</vt:lpstr>
      <vt:lpstr>楷体_GB2312</vt:lpstr>
      <vt:lpstr>Arial</vt:lpstr>
      <vt:lpstr>宋体</vt:lpstr>
      <vt:lpstr>华文行楷</vt:lpstr>
      <vt:lpstr>Symbol</vt:lpstr>
      <vt:lpstr>仿宋_GB2312</vt:lpstr>
      <vt:lpstr>默认设计模板</vt:lpstr>
      <vt:lpstr>Bitmap Image</vt:lpstr>
      <vt:lpstr>Microsoft 公式 3.0</vt:lpstr>
      <vt:lpstr>MathType 6.0 Equation</vt:lpstr>
      <vt:lpstr>第四节</vt:lpstr>
      <vt:lpstr>一、对面积的曲面积分的概念与性质</vt:lpstr>
      <vt:lpstr>定义:</vt:lpstr>
      <vt:lpstr>幻灯片 4</vt:lpstr>
      <vt:lpstr>二、对面积的曲面积分的计算法   </vt:lpstr>
      <vt:lpstr>幻灯片 6</vt:lpstr>
      <vt:lpstr>幻灯片 7</vt:lpstr>
      <vt:lpstr>例1. 计算曲面积分</vt:lpstr>
      <vt:lpstr>思考:</vt:lpstr>
      <vt:lpstr>例2. 计算</vt:lpstr>
      <vt:lpstr>例3.</vt:lpstr>
      <vt:lpstr>幻灯片 12</vt:lpstr>
      <vt:lpstr>例4.  求半径为R 的均匀半球壳  的质心.</vt:lpstr>
      <vt:lpstr>例5. 计算</vt:lpstr>
      <vt:lpstr>例6.  计算</vt:lpstr>
      <vt:lpstr>例7. 计算</vt:lpstr>
      <vt:lpstr>例8. 求椭圆柱面</vt:lpstr>
      <vt:lpstr>例9. </vt:lpstr>
      <vt:lpstr>幻灯片 19</vt:lpstr>
      <vt:lpstr>内容小结</vt:lpstr>
      <vt:lpstr>思考与练习</vt:lpstr>
      <vt:lpstr>P222 题4 (1).</vt:lpstr>
      <vt:lpstr>P223  题7.  </vt:lpstr>
      <vt:lpstr>P249  题2. </vt:lpstr>
      <vt:lpstr>幻灯片 25</vt:lpstr>
      <vt:lpstr>备用题  1. 已知曲面壳</vt:lpstr>
      <vt:lpstr>2. 设  是四面体</vt:lpstr>
      <vt:lpstr>幻灯片 28</vt:lpstr>
    </vt:vector>
  </TitlesOfParts>
  <LinksUpToDate>false</LinksUpToDate>
  <CharactersWithSpaces>0</CharactersWithSpaces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第四节  对面积的曲面积分</dc:title>
  <dc:creator>曹璎珞，李安昌</dc:creator>
  <cp:lastModifiedBy>User</cp:lastModifiedBy>
  <cp:revision>103</cp:revision>
  <dcterms:created xsi:type="dcterms:W3CDTF">2000-03-07T02:12:32Z</dcterms:created>
  <dcterms:modified xsi:type="dcterms:W3CDTF">2017-04-27T04:49:11Z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2052-9.1.0.4657</vt:lpwstr>
  </property>
</Properties>
</file>