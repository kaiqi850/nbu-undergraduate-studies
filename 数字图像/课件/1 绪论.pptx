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tiff" ContentType="image/tiff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75"/>
  </p:notesMasterIdLst>
  <p:handoutMasterIdLst>
    <p:handoutMasterId r:id="rId76"/>
  </p:handoutMasterIdLst>
  <p:sldIdLst>
    <p:sldId id="1240" r:id="rId3"/>
    <p:sldId id="805" r:id="rId4"/>
    <p:sldId id="1241" r:id="rId5"/>
    <p:sldId id="1108" r:id="rId6"/>
    <p:sldId id="806" r:id="rId7"/>
    <p:sldId id="720" r:id="rId8"/>
    <p:sldId id="807" r:id="rId9"/>
    <p:sldId id="1242" r:id="rId10"/>
    <p:sldId id="1377" r:id="rId11"/>
    <p:sldId id="1379" r:id="rId12"/>
    <p:sldId id="1380" r:id="rId13"/>
    <p:sldId id="1381" r:id="rId14"/>
    <p:sldId id="1382" r:id="rId15"/>
    <p:sldId id="1383" r:id="rId16"/>
    <p:sldId id="1378" r:id="rId17"/>
    <p:sldId id="577" r:id="rId18"/>
    <p:sldId id="578" r:id="rId19"/>
    <p:sldId id="579" r:id="rId20"/>
    <p:sldId id="868" r:id="rId21"/>
    <p:sldId id="869" r:id="rId22"/>
    <p:sldId id="870" r:id="rId23"/>
    <p:sldId id="871" r:id="rId24"/>
    <p:sldId id="872" r:id="rId25"/>
    <p:sldId id="873" r:id="rId26"/>
    <p:sldId id="1113" r:id="rId27"/>
    <p:sldId id="874" r:id="rId28"/>
    <p:sldId id="875" r:id="rId29"/>
    <p:sldId id="876" r:id="rId30"/>
    <p:sldId id="877" r:id="rId31"/>
    <p:sldId id="878" r:id="rId32"/>
    <p:sldId id="879" r:id="rId33"/>
    <p:sldId id="1049" r:id="rId34"/>
    <p:sldId id="881" r:id="rId35"/>
    <p:sldId id="1243" r:id="rId36"/>
    <p:sldId id="793" r:id="rId37"/>
    <p:sldId id="790" r:id="rId38"/>
    <p:sldId id="791" r:id="rId39"/>
    <p:sldId id="1324" r:id="rId40"/>
    <p:sldId id="799" r:id="rId41"/>
    <p:sldId id="797" r:id="rId42"/>
    <p:sldId id="1109" r:id="rId43"/>
    <p:sldId id="1084" r:id="rId44"/>
    <p:sldId id="801" r:id="rId45"/>
    <p:sldId id="1026" r:id="rId46"/>
    <p:sldId id="802" r:id="rId47"/>
    <p:sldId id="1025" r:id="rId48"/>
    <p:sldId id="1258" r:id="rId49"/>
    <p:sldId id="500" r:id="rId50"/>
    <p:sldId id="1027" r:id="rId51"/>
    <p:sldId id="501" r:id="rId52"/>
    <p:sldId id="522" r:id="rId53"/>
    <p:sldId id="992" r:id="rId54"/>
    <p:sldId id="994" r:id="rId55"/>
    <p:sldId id="993" r:id="rId56"/>
    <p:sldId id="502" r:id="rId57"/>
    <p:sldId id="1110" r:id="rId58"/>
    <p:sldId id="1112" r:id="rId59"/>
    <p:sldId id="503" r:id="rId60"/>
    <p:sldId id="1111" r:id="rId61"/>
    <p:sldId id="1257" r:id="rId62"/>
    <p:sldId id="635" r:id="rId63"/>
    <p:sldId id="636" r:id="rId64"/>
    <p:sldId id="637" r:id="rId65"/>
    <p:sldId id="931" r:id="rId66"/>
    <p:sldId id="1384" r:id="rId67"/>
    <p:sldId id="1385" r:id="rId68"/>
    <p:sldId id="1386" r:id="rId69"/>
    <p:sldId id="1387" r:id="rId70"/>
    <p:sldId id="1388" r:id="rId71"/>
    <p:sldId id="1389" r:id="rId72"/>
    <p:sldId id="1390" r:id="rId73"/>
    <p:sldId id="1030" r:id="rId74"/>
  </p:sldIdLst>
  <p:sldSz cx="12192000" cy="6858000"/>
  <p:notesSz cx="7099300" cy="10234613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3200" b="0" i="0" u="none" kern="1200" baseline="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505F2C04-C923-438B-8C0F-E0CD2BADF298}">
      <wppc:fontMiss xmlns="" xmlns:wppc="http://www.wps.cn/officeDocument/PresentationCustomData" type="true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ng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1C3F8F"/>
    <a:srgbClr val="EC983D"/>
    <a:srgbClr val="19387E"/>
    <a:srgbClr val="04121B"/>
    <a:srgbClr val="FF9900"/>
    <a:srgbClr val="FF33CC"/>
    <a:srgbClr val="FFFF66"/>
    <a:srgbClr val="FFFF99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73884" autoAdjust="0"/>
  </p:normalViewPr>
  <p:slideViewPr>
    <p:cSldViewPr showGuides="1">
      <p:cViewPr varScale="1">
        <p:scale>
          <a:sx n="81" d="100"/>
          <a:sy n="81" d="100"/>
        </p:scale>
        <p:origin x="725" y="72"/>
      </p:cViewPr>
      <p:guideLst>
        <p:guide orient="horz" pos="2269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commentAuthors" Target="commentAuthor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spcBef>
                <a:spcPct val="20000"/>
              </a:spcBef>
              <a:buFontTx/>
              <a:buNone/>
              <a:defRPr kumimoji="0" sz="13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spcBef>
                <a:spcPct val="20000"/>
              </a:spcBef>
              <a:buFontTx/>
              <a:buNone/>
              <a:defRPr kumimoji="0" sz="13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2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spcBef>
                <a:spcPct val="20000"/>
              </a:spcBef>
              <a:buFontTx/>
              <a:buNone/>
              <a:defRPr kumimoji="0" sz="13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2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spcBef>
                <a:spcPct val="20000"/>
              </a:spcBef>
              <a:buFontTx/>
              <a:buNone/>
              <a:defRPr kumimoji="0" sz="13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6A6ED3-4328-435A-8389-EC72056E0C3B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04" name="Rectangle 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spcBef>
                <a:spcPct val="20000"/>
              </a:spcBef>
              <a:buFontTx/>
              <a:buChar char="•"/>
              <a:defRPr kumimoji="0" sz="13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315" name="Rectangle 9"/>
          <p:cNvSpPr>
            <a:spLocks noGrp="1" noRot="1" noChangeAspect="1"/>
          </p:cNvSpPr>
          <p:nvPr>
            <p:ph type="sldImg"/>
          </p:nvPr>
        </p:nvSpPr>
        <p:spPr>
          <a:xfrm>
            <a:off x="138994" y="768350"/>
            <a:ext cx="6821312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2506" name="Rectangle 10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362507" name="Rectangle 11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spcBef>
                <a:spcPct val="20000"/>
              </a:spcBef>
              <a:buFontTx/>
              <a:buChar char="•"/>
              <a:defRPr kumimoji="0" sz="13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62508" name="Rectangle 1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spcBef>
                <a:spcPct val="20000"/>
              </a:spcBef>
              <a:buFontTx/>
              <a:buChar char="•"/>
              <a:defRPr kumimoji="0" sz="13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defRPr>
            </a:lvl1pPr>
          </a:lstStyle>
          <a:p>
            <a:pPr marL="0" marR="0" lvl="0" indent="0" algn="l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62509" name="Rectangle 1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spcBef>
                <a:spcPct val="20000"/>
              </a:spcBef>
              <a:buFontTx/>
              <a:buChar char="•"/>
              <a:defRPr kumimoji="0" sz="1300">
                <a:solidFill>
                  <a:schemeClr val="tx1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906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fld id="{00F8B4E5-8E9F-49E5-B96D-F7901DEB097B}" type="slidenum"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阿里巴巴普惠体" panose="00020600040101010101" charset="-122"/>
        <a:cs typeface="阿里巴巴普惠体" panose="00020600040101010101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阿里巴巴普惠体" panose="00020600040101010101" charset="-122"/>
        <a:cs typeface="阿里巴巴普惠体" panose="00020600040101010101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阿里巴巴普惠体" panose="00020600040101010101" charset="-122"/>
        <a:cs typeface="阿里巴巴普惠体" panose="00020600040101010101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阿里巴巴普惠体" panose="00020600040101010101" charset="-122"/>
        <a:cs typeface="阿里巴巴普惠体" panose="00020600040101010101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阿里巴巴普惠体" panose="00020600040101010101" charset="-122"/>
        <a:cs typeface="阿里巴巴普惠体" panose="0002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大家现在都用手机、电脑、相机，平时也看视频、看直播、发微博、斗图。在这个过程中，大家都在制造图像、视频，也在传播图像视频。图像视频在大家的日常生活中也发挥着越来越多的作用。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E79CC-727A-4DD6-9ABF-83D2A18CB681}" type="slidenum">
              <a:rPr lang="zh-CN" altLang="en-US" smtClean="0">
                <a:solidFill>
                  <a:prstClr val="black"/>
                </a:solidFill>
              </a:rPr>
              <a:t>16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除了日常生活，视觉信息在很多领域中具有非常广泛的应用。例如现在的机器人、无人机、</a:t>
            </a:r>
            <a:r>
              <a:rPr kumimoji="1" lang="en-US" altLang="zh-CN" dirty="0"/>
              <a:t>VR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Ar</a:t>
            </a:r>
            <a:r>
              <a:rPr kumimoji="1" lang="zh-CN" altLang="en-US" dirty="0"/>
              <a:t>领域等。。。。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在所有这些应用中，涉及的视觉信息处理相关研究，通常归类为“计算机视觉”。下面我们举例说明计算机视觉相关的一些课题。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首先涉及视觉信息的底层，即视觉信息的处理。包括获取、压缩、传输、重建、以及一般的处理等。</a:t>
            </a:r>
            <a:endParaRPr lang="en-US" altLang="zh-CN" dirty="0"/>
          </a:p>
          <a:p>
            <a:r>
              <a:rPr lang="zh-CN" altLang="en-US" dirty="0"/>
              <a:t>这也是一般情况下的视觉信息获取过程，即从自然场景中获取图像、视频的过程。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E79CC-727A-4DD6-9ABF-83D2A18CB681}" type="slidenum">
              <a:rPr lang="zh-CN" altLang="en-US" smtClean="0">
                <a:solidFill>
                  <a:prstClr val="black"/>
                </a:solidFill>
              </a:rPr>
              <a:t>18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这是另外一个比较热门的课题：图像分割。即给定一张图像，把其分割为不同的区域。比如左边的图像，把楼房区域认为是同一类，道路是一类，车是一类。</a:t>
            </a:r>
            <a:endParaRPr kumimoji="1" lang="en-US" altLang="zh-CN" dirty="0"/>
          </a:p>
          <a:p>
            <a:r>
              <a:rPr kumimoji="1" lang="zh-CN" altLang="en-US" dirty="0"/>
              <a:t>提问：图像分割有什么用呢？（左图、中图：无人驾驶；右图：室内设计）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另外一个大家比较熟悉的计算机视觉课题，人脸识别。即给定一张人脸照片，识别出其身份。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还有一个课题，视觉问答。</a:t>
            </a:r>
            <a:endParaRPr kumimoji="1" lang="en-US" altLang="zh-CN" dirty="0"/>
          </a:p>
          <a:p>
            <a:r>
              <a:rPr kumimoji="1" lang="zh-CN" altLang="en-US" dirty="0"/>
              <a:t>这是现在比较新、也比较热门的课题。也是我们实验室在研究的方向之一。并且在国际</a:t>
            </a:r>
            <a:r>
              <a:rPr kumimoji="1" lang="en-US" altLang="zh-CN" dirty="0"/>
              <a:t>VQA</a:t>
            </a:r>
            <a:r>
              <a:rPr kumimoji="1" lang="zh-CN" altLang="en-US" dirty="0"/>
              <a:t>竞赛中暂时排名第一。</a:t>
            </a:r>
            <a:endParaRPr kumimoji="1" lang="en-US" altLang="zh-CN" dirty="0"/>
          </a:p>
          <a:p>
            <a:r>
              <a:rPr kumimoji="1" lang="zh-CN" altLang="en-US" dirty="0"/>
              <a:t>提问：这个为什么会热门呢？或者说</a:t>
            </a:r>
            <a:r>
              <a:rPr kumimoji="1" lang="en-US" altLang="zh-CN" dirty="0"/>
              <a:t>VQA</a:t>
            </a:r>
            <a:r>
              <a:rPr kumimoji="1" lang="zh-CN" altLang="en-US" dirty="0"/>
              <a:t>这个问题有什么用呢？（可以结合视觉内容描述，构建视觉辅助系统，例如给盲人使用。）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还有一个课题，视觉问答。</a:t>
            </a:r>
            <a:endParaRPr kumimoji="1" lang="en-US" altLang="zh-CN" dirty="0"/>
          </a:p>
          <a:p>
            <a:r>
              <a:rPr kumimoji="1" lang="zh-CN" altLang="en-US" dirty="0"/>
              <a:t>这是现在比较新、也比较热门的课题。也是我们实验室在研究的方向之一。并且在国际</a:t>
            </a:r>
            <a:r>
              <a:rPr kumimoji="1" lang="en-US" altLang="zh-CN" dirty="0"/>
              <a:t>VQA</a:t>
            </a:r>
            <a:r>
              <a:rPr kumimoji="1" lang="zh-CN" altLang="en-US" dirty="0"/>
              <a:t>竞赛中暂时排名第一。</a:t>
            </a:r>
            <a:endParaRPr kumimoji="1" lang="en-US" altLang="zh-CN" dirty="0"/>
          </a:p>
          <a:p>
            <a:r>
              <a:rPr kumimoji="1" lang="zh-CN" altLang="en-US" dirty="0"/>
              <a:t>提问：这个为什么会热门呢？或者说</a:t>
            </a:r>
            <a:r>
              <a:rPr kumimoji="1" lang="en-US" altLang="zh-CN" dirty="0"/>
              <a:t>VQA</a:t>
            </a:r>
            <a:r>
              <a:rPr kumimoji="1" lang="zh-CN" altLang="en-US" dirty="0"/>
              <a:t>这个问题有什么用呢？（可以结合视觉内容描述，构建视觉辅助系统，例如给盲人使用。）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还有一个课题，视觉问答。</a:t>
            </a:r>
            <a:endParaRPr kumimoji="1" lang="en-US" altLang="zh-CN" dirty="0"/>
          </a:p>
          <a:p>
            <a:r>
              <a:rPr kumimoji="1" lang="zh-CN" altLang="en-US" dirty="0"/>
              <a:t>这是现在比较新、也比较热门的课题。也是我们实验室在研究的方向之一。并且在国际</a:t>
            </a:r>
            <a:r>
              <a:rPr kumimoji="1" lang="en-US" altLang="zh-CN" dirty="0"/>
              <a:t>VQA</a:t>
            </a:r>
            <a:r>
              <a:rPr kumimoji="1" lang="zh-CN" altLang="en-US" dirty="0"/>
              <a:t>竞赛中暂时排名第一。</a:t>
            </a:r>
            <a:endParaRPr kumimoji="1" lang="en-US" altLang="zh-CN" dirty="0"/>
          </a:p>
          <a:p>
            <a:r>
              <a:rPr kumimoji="1" lang="zh-CN" altLang="en-US" dirty="0"/>
              <a:t>提问：这个为什么会热门呢？或者说</a:t>
            </a:r>
            <a:r>
              <a:rPr kumimoji="1" lang="en-US" altLang="zh-CN" dirty="0"/>
              <a:t>VQA</a:t>
            </a:r>
            <a:r>
              <a:rPr kumimoji="1" lang="zh-CN" altLang="en-US" dirty="0"/>
              <a:t>这个问题有什么用呢？（可以结合视觉内容描述，构建视觉辅助系统，例如给盲人使用。）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这里就利用到了，大家在</a:t>
            </a:r>
            <a:r>
              <a:rPr kumimoji="1" lang="en-US" altLang="zh-CN" dirty="0"/>
              <a:t>《</a:t>
            </a:r>
            <a:r>
              <a:rPr kumimoji="1" lang="zh-CN" altLang="en-US" dirty="0"/>
              <a:t>线性代数</a:t>
            </a:r>
            <a:r>
              <a:rPr kumimoji="1" lang="en-US" altLang="zh-CN" dirty="0"/>
              <a:t>》</a:t>
            </a:r>
            <a:r>
              <a:rPr kumimoji="1" lang="zh-CN" altLang="en-US" dirty="0"/>
              <a:t>里学到的概念：矩阵。</a:t>
            </a:r>
            <a:endParaRPr kumimoji="1" lang="en-US" altLang="zh-CN" dirty="0"/>
          </a:p>
          <a:p>
            <a:r>
              <a:rPr kumimoji="1" lang="zh-CN" altLang="en-US" dirty="0"/>
              <a:t>我们把这幅图的局部进行放大。</a:t>
            </a:r>
            <a:endParaRPr kumimoji="1" lang="en-US" altLang="zh-CN" dirty="0"/>
          </a:p>
          <a:p>
            <a:r>
              <a:rPr kumimoji="1" lang="zh-CN" altLang="en-US" dirty="0"/>
              <a:t>这是一幅灰度图像（没有彩色），那么为了表示不同等级的灰度，最简单的就是 </a:t>
            </a:r>
            <a:r>
              <a:rPr kumimoji="1" lang="en-US" altLang="zh-CN" dirty="0"/>
              <a:t>0</a:t>
            </a:r>
            <a:r>
              <a:rPr kumimoji="1" lang="zh-CN" altLang="en-US" dirty="0"/>
              <a:t>表示黑色，</a:t>
            </a:r>
            <a:r>
              <a:rPr kumimoji="1" lang="en-US" altLang="zh-CN" dirty="0"/>
              <a:t>1</a:t>
            </a:r>
            <a:r>
              <a:rPr kumimoji="1" lang="zh-CN" altLang="en-US" dirty="0"/>
              <a:t>表示白色，然后</a:t>
            </a:r>
            <a:r>
              <a:rPr kumimoji="1" lang="en-US" altLang="zh-CN" dirty="0"/>
              <a:t>0-1</a:t>
            </a:r>
            <a:r>
              <a:rPr kumimoji="1" lang="zh-CN" altLang="en-US" dirty="0"/>
              <a:t>之间的小数表示不同程度的灰色。对于每一个采样点，我们可以把其对应的数值按照空间位置的顺序写到一个矩阵里。</a:t>
            </a: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下面，我们提两个问题。请同学们回答一下。</a:t>
            </a:r>
            <a:endParaRPr kumimoji="1" lang="en-US" altLang="zh-CN" dirty="0"/>
          </a:p>
          <a:p>
            <a:r>
              <a:rPr kumimoji="1" lang="zh-CN" altLang="en-US" dirty="0"/>
              <a:t>左：</a:t>
            </a:r>
            <a:r>
              <a:rPr kumimoji="1" lang="en-US" altLang="zh-CN" dirty="0"/>
              <a:t>16</a:t>
            </a:r>
            <a:r>
              <a:rPr kumimoji="1" lang="zh-CN" altLang="en-US" dirty="0"/>
              <a:t>*</a:t>
            </a:r>
            <a:r>
              <a:rPr kumimoji="1" lang="en-US" altLang="zh-CN" dirty="0"/>
              <a:t>16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dirty="0"/>
              <a:t> </a:t>
            </a:r>
            <a:r>
              <a:rPr kumimoji="1" lang="en-US" altLang="zh-CN" dirty="0"/>
              <a:t>256</a:t>
            </a:r>
          </a:p>
          <a:p>
            <a:r>
              <a:rPr kumimoji="1" lang="zh-CN" altLang="en-US" dirty="0"/>
              <a:t>右：</a:t>
            </a:r>
            <a:r>
              <a:rPr kumimoji="1" lang="en-US" altLang="zh-CN" dirty="0"/>
              <a:t>48</a:t>
            </a:r>
            <a:r>
              <a:rPr kumimoji="1" lang="zh-CN" altLang="en-US" dirty="0"/>
              <a:t>*</a:t>
            </a:r>
            <a:r>
              <a:rPr kumimoji="1" lang="en-US" altLang="zh-CN" dirty="0"/>
              <a:t>48</a:t>
            </a:r>
            <a:r>
              <a:rPr kumimoji="1" lang="zh-CN" altLang="en-US" dirty="0"/>
              <a:t> </a:t>
            </a:r>
            <a:r>
              <a:rPr kumimoji="1" lang="en-US" altLang="zh-CN" dirty="0"/>
              <a:t>=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2304</a:t>
            </a:r>
          </a:p>
          <a:p>
            <a:r>
              <a:rPr kumimoji="1" lang="zh-CN" altLang="en-US" baseline="0" dirty="0"/>
              <a:t>可以看出，通常情况下，分辨率越高，细节越清晰，视觉效果越好。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上面的例子比较简单。</a:t>
            </a:r>
            <a:endParaRPr kumimoji="1"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dirty="0"/>
              <a:t>18</a:t>
            </a:r>
            <a:r>
              <a:rPr kumimoji="1" lang="zh-CN" altLang="en-US" dirty="0"/>
              <a:t>：</a:t>
            </a:r>
            <a:r>
              <a:rPr kumimoji="1" lang="en-US" altLang="zh-CN" dirty="0"/>
              <a:t>9</a:t>
            </a:r>
            <a:r>
              <a:rPr kumimoji="1" lang="zh-CN" altLang="en-US" dirty="0"/>
              <a:t> 可以理解为“幅型比”。</a:t>
            </a:r>
            <a:endParaRPr kumimoji="1"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提问下面的例子，即</a:t>
            </a:r>
            <a:r>
              <a:rPr kumimoji="1" lang="en-US" altLang="zh-CN" dirty="0"/>
              <a:t>480P,</a:t>
            </a:r>
            <a:r>
              <a:rPr kumimoji="1" lang="zh-CN" altLang="en-US" dirty="0"/>
              <a:t> </a:t>
            </a:r>
            <a:r>
              <a:rPr kumimoji="1" lang="en-US" altLang="zh-CN" dirty="0"/>
              <a:t>720P,</a:t>
            </a:r>
            <a:r>
              <a:rPr kumimoji="1" lang="zh-CN" altLang="en-US" dirty="0"/>
              <a:t> </a:t>
            </a:r>
            <a:r>
              <a:rPr kumimoji="1" lang="en-US" altLang="zh-CN" dirty="0"/>
              <a:t>1080P</a:t>
            </a:r>
            <a:r>
              <a:rPr kumimoji="1" lang="zh-CN" altLang="en-US" dirty="0"/>
              <a:t>是什么意思。</a:t>
            </a:r>
            <a:endParaRPr kumimoji="1" lang="en-US" altLang="zh-CN" dirty="0"/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dirty="0"/>
              <a:t>视频每一帧尺寸：</a:t>
            </a:r>
            <a:r>
              <a:rPr kumimoji="1" lang="en-US" altLang="zh-CN" dirty="0"/>
              <a:t>m</a:t>
            </a:r>
            <a:r>
              <a:rPr kumimoji="1" lang="zh-CN" altLang="en-US" dirty="0"/>
              <a:t>*</a:t>
            </a:r>
            <a:r>
              <a:rPr kumimoji="1" lang="en-US" altLang="zh-CN" dirty="0"/>
              <a:t>n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n=480,</a:t>
            </a:r>
            <a:r>
              <a:rPr kumimoji="1" lang="zh-CN" altLang="en-US" dirty="0"/>
              <a:t> </a:t>
            </a:r>
            <a:r>
              <a:rPr kumimoji="1" lang="en-US" altLang="zh-CN" dirty="0"/>
              <a:t>720,</a:t>
            </a:r>
            <a:r>
              <a:rPr kumimoji="1" lang="zh-CN" altLang="en-US" dirty="0"/>
              <a:t> </a:t>
            </a:r>
            <a:r>
              <a:rPr kumimoji="1" lang="en-US" altLang="zh-CN" dirty="0"/>
              <a:t>1080</a:t>
            </a:r>
            <a:r>
              <a:rPr kumimoji="1" lang="zh-CN" altLang="en-US" dirty="0"/>
              <a:t>，通常对应的幅型比 </a:t>
            </a:r>
            <a:r>
              <a:rPr kumimoji="1" lang="en-US" altLang="zh-CN" dirty="0" err="1"/>
              <a:t>m:n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=</a:t>
            </a:r>
            <a:r>
              <a:rPr kumimoji="1" lang="zh-CN" altLang="en-US" baseline="0" dirty="0"/>
              <a:t> </a:t>
            </a:r>
            <a:r>
              <a:rPr kumimoji="1" lang="en-US" altLang="zh-CN" baseline="0" dirty="0"/>
              <a:t>4:3</a:t>
            </a:r>
            <a:r>
              <a:rPr kumimoji="1" lang="zh-CN" altLang="en-US" baseline="0" dirty="0"/>
              <a:t>。</a:t>
            </a:r>
            <a:endParaRPr kumimoji="1" lang="en-US" alt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77C41-9DEA-4C6F-8EA7-BC321A0BCA4F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0"/>
          <p:cNvGrpSpPr/>
          <p:nvPr/>
        </p:nvGrpSpPr>
        <p:grpSpPr>
          <a:xfrm>
            <a:off x="1012825" y="-1587"/>
            <a:ext cx="10375900" cy="6851650"/>
            <a:chOff x="2239" y="-197"/>
            <a:chExt cx="16341" cy="11084"/>
          </a:xfrm>
        </p:grpSpPr>
        <p:grpSp>
          <p:nvGrpSpPr>
            <p:cNvPr id="2051" name="组合 4"/>
            <p:cNvGrpSpPr/>
            <p:nvPr userDrawn="1"/>
          </p:nvGrpSpPr>
          <p:grpSpPr>
            <a:xfrm>
              <a:off x="2239" y="-197"/>
              <a:ext cx="16341" cy="11084"/>
              <a:chOff x="-789" y="1548"/>
              <a:chExt cx="16341" cy="10941"/>
            </a:xfrm>
          </p:grpSpPr>
          <p:pic>
            <p:nvPicPr>
              <p:cNvPr id="2052" name="图片 6"/>
              <p:cNvPicPr>
                <a:picLocks noChangeAspect="1"/>
              </p:cNvPicPr>
              <p:nvPr userDrawn="1"/>
            </p:nvPicPr>
            <p:blipFill>
              <a:blip r:embed="rId2"/>
              <a:srcRect r="3105"/>
              <a:stretch>
                <a:fillRect/>
              </a:stretch>
            </p:blipFill>
            <p:spPr>
              <a:xfrm>
                <a:off x="-789" y="1548"/>
                <a:ext cx="16011" cy="1094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" name="矩形 7"/>
              <p:cNvSpPr/>
              <p:nvPr userDrawn="1"/>
            </p:nvSpPr>
            <p:spPr>
              <a:xfrm>
                <a:off x="-460" y="1548"/>
                <a:ext cx="16012" cy="1094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>
                  <a:cs typeface="阿里巴巴普惠体" panose="00020600040101010101" charset="-122"/>
                </a:endParaRPr>
              </a:p>
            </p:txBody>
          </p:sp>
        </p:grpSp>
        <p:pic>
          <p:nvPicPr>
            <p:cNvPr id="2054" name="图片 7"/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676" y="569"/>
              <a:ext cx="1134" cy="1165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5" name="图片 1" descr="bl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0" y="1397000"/>
            <a:ext cx="5537200" cy="719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5095" y="2439000"/>
            <a:ext cx="11760000" cy="198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6000">
                <a:solidFill>
                  <a:srgbClr val="2754C4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421495" y="4747895"/>
            <a:ext cx="9347200" cy="1600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标题幻灯片">
    <p:bg>
      <p:bgPr>
        <a:solidFill>
          <a:srgbClr val="1C3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841107" y="1272350"/>
            <a:ext cx="6053455" cy="2574290"/>
          </a:xfrm>
          <a:noFill/>
          <a:ln>
            <a:noFill/>
          </a:ln>
          <a:effectLst/>
        </p:spPr>
        <p:txBody>
          <a:bodyPr/>
          <a:lstStyle>
            <a:lvl1pPr algn="ctr">
              <a:lnSpc>
                <a:spcPct val="110000"/>
              </a:lnSpc>
              <a:defRPr sz="6000" b="1" i="0" u="none" strike="noStrike" kern="0" cap="none" spc="600" normalizeH="0">
                <a:ln w="22225">
                  <a:noFill/>
                  <a:prstDash val="solid"/>
                </a:ln>
                <a:solidFill>
                  <a:schemeClr val="accent4"/>
                </a:solidFill>
                <a:effectLst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ru-RU" strike="noStrike" noProof="1"/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840730" y="4193540"/>
            <a:ext cx="6053455" cy="135763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000"/>
            <a:ext cx="5581641" cy="687600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标题幻灯片">
    <p:bg>
      <p:bgPr>
        <a:solidFill>
          <a:srgbClr val="1C3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5095" y="2439000"/>
            <a:ext cx="11760000" cy="198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6000">
                <a:solidFill>
                  <a:srgbClr val="EC983D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421495" y="4747895"/>
            <a:ext cx="9347200" cy="1600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pic>
        <p:nvPicPr>
          <p:cNvPr id="4" name="图片 3" descr="qrcode_aiart.live (1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18405" y="283845"/>
            <a:ext cx="2155190" cy="215519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>
                <a:latin typeface="阿里巴巴普惠体" panose="00020600040101010101" charset="-122"/>
                <a:cs typeface="阿里巴巴普惠体" panose="00020600040101010101" charset="-122"/>
              </a:defRPr>
            </a:lvl4pPr>
            <a:lvl5pPr>
              <a:defRPr>
                <a:latin typeface="阿里巴巴普惠体" panose="00020600040101010101" charset="-122"/>
                <a:cs typeface="阿里巴巴普惠体" panose="00020600040101010101" charset="-122"/>
              </a:defRPr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23625" y="6578600"/>
            <a:ext cx="982663" cy="25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115675" y="6588125"/>
            <a:ext cx="981075" cy="252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23625" y="6578600"/>
            <a:ext cx="982663" cy="25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27305"/>
            <a:ext cx="5808345" cy="6912610"/>
          </a:xfrm>
          <a:prstGeom prst="rect">
            <a:avLst/>
          </a:prstGeom>
          <a:solidFill>
            <a:srgbClr val="19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" panose="00020600040101010101" charset="-122"/>
            </a:endParaRPr>
          </a:p>
        </p:txBody>
      </p:sp>
      <p:sp>
        <p:nvSpPr>
          <p:cNvPr id="7171" name="文本框 5"/>
          <p:cNvSpPr txBox="1"/>
          <p:nvPr/>
        </p:nvSpPr>
        <p:spPr>
          <a:xfrm>
            <a:off x="1227455" y="2840038"/>
            <a:ext cx="33534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lvl="0" algn="ctr" eaLnBrk="0" hangingPunct="0"/>
            <a:r>
              <a:rPr lang="zh-CN" altLang="en-US" sz="6000" b="1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目  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312535" y="723900"/>
            <a:ext cx="5459730" cy="5549265"/>
          </a:xfrm>
        </p:spPr>
        <p:txBody>
          <a:bodyPr/>
          <a:lstStyle>
            <a:lvl1pPr>
              <a:lnSpc>
                <a:spcPct val="200000"/>
              </a:lnSpc>
              <a:buSzPct val="100000"/>
              <a:buFont typeface="+mj-lt"/>
              <a:buAutoNum type="arabicPeriod"/>
              <a:defRPr sz="3200"/>
            </a:lvl1pPr>
            <a:lvl2pPr>
              <a:lnSpc>
                <a:spcPct val="200000"/>
              </a:lnSpc>
              <a:defRPr sz="2800"/>
            </a:lvl2pPr>
            <a:lvl3pPr>
              <a:lnSpc>
                <a:spcPct val="200000"/>
              </a:lnSpc>
              <a:defRPr sz="2400"/>
            </a:lvl3pPr>
            <a:lvl4pPr>
              <a:defRPr/>
            </a:lvl4pPr>
            <a:lvl5pPr>
              <a:defRPr/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节标题">
    <p:bg>
      <p:bgPr>
        <a:solidFill>
          <a:srgbClr val="1938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15900" y="2213610"/>
            <a:ext cx="11760200" cy="243141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01</a:t>
            </a:r>
            <a:br>
              <a:rPr lang="zh-CN" altLang="en-US" dirty="0"/>
            </a:br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15900" y="2213610"/>
            <a:ext cx="11760200" cy="243141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4800">
                <a:solidFill>
                  <a:srgbClr val="2754C4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01</a:t>
            </a:r>
            <a:br>
              <a:rPr lang="zh-CN" altLang="en-US" dirty="0"/>
            </a:br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27753" y="929640"/>
            <a:ext cx="5665047" cy="56286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0047" y="929640"/>
            <a:ext cx="5665047" cy="56286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  <p:sp>
        <p:nvSpPr>
          <p:cNvPr id="4690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23625" y="6578600"/>
            <a:ext cx="982663" cy="25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标题幻灯片">
    <p:bg>
      <p:bgPr>
        <a:solidFill>
          <a:srgbClr val="1938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978785" y="255905"/>
            <a:ext cx="6354445" cy="3667760"/>
            <a:chOff x="3553" y="1460"/>
            <a:chExt cx="7336" cy="4234"/>
          </a:xfrm>
        </p:grpSpPr>
        <p:grpSp>
          <p:nvGrpSpPr>
            <p:cNvPr id="396" name="组合 29"/>
            <p:cNvGrpSpPr/>
            <p:nvPr userDrawn="1"/>
          </p:nvGrpSpPr>
          <p:grpSpPr>
            <a:xfrm>
              <a:off x="3553" y="1460"/>
              <a:ext cx="7336" cy="4234"/>
              <a:chOff x="1627188" y="850900"/>
              <a:chExt cx="8934450" cy="5156201"/>
            </a:xfrm>
          </p:grpSpPr>
          <p:sp>
            <p:nvSpPr>
              <p:cNvPr id="397" name="AutoShape 3"/>
              <p:cNvSpPr>
                <a:spLocks noChangeAspect="1" noTextEdit="1"/>
              </p:cNvSpPr>
              <p:nvPr userDrawn="1"/>
            </p:nvSpPr>
            <p:spPr>
              <a:xfrm>
                <a:off x="1630363" y="854075"/>
                <a:ext cx="8931275" cy="51498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398" name="Oval 5"/>
              <p:cNvSpPr/>
              <p:nvPr userDrawn="1"/>
            </p:nvSpPr>
            <p:spPr>
              <a:xfrm>
                <a:off x="1627188" y="5243513"/>
                <a:ext cx="8934450" cy="763588"/>
              </a:xfrm>
              <a:prstGeom prst="ellipse">
                <a:avLst/>
              </a:prstGeom>
              <a:solidFill>
                <a:srgbClr val="D9D9D9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399" name="Rectangle 6"/>
              <p:cNvSpPr/>
              <p:nvPr userDrawn="1"/>
            </p:nvSpPr>
            <p:spPr>
              <a:xfrm>
                <a:off x="3841751" y="850900"/>
                <a:ext cx="225425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0" name="Freeform 7"/>
              <p:cNvSpPr>
                <a:spLocks noEditPoints="1"/>
              </p:cNvSpPr>
              <p:nvPr userDrawn="1"/>
            </p:nvSpPr>
            <p:spPr>
              <a:xfrm>
                <a:off x="3856038" y="850900"/>
                <a:ext cx="196850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50" y="0"/>
                  </a:cxn>
                  <a:cxn ang="0">
                    <a:pos x="6350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0500" y="0"/>
                  </a:cxn>
                  <a:cxn ang="0">
                    <a:pos x="196850" y="0"/>
                  </a:cxn>
                  <a:cxn ang="0">
                    <a:pos x="196850" y="1063625"/>
                  </a:cxn>
                  <a:cxn ang="0">
                    <a:pos x="190500" y="1063625"/>
                  </a:cxn>
                  <a:cxn ang="0">
                    <a:pos x="190500" y="0"/>
                  </a:cxn>
                </a:cxnLst>
                <a:rect l="0" t="0" r="0" b="0"/>
                <a:pathLst>
                  <a:path w="124" h="670">
                    <a:moveTo>
                      <a:pt x="0" y="0"/>
                    </a:moveTo>
                    <a:lnTo>
                      <a:pt x="4" y="0"/>
                    </a:lnTo>
                    <a:lnTo>
                      <a:pt x="4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0" y="0"/>
                    </a:moveTo>
                    <a:lnTo>
                      <a:pt x="124" y="0"/>
                    </a:lnTo>
                    <a:lnTo>
                      <a:pt x="124" y="670"/>
                    </a:lnTo>
                    <a:lnTo>
                      <a:pt x="120" y="67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1" name="Rectangle 8"/>
              <p:cNvSpPr/>
              <p:nvPr userDrawn="1"/>
            </p:nvSpPr>
            <p:spPr>
              <a:xfrm>
                <a:off x="3871913" y="884238"/>
                <a:ext cx="165100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2" name="Oval 9"/>
              <p:cNvSpPr/>
              <p:nvPr userDrawn="1"/>
            </p:nvSpPr>
            <p:spPr>
              <a:xfrm>
                <a:off x="3917951" y="1782763"/>
                <a:ext cx="73025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3" name="Rectangle 10"/>
              <p:cNvSpPr/>
              <p:nvPr userDrawn="1"/>
            </p:nvSpPr>
            <p:spPr>
              <a:xfrm>
                <a:off x="3889376" y="1316038"/>
                <a:ext cx="131763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4" name="Rectangle 11"/>
              <p:cNvSpPr/>
              <p:nvPr userDrawn="1"/>
            </p:nvSpPr>
            <p:spPr>
              <a:xfrm>
                <a:off x="3889376" y="1354138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5" name="Rectangle 12"/>
              <p:cNvSpPr/>
              <p:nvPr userDrawn="1"/>
            </p:nvSpPr>
            <p:spPr>
              <a:xfrm>
                <a:off x="3889376" y="1393825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6" name="Oval 13"/>
              <p:cNvSpPr/>
              <p:nvPr userDrawn="1"/>
            </p:nvSpPr>
            <p:spPr>
              <a:xfrm>
                <a:off x="3927476" y="1792288"/>
                <a:ext cx="53975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7" name="Rectangle 14"/>
              <p:cNvSpPr/>
              <p:nvPr userDrawn="1"/>
            </p:nvSpPr>
            <p:spPr>
              <a:xfrm>
                <a:off x="4073526" y="850900"/>
                <a:ext cx="227013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8" name="Freeform 15"/>
              <p:cNvSpPr>
                <a:spLocks noEditPoints="1"/>
              </p:cNvSpPr>
              <p:nvPr userDrawn="1"/>
            </p:nvSpPr>
            <p:spPr>
              <a:xfrm>
                <a:off x="4089401" y="850900"/>
                <a:ext cx="198438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2087" y="0"/>
                  </a:cxn>
                  <a:cxn ang="0">
                    <a:pos x="198438" y="0"/>
                  </a:cxn>
                  <a:cxn ang="0">
                    <a:pos x="198438" y="1063625"/>
                  </a:cxn>
                  <a:cxn ang="0">
                    <a:pos x="192087" y="1063625"/>
                  </a:cxn>
                  <a:cxn ang="0">
                    <a:pos x="192087" y="0"/>
                  </a:cxn>
                </a:cxnLst>
                <a:rect l="0" t="0" r="0" b="0"/>
                <a:pathLst>
                  <a:path w="125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1" y="0"/>
                    </a:moveTo>
                    <a:lnTo>
                      <a:pt x="125" y="0"/>
                    </a:lnTo>
                    <a:lnTo>
                      <a:pt x="125" y="670"/>
                    </a:lnTo>
                    <a:lnTo>
                      <a:pt x="121" y="670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9" name="Rectangle 16"/>
              <p:cNvSpPr/>
              <p:nvPr userDrawn="1"/>
            </p:nvSpPr>
            <p:spPr>
              <a:xfrm>
                <a:off x="4106863" y="884238"/>
                <a:ext cx="163513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0" name="Oval 17"/>
              <p:cNvSpPr/>
              <p:nvPr userDrawn="1"/>
            </p:nvSpPr>
            <p:spPr>
              <a:xfrm>
                <a:off x="4152901" y="1782763"/>
                <a:ext cx="68263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1" name="Rectangle 18"/>
              <p:cNvSpPr/>
              <p:nvPr userDrawn="1"/>
            </p:nvSpPr>
            <p:spPr>
              <a:xfrm>
                <a:off x="4122738" y="1316038"/>
                <a:ext cx="131763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2" name="Rectangle 19"/>
              <p:cNvSpPr/>
              <p:nvPr userDrawn="1"/>
            </p:nvSpPr>
            <p:spPr>
              <a:xfrm>
                <a:off x="4122738" y="1354138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3" name="Rectangle 20"/>
              <p:cNvSpPr/>
              <p:nvPr userDrawn="1"/>
            </p:nvSpPr>
            <p:spPr>
              <a:xfrm>
                <a:off x="4122738" y="1393825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4" name="Oval 21"/>
              <p:cNvSpPr/>
              <p:nvPr userDrawn="1"/>
            </p:nvSpPr>
            <p:spPr>
              <a:xfrm>
                <a:off x="4162426" y="1792288"/>
                <a:ext cx="52388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5" name="Rectangle 22"/>
              <p:cNvSpPr/>
              <p:nvPr userDrawn="1"/>
            </p:nvSpPr>
            <p:spPr>
              <a:xfrm>
                <a:off x="4306888" y="850900"/>
                <a:ext cx="228600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6" name="Freeform 23"/>
              <p:cNvSpPr>
                <a:spLocks noEditPoints="1"/>
              </p:cNvSpPr>
              <p:nvPr userDrawn="1"/>
            </p:nvSpPr>
            <p:spPr>
              <a:xfrm>
                <a:off x="4324351" y="850900"/>
                <a:ext cx="193675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0500" y="0"/>
                  </a:cxn>
                  <a:cxn ang="0">
                    <a:pos x="193675" y="0"/>
                  </a:cxn>
                  <a:cxn ang="0">
                    <a:pos x="193675" y="1063625"/>
                  </a:cxn>
                  <a:cxn ang="0">
                    <a:pos x="190500" y="1063625"/>
                  </a:cxn>
                  <a:cxn ang="0">
                    <a:pos x="190500" y="0"/>
                  </a:cxn>
                </a:cxnLst>
                <a:rect l="0" t="0" r="0" b="0"/>
                <a:pathLst>
                  <a:path w="122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0" y="0"/>
                    </a:moveTo>
                    <a:lnTo>
                      <a:pt x="122" y="0"/>
                    </a:lnTo>
                    <a:lnTo>
                      <a:pt x="122" y="670"/>
                    </a:lnTo>
                    <a:lnTo>
                      <a:pt x="120" y="67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7" name="Rectangle 24"/>
              <p:cNvSpPr/>
              <p:nvPr userDrawn="1"/>
            </p:nvSpPr>
            <p:spPr>
              <a:xfrm>
                <a:off x="4340226" y="884238"/>
                <a:ext cx="161925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8" name="Oval 25"/>
              <p:cNvSpPr/>
              <p:nvPr userDrawn="1"/>
            </p:nvSpPr>
            <p:spPr>
              <a:xfrm>
                <a:off x="4386263" y="1782763"/>
                <a:ext cx="69850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9" name="Rectangle 26"/>
              <p:cNvSpPr/>
              <p:nvPr userDrawn="1"/>
            </p:nvSpPr>
            <p:spPr>
              <a:xfrm>
                <a:off x="4352926" y="1316038"/>
                <a:ext cx="136525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0" name="Rectangle 27"/>
              <p:cNvSpPr/>
              <p:nvPr userDrawn="1"/>
            </p:nvSpPr>
            <p:spPr>
              <a:xfrm>
                <a:off x="4352926" y="1354138"/>
                <a:ext cx="136525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1" name="Rectangle 28"/>
              <p:cNvSpPr/>
              <p:nvPr userDrawn="1"/>
            </p:nvSpPr>
            <p:spPr>
              <a:xfrm>
                <a:off x="4352926" y="1393825"/>
                <a:ext cx="136525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2" name="Oval 29"/>
              <p:cNvSpPr/>
              <p:nvPr userDrawn="1"/>
            </p:nvSpPr>
            <p:spPr>
              <a:xfrm>
                <a:off x="4395788" y="1792288"/>
                <a:ext cx="50800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3" name="Rectangle 30"/>
              <p:cNvSpPr/>
              <p:nvPr userDrawn="1"/>
            </p:nvSpPr>
            <p:spPr>
              <a:xfrm>
                <a:off x="4541838" y="850900"/>
                <a:ext cx="227013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4" name="Freeform 31"/>
              <p:cNvSpPr>
                <a:spLocks noEditPoints="1"/>
              </p:cNvSpPr>
              <p:nvPr userDrawn="1"/>
            </p:nvSpPr>
            <p:spPr>
              <a:xfrm>
                <a:off x="4557713" y="850900"/>
                <a:ext cx="198438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2087" y="0"/>
                  </a:cxn>
                  <a:cxn ang="0">
                    <a:pos x="198438" y="0"/>
                  </a:cxn>
                  <a:cxn ang="0">
                    <a:pos x="198438" y="1063625"/>
                  </a:cxn>
                  <a:cxn ang="0">
                    <a:pos x="192087" y="1063625"/>
                  </a:cxn>
                  <a:cxn ang="0">
                    <a:pos x="192087" y="0"/>
                  </a:cxn>
                </a:cxnLst>
                <a:rect l="0" t="0" r="0" b="0"/>
                <a:pathLst>
                  <a:path w="125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1" y="0"/>
                    </a:moveTo>
                    <a:lnTo>
                      <a:pt x="125" y="0"/>
                    </a:lnTo>
                    <a:lnTo>
                      <a:pt x="125" y="670"/>
                    </a:lnTo>
                    <a:lnTo>
                      <a:pt x="121" y="670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5" name="Rectangle 32"/>
              <p:cNvSpPr/>
              <p:nvPr userDrawn="1"/>
            </p:nvSpPr>
            <p:spPr>
              <a:xfrm>
                <a:off x="4575176" y="884238"/>
                <a:ext cx="163513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6" name="Oval 33"/>
              <p:cNvSpPr/>
              <p:nvPr userDrawn="1"/>
            </p:nvSpPr>
            <p:spPr>
              <a:xfrm>
                <a:off x="4621213" y="1782763"/>
                <a:ext cx="68263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7" name="Rectangle 34"/>
              <p:cNvSpPr/>
              <p:nvPr userDrawn="1"/>
            </p:nvSpPr>
            <p:spPr>
              <a:xfrm>
                <a:off x="4591051" y="1316038"/>
                <a:ext cx="131763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8" name="Rectangle 35"/>
              <p:cNvSpPr/>
              <p:nvPr userDrawn="1"/>
            </p:nvSpPr>
            <p:spPr>
              <a:xfrm>
                <a:off x="4591051" y="1354138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9" name="Rectangle 36"/>
              <p:cNvSpPr/>
              <p:nvPr userDrawn="1"/>
            </p:nvSpPr>
            <p:spPr>
              <a:xfrm>
                <a:off x="4591051" y="1393825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0" name="Oval 37"/>
              <p:cNvSpPr/>
              <p:nvPr userDrawn="1"/>
            </p:nvSpPr>
            <p:spPr>
              <a:xfrm>
                <a:off x="4630738" y="1792288"/>
                <a:ext cx="52388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1" name="Rectangle 38"/>
              <p:cNvSpPr/>
              <p:nvPr userDrawn="1"/>
            </p:nvSpPr>
            <p:spPr>
              <a:xfrm>
                <a:off x="4775201" y="850900"/>
                <a:ext cx="228600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2" name="Freeform 39"/>
              <p:cNvSpPr>
                <a:spLocks noEditPoints="1"/>
              </p:cNvSpPr>
              <p:nvPr userDrawn="1"/>
            </p:nvSpPr>
            <p:spPr>
              <a:xfrm>
                <a:off x="4792663" y="850900"/>
                <a:ext cx="196850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0500" y="0"/>
                  </a:cxn>
                  <a:cxn ang="0">
                    <a:pos x="196850" y="0"/>
                  </a:cxn>
                  <a:cxn ang="0">
                    <a:pos x="196850" y="1063625"/>
                  </a:cxn>
                  <a:cxn ang="0">
                    <a:pos x="190500" y="1063625"/>
                  </a:cxn>
                  <a:cxn ang="0">
                    <a:pos x="190500" y="0"/>
                  </a:cxn>
                </a:cxnLst>
                <a:rect l="0" t="0" r="0" b="0"/>
                <a:pathLst>
                  <a:path w="124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0" y="0"/>
                    </a:moveTo>
                    <a:lnTo>
                      <a:pt x="124" y="0"/>
                    </a:lnTo>
                    <a:lnTo>
                      <a:pt x="124" y="670"/>
                    </a:lnTo>
                    <a:lnTo>
                      <a:pt x="120" y="67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3" name="Rectangle 40"/>
              <p:cNvSpPr/>
              <p:nvPr userDrawn="1"/>
            </p:nvSpPr>
            <p:spPr>
              <a:xfrm>
                <a:off x="4808538" y="884238"/>
                <a:ext cx="165100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4" name="Oval 41"/>
              <p:cNvSpPr/>
              <p:nvPr userDrawn="1"/>
            </p:nvSpPr>
            <p:spPr>
              <a:xfrm>
                <a:off x="4854576" y="1782763"/>
                <a:ext cx="69850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5" name="Rectangle 42"/>
              <p:cNvSpPr/>
              <p:nvPr userDrawn="1"/>
            </p:nvSpPr>
            <p:spPr>
              <a:xfrm>
                <a:off x="4821238" y="1316038"/>
                <a:ext cx="134938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6" name="Rectangle 43"/>
              <p:cNvSpPr/>
              <p:nvPr userDrawn="1"/>
            </p:nvSpPr>
            <p:spPr>
              <a:xfrm>
                <a:off x="4821238" y="1354138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7" name="Rectangle 44"/>
              <p:cNvSpPr/>
              <p:nvPr userDrawn="1"/>
            </p:nvSpPr>
            <p:spPr>
              <a:xfrm>
                <a:off x="4821238" y="1393825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8" name="Oval 45"/>
              <p:cNvSpPr/>
              <p:nvPr userDrawn="1"/>
            </p:nvSpPr>
            <p:spPr>
              <a:xfrm>
                <a:off x="4864101" y="1792288"/>
                <a:ext cx="49213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9" name="Rectangle 46"/>
              <p:cNvSpPr/>
              <p:nvPr userDrawn="1"/>
            </p:nvSpPr>
            <p:spPr>
              <a:xfrm>
                <a:off x="5010151" y="850900"/>
                <a:ext cx="227013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0" name="Freeform 47"/>
              <p:cNvSpPr>
                <a:spLocks noEditPoints="1"/>
              </p:cNvSpPr>
              <p:nvPr userDrawn="1"/>
            </p:nvSpPr>
            <p:spPr>
              <a:xfrm>
                <a:off x="5022851" y="850900"/>
                <a:ext cx="198438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50" y="0"/>
                  </a:cxn>
                  <a:cxn ang="0">
                    <a:pos x="6350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3675" y="0"/>
                  </a:cxn>
                  <a:cxn ang="0">
                    <a:pos x="198438" y="0"/>
                  </a:cxn>
                  <a:cxn ang="0">
                    <a:pos x="198438" y="1063625"/>
                  </a:cxn>
                  <a:cxn ang="0">
                    <a:pos x="193675" y="1063625"/>
                  </a:cxn>
                  <a:cxn ang="0">
                    <a:pos x="193675" y="0"/>
                  </a:cxn>
                </a:cxnLst>
                <a:rect l="0" t="0" r="0" b="0"/>
                <a:pathLst>
                  <a:path w="125" h="670">
                    <a:moveTo>
                      <a:pt x="0" y="0"/>
                    </a:moveTo>
                    <a:lnTo>
                      <a:pt x="4" y="0"/>
                    </a:lnTo>
                    <a:lnTo>
                      <a:pt x="4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2" y="0"/>
                    </a:moveTo>
                    <a:lnTo>
                      <a:pt x="125" y="0"/>
                    </a:lnTo>
                    <a:lnTo>
                      <a:pt x="125" y="670"/>
                    </a:lnTo>
                    <a:lnTo>
                      <a:pt x="122" y="67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1" name="Rectangle 48"/>
              <p:cNvSpPr/>
              <p:nvPr userDrawn="1"/>
            </p:nvSpPr>
            <p:spPr>
              <a:xfrm>
                <a:off x="5038726" y="884238"/>
                <a:ext cx="165100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2" name="Oval 49"/>
              <p:cNvSpPr/>
              <p:nvPr userDrawn="1"/>
            </p:nvSpPr>
            <p:spPr>
              <a:xfrm>
                <a:off x="5089526" y="1782763"/>
                <a:ext cx="68263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3" name="Rectangle 50"/>
              <p:cNvSpPr/>
              <p:nvPr userDrawn="1"/>
            </p:nvSpPr>
            <p:spPr>
              <a:xfrm>
                <a:off x="5056188" y="1316038"/>
                <a:ext cx="134938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4" name="Rectangle 51"/>
              <p:cNvSpPr/>
              <p:nvPr userDrawn="1"/>
            </p:nvSpPr>
            <p:spPr>
              <a:xfrm>
                <a:off x="5056188" y="1354138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5" name="Rectangle 52"/>
              <p:cNvSpPr/>
              <p:nvPr userDrawn="1"/>
            </p:nvSpPr>
            <p:spPr>
              <a:xfrm>
                <a:off x="5056188" y="1393825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6" name="Oval 53"/>
              <p:cNvSpPr/>
              <p:nvPr userDrawn="1"/>
            </p:nvSpPr>
            <p:spPr>
              <a:xfrm>
                <a:off x="5095876" y="1792288"/>
                <a:ext cx="52388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7" name="Rectangle 54"/>
              <p:cNvSpPr/>
              <p:nvPr userDrawn="1"/>
            </p:nvSpPr>
            <p:spPr>
              <a:xfrm>
                <a:off x="3730626" y="1914525"/>
                <a:ext cx="1674813" cy="3678238"/>
              </a:xfrm>
              <a:prstGeom prst="rect">
                <a:avLst/>
              </a:prstGeom>
              <a:solidFill>
                <a:srgbClr val="919DA5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8" name="Rectangle 55"/>
              <p:cNvSpPr/>
              <p:nvPr userDrawn="1"/>
            </p:nvSpPr>
            <p:spPr>
              <a:xfrm>
                <a:off x="3846513" y="2089150"/>
                <a:ext cx="1443038" cy="1090613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9" name="Rectangle 56"/>
              <p:cNvSpPr/>
              <p:nvPr userDrawn="1"/>
            </p:nvSpPr>
            <p:spPr>
              <a:xfrm>
                <a:off x="3846513" y="3228975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0" name="Rectangle 57"/>
              <p:cNvSpPr/>
              <p:nvPr userDrawn="1"/>
            </p:nvSpPr>
            <p:spPr>
              <a:xfrm>
                <a:off x="3846513" y="4365625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1" name="Rectangle 58"/>
              <p:cNvSpPr/>
              <p:nvPr userDrawn="1"/>
            </p:nvSpPr>
            <p:spPr>
              <a:xfrm>
                <a:off x="4303713" y="2317750"/>
                <a:ext cx="508000" cy="269875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2" name="Freeform 59"/>
              <p:cNvSpPr/>
              <p:nvPr userDrawn="1"/>
            </p:nvSpPr>
            <p:spPr>
              <a:xfrm>
                <a:off x="4346576" y="2422525"/>
                <a:ext cx="419100" cy="128588"/>
              </a:xfrm>
              <a:custGeom>
                <a:avLst/>
                <a:gdLst/>
                <a:ahLst/>
                <a:cxnLst>
                  <a:cxn ang="0">
                    <a:pos x="26400" y="0"/>
                  </a:cxn>
                  <a:cxn ang="0">
                    <a:pos x="392700" y="0"/>
                  </a:cxn>
                  <a:cxn ang="0">
                    <a:pos x="419100" y="29674"/>
                  </a:cxn>
                  <a:cxn ang="0">
                    <a:pos x="419100" y="98913"/>
                  </a:cxn>
                  <a:cxn ang="0">
                    <a:pos x="392700" y="128588"/>
                  </a:cxn>
                  <a:cxn ang="0">
                    <a:pos x="26400" y="128588"/>
                  </a:cxn>
                  <a:cxn ang="0">
                    <a:pos x="0" y="98913"/>
                  </a:cxn>
                  <a:cxn ang="0">
                    <a:pos x="0" y="29674"/>
                  </a:cxn>
                  <a:cxn ang="0">
                    <a:pos x="26400" y="0"/>
                  </a:cxn>
                </a:cxnLst>
                <a:rect l="0" t="0" r="0" b="0"/>
                <a:pathLst>
                  <a:path w="127" h="39">
                    <a:moveTo>
                      <a:pt x="8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4" y="0"/>
                      <a:pt x="127" y="4"/>
                      <a:pt x="127" y="9"/>
                    </a:cubicBezTo>
                    <a:cubicBezTo>
                      <a:pt x="127" y="30"/>
                      <a:pt x="127" y="30"/>
                      <a:pt x="127" y="30"/>
                    </a:cubicBezTo>
                    <a:cubicBezTo>
                      <a:pt x="127" y="35"/>
                      <a:pt x="124" y="39"/>
                      <a:pt x="119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5"/>
                      <a:pt x="0" y="3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3" name="Rectangle 60"/>
              <p:cNvSpPr/>
              <p:nvPr userDrawn="1"/>
            </p:nvSpPr>
            <p:spPr>
              <a:xfrm>
                <a:off x="4303713" y="3408363"/>
                <a:ext cx="508000" cy="269875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4" name="Freeform 61"/>
              <p:cNvSpPr/>
              <p:nvPr userDrawn="1"/>
            </p:nvSpPr>
            <p:spPr>
              <a:xfrm>
                <a:off x="4337051" y="3516313"/>
                <a:ext cx="419100" cy="128588"/>
              </a:xfrm>
              <a:custGeom>
                <a:avLst/>
                <a:gdLst/>
                <a:ahLst/>
                <a:cxnLst>
                  <a:cxn ang="0">
                    <a:pos x="26400" y="0"/>
                  </a:cxn>
                  <a:cxn ang="0">
                    <a:pos x="392700" y="0"/>
                  </a:cxn>
                  <a:cxn ang="0">
                    <a:pos x="419100" y="26377"/>
                  </a:cxn>
                  <a:cxn ang="0">
                    <a:pos x="419100" y="98913"/>
                  </a:cxn>
                  <a:cxn ang="0">
                    <a:pos x="392700" y="128588"/>
                  </a:cxn>
                  <a:cxn ang="0">
                    <a:pos x="26400" y="128588"/>
                  </a:cxn>
                  <a:cxn ang="0">
                    <a:pos x="0" y="98913"/>
                  </a:cxn>
                  <a:cxn ang="0">
                    <a:pos x="0" y="26377"/>
                  </a:cxn>
                  <a:cxn ang="0">
                    <a:pos x="26400" y="0"/>
                  </a:cxn>
                </a:cxnLst>
                <a:rect l="0" t="0" r="0" b="0"/>
                <a:pathLst>
                  <a:path w="127" h="39">
                    <a:moveTo>
                      <a:pt x="8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4" y="0"/>
                      <a:pt x="127" y="4"/>
                      <a:pt x="127" y="8"/>
                    </a:cubicBezTo>
                    <a:cubicBezTo>
                      <a:pt x="127" y="30"/>
                      <a:pt x="127" y="30"/>
                      <a:pt x="127" y="30"/>
                    </a:cubicBezTo>
                    <a:cubicBezTo>
                      <a:pt x="127" y="35"/>
                      <a:pt x="124" y="39"/>
                      <a:pt x="119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5"/>
                      <a:pt x="0" y="3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5" name="Rectangle 62"/>
              <p:cNvSpPr/>
              <p:nvPr userDrawn="1"/>
            </p:nvSpPr>
            <p:spPr>
              <a:xfrm>
                <a:off x="4306888" y="4533900"/>
                <a:ext cx="508000" cy="271463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6" name="Freeform 63"/>
              <p:cNvSpPr/>
              <p:nvPr userDrawn="1"/>
            </p:nvSpPr>
            <p:spPr>
              <a:xfrm>
                <a:off x="4346576" y="4640263"/>
                <a:ext cx="419100" cy="128588"/>
              </a:xfrm>
              <a:custGeom>
                <a:avLst/>
                <a:gdLst/>
                <a:ahLst/>
                <a:cxnLst>
                  <a:cxn ang="0">
                    <a:pos x="26400" y="0"/>
                  </a:cxn>
                  <a:cxn ang="0">
                    <a:pos x="392700" y="0"/>
                  </a:cxn>
                  <a:cxn ang="0">
                    <a:pos x="419100" y="29674"/>
                  </a:cxn>
                  <a:cxn ang="0">
                    <a:pos x="419100" y="102210"/>
                  </a:cxn>
                  <a:cxn ang="0">
                    <a:pos x="392700" y="128588"/>
                  </a:cxn>
                  <a:cxn ang="0">
                    <a:pos x="26400" y="128588"/>
                  </a:cxn>
                  <a:cxn ang="0">
                    <a:pos x="0" y="102210"/>
                  </a:cxn>
                  <a:cxn ang="0">
                    <a:pos x="0" y="29674"/>
                  </a:cxn>
                  <a:cxn ang="0">
                    <a:pos x="26400" y="0"/>
                  </a:cxn>
                </a:cxnLst>
                <a:rect l="0" t="0" r="0" b="0"/>
                <a:pathLst>
                  <a:path w="127" h="39">
                    <a:moveTo>
                      <a:pt x="8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4" y="0"/>
                      <a:pt x="127" y="4"/>
                      <a:pt x="127" y="9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7" y="35"/>
                      <a:pt x="124" y="39"/>
                      <a:pt x="119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5"/>
                      <a:pt x="0" y="3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7" name="Freeform 64"/>
              <p:cNvSpPr/>
              <p:nvPr userDrawn="1"/>
            </p:nvSpPr>
            <p:spPr>
              <a:xfrm>
                <a:off x="7007226" y="1169988"/>
                <a:ext cx="103188" cy="744538"/>
              </a:xfrm>
              <a:custGeom>
                <a:avLst/>
                <a:gdLst/>
                <a:ahLst/>
                <a:cxnLst>
                  <a:cxn ang="0">
                    <a:pos x="103188" y="724771"/>
                  </a:cxn>
                  <a:cxn ang="0">
                    <a:pos x="86544" y="744538"/>
                  </a:cxn>
                  <a:cxn ang="0">
                    <a:pos x="16643" y="744538"/>
                  </a:cxn>
                  <a:cxn ang="0">
                    <a:pos x="0" y="724771"/>
                  </a:cxn>
                  <a:cxn ang="0">
                    <a:pos x="0" y="19766"/>
                  </a:cxn>
                  <a:cxn ang="0">
                    <a:pos x="16643" y="0"/>
                  </a:cxn>
                  <a:cxn ang="0">
                    <a:pos x="86544" y="0"/>
                  </a:cxn>
                  <a:cxn ang="0">
                    <a:pos x="103188" y="19766"/>
                  </a:cxn>
                  <a:cxn ang="0">
                    <a:pos x="103188" y="724771"/>
                  </a:cxn>
                </a:cxnLst>
                <a:rect l="0" t="0" r="0" b="0"/>
                <a:pathLst>
                  <a:path w="31" h="226">
                    <a:moveTo>
                      <a:pt x="31" y="220"/>
                    </a:moveTo>
                    <a:cubicBezTo>
                      <a:pt x="31" y="223"/>
                      <a:pt x="29" y="226"/>
                      <a:pt x="26" y="226"/>
                    </a:cubicBezTo>
                    <a:cubicBezTo>
                      <a:pt x="5" y="226"/>
                      <a:pt x="5" y="226"/>
                      <a:pt x="5" y="226"/>
                    </a:cubicBezTo>
                    <a:cubicBezTo>
                      <a:pt x="2" y="226"/>
                      <a:pt x="0" y="223"/>
                      <a:pt x="0" y="22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9" y="0"/>
                      <a:pt x="31" y="3"/>
                      <a:pt x="31" y="6"/>
                    </a:cubicBezTo>
                    <a:lnTo>
                      <a:pt x="31" y="220"/>
                    </a:lnTo>
                    <a:close/>
                  </a:path>
                </a:pathLst>
              </a:custGeom>
              <a:solidFill>
                <a:srgbClr val="F58A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8" name="Freeform 65"/>
              <p:cNvSpPr/>
              <p:nvPr userDrawn="1"/>
            </p:nvSpPr>
            <p:spPr>
              <a:xfrm>
                <a:off x="7110413" y="1276350"/>
                <a:ext cx="104775" cy="638175"/>
              </a:xfrm>
              <a:custGeom>
                <a:avLst/>
                <a:gdLst/>
                <a:ahLst/>
                <a:cxnLst>
                  <a:cxn ang="0">
                    <a:pos x="104775" y="621727"/>
                  </a:cxn>
                  <a:cxn ang="0">
                    <a:pos x="88403" y="638175"/>
                  </a:cxn>
                  <a:cxn ang="0">
                    <a:pos x="13096" y="638175"/>
                  </a:cxn>
                  <a:cxn ang="0">
                    <a:pos x="0" y="621727"/>
                  </a:cxn>
                  <a:cxn ang="0">
                    <a:pos x="0" y="16447"/>
                  </a:cxn>
                  <a:cxn ang="0">
                    <a:pos x="13096" y="0"/>
                  </a:cxn>
                  <a:cxn ang="0">
                    <a:pos x="88403" y="0"/>
                  </a:cxn>
                  <a:cxn ang="0">
                    <a:pos x="104775" y="16447"/>
                  </a:cxn>
                  <a:cxn ang="0">
                    <a:pos x="104775" y="621727"/>
                  </a:cxn>
                </a:cxnLst>
                <a:rect l="0" t="0" r="0" b="0"/>
                <a:pathLst>
                  <a:path w="32" h="194">
                    <a:moveTo>
                      <a:pt x="32" y="189"/>
                    </a:moveTo>
                    <a:cubicBezTo>
                      <a:pt x="32" y="191"/>
                      <a:pt x="30" y="194"/>
                      <a:pt x="27" y="194"/>
                    </a:cubicBezTo>
                    <a:cubicBezTo>
                      <a:pt x="4" y="194"/>
                      <a:pt x="4" y="194"/>
                      <a:pt x="4" y="194"/>
                    </a:cubicBezTo>
                    <a:cubicBezTo>
                      <a:pt x="2" y="194"/>
                      <a:pt x="0" y="191"/>
                      <a:pt x="0" y="18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30" y="0"/>
                      <a:pt x="32" y="2"/>
                      <a:pt x="32" y="5"/>
                    </a:cubicBezTo>
                    <a:lnTo>
                      <a:pt x="32" y="189"/>
                    </a:lnTo>
                    <a:close/>
                  </a:path>
                </a:pathLst>
              </a:custGeom>
              <a:solidFill>
                <a:srgbClr val="F79E6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9" name="Freeform 66"/>
              <p:cNvSpPr/>
              <p:nvPr userDrawn="1"/>
            </p:nvSpPr>
            <p:spPr>
              <a:xfrm>
                <a:off x="7215188" y="1319213"/>
                <a:ext cx="98425" cy="595313"/>
              </a:xfrm>
              <a:custGeom>
                <a:avLst/>
                <a:gdLst/>
                <a:ahLst/>
                <a:cxnLst>
                  <a:cxn ang="0">
                    <a:pos x="98425" y="578867"/>
                  </a:cxn>
                  <a:cxn ang="0">
                    <a:pos x="85301" y="595313"/>
                  </a:cxn>
                  <a:cxn ang="0">
                    <a:pos x="13123" y="595313"/>
                  </a:cxn>
                  <a:cxn ang="0">
                    <a:pos x="0" y="578867"/>
                  </a:cxn>
                  <a:cxn ang="0">
                    <a:pos x="0" y="16445"/>
                  </a:cxn>
                  <a:cxn ang="0">
                    <a:pos x="13123" y="0"/>
                  </a:cxn>
                  <a:cxn ang="0">
                    <a:pos x="85301" y="0"/>
                  </a:cxn>
                  <a:cxn ang="0">
                    <a:pos x="98425" y="16445"/>
                  </a:cxn>
                  <a:cxn ang="0">
                    <a:pos x="98425" y="578867"/>
                  </a:cxn>
                </a:cxnLst>
                <a:rect l="0" t="0" r="0" b="0"/>
                <a:pathLst>
                  <a:path w="30" h="181">
                    <a:moveTo>
                      <a:pt x="30" y="176"/>
                    </a:moveTo>
                    <a:cubicBezTo>
                      <a:pt x="30" y="178"/>
                      <a:pt x="29" y="181"/>
                      <a:pt x="26" y="181"/>
                    </a:cubicBezTo>
                    <a:cubicBezTo>
                      <a:pt x="4" y="181"/>
                      <a:pt x="4" y="181"/>
                      <a:pt x="4" y="181"/>
                    </a:cubicBezTo>
                    <a:cubicBezTo>
                      <a:pt x="2" y="181"/>
                      <a:pt x="0" y="178"/>
                      <a:pt x="0" y="17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9" y="0"/>
                      <a:pt x="30" y="2"/>
                      <a:pt x="30" y="5"/>
                    </a:cubicBezTo>
                    <a:lnTo>
                      <a:pt x="30" y="176"/>
                    </a:lnTo>
                    <a:close/>
                  </a:path>
                </a:pathLst>
              </a:custGeom>
              <a:solidFill>
                <a:srgbClr val="AC586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0" name="Freeform 67"/>
              <p:cNvSpPr/>
              <p:nvPr userDrawn="1"/>
            </p:nvSpPr>
            <p:spPr>
              <a:xfrm>
                <a:off x="7313613" y="1377950"/>
                <a:ext cx="88900" cy="536575"/>
              </a:xfrm>
              <a:custGeom>
                <a:avLst/>
                <a:gdLst/>
                <a:ahLst/>
                <a:cxnLst>
                  <a:cxn ang="0">
                    <a:pos x="88900" y="520115"/>
                  </a:cxn>
                  <a:cxn ang="0">
                    <a:pos x="75729" y="536575"/>
                  </a:cxn>
                  <a:cxn ang="0">
                    <a:pos x="13170" y="536575"/>
                  </a:cxn>
                  <a:cxn ang="0">
                    <a:pos x="0" y="520115"/>
                  </a:cxn>
                  <a:cxn ang="0">
                    <a:pos x="0" y="13167"/>
                  </a:cxn>
                  <a:cxn ang="0">
                    <a:pos x="13170" y="0"/>
                  </a:cxn>
                  <a:cxn ang="0">
                    <a:pos x="75729" y="0"/>
                  </a:cxn>
                  <a:cxn ang="0">
                    <a:pos x="88900" y="13167"/>
                  </a:cxn>
                  <a:cxn ang="0">
                    <a:pos x="88900" y="520115"/>
                  </a:cxn>
                </a:cxnLst>
                <a:rect l="0" t="0" r="0" b="0"/>
                <a:pathLst>
                  <a:path w="27" h="163">
                    <a:moveTo>
                      <a:pt x="27" y="158"/>
                    </a:moveTo>
                    <a:cubicBezTo>
                      <a:pt x="27" y="161"/>
                      <a:pt x="25" y="163"/>
                      <a:pt x="23" y="163"/>
                    </a:cubicBezTo>
                    <a:cubicBezTo>
                      <a:pt x="4" y="163"/>
                      <a:pt x="4" y="163"/>
                      <a:pt x="4" y="163"/>
                    </a:cubicBezTo>
                    <a:cubicBezTo>
                      <a:pt x="2" y="163"/>
                      <a:pt x="0" y="161"/>
                      <a:pt x="0" y="158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5" y="0"/>
                      <a:pt x="27" y="2"/>
                      <a:pt x="27" y="4"/>
                    </a:cubicBezTo>
                    <a:lnTo>
                      <a:pt x="27" y="158"/>
                    </a:lnTo>
                    <a:close/>
                  </a:path>
                </a:pathLst>
              </a:custGeom>
              <a:solidFill>
                <a:srgbClr val="0083B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1" name="Freeform 68"/>
              <p:cNvSpPr/>
              <p:nvPr userDrawn="1"/>
            </p:nvSpPr>
            <p:spPr>
              <a:xfrm>
                <a:off x="7402513" y="1262063"/>
                <a:ext cx="139700" cy="652463"/>
              </a:xfrm>
              <a:custGeom>
                <a:avLst/>
                <a:gdLst/>
                <a:ahLst/>
                <a:cxnLst>
                  <a:cxn ang="0">
                    <a:pos x="139700" y="632691"/>
                  </a:cxn>
                  <a:cxn ang="0">
                    <a:pos x="119742" y="652463"/>
                  </a:cxn>
                  <a:cxn ang="0">
                    <a:pos x="19957" y="652463"/>
                  </a:cxn>
                  <a:cxn ang="0">
                    <a:pos x="0" y="632691"/>
                  </a:cxn>
                  <a:cxn ang="0">
                    <a:pos x="0" y="16476"/>
                  </a:cxn>
                  <a:cxn ang="0">
                    <a:pos x="19957" y="0"/>
                  </a:cxn>
                  <a:cxn ang="0">
                    <a:pos x="119742" y="0"/>
                  </a:cxn>
                  <a:cxn ang="0">
                    <a:pos x="139700" y="16476"/>
                  </a:cxn>
                  <a:cxn ang="0">
                    <a:pos x="139700" y="632691"/>
                  </a:cxn>
                </a:cxnLst>
                <a:rect l="0" t="0" r="0" b="0"/>
                <a:pathLst>
                  <a:path w="42" h="198">
                    <a:moveTo>
                      <a:pt x="42" y="192"/>
                    </a:moveTo>
                    <a:cubicBezTo>
                      <a:pt x="42" y="195"/>
                      <a:pt x="39" y="198"/>
                      <a:pt x="36" y="198"/>
                    </a:cubicBezTo>
                    <a:cubicBezTo>
                      <a:pt x="6" y="198"/>
                      <a:pt x="6" y="198"/>
                      <a:pt x="6" y="198"/>
                    </a:cubicBezTo>
                    <a:cubicBezTo>
                      <a:pt x="2" y="198"/>
                      <a:pt x="0" y="195"/>
                      <a:pt x="0" y="192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9" y="0"/>
                      <a:pt x="42" y="2"/>
                      <a:pt x="42" y="5"/>
                    </a:cubicBezTo>
                    <a:lnTo>
                      <a:pt x="42" y="192"/>
                    </a:lnTo>
                    <a:close/>
                  </a:path>
                </a:pathLst>
              </a:custGeom>
              <a:solidFill>
                <a:srgbClr val="7670B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2" name="Freeform 69"/>
              <p:cNvSpPr/>
              <p:nvPr userDrawn="1"/>
            </p:nvSpPr>
            <p:spPr>
              <a:xfrm>
                <a:off x="7542213" y="1203325"/>
                <a:ext cx="98425" cy="711200"/>
              </a:xfrm>
              <a:custGeom>
                <a:avLst/>
                <a:gdLst/>
                <a:ahLst/>
                <a:cxnLst>
                  <a:cxn ang="0">
                    <a:pos x="98425" y="691444"/>
                  </a:cxn>
                  <a:cxn ang="0">
                    <a:pos x="85301" y="711200"/>
                  </a:cxn>
                  <a:cxn ang="0">
                    <a:pos x="13123" y="711200"/>
                  </a:cxn>
                  <a:cxn ang="0">
                    <a:pos x="0" y="691444"/>
                  </a:cxn>
                  <a:cxn ang="0">
                    <a:pos x="0" y="19755"/>
                  </a:cxn>
                  <a:cxn ang="0">
                    <a:pos x="13123" y="0"/>
                  </a:cxn>
                  <a:cxn ang="0">
                    <a:pos x="85301" y="0"/>
                  </a:cxn>
                  <a:cxn ang="0">
                    <a:pos x="98425" y="19755"/>
                  </a:cxn>
                  <a:cxn ang="0">
                    <a:pos x="98425" y="691444"/>
                  </a:cxn>
                </a:cxnLst>
                <a:rect l="0" t="0" r="0" b="0"/>
                <a:pathLst>
                  <a:path w="30" h="216">
                    <a:moveTo>
                      <a:pt x="30" y="210"/>
                    </a:moveTo>
                    <a:cubicBezTo>
                      <a:pt x="30" y="213"/>
                      <a:pt x="28" y="216"/>
                      <a:pt x="26" y="216"/>
                    </a:cubicBezTo>
                    <a:cubicBezTo>
                      <a:pt x="4" y="216"/>
                      <a:pt x="4" y="216"/>
                      <a:pt x="4" y="216"/>
                    </a:cubicBezTo>
                    <a:cubicBezTo>
                      <a:pt x="2" y="216"/>
                      <a:pt x="0" y="213"/>
                      <a:pt x="0" y="2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0"/>
                      <a:pt x="30" y="3"/>
                      <a:pt x="30" y="6"/>
                    </a:cubicBezTo>
                    <a:lnTo>
                      <a:pt x="30" y="210"/>
                    </a:lnTo>
                    <a:close/>
                  </a:path>
                </a:pathLst>
              </a:custGeom>
              <a:solidFill>
                <a:srgbClr val="F2705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3" name="Freeform 70"/>
              <p:cNvSpPr/>
              <p:nvPr userDrawn="1"/>
            </p:nvSpPr>
            <p:spPr>
              <a:xfrm>
                <a:off x="7640638" y="1295400"/>
                <a:ext cx="98425" cy="619125"/>
              </a:xfrm>
              <a:custGeom>
                <a:avLst/>
                <a:gdLst/>
                <a:ahLst/>
                <a:cxnLst>
                  <a:cxn ang="0">
                    <a:pos x="98425" y="602658"/>
                  </a:cxn>
                  <a:cxn ang="0">
                    <a:pos x="85301" y="619125"/>
                  </a:cxn>
                  <a:cxn ang="0">
                    <a:pos x="13123" y="619125"/>
                  </a:cxn>
                  <a:cxn ang="0">
                    <a:pos x="0" y="602658"/>
                  </a:cxn>
                  <a:cxn ang="0">
                    <a:pos x="0" y="16466"/>
                  </a:cxn>
                  <a:cxn ang="0">
                    <a:pos x="13123" y="0"/>
                  </a:cxn>
                  <a:cxn ang="0">
                    <a:pos x="85301" y="0"/>
                  </a:cxn>
                  <a:cxn ang="0">
                    <a:pos x="98425" y="16466"/>
                  </a:cxn>
                  <a:cxn ang="0">
                    <a:pos x="98425" y="602658"/>
                  </a:cxn>
                </a:cxnLst>
                <a:rect l="0" t="0" r="0" b="0"/>
                <a:pathLst>
                  <a:path w="30" h="188">
                    <a:moveTo>
                      <a:pt x="30" y="183"/>
                    </a:moveTo>
                    <a:cubicBezTo>
                      <a:pt x="30" y="185"/>
                      <a:pt x="28" y="188"/>
                      <a:pt x="26" y="188"/>
                    </a:cubicBezTo>
                    <a:cubicBezTo>
                      <a:pt x="4" y="188"/>
                      <a:pt x="4" y="188"/>
                      <a:pt x="4" y="188"/>
                    </a:cubicBezTo>
                    <a:cubicBezTo>
                      <a:pt x="2" y="188"/>
                      <a:pt x="0" y="185"/>
                      <a:pt x="0" y="18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0"/>
                      <a:pt x="30" y="2"/>
                      <a:pt x="30" y="5"/>
                    </a:cubicBezTo>
                    <a:lnTo>
                      <a:pt x="30" y="183"/>
                    </a:lnTo>
                    <a:close/>
                  </a:path>
                </a:pathLst>
              </a:custGeom>
              <a:solidFill>
                <a:srgbClr val="75617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4" name="Freeform 71"/>
              <p:cNvSpPr/>
              <p:nvPr userDrawn="1"/>
            </p:nvSpPr>
            <p:spPr>
              <a:xfrm>
                <a:off x="7739063" y="1203325"/>
                <a:ext cx="76200" cy="711200"/>
              </a:xfrm>
              <a:custGeom>
                <a:avLst/>
                <a:gdLst/>
                <a:ahLst/>
                <a:cxnLst>
                  <a:cxn ang="0">
                    <a:pos x="76200" y="691444"/>
                  </a:cxn>
                  <a:cxn ang="0">
                    <a:pos x="62947" y="711200"/>
                  </a:cxn>
                  <a:cxn ang="0">
                    <a:pos x="9939" y="711200"/>
                  </a:cxn>
                  <a:cxn ang="0">
                    <a:pos x="0" y="691444"/>
                  </a:cxn>
                  <a:cxn ang="0">
                    <a:pos x="0" y="19755"/>
                  </a:cxn>
                  <a:cxn ang="0">
                    <a:pos x="9939" y="0"/>
                  </a:cxn>
                  <a:cxn ang="0">
                    <a:pos x="62947" y="0"/>
                  </a:cxn>
                  <a:cxn ang="0">
                    <a:pos x="76200" y="19755"/>
                  </a:cxn>
                  <a:cxn ang="0">
                    <a:pos x="76200" y="691444"/>
                  </a:cxn>
                </a:cxnLst>
                <a:rect l="0" t="0" r="0" b="0"/>
                <a:pathLst>
                  <a:path w="23" h="216">
                    <a:moveTo>
                      <a:pt x="23" y="210"/>
                    </a:moveTo>
                    <a:cubicBezTo>
                      <a:pt x="23" y="213"/>
                      <a:pt x="21" y="216"/>
                      <a:pt x="19" y="216"/>
                    </a:cubicBezTo>
                    <a:cubicBezTo>
                      <a:pt x="3" y="216"/>
                      <a:pt x="3" y="216"/>
                      <a:pt x="3" y="216"/>
                    </a:cubicBezTo>
                    <a:cubicBezTo>
                      <a:pt x="2" y="216"/>
                      <a:pt x="0" y="213"/>
                      <a:pt x="0" y="2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3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3" y="3"/>
                      <a:pt x="23" y="6"/>
                    </a:cubicBezTo>
                    <a:lnTo>
                      <a:pt x="23" y="210"/>
                    </a:lnTo>
                    <a:close/>
                  </a:path>
                </a:pathLst>
              </a:custGeom>
              <a:solidFill>
                <a:srgbClr val="C4A98C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5" name="Freeform 72"/>
              <p:cNvSpPr/>
              <p:nvPr userDrawn="1"/>
            </p:nvSpPr>
            <p:spPr>
              <a:xfrm>
                <a:off x="7815263" y="1350963"/>
                <a:ext cx="88900" cy="563563"/>
              </a:xfrm>
              <a:custGeom>
                <a:avLst/>
                <a:gdLst/>
                <a:ahLst/>
                <a:cxnLst>
                  <a:cxn ang="0">
                    <a:pos x="88900" y="547084"/>
                  </a:cxn>
                  <a:cxn ang="0">
                    <a:pos x="75729" y="563563"/>
                  </a:cxn>
                  <a:cxn ang="0">
                    <a:pos x="9877" y="563563"/>
                  </a:cxn>
                  <a:cxn ang="0">
                    <a:pos x="0" y="547084"/>
                  </a:cxn>
                  <a:cxn ang="0">
                    <a:pos x="0" y="13182"/>
                  </a:cxn>
                  <a:cxn ang="0">
                    <a:pos x="9877" y="0"/>
                  </a:cxn>
                  <a:cxn ang="0">
                    <a:pos x="75729" y="0"/>
                  </a:cxn>
                  <a:cxn ang="0">
                    <a:pos x="88900" y="13182"/>
                  </a:cxn>
                  <a:cxn ang="0">
                    <a:pos x="88900" y="547084"/>
                  </a:cxn>
                </a:cxnLst>
                <a:rect l="0" t="0" r="0" b="0"/>
                <a:pathLst>
                  <a:path w="27" h="171">
                    <a:moveTo>
                      <a:pt x="27" y="166"/>
                    </a:moveTo>
                    <a:cubicBezTo>
                      <a:pt x="27" y="169"/>
                      <a:pt x="25" y="171"/>
                      <a:pt x="23" y="171"/>
                    </a:cubicBezTo>
                    <a:cubicBezTo>
                      <a:pt x="3" y="171"/>
                      <a:pt x="3" y="171"/>
                      <a:pt x="3" y="171"/>
                    </a:cubicBezTo>
                    <a:cubicBezTo>
                      <a:pt x="1" y="171"/>
                      <a:pt x="0" y="169"/>
                      <a:pt x="0" y="16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5" y="0"/>
                      <a:pt x="27" y="2"/>
                      <a:pt x="27" y="4"/>
                    </a:cubicBezTo>
                    <a:lnTo>
                      <a:pt x="27" y="166"/>
                    </a:lnTo>
                    <a:close/>
                  </a:path>
                </a:pathLst>
              </a:custGeom>
              <a:solidFill>
                <a:srgbClr val="888C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6" name="Freeform 73"/>
              <p:cNvSpPr/>
              <p:nvPr userDrawn="1"/>
            </p:nvSpPr>
            <p:spPr>
              <a:xfrm>
                <a:off x="7904163" y="1243013"/>
                <a:ext cx="109538" cy="671513"/>
              </a:xfrm>
              <a:custGeom>
                <a:avLst/>
                <a:gdLst/>
                <a:ahLst/>
                <a:cxnLst>
                  <a:cxn ang="0">
                    <a:pos x="109538" y="651762"/>
                  </a:cxn>
                  <a:cxn ang="0">
                    <a:pos x="96260" y="671513"/>
                  </a:cxn>
                  <a:cxn ang="0">
                    <a:pos x="16596" y="671513"/>
                  </a:cxn>
                  <a:cxn ang="0">
                    <a:pos x="0" y="651762"/>
                  </a:cxn>
                  <a:cxn ang="0">
                    <a:pos x="0" y="16458"/>
                  </a:cxn>
                  <a:cxn ang="0">
                    <a:pos x="16596" y="0"/>
                  </a:cxn>
                  <a:cxn ang="0">
                    <a:pos x="96260" y="0"/>
                  </a:cxn>
                  <a:cxn ang="0">
                    <a:pos x="109538" y="16458"/>
                  </a:cxn>
                  <a:cxn ang="0">
                    <a:pos x="109538" y="651762"/>
                  </a:cxn>
                </a:cxnLst>
                <a:rect l="0" t="0" r="0" b="0"/>
                <a:pathLst>
                  <a:path w="33" h="204">
                    <a:moveTo>
                      <a:pt x="33" y="198"/>
                    </a:moveTo>
                    <a:cubicBezTo>
                      <a:pt x="33" y="201"/>
                      <a:pt x="31" y="204"/>
                      <a:pt x="29" y="204"/>
                    </a:cubicBezTo>
                    <a:cubicBezTo>
                      <a:pt x="5" y="204"/>
                      <a:pt x="5" y="204"/>
                      <a:pt x="5" y="204"/>
                    </a:cubicBezTo>
                    <a:cubicBezTo>
                      <a:pt x="2" y="204"/>
                      <a:pt x="0" y="201"/>
                      <a:pt x="0" y="19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1" y="0"/>
                      <a:pt x="33" y="2"/>
                      <a:pt x="33" y="5"/>
                    </a:cubicBezTo>
                    <a:lnTo>
                      <a:pt x="33" y="198"/>
                    </a:lnTo>
                    <a:close/>
                  </a:path>
                </a:pathLst>
              </a:custGeom>
              <a:solidFill>
                <a:srgbClr val="F79E6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7" name="Freeform 74"/>
              <p:cNvSpPr/>
              <p:nvPr userDrawn="1"/>
            </p:nvSpPr>
            <p:spPr>
              <a:xfrm>
                <a:off x="8013701" y="1304925"/>
                <a:ext cx="117475" cy="609600"/>
              </a:xfrm>
              <a:custGeom>
                <a:avLst/>
                <a:gdLst/>
                <a:ahLst/>
                <a:cxnLst>
                  <a:cxn ang="0">
                    <a:pos x="117475" y="593124"/>
                  </a:cxn>
                  <a:cxn ang="0">
                    <a:pos x="101159" y="609600"/>
                  </a:cxn>
                  <a:cxn ang="0">
                    <a:pos x="16315" y="609600"/>
                  </a:cxn>
                  <a:cxn ang="0">
                    <a:pos x="0" y="593124"/>
                  </a:cxn>
                  <a:cxn ang="0">
                    <a:pos x="0" y="16475"/>
                  </a:cxn>
                  <a:cxn ang="0">
                    <a:pos x="16315" y="0"/>
                  </a:cxn>
                  <a:cxn ang="0">
                    <a:pos x="101159" y="0"/>
                  </a:cxn>
                  <a:cxn ang="0">
                    <a:pos x="117475" y="16475"/>
                  </a:cxn>
                  <a:cxn ang="0">
                    <a:pos x="117475" y="593124"/>
                  </a:cxn>
                </a:cxnLst>
                <a:rect l="0" t="0" r="0" b="0"/>
                <a:pathLst>
                  <a:path w="36" h="185">
                    <a:moveTo>
                      <a:pt x="36" y="180"/>
                    </a:moveTo>
                    <a:cubicBezTo>
                      <a:pt x="36" y="182"/>
                      <a:pt x="34" y="185"/>
                      <a:pt x="31" y="185"/>
                    </a:cubicBezTo>
                    <a:cubicBezTo>
                      <a:pt x="5" y="185"/>
                      <a:pt x="5" y="185"/>
                      <a:pt x="5" y="185"/>
                    </a:cubicBezTo>
                    <a:cubicBezTo>
                      <a:pt x="3" y="185"/>
                      <a:pt x="0" y="182"/>
                      <a:pt x="0" y="18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4" y="0"/>
                      <a:pt x="36" y="2"/>
                      <a:pt x="36" y="5"/>
                    </a:cubicBezTo>
                    <a:lnTo>
                      <a:pt x="36" y="180"/>
                    </a:lnTo>
                    <a:close/>
                  </a:path>
                </a:pathLst>
              </a:custGeom>
              <a:solidFill>
                <a:srgbClr val="AE606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8" name="Freeform 75"/>
              <p:cNvSpPr/>
              <p:nvPr userDrawn="1"/>
            </p:nvSpPr>
            <p:spPr>
              <a:xfrm>
                <a:off x="8131176" y="1374775"/>
                <a:ext cx="76200" cy="539750"/>
              </a:xfrm>
              <a:custGeom>
                <a:avLst/>
                <a:gdLst/>
                <a:ahLst/>
                <a:cxnLst>
                  <a:cxn ang="0">
                    <a:pos x="76200" y="523294"/>
                  </a:cxn>
                  <a:cxn ang="0">
                    <a:pos x="66260" y="539750"/>
                  </a:cxn>
                  <a:cxn ang="0">
                    <a:pos x="13252" y="539750"/>
                  </a:cxn>
                  <a:cxn ang="0">
                    <a:pos x="0" y="523294"/>
                  </a:cxn>
                  <a:cxn ang="0">
                    <a:pos x="0" y="13164"/>
                  </a:cxn>
                  <a:cxn ang="0">
                    <a:pos x="13252" y="0"/>
                  </a:cxn>
                  <a:cxn ang="0">
                    <a:pos x="66260" y="0"/>
                  </a:cxn>
                  <a:cxn ang="0">
                    <a:pos x="76200" y="13164"/>
                  </a:cxn>
                  <a:cxn ang="0">
                    <a:pos x="76200" y="523294"/>
                  </a:cxn>
                </a:cxnLst>
                <a:rect l="0" t="0" r="0" b="0"/>
                <a:pathLst>
                  <a:path w="23" h="164">
                    <a:moveTo>
                      <a:pt x="23" y="159"/>
                    </a:moveTo>
                    <a:cubicBezTo>
                      <a:pt x="23" y="162"/>
                      <a:pt x="22" y="164"/>
                      <a:pt x="20" y="164"/>
                    </a:cubicBezTo>
                    <a:cubicBezTo>
                      <a:pt x="4" y="164"/>
                      <a:pt x="4" y="164"/>
                      <a:pt x="4" y="164"/>
                    </a:cubicBezTo>
                    <a:cubicBezTo>
                      <a:pt x="2" y="164"/>
                      <a:pt x="0" y="162"/>
                      <a:pt x="0" y="15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2" y="0"/>
                      <a:pt x="23" y="2"/>
                      <a:pt x="23" y="4"/>
                    </a:cubicBezTo>
                    <a:lnTo>
                      <a:pt x="23" y="159"/>
                    </a:lnTo>
                    <a:close/>
                  </a:path>
                </a:pathLst>
              </a:custGeom>
              <a:solidFill>
                <a:srgbClr val="41414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9" name="Freeform 76"/>
              <p:cNvSpPr/>
              <p:nvPr userDrawn="1"/>
            </p:nvSpPr>
            <p:spPr>
              <a:xfrm>
                <a:off x="8207376" y="1243013"/>
                <a:ext cx="109538" cy="671513"/>
              </a:xfrm>
              <a:custGeom>
                <a:avLst/>
                <a:gdLst/>
                <a:ahLst/>
                <a:cxnLst>
                  <a:cxn ang="0">
                    <a:pos x="109538" y="651762"/>
                  </a:cxn>
                  <a:cxn ang="0">
                    <a:pos x="96260" y="671513"/>
                  </a:cxn>
                  <a:cxn ang="0">
                    <a:pos x="16596" y="671513"/>
                  </a:cxn>
                  <a:cxn ang="0">
                    <a:pos x="0" y="651762"/>
                  </a:cxn>
                  <a:cxn ang="0">
                    <a:pos x="0" y="16458"/>
                  </a:cxn>
                  <a:cxn ang="0">
                    <a:pos x="16596" y="0"/>
                  </a:cxn>
                  <a:cxn ang="0">
                    <a:pos x="96260" y="0"/>
                  </a:cxn>
                  <a:cxn ang="0">
                    <a:pos x="109538" y="16458"/>
                  </a:cxn>
                  <a:cxn ang="0">
                    <a:pos x="109538" y="651762"/>
                  </a:cxn>
                </a:cxnLst>
                <a:rect l="0" t="0" r="0" b="0"/>
                <a:pathLst>
                  <a:path w="33" h="204">
                    <a:moveTo>
                      <a:pt x="33" y="198"/>
                    </a:moveTo>
                    <a:cubicBezTo>
                      <a:pt x="33" y="201"/>
                      <a:pt x="31" y="204"/>
                      <a:pt x="29" y="204"/>
                    </a:cubicBezTo>
                    <a:cubicBezTo>
                      <a:pt x="5" y="204"/>
                      <a:pt x="5" y="204"/>
                      <a:pt x="5" y="204"/>
                    </a:cubicBezTo>
                    <a:cubicBezTo>
                      <a:pt x="2" y="204"/>
                      <a:pt x="0" y="201"/>
                      <a:pt x="0" y="19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1" y="0"/>
                      <a:pt x="33" y="2"/>
                      <a:pt x="33" y="5"/>
                    </a:cubicBezTo>
                    <a:lnTo>
                      <a:pt x="33" y="198"/>
                    </a:lnTo>
                    <a:close/>
                  </a:path>
                </a:pathLst>
              </a:custGeom>
              <a:solidFill>
                <a:srgbClr val="C188A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0" name="Rectangle 77"/>
              <p:cNvSpPr/>
              <p:nvPr userDrawn="1"/>
            </p:nvSpPr>
            <p:spPr>
              <a:xfrm>
                <a:off x="7007226" y="1230313"/>
                <a:ext cx="103188" cy="65088"/>
              </a:xfrm>
              <a:prstGeom prst="rect">
                <a:avLst/>
              </a:prstGeom>
              <a:solidFill>
                <a:srgbClr val="9B5809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1" name="Rectangle 78"/>
              <p:cNvSpPr/>
              <p:nvPr userDrawn="1"/>
            </p:nvSpPr>
            <p:spPr>
              <a:xfrm>
                <a:off x="7110413" y="1325563"/>
                <a:ext cx="104775" cy="19050"/>
              </a:xfrm>
              <a:prstGeom prst="rect">
                <a:avLst/>
              </a:prstGeom>
              <a:solidFill>
                <a:srgbClr val="FBC29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2" name="Rectangle 79"/>
              <p:cNvSpPr/>
              <p:nvPr userDrawn="1"/>
            </p:nvSpPr>
            <p:spPr>
              <a:xfrm>
                <a:off x="7110413" y="1354138"/>
                <a:ext cx="104775" cy="20638"/>
              </a:xfrm>
              <a:prstGeom prst="rect">
                <a:avLst/>
              </a:prstGeom>
              <a:solidFill>
                <a:srgbClr val="FBC29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3" name="Freeform 80"/>
              <p:cNvSpPr/>
              <p:nvPr userDrawn="1"/>
            </p:nvSpPr>
            <p:spPr>
              <a:xfrm>
                <a:off x="7640638" y="1295400"/>
                <a:ext cx="98425" cy="98425"/>
              </a:xfrm>
              <a:custGeom>
                <a:avLst/>
                <a:gdLst/>
                <a:ahLst/>
                <a:cxnLst>
                  <a:cxn ang="0">
                    <a:pos x="85301" y="0"/>
                  </a:cxn>
                  <a:cxn ang="0">
                    <a:pos x="13123" y="0"/>
                  </a:cxn>
                  <a:cxn ang="0">
                    <a:pos x="0" y="16404"/>
                  </a:cxn>
                  <a:cxn ang="0">
                    <a:pos x="0" y="98425"/>
                  </a:cxn>
                  <a:cxn ang="0">
                    <a:pos x="98425" y="98425"/>
                  </a:cxn>
                  <a:cxn ang="0">
                    <a:pos x="98425" y="16404"/>
                  </a:cxn>
                  <a:cxn ang="0">
                    <a:pos x="85301" y="0"/>
                  </a:cxn>
                </a:cxnLst>
                <a:rect l="0" t="0" r="0" b="0"/>
                <a:pathLst>
                  <a:path w="30" h="30">
                    <a:moveTo>
                      <a:pt x="2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2"/>
                      <a:pt x="28" y="0"/>
                      <a:pt x="26" y="0"/>
                    </a:cubicBezTo>
                    <a:close/>
                  </a:path>
                </a:pathLst>
              </a:custGeom>
              <a:solidFill>
                <a:srgbClr val="645C6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4" name="Rectangle 81"/>
              <p:cNvSpPr/>
              <p:nvPr userDrawn="1"/>
            </p:nvSpPr>
            <p:spPr>
              <a:xfrm>
                <a:off x="7215188" y="1493838"/>
                <a:ext cx="101600" cy="31750"/>
              </a:xfrm>
              <a:prstGeom prst="rect">
                <a:avLst/>
              </a:prstGeom>
              <a:solidFill>
                <a:srgbClr val="78484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5" name="Rectangle 82"/>
              <p:cNvSpPr/>
              <p:nvPr userDrawn="1"/>
            </p:nvSpPr>
            <p:spPr>
              <a:xfrm>
                <a:off x="7215188" y="1335088"/>
                <a:ext cx="98425" cy="30163"/>
              </a:xfrm>
              <a:prstGeom prst="rect">
                <a:avLst/>
              </a:prstGeom>
              <a:solidFill>
                <a:srgbClr val="78484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6" name="Rectangle 83"/>
              <p:cNvSpPr/>
              <p:nvPr userDrawn="1"/>
            </p:nvSpPr>
            <p:spPr>
              <a:xfrm>
                <a:off x="7815263" y="1436688"/>
                <a:ext cx="88900" cy="119063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7" name="Rectangle 84"/>
              <p:cNvSpPr/>
              <p:nvPr userDrawn="1"/>
            </p:nvSpPr>
            <p:spPr>
              <a:xfrm>
                <a:off x="7815263" y="1381125"/>
                <a:ext cx="88900" cy="26988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8" name="Rectangle 85"/>
              <p:cNvSpPr/>
              <p:nvPr userDrawn="1"/>
            </p:nvSpPr>
            <p:spPr>
              <a:xfrm>
                <a:off x="7327901" y="1404938"/>
                <a:ext cx="61913" cy="12700"/>
              </a:xfrm>
              <a:prstGeom prst="rect">
                <a:avLst/>
              </a:prstGeom>
              <a:solidFill>
                <a:srgbClr val="7FAAC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9" name="Rectangle 86"/>
              <p:cNvSpPr/>
              <p:nvPr userDrawn="1"/>
            </p:nvSpPr>
            <p:spPr>
              <a:xfrm>
                <a:off x="7327901" y="1420813"/>
                <a:ext cx="61913" cy="12700"/>
              </a:xfrm>
              <a:prstGeom prst="rect">
                <a:avLst/>
              </a:prstGeom>
              <a:solidFill>
                <a:srgbClr val="7FAAC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0" name="Rectangle 87"/>
              <p:cNvSpPr/>
              <p:nvPr userDrawn="1"/>
            </p:nvSpPr>
            <p:spPr>
              <a:xfrm>
                <a:off x="7327901" y="1439863"/>
                <a:ext cx="61913" cy="14288"/>
              </a:xfrm>
              <a:prstGeom prst="rect">
                <a:avLst/>
              </a:prstGeom>
              <a:solidFill>
                <a:srgbClr val="7FAAC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1" name="Rectangle 88"/>
              <p:cNvSpPr/>
              <p:nvPr userDrawn="1"/>
            </p:nvSpPr>
            <p:spPr>
              <a:xfrm>
                <a:off x="8013701" y="1335088"/>
                <a:ext cx="117475" cy="12700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2" name="Rectangle 89"/>
              <p:cNvSpPr/>
              <p:nvPr userDrawn="1"/>
            </p:nvSpPr>
            <p:spPr>
              <a:xfrm>
                <a:off x="8013701" y="1350963"/>
                <a:ext cx="117475" cy="17463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3" name="Rectangle 90"/>
              <p:cNvSpPr/>
              <p:nvPr userDrawn="1"/>
            </p:nvSpPr>
            <p:spPr>
              <a:xfrm>
                <a:off x="8013701" y="1371600"/>
                <a:ext cx="117475" cy="12700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4" name="Rectangle 91"/>
              <p:cNvSpPr/>
              <p:nvPr userDrawn="1"/>
            </p:nvSpPr>
            <p:spPr>
              <a:xfrm>
                <a:off x="8042276" y="1855788"/>
                <a:ext cx="63500" cy="12700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5" name="Rectangle 92"/>
              <p:cNvSpPr/>
              <p:nvPr userDrawn="1"/>
            </p:nvSpPr>
            <p:spPr>
              <a:xfrm>
                <a:off x="8042276" y="1874838"/>
                <a:ext cx="63500" cy="14288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6" name="Rectangle 93"/>
              <p:cNvSpPr/>
              <p:nvPr userDrawn="1"/>
            </p:nvSpPr>
            <p:spPr>
              <a:xfrm>
                <a:off x="7558088" y="1222375"/>
                <a:ext cx="66675" cy="14288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7" name="Rectangle 94"/>
              <p:cNvSpPr/>
              <p:nvPr userDrawn="1"/>
            </p:nvSpPr>
            <p:spPr>
              <a:xfrm>
                <a:off x="7558088" y="1243013"/>
                <a:ext cx="66675" cy="12700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8" name="Rectangle 95"/>
              <p:cNvSpPr/>
              <p:nvPr userDrawn="1"/>
            </p:nvSpPr>
            <p:spPr>
              <a:xfrm>
                <a:off x="7558088" y="1262063"/>
                <a:ext cx="66675" cy="14288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9" name="Rectangle 96"/>
              <p:cNvSpPr/>
              <p:nvPr userDrawn="1"/>
            </p:nvSpPr>
            <p:spPr>
              <a:xfrm>
                <a:off x="7542213" y="1858963"/>
                <a:ext cx="98425" cy="12700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0" name="Rectangle 97"/>
              <p:cNvSpPr/>
              <p:nvPr userDrawn="1"/>
            </p:nvSpPr>
            <p:spPr>
              <a:xfrm>
                <a:off x="7419976" y="1292225"/>
                <a:ext cx="107950" cy="61913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1" name="Rectangle 98"/>
              <p:cNvSpPr/>
              <p:nvPr userDrawn="1"/>
            </p:nvSpPr>
            <p:spPr>
              <a:xfrm>
                <a:off x="7499351" y="1782763"/>
                <a:ext cx="25400" cy="109538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2" name="Rectangle 99"/>
              <p:cNvSpPr/>
              <p:nvPr userDrawn="1"/>
            </p:nvSpPr>
            <p:spPr>
              <a:xfrm>
                <a:off x="7462838" y="1782763"/>
                <a:ext cx="22225" cy="109538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3" name="Rectangle 100"/>
              <p:cNvSpPr/>
              <p:nvPr userDrawn="1"/>
            </p:nvSpPr>
            <p:spPr>
              <a:xfrm>
                <a:off x="7423151" y="1782763"/>
                <a:ext cx="22225" cy="109538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4" name="Rectangle 101"/>
              <p:cNvSpPr/>
              <p:nvPr userDrawn="1"/>
            </p:nvSpPr>
            <p:spPr>
              <a:xfrm>
                <a:off x="7766051" y="1227138"/>
                <a:ext cx="19050" cy="469900"/>
              </a:xfrm>
              <a:prstGeom prst="rect">
                <a:avLst/>
              </a:prstGeom>
              <a:solidFill>
                <a:srgbClr val="A4928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5" name="Rectangle 102"/>
              <p:cNvSpPr/>
              <p:nvPr userDrawn="1"/>
            </p:nvSpPr>
            <p:spPr>
              <a:xfrm>
                <a:off x="7904163" y="1776413"/>
                <a:ext cx="109538" cy="30163"/>
              </a:xfrm>
              <a:prstGeom prst="rect">
                <a:avLst/>
              </a:prstGeom>
              <a:solidFill>
                <a:srgbClr val="AC6536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6" name="Rectangle 103"/>
              <p:cNvSpPr/>
              <p:nvPr userDrawn="1"/>
            </p:nvSpPr>
            <p:spPr>
              <a:xfrm>
                <a:off x="7904163" y="1819275"/>
                <a:ext cx="109538" cy="26988"/>
              </a:xfrm>
              <a:prstGeom prst="rect">
                <a:avLst/>
              </a:prstGeom>
              <a:solidFill>
                <a:srgbClr val="AC6536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7" name="Rectangle 104"/>
              <p:cNvSpPr/>
              <p:nvPr userDrawn="1"/>
            </p:nvSpPr>
            <p:spPr>
              <a:xfrm>
                <a:off x="8228013" y="1800225"/>
                <a:ext cx="12700" cy="92075"/>
              </a:xfrm>
              <a:prstGeom prst="rect">
                <a:avLst/>
              </a:prstGeom>
              <a:solidFill>
                <a:srgbClr val="88627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8" name="Rectangle 105"/>
              <p:cNvSpPr/>
              <p:nvPr userDrawn="1"/>
            </p:nvSpPr>
            <p:spPr>
              <a:xfrm>
                <a:off x="8253413" y="1800225"/>
                <a:ext cx="17463" cy="92075"/>
              </a:xfrm>
              <a:prstGeom prst="rect">
                <a:avLst/>
              </a:prstGeom>
              <a:solidFill>
                <a:srgbClr val="88627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9" name="Rectangle 106"/>
              <p:cNvSpPr/>
              <p:nvPr userDrawn="1"/>
            </p:nvSpPr>
            <p:spPr>
              <a:xfrm>
                <a:off x="8283576" y="1800225"/>
                <a:ext cx="15875" cy="92075"/>
              </a:xfrm>
              <a:prstGeom prst="rect">
                <a:avLst/>
              </a:prstGeom>
              <a:solidFill>
                <a:srgbClr val="88627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0" name="Rectangle 107"/>
              <p:cNvSpPr/>
              <p:nvPr userDrawn="1"/>
            </p:nvSpPr>
            <p:spPr>
              <a:xfrm>
                <a:off x="6826251" y="1914525"/>
                <a:ext cx="1674813" cy="3678238"/>
              </a:xfrm>
              <a:prstGeom prst="rect">
                <a:avLst/>
              </a:prstGeom>
              <a:solidFill>
                <a:srgbClr val="919DA5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1" name="Rectangle 108"/>
              <p:cNvSpPr/>
              <p:nvPr userDrawn="1"/>
            </p:nvSpPr>
            <p:spPr>
              <a:xfrm>
                <a:off x="6942138" y="2089150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2" name="Rectangle 109"/>
              <p:cNvSpPr/>
              <p:nvPr userDrawn="1"/>
            </p:nvSpPr>
            <p:spPr>
              <a:xfrm>
                <a:off x="6942138" y="3225800"/>
                <a:ext cx="1443038" cy="1090613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3" name="Rectangle 110"/>
              <p:cNvSpPr/>
              <p:nvPr userDrawn="1"/>
            </p:nvSpPr>
            <p:spPr>
              <a:xfrm>
                <a:off x="6942138" y="4365625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4" name="Rectangle 111"/>
              <p:cNvSpPr/>
              <p:nvPr userDrawn="1"/>
            </p:nvSpPr>
            <p:spPr>
              <a:xfrm>
                <a:off x="7399338" y="2312988"/>
                <a:ext cx="508000" cy="271463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5" name="Freeform 112"/>
              <p:cNvSpPr/>
              <p:nvPr userDrawn="1"/>
            </p:nvSpPr>
            <p:spPr>
              <a:xfrm>
                <a:off x="7445376" y="2422525"/>
                <a:ext cx="415925" cy="128588"/>
              </a:xfrm>
              <a:custGeom>
                <a:avLst/>
                <a:gdLst/>
                <a:ahLst/>
                <a:cxnLst>
                  <a:cxn ang="0">
                    <a:pos x="23106" y="0"/>
                  </a:cxn>
                  <a:cxn ang="0">
                    <a:pos x="392818" y="0"/>
                  </a:cxn>
                  <a:cxn ang="0">
                    <a:pos x="415925" y="29674"/>
                  </a:cxn>
                  <a:cxn ang="0">
                    <a:pos x="415925" y="98913"/>
                  </a:cxn>
                  <a:cxn ang="0">
                    <a:pos x="392818" y="128588"/>
                  </a:cxn>
                  <a:cxn ang="0">
                    <a:pos x="23106" y="128588"/>
                  </a:cxn>
                  <a:cxn ang="0">
                    <a:pos x="0" y="98913"/>
                  </a:cxn>
                  <a:cxn ang="0">
                    <a:pos x="0" y="29674"/>
                  </a:cxn>
                  <a:cxn ang="0">
                    <a:pos x="23106" y="0"/>
                  </a:cxn>
                </a:cxnLst>
                <a:rect l="0" t="0" r="0" b="0"/>
                <a:pathLst>
                  <a:path w="126" h="39">
                    <a:moveTo>
                      <a:pt x="7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3" y="0"/>
                      <a:pt x="126" y="4"/>
                      <a:pt x="126" y="9"/>
                    </a:cubicBezTo>
                    <a:cubicBezTo>
                      <a:pt x="126" y="30"/>
                      <a:pt x="126" y="30"/>
                      <a:pt x="126" y="30"/>
                    </a:cubicBezTo>
                    <a:cubicBezTo>
                      <a:pt x="126" y="35"/>
                      <a:pt x="123" y="39"/>
                      <a:pt x="119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3" y="39"/>
                      <a:pt x="0" y="35"/>
                      <a:pt x="0" y="3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6" name="Rectangle 113"/>
              <p:cNvSpPr/>
              <p:nvPr userDrawn="1"/>
            </p:nvSpPr>
            <p:spPr>
              <a:xfrm>
                <a:off x="7399338" y="3408363"/>
                <a:ext cx="508000" cy="269875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7" name="Freeform 114"/>
              <p:cNvSpPr/>
              <p:nvPr userDrawn="1"/>
            </p:nvSpPr>
            <p:spPr>
              <a:xfrm>
                <a:off x="7435851" y="3516313"/>
                <a:ext cx="415925" cy="125413"/>
              </a:xfrm>
              <a:custGeom>
                <a:avLst/>
                <a:gdLst/>
                <a:ahLst/>
                <a:cxnLst>
                  <a:cxn ang="0">
                    <a:pos x="23106" y="0"/>
                  </a:cxn>
                  <a:cxn ang="0">
                    <a:pos x="389517" y="0"/>
                  </a:cxn>
                  <a:cxn ang="0">
                    <a:pos x="415925" y="26402"/>
                  </a:cxn>
                  <a:cxn ang="0">
                    <a:pos x="415925" y="99010"/>
                  </a:cxn>
                  <a:cxn ang="0">
                    <a:pos x="389517" y="125413"/>
                  </a:cxn>
                  <a:cxn ang="0">
                    <a:pos x="23106" y="125413"/>
                  </a:cxn>
                  <a:cxn ang="0">
                    <a:pos x="0" y="99010"/>
                  </a:cxn>
                  <a:cxn ang="0">
                    <a:pos x="0" y="26402"/>
                  </a:cxn>
                  <a:cxn ang="0">
                    <a:pos x="23106" y="0"/>
                  </a:cxn>
                </a:cxnLst>
                <a:rect l="0" t="0" r="0" b="0"/>
                <a:pathLst>
                  <a:path w="126" h="38">
                    <a:moveTo>
                      <a:pt x="7" y="0"/>
                    </a:moveTo>
                    <a:cubicBezTo>
                      <a:pt x="118" y="0"/>
                      <a:pt x="118" y="0"/>
                      <a:pt x="118" y="0"/>
                    </a:cubicBezTo>
                    <a:cubicBezTo>
                      <a:pt x="123" y="0"/>
                      <a:pt x="126" y="3"/>
                      <a:pt x="126" y="8"/>
                    </a:cubicBezTo>
                    <a:cubicBezTo>
                      <a:pt x="126" y="30"/>
                      <a:pt x="126" y="30"/>
                      <a:pt x="126" y="30"/>
                    </a:cubicBezTo>
                    <a:cubicBezTo>
                      <a:pt x="126" y="34"/>
                      <a:pt x="123" y="38"/>
                      <a:pt x="118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3" y="38"/>
                      <a:pt x="0" y="34"/>
                      <a:pt x="0" y="3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8" name="Rectangle 115"/>
              <p:cNvSpPr/>
              <p:nvPr userDrawn="1"/>
            </p:nvSpPr>
            <p:spPr>
              <a:xfrm>
                <a:off x="7402513" y="4533900"/>
                <a:ext cx="508000" cy="271463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9" name="Freeform 116"/>
              <p:cNvSpPr/>
              <p:nvPr userDrawn="1"/>
            </p:nvSpPr>
            <p:spPr>
              <a:xfrm>
                <a:off x="7445376" y="4640263"/>
                <a:ext cx="415925" cy="128588"/>
              </a:xfrm>
              <a:custGeom>
                <a:avLst/>
                <a:gdLst/>
                <a:ahLst/>
                <a:cxnLst>
                  <a:cxn ang="0">
                    <a:pos x="23106" y="0"/>
                  </a:cxn>
                  <a:cxn ang="0">
                    <a:pos x="392818" y="0"/>
                  </a:cxn>
                  <a:cxn ang="0">
                    <a:pos x="415925" y="29674"/>
                  </a:cxn>
                  <a:cxn ang="0">
                    <a:pos x="415925" y="102210"/>
                  </a:cxn>
                  <a:cxn ang="0">
                    <a:pos x="392818" y="128588"/>
                  </a:cxn>
                  <a:cxn ang="0">
                    <a:pos x="23106" y="128588"/>
                  </a:cxn>
                  <a:cxn ang="0">
                    <a:pos x="0" y="102210"/>
                  </a:cxn>
                  <a:cxn ang="0">
                    <a:pos x="0" y="29674"/>
                  </a:cxn>
                  <a:cxn ang="0">
                    <a:pos x="23106" y="0"/>
                  </a:cxn>
                </a:cxnLst>
                <a:rect l="0" t="0" r="0" b="0"/>
                <a:pathLst>
                  <a:path w="126" h="39">
                    <a:moveTo>
                      <a:pt x="7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3" y="0"/>
                      <a:pt x="126" y="4"/>
                      <a:pt x="126" y="9"/>
                    </a:cubicBezTo>
                    <a:cubicBezTo>
                      <a:pt x="126" y="31"/>
                      <a:pt x="126" y="31"/>
                      <a:pt x="126" y="31"/>
                    </a:cubicBezTo>
                    <a:cubicBezTo>
                      <a:pt x="126" y="35"/>
                      <a:pt x="123" y="39"/>
                      <a:pt x="119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3" y="39"/>
                      <a:pt x="0" y="35"/>
                      <a:pt x="0" y="3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0" name="Freeform 117"/>
              <p:cNvSpPr/>
              <p:nvPr userDrawn="1"/>
            </p:nvSpPr>
            <p:spPr>
              <a:xfrm>
                <a:off x="8207376" y="2879725"/>
                <a:ext cx="520700" cy="284163"/>
              </a:xfrm>
              <a:custGeom>
                <a:avLst/>
                <a:gdLst/>
                <a:ahLst/>
                <a:cxnLst>
                  <a:cxn ang="0">
                    <a:pos x="520700" y="171819"/>
                  </a:cxn>
                  <a:cxn ang="0">
                    <a:pos x="309783" y="9912"/>
                  </a:cxn>
                  <a:cxn ang="0">
                    <a:pos x="141709" y="23129"/>
                  </a:cxn>
                  <a:cxn ang="0">
                    <a:pos x="9886" y="148689"/>
                  </a:cxn>
                  <a:cxn ang="0">
                    <a:pos x="46137" y="158602"/>
                  </a:cxn>
                  <a:cxn ang="0">
                    <a:pos x="98867" y="132168"/>
                  </a:cxn>
                  <a:cxn ang="0">
                    <a:pos x="141709" y="99126"/>
                  </a:cxn>
                  <a:cxn ang="0">
                    <a:pos x="204325" y="85909"/>
                  </a:cxn>
                  <a:cxn ang="0">
                    <a:pos x="115344" y="135473"/>
                  </a:cxn>
                  <a:cxn ang="0">
                    <a:pos x="46137" y="201557"/>
                  </a:cxn>
                  <a:cxn ang="0">
                    <a:pos x="85684" y="214774"/>
                  </a:cxn>
                  <a:cxn ang="0">
                    <a:pos x="161482" y="168515"/>
                  </a:cxn>
                  <a:cxn ang="0">
                    <a:pos x="224098" y="148689"/>
                  </a:cxn>
                  <a:cxn ang="0">
                    <a:pos x="257054" y="194949"/>
                  </a:cxn>
                  <a:cxn ang="0">
                    <a:pos x="398763" y="274250"/>
                  </a:cxn>
                  <a:cxn ang="0">
                    <a:pos x="520700" y="171819"/>
                  </a:cxn>
                </a:cxnLst>
                <a:rect l="0" t="0" r="0" b="0"/>
                <a:pathLst>
                  <a:path w="158" h="86">
                    <a:moveTo>
                      <a:pt x="158" y="52"/>
                    </a:moveTo>
                    <a:cubicBezTo>
                      <a:pt x="149" y="48"/>
                      <a:pt x="98" y="5"/>
                      <a:pt x="94" y="3"/>
                    </a:cubicBezTo>
                    <a:cubicBezTo>
                      <a:pt x="90" y="0"/>
                      <a:pt x="47" y="4"/>
                      <a:pt x="43" y="7"/>
                    </a:cubicBezTo>
                    <a:cubicBezTo>
                      <a:pt x="39" y="10"/>
                      <a:pt x="0" y="43"/>
                      <a:pt x="3" y="45"/>
                    </a:cubicBezTo>
                    <a:cubicBezTo>
                      <a:pt x="6" y="47"/>
                      <a:pt x="8" y="48"/>
                      <a:pt x="14" y="48"/>
                    </a:cubicBezTo>
                    <a:cubicBezTo>
                      <a:pt x="20" y="49"/>
                      <a:pt x="30" y="40"/>
                      <a:pt x="30" y="40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2" y="26"/>
                      <a:pt x="62" y="26"/>
                      <a:pt x="62" y="26"/>
                    </a:cubicBezTo>
                    <a:cubicBezTo>
                      <a:pt x="56" y="27"/>
                      <a:pt x="37" y="38"/>
                      <a:pt x="35" y="41"/>
                    </a:cubicBezTo>
                    <a:cubicBezTo>
                      <a:pt x="27" y="50"/>
                      <a:pt x="13" y="61"/>
                      <a:pt x="14" y="61"/>
                    </a:cubicBezTo>
                    <a:cubicBezTo>
                      <a:pt x="14" y="62"/>
                      <a:pt x="19" y="64"/>
                      <a:pt x="26" y="65"/>
                    </a:cubicBezTo>
                    <a:cubicBezTo>
                      <a:pt x="32" y="66"/>
                      <a:pt x="49" y="51"/>
                      <a:pt x="49" y="51"/>
                    </a:cubicBezTo>
                    <a:cubicBezTo>
                      <a:pt x="50" y="50"/>
                      <a:pt x="64" y="46"/>
                      <a:pt x="68" y="45"/>
                    </a:cubicBezTo>
                    <a:cubicBezTo>
                      <a:pt x="68" y="46"/>
                      <a:pt x="78" y="58"/>
                      <a:pt x="78" y="59"/>
                    </a:cubicBezTo>
                    <a:cubicBezTo>
                      <a:pt x="101" y="86"/>
                      <a:pt x="122" y="81"/>
                      <a:pt x="121" y="83"/>
                    </a:cubicBezTo>
                    <a:lnTo>
                      <a:pt x="158" y="52"/>
                    </a:lnTo>
                    <a:close/>
                  </a:path>
                </a:pathLst>
              </a:custGeom>
              <a:solidFill>
                <a:srgbClr val="FAC7B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1" name="Freeform 118"/>
              <p:cNvSpPr/>
              <p:nvPr userDrawn="1"/>
            </p:nvSpPr>
            <p:spPr>
              <a:xfrm>
                <a:off x="8177213" y="2851150"/>
                <a:ext cx="339725" cy="104775"/>
              </a:xfrm>
              <a:custGeom>
                <a:avLst/>
                <a:gdLst/>
                <a:ahLst/>
                <a:cxnLst>
                  <a:cxn ang="0">
                    <a:pos x="339725" y="39290"/>
                  </a:cxn>
                  <a:cxn ang="0">
                    <a:pos x="178108" y="6548"/>
                  </a:cxn>
                  <a:cxn ang="0">
                    <a:pos x="19789" y="65484"/>
                  </a:cxn>
                  <a:cxn ang="0">
                    <a:pos x="85755" y="81855"/>
                  </a:cxn>
                  <a:cxn ang="0">
                    <a:pos x="174809" y="68758"/>
                  </a:cxn>
                  <a:cxn ang="0">
                    <a:pos x="293548" y="101500"/>
                  </a:cxn>
                  <a:cxn ang="0">
                    <a:pos x="339725" y="39290"/>
                  </a:cxn>
                </a:cxnLst>
                <a:rect l="0" t="0" r="0" b="0"/>
                <a:pathLst>
                  <a:path w="103" h="32">
                    <a:moveTo>
                      <a:pt x="103" y="12"/>
                    </a:moveTo>
                    <a:cubicBezTo>
                      <a:pt x="100" y="10"/>
                      <a:pt x="64" y="0"/>
                      <a:pt x="54" y="2"/>
                    </a:cubicBezTo>
                    <a:cubicBezTo>
                      <a:pt x="43" y="5"/>
                      <a:pt x="0" y="14"/>
                      <a:pt x="6" y="20"/>
                    </a:cubicBezTo>
                    <a:cubicBezTo>
                      <a:pt x="11" y="25"/>
                      <a:pt x="25" y="24"/>
                      <a:pt x="26" y="25"/>
                    </a:cubicBezTo>
                    <a:cubicBezTo>
                      <a:pt x="27" y="25"/>
                      <a:pt x="52" y="20"/>
                      <a:pt x="53" y="21"/>
                    </a:cubicBezTo>
                    <a:cubicBezTo>
                      <a:pt x="55" y="22"/>
                      <a:pt x="88" y="32"/>
                      <a:pt x="89" y="31"/>
                    </a:cubicBezTo>
                    <a:cubicBezTo>
                      <a:pt x="90" y="30"/>
                      <a:pt x="103" y="12"/>
                      <a:pt x="103" y="12"/>
                    </a:cubicBezTo>
                    <a:close/>
                  </a:path>
                </a:pathLst>
              </a:custGeom>
              <a:solidFill>
                <a:srgbClr val="FAC7B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2" name="Freeform 119"/>
              <p:cNvSpPr/>
              <p:nvPr userDrawn="1"/>
            </p:nvSpPr>
            <p:spPr>
              <a:xfrm>
                <a:off x="8528051" y="2976563"/>
                <a:ext cx="138113" cy="239713"/>
              </a:xfrm>
              <a:custGeom>
                <a:avLst/>
                <a:gdLst/>
                <a:ahLst/>
                <a:cxnLst>
                  <a:cxn ang="0">
                    <a:pos x="62479" y="239713"/>
                  </a:cxn>
                  <a:cxn ang="0">
                    <a:pos x="0" y="229861"/>
                  </a:cxn>
                  <a:cxn ang="0">
                    <a:pos x="85498" y="0"/>
                  </a:cxn>
                  <a:cxn ang="0">
                    <a:pos x="138113" y="29553"/>
                  </a:cxn>
                  <a:cxn ang="0">
                    <a:pos x="62479" y="239713"/>
                  </a:cxn>
                </a:cxnLst>
                <a:rect l="0" t="0" r="0" b="0"/>
                <a:pathLst>
                  <a:path w="42" h="73">
                    <a:moveTo>
                      <a:pt x="19" y="73"/>
                    </a:moveTo>
                    <a:cubicBezTo>
                      <a:pt x="18" y="72"/>
                      <a:pt x="0" y="70"/>
                      <a:pt x="0" y="70"/>
                    </a:cubicBezTo>
                    <a:cubicBezTo>
                      <a:pt x="0" y="70"/>
                      <a:pt x="25" y="0"/>
                      <a:pt x="26" y="0"/>
                    </a:cubicBezTo>
                    <a:cubicBezTo>
                      <a:pt x="26" y="1"/>
                      <a:pt x="42" y="9"/>
                      <a:pt x="42" y="9"/>
                    </a:cubicBezTo>
                    <a:lnTo>
                      <a:pt x="19" y="7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3" name="Freeform 120"/>
              <p:cNvSpPr/>
              <p:nvPr userDrawn="1"/>
            </p:nvSpPr>
            <p:spPr>
              <a:xfrm>
                <a:off x="8524876" y="2557463"/>
                <a:ext cx="1371600" cy="1035050"/>
              </a:xfrm>
              <a:custGeom>
                <a:avLst/>
                <a:gdLst/>
                <a:ahLst/>
                <a:cxnLst>
                  <a:cxn ang="0">
                    <a:pos x="1121019" y="82408"/>
                  </a:cxn>
                  <a:cxn ang="0">
                    <a:pos x="751742" y="718601"/>
                  </a:cxn>
                  <a:cxn ang="0">
                    <a:pos x="95616" y="474672"/>
                  </a:cxn>
                  <a:cxn ang="0">
                    <a:pos x="0" y="738379"/>
                  </a:cxn>
                  <a:cxn ang="0">
                    <a:pos x="794604" y="1035050"/>
                  </a:cxn>
                  <a:cxn ang="0">
                    <a:pos x="1358411" y="194483"/>
                  </a:cxn>
                  <a:cxn ang="0">
                    <a:pos x="1121019" y="82408"/>
                  </a:cxn>
                </a:cxnLst>
                <a:rect l="0" t="0" r="0" b="0"/>
                <a:pathLst>
                  <a:path w="416" h="314">
                    <a:moveTo>
                      <a:pt x="340" y="25"/>
                    </a:moveTo>
                    <a:cubicBezTo>
                      <a:pt x="340" y="25"/>
                      <a:pt x="228" y="218"/>
                      <a:pt x="228" y="218"/>
                    </a:cubicBezTo>
                    <a:cubicBezTo>
                      <a:pt x="134" y="178"/>
                      <a:pt x="29" y="143"/>
                      <a:pt x="29" y="14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1" y="224"/>
                      <a:pt x="130" y="272"/>
                      <a:pt x="241" y="314"/>
                    </a:cubicBezTo>
                    <a:cubicBezTo>
                      <a:pt x="272" y="304"/>
                      <a:pt x="406" y="137"/>
                      <a:pt x="412" y="59"/>
                    </a:cubicBezTo>
                    <a:cubicBezTo>
                      <a:pt x="416" y="11"/>
                      <a:pt x="377" y="0"/>
                      <a:pt x="340" y="25"/>
                    </a:cubicBezTo>
                    <a:close/>
                  </a:path>
                </a:pathLst>
              </a:custGeom>
              <a:solidFill>
                <a:srgbClr val="3938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4" name="Freeform 121"/>
              <p:cNvSpPr/>
              <p:nvPr userDrawn="1"/>
            </p:nvSpPr>
            <p:spPr>
              <a:xfrm>
                <a:off x="5286376" y="2043113"/>
                <a:ext cx="1454150" cy="1531938"/>
              </a:xfrm>
              <a:custGeom>
                <a:avLst/>
                <a:gdLst/>
                <a:ahLst/>
                <a:cxnLst>
                  <a:cxn ang="0">
                    <a:pos x="23081" y="1512171"/>
                  </a:cxn>
                  <a:cxn ang="0">
                    <a:pos x="52758" y="405222"/>
                  </a:cxn>
                  <a:cxn ang="0">
                    <a:pos x="501203" y="46122"/>
                  </a:cxn>
                  <a:cxn ang="0">
                    <a:pos x="725426" y="0"/>
                  </a:cxn>
                  <a:cxn ang="0">
                    <a:pos x="952946" y="46122"/>
                  </a:cxn>
                  <a:cxn ang="0">
                    <a:pos x="1398094" y="405222"/>
                  </a:cxn>
                  <a:cxn ang="0">
                    <a:pos x="1427770" y="1512171"/>
                  </a:cxn>
                  <a:cxn ang="0">
                    <a:pos x="725426" y="1531938"/>
                  </a:cxn>
                  <a:cxn ang="0">
                    <a:pos x="23081" y="1512171"/>
                  </a:cxn>
                </a:cxnLst>
                <a:rect l="0" t="0" r="0" b="0"/>
                <a:pathLst>
                  <a:path w="441" h="465">
                    <a:moveTo>
                      <a:pt x="7" y="459"/>
                    </a:moveTo>
                    <a:cubicBezTo>
                      <a:pt x="7" y="438"/>
                      <a:pt x="0" y="182"/>
                      <a:pt x="16" y="123"/>
                    </a:cubicBezTo>
                    <a:cubicBezTo>
                      <a:pt x="33" y="65"/>
                      <a:pt x="88" y="29"/>
                      <a:pt x="152" y="14"/>
                    </a:cubicBezTo>
                    <a:cubicBezTo>
                      <a:pt x="170" y="10"/>
                      <a:pt x="194" y="4"/>
                      <a:pt x="220" y="0"/>
                    </a:cubicBezTo>
                    <a:cubicBezTo>
                      <a:pt x="246" y="4"/>
                      <a:pt x="270" y="10"/>
                      <a:pt x="289" y="14"/>
                    </a:cubicBezTo>
                    <a:cubicBezTo>
                      <a:pt x="352" y="29"/>
                      <a:pt x="407" y="65"/>
                      <a:pt x="424" y="123"/>
                    </a:cubicBezTo>
                    <a:cubicBezTo>
                      <a:pt x="441" y="182"/>
                      <a:pt x="433" y="438"/>
                      <a:pt x="433" y="459"/>
                    </a:cubicBezTo>
                    <a:cubicBezTo>
                      <a:pt x="220" y="465"/>
                      <a:pt x="220" y="465"/>
                      <a:pt x="220" y="465"/>
                    </a:cubicBezTo>
                    <a:lnTo>
                      <a:pt x="7" y="459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5" name="Freeform 122"/>
              <p:cNvSpPr/>
              <p:nvPr userDrawn="1"/>
            </p:nvSpPr>
            <p:spPr>
              <a:xfrm>
                <a:off x="5408613" y="2435225"/>
                <a:ext cx="1179513" cy="1598613"/>
              </a:xfrm>
              <a:custGeom>
                <a:avLst/>
                <a:gdLst/>
                <a:ahLst/>
                <a:cxnLst>
                  <a:cxn ang="0">
                    <a:pos x="207567" y="79106"/>
                  </a:cxn>
                  <a:cxn ang="0">
                    <a:pos x="29652" y="184582"/>
                  </a:cxn>
                  <a:cxn ang="0">
                    <a:pos x="118610" y="1272298"/>
                  </a:cxn>
                  <a:cxn ang="0">
                    <a:pos x="230631" y="1529394"/>
                  </a:cxn>
                  <a:cxn ang="0">
                    <a:pos x="589756" y="1598613"/>
                  </a:cxn>
                  <a:cxn ang="0">
                    <a:pos x="589756" y="1598613"/>
                  </a:cxn>
                  <a:cxn ang="0">
                    <a:pos x="948881" y="1529394"/>
                  </a:cxn>
                  <a:cxn ang="0">
                    <a:pos x="1060902" y="1272298"/>
                  </a:cxn>
                  <a:cxn ang="0">
                    <a:pos x="1149860" y="184582"/>
                  </a:cxn>
                  <a:cxn ang="0">
                    <a:pos x="971945" y="79106"/>
                  </a:cxn>
                  <a:cxn ang="0">
                    <a:pos x="853334" y="16480"/>
                  </a:cxn>
                  <a:cxn ang="0">
                    <a:pos x="589756" y="72514"/>
                  </a:cxn>
                  <a:cxn ang="0">
                    <a:pos x="589756" y="72514"/>
                  </a:cxn>
                  <a:cxn ang="0">
                    <a:pos x="359125" y="16480"/>
                  </a:cxn>
                  <a:cxn ang="0">
                    <a:pos x="316293" y="49441"/>
                  </a:cxn>
                  <a:cxn ang="0">
                    <a:pos x="207567" y="79106"/>
                  </a:cxn>
                </a:cxnLst>
                <a:rect l="0" t="0" r="0" b="0"/>
                <a:pathLst>
                  <a:path w="358" h="485">
                    <a:moveTo>
                      <a:pt x="63" y="24"/>
                    </a:moveTo>
                    <a:cubicBezTo>
                      <a:pt x="52" y="32"/>
                      <a:pt x="18" y="37"/>
                      <a:pt x="9" y="56"/>
                    </a:cubicBezTo>
                    <a:cubicBezTo>
                      <a:pt x="0" y="75"/>
                      <a:pt x="31" y="320"/>
                      <a:pt x="36" y="386"/>
                    </a:cubicBezTo>
                    <a:cubicBezTo>
                      <a:pt x="41" y="453"/>
                      <a:pt x="55" y="443"/>
                      <a:pt x="70" y="464"/>
                    </a:cubicBezTo>
                    <a:cubicBezTo>
                      <a:pt x="79" y="478"/>
                      <a:pt x="129" y="485"/>
                      <a:pt x="179" y="485"/>
                    </a:cubicBezTo>
                    <a:cubicBezTo>
                      <a:pt x="179" y="485"/>
                      <a:pt x="179" y="485"/>
                      <a:pt x="179" y="485"/>
                    </a:cubicBezTo>
                    <a:cubicBezTo>
                      <a:pt x="229" y="485"/>
                      <a:pt x="279" y="478"/>
                      <a:pt x="288" y="464"/>
                    </a:cubicBezTo>
                    <a:cubicBezTo>
                      <a:pt x="303" y="443"/>
                      <a:pt x="317" y="453"/>
                      <a:pt x="322" y="386"/>
                    </a:cubicBezTo>
                    <a:cubicBezTo>
                      <a:pt x="327" y="320"/>
                      <a:pt x="358" y="75"/>
                      <a:pt x="349" y="56"/>
                    </a:cubicBezTo>
                    <a:cubicBezTo>
                      <a:pt x="340" y="37"/>
                      <a:pt x="306" y="32"/>
                      <a:pt x="295" y="24"/>
                    </a:cubicBezTo>
                    <a:cubicBezTo>
                      <a:pt x="291" y="22"/>
                      <a:pt x="279" y="11"/>
                      <a:pt x="259" y="5"/>
                    </a:cubicBezTo>
                    <a:cubicBezTo>
                      <a:pt x="238" y="0"/>
                      <a:pt x="202" y="21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57" y="21"/>
                      <a:pt x="129" y="4"/>
                      <a:pt x="109" y="5"/>
                    </a:cubicBezTo>
                    <a:cubicBezTo>
                      <a:pt x="103" y="5"/>
                      <a:pt x="101" y="14"/>
                      <a:pt x="96" y="15"/>
                    </a:cubicBezTo>
                    <a:cubicBezTo>
                      <a:pt x="79" y="20"/>
                      <a:pt x="66" y="23"/>
                      <a:pt x="63" y="24"/>
                    </a:cubicBezTo>
                    <a:close/>
                  </a:path>
                </a:pathLst>
              </a:custGeom>
              <a:solidFill>
                <a:srgbClr val="DFE9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6" name="Freeform 123"/>
              <p:cNvSpPr/>
              <p:nvPr userDrawn="1"/>
            </p:nvSpPr>
            <p:spPr>
              <a:xfrm>
                <a:off x="6081713" y="2452688"/>
                <a:ext cx="530225" cy="1587500"/>
              </a:xfrm>
              <a:custGeom>
                <a:avLst/>
                <a:gdLst/>
                <a:ahLst/>
                <a:cxnLst>
                  <a:cxn ang="0">
                    <a:pos x="181132" y="0"/>
                  </a:cxn>
                  <a:cxn ang="0">
                    <a:pos x="0" y="1587500"/>
                  </a:cxn>
                  <a:cxn ang="0">
                    <a:pos x="451185" y="1538096"/>
                  </a:cxn>
                  <a:cxn ang="0">
                    <a:pos x="530225" y="95513"/>
                  </a:cxn>
                  <a:cxn ang="0">
                    <a:pos x="181132" y="0"/>
                  </a:cxn>
                </a:cxnLst>
                <a:rect l="0" t="0" r="0" b="0"/>
                <a:pathLst>
                  <a:path w="161" h="482">
                    <a:moveTo>
                      <a:pt x="55" y="0"/>
                    </a:moveTo>
                    <a:cubicBezTo>
                      <a:pt x="55" y="21"/>
                      <a:pt x="0" y="482"/>
                      <a:pt x="0" y="482"/>
                    </a:cubicBezTo>
                    <a:cubicBezTo>
                      <a:pt x="0" y="482"/>
                      <a:pt x="139" y="477"/>
                      <a:pt x="137" y="467"/>
                    </a:cubicBezTo>
                    <a:cubicBezTo>
                      <a:pt x="136" y="457"/>
                      <a:pt x="161" y="29"/>
                      <a:pt x="161" y="29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7" name="Freeform 124"/>
              <p:cNvSpPr/>
              <p:nvPr userDrawn="1"/>
            </p:nvSpPr>
            <p:spPr>
              <a:xfrm>
                <a:off x="6499226" y="2759075"/>
                <a:ext cx="57150" cy="573088"/>
              </a:xfrm>
              <a:custGeom>
                <a:avLst/>
                <a:gdLst/>
                <a:ahLst/>
                <a:cxnLst>
                  <a:cxn ang="0">
                    <a:pos x="20170" y="0"/>
                  </a:cxn>
                  <a:cxn ang="0">
                    <a:pos x="0" y="569794"/>
                  </a:cxn>
                  <a:cxn ang="0">
                    <a:pos x="57150" y="573088"/>
                  </a:cxn>
                  <a:cxn ang="0">
                    <a:pos x="20170" y="0"/>
                  </a:cxn>
                </a:cxnLst>
                <a:rect l="0" t="0" r="0" b="0"/>
                <a:pathLst>
                  <a:path w="17" h="174">
                    <a:moveTo>
                      <a:pt x="6" y="0"/>
                    </a:moveTo>
                    <a:cubicBezTo>
                      <a:pt x="3" y="0"/>
                      <a:pt x="0" y="173"/>
                      <a:pt x="0" y="173"/>
                    </a:cubicBezTo>
                    <a:cubicBezTo>
                      <a:pt x="17" y="174"/>
                      <a:pt x="17" y="174"/>
                      <a:pt x="17" y="17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7373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8" name="Freeform 125"/>
              <p:cNvSpPr/>
              <p:nvPr userDrawn="1"/>
            </p:nvSpPr>
            <p:spPr>
              <a:xfrm>
                <a:off x="6499226" y="2541588"/>
                <a:ext cx="238125" cy="776288"/>
              </a:xfrm>
              <a:custGeom>
                <a:avLst/>
                <a:gdLst/>
                <a:ahLst/>
                <a:cxnLst>
                  <a:cxn ang="0">
                    <a:pos x="0" y="29604"/>
                  </a:cxn>
                  <a:cxn ang="0">
                    <a:pos x="76067" y="0"/>
                  </a:cxn>
                  <a:cxn ang="0">
                    <a:pos x="168671" y="9868"/>
                  </a:cxn>
                  <a:cxn ang="0">
                    <a:pos x="224895" y="213808"/>
                  </a:cxn>
                  <a:cxn ang="0">
                    <a:pos x="234817" y="746683"/>
                  </a:cxn>
                  <a:cxn ang="0">
                    <a:pos x="33072" y="766419"/>
                  </a:cxn>
                  <a:cxn ang="0">
                    <a:pos x="0" y="29604"/>
                  </a:cxn>
                </a:cxnLst>
                <a:rect l="0" t="0" r="0" b="0"/>
                <a:pathLst>
                  <a:path w="72" h="236">
                    <a:moveTo>
                      <a:pt x="0" y="9"/>
                    </a:moveTo>
                    <a:cubicBezTo>
                      <a:pt x="2" y="5"/>
                      <a:pt x="23" y="0"/>
                      <a:pt x="23" y="0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70" y="6"/>
                      <a:pt x="67" y="39"/>
                      <a:pt x="68" y="65"/>
                    </a:cubicBezTo>
                    <a:cubicBezTo>
                      <a:pt x="69" y="118"/>
                      <a:pt x="71" y="221"/>
                      <a:pt x="71" y="227"/>
                    </a:cubicBezTo>
                    <a:cubicBezTo>
                      <a:pt x="72" y="236"/>
                      <a:pt x="10" y="233"/>
                      <a:pt x="10" y="233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9" name="Freeform 126"/>
              <p:cNvSpPr/>
              <p:nvPr userDrawn="1"/>
            </p:nvSpPr>
            <p:spPr>
              <a:xfrm>
                <a:off x="6137276" y="2452688"/>
                <a:ext cx="303213" cy="1103313"/>
              </a:xfrm>
              <a:custGeom>
                <a:avLst/>
                <a:gdLst/>
                <a:ahLst/>
                <a:cxnLst>
                  <a:cxn ang="0">
                    <a:pos x="303213" y="128587"/>
                  </a:cxn>
                  <a:cxn ang="0">
                    <a:pos x="198437" y="441325"/>
                  </a:cxn>
                  <a:cxn ang="0">
                    <a:pos x="115887" y="434975"/>
                  </a:cxn>
                  <a:cxn ang="0">
                    <a:pos x="193675" y="506412"/>
                  </a:cxn>
                  <a:cxn ang="0">
                    <a:pos x="0" y="1103313"/>
                  </a:cxn>
                  <a:cxn ang="0">
                    <a:pos x="82550" y="15875"/>
                  </a:cxn>
                  <a:cxn ang="0">
                    <a:pos x="125412" y="0"/>
                  </a:cxn>
                  <a:cxn ang="0">
                    <a:pos x="303213" y="128587"/>
                  </a:cxn>
                </a:cxnLst>
                <a:rect l="0" t="0" r="0" b="0"/>
                <a:pathLst>
                  <a:path w="191" h="695">
                    <a:moveTo>
                      <a:pt x="191" y="81"/>
                    </a:moveTo>
                    <a:lnTo>
                      <a:pt x="125" y="278"/>
                    </a:lnTo>
                    <a:lnTo>
                      <a:pt x="73" y="274"/>
                    </a:lnTo>
                    <a:lnTo>
                      <a:pt x="122" y="319"/>
                    </a:lnTo>
                    <a:lnTo>
                      <a:pt x="0" y="695"/>
                    </a:lnTo>
                    <a:lnTo>
                      <a:pt x="52" y="10"/>
                    </a:lnTo>
                    <a:lnTo>
                      <a:pt x="79" y="0"/>
                    </a:lnTo>
                    <a:lnTo>
                      <a:pt x="191" y="81"/>
                    </a:lnTo>
                    <a:close/>
                  </a:path>
                </a:pathLst>
              </a:custGeom>
              <a:solidFill>
                <a:srgbClr val="4B4A4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0" name="Freeform 127"/>
              <p:cNvSpPr/>
              <p:nvPr userDrawn="1"/>
            </p:nvSpPr>
            <p:spPr>
              <a:xfrm>
                <a:off x="5873751" y="2725738"/>
                <a:ext cx="260350" cy="1069975"/>
              </a:xfrm>
              <a:custGeom>
                <a:avLst/>
                <a:gdLst/>
                <a:ahLst/>
                <a:cxnLst>
                  <a:cxn ang="0">
                    <a:pos x="131762" y="1069975"/>
                  </a:cxn>
                  <a:cxn ang="0">
                    <a:pos x="0" y="885825"/>
                  </a:cxn>
                  <a:cxn ang="0">
                    <a:pos x="88900" y="0"/>
                  </a:cxn>
                  <a:cxn ang="0">
                    <a:pos x="196850" y="0"/>
                  </a:cxn>
                  <a:cxn ang="0">
                    <a:pos x="260350" y="889000"/>
                  </a:cxn>
                  <a:cxn ang="0">
                    <a:pos x="131762" y="1069975"/>
                  </a:cxn>
                </a:cxnLst>
                <a:rect l="0" t="0" r="0" b="0"/>
                <a:pathLst>
                  <a:path w="164" h="674">
                    <a:moveTo>
                      <a:pt x="83" y="674"/>
                    </a:moveTo>
                    <a:lnTo>
                      <a:pt x="0" y="558"/>
                    </a:lnTo>
                    <a:lnTo>
                      <a:pt x="56" y="0"/>
                    </a:lnTo>
                    <a:lnTo>
                      <a:pt x="124" y="0"/>
                    </a:lnTo>
                    <a:lnTo>
                      <a:pt x="164" y="560"/>
                    </a:lnTo>
                    <a:lnTo>
                      <a:pt x="83" y="674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1" name="Freeform 128"/>
              <p:cNvSpPr/>
              <p:nvPr userDrawn="1"/>
            </p:nvSpPr>
            <p:spPr>
              <a:xfrm>
                <a:off x="5414963" y="2444750"/>
                <a:ext cx="534988" cy="1589088"/>
              </a:xfrm>
              <a:custGeom>
                <a:avLst/>
                <a:gdLst/>
                <a:ahLst/>
                <a:cxnLst>
                  <a:cxn ang="0">
                    <a:pos x="353356" y="0"/>
                  </a:cxn>
                  <a:cxn ang="0">
                    <a:pos x="534988" y="1589088"/>
                  </a:cxn>
                  <a:cxn ang="0">
                    <a:pos x="79257" y="1539635"/>
                  </a:cxn>
                  <a:cxn ang="0">
                    <a:pos x="0" y="95609"/>
                  </a:cxn>
                  <a:cxn ang="0">
                    <a:pos x="353356" y="0"/>
                  </a:cxn>
                </a:cxnLst>
                <a:rect l="0" t="0" r="0" b="0"/>
                <a:pathLst>
                  <a:path w="162" h="482">
                    <a:moveTo>
                      <a:pt x="107" y="0"/>
                    </a:moveTo>
                    <a:cubicBezTo>
                      <a:pt x="107" y="20"/>
                      <a:pt x="162" y="482"/>
                      <a:pt x="162" y="482"/>
                    </a:cubicBezTo>
                    <a:cubicBezTo>
                      <a:pt x="162" y="482"/>
                      <a:pt x="23" y="477"/>
                      <a:pt x="24" y="467"/>
                    </a:cubicBezTo>
                    <a:cubicBezTo>
                      <a:pt x="26" y="456"/>
                      <a:pt x="0" y="29"/>
                      <a:pt x="0" y="29"/>
                    </a:cubicBez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2" name="Freeform 129"/>
              <p:cNvSpPr/>
              <p:nvPr userDrawn="1"/>
            </p:nvSpPr>
            <p:spPr>
              <a:xfrm>
                <a:off x="5576888" y="2444750"/>
                <a:ext cx="315913" cy="1104900"/>
              </a:xfrm>
              <a:custGeom>
                <a:avLst/>
                <a:gdLst/>
                <a:ahLst/>
                <a:cxnLst>
                  <a:cxn ang="0">
                    <a:pos x="0" y="128587"/>
                  </a:cxn>
                  <a:cxn ang="0">
                    <a:pos x="115887" y="442912"/>
                  </a:cxn>
                  <a:cxn ang="0">
                    <a:pos x="196850" y="431800"/>
                  </a:cxn>
                  <a:cxn ang="0">
                    <a:pos x="122237" y="508000"/>
                  </a:cxn>
                  <a:cxn ang="0">
                    <a:pos x="315913" y="1104900"/>
                  </a:cxn>
                  <a:cxn ang="0">
                    <a:pos x="247650" y="7937"/>
                  </a:cxn>
                  <a:cxn ang="0">
                    <a:pos x="190500" y="0"/>
                  </a:cxn>
                  <a:cxn ang="0">
                    <a:pos x="0" y="128587"/>
                  </a:cxn>
                </a:cxnLst>
                <a:rect l="0" t="0" r="0" b="0"/>
                <a:pathLst>
                  <a:path w="199" h="696">
                    <a:moveTo>
                      <a:pt x="0" y="81"/>
                    </a:moveTo>
                    <a:lnTo>
                      <a:pt x="73" y="279"/>
                    </a:lnTo>
                    <a:lnTo>
                      <a:pt x="124" y="272"/>
                    </a:lnTo>
                    <a:lnTo>
                      <a:pt x="77" y="320"/>
                    </a:lnTo>
                    <a:lnTo>
                      <a:pt x="199" y="696"/>
                    </a:lnTo>
                    <a:lnTo>
                      <a:pt x="156" y="5"/>
                    </a:lnTo>
                    <a:lnTo>
                      <a:pt x="120" y="0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4B4A4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3" name="Freeform 130"/>
              <p:cNvSpPr/>
              <p:nvPr userDrawn="1"/>
            </p:nvSpPr>
            <p:spPr>
              <a:xfrm>
                <a:off x="5788026" y="2370138"/>
                <a:ext cx="438150" cy="168275"/>
              </a:xfrm>
              <a:custGeom>
                <a:avLst/>
                <a:gdLst/>
                <a:ahLst/>
                <a:cxnLst>
                  <a:cxn ang="0">
                    <a:pos x="0" y="6350"/>
                  </a:cxn>
                  <a:cxn ang="0">
                    <a:pos x="438150" y="0"/>
                  </a:cxn>
                  <a:cxn ang="0">
                    <a:pos x="404812" y="168275"/>
                  </a:cxn>
                  <a:cxn ang="0">
                    <a:pos x="42862" y="168275"/>
                  </a:cxn>
                  <a:cxn ang="0">
                    <a:pos x="0" y="6350"/>
                  </a:cxn>
                </a:cxnLst>
                <a:rect l="0" t="0" r="0" b="0"/>
                <a:pathLst>
                  <a:path w="276" h="106">
                    <a:moveTo>
                      <a:pt x="0" y="4"/>
                    </a:moveTo>
                    <a:lnTo>
                      <a:pt x="276" y="0"/>
                    </a:lnTo>
                    <a:lnTo>
                      <a:pt x="255" y="106"/>
                    </a:lnTo>
                    <a:lnTo>
                      <a:pt x="27" y="10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2949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4" name="Rectangle 131"/>
              <p:cNvSpPr/>
              <p:nvPr userDrawn="1"/>
            </p:nvSpPr>
            <p:spPr>
              <a:xfrm>
                <a:off x="5856288" y="2263775"/>
                <a:ext cx="290513" cy="296863"/>
              </a:xfrm>
              <a:prstGeom prst="rect">
                <a:avLst/>
              </a:prstGeom>
              <a:solidFill>
                <a:srgbClr val="FAC3A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5" name="Freeform 132"/>
              <p:cNvSpPr/>
              <p:nvPr userDrawn="1"/>
            </p:nvSpPr>
            <p:spPr>
              <a:xfrm>
                <a:off x="6057901" y="2370138"/>
                <a:ext cx="204788" cy="342900"/>
              </a:xfrm>
              <a:custGeom>
                <a:avLst/>
                <a:gdLst/>
                <a:ahLst/>
                <a:cxnLst>
                  <a:cxn ang="0">
                    <a:pos x="0" y="187325"/>
                  </a:cxn>
                  <a:cxn ang="0">
                    <a:pos x="76200" y="342900"/>
                  </a:cxn>
                  <a:cxn ang="0">
                    <a:pos x="204788" y="82550"/>
                  </a:cxn>
                  <a:cxn ang="0">
                    <a:pos x="168275" y="0"/>
                  </a:cxn>
                  <a:cxn ang="0">
                    <a:pos x="0" y="187325"/>
                  </a:cxn>
                </a:cxnLst>
                <a:rect l="0" t="0" r="0" b="0"/>
                <a:pathLst>
                  <a:path w="129" h="216">
                    <a:moveTo>
                      <a:pt x="0" y="118"/>
                    </a:moveTo>
                    <a:lnTo>
                      <a:pt x="48" y="216"/>
                    </a:lnTo>
                    <a:lnTo>
                      <a:pt x="129" y="52"/>
                    </a:lnTo>
                    <a:lnTo>
                      <a:pt x="106" y="0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6" name="Freeform 133"/>
              <p:cNvSpPr/>
              <p:nvPr userDrawn="1"/>
            </p:nvSpPr>
            <p:spPr>
              <a:xfrm>
                <a:off x="5761038" y="2376488"/>
                <a:ext cx="204788" cy="336550"/>
              </a:xfrm>
              <a:custGeom>
                <a:avLst/>
                <a:gdLst/>
                <a:ahLst/>
                <a:cxnLst>
                  <a:cxn ang="0">
                    <a:pos x="204788" y="180975"/>
                  </a:cxn>
                  <a:cxn ang="0">
                    <a:pos x="131762" y="336550"/>
                  </a:cxn>
                  <a:cxn ang="0">
                    <a:pos x="0" y="79375"/>
                  </a:cxn>
                  <a:cxn ang="0">
                    <a:pos x="26987" y="0"/>
                  </a:cxn>
                  <a:cxn ang="0">
                    <a:pos x="204788" y="180975"/>
                  </a:cxn>
                </a:cxnLst>
                <a:rect l="0" t="0" r="0" b="0"/>
                <a:pathLst>
                  <a:path w="129" h="212">
                    <a:moveTo>
                      <a:pt x="129" y="114"/>
                    </a:moveTo>
                    <a:lnTo>
                      <a:pt x="83" y="212"/>
                    </a:lnTo>
                    <a:lnTo>
                      <a:pt x="0" y="50"/>
                    </a:lnTo>
                    <a:lnTo>
                      <a:pt x="17" y="0"/>
                    </a:lnTo>
                    <a:lnTo>
                      <a:pt x="129" y="114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7" name="Freeform 134"/>
              <p:cNvSpPr/>
              <p:nvPr userDrawn="1"/>
            </p:nvSpPr>
            <p:spPr>
              <a:xfrm>
                <a:off x="5916613" y="2557463"/>
                <a:ext cx="190500" cy="184150"/>
              </a:xfrm>
              <a:custGeom>
                <a:avLst/>
                <a:gdLst/>
                <a:ahLst/>
                <a:cxnLst>
                  <a:cxn ang="0">
                    <a:pos x="42862" y="3175"/>
                  </a:cxn>
                  <a:cxn ang="0">
                    <a:pos x="141287" y="0"/>
                  </a:cxn>
                  <a:cxn ang="0">
                    <a:pos x="190500" y="101600"/>
                  </a:cxn>
                  <a:cxn ang="0">
                    <a:pos x="153987" y="184150"/>
                  </a:cxn>
                  <a:cxn ang="0">
                    <a:pos x="46037" y="180975"/>
                  </a:cxn>
                  <a:cxn ang="0">
                    <a:pos x="0" y="104775"/>
                  </a:cxn>
                  <a:cxn ang="0">
                    <a:pos x="42862" y="3175"/>
                  </a:cxn>
                </a:cxnLst>
                <a:rect l="0" t="0" r="0" b="0"/>
                <a:pathLst>
                  <a:path w="120" h="116">
                    <a:moveTo>
                      <a:pt x="27" y="2"/>
                    </a:moveTo>
                    <a:lnTo>
                      <a:pt x="89" y="0"/>
                    </a:lnTo>
                    <a:lnTo>
                      <a:pt x="120" y="64"/>
                    </a:lnTo>
                    <a:lnTo>
                      <a:pt x="97" y="116"/>
                    </a:lnTo>
                    <a:lnTo>
                      <a:pt x="29" y="114"/>
                    </a:lnTo>
                    <a:lnTo>
                      <a:pt x="0" y="66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8" name="Freeform 135"/>
              <p:cNvSpPr/>
              <p:nvPr userDrawn="1"/>
            </p:nvSpPr>
            <p:spPr>
              <a:xfrm>
                <a:off x="6226176" y="1885950"/>
                <a:ext cx="131763" cy="233363"/>
              </a:xfrm>
              <a:custGeom>
                <a:avLst/>
                <a:gdLst/>
                <a:ahLst/>
                <a:cxnLst>
                  <a:cxn ang="0">
                    <a:pos x="69175" y="0"/>
                  </a:cxn>
                  <a:cxn ang="0">
                    <a:pos x="0" y="115038"/>
                  </a:cxn>
                  <a:cxn ang="0">
                    <a:pos x="62587" y="233363"/>
                  </a:cxn>
                  <a:cxn ang="0">
                    <a:pos x="131763" y="115038"/>
                  </a:cxn>
                  <a:cxn ang="0">
                    <a:pos x="69175" y="0"/>
                  </a:cxn>
                </a:cxnLst>
                <a:rect l="0" t="0" r="0" b="0"/>
                <a:pathLst>
                  <a:path w="40" h="71">
                    <a:moveTo>
                      <a:pt x="21" y="0"/>
                    </a:moveTo>
                    <a:cubicBezTo>
                      <a:pt x="10" y="0"/>
                      <a:pt x="1" y="16"/>
                      <a:pt x="0" y="35"/>
                    </a:cubicBezTo>
                    <a:cubicBezTo>
                      <a:pt x="0" y="55"/>
                      <a:pt x="8" y="71"/>
                      <a:pt x="19" y="71"/>
                    </a:cubicBezTo>
                    <a:cubicBezTo>
                      <a:pt x="29" y="71"/>
                      <a:pt x="39" y="55"/>
                      <a:pt x="40" y="35"/>
                    </a:cubicBezTo>
                    <a:cubicBezTo>
                      <a:pt x="40" y="16"/>
                      <a:pt x="32" y="0"/>
                      <a:pt x="21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9" name="Freeform 136"/>
              <p:cNvSpPr/>
              <p:nvPr userDrawn="1"/>
            </p:nvSpPr>
            <p:spPr>
              <a:xfrm>
                <a:off x="5649913" y="1885950"/>
                <a:ext cx="134938" cy="233363"/>
              </a:xfrm>
              <a:custGeom>
                <a:avLst/>
                <a:gdLst/>
                <a:ahLst/>
                <a:cxnLst>
                  <a:cxn ang="0">
                    <a:pos x="62532" y="0"/>
                  </a:cxn>
                  <a:cxn ang="0">
                    <a:pos x="131646" y="115038"/>
                  </a:cxn>
                  <a:cxn ang="0">
                    <a:pos x="72405" y="233363"/>
                  </a:cxn>
                  <a:cxn ang="0">
                    <a:pos x="3291" y="115038"/>
                  </a:cxn>
                  <a:cxn ang="0">
                    <a:pos x="62532" y="0"/>
                  </a:cxn>
                </a:cxnLst>
                <a:rect l="0" t="0" r="0" b="0"/>
                <a:pathLst>
                  <a:path w="41" h="71">
                    <a:moveTo>
                      <a:pt x="19" y="0"/>
                    </a:moveTo>
                    <a:cubicBezTo>
                      <a:pt x="30" y="0"/>
                      <a:pt x="39" y="16"/>
                      <a:pt x="40" y="35"/>
                    </a:cubicBezTo>
                    <a:cubicBezTo>
                      <a:pt x="41" y="55"/>
                      <a:pt x="33" y="71"/>
                      <a:pt x="22" y="71"/>
                    </a:cubicBezTo>
                    <a:cubicBezTo>
                      <a:pt x="11" y="71"/>
                      <a:pt x="1" y="55"/>
                      <a:pt x="1" y="35"/>
                    </a:cubicBezTo>
                    <a:cubicBezTo>
                      <a:pt x="0" y="16"/>
                      <a:pt x="8" y="0"/>
                      <a:pt x="19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0" name="Freeform 137"/>
              <p:cNvSpPr/>
              <p:nvPr userDrawn="1"/>
            </p:nvSpPr>
            <p:spPr>
              <a:xfrm>
                <a:off x="5695951" y="1533525"/>
                <a:ext cx="615950" cy="922338"/>
              </a:xfrm>
              <a:custGeom>
                <a:avLst/>
                <a:gdLst/>
                <a:ahLst/>
                <a:cxnLst>
                  <a:cxn ang="0">
                    <a:pos x="309621" y="0"/>
                  </a:cxn>
                  <a:cxn ang="0">
                    <a:pos x="615950" y="441404"/>
                  </a:cxn>
                  <a:cxn ang="0">
                    <a:pos x="306328" y="922338"/>
                  </a:cxn>
                  <a:cxn ang="0">
                    <a:pos x="0" y="441404"/>
                  </a:cxn>
                  <a:cxn ang="0">
                    <a:pos x="309621" y="0"/>
                  </a:cxn>
                </a:cxnLst>
                <a:rect l="0" t="0" r="0" b="0"/>
                <a:pathLst>
                  <a:path w="187" h="280">
                    <a:moveTo>
                      <a:pt x="94" y="0"/>
                    </a:moveTo>
                    <a:cubicBezTo>
                      <a:pt x="145" y="0"/>
                      <a:pt x="187" y="60"/>
                      <a:pt x="187" y="134"/>
                    </a:cubicBezTo>
                    <a:cubicBezTo>
                      <a:pt x="187" y="207"/>
                      <a:pt x="145" y="280"/>
                      <a:pt x="93" y="280"/>
                    </a:cubicBezTo>
                    <a:cubicBezTo>
                      <a:pt x="41" y="280"/>
                      <a:pt x="0" y="207"/>
                      <a:pt x="0" y="134"/>
                    </a:cubicBezTo>
                    <a:cubicBezTo>
                      <a:pt x="0" y="60"/>
                      <a:pt x="42" y="0"/>
                      <a:pt x="94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1" name="Freeform 138"/>
              <p:cNvSpPr/>
              <p:nvPr userDrawn="1"/>
            </p:nvSpPr>
            <p:spPr>
              <a:xfrm>
                <a:off x="6242051" y="1638300"/>
                <a:ext cx="152400" cy="434975"/>
              </a:xfrm>
              <a:custGeom>
                <a:avLst/>
                <a:gdLst/>
                <a:ahLst/>
                <a:cxnLst>
                  <a:cxn ang="0">
                    <a:pos x="53008" y="408612"/>
                  </a:cxn>
                  <a:cxn ang="0">
                    <a:pos x="49695" y="425089"/>
                  </a:cxn>
                  <a:cxn ang="0">
                    <a:pos x="49695" y="428384"/>
                  </a:cxn>
                  <a:cxn ang="0">
                    <a:pos x="59634" y="434975"/>
                  </a:cxn>
                  <a:cxn ang="0">
                    <a:pos x="49695" y="42838"/>
                  </a:cxn>
                  <a:cxn ang="0">
                    <a:pos x="0" y="59314"/>
                  </a:cxn>
                  <a:cxn ang="0">
                    <a:pos x="53008" y="408612"/>
                  </a:cxn>
                </a:cxnLst>
                <a:rect l="0" t="0" r="0" b="0"/>
                <a:pathLst>
                  <a:path w="46" h="132">
                    <a:moveTo>
                      <a:pt x="16" y="124"/>
                    </a:moveTo>
                    <a:cubicBezTo>
                      <a:pt x="16" y="126"/>
                      <a:pt x="15" y="128"/>
                      <a:pt x="15" y="129"/>
                    </a:cubicBezTo>
                    <a:cubicBezTo>
                      <a:pt x="15" y="130"/>
                      <a:pt x="15" y="130"/>
                      <a:pt x="15" y="130"/>
                    </a:cubicBezTo>
                    <a:cubicBezTo>
                      <a:pt x="18" y="132"/>
                      <a:pt x="18" y="132"/>
                      <a:pt x="18" y="132"/>
                    </a:cubicBezTo>
                    <a:cubicBezTo>
                      <a:pt x="26" y="113"/>
                      <a:pt x="46" y="56"/>
                      <a:pt x="15" y="13"/>
                    </a:cubicBezTo>
                    <a:cubicBezTo>
                      <a:pt x="9" y="0"/>
                      <a:pt x="6" y="21"/>
                      <a:pt x="0" y="18"/>
                    </a:cubicBezTo>
                    <a:cubicBezTo>
                      <a:pt x="7" y="43"/>
                      <a:pt x="24" y="56"/>
                      <a:pt x="16" y="124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2" name="Freeform 139"/>
              <p:cNvSpPr/>
              <p:nvPr userDrawn="1"/>
            </p:nvSpPr>
            <p:spPr>
              <a:xfrm>
                <a:off x="5649913" y="1697038"/>
                <a:ext cx="114300" cy="376238"/>
              </a:xfrm>
              <a:custGeom>
                <a:avLst/>
                <a:gdLst/>
                <a:ahLst/>
                <a:cxnLst>
                  <a:cxn ang="0">
                    <a:pos x="62048" y="349835"/>
                  </a:cxn>
                  <a:cxn ang="0">
                    <a:pos x="62048" y="366337"/>
                  </a:cxn>
                  <a:cxn ang="0">
                    <a:pos x="62048" y="369637"/>
                  </a:cxn>
                  <a:cxn ang="0">
                    <a:pos x="52251" y="376238"/>
                  </a:cxn>
                  <a:cxn ang="0">
                    <a:pos x="29391" y="49505"/>
                  </a:cxn>
                  <a:cxn ang="0">
                    <a:pos x="114300" y="0"/>
                  </a:cxn>
                  <a:cxn ang="0">
                    <a:pos x="62048" y="349835"/>
                  </a:cxn>
                </a:cxnLst>
                <a:rect l="0" t="0" r="0" b="0"/>
                <a:pathLst>
                  <a:path w="35" h="114">
                    <a:moveTo>
                      <a:pt x="19" y="106"/>
                    </a:moveTo>
                    <a:cubicBezTo>
                      <a:pt x="19" y="108"/>
                      <a:pt x="19" y="110"/>
                      <a:pt x="19" y="111"/>
                    </a:cubicBezTo>
                    <a:cubicBezTo>
                      <a:pt x="19" y="112"/>
                      <a:pt x="19" y="112"/>
                      <a:pt x="19" y="112"/>
                    </a:cubicBezTo>
                    <a:cubicBezTo>
                      <a:pt x="16" y="114"/>
                      <a:pt x="16" y="114"/>
                      <a:pt x="16" y="114"/>
                    </a:cubicBezTo>
                    <a:cubicBezTo>
                      <a:pt x="8" y="95"/>
                      <a:pt x="0" y="34"/>
                      <a:pt x="9" y="15"/>
                    </a:cubicBezTo>
                    <a:cubicBezTo>
                      <a:pt x="15" y="2"/>
                      <a:pt x="29" y="3"/>
                      <a:pt x="35" y="0"/>
                    </a:cubicBezTo>
                    <a:cubicBezTo>
                      <a:pt x="27" y="25"/>
                      <a:pt x="10" y="38"/>
                      <a:pt x="19" y="106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3" name="Freeform 140"/>
              <p:cNvSpPr/>
              <p:nvPr userDrawn="1"/>
            </p:nvSpPr>
            <p:spPr>
              <a:xfrm>
                <a:off x="5953126" y="2224088"/>
                <a:ext cx="104775" cy="20638"/>
              </a:xfrm>
              <a:custGeom>
                <a:avLst/>
                <a:gdLst/>
                <a:ahLst/>
                <a:cxnLst>
                  <a:cxn ang="0">
                    <a:pos x="52387" y="20638"/>
                  </a:cxn>
                  <a:cxn ang="0">
                    <a:pos x="104775" y="0"/>
                  </a:cxn>
                  <a:cxn ang="0">
                    <a:pos x="0" y="0"/>
                  </a:cxn>
                  <a:cxn ang="0">
                    <a:pos x="52387" y="20638"/>
                  </a:cxn>
                </a:cxnLst>
                <a:rect l="0" t="0" r="0" b="0"/>
                <a:pathLst>
                  <a:path w="66" h="13">
                    <a:moveTo>
                      <a:pt x="33" y="13"/>
                    </a:moveTo>
                    <a:lnTo>
                      <a:pt x="66" y="0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solidFill>
                <a:srgbClr val="C5A89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4" name="Freeform 141"/>
              <p:cNvSpPr/>
              <p:nvPr userDrawn="1"/>
            </p:nvSpPr>
            <p:spPr>
              <a:xfrm>
                <a:off x="5616576" y="1482725"/>
                <a:ext cx="714375" cy="320675"/>
              </a:xfrm>
              <a:custGeom>
                <a:avLst/>
                <a:gdLst/>
                <a:ahLst/>
                <a:cxnLst>
                  <a:cxn ang="0">
                    <a:pos x="309452" y="26447"/>
                  </a:cxn>
                  <a:cxn ang="0">
                    <a:pos x="490515" y="42977"/>
                  </a:cxn>
                  <a:cxn ang="0">
                    <a:pos x="589277" y="49588"/>
                  </a:cxn>
                  <a:cxn ang="0">
                    <a:pos x="694622" y="9917"/>
                  </a:cxn>
                  <a:cxn ang="0">
                    <a:pos x="671578" y="52894"/>
                  </a:cxn>
                  <a:cxn ang="0">
                    <a:pos x="714375" y="26447"/>
                  </a:cxn>
                  <a:cxn ang="0">
                    <a:pos x="668286" y="185131"/>
                  </a:cxn>
                  <a:cxn ang="0">
                    <a:pos x="576108" y="277697"/>
                  </a:cxn>
                  <a:cxn ang="0">
                    <a:pos x="609029" y="277697"/>
                  </a:cxn>
                  <a:cxn ang="0">
                    <a:pos x="467471" y="317369"/>
                  </a:cxn>
                  <a:cxn ang="0">
                    <a:pos x="283116" y="264474"/>
                  </a:cxn>
                  <a:cxn ang="0">
                    <a:pos x="312744" y="300839"/>
                  </a:cxn>
                  <a:cxn ang="0">
                    <a:pos x="200815" y="281003"/>
                  </a:cxn>
                  <a:cxn ang="0">
                    <a:pos x="154726" y="247944"/>
                  </a:cxn>
                  <a:cxn ang="0">
                    <a:pos x="181062" y="310757"/>
                  </a:cxn>
                  <a:cxn ang="0">
                    <a:pos x="309452" y="26447"/>
                  </a:cxn>
                </a:cxnLst>
                <a:rect l="0" t="0" r="0" b="0"/>
                <a:pathLst>
                  <a:path w="217" h="97">
                    <a:moveTo>
                      <a:pt x="94" y="8"/>
                    </a:moveTo>
                    <a:cubicBezTo>
                      <a:pt x="115" y="9"/>
                      <a:pt x="130" y="12"/>
                      <a:pt x="149" y="13"/>
                    </a:cubicBezTo>
                    <a:cubicBezTo>
                      <a:pt x="169" y="15"/>
                      <a:pt x="163" y="16"/>
                      <a:pt x="179" y="15"/>
                    </a:cubicBezTo>
                    <a:cubicBezTo>
                      <a:pt x="195" y="13"/>
                      <a:pt x="213" y="0"/>
                      <a:pt x="211" y="3"/>
                    </a:cubicBezTo>
                    <a:cubicBezTo>
                      <a:pt x="209" y="5"/>
                      <a:pt x="202" y="17"/>
                      <a:pt x="204" y="16"/>
                    </a:cubicBezTo>
                    <a:cubicBezTo>
                      <a:pt x="206" y="15"/>
                      <a:pt x="217" y="8"/>
                      <a:pt x="217" y="8"/>
                    </a:cubicBezTo>
                    <a:cubicBezTo>
                      <a:pt x="217" y="8"/>
                      <a:pt x="215" y="32"/>
                      <a:pt x="203" y="56"/>
                    </a:cubicBezTo>
                    <a:cubicBezTo>
                      <a:pt x="192" y="79"/>
                      <a:pt x="174" y="84"/>
                      <a:pt x="175" y="84"/>
                    </a:cubicBezTo>
                    <a:cubicBezTo>
                      <a:pt x="176" y="84"/>
                      <a:pt x="187" y="83"/>
                      <a:pt x="185" y="84"/>
                    </a:cubicBezTo>
                    <a:cubicBezTo>
                      <a:pt x="183" y="85"/>
                      <a:pt x="165" y="96"/>
                      <a:pt x="142" y="96"/>
                    </a:cubicBezTo>
                    <a:cubicBezTo>
                      <a:pt x="119" y="97"/>
                      <a:pt x="86" y="80"/>
                      <a:pt x="86" y="80"/>
                    </a:cubicBezTo>
                    <a:cubicBezTo>
                      <a:pt x="86" y="80"/>
                      <a:pt x="96" y="91"/>
                      <a:pt x="95" y="91"/>
                    </a:cubicBezTo>
                    <a:cubicBezTo>
                      <a:pt x="93" y="90"/>
                      <a:pt x="74" y="92"/>
                      <a:pt x="61" y="85"/>
                    </a:cubicBezTo>
                    <a:cubicBezTo>
                      <a:pt x="47" y="78"/>
                      <a:pt x="47" y="75"/>
                      <a:pt x="47" y="75"/>
                    </a:cubicBezTo>
                    <a:cubicBezTo>
                      <a:pt x="47" y="75"/>
                      <a:pt x="57" y="95"/>
                      <a:pt x="55" y="94"/>
                    </a:cubicBezTo>
                    <a:cubicBezTo>
                      <a:pt x="0" y="70"/>
                      <a:pt x="50" y="5"/>
                      <a:pt x="94" y="8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5" name="Freeform 142"/>
              <p:cNvSpPr>
                <a:spLocks noEditPoints="1"/>
              </p:cNvSpPr>
              <p:nvPr userDrawn="1"/>
            </p:nvSpPr>
            <p:spPr>
              <a:xfrm>
                <a:off x="5699126" y="1925638"/>
                <a:ext cx="612775" cy="203200"/>
              </a:xfrm>
              <a:custGeom>
                <a:avLst/>
                <a:gdLst/>
                <a:ahLst/>
                <a:cxnLst>
                  <a:cxn ang="0">
                    <a:pos x="16472" y="13109"/>
                  </a:cxn>
                  <a:cxn ang="0">
                    <a:pos x="151546" y="3277"/>
                  </a:cxn>
                  <a:cxn ang="0">
                    <a:pos x="161429" y="3277"/>
                  </a:cxn>
                  <a:cxn ang="0">
                    <a:pos x="306387" y="26219"/>
                  </a:cxn>
                  <a:cxn ang="0">
                    <a:pos x="306387" y="26219"/>
                  </a:cxn>
                  <a:cxn ang="0">
                    <a:pos x="306387" y="26219"/>
                  </a:cxn>
                  <a:cxn ang="0">
                    <a:pos x="451345" y="3277"/>
                  </a:cxn>
                  <a:cxn ang="0">
                    <a:pos x="461228" y="3277"/>
                  </a:cxn>
                  <a:cxn ang="0">
                    <a:pos x="593008" y="13109"/>
                  </a:cxn>
                  <a:cxn ang="0">
                    <a:pos x="612775" y="29496"/>
                  </a:cxn>
                  <a:cxn ang="0">
                    <a:pos x="599597" y="55716"/>
                  </a:cxn>
                  <a:cxn ang="0">
                    <a:pos x="579830" y="114709"/>
                  </a:cxn>
                  <a:cxn ang="0">
                    <a:pos x="576535" y="121264"/>
                  </a:cxn>
                  <a:cxn ang="0">
                    <a:pos x="556768" y="170425"/>
                  </a:cxn>
                  <a:cxn ang="0">
                    <a:pos x="467817" y="203200"/>
                  </a:cxn>
                  <a:cxn ang="0">
                    <a:pos x="461228" y="203200"/>
                  </a:cxn>
                  <a:cxn ang="0">
                    <a:pos x="355804" y="137651"/>
                  </a:cxn>
                  <a:cxn ang="0">
                    <a:pos x="306387" y="68825"/>
                  </a:cxn>
                  <a:cxn ang="0">
                    <a:pos x="253675" y="137651"/>
                  </a:cxn>
                  <a:cxn ang="0">
                    <a:pos x="151546" y="203200"/>
                  </a:cxn>
                  <a:cxn ang="0">
                    <a:pos x="141663" y="203200"/>
                  </a:cxn>
                  <a:cxn ang="0">
                    <a:pos x="56006" y="170425"/>
                  </a:cxn>
                  <a:cxn ang="0">
                    <a:pos x="32944" y="121264"/>
                  </a:cxn>
                  <a:cxn ang="0">
                    <a:pos x="32944" y="114709"/>
                  </a:cxn>
                  <a:cxn ang="0">
                    <a:pos x="9883" y="55716"/>
                  </a:cxn>
                  <a:cxn ang="0">
                    <a:pos x="0" y="29496"/>
                  </a:cxn>
                  <a:cxn ang="0">
                    <a:pos x="16472" y="13109"/>
                  </a:cxn>
                  <a:cxn ang="0">
                    <a:pos x="553474" y="150761"/>
                  </a:cxn>
                  <a:cxn ang="0">
                    <a:pos x="553474" y="150761"/>
                  </a:cxn>
                  <a:cxn ang="0">
                    <a:pos x="569946" y="88490"/>
                  </a:cxn>
                  <a:cxn ang="0">
                    <a:pos x="553474" y="26219"/>
                  </a:cxn>
                  <a:cxn ang="0">
                    <a:pos x="461228" y="16387"/>
                  </a:cxn>
                  <a:cxn ang="0">
                    <a:pos x="372277" y="36051"/>
                  </a:cxn>
                  <a:cxn ang="0">
                    <a:pos x="359099" y="45883"/>
                  </a:cxn>
                  <a:cxn ang="0">
                    <a:pos x="352510" y="65548"/>
                  </a:cxn>
                  <a:cxn ang="0">
                    <a:pos x="411811" y="180258"/>
                  </a:cxn>
                  <a:cxn ang="0">
                    <a:pos x="461228" y="190090"/>
                  </a:cxn>
                  <a:cxn ang="0">
                    <a:pos x="550179" y="154038"/>
                  </a:cxn>
                  <a:cxn ang="0">
                    <a:pos x="553474" y="150761"/>
                  </a:cxn>
                  <a:cxn ang="0">
                    <a:pos x="59300" y="150761"/>
                  </a:cxn>
                  <a:cxn ang="0">
                    <a:pos x="59300" y="150761"/>
                  </a:cxn>
                  <a:cxn ang="0">
                    <a:pos x="59300" y="154038"/>
                  </a:cxn>
                  <a:cxn ang="0">
                    <a:pos x="151546" y="190090"/>
                  </a:cxn>
                  <a:cxn ang="0">
                    <a:pos x="197669" y="180258"/>
                  </a:cxn>
                  <a:cxn ang="0">
                    <a:pos x="260264" y="65548"/>
                  </a:cxn>
                  <a:cxn ang="0">
                    <a:pos x="250381" y="45883"/>
                  </a:cxn>
                  <a:cxn ang="0">
                    <a:pos x="240497" y="36051"/>
                  </a:cxn>
                  <a:cxn ang="0">
                    <a:pos x="151546" y="16387"/>
                  </a:cxn>
                  <a:cxn ang="0">
                    <a:pos x="59300" y="26219"/>
                  </a:cxn>
                  <a:cxn ang="0">
                    <a:pos x="42828" y="88490"/>
                  </a:cxn>
                  <a:cxn ang="0">
                    <a:pos x="59300" y="150761"/>
                  </a:cxn>
                </a:cxnLst>
                <a:rect l="0" t="0" r="0" b="0"/>
                <a:pathLst>
                  <a:path w="186" h="62">
                    <a:moveTo>
                      <a:pt x="5" y="4"/>
                    </a:moveTo>
                    <a:cubicBezTo>
                      <a:pt x="9" y="2"/>
                      <a:pt x="30" y="0"/>
                      <a:pt x="46" y="1"/>
                    </a:cubicBezTo>
                    <a:cubicBezTo>
                      <a:pt x="47" y="1"/>
                      <a:pt x="48" y="1"/>
                      <a:pt x="49" y="1"/>
                    </a:cubicBezTo>
                    <a:cubicBezTo>
                      <a:pt x="63" y="2"/>
                      <a:pt x="80" y="7"/>
                      <a:pt x="93" y="8"/>
                    </a:cubicBezTo>
                    <a:cubicBezTo>
                      <a:pt x="93" y="8"/>
                      <a:pt x="93" y="8"/>
                      <a:pt x="93" y="8"/>
                    </a:cubicBezTo>
                    <a:cubicBezTo>
                      <a:pt x="93" y="8"/>
                      <a:pt x="93" y="8"/>
                      <a:pt x="93" y="8"/>
                    </a:cubicBezTo>
                    <a:cubicBezTo>
                      <a:pt x="106" y="7"/>
                      <a:pt x="123" y="2"/>
                      <a:pt x="137" y="1"/>
                    </a:cubicBezTo>
                    <a:cubicBezTo>
                      <a:pt x="138" y="1"/>
                      <a:pt x="139" y="1"/>
                      <a:pt x="140" y="1"/>
                    </a:cubicBezTo>
                    <a:cubicBezTo>
                      <a:pt x="156" y="0"/>
                      <a:pt x="177" y="2"/>
                      <a:pt x="180" y="4"/>
                    </a:cubicBezTo>
                    <a:cubicBezTo>
                      <a:pt x="185" y="5"/>
                      <a:pt x="185" y="6"/>
                      <a:pt x="186" y="9"/>
                    </a:cubicBezTo>
                    <a:cubicBezTo>
                      <a:pt x="186" y="13"/>
                      <a:pt x="185" y="16"/>
                      <a:pt x="182" y="17"/>
                    </a:cubicBezTo>
                    <a:cubicBezTo>
                      <a:pt x="179" y="18"/>
                      <a:pt x="178" y="23"/>
                      <a:pt x="176" y="35"/>
                    </a:cubicBezTo>
                    <a:cubicBezTo>
                      <a:pt x="176" y="36"/>
                      <a:pt x="176" y="36"/>
                      <a:pt x="175" y="37"/>
                    </a:cubicBezTo>
                    <a:cubicBezTo>
                      <a:pt x="174" y="43"/>
                      <a:pt x="173" y="48"/>
                      <a:pt x="169" y="52"/>
                    </a:cubicBezTo>
                    <a:cubicBezTo>
                      <a:pt x="164" y="57"/>
                      <a:pt x="156" y="61"/>
                      <a:pt x="142" y="62"/>
                    </a:cubicBezTo>
                    <a:cubicBezTo>
                      <a:pt x="141" y="62"/>
                      <a:pt x="141" y="62"/>
                      <a:pt x="140" y="62"/>
                    </a:cubicBezTo>
                    <a:cubicBezTo>
                      <a:pt x="118" y="62"/>
                      <a:pt x="111" y="47"/>
                      <a:pt x="108" y="42"/>
                    </a:cubicBezTo>
                    <a:cubicBezTo>
                      <a:pt x="104" y="33"/>
                      <a:pt x="105" y="21"/>
                      <a:pt x="93" y="21"/>
                    </a:cubicBezTo>
                    <a:cubicBezTo>
                      <a:pt x="81" y="21"/>
                      <a:pt x="82" y="33"/>
                      <a:pt x="77" y="42"/>
                    </a:cubicBezTo>
                    <a:cubicBezTo>
                      <a:pt x="75" y="47"/>
                      <a:pt x="68" y="62"/>
                      <a:pt x="46" y="62"/>
                    </a:cubicBezTo>
                    <a:cubicBezTo>
                      <a:pt x="45" y="62"/>
                      <a:pt x="44" y="62"/>
                      <a:pt x="43" y="62"/>
                    </a:cubicBezTo>
                    <a:cubicBezTo>
                      <a:pt x="29" y="61"/>
                      <a:pt x="21" y="57"/>
                      <a:pt x="17" y="52"/>
                    </a:cubicBezTo>
                    <a:cubicBezTo>
                      <a:pt x="13" y="48"/>
                      <a:pt x="11" y="43"/>
                      <a:pt x="10" y="37"/>
                    </a:cubicBezTo>
                    <a:cubicBezTo>
                      <a:pt x="10" y="36"/>
                      <a:pt x="10" y="36"/>
                      <a:pt x="10" y="35"/>
                    </a:cubicBezTo>
                    <a:cubicBezTo>
                      <a:pt x="7" y="23"/>
                      <a:pt x="7" y="18"/>
                      <a:pt x="3" y="17"/>
                    </a:cubicBezTo>
                    <a:cubicBezTo>
                      <a:pt x="0" y="16"/>
                      <a:pt x="0" y="13"/>
                      <a:pt x="0" y="9"/>
                    </a:cubicBezTo>
                    <a:cubicBezTo>
                      <a:pt x="0" y="6"/>
                      <a:pt x="0" y="5"/>
                      <a:pt x="5" y="4"/>
                    </a:cubicBezTo>
                    <a:close/>
                    <a:moveTo>
                      <a:pt x="168" y="46"/>
                    </a:moveTo>
                    <a:cubicBezTo>
                      <a:pt x="168" y="46"/>
                      <a:pt x="168" y="46"/>
                      <a:pt x="168" y="46"/>
                    </a:cubicBezTo>
                    <a:cubicBezTo>
                      <a:pt x="171" y="41"/>
                      <a:pt x="172" y="34"/>
                      <a:pt x="173" y="27"/>
                    </a:cubicBezTo>
                    <a:cubicBezTo>
                      <a:pt x="174" y="19"/>
                      <a:pt x="172" y="11"/>
                      <a:pt x="168" y="8"/>
                    </a:cubicBezTo>
                    <a:cubicBezTo>
                      <a:pt x="164" y="6"/>
                      <a:pt x="152" y="4"/>
                      <a:pt x="140" y="5"/>
                    </a:cubicBezTo>
                    <a:cubicBezTo>
                      <a:pt x="129" y="5"/>
                      <a:pt x="119" y="7"/>
                      <a:pt x="113" y="11"/>
                    </a:cubicBezTo>
                    <a:cubicBezTo>
                      <a:pt x="111" y="12"/>
                      <a:pt x="110" y="13"/>
                      <a:pt x="109" y="14"/>
                    </a:cubicBezTo>
                    <a:cubicBezTo>
                      <a:pt x="108" y="15"/>
                      <a:pt x="107" y="17"/>
                      <a:pt x="107" y="20"/>
                    </a:cubicBezTo>
                    <a:cubicBezTo>
                      <a:pt x="105" y="32"/>
                      <a:pt x="115" y="51"/>
                      <a:pt x="125" y="55"/>
                    </a:cubicBezTo>
                    <a:cubicBezTo>
                      <a:pt x="129" y="57"/>
                      <a:pt x="134" y="58"/>
                      <a:pt x="140" y="58"/>
                    </a:cubicBezTo>
                    <a:cubicBezTo>
                      <a:pt x="151" y="58"/>
                      <a:pt x="163" y="54"/>
                      <a:pt x="167" y="47"/>
                    </a:cubicBezTo>
                    <a:lnTo>
                      <a:pt x="168" y="46"/>
                    </a:lnTo>
                    <a:close/>
                    <a:moveTo>
                      <a:pt x="18" y="46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23" y="54"/>
                      <a:pt x="35" y="58"/>
                      <a:pt x="46" y="58"/>
                    </a:cubicBezTo>
                    <a:cubicBezTo>
                      <a:pt x="51" y="58"/>
                      <a:pt x="56" y="57"/>
                      <a:pt x="60" y="55"/>
                    </a:cubicBezTo>
                    <a:cubicBezTo>
                      <a:pt x="70" y="51"/>
                      <a:pt x="81" y="32"/>
                      <a:pt x="79" y="20"/>
                    </a:cubicBezTo>
                    <a:cubicBezTo>
                      <a:pt x="78" y="17"/>
                      <a:pt x="78" y="15"/>
                      <a:pt x="76" y="14"/>
                    </a:cubicBezTo>
                    <a:cubicBezTo>
                      <a:pt x="75" y="13"/>
                      <a:pt x="74" y="12"/>
                      <a:pt x="73" y="11"/>
                    </a:cubicBezTo>
                    <a:cubicBezTo>
                      <a:pt x="67" y="7"/>
                      <a:pt x="56" y="5"/>
                      <a:pt x="46" y="5"/>
                    </a:cubicBezTo>
                    <a:cubicBezTo>
                      <a:pt x="33" y="4"/>
                      <a:pt x="21" y="6"/>
                      <a:pt x="18" y="8"/>
                    </a:cubicBezTo>
                    <a:cubicBezTo>
                      <a:pt x="13" y="11"/>
                      <a:pt x="12" y="19"/>
                      <a:pt x="13" y="27"/>
                    </a:cubicBezTo>
                    <a:cubicBezTo>
                      <a:pt x="13" y="34"/>
                      <a:pt x="15" y="41"/>
                      <a:pt x="18" y="46"/>
                    </a:cubicBezTo>
                    <a:close/>
                  </a:path>
                </a:pathLst>
              </a:custGeom>
              <a:solidFill>
                <a:srgbClr val="4E4F5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6" name="Freeform 143"/>
              <p:cNvSpPr/>
              <p:nvPr userDrawn="1"/>
            </p:nvSpPr>
            <p:spPr>
              <a:xfrm>
                <a:off x="5735638" y="1938338"/>
                <a:ext cx="230188" cy="180975"/>
              </a:xfrm>
              <a:custGeom>
                <a:avLst/>
                <a:gdLst/>
                <a:ahLst/>
                <a:cxnLst>
                  <a:cxn ang="0">
                    <a:pos x="115094" y="0"/>
                  </a:cxn>
                  <a:cxn ang="0">
                    <a:pos x="19730" y="9871"/>
                  </a:cxn>
                  <a:cxn ang="0">
                    <a:pos x="3288" y="75680"/>
                  </a:cxn>
                  <a:cxn ang="0">
                    <a:pos x="19730" y="138199"/>
                  </a:cxn>
                  <a:cxn ang="0">
                    <a:pos x="19730" y="141489"/>
                  </a:cxn>
                  <a:cxn ang="0">
                    <a:pos x="115094" y="180975"/>
                  </a:cxn>
                  <a:cxn ang="0">
                    <a:pos x="164420" y="171103"/>
                  </a:cxn>
                  <a:cxn ang="0">
                    <a:pos x="226899" y="49356"/>
                  </a:cxn>
                  <a:cxn ang="0">
                    <a:pos x="217034" y="29614"/>
                  </a:cxn>
                  <a:cxn ang="0">
                    <a:pos x="207169" y="19742"/>
                  </a:cxn>
                  <a:cxn ang="0">
                    <a:pos x="115094" y="0"/>
                  </a:cxn>
                </a:cxnLst>
                <a:rect l="0" t="0" r="0" b="0"/>
                <a:pathLst>
                  <a:path w="70" h="55">
                    <a:moveTo>
                      <a:pt x="35" y="0"/>
                    </a:moveTo>
                    <a:cubicBezTo>
                      <a:pt x="22" y="0"/>
                      <a:pt x="10" y="1"/>
                      <a:pt x="6" y="3"/>
                    </a:cubicBezTo>
                    <a:cubicBezTo>
                      <a:pt x="1" y="6"/>
                      <a:pt x="0" y="14"/>
                      <a:pt x="1" y="23"/>
                    </a:cubicBezTo>
                    <a:cubicBezTo>
                      <a:pt x="1" y="30"/>
                      <a:pt x="3" y="37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11" y="51"/>
                      <a:pt x="23" y="55"/>
                      <a:pt x="35" y="55"/>
                    </a:cubicBezTo>
                    <a:cubicBezTo>
                      <a:pt x="40" y="55"/>
                      <a:pt x="46" y="54"/>
                      <a:pt x="50" y="52"/>
                    </a:cubicBezTo>
                    <a:cubicBezTo>
                      <a:pt x="60" y="47"/>
                      <a:pt x="70" y="28"/>
                      <a:pt x="69" y="15"/>
                    </a:cubicBezTo>
                    <a:cubicBezTo>
                      <a:pt x="68" y="13"/>
                      <a:pt x="67" y="11"/>
                      <a:pt x="66" y="9"/>
                    </a:cubicBezTo>
                    <a:cubicBezTo>
                      <a:pt x="65" y="8"/>
                      <a:pt x="64" y="7"/>
                      <a:pt x="63" y="6"/>
                    </a:cubicBezTo>
                    <a:cubicBezTo>
                      <a:pt x="56" y="2"/>
                      <a:pt x="45" y="0"/>
                      <a:pt x="35" y="0"/>
                    </a:cubicBezTo>
                    <a:close/>
                  </a:path>
                </a:pathLst>
              </a:custGeom>
              <a:solidFill>
                <a:srgbClr val="C0E3E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7" name="Freeform 144"/>
              <p:cNvSpPr/>
              <p:nvPr userDrawn="1"/>
            </p:nvSpPr>
            <p:spPr>
              <a:xfrm>
                <a:off x="5738813" y="1938338"/>
                <a:ext cx="203200" cy="177800"/>
              </a:xfrm>
              <a:custGeom>
                <a:avLst/>
                <a:gdLst/>
                <a:ahLst/>
                <a:cxnLst>
                  <a:cxn ang="0">
                    <a:pos x="75380" y="0"/>
                  </a:cxn>
                  <a:cxn ang="0">
                    <a:pos x="16387" y="9877"/>
                  </a:cxn>
                  <a:cxn ang="0">
                    <a:pos x="0" y="36218"/>
                  </a:cxn>
                  <a:cxn ang="0">
                    <a:pos x="140929" y="177800"/>
                  </a:cxn>
                  <a:cxn ang="0">
                    <a:pos x="160593" y="171214"/>
                  </a:cxn>
                  <a:cxn ang="0">
                    <a:pos x="203200" y="125118"/>
                  </a:cxn>
                  <a:cxn ang="0">
                    <a:pos x="75380" y="0"/>
                  </a:cxn>
                </a:cxnLst>
                <a:rect l="0" t="0" r="0" b="0"/>
                <a:pathLst>
                  <a:path w="62" h="54">
                    <a:moveTo>
                      <a:pt x="23" y="0"/>
                    </a:moveTo>
                    <a:cubicBezTo>
                      <a:pt x="15" y="0"/>
                      <a:pt x="8" y="2"/>
                      <a:pt x="5" y="3"/>
                    </a:cubicBezTo>
                    <a:cubicBezTo>
                      <a:pt x="3" y="5"/>
                      <a:pt x="1" y="8"/>
                      <a:pt x="0" y="11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5" y="53"/>
                      <a:pt x="47" y="53"/>
                      <a:pt x="49" y="52"/>
                    </a:cubicBezTo>
                    <a:cubicBezTo>
                      <a:pt x="53" y="50"/>
                      <a:pt x="58" y="45"/>
                      <a:pt x="62" y="38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8" name="Freeform 145"/>
              <p:cNvSpPr/>
              <p:nvPr userDrawn="1"/>
            </p:nvSpPr>
            <p:spPr>
              <a:xfrm>
                <a:off x="6042026" y="1938338"/>
                <a:ext cx="230188" cy="180975"/>
              </a:xfrm>
              <a:custGeom>
                <a:avLst/>
                <a:gdLst/>
                <a:ahLst/>
                <a:cxnLst>
                  <a:cxn ang="0">
                    <a:pos x="6576" y="49356"/>
                  </a:cxn>
                  <a:cxn ang="0">
                    <a:pos x="69056" y="171103"/>
                  </a:cxn>
                  <a:cxn ang="0">
                    <a:pos x="118382" y="180975"/>
                  </a:cxn>
                  <a:cxn ang="0">
                    <a:pos x="210457" y="141489"/>
                  </a:cxn>
                  <a:cxn ang="0">
                    <a:pos x="213746" y="138199"/>
                  </a:cxn>
                  <a:cxn ang="0">
                    <a:pos x="230188" y="75680"/>
                  </a:cxn>
                  <a:cxn ang="0">
                    <a:pos x="230188" y="69099"/>
                  </a:cxn>
                  <a:cxn ang="0">
                    <a:pos x="226899" y="46066"/>
                  </a:cxn>
                  <a:cxn ang="0">
                    <a:pos x="210457" y="9871"/>
                  </a:cxn>
                  <a:cxn ang="0">
                    <a:pos x="118382" y="0"/>
                  </a:cxn>
                  <a:cxn ang="0">
                    <a:pos x="26307" y="19742"/>
                  </a:cxn>
                  <a:cxn ang="0">
                    <a:pos x="13153" y="29614"/>
                  </a:cxn>
                  <a:cxn ang="0">
                    <a:pos x="6576" y="49356"/>
                  </a:cxn>
                </a:cxnLst>
                <a:rect l="0" t="0" r="0" b="0"/>
                <a:pathLst>
                  <a:path w="70" h="55">
                    <a:moveTo>
                      <a:pt x="2" y="15"/>
                    </a:moveTo>
                    <a:cubicBezTo>
                      <a:pt x="0" y="28"/>
                      <a:pt x="11" y="47"/>
                      <a:pt x="21" y="52"/>
                    </a:cubicBezTo>
                    <a:cubicBezTo>
                      <a:pt x="25" y="54"/>
                      <a:pt x="30" y="55"/>
                      <a:pt x="36" y="55"/>
                    </a:cubicBezTo>
                    <a:cubicBezTo>
                      <a:pt x="47" y="55"/>
                      <a:pt x="59" y="51"/>
                      <a:pt x="64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7" y="37"/>
                      <a:pt x="69" y="30"/>
                      <a:pt x="70" y="23"/>
                    </a:cubicBezTo>
                    <a:cubicBezTo>
                      <a:pt x="70" y="22"/>
                      <a:pt x="70" y="22"/>
                      <a:pt x="70" y="21"/>
                    </a:cubicBezTo>
                    <a:cubicBezTo>
                      <a:pt x="70" y="19"/>
                      <a:pt x="70" y="16"/>
                      <a:pt x="69" y="14"/>
                    </a:cubicBezTo>
                    <a:cubicBezTo>
                      <a:pt x="69" y="9"/>
                      <a:pt x="67" y="5"/>
                      <a:pt x="64" y="3"/>
                    </a:cubicBezTo>
                    <a:cubicBezTo>
                      <a:pt x="61" y="1"/>
                      <a:pt x="49" y="0"/>
                      <a:pt x="36" y="0"/>
                    </a:cubicBezTo>
                    <a:cubicBezTo>
                      <a:pt x="25" y="0"/>
                      <a:pt x="14" y="2"/>
                      <a:pt x="8" y="6"/>
                    </a:cubicBezTo>
                    <a:cubicBezTo>
                      <a:pt x="7" y="7"/>
                      <a:pt x="5" y="8"/>
                      <a:pt x="4" y="9"/>
                    </a:cubicBezTo>
                    <a:cubicBezTo>
                      <a:pt x="3" y="11"/>
                      <a:pt x="2" y="13"/>
                      <a:pt x="2" y="15"/>
                    </a:cubicBezTo>
                    <a:close/>
                  </a:path>
                </a:pathLst>
              </a:custGeom>
              <a:solidFill>
                <a:srgbClr val="C0E3E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9" name="Freeform 146"/>
              <p:cNvSpPr/>
              <p:nvPr userDrawn="1"/>
            </p:nvSpPr>
            <p:spPr>
              <a:xfrm>
                <a:off x="6051551" y="1941513"/>
                <a:ext cx="204788" cy="174625"/>
              </a:xfrm>
              <a:custGeom>
                <a:avLst/>
                <a:gdLst/>
                <a:ahLst/>
                <a:cxnLst>
                  <a:cxn ang="0">
                    <a:pos x="138727" y="174625"/>
                  </a:cxn>
                  <a:cxn ang="0">
                    <a:pos x="201484" y="138382"/>
                  </a:cxn>
                  <a:cxn ang="0">
                    <a:pos x="204788" y="135087"/>
                  </a:cxn>
                  <a:cxn ang="0">
                    <a:pos x="204788" y="128497"/>
                  </a:cxn>
                  <a:cxn ang="0">
                    <a:pos x="75969" y="0"/>
                  </a:cxn>
                  <a:cxn ang="0">
                    <a:pos x="16515" y="16474"/>
                  </a:cxn>
                  <a:cxn ang="0">
                    <a:pos x="3303" y="26358"/>
                  </a:cxn>
                  <a:cxn ang="0">
                    <a:pos x="0" y="36242"/>
                  </a:cxn>
                  <a:cxn ang="0">
                    <a:pos x="138727" y="174625"/>
                  </a:cxn>
                </a:cxnLst>
                <a:rect l="0" t="0" r="0" b="0"/>
                <a:pathLst>
                  <a:path w="62" h="53">
                    <a:moveTo>
                      <a:pt x="42" y="53"/>
                    </a:moveTo>
                    <a:cubicBezTo>
                      <a:pt x="50" y="51"/>
                      <a:pt x="58" y="48"/>
                      <a:pt x="61" y="42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2" y="40"/>
                      <a:pt x="62" y="40"/>
                      <a:pt x="62" y="39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6" y="1"/>
                      <a:pt x="9" y="3"/>
                      <a:pt x="5" y="5"/>
                    </a:cubicBezTo>
                    <a:cubicBezTo>
                      <a:pt x="4" y="6"/>
                      <a:pt x="2" y="7"/>
                      <a:pt x="1" y="8"/>
                    </a:cubicBezTo>
                    <a:cubicBezTo>
                      <a:pt x="1" y="9"/>
                      <a:pt x="0" y="10"/>
                      <a:pt x="0" y="11"/>
                    </a:cubicBezTo>
                    <a:lnTo>
                      <a:pt x="42" y="53"/>
                    </a:ln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0" name="Freeform 147"/>
              <p:cNvSpPr/>
              <p:nvPr userDrawn="1"/>
            </p:nvSpPr>
            <p:spPr>
              <a:xfrm>
                <a:off x="6516688" y="2833688"/>
                <a:ext cx="404813" cy="630238"/>
              </a:xfrm>
              <a:custGeom>
                <a:avLst/>
                <a:gdLst/>
                <a:ahLst/>
                <a:cxnLst>
                  <a:cxn ang="0">
                    <a:pos x="404813" y="98990"/>
                  </a:cxn>
                  <a:cxn ang="0">
                    <a:pos x="398230" y="194680"/>
                  </a:cxn>
                  <a:cxn ang="0">
                    <a:pos x="223799" y="541146"/>
                  </a:cxn>
                  <a:cxn ang="0">
                    <a:pos x="49367" y="541146"/>
                  </a:cxn>
                  <a:cxn ang="0">
                    <a:pos x="36202" y="313469"/>
                  </a:cxn>
                  <a:cxn ang="0">
                    <a:pos x="217216" y="0"/>
                  </a:cxn>
                  <a:cxn ang="0">
                    <a:pos x="404813" y="98990"/>
                  </a:cxn>
                </a:cxnLst>
                <a:rect l="0" t="0" r="0" b="0"/>
                <a:pathLst>
                  <a:path w="123" h="191">
                    <a:moveTo>
                      <a:pt x="123" y="30"/>
                    </a:moveTo>
                    <a:cubicBezTo>
                      <a:pt x="122" y="35"/>
                      <a:pt x="121" y="59"/>
                      <a:pt x="121" y="59"/>
                    </a:cubicBezTo>
                    <a:cubicBezTo>
                      <a:pt x="106" y="93"/>
                      <a:pt x="72" y="164"/>
                      <a:pt x="68" y="164"/>
                    </a:cubicBezTo>
                    <a:cubicBezTo>
                      <a:pt x="61" y="164"/>
                      <a:pt x="29" y="191"/>
                      <a:pt x="15" y="164"/>
                    </a:cubicBezTo>
                    <a:cubicBezTo>
                      <a:pt x="0" y="137"/>
                      <a:pt x="7" y="104"/>
                      <a:pt x="11" y="95"/>
                    </a:cubicBezTo>
                    <a:cubicBezTo>
                      <a:pt x="16" y="87"/>
                      <a:pt x="61" y="0"/>
                      <a:pt x="66" y="0"/>
                    </a:cubicBezTo>
                    <a:cubicBezTo>
                      <a:pt x="71" y="1"/>
                      <a:pt x="123" y="30"/>
                      <a:pt x="123" y="30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1" name="Freeform 148"/>
              <p:cNvSpPr/>
              <p:nvPr userDrawn="1"/>
            </p:nvSpPr>
            <p:spPr>
              <a:xfrm>
                <a:off x="6802438" y="2925763"/>
                <a:ext cx="103188" cy="109538"/>
              </a:xfrm>
              <a:custGeom>
                <a:avLst/>
                <a:gdLst/>
                <a:ahLst/>
                <a:cxnLst>
                  <a:cxn ang="0">
                    <a:pos x="86544" y="0"/>
                  </a:cxn>
                  <a:cxn ang="0">
                    <a:pos x="99859" y="76344"/>
                  </a:cxn>
                  <a:cxn ang="0">
                    <a:pos x="89873" y="109538"/>
                  </a:cxn>
                  <a:cxn ang="0">
                    <a:pos x="0" y="79664"/>
                  </a:cxn>
                  <a:cxn ang="0">
                    <a:pos x="86544" y="0"/>
                  </a:cxn>
                </a:cxnLst>
                <a:rect l="0" t="0" r="0" b="0"/>
                <a:pathLst>
                  <a:path w="31" h="33">
                    <a:moveTo>
                      <a:pt x="26" y="0"/>
                    </a:moveTo>
                    <a:cubicBezTo>
                      <a:pt x="26" y="0"/>
                      <a:pt x="30" y="15"/>
                      <a:pt x="30" y="23"/>
                    </a:cubicBezTo>
                    <a:cubicBezTo>
                      <a:pt x="31" y="30"/>
                      <a:pt x="30" y="32"/>
                      <a:pt x="27" y="33"/>
                    </a:cubicBezTo>
                    <a:cubicBezTo>
                      <a:pt x="24" y="33"/>
                      <a:pt x="0" y="27"/>
                      <a:pt x="0" y="24"/>
                    </a:cubicBezTo>
                    <a:cubicBezTo>
                      <a:pt x="1" y="21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2" name="Freeform 149"/>
              <p:cNvSpPr/>
              <p:nvPr userDrawn="1"/>
            </p:nvSpPr>
            <p:spPr>
              <a:xfrm>
                <a:off x="6737351" y="2774950"/>
                <a:ext cx="254000" cy="220663"/>
              </a:xfrm>
              <a:custGeom>
                <a:avLst/>
                <a:gdLst/>
                <a:ahLst/>
                <a:cxnLst>
                  <a:cxn ang="0">
                    <a:pos x="16493" y="0"/>
                  </a:cxn>
                  <a:cxn ang="0">
                    <a:pos x="254000" y="23054"/>
                  </a:cxn>
                  <a:cxn ang="0">
                    <a:pos x="244103" y="105391"/>
                  </a:cxn>
                  <a:cxn ang="0">
                    <a:pos x="207818" y="220663"/>
                  </a:cxn>
                  <a:cxn ang="0">
                    <a:pos x="3298" y="187728"/>
                  </a:cxn>
                  <a:cxn ang="0">
                    <a:pos x="16493" y="0"/>
                  </a:cxn>
                </a:cxnLst>
                <a:rect l="0" t="0" r="0" b="0"/>
                <a:pathLst>
                  <a:path w="77" h="67">
                    <a:moveTo>
                      <a:pt x="5" y="0"/>
                    </a:moveTo>
                    <a:cubicBezTo>
                      <a:pt x="77" y="7"/>
                      <a:pt x="77" y="7"/>
                      <a:pt x="77" y="7"/>
                    </a:cubicBezTo>
                    <a:cubicBezTo>
                      <a:pt x="74" y="32"/>
                      <a:pt x="74" y="32"/>
                      <a:pt x="74" y="32"/>
                    </a:cubicBezTo>
                    <a:cubicBezTo>
                      <a:pt x="63" y="67"/>
                      <a:pt x="63" y="67"/>
                      <a:pt x="63" y="67"/>
                    </a:cubicBezTo>
                    <a:cubicBezTo>
                      <a:pt x="63" y="67"/>
                      <a:pt x="0" y="61"/>
                      <a:pt x="1" y="57"/>
                    </a:cubicBezTo>
                    <a:cubicBezTo>
                      <a:pt x="2" y="53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3" name="Freeform 150"/>
              <p:cNvSpPr/>
              <p:nvPr userDrawn="1"/>
            </p:nvSpPr>
            <p:spPr>
              <a:xfrm>
                <a:off x="6869113" y="2643188"/>
                <a:ext cx="131763" cy="168275"/>
              </a:xfrm>
              <a:custGeom>
                <a:avLst/>
                <a:gdLst/>
                <a:ahLst/>
                <a:cxnLst>
                  <a:cxn ang="0">
                    <a:pos x="0" y="131980"/>
                  </a:cxn>
                  <a:cxn ang="0">
                    <a:pos x="111998" y="0"/>
                  </a:cxn>
                  <a:cxn ang="0">
                    <a:pos x="118586" y="56091"/>
                  </a:cxn>
                  <a:cxn ang="0">
                    <a:pos x="39528" y="164975"/>
                  </a:cxn>
                  <a:cxn ang="0">
                    <a:pos x="0" y="131980"/>
                  </a:cxn>
                </a:cxnLst>
                <a:rect l="0" t="0" r="0" b="0"/>
                <a:pathLst>
                  <a:path w="40" h="51">
                    <a:moveTo>
                      <a:pt x="0" y="40"/>
                    </a:moveTo>
                    <a:cubicBezTo>
                      <a:pt x="2" y="38"/>
                      <a:pt x="32" y="0"/>
                      <a:pt x="34" y="0"/>
                    </a:cubicBezTo>
                    <a:cubicBezTo>
                      <a:pt x="35" y="0"/>
                      <a:pt x="40" y="6"/>
                      <a:pt x="36" y="17"/>
                    </a:cubicBezTo>
                    <a:cubicBezTo>
                      <a:pt x="32" y="28"/>
                      <a:pt x="12" y="51"/>
                      <a:pt x="12" y="50"/>
                    </a:cubicBezTo>
                    <a:cubicBezTo>
                      <a:pt x="12" y="50"/>
                      <a:pt x="0" y="40"/>
                      <a:pt x="0" y="40"/>
                    </a:cubicBez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4" name="Freeform 151"/>
              <p:cNvSpPr/>
              <p:nvPr userDrawn="1"/>
            </p:nvSpPr>
            <p:spPr>
              <a:xfrm>
                <a:off x="6315076" y="2254250"/>
                <a:ext cx="781050" cy="796925"/>
              </a:xfrm>
              <a:custGeom>
                <a:avLst/>
                <a:gdLst/>
                <a:ahLst/>
                <a:cxnLst>
                  <a:cxn ang="0">
                    <a:pos x="781050" y="52387"/>
                  </a:cxn>
                  <a:cxn ang="0">
                    <a:pos x="207962" y="0"/>
                  </a:cxn>
                  <a:cxn ang="0">
                    <a:pos x="0" y="757237"/>
                  </a:cxn>
                  <a:cxn ang="0">
                    <a:pos x="544512" y="796925"/>
                  </a:cxn>
                  <a:cxn ang="0">
                    <a:pos x="781050" y="52387"/>
                  </a:cxn>
                </a:cxnLst>
                <a:rect l="0" t="0" r="0" b="0"/>
                <a:pathLst>
                  <a:path w="492" h="502">
                    <a:moveTo>
                      <a:pt x="492" y="33"/>
                    </a:moveTo>
                    <a:lnTo>
                      <a:pt x="131" y="0"/>
                    </a:lnTo>
                    <a:lnTo>
                      <a:pt x="0" y="477"/>
                    </a:lnTo>
                    <a:lnTo>
                      <a:pt x="343" y="502"/>
                    </a:lnTo>
                    <a:lnTo>
                      <a:pt x="492" y="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5" name="Freeform 152"/>
              <p:cNvSpPr/>
              <p:nvPr userDrawn="1"/>
            </p:nvSpPr>
            <p:spPr>
              <a:xfrm>
                <a:off x="5029201" y="2533650"/>
                <a:ext cx="431800" cy="749300"/>
              </a:xfrm>
              <a:custGeom>
                <a:avLst/>
                <a:gdLst/>
                <a:ahLst/>
                <a:cxnLst>
                  <a:cxn ang="0">
                    <a:pos x="385653" y="6601"/>
                  </a:cxn>
                  <a:cxn ang="0">
                    <a:pos x="0" y="544645"/>
                  </a:cxn>
                  <a:cxn ang="0">
                    <a:pos x="161512" y="716291"/>
                  </a:cxn>
                  <a:cxn ang="0">
                    <a:pos x="412022" y="439017"/>
                  </a:cxn>
                  <a:cxn ang="0">
                    <a:pos x="385653" y="6601"/>
                  </a:cxn>
                </a:cxnLst>
                <a:rect l="0" t="0" r="0" b="0"/>
                <a:pathLst>
                  <a:path w="131" h="227">
                    <a:moveTo>
                      <a:pt x="117" y="2"/>
                    </a:moveTo>
                    <a:cubicBezTo>
                      <a:pt x="103" y="0"/>
                      <a:pt x="14" y="139"/>
                      <a:pt x="0" y="165"/>
                    </a:cubicBezTo>
                    <a:cubicBezTo>
                      <a:pt x="0" y="165"/>
                      <a:pt x="41" y="227"/>
                      <a:pt x="49" y="217"/>
                    </a:cubicBezTo>
                    <a:cubicBezTo>
                      <a:pt x="57" y="207"/>
                      <a:pt x="114" y="144"/>
                      <a:pt x="125" y="133"/>
                    </a:cubicBezTo>
                    <a:cubicBezTo>
                      <a:pt x="131" y="126"/>
                      <a:pt x="118" y="2"/>
                      <a:pt x="117" y="2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6" name="Freeform 153"/>
              <p:cNvSpPr/>
              <p:nvPr userDrawn="1"/>
            </p:nvSpPr>
            <p:spPr>
              <a:xfrm>
                <a:off x="5003801" y="2998788"/>
                <a:ext cx="592138" cy="315913"/>
              </a:xfrm>
              <a:custGeom>
                <a:avLst/>
                <a:gdLst/>
                <a:ahLst/>
                <a:cxnLst>
                  <a:cxn ang="0">
                    <a:pos x="592138" y="59233"/>
                  </a:cxn>
                  <a:cxn ang="0">
                    <a:pos x="157903" y="3290"/>
                  </a:cxn>
                  <a:cxn ang="0">
                    <a:pos x="26317" y="213899"/>
                  </a:cxn>
                  <a:cxn ang="0">
                    <a:pos x="259882" y="299459"/>
                  </a:cxn>
                  <a:cxn ang="0">
                    <a:pos x="559241" y="299459"/>
                  </a:cxn>
                  <a:cxn ang="0">
                    <a:pos x="592138" y="59233"/>
                  </a:cxn>
                </a:cxnLst>
                <a:rect l="0" t="0" r="0" b="0"/>
                <a:pathLst>
                  <a:path w="180" h="96">
                    <a:moveTo>
                      <a:pt x="180" y="18"/>
                    </a:moveTo>
                    <a:cubicBezTo>
                      <a:pt x="170" y="17"/>
                      <a:pt x="95" y="0"/>
                      <a:pt x="48" y="1"/>
                    </a:cubicBezTo>
                    <a:cubicBezTo>
                      <a:pt x="2" y="2"/>
                      <a:pt x="0" y="40"/>
                      <a:pt x="8" y="65"/>
                    </a:cubicBezTo>
                    <a:cubicBezTo>
                      <a:pt x="17" y="91"/>
                      <a:pt x="48" y="91"/>
                      <a:pt x="79" y="91"/>
                    </a:cubicBezTo>
                    <a:cubicBezTo>
                      <a:pt x="109" y="91"/>
                      <a:pt x="167" y="96"/>
                      <a:pt x="170" y="91"/>
                    </a:cubicBezTo>
                    <a:cubicBezTo>
                      <a:pt x="174" y="87"/>
                      <a:pt x="180" y="18"/>
                      <a:pt x="180" y="18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7" name="Freeform 154"/>
              <p:cNvSpPr/>
              <p:nvPr userDrawn="1"/>
            </p:nvSpPr>
            <p:spPr>
              <a:xfrm>
                <a:off x="5438776" y="3151188"/>
                <a:ext cx="120650" cy="206375"/>
              </a:xfrm>
              <a:custGeom>
                <a:avLst/>
                <a:gdLst/>
                <a:ahLst/>
                <a:cxnLst>
                  <a:cxn ang="0">
                    <a:pos x="58694" y="13103"/>
                  </a:cxn>
                  <a:cxn ang="0">
                    <a:pos x="19564" y="16378"/>
                  </a:cxn>
                  <a:cxn ang="0">
                    <a:pos x="9782" y="65515"/>
                  </a:cxn>
                  <a:cxn ang="0">
                    <a:pos x="117389" y="144134"/>
                  </a:cxn>
                  <a:cxn ang="0">
                    <a:pos x="84781" y="36033"/>
                  </a:cxn>
                  <a:cxn ang="0">
                    <a:pos x="58694" y="13103"/>
                  </a:cxn>
                </a:cxnLst>
                <a:rect l="0" t="0" r="0" b="0"/>
                <a:pathLst>
                  <a:path w="37" h="63">
                    <a:moveTo>
                      <a:pt x="18" y="4"/>
                    </a:moveTo>
                    <a:cubicBezTo>
                      <a:pt x="16" y="3"/>
                      <a:pt x="11" y="0"/>
                      <a:pt x="6" y="5"/>
                    </a:cubicBezTo>
                    <a:cubicBezTo>
                      <a:pt x="0" y="11"/>
                      <a:pt x="1" y="16"/>
                      <a:pt x="3" y="20"/>
                    </a:cubicBezTo>
                    <a:cubicBezTo>
                      <a:pt x="5" y="26"/>
                      <a:pt x="32" y="63"/>
                      <a:pt x="36" y="44"/>
                    </a:cubicBezTo>
                    <a:cubicBezTo>
                      <a:pt x="37" y="37"/>
                      <a:pt x="31" y="18"/>
                      <a:pt x="26" y="11"/>
                    </a:cubicBezTo>
                    <a:cubicBezTo>
                      <a:pt x="20" y="4"/>
                      <a:pt x="18" y="4"/>
                      <a:pt x="18" y="4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8" name="Rectangle 155"/>
              <p:cNvSpPr/>
              <p:nvPr userDrawn="1"/>
            </p:nvSpPr>
            <p:spPr>
              <a:xfrm>
                <a:off x="3060701" y="3298825"/>
                <a:ext cx="6053138" cy="134938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9" name="Freeform 156"/>
              <p:cNvSpPr/>
              <p:nvPr userDrawn="1"/>
            </p:nvSpPr>
            <p:spPr>
              <a:xfrm>
                <a:off x="6819901" y="2698750"/>
                <a:ext cx="214313" cy="155575"/>
              </a:xfrm>
              <a:custGeom>
                <a:avLst/>
                <a:gdLst/>
                <a:ahLst/>
                <a:cxnLst>
                  <a:cxn ang="0">
                    <a:pos x="187936" y="92682"/>
                  </a:cxn>
                  <a:cxn ang="0">
                    <a:pos x="138479" y="26480"/>
                  </a:cxn>
                  <a:cxn ang="0">
                    <a:pos x="49456" y="9930"/>
                  </a:cxn>
                  <a:cxn ang="0">
                    <a:pos x="3297" y="16550"/>
                  </a:cxn>
                  <a:cxn ang="0">
                    <a:pos x="46159" y="59581"/>
                  </a:cxn>
                  <a:cxn ang="0">
                    <a:pos x="102210" y="72822"/>
                  </a:cxn>
                  <a:cxn ang="0">
                    <a:pos x="135182" y="135714"/>
                  </a:cxn>
                  <a:cxn ang="0">
                    <a:pos x="158261" y="148954"/>
                  </a:cxn>
                  <a:cxn ang="0">
                    <a:pos x="168153" y="155575"/>
                  </a:cxn>
                  <a:cxn ang="0">
                    <a:pos x="187936" y="92682"/>
                  </a:cxn>
                </a:cxnLst>
                <a:rect l="0" t="0" r="0" b="0"/>
                <a:pathLst>
                  <a:path w="65" h="47">
                    <a:moveTo>
                      <a:pt x="57" y="28"/>
                    </a:moveTo>
                    <a:cubicBezTo>
                      <a:pt x="42" y="8"/>
                      <a:pt x="42" y="8"/>
                      <a:pt x="42" y="8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1" y="2"/>
                      <a:pt x="3" y="0"/>
                      <a:pt x="1" y="5"/>
                    </a:cubicBezTo>
                    <a:cubicBezTo>
                      <a:pt x="0" y="8"/>
                      <a:pt x="5" y="16"/>
                      <a:pt x="14" y="18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48" y="45"/>
                      <a:pt x="51" y="47"/>
                      <a:pt x="51" y="47"/>
                    </a:cubicBezTo>
                    <a:cubicBezTo>
                      <a:pt x="56" y="46"/>
                      <a:pt x="65" y="39"/>
                      <a:pt x="57" y="28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0" name="Freeform 157"/>
              <p:cNvSpPr/>
              <p:nvPr userDrawn="1"/>
            </p:nvSpPr>
            <p:spPr>
              <a:xfrm>
                <a:off x="6792913" y="2774950"/>
                <a:ext cx="207963" cy="138113"/>
              </a:xfrm>
              <a:custGeom>
                <a:avLst/>
                <a:gdLst/>
                <a:ahLst/>
                <a:cxnLst>
                  <a:cxn ang="0">
                    <a:pos x="188157" y="75633"/>
                  </a:cxn>
                  <a:cxn ang="0">
                    <a:pos x="115535" y="16442"/>
                  </a:cxn>
                  <a:cxn ang="0">
                    <a:pos x="42913" y="6576"/>
                  </a:cxn>
                  <a:cxn ang="0">
                    <a:pos x="6602" y="13153"/>
                  </a:cxn>
                  <a:cxn ang="0">
                    <a:pos x="29709" y="55902"/>
                  </a:cxn>
                  <a:cxn ang="0">
                    <a:pos x="92428" y="72344"/>
                  </a:cxn>
                  <a:cxn ang="0">
                    <a:pos x="165050" y="131536"/>
                  </a:cxn>
                  <a:cxn ang="0">
                    <a:pos x="201361" y="115094"/>
                  </a:cxn>
                  <a:cxn ang="0">
                    <a:pos x="188157" y="75633"/>
                  </a:cxn>
                </a:cxnLst>
                <a:rect l="0" t="0" r="0" b="0"/>
                <a:pathLst>
                  <a:path w="63" h="42">
                    <a:moveTo>
                      <a:pt x="57" y="23"/>
                    </a:moveTo>
                    <a:cubicBezTo>
                      <a:pt x="35" y="5"/>
                      <a:pt x="35" y="5"/>
                      <a:pt x="35" y="5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9" y="1"/>
                      <a:pt x="3" y="0"/>
                      <a:pt x="2" y="4"/>
                    </a:cubicBezTo>
                    <a:cubicBezTo>
                      <a:pt x="0" y="9"/>
                      <a:pt x="5" y="16"/>
                      <a:pt x="9" y="17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4" y="42"/>
                      <a:pt x="59" y="39"/>
                      <a:pt x="61" y="35"/>
                    </a:cubicBezTo>
                    <a:cubicBezTo>
                      <a:pt x="63" y="30"/>
                      <a:pt x="61" y="26"/>
                      <a:pt x="57" y="23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1" name="Freeform 158"/>
              <p:cNvSpPr/>
              <p:nvPr userDrawn="1"/>
            </p:nvSpPr>
            <p:spPr>
              <a:xfrm>
                <a:off x="6770688" y="2844800"/>
                <a:ext cx="214313" cy="111125"/>
              </a:xfrm>
              <a:custGeom>
                <a:avLst/>
                <a:gdLst/>
                <a:ahLst/>
                <a:cxnLst>
                  <a:cxn ang="0">
                    <a:pos x="191233" y="45757"/>
                  </a:cxn>
                  <a:cxn ang="0">
                    <a:pos x="112102" y="0"/>
                  </a:cxn>
                  <a:cxn ang="0">
                    <a:pos x="39565" y="3268"/>
                  </a:cxn>
                  <a:cxn ang="0">
                    <a:pos x="3297" y="16341"/>
                  </a:cxn>
                  <a:cxn ang="0">
                    <a:pos x="36268" y="55562"/>
                  </a:cxn>
                  <a:cxn ang="0">
                    <a:pos x="98913" y="58830"/>
                  </a:cxn>
                  <a:cxn ang="0">
                    <a:pos x="178044" y="104588"/>
                  </a:cxn>
                  <a:cxn ang="0">
                    <a:pos x="211015" y="81709"/>
                  </a:cxn>
                  <a:cxn ang="0">
                    <a:pos x="191233" y="45757"/>
                  </a:cxn>
                </a:cxnLst>
                <a:rect l="0" t="0" r="0" b="0"/>
                <a:pathLst>
                  <a:path w="65" h="34">
                    <a:moveTo>
                      <a:pt x="58" y="14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8" y="1"/>
                      <a:pt x="2" y="0"/>
                      <a:pt x="1" y="5"/>
                    </a:cubicBezTo>
                    <a:cubicBezTo>
                      <a:pt x="0" y="10"/>
                      <a:pt x="6" y="16"/>
                      <a:pt x="11" y="1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8" y="34"/>
                      <a:pt x="63" y="30"/>
                      <a:pt x="64" y="25"/>
                    </a:cubicBezTo>
                    <a:cubicBezTo>
                      <a:pt x="65" y="20"/>
                      <a:pt x="62" y="16"/>
                      <a:pt x="58" y="14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2" name="Freeform 159"/>
              <p:cNvSpPr/>
              <p:nvPr userDrawn="1"/>
            </p:nvSpPr>
            <p:spPr>
              <a:xfrm>
                <a:off x="6770688" y="2906713"/>
                <a:ext cx="190500" cy="92075"/>
              </a:xfrm>
              <a:custGeom>
                <a:avLst/>
                <a:gdLst/>
                <a:ahLst/>
                <a:cxnLst>
                  <a:cxn ang="0">
                    <a:pos x="167508" y="32883"/>
                  </a:cxn>
                  <a:cxn ang="0">
                    <a:pos x="98534" y="0"/>
                  </a:cxn>
                  <a:cxn ang="0">
                    <a:pos x="36129" y="6576"/>
                  </a:cxn>
                  <a:cxn ang="0">
                    <a:pos x="3284" y="23018"/>
                  </a:cxn>
                  <a:cxn ang="0">
                    <a:pos x="32844" y="52614"/>
                  </a:cxn>
                  <a:cxn ang="0">
                    <a:pos x="88681" y="52614"/>
                  </a:cxn>
                  <a:cxn ang="0">
                    <a:pos x="160939" y="85498"/>
                  </a:cxn>
                  <a:cxn ang="0">
                    <a:pos x="187215" y="65767"/>
                  </a:cxn>
                  <a:cxn ang="0">
                    <a:pos x="167508" y="32883"/>
                  </a:cxn>
                </a:cxnLst>
                <a:rect l="0" t="0" r="0" b="0"/>
                <a:pathLst>
                  <a:path w="58" h="28">
                    <a:moveTo>
                      <a:pt x="51" y="1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7" y="2"/>
                      <a:pt x="2" y="2"/>
                      <a:pt x="1" y="7"/>
                    </a:cubicBezTo>
                    <a:cubicBezTo>
                      <a:pt x="0" y="11"/>
                      <a:pt x="6" y="16"/>
                      <a:pt x="10" y="16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52" y="28"/>
                      <a:pt x="56" y="24"/>
                      <a:pt x="57" y="20"/>
                    </a:cubicBezTo>
                    <a:cubicBezTo>
                      <a:pt x="58" y="15"/>
                      <a:pt x="55" y="12"/>
                      <a:pt x="51" y="1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3" name="Freeform 160"/>
              <p:cNvSpPr/>
              <p:nvPr userDrawn="1"/>
            </p:nvSpPr>
            <p:spPr>
              <a:xfrm>
                <a:off x="5622926" y="2857500"/>
                <a:ext cx="15875" cy="33338"/>
              </a:xfrm>
              <a:custGeom>
                <a:avLst/>
                <a:gdLst/>
                <a:ahLst/>
                <a:cxnLst>
                  <a:cxn ang="0">
                    <a:pos x="0" y="3333"/>
                  </a:cxn>
                  <a:cxn ang="0">
                    <a:pos x="3175" y="0"/>
                  </a:cxn>
                  <a:cxn ang="0">
                    <a:pos x="9525" y="3333"/>
                  </a:cxn>
                  <a:cxn ang="0">
                    <a:pos x="15875" y="23336"/>
                  </a:cxn>
                  <a:cxn ang="0">
                    <a:pos x="12700" y="33338"/>
                  </a:cxn>
                  <a:cxn ang="0">
                    <a:pos x="9525" y="26670"/>
                  </a:cxn>
                  <a:cxn ang="0">
                    <a:pos x="0" y="3333"/>
                  </a:cxn>
                </a:cxnLst>
                <a:rect l="0" t="0" r="0" b="0"/>
                <a:pathLst>
                  <a:path w="5" h="10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4" name="Freeform 161"/>
              <p:cNvSpPr/>
              <p:nvPr userDrawn="1"/>
            </p:nvSpPr>
            <p:spPr>
              <a:xfrm>
                <a:off x="5607051" y="3062288"/>
                <a:ext cx="233363" cy="160338"/>
              </a:xfrm>
              <a:custGeom>
                <a:avLst/>
                <a:gdLst/>
                <a:ahLst/>
                <a:cxnLst>
                  <a:cxn ang="0">
                    <a:pos x="16434" y="0"/>
                  </a:cxn>
                  <a:cxn ang="0">
                    <a:pos x="138045" y="26177"/>
                  </a:cxn>
                  <a:cxn ang="0">
                    <a:pos x="220215" y="147249"/>
                  </a:cxn>
                  <a:cxn ang="0">
                    <a:pos x="98604" y="75260"/>
                  </a:cxn>
                  <a:cxn ang="0">
                    <a:pos x="0" y="85077"/>
                  </a:cxn>
                  <a:cxn ang="0">
                    <a:pos x="16434" y="0"/>
                  </a:cxn>
                </a:cxnLst>
                <a:rect l="0" t="0" r="0" b="0"/>
                <a:pathLst>
                  <a:path w="71" h="49">
                    <a:moveTo>
                      <a:pt x="5" y="0"/>
                    </a:moveTo>
                    <a:cubicBezTo>
                      <a:pt x="6" y="1"/>
                      <a:pt x="40" y="6"/>
                      <a:pt x="42" y="8"/>
                    </a:cubicBezTo>
                    <a:cubicBezTo>
                      <a:pt x="44" y="10"/>
                      <a:pt x="71" y="45"/>
                      <a:pt x="67" y="45"/>
                    </a:cubicBezTo>
                    <a:cubicBezTo>
                      <a:pt x="44" y="49"/>
                      <a:pt x="34" y="30"/>
                      <a:pt x="30" y="23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5" name="Freeform 162"/>
              <p:cNvSpPr/>
              <p:nvPr userDrawn="1"/>
            </p:nvSpPr>
            <p:spPr>
              <a:xfrm>
                <a:off x="5751513" y="3228975"/>
                <a:ext cx="42863" cy="76200"/>
              </a:xfrm>
              <a:custGeom>
                <a:avLst/>
                <a:gdLst/>
                <a:ahLst/>
                <a:cxnLst>
                  <a:cxn ang="0">
                    <a:pos x="6594" y="0"/>
                  </a:cxn>
                  <a:cxn ang="0">
                    <a:pos x="0" y="26504"/>
                  </a:cxn>
                  <a:cxn ang="0">
                    <a:pos x="42863" y="76200"/>
                  </a:cxn>
                  <a:cxn ang="0">
                    <a:pos x="39565" y="6626"/>
                  </a:cxn>
                  <a:cxn ang="0">
                    <a:pos x="6594" y="0"/>
                  </a:cxn>
                </a:cxnLst>
                <a:rect l="0" t="0" r="0" b="0"/>
                <a:pathLst>
                  <a:path w="13" h="23">
                    <a:moveTo>
                      <a:pt x="2" y="0"/>
                    </a:moveTo>
                    <a:cubicBezTo>
                      <a:pt x="2" y="0"/>
                      <a:pt x="0" y="8"/>
                      <a:pt x="0" y="8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2"/>
                      <a:pt x="12" y="2"/>
                      <a:pt x="12" y="2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6" name="Freeform 163"/>
              <p:cNvSpPr/>
              <p:nvPr userDrawn="1"/>
            </p:nvSpPr>
            <p:spPr>
              <a:xfrm>
                <a:off x="5616576" y="2857500"/>
                <a:ext cx="28575" cy="49213"/>
              </a:xfrm>
              <a:custGeom>
                <a:avLst/>
                <a:gdLst/>
                <a:ahLst/>
                <a:cxnLst>
                  <a:cxn ang="0">
                    <a:pos x="28575" y="42651"/>
                  </a:cxn>
                  <a:cxn ang="0">
                    <a:pos x="15875" y="49213"/>
                  </a:cxn>
                  <a:cxn ang="0">
                    <a:pos x="0" y="9842"/>
                  </a:cxn>
                  <a:cxn ang="0">
                    <a:pos x="3175" y="3280"/>
                  </a:cxn>
                  <a:cxn ang="0">
                    <a:pos x="9525" y="0"/>
                  </a:cxn>
                  <a:cxn ang="0">
                    <a:pos x="15875" y="3280"/>
                  </a:cxn>
                  <a:cxn ang="0">
                    <a:pos x="28575" y="42651"/>
                  </a:cxn>
                </a:cxnLst>
                <a:rect l="0" t="0" r="0" b="0"/>
                <a:pathLst>
                  <a:path w="9" h="15">
                    <a:moveTo>
                      <a:pt x="9" y="13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1"/>
                    </a:cubicBez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7" name="Freeform 164"/>
              <p:cNvSpPr/>
              <p:nvPr userDrawn="1"/>
            </p:nvSpPr>
            <p:spPr>
              <a:xfrm>
                <a:off x="5613401" y="2876550"/>
                <a:ext cx="52388" cy="57150"/>
              </a:xfrm>
              <a:custGeom>
                <a:avLst/>
                <a:gdLst/>
                <a:ahLst/>
                <a:cxnLst>
                  <a:cxn ang="0">
                    <a:pos x="52388" y="40341"/>
                  </a:cxn>
                  <a:cxn ang="0">
                    <a:pos x="13097" y="57150"/>
                  </a:cxn>
                  <a:cxn ang="0">
                    <a:pos x="0" y="23532"/>
                  </a:cxn>
                  <a:cxn ang="0">
                    <a:pos x="0" y="16808"/>
                  </a:cxn>
                  <a:cxn ang="0">
                    <a:pos x="3274" y="13447"/>
                  </a:cxn>
                  <a:cxn ang="0">
                    <a:pos x="32742" y="0"/>
                  </a:cxn>
                  <a:cxn ang="0">
                    <a:pos x="36016" y="0"/>
                  </a:cxn>
                  <a:cxn ang="0">
                    <a:pos x="39291" y="3361"/>
                  </a:cxn>
                  <a:cxn ang="0">
                    <a:pos x="52388" y="40341"/>
                  </a:cxn>
                </a:cxnLst>
                <a:rect l="0" t="0" r="0" b="0"/>
                <a:pathLst>
                  <a:path w="16" h="17">
                    <a:moveTo>
                      <a:pt x="16" y="12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5"/>
                      <a:pt x="1" y="4"/>
                      <a:pt x="1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1" y="0"/>
                      <a:pt x="11" y="0"/>
                    </a:cubicBezTo>
                    <a:cubicBezTo>
                      <a:pt x="12" y="0"/>
                      <a:pt x="12" y="1"/>
                      <a:pt x="12" y="1"/>
                    </a:cubicBezTo>
                    <a:lnTo>
                      <a:pt x="16" y="12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8" name="Freeform 165"/>
              <p:cNvSpPr/>
              <p:nvPr userDrawn="1"/>
            </p:nvSpPr>
            <p:spPr>
              <a:xfrm>
                <a:off x="5629276" y="2876550"/>
                <a:ext cx="36513" cy="39688"/>
              </a:xfrm>
              <a:custGeom>
                <a:avLst/>
                <a:gdLst/>
                <a:ahLst/>
                <a:cxnLst>
                  <a:cxn ang="0">
                    <a:pos x="0" y="6614"/>
                  </a:cxn>
                  <a:cxn ang="0">
                    <a:pos x="3319" y="6614"/>
                  </a:cxn>
                  <a:cxn ang="0">
                    <a:pos x="9958" y="3307"/>
                  </a:cxn>
                  <a:cxn ang="0">
                    <a:pos x="16596" y="0"/>
                  </a:cxn>
                  <a:cxn ang="0">
                    <a:pos x="19916" y="0"/>
                  </a:cxn>
                  <a:cxn ang="0">
                    <a:pos x="23235" y="3307"/>
                  </a:cxn>
                  <a:cxn ang="0">
                    <a:pos x="36513" y="36380"/>
                  </a:cxn>
                  <a:cxn ang="0">
                    <a:pos x="13277" y="39688"/>
                  </a:cxn>
                  <a:cxn ang="0">
                    <a:pos x="0" y="6614"/>
                  </a:cxn>
                </a:cxnLst>
                <a:rect l="0" t="0" r="0" b="0"/>
                <a:pathLst>
                  <a:path w="11" h="12">
                    <a:moveTo>
                      <a:pt x="0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0"/>
                      <a:pt x="7" y="1"/>
                      <a:pt x="7" y="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9" name="Freeform 166"/>
              <p:cNvSpPr/>
              <p:nvPr userDrawn="1"/>
            </p:nvSpPr>
            <p:spPr>
              <a:xfrm>
                <a:off x="5619751" y="2894013"/>
                <a:ext cx="171450" cy="361950"/>
              </a:xfrm>
              <a:custGeom>
                <a:avLst/>
                <a:gdLst/>
                <a:ahLst/>
                <a:cxnLst>
                  <a:cxn ang="0">
                    <a:pos x="131762" y="361950"/>
                  </a:cxn>
                  <a:cxn ang="0">
                    <a:pos x="0" y="15875"/>
                  </a:cxn>
                  <a:cxn ang="0">
                    <a:pos x="39687" y="0"/>
                  </a:cxn>
                  <a:cxn ang="0">
                    <a:pos x="171450" y="342900"/>
                  </a:cxn>
                  <a:cxn ang="0">
                    <a:pos x="131762" y="361950"/>
                  </a:cxn>
                </a:cxnLst>
                <a:rect l="0" t="0" r="0" b="0"/>
                <a:pathLst>
                  <a:path w="108" h="228">
                    <a:moveTo>
                      <a:pt x="83" y="228"/>
                    </a:moveTo>
                    <a:lnTo>
                      <a:pt x="0" y="10"/>
                    </a:lnTo>
                    <a:lnTo>
                      <a:pt x="25" y="0"/>
                    </a:lnTo>
                    <a:lnTo>
                      <a:pt x="108" y="216"/>
                    </a:lnTo>
                    <a:lnTo>
                      <a:pt x="83" y="228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0" name="Freeform 167"/>
              <p:cNvSpPr/>
              <p:nvPr userDrawn="1"/>
            </p:nvSpPr>
            <p:spPr>
              <a:xfrm>
                <a:off x="5635626" y="2894013"/>
                <a:ext cx="155575" cy="352425"/>
              </a:xfrm>
              <a:custGeom>
                <a:avLst/>
                <a:gdLst/>
                <a:ahLst/>
                <a:cxnLst>
                  <a:cxn ang="0">
                    <a:pos x="134937" y="352425"/>
                  </a:cxn>
                  <a:cxn ang="0">
                    <a:pos x="0" y="9525"/>
                  </a:cxn>
                  <a:cxn ang="0">
                    <a:pos x="23812" y="0"/>
                  </a:cxn>
                  <a:cxn ang="0">
                    <a:pos x="155575" y="342900"/>
                  </a:cxn>
                  <a:cxn ang="0">
                    <a:pos x="134937" y="352425"/>
                  </a:cxn>
                </a:cxnLst>
                <a:rect l="0" t="0" r="0" b="0"/>
                <a:pathLst>
                  <a:path w="98" h="222">
                    <a:moveTo>
                      <a:pt x="85" y="222"/>
                    </a:moveTo>
                    <a:lnTo>
                      <a:pt x="0" y="6"/>
                    </a:lnTo>
                    <a:lnTo>
                      <a:pt x="15" y="0"/>
                    </a:lnTo>
                    <a:lnTo>
                      <a:pt x="98" y="216"/>
                    </a:lnTo>
                    <a:lnTo>
                      <a:pt x="85" y="222"/>
                    </a:ln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1" name="Freeform 168"/>
              <p:cNvSpPr/>
              <p:nvPr userDrawn="1"/>
            </p:nvSpPr>
            <p:spPr>
              <a:xfrm>
                <a:off x="5610226" y="2887663"/>
                <a:ext cx="49213" cy="123825"/>
              </a:xfrm>
              <a:custGeom>
                <a:avLst/>
                <a:gdLst/>
                <a:ahLst/>
                <a:cxnLst>
                  <a:cxn ang="0">
                    <a:pos x="49213" y="6517"/>
                  </a:cxn>
                  <a:cxn ang="0">
                    <a:pos x="45932" y="0"/>
                  </a:cxn>
                  <a:cxn ang="0">
                    <a:pos x="3280" y="19551"/>
                  </a:cxn>
                  <a:cxn ang="0">
                    <a:pos x="0" y="26068"/>
                  </a:cxn>
                  <a:cxn ang="0">
                    <a:pos x="36089" y="120566"/>
                  </a:cxn>
                  <a:cxn ang="0">
                    <a:pos x="45932" y="123825"/>
                  </a:cxn>
                  <a:cxn ang="0">
                    <a:pos x="32808" y="91239"/>
                  </a:cxn>
                  <a:cxn ang="0">
                    <a:pos x="29527" y="87980"/>
                  </a:cxn>
                  <a:cxn ang="0">
                    <a:pos x="6561" y="29326"/>
                  </a:cxn>
                  <a:cxn ang="0">
                    <a:pos x="9842" y="26068"/>
                  </a:cxn>
                  <a:cxn ang="0">
                    <a:pos x="49213" y="6517"/>
                  </a:cxn>
                </a:cxnLst>
                <a:rect l="0" t="0" r="0" b="0"/>
                <a:pathLst>
                  <a:path w="15" h="38">
                    <a:moveTo>
                      <a:pt x="15" y="2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7"/>
                      <a:pt x="0" y="8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2" y="8"/>
                      <a:pt x="3" y="8"/>
                    </a:cubicBez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ABAC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2" name="Freeform 169"/>
              <p:cNvSpPr/>
              <p:nvPr userDrawn="1"/>
            </p:nvSpPr>
            <p:spPr>
              <a:xfrm>
                <a:off x="5622926" y="2857500"/>
                <a:ext cx="15875" cy="25400"/>
              </a:xfrm>
              <a:custGeom>
                <a:avLst/>
                <a:gdLst/>
                <a:ahLst/>
                <a:cxnLst>
                  <a:cxn ang="0">
                    <a:pos x="0" y="3175"/>
                  </a:cxn>
                  <a:cxn ang="0">
                    <a:pos x="3175" y="0"/>
                  </a:cxn>
                  <a:cxn ang="0">
                    <a:pos x="9525" y="3175"/>
                  </a:cxn>
                  <a:cxn ang="0">
                    <a:pos x="15875" y="22225"/>
                  </a:cxn>
                  <a:cxn ang="0">
                    <a:pos x="9525" y="25400"/>
                  </a:cxn>
                  <a:cxn ang="0">
                    <a:pos x="6350" y="25400"/>
                  </a:cxn>
                  <a:cxn ang="0">
                    <a:pos x="0" y="3175"/>
                  </a:cxn>
                </a:cxnLst>
                <a:rect l="0" t="0" r="0" b="0"/>
                <a:pathLst>
                  <a:path w="5" h="8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2" y="8"/>
                      <a:pt x="2" y="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7A7A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3" name="Freeform 170"/>
              <p:cNvSpPr/>
              <p:nvPr userDrawn="1"/>
            </p:nvSpPr>
            <p:spPr>
              <a:xfrm>
                <a:off x="5470526" y="3035300"/>
                <a:ext cx="346075" cy="273050"/>
              </a:xfrm>
              <a:custGeom>
                <a:avLst/>
                <a:gdLst/>
                <a:ahLst/>
                <a:cxnLst>
                  <a:cxn ang="0">
                    <a:pos x="201053" y="23028"/>
                  </a:cxn>
                  <a:cxn ang="0">
                    <a:pos x="342779" y="180936"/>
                  </a:cxn>
                  <a:cxn ang="0">
                    <a:pos x="309819" y="220413"/>
                  </a:cxn>
                  <a:cxn ang="0">
                    <a:pos x="177981" y="105272"/>
                  </a:cxn>
                  <a:cxn ang="0">
                    <a:pos x="250492" y="203965"/>
                  </a:cxn>
                  <a:cxn ang="0">
                    <a:pos x="247196" y="256601"/>
                  </a:cxn>
                  <a:cxn ang="0">
                    <a:pos x="181277" y="243442"/>
                  </a:cxn>
                  <a:cxn ang="0">
                    <a:pos x="118654" y="144749"/>
                  </a:cxn>
                  <a:cxn ang="0">
                    <a:pos x="154909" y="259890"/>
                  </a:cxn>
                  <a:cxn ang="0">
                    <a:pos x="102174" y="250021"/>
                  </a:cxn>
                  <a:cxn ang="0">
                    <a:pos x="6591" y="108562"/>
                  </a:cxn>
                  <a:cxn ang="0">
                    <a:pos x="62623" y="69084"/>
                  </a:cxn>
                  <a:cxn ang="0">
                    <a:pos x="75806" y="26318"/>
                  </a:cxn>
                  <a:cxn ang="0">
                    <a:pos x="125246" y="23028"/>
                  </a:cxn>
                  <a:cxn ang="0">
                    <a:pos x="151613" y="3289"/>
                  </a:cxn>
                  <a:cxn ang="0">
                    <a:pos x="201053" y="23028"/>
                  </a:cxn>
                </a:cxnLst>
                <a:rect l="0" t="0" r="0" b="0"/>
                <a:pathLst>
                  <a:path w="105" h="83">
                    <a:moveTo>
                      <a:pt x="61" y="7"/>
                    </a:moveTo>
                    <a:cubicBezTo>
                      <a:pt x="64" y="10"/>
                      <a:pt x="104" y="45"/>
                      <a:pt x="104" y="55"/>
                    </a:cubicBezTo>
                    <a:cubicBezTo>
                      <a:pt x="105" y="66"/>
                      <a:pt x="100" y="66"/>
                      <a:pt x="94" y="67"/>
                    </a:cubicBezTo>
                    <a:cubicBezTo>
                      <a:pt x="88" y="67"/>
                      <a:pt x="53" y="31"/>
                      <a:pt x="54" y="32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6" y="62"/>
                      <a:pt x="81" y="73"/>
                      <a:pt x="75" y="78"/>
                    </a:cubicBezTo>
                    <a:cubicBezTo>
                      <a:pt x="68" y="83"/>
                      <a:pt x="59" y="79"/>
                      <a:pt x="55" y="74"/>
                    </a:cubicBezTo>
                    <a:cubicBezTo>
                      <a:pt x="51" y="68"/>
                      <a:pt x="36" y="44"/>
                      <a:pt x="36" y="44"/>
                    </a:cubicBezTo>
                    <a:cubicBezTo>
                      <a:pt x="36" y="44"/>
                      <a:pt x="53" y="76"/>
                      <a:pt x="47" y="79"/>
                    </a:cubicBezTo>
                    <a:cubicBezTo>
                      <a:pt x="41" y="83"/>
                      <a:pt x="37" y="80"/>
                      <a:pt x="31" y="76"/>
                    </a:cubicBezTo>
                    <a:cubicBezTo>
                      <a:pt x="27" y="73"/>
                      <a:pt x="2" y="38"/>
                      <a:pt x="2" y="33"/>
                    </a:cubicBezTo>
                    <a:cubicBezTo>
                      <a:pt x="0" y="18"/>
                      <a:pt x="19" y="21"/>
                      <a:pt x="19" y="21"/>
                    </a:cubicBezTo>
                    <a:cubicBezTo>
                      <a:pt x="19" y="19"/>
                      <a:pt x="17" y="12"/>
                      <a:pt x="23" y="8"/>
                    </a:cubicBezTo>
                    <a:cubicBezTo>
                      <a:pt x="28" y="4"/>
                      <a:pt x="38" y="7"/>
                      <a:pt x="38" y="7"/>
                    </a:cubicBezTo>
                    <a:cubicBezTo>
                      <a:pt x="38" y="7"/>
                      <a:pt x="39" y="1"/>
                      <a:pt x="46" y="1"/>
                    </a:cubicBezTo>
                    <a:cubicBezTo>
                      <a:pt x="53" y="0"/>
                      <a:pt x="61" y="7"/>
                      <a:pt x="61" y="7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4" name="Freeform 171"/>
              <p:cNvSpPr/>
              <p:nvPr userDrawn="1"/>
            </p:nvSpPr>
            <p:spPr>
              <a:xfrm>
                <a:off x="2444751" y="3816350"/>
                <a:ext cx="1169988" cy="1630363"/>
              </a:xfrm>
              <a:custGeom>
                <a:avLst/>
                <a:gdLst/>
                <a:ahLst/>
                <a:cxnLst>
                  <a:cxn ang="0">
                    <a:pos x="0" y="286548"/>
                  </a:cxn>
                  <a:cxn ang="0">
                    <a:pos x="42844" y="0"/>
                  </a:cxn>
                  <a:cxn ang="0">
                    <a:pos x="1064524" y="293135"/>
                  </a:cxn>
                  <a:cxn ang="0">
                    <a:pos x="1169988" y="1531553"/>
                  </a:cxn>
                  <a:cxn ang="0">
                    <a:pos x="992017" y="1630363"/>
                  </a:cxn>
                  <a:cxn ang="0">
                    <a:pos x="800865" y="546747"/>
                  </a:cxn>
                  <a:cxn ang="0">
                    <a:pos x="0" y="286548"/>
                  </a:cxn>
                </a:cxnLst>
                <a:rect l="0" t="0" r="0" b="0"/>
                <a:pathLst>
                  <a:path w="355" h="495">
                    <a:moveTo>
                      <a:pt x="0" y="87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301" y="63"/>
                      <a:pt x="323" y="89"/>
                    </a:cubicBezTo>
                    <a:cubicBezTo>
                      <a:pt x="344" y="113"/>
                      <a:pt x="355" y="465"/>
                      <a:pt x="355" y="465"/>
                    </a:cubicBezTo>
                    <a:cubicBezTo>
                      <a:pt x="301" y="495"/>
                      <a:pt x="301" y="495"/>
                      <a:pt x="301" y="495"/>
                    </a:cubicBezTo>
                    <a:cubicBezTo>
                      <a:pt x="301" y="495"/>
                      <a:pt x="247" y="168"/>
                      <a:pt x="243" y="166"/>
                    </a:cubicBezTo>
                    <a:cubicBezTo>
                      <a:pt x="239" y="164"/>
                      <a:pt x="0" y="87"/>
                      <a:pt x="0" y="87"/>
                    </a:cubicBezTo>
                    <a:close/>
                  </a:path>
                </a:pathLst>
              </a:custGeom>
              <a:solidFill>
                <a:srgbClr val="F8A9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5" name="Freeform 172"/>
              <p:cNvSpPr/>
              <p:nvPr userDrawn="1"/>
            </p:nvSpPr>
            <p:spPr>
              <a:xfrm>
                <a:off x="2171701" y="4518025"/>
                <a:ext cx="203200" cy="239713"/>
              </a:xfrm>
              <a:custGeom>
                <a:avLst/>
                <a:gdLst/>
                <a:ahLst/>
                <a:cxnLst>
                  <a:cxn ang="0">
                    <a:pos x="147483" y="114930"/>
                  </a:cxn>
                  <a:cxn ang="0">
                    <a:pos x="134374" y="170754"/>
                  </a:cxn>
                  <a:cxn ang="0">
                    <a:pos x="68825" y="226578"/>
                  </a:cxn>
                  <a:cxn ang="0">
                    <a:pos x="13109" y="216726"/>
                  </a:cxn>
                  <a:cxn ang="0">
                    <a:pos x="13109" y="216726"/>
                  </a:cxn>
                  <a:cxn ang="0">
                    <a:pos x="22941" y="154335"/>
                  </a:cxn>
                  <a:cxn ang="0">
                    <a:pos x="88490" y="101795"/>
                  </a:cxn>
                  <a:cxn ang="0">
                    <a:pos x="137651" y="105079"/>
                  </a:cxn>
                  <a:cxn ang="0">
                    <a:pos x="183535" y="68958"/>
                  </a:cxn>
                  <a:cxn ang="0">
                    <a:pos x="190090" y="0"/>
                  </a:cxn>
                  <a:cxn ang="0">
                    <a:pos x="203200" y="3283"/>
                  </a:cxn>
                  <a:cxn ang="0">
                    <a:pos x="196645" y="72242"/>
                  </a:cxn>
                  <a:cxn ang="0">
                    <a:pos x="196645" y="75526"/>
                  </a:cxn>
                  <a:cxn ang="0">
                    <a:pos x="193367" y="78809"/>
                  </a:cxn>
                  <a:cxn ang="0">
                    <a:pos x="147483" y="114930"/>
                  </a:cxn>
                </a:cxnLst>
                <a:rect l="0" t="0" r="0" b="0"/>
                <a:pathLst>
                  <a:path w="62" h="73">
                    <a:moveTo>
                      <a:pt x="45" y="35"/>
                    </a:moveTo>
                    <a:cubicBezTo>
                      <a:pt x="47" y="41"/>
                      <a:pt x="46" y="48"/>
                      <a:pt x="41" y="52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16" y="73"/>
                      <a:pt x="8" y="72"/>
                      <a:pt x="4" y="66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0" y="60"/>
                      <a:pt x="1" y="52"/>
                      <a:pt x="7" y="47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31" y="27"/>
                      <a:pt x="38" y="27"/>
                      <a:pt x="42" y="32"/>
                    </a:cubicBezTo>
                    <a:cubicBezTo>
                      <a:pt x="56" y="21"/>
                      <a:pt x="56" y="21"/>
                      <a:pt x="56" y="2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0" y="23"/>
                      <a:pt x="60" y="23"/>
                      <a:pt x="60" y="23"/>
                    </a:cubicBezTo>
                    <a:cubicBezTo>
                      <a:pt x="59" y="24"/>
                      <a:pt x="59" y="24"/>
                      <a:pt x="59" y="24"/>
                    </a:cubicBezTo>
                    <a:lnTo>
                      <a:pt x="45" y="35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6" name="Rectangle 173"/>
              <p:cNvSpPr/>
              <p:nvPr userDrawn="1"/>
            </p:nvSpPr>
            <p:spPr>
              <a:xfrm>
                <a:off x="2563813" y="4484688"/>
                <a:ext cx="107950" cy="498475"/>
              </a:xfrm>
              <a:prstGeom prst="rect">
                <a:avLst/>
              </a:prstGeom>
              <a:solidFill>
                <a:srgbClr val="808184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7" name="Rectangle 174"/>
              <p:cNvSpPr/>
              <p:nvPr userDrawn="1"/>
            </p:nvSpPr>
            <p:spPr>
              <a:xfrm>
                <a:off x="2616201" y="4484688"/>
                <a:ext cx="55563" cy="498475"/>
              </a:xfrm>
              <a:prstGeom prst="rect">
                <a:avLst/>
              </a:prstGeom>
              <a:solidFill>
                <a:srgbClr val="8D8D8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8" name="Freeform 175"/>
              <p:cNvSpPr/>
              <p:nvPr userDrawn="1"/>
            </p:nvSpPr>
            <p:spPr>
              <a:xfrm>
                <a:off x="1700213" y="3133725"/>
                <a:ext cx="385763" cy="1344613"/>
              </a:xfrm>
              <a:custGeom>
                <a:avLst/>
                <a:gdLst/>
                <a:ahLst/>
                <a:cxnLst>
                  <a:cxn ang="0">
                    <a:pos x="98913" y="0"/>
                  </a:cxn>
                  <a:cxn ang="0">
                    <a:pos x="95616" y="247171"/>
                  </a:cxn>
                  <a:cxn ang="0">
                    <a:pos x="385763" y="1258926"/>
                  </a:cxn>
                  <a:cxn ang="0">
                    <a:pos x="382465" y="1344613"/>
                  </a:cxn>
                  <a:cxn ang="0">
                    <a:pos x="19782" y="243875"/>
                  </a:cxn>
                  <a:cxn ang="0">
                    <a:pos x="23079" y="0"/>
                  </a:cxn>
                  <a:cxn ang="0">
                    <a:pos x="98913" y="0"/>
                  </a:cxn>
                </a:cxnLst>
                <a:rect l="0" t="0" r="0" b="0"/>
                <a:pathLst>
                  <a:path w="117" h="408">
                    <a:moveTo>
                      <a:pt x="30" y="0"/>
                    </a:moveTo>
                    <a:cubicBezTo>
                      <a:pt x="30" y="26"/>
                      <a:pt x="30" y="50"/>
                      <a:pt x="29" y="75"/>
                    </a:cubicBezTo>
                    <a:cubicBezTo>
                      <a:pt x="27" y="239"/>
                      <a:pt x="24" y="378"/>
                      <a:pt x="117" y="382"/>
                    </a:cubicBezTo>
                    <a:cubicBezTo>
                      <a:pt x="116" y="408"/>
                      <a:pt x="116" y="408"/>
                      <a:pt x="116" y="408"/>
                    </a:cubicBezTo>
                    <a:cubicBezTo>
                      <a:pt x="0" y="404"/>
                      <a:pt x="3" y="252"/>
                      <a:pt x="6" y="74"/>
                    </a:cubicBezTo>
                    <a:cubicBezTo>
                      <a:pt x="6" y="50"/>
                      <a:pt x="6" y="25"/>
                      <a:pt x="7" y="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9" name="Freeform 176"/>
              <p:cNvSpPr/>
              <p:nvPr userDrawn="1"/>
            </p:nvSpPr>
            <p:spPr>
              <a:xfrm>
                <a:off x="1738313" y="3133725"/>
                <a:ext cx="347663" cy="1341438"/>
              </a:xfrm>
              <a:custGeom>
                <a:avLst/>
                <a:gdLst/>
                <a:ahLst/>
                <a:cxnLst>
                  <a:cxn ang="0">
                    <a:pos x="59599" y="0"/>
                  </a:cxn>
                  <a:cxn ang="0">
                    <a:pos x="56288" y="247193"/>
                  </a:cxn>
                  <a:cxn ang="0">
                    <a:pos x="347663" y="1259040"/>
                  </a:cxn>
                  <a:cxn ang="0">
                    <a:pos x="344351" y="1341438"/>
                  </a:cxn>
                  <a:cxn ang="0">
                    <a:pos x="19866" y="243897"/>
                  </a:cxn>
                  <a:cxn ang="0">
                    <a:pos x="23177" y="0"/>
                  </a:cxn>
                  <a:cxn ang="0">
                    <a:pos x="59599" y="0"/>
                  </a:cxn>
                </a:cxnLst>
                <a:rect l="0" t="0" r="0" b="0"/>
                <a:pathLst>
                  <a:path w="105" h="407">
                    <a:moveTo>
                      <a:pt x="18" y="0"/>
                    </a:moveTo>
                    <a:cubicBezTo>
                      <a:pt x="18" y="26"/>
                      <a:pt x="18" y="50"/>
                      <a:pt x="17" y="75"/>
                    </a:cubicBezTo>
                    <a:cubicBezTo>
                      <a:pt x="15" y="239"/>
                      <a:pt x="12" y="378"/>
                      <a:pt x="105" y="382"/>
                    </a:cubicBezTo>
                    <a:cubicBezTo>
                      <a:pt x="104" y="407"/>
                      <a:pt x="104" y="407"/>
                      <a:pt x="104" y="407"/>
                    </a:cubicBezTo>
                    <a:cubicBezTo>
                      <a:pt x="0" y="393"/>
                      <a:pt x="3" y="246"/>
                      <a:pt x="6" y="74"/>
                    </a:cubicBezTo>
                    <a:cubicBezTo>
                      <a:pt x="6" y="50"/>
                      <a:pt x="6" y="25"/>
                      <a:pt x="7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9494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0" name="Freeform 177"/>
              <p:cNvSpPr/>
              <p:nvPr userDrawn="1"/>
            </p:nvSpPr>
            <p:spPr>
              <a:xfrm>
                <a:off x="1878013" y="4138613"/>
                <a:ext cx="1476375" cy="346075"/>
              </a:xfrm>
              <a:custGeom>
                <a:avLst/>
                <a:gdLst/>
                <a:ahLst/>
                <a:cxnLst>
                  <a:cxn ang="0">
                    <a:pos x="738187" y="0"/>
                  </a:cxn>
                  <a:cxn ang="0">
                    <a:pos x="1476375" y="309819"/>
                  </a:cxn>
                  <a:cxn ang="0">
                    <a:pos x="1469784" y="346075"/>
                  </a:cxn>
                  <a:cxn ang="0">
                    <a:pos x="6590" y="346075"/>
                  </a:cxn>
                  <a:cxn ang="0">
                    <a:pos x="0" y="309819"/>
                  </a:cxn>
                  <a:cxn ang="0">
                    <a:pos x="738187" y="0"/>
                  </a:cxn>
                </a:cxnLst>
                <a:rect l="0" t="0" r="0" b="0"/>
                <a:pathLst>
                  <a:path w="448" h="105">
                    <a:moveTo>
                      <a:pt x="224" y="0"/>
                    </a:moveTo>
                    <a:cubicBezTo>
                      <a:pt x="347" y="0"/>
                      <a:pt x="448" y="42"/>
                      <a:pt x="448" y="94"/>
                    </a:cubicBezTo>
                    <a:cubicBezTo>
                      <a:pt x="448" y="98"/>
                      <a:pt x="447" y="102"/>
                      <a:pt x="446" y="105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1" y="102"/>
                      <a:pt x="0" y="98"/>
                      <a:pt x="0" y="94"/>
                    </a:cubicBezTo>
                    <a:cubicBezTo>
                      <a:pt x="0" y="42"/>
                      <a:pt x="100" y="0"/>
                      <a:pt x="224" y="0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1" name="Freeform 178"/>
              <p:cNvSpPr/>
              <p:nvPr userDrawn="1"/>
            </p:nvSpPr>
            <p:spPr>
              <a:xfrm>
                <a:off x="1878013" y="4445000"/>
                <a:ext cx="1479550" cy="146050"/>
              </a:xfrm>
              <a:custGeom>
                <a:avLst/>
                <a:gdLst/>
                <a:ahLst/>
                <a:cxnLst>
                  <a:cxn ang="0">
                    <a:pos x="1476254" y="0"/>
                  </a:cxn>
                  <a:cxn ang="0">
                    <a:pos x="1479550" y="9957"/>
                  </a:cxn>
                  <a:cxn ang="0">
                    <a:pos x="1403760" y="92940"/>
                  </a:cxn>
                  <a:cxn ang="0">
                    <a:pos x="1120371" y="92940"/>
                  </a:cxn>
                  <a:cxn ang="0">
                    <a:pos x="738127" y="146050"/>
                  </a:cxn>
                  <a:cxn ang="0">
                    <a:pos x="359178" y="92940"/>
                  </a:cxn>
                  <a:cxn ang="0">
                    <a:pos x="75789" y="92940"/>
                  </a:cxn>
                  <a:cxn ang="0">
                    <a:pos x="0" y="9957"/>
                  </a:cxn>
                  <a:cxn ang="0">
                    <a:pos x="0" y="0"/>
                  </a:cxn>
                  <a:cxn ang="0">
                    <a:pos x="1476254" y="0"/>
                  </a:cxn>
                </a:cxnLst>
                <a:rect l="0" t="0" r="0" b="0"/>
                <a:pathLst>
                  <a:path w="449" h="44">
                    <a:moveTo>
                      <a:pt x="448" y="0"/>
                    </a:moveTo>
                    <a:cubicBezTo>
                      <a:pt x="449" y="1"/>
                      <a:pt x="449" y="2"/>
                      <a:pt x="449" y="3"/>
                    </a:cubicBezTo>
                    <a:cubicBezTo>
                      <a:pt x="449" y="17"/>
                      <a:pt x="438" y="28"/>
                      <a:pt x="426" y="28"/>
                    </a:cubicBezTo>
                    <a:cubicBezTo>
                      <a:pt x="340" y="28"/>
                      <a:pt x="340" y="28"/>
                      <a:pt x="340" y="28"/>
                    </a:cubicBezTo>
                    <a:cubicBezTo>
                      <a:pt x="330" y="37"/>
                      <a:pt x="282" y="44"/>
                      <a:pt x="224" y="44"/>
                    </a:cubicBezTo>
                    <a:cubicBezTo>
                      <a:pt x="167" y="44"/>
                      <a:pt x="119" y="37"/>
                      <a:pt x="109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10" y="28"/>
                      <a:pt x="0" y="17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2" name="Freeform 179"/>
              <p:cNvSpPr/>
              <p:nvPr userDrawn="1"/>
            </p:nvSpPr>
            <p:spPr>
              <a:xfrm>
                <a:off x="1682751" y="2890838"/>
                <a:ext cx="198438" cy="371475"/>
              </a:xfrm>
              <a:custGeom>
                <a:avLst/>
                <a:gdLst/>
                <a:ahLst/>
                <a:cxnLst>
                  <a:cxn ang="0">
                    <a:pos x="62838" y="0"/>
                  </a:cxn>
                  <a:cxn ang="0">
                    <a:pos x="135599" y="0"/>
                  </a:cxn>
                  <a:cxn ang="0">
                    <a:pos x="198438" y="69035"/>
                  </a:cxn>
                  <a:cxn ang="0">
                    <a:pos x="198438" y="302439"/>
                  </a:cxn>
                  <a:cxn ang="0">
                    <a:pos x="135599" y="371475"/>
                  </a:cxn>
                  <a:cxn ang="0">
                    <a:pos x="62838" y="371475"/>
                  </a:cxn>
                  <a:cxn ang="0">
                    <a:pos x="0" y="302439"/>
                  </a:cxn>
                  <a:cxn ang="0">
                    <a:pos x="0" y="69035"/>
                  </a:cxn>
                  <a:cxn ang="0">
                    <a:pos x="62838" y="0"/>
                  </a:cxn>
                </a:cxnLst>
                <a:rect l="0" t="0" r="0" b="0"/>
                <a:pathLst>
                  <a:path w="60" h="113">
                    <a:moveTo>
                      <a:pt x="19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52" y="0"/>
                      <a:pt x="60" y="9"/>
                      <a:pt x="60" y="21"/>
                    </a:cubicBezTo>
                    <a:cubicBezTo>
                      <a:pt x="60" y="92"/>
                      <a:pt x="60" y="92"/>
                      <a:pt x="60" y="92"/>
                    </a:cubicBezTo>
                    <a:cubicBezTo>
                      <a:pt x="60" y="104"/>
                      <a:pt x="52" y="113"/>
                      <a:pt x="41" y="113"/>
                    </a:cubicBezTo>
                    <a:cubicBezTo>
                      <a:pt x="19" y="113"/>
                      <a:pt x="19" y="113"/>
                      <a:pt x="19" y="113"/>
                    </a:cubicBezTo>
                    <a:cubicBezTo>
                      <a:pt x="8" y="113"/>
                      <a:pt x="0" y="104"/>
                      <a:pt x="0" y="92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"/>
                      <a:pt x="8" y="0"/>
                      <a:pt x="19" y="0"/>
                    </a:cubicBez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3" name="Freeform 180"/>
              <p:cNvSpPr/>
              <p:nvPr userDrawn="1"/>
            </p:nvSpPr>
            <p:spPr>
              <a:xfrm>
                <a:off x="1670051" y="2444750"/>
                <a:ext cx="388938" cy="1279525"/>
              </a:xfrm>
              <a:custGeom>
                <a:avLst/>
                <a:gdLst/>
                <a:ahLst/>
                <a:cxnLst>
                  <a:cxn ang="0">
                    <a:pos x="336200" y="610082"/>
                  </a:cxn>
                  <a:cxn ang="0">
                    <a:pos x="214245" y="1279525"/>
                  </a:cxn>
                  <a:cxn ang="0">
                    <a:pos x="187876" y="1279525"/>
                  </a:cxn>
                  <a:cxn ang="0">
                    <a:pos x="0" y="29679"/>
                  </a:cxn>
                  <a:cxn ang="0">
                    <a:pos x="23072" y="23084"/>
                  </a:cxn>
                  <a:cxn ang="0">
                    <a:pos x="336200" y="610082"/>
                  </a:cxn>
                </a:cxnLst>
                <a:rect l="0" t="0" r="0" b="0"/>
                <a:pathLst>
                  <a:path w="118" h="388">
                    <a:moveTo>
                      <a:pt x="102" y="185"/>
                    </a:moveTo>
                    <a:cubicBezTo>
                      <a:pt x="118" y="290"/>
                      <a:pt x="102" y="381"/>
                      <a:pt x="65" y="388"/>
                    </a:cubicBezTo>
                    <a:cubicBezTo>
                      <a:pt x="63" y="388"/>
                      <a:pt x="60" y="388"/>
                      <a:pt x="57" y="38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8"/>
                      <a:pt x="5" y="7"/>
                      <a:pt x="7" y="7"/>
                    </a:cubicBezTo>
                    <a:cubicBezTo>
                      <a:pt x="44" y="0"/>
                      <a:pt x="86" y="80"/>
                      <a:pt x="102" y="185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4" name="Freeform 181"/>
              <p:cNvSpPr/>
              <p:nvPr userDrawn="1"/>
            </p:nvSpPr>
            <p:spPr>
              <a:xfrm>
                <a:off x="1670051" y="2465388"/>
                <a:ext cx="247650" cy="1258888"/>
              </a:xfrm>
              <a:custGeom>
                <a:avLst/>
                <a:gdLst/>
                <a:ahLst/>
                <a:cxnLst>
                  <a:cxn ang="0">
                    <a:pos x="247650" y="1242410"/>
                  </a:cxn>
                  <a:cxn ang="0">
                    <a:pos x="214630" y="1258888"/>
                  </a:cxn>
                  <a:cxn ang="0">
                    <a:pos x="188214" y="1258888"/>
                  </a:cxn>
                  <a:cxn ang="0">
                    <a:pos x="0" y="9886"/>
                  </a:cxn>
                  <a:cxn ang="0">
                    <a:pos x="23114" y="3295"/>
                  </a:cxn>
                  <a:cxn ang="0">
                    <a:pos x="59436" y="3295"/>
                  </a:cxn>
                  <a:cxn ang="0">
                    <a:pos x="247650" y="1242410"/>
                  </a:cxn>
                </a:cxnLst>
                <a:rect l="0" t="0" r="0" b="0"/>
                <a:pathLst>
                  <a:path w="75" h="382">
                    <a:moveTo>
                      <a:pt x="75" y="377"/>
                    </a:moveTo>
                    <a:cubicBezTo>
                      <a:pt x="72" y="379"/>
                      <a:pt x="69" y="381"/>
                      <a:pt x="65" y="382"/>
                    </a:cubicBezTo>
                    <a:cubicBezTo>
                      <a:pt x="63" y="382"/>
                      <a:pt x="60" y="382"/>
                      <a:pt x="57" y="38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2"/>
                      <a:pt x="5" y="1"/>
                      <a:pt x="7" y="1"/>
                    </a:cubicBezTo>
                    <a:cubicBezTo>
                      <a:pt x="11" y="0"/>
                      <a:pt x="14" y="0"/>
                      <a:pt x="18" y="1"/>
                    </a:cubicBezTo>
                    <a:lnTo>
                      <a:pt x="75" y="377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5" name="Freeform 182"/>
              <p:cNvSpPr/>
              <p:nvPr userDrawn="1"/>
            </p:nvSpPr>
            <p:spPr>
              <a:xfrm>
                <a:off x="2071688" y="4889500"/>
                <a:ext cx="1089025" cy="630238"/>
              </a:xfrm>
              <a:custGeom>
                <a:avLst/>
                <a:gdLst/>
                <a:ahLst/>
                <a:cxnLst>
                  <a:cxn ang="0">
                    <a:pos x="458710" y="0"/>
                  </a:cxn>
                  <a:cxn ang="0">
                    <a:pos x="633614" y="0"/>
                  </a:cxn>
                  <a:cxn ang="0">
                    <a:pos x="633614" y="438856"/>
                  </a:cxn>
                  <a:cxn ang="0">
                    <a:pos x="1039523" y="514749"/>
                  </a:cxn>
                  <a:cxn ang="0">
                    <a:pos x="1089025" y="570843"/>
                  </a:cxn>
                  <a:cxn ang="0">
                    <a:pos x="1089025" y="570843"/>
                  </a:cxn>
                  <a:cxn ang="0">
                    <a:pos x="1039523" y="626938"/>
                  </a:cxn>
                  <a:cxn ang="0">
                    <a:pos x="597313" y="541146"/>
                  </a:cxn>
                  <a:cxn ang="0">
                    <a:pos x="495011" y="541146"/>
                  </a:cxn>
                  <a:cxn ang="0">
                    <a:pos x="52801" y="626938"/>
                  </a:cxn>
                  <a:cxn ang="0">
                    <a:pos x="0" y="570843"/>
                  </a:cxn>
                  <a:cxn ang="0">
                    <a:pos x="0" y="570843"/>
                  </a:cxn>
                  <a:cxn ang="0">
                    <a:pos x="52801" y="514749"/>
                  </a:cxn>
                  <a:cxn ang="0">
                    <a:pos x="458710" y="438856"/>
                  </a:cxn>
                  <a:cxn ang="0">
                    <a:pos x="458710" y="0"/>
                  </a:cxn>
                </a:cxnLst>
                <a:rect l="0" t="0" r="0" b="0"/>
                <a:pathLst>
                  <a:path w="330" h="191">
                    <a:moveTo>
                      <a:pt x="139" y="0"/>
                    </a:move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133"/>
                      <a:pt x="192" y="133"/>
                      <a:pt x="192" y="133"/>
                    </a:cubicBezTo>
                    <a:cubicBezTo>
                      <a:pt x="315" y="156"/>
                      <a:pt x="315" y="156"/>
                      <a:pt x="315" y="156"/>
                    </a:cubicBezTo>
                    <a:cubicBezTo>
                      <a:pt x="323" y="157"/>
                      <a:pt x="330" y="163"/>
                      <a:pt x="330" y="173"/>
                    </a:cubicBezTo>
                    <a:cubicBezTo>
                      <a:pt x="330" y="173"/>
                      <a:pt x="330" y="173"/>
                      <a:pt x="330" y="173"/>
                    </a:cubicBezTo>
                    <a:cubicBezTo>
                      <a:pt x="330" y="182"/>
                      <a:pt x="323" y="191"/>
                      <a:pt x="315" y="190"/>
                    </a:cubicBezTo>
                    <a:cubicBezTo>
                      <a:pt x="181" y="164"/>
                      <a:pt x="181" y="164"/>
                      <a:pt x="181" y="164"/>
                    </a:cubicBezTo>
                    <a:cubicBezTo>
                      <a:pt x="150" y="164"/>
                      <a:pt x="150" y="164"/>
                      <a:pt x="150" y="164"/>
                    </a:cubicBezTo>
                    <a:cubicBezTo>
                      <a:pt x="16" y="190"/>
                      <a:pt x="16" y="190"/>
                      <a:pt x="16" y="190"/>
                    </a:cubicBezTo>
                    <a:cubicBezTo>
                      <a:pt x="7" y="191"/>
                      <a:pt x="0" y="182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63"/>
                      <a:pt x="7" y="157"/>
                      <a:pt x="16" y="156"/>
                    </a:cubicBezTo>
                    <a:cubicBezTo>
                      <a:pt x="139" y="133"/>
                      <a:pt x="139" y="133"/>
                      <a:pt x="139" y="133"/>
                    </a:cubicBez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6" name="Oval 183"/>
              <p:cNvSpPr/>
              <p:nvPr userDrawn="1"/>
            </p:nvSpPr>
            <p:spPr>
              <a:xfrm>
                <a:off x="2052638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7" name="Oval 184"/>
              <p:cNvSpPr/>
              <p:nvPr userDrawn="1"/>
            </p:nvSpPr>
            <p:spPr>
              <a:xfrm>
                <a:off x="3041651" y="5443538"/>
                <a:ext cx="138113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8" name="Freeform 185"/>
              <p:cNvSpPr/>
              <p:nvPr userDrawn="1"/>
            </p:nvSpPr>
            <p:spPr>
              <a:xfrm>
                <a:off x="2555876" y="5329238"/>
                <a:ext cx="122238" cy="1968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325" y="0"/>
                  </a:cxn>
                  <a:cxn ang="0">
                    <a:pos x="122238" y="0"/>
                  </a:cxn>
                  <a:cxn ang="0">
                    <a:pos x="100012" y="196850"/>
                  </a:cxn>
                  <a:cxn ang="0">
                    <a:pos x="60325" y="196850"/>
                  </a:cxn>
                  <a:cxn ang="0">
                    <a:pos x="23812" y="196850"/>
                  </a:cxn>
                  <a:cxn ang="0">
                    <a:pos x="0" y="0"/>
                  </a:cxn>
                </a:cxnLst>
                <a:rect l="0" t="0" r="0" b="0"/>
                <a:pathLst>
                  <a:path w="77" h="124">
                    <a:moveTo>
                      <a:pt x="0" y="0"/>
                    </a:moveTo>
                    <a:lnTo>
                      <a:pt x="38" y="0"/>
                    </a:lnTo>
                    <a:lnTo>
                      <a:pt x="77" y="0"/>
                    </a:lnTo>
                    <a:lnTo>
                      <a:pt x="63" y="124"/>
                    </a:lnTo>
                    <a:lnTo>
                      <a:pt x="38" y="124"/>
                    </a:lnTo>
                    <a:lnTo>
                      <a:pt x="15" y="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9" name="Oval 186"/>
              <p:cNvSpPr/>
              <p:nvPr userDrawn="1"/>
            </p:nvSpPr>
            <p:spPr>
              <a:xfrm>
                <a:off x="2546351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0" name="Freeform 187"/>
              <p:cNvSpPr/>
              <p:nvPr userDrawn="1"/>
            </p:nvSpPr>
            <p:spPr>
              <a:xfrm>
                <a:off x="3360738" y="2616200"/>
                <a:ext cx="309563" cy="128588"/>
              </a:xfrm>
              <a:custGeom>
                <a:avLst/>
                <a:gdLst/>
                <a:ahLst/>
                <a:cxnLst>
                  <a:cxn ang="0">
                    <a:pos x="306269" y="26377"/>
                  </a:cxn>
                  <a:cxn ang="0">
                    <a:pos x="286510" y="59348"/>
                  </a:cxn>
                  <a:cxn ang="0">
                    <a:pos x="36225" y="125290"/>
                  </a:cxn>
                  <a:cxn ang="0">
                    <a:pos x="3293" y="102210"/>
                  </a:cxn>
                  <a:cxn ang="0">
                    <a:pos x="23052" y="69239"/>
                  </a:cxn>
                  <a:cxn ang="0">
                    <a:pos x="276630" y="3297"/>
                  </a:cxn>
                  <a:cxn ang="0">
                    <a:pos x="306269" y="26377"/>
                  </a:cxn>
                </a:cxnLst>
                <a:rect l="0" t="0" r="0" b="0"/>
                <a:pathLst>
                  <a:path w="94" h="39">
                    <a:moveTo>
                      <a:pt x="93" y="8"/>
                    </a:moveTo>
                    <a:cubicBezTo>
                      <a:pt x="94" y="12"/>
                      <a:pt x="92" y="17"/>
                      <a:pt x="87" y="1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6" y="39"/>
                      <a:pt x="2" y="36"/>
                      <a:pt x="1" y="31"/>
                    </a:cubicBezTo>
                    <a:cubicBezTo>
                      <a:pt x="0" y="27"/>
                      <a:pt x="3" y="22"/>
                      <a:pt x="7" y="2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8" y="0"/>
                      <a:pt x="92" y="3"/>
                      <a:pt x="93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1" name="Freeform 188"/>
              <p:cNvSpPr/>
              <p:nvPr userDrawn="1"/>
            </p:nvSpPr>
            <p:spPr>
              <a:xfrm>
                <a:off x="3219451" y="2547938"/>
                <a:ext cx="339725" cy="322263"/>
              </a:xfrm>
              <a:custGeom>
                <a:avLst/>
                <a:gdLst/>
                <a:ahLst/>
                <a:cxnLst>
                  <a:cxn ang="0">
                    <a:pos x="0" y="217487"/>
                  </a:cxn>
                  <a:cxn ang="0">
                    <a:pos x="101600" y="322263"/>
                  </a:cxn>
                  <a:cxn ang="0">
                    <a:pos x="180975" y="233362"/>
                  </a:cxn>
                  <a:cxn ang="0">
                    <a:pos x="339725" y="157162"/>
                  </a:cxn>
                  <a:cxn ang="0">
                    <a:pos x="184150" y="0"/>
                  </a:cxn>
                  <a:cxn ang="0">
                    <a:pos x="0" y="217487"/>
                  </a:cxn>
                </a:cxnLst>
                <a:rect l="0" t="0" r="0" b="0"/>
                <a:pathLst>
                  <a:path w="214" h="203">
                    <a:moveTo>
                      <a:pt x="0" y="137"/>
                    </a:moveTo>
                    <a:lnTo>
                      <a:pt x="64" y="203"/>
                    </a:lnTo>
                    <a:lnTo>
                      <a:pt x="114" y="147"/>
                    </a:lnTo>
                    <a:lnTo>
                      <a:pt x="214" y="99"/>
                    </a:lnTo>
                    <a:lnTo>
                      <a:pt x="116" y="0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2" name="Freeform 189"/>
              <p:cNvSpPr/>
              <p:nvPr userDrawn="1"/>
            </p:nvSpPr>
            <p:spPr>
              <a:xfrm>
                <a:off x="3314701" y="2692400"/>
                <a:ext cx="309563" cy="128588"/>
              </a:xfrm>
              <a:custGeom>
                <a:avLst/>
                <a:gdLst/>
                <a:ahLst/>
                <a:cxnLst>
                  <a:cxn ang="0">
                    <a:pos x="306269" y="26377"/>
                  </a:cxn>
                  <a:cxn ang="0">
                    <a:pos x="286510" y="59348"/>
                  </a:cxn>
                  <a:cxn ang="0">
                    <a:pos x="32932" y="125290"/>
                  </a:cxn>
                  <a:cxn ang="0">
                    <a:pos x="3293" y="105508"/>
                  </a:cxn>
                  <a:cxn ang="0">
                    <a:pos x="23052" y="69239"/>
                  </a:cxn>
                  <a:cxn ang="0">
                    <a:pos x="276630" y="3297"/>
                  </a:cxn>
                  <a:cxn ang="0">
                    <a:pos x="306269" y="26377"/>
                  </a:cxn>
                </a:cxnLst>
                <a:rect l="0" t="0" r="0" b="0"/>
                <a:pathLst>
                  <a:path w="94" h="39">
                    <a:moveTo>
                      <a:pt x="93" y="8"/>
                    </a:moveTo>
                    <a:cubicBezTo>
                      <a:pt x="94" y="13"/>
                      <a:pt x="92" y="17"/>
                      <a:pt x="87" y="1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6" y="39"/>
                      <a:pt x="2" y="36"/>
                      <a:pt x="1" y="32"/>
                    </a:cubicBezTo>
                    <a:cubicBezTo>
                      <a:pt x="0" y="27"/>
                      <a:pt x="3" y="22"/>
                      <a:pt x="7" y="2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8" y="0"/>
                      <a:pt x="92" y="3"/>
                      <a:pt x="93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3" name="Freeform 190"/>
              <p:cNvSpPr/>
              <p:nvPr userDrawn="1"/>
            </p:nvSpPr>
            <p:spPr>
              <a:xfrm>
                <a:off x="3440113" y="2530475"/>
                <a:ext cx="300038" cy="125413"/>
              </a:xfrm>
              <a:custGeom>
                <a:avLst/>
                <a:gdLst/>
                <a:ahLst/>
                <a:cxnLst>
                  <a:cxn ang="0">
                    <a:pos x="296740" y="26402"/>
                  </a:cxn>
                  <a:cxn ang="0">
                    <a:pos x="276958" y="59406"/>
                  </a:cxn>
                  <a:cxn ang="0">
                    <a:pos x="32971" y="122112"/>
                  </a:cxn>
                  <a:cxn ang="0">
                    <a:pos x="3297" y="102310"/>
                  </a:cxn>
                  <a:cxn ang="0">
                    <a:pos x="23079" y="66006"/>
                  </a:cxn>
                  <a:cxn ang="0">
                    <a:pos x="267066" y="3300"/>
                  </a:cxn>
                  <a:cxn ang="0">
                    <a:pos x="296740" y="26402"/>
                  </a:cxn>
                </a:cxnLst>
                <a:rect l="0" t="0" r="0" b="0"/>
                <a:pathLst>
                  <a:path w="91" h="38">
                    <a:moveTo>
                      <a:pt x="90" y="8"/>
                    </a:moveTo>
                    <a:cubicBezTo>
                      <a:pt x="91" y="13"/>
                      <a:pt x="89" y="17"/>
                      <a:pt x="84" y="18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6" y="38"/>
                      <a:pt x="2" y="35"/>
                      <a:pt x="1" y="31"/>
                    </a:cubicBezTo>
                    <a:cubicBezTo>
                      <a:pt x="0" y="26"/>
                      <a:pt x="3" y="22"/>
                      <a:pt x="7" y="20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85" y="0"/>
                      <a:pt x="89" y="3"/>
                      <a:pt x="90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4" name="Freeform 191"/>
              <p:cNvSpPr/>
              <p:nvPr userDrawn="1"/>
            </p:nvSpPr>
            <p:spPr>
              <a:xfrm>
                <a:off x="3341688" y="2278063"/>
                <a:ext cx="422275" cy="582613"/>
              </a:xfrm>
              <a:custGeom>
                <a:avLst/>
                <a:gdLst/>
                <a:ahLst/>
                <a:cxnLst>
                  <a:cxn ang="0">
                    <a:pos x="254024" y="16457"/>
                  </a:cxn>
                  <a:cxn ang="0">
                    <a:pos x="382686" y="85581"/>
                  </a:cxn>
                  <a:cxn ang="0">
                    <a:pos x="409078" y="148121"/>
                  </a:cxn>
                  <a:cxn ang="0">
                    <a:pos x="234230" y="552988"/>
                  </a:cxn>
                  <a:cxn ang="0">
                    <a:pos x="168250" y="566155"/>
                  </a:cxn>
                  <a:cxn ang="0">
                    <a:pos x="39588" y="497031"/>
                  </a:cxn>
                  <a:cxn ang="0">
                    <a:pos x="13196" y="434491"/>
                  </a:cxn>
                  <a:cxn ang="0">
                    <a:pos x="188044" y="29624"/>
                  </a:cxn>
                  <a:cxn ang="0">
                    <a:pos x="254024" y="16457"/>
                  </a:cxn>
                </a:cxnLst>
                <a:rect l="0" t="0" r="0" b="0"/>
                <a:pathLst>
                  <a:path w="128" h="177">
                    <a:moveTo>
                      <a:pt x="77" y="5"/>
                    </a:moveTo>
                    <a:cubicBezTo>
                      <a:pt x="116" y="26"/>
                      <a:pt x="116" y="26"/>
                      <a:pt x="116" y="26"/>
                    </a:cubicBezTo>
                    <a:cubicBezTo>
                      <a:pt x="123" y="31"/>
                      <a:pt x="128" y="36"/>
                      <a:pt x="124" y="45"/>
                    </a:cubicBezTo>
                    <a:cubicBezTo>
                      <a:pt x="71" y="168"/>
                      <a:pt x="71" y="168"/>
                      <a:pt x="71" y="168"/>
                    </a:cubicBezTo>
                    <a:cubicBezTo>
                      <a:pt x="67" y="177"/>
                      <a:pt x="59" y="176"/>
                      <a:pt x="51" y="172"/>
                    </a:cubicBezTo>
                    <a:cubicBezTo>
                      <a:pt x="12" y="151"/>
                      <a:pt x="12" y="151"/>
                      <a:pt x="12" y="151"/>
                    </a:cubicBezTo>
                    <a:cubicBezTo>
                      <a:pt x="4" y="147"/>
                      <a:pt x="0" y="141"/>
                      <a:pt x="4" y="132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61" y="0"/>
                      <a:pt x="69" y="1"/>
                      <a:pt x="77" y="5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5" name="Freeform 192"/>
              <p:cNvSpPr/>
              <p:nvPr userDrawn="1"/>
            </p:nvSpPr>
            <p:spPr>
              <a:xfrm>
                <a:off x="3375026" y="2320925"/>
                <a:ext cx="355600" cy="493713"/>
              </a:xfrm>
              <a:custGeom>
                <a:avLst/>
                <a:gdLst/>
                <a:ahLst/>
                <a:cxnLst>
                  <a:cxn ang="0">
                    <a:pos x="174625" y="0"/>
                  </a:cxn>
                  <a:cxn ang="0">
                    <a:pos x="355600" y="98425"/>
                  </a:cxn>
                  <a:cxn ang="0">
                    <a:pos x="355600" y="98425"/>
                  </a:cxn>
                  <a:cxn ang="0">
                    <a:pos x="180975" y="493713"/>
                  </a:cxn>
                  <a:cxn ang="0">
                    <a:pos x="180975" y="493713"/>
                  </a:cxn>
                  <a:cxn ang="0">
                    <a:pos x="0" y="395287"/>
                  </a:cxn>
                  <a:cxn ang="0">
                    <a:pos x="0" y="395287"/>
                  </a:cxn>
                  <a:cxn ang="0">
                    <a:pos x="174625" y="0"/>
                  </a:cxn>
                  <a:cxn ang="0">
                    <a:pos x="174625" y="0"/>
                  </a:cxn>
                </a:cxnLst>
                <a:rect l="0" t="0" r="0" b="0"/>
                <a:pathLst>
                  <a:path w="224" h="311">
                    <a:moveTo>
                      <a:pt x="110" y="0"/>
                    </a:moveTo>
                    <a:lnTo>
                      <a:pt x="224" y="62"/>
                    </a:lnTo>
                    <a:lnTo>
                      <a:pt x="224" y="62"/>
                    </a:lnTo>
                    <a:lnTo>
                      <a:pt x="114" y="311"/>
                    </a:lnTo>
                    <a:lnTo>
                      <a:pt x="114" y="311"/>
                    </a:lnTo>
                    <a:lnTo>
                      <a:pt x="0" y="249"/>
                    </a:lnTo>
                    <a:lnTo>
                      <a:pt x="0" y="249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6" name="Freeform 193"/>
              <p:cNvSpPr/>
              <p:nvPr userDrawn="1"/>
            </p:nvSpPr>
            <p:spPr>
              <a:xfrm>
                <a:off x="3598863" y="2327275"/>
                <a:ext cx="76200" cy="42863"/>
              </a:xfrm>
              <a:custGeom>
                <a:avLst/>
                <a:gdLst/>
                <a:ahLst/>
                <a:cxnLst>
                  <a:cxn ang="0">
                    <a:pos x="6626" y="0"/>
                  </a:cxn>
                  <a:cxn ang="0">
                    <a:pos x="72886" y="36268"/>
                  </a:cxn>
                  <a:cxn ang="0">
                    <a:pos x="76200" y="39565"/>
                  </a:cxn>
                  <a:cxn ang="0">
                    <a:pos x="76200" y="39565"/>
                  </a:cxn>
                  <a:cxn ang="0">
                    <a:pos x="69573" y="42863"/>
                  </a:cxn>
                  <a:cxn ang="0">
                    <a:pos x="3313" y="6594"/>
                  </a:cxn>
                  <a:cxn ang="0">
                    <a:pos x="3313" y="0"/>
                  </a:cxn>
                  <a:cxn ang="0">
                    <a:pos x="3313" y="0"/>
                  </a:cxn>
                  <a:cxn ang="0">
                    <a:pos x="6626" y="0"/>
                  </a:cxn>
                </a:cxnLst>
                <a:rect l="0" t="0" r="0" b="0"/>
                <a:pathLst>
                  <a:path w="23" h="13">
                    <a:moveTo>
                      <a:pt x="2" y="0"/>
                    </a:move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1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3"/>
                      <a:pt x="22" y="13"/>
                      <a:pt x="21" y="1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7" name="Freeform 194"/>
              <p:cNvSpPr/>
              <p:nvPr userDrawn="1"/>
            </p:nvSpPr>
            <p:spPr>
              <a:xfrm>
                <a:off x="3440113" y="2771775"/>
                <a:ext cx="30163" cy="30163"/>
              </a:xfrm>
              <a:custGeom>
                <a:avLst/>
                <a:gdLst/>
                <a:ahLst/>
                <a:cxnLst>
                  <a:cxn ang="0">
                    <a:pos x="20108" y="3351"/>
                  </a:cxn>
                  <a:cxn ang="0">
                    <a:pos x="26811" y="20108"/>
                  </a:cxn>
                  <a:cxn ang="0">
                    <a:pos x="10054" y="26811"/>
                  </a:cxn>
                  <a:cxn ang="0">
                    <a:pos x="3351" y="10054"/>
                  </a:cxn>
                  <a:cxn ang="0">
                    <a:pos x="20108" y="3351"/>
                  </a:cxn>
                </a:cxnLst>
                <a:rect l="0" t="0" r="0" b="0"/>
                <a:pathLst>
                  <a:path w="9" h="9">
                    <a:moveTo>
                      <a:pt x="6" y="1"/>
                    </a:moveTo>
                    <a:cubicBezTo>
                      <a:pt x="8" y="2"/>
                      <a:pt x="9" y="4"/>
                      <a:pt x="8" y="6"/>
                    </a:cubicBezTo>
                    <a:cubicBezTo>
                      <a:pt x="7" y="8"/>
                      <a:pt x="5" y="9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5" y="0"/>
                      <a:pt x="6" y="1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8" name="Freeform 195"/>
              <p:cNvSpPr/>
              <p:nvPr userDrawn="1"/>
            </p:nvSpPr>
            <p:spPr>
              <a:xfrm>
                <a:off x="3602038" y="2609850"/>
                <a:ext cx="95250" cy="73025"/>
              </a:xfrm>
              <a:custGeom>
                <a:avLst/>
                <a:gdLst/>
                <a:ahLst/>
                <a:cxnLst>
                  <a:cxn ang="0">
                    <a:pos x="95250" y="26554"/>
                  </a:cxn>
                  <a:cxn ang="0">
                    <a:pos x="75543" y="59747"/>
                  </a:cxn>
                  <a:cxn ang="0">
                    <a:pos x="32844" y="69705"/>
                  </a:cxn>
                  <a:cxn ang="0">
                    <a:pos x="3284" y="49789"/>
                  </a:cxn>
                  <a:cxn ang="0">
                    <a:pos x="22991" y="13277"/>
                  </a:cxn>
                  <a:cxn ang="0">
                    <a:pos x="62405" y="3319"/>
                  </a:cxn>
                  <a:cxn ang="0">
                    <a:pos x="95250" y="26554"/>
                  </a:cxn>
                </a:cxnLst>
                <a:rect l="0" t="0" r="0" b="0"/>
                <a:pathLst>
                  <a:path w="29" h="22">
                    <a:moveTo>
                      <a:pt x="29" y="8"/>
                    </a:moveTo>
                    <a:cubicBezTo>
                      <a:pt x="29" y="12"/>
                      <a:pt x="27" y="17"/>
                      <a:pt x="23" y="18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6" y="22"/>
                      <a:pt x="2" y="19"/>
                      <a:pt x="1" y="15"/>
                    </a:cubicBezTo>
                    <a:cubicBezTo>
                      <a:pt x="0" y="10"/>
                      <a:pt x="3" y="5"/>
                      <a:pt x="7" y="4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3" y="0"/>
                      <a:pt x="28" y="3"/>
                      <a:pt x="29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9" name="Freeform 196"/>
              <p:cNvSpPr/>
              <p:nvPr userDrawn="1"/>
            </p:nvSpPr>
            <p:spPr>
              <a:xfrm>
                <a:off x="3295651" y="2428875"/>
                <a:ext cx="174625" cy="269875"/>
              </a:xfrm>
              <a:custGeom>
                <a:avLst/>
                <a:gdLst/>
                <a:ahLst/>
                <a:cxnLst>
                  <a:cxn ang="0">
                    <a:pos x="13179" y="256710"/>
                  </a:cxn>
                  <a:cxn ang="0">
                    <a:pos x="26358" y="269875"/>
                  </a:cxn>
                  <a:cxn ang="0">
                    <a:pos x="39537" y="250128"/>
                  </a:cxn>
                  <a:cxn ang="0">
                    <a:pos x="151561" y="95443"/>
                  </a:cxn>
                  <a:cxn ang="0">
                    <a:pos x="144971" y="19746"/>
                  </a:cxn>
                  <a:cxn ang="0">
                    <a:pos x="9884" y="207342"/>
                  </a:cxn>
                  <a:cxn ang="0">
                    <a:pos x="13179" y="256710"/>
                  </a:cxn>
                </a:cxnLst>
                <a:rect l="0" t="0" r="0" b="0"/>
                <a:pathLst>
                  <a:path w="53" h="82">
                    <a:moveTo>
                      <a:pt x="4" y="78"/>
                    </a:moveTo>
                    <a:cubicBezTo>
                      <a:pt x="8" y="82"/>
                      <a:pt x="8" y="82"/>
                      <a:pt x="8" y="82"/>
                    </a:cubicBezTo>
                    <a:cubicBezTo>
                      <a:pt x="12" y="76"/>
                      <a:pt x="12" y="76"/>
                      <a:pt x="12" y="76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53" y="19"/>
                      <a:pt x="49" y="0"/>
                      <a:pt x="44" y="6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0" y="67"/>
                      <a:pt x="0" y="74"/>
                      <a:pt x="4" y="7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0" name="Freeform 197"/>
              <p:cNvSpPr/>
              <p:nvPr userDrawn="1"/>
            </p:nvSpPr>
            <p:spPr>
              <a:xfrm>
                <a:off x="3681413" y="2366963"/>
                <a:ext cx="19050" cy="19050"/>
              </a:xfrm>
              <a:custGeom>
                <a:avLst/>
                <a:gdLst/>
                <a:ahLst/>
                <a:cxnLst>
                  <a:cxn ang="0">
                    <a:pos x="12700" y="3175"/>
                  </a:cxn>
                  <a:cxn ang="0">
                    <a:pos x="15875" y="12700"/>
                  </a:cxn>
                  <a:cxn ang="0">
                    <a:pos x="6350" y="19050"/>
                  </a:cxn>
                  <a:cxn ang="0">
                    <a:pos x="3175" y="6350"/>
                  </a:cxn>
                  <a:cxn ang="0">
                    <a:pos x="12700" y="3175"/>
                  </a:cxn>
                </a:cxnLst>
                <a:rect l="0" t="0" r="0" b="0"/>
                <a:pathLst>
                  <a:path w="6" h="6">
                    <a:moveTo>
                      <a:pt x="4" y="1"/>
                    </a:moveTo>
                    <a:cubicBezTo>
                      <a:pt x="5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1" name="Freeform 198"/>
              <p:cNvSpPr/>
              <p:nvPr userDrawn="1"/>
            </p:nvSpPr>
            <p:spPr>
              <a:xfrm>
                <a:off x="3489326" y="2392363"/>
                <a:ext cx="161925" cy="180975"/>
              </a:xfrm>
              <a:custGeom>
                <a:avLst/>
                <a:gdLst/>
                <a:ahLst/>
                <a:cxnLst>
                  <a:cxn ang="0">
                    <a:pos x="9525" y="109537"/>
                  </a:cxn>
                  <a:cxn ang="0">
                    <a:pos x="14287" y="109537"/>
                  </a:cxn>
                  <a:cxn ang="0">
                    <a:pos x="17462" y="103187"/>
                  </a:cxn>
                  <a:cxn ang="0">
                    <a:pos x="161925" y="180975"/>
                  </a:cxn>
                  <a:cxn ang="0">
                    <a:pos x="161925" y="177800"/>
                  </a:cxn>
                  <a:cxn ang="0">
                    <a:pos x="17462" y="100012"/>
                  </a:cxn>
                  <a:cxn ang="0">
                    <a:pos x="60325" y="3175"/>
                  </a:cxn>
                  <a:cxn ang="0">
                    <a:pos x="60325" y="0"/>
                  </a:cxn>
                  <a:cxn ang="0">
                    <a:pos x="14287" y="100012"/>
                  </a:cxn>
                  <a:cxn ang="0">
                    <a:pos x="0" y="92075"/>
                  </a:cxn>
                  <a:cxn ang="0">
                    <a:pos x="0" y="92075"/>
                  </a:cxn>
                  <a:cxn ang="0">
                    <a:pos x="14287" y="100012"/>
                  </a:cxn>
                  <a:cxn ang="0">
                    <a:pos x="9525" y="109537"/>
                  </a:cxn>
                </a:cxnLst>
                <a:rect l="0" t="0" r="0" b="0"/>
                <a:pathLst>
                  <a:path w="102" h="114">
                    <a:moveTo>
                      <a:pt x="6" y="69"/>
                    </a:moveTo>
                    <a:lnTo>
                      <a:pt x="9" y="69"/>
                    </a:lnTo>
                    <a:lnTo>
                      <a:pt x="11" y="65"/>
                    </a:lnTo>
                    <a:lnTo>
                      <a:pt x="102" y="114"/>
                    </a:lnTo>
                    <a:lnTo>
                      <a:pt x="102" y="112"/>
                    </a:lnTo>
                    <a:lnTo>
                      <a:pt x="11" y="63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9" y="63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9" y="63"/>
                    </a:lnTo>
                    <a:lnTo>
                      <a:pt x="6" y="69"/>
                    </a:lnTo>
                    <a:close/>
                  </a:path>
                </a:pathLst>
              </a:custGeom>
              <a:solidFill>
                <a:srgbClr val="5E5F5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2" name="Freeform 199"/>
              <p:cNvSpPr/>
              <p:nvPr userDrawn="1"/>
            </p:nvSpPr>
            <p:spPr>
              <a:xfrm>
                <a:off x="3513138" y="2438400"/>
                <a:ext cx="33338" cy="60325"/>
              </a:xfrm>
              <a:custGeom>
                <a:avLst/>
                <a:gdLst/>
                <a:ahLst/>
                <a:cxnLst>
                  <a:cxn ang="0">
                    <a:pos x="22225" y="0"/>
                  </a:cxn>
                  <a:cxn ang="0">
                    <a:pos x="33338" y="6350"/>
                  </a:cxn>
                  <a:cxn ang="0">
                    <a:pos x="9525" y="60325"/>
                  </a:cxn>
                  <a:cxn ang="0">
                    <a:pos x="0" y="53975"/>
                  </a:cxn>
                  <a:cxn ang="0">
                    <a:pos x="22225" y="0"/>
                  </a:cxn>
                </a:cxnLst>
                <a:rect l="0" t="0" r="0" b="0"/>
                <a:pathLst>
                  <a:path w="21" h="38">
                    <a:moveTo>
                      <a:pt x="14" y="0"/>
                    </a:moveTo>
                    <a:lnTo>
                      <a:pt x="21" y="4"/>
                    </a:lnTo>
                    <a:lnTo>
                      <a:pt x="6" y="38"/>
                    </a:lnTo>
                    <a:lnTo>
                      <a:pt x="0" y="3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3" name="Freeform 200"/>
              <p:cNvSpPr/>
              <p:nvPr userDrawn="1"/>
            </p:nvSpPr>
            <p:spPr>
              <a:xfrm>
                <a:off x="3525838" y="2462213"/>
                <a:ext cx="26988" cy="42863"/>
              </a:xfrm>
              <a:custGeom>
                <a:avLst/>
                <a:gdLst/>
                <a:ahLst/>
                <a:cxnLst>
                  <a:cxn ang="0">
                    <a:pos x="15875" y="0"/>
                  </a:cxn>
                  <a:cxn ang="0">
                    <a:pos x="26988" y="3175"/>
                  </a:cxn>
                  <a:cxn ang="0">
                    <a:pos x="9525" y="42863"/>
                  </a:cxn>
                  <a:cxn ang="0">
                    <a:pos x="0" y="36512"/>
                  </a:cxn>
                  <a:cxn ang="0">
                    <a:pos x="15875" y="0"/>
                  </a:cxn>
                </a:cxnLst>
                <a:rect l="0" t="0" r="0" b="0"/>
                <a:pathLst>
                  <a:path w="17" h="27">
                    <a:moveTo>
                      <a:pt x="10" y="0"/>
                    </a:moveTo>
                    <a:lnTo>
                      <a:pt x="17" y="2"/>
                    </a:lnTo>
                    <a:lnTo>
                      <a:pt x="6" y="27"/>
                    </a:lnTo>
                    <a:lnTo>
                      <a:pt x="0" y="2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4" name="Freeform 201"/>
              <p:cNvSpPr/>
              <p:nvPr userDrawn="1"/>
            </p:nvSpPr>
            <p:spPr>
              <a:xfrm>
                <a:off x="3538538" y="2441575"/>
                <a:ext cx="36513" cy="69850"/>
              </a:xfrm>
              <a:custGeom>
                <a:avLst/>
                <a:gdLst/>
                <a:ahLst/>
                <a:cxnLst>
                  <a:cxn ang="0">
                    <a:pos x="26987" y="0"/>
                  </a:cxn>
                  <a:cxn ang="0">
                    <a:pos x="36513" y="7937"/>
                  </a:cxn>
                  <a:cxn ang="0">
                    <a:pos x="7937" y="69850"/>
                  </a:cxn>
                  <a:cxn ang="0">
                    <a:pos x="0" y="63500"/>
                  </a:cxn>
                  <a:cxn ang="0">
                    <a:pos x="26987" y="0"/>
                  </a:cxn>
                </a:cxnLst>
                <a:rect l="0" t="0" r="0" b="0"/>
                <a:pathLst>
                  <a:path w="23" h="44">
                    <a:moveTo>
                      <a:pt x="17" y="0"/>
                    </a:moveTo>
                    <a:lnTo>
                      <a:pt x="23" y="5"/>
                    </a:lnTo>
                    <a:lnTo>
                      <a:pt x="5" y="44"/>
                    </a:lnTo>
                    <a:lnTo>
                      <a:pt x="0" y="4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5" name="Freeform 202"/>
              <p:cNvSpPr/>
              <p:nvPr userDrawn="1"/>
            </p:nvSpPr>
            <p:spPr>
              <a:xfrm>
                <a:off x="3549651" y="2478088"/>
                <a:ext cx="25400" cy="39688"/>
              </a:xfrm>
              <a:custGeom>
                <a:avLst/>
                <a:gdLst/>
                <a:ahLst/>
                <a:cxnLst>
                  <a:cxn ang="0">
                    <a:pos x="15875" y="0"/>
                  </a:cxn>
                  <a:cxn ang="0">
                    <a:pos x="25400" y="3175"/>
                  </a:cxn>
                  <a:cxn ang="0">
                    <a:pos x="9525" y="39688"/>
                  </a:cxn>
                  <a:cxn ang="0">
                    <a:pos x="0" y="33337"/>
                  </a:cxn>
                  <a:cxn ang="0">
                    <a:pos x="15875" y="0"/>
                  </a:cxn>
                </a:cxnLst>
                <a:rect l="0" t="0" r="0" b="0"/>
                <a:pathLst>
                  <a:path w="16" h="25">
                    <a:moveTo>
                      <a:pt x="10" y="0"/>
                    </a:moveTo>
                    <a:lnTo>
                      <a:pt x="16" y="2"/>
                    </a:lnTo>
                    <a:lnTo>
                      <a:pt x="6" y="25"/>
                    </a:lnTo>
                    <a:lnTo>
                      <a:pt x="0" y="2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6" name="Freeform 203"/>
              <p:cNvSpPr/>
              <p:nvPr userDrawn="1"/>
            </p:nvSpPr>
            <p:spPr>
              <a:xfrm>
                <a:off x="3562351" y="2474913"/>
                <a:ext cx="30163" cy="49213"/>
              </a:xfrm>
              <a:custGeom>
                <a:avLst/>
                <a:gdLst/>
                <a:ahLst/>
                <a:cxnLst>
                  <a:cxn ang="0">
                    <a:pos x="19050" y="0"/>
                  </a:cxn>
                  <a:cxn ang="0">
                    <a:pos x="30163" y="6350"/>
                  </a:cxn>
                  <a:cxn ang="0">
                    <a:pos x="9525" y="49213"/>
                  </a:cxn>
                  <a:cxn ang="0">
                    <a:pos x="0" y="42862"/>
                  </a:cxn>
                  <a:cxn ang="0">
                    <a:pos x="19050" y="0"/>
                  </a:cxn>
                </a:cxnLst>
                <a:rect l="0" t="0" r="0" b="0"/>
                <a:pathLst>
                  <a:path w="19" h="31">
                    <a:moveTo>
                      <a:pt x="12" y="0"/>
                    </a:moveTo>
                    <a:lnTo>
                      <a:pt x="19" y="4"/>
                    </a:lnTo>
                    <a:lnTo>
                      <a:pt x="6" y="31"/>
                    </a:lnTo>
                    <a:lnTo>
                      <a:pt x="0" y="2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7" name="Freeform 204"/>
              <p:cNvSpPr/>
              <p:nvPr userDrawn="1"/>
            </p:nvSpPr>
            <p:spPr>
              <a:xfrm>
                <a:off x="3575051" y="2459038"/>
                <a:ext cx="39688" cy="71438"/>
              </a:xfrm>
              <a:custGeom>
                <a:avLst/>
                <a:gdLst/>
                <a:ahLst/>
                <a:cxnLst>
                  <a:cxn ang="0">
                    <a:pos x="30162" y="0"/>
                  </a:cxn>
                  <a:cxn ang="0">
                    <a:pos x="39688" y="6350"/>
                  </a:cxn>
                  <a:cxn ang="0">
                    <a:pos x="9525" y="71438"/>
                  </a:cxn>
                  <a:cxn ang="0">
                    <a:pos x="0" y="68262"/>
                  </a:cxn>
                  <a:cxn ang="0">
                    <a:pos x="30162" y="0"/>
                  </a:cxn>
                </a:cxnLst>
                <a:rect l="0" t="0" r="0" b="0"/>
                <a:pathLst>
                  <a:path w="25" h="45">
                    <a:moveTo>
                      <a:pt x="19" y="0"/>
                    </a:moveTo>
                    <a:lnTo>
                      <a:pt x="25" y="4"/>
                    </a:lnTo>
                    <a:lnTo>
                      <a:pt x="6" y="45"/>
                    </a:lnTo>
                    <a:lnTo>
                      <a:pt x="0" y="4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8" name="Freeform 206"/>
              <p:cNvSpPr/>
              <p:nvPr userDrawn="1"/>
            </p:nvSpPr>
            <p:spPr>
              <a:xfrm>
                <a:off x="3589338" y="2487613"/>
                <a:ext cx="25400" cy="50800"/>
              </a:xfrm>
              <a:custGeom>
                <a:avLst/>
                <a:gdLst/>
                <a:ahLst/>
                <a:cxnLst>
                  <a:cxn ang="0">
                    <a:pos x="19050" y="0"/>
                  </a:cxn>
                  <a:cxn ang="0">
                    <a:pos x="25400" y="7937"/>
                  </a:cxn>
                  <a:cxn ang="0">
                    <a:pos x="6350" y="50800"/>
                  </a:cxn>
                  <a:cxn ang="0">
                    <a:pos x="0" y="46037"/>
                  </a:cxn>
                  <a:cxn ang="0">
                    <a:pos x="19050" y="0"/>
                  </a:cxn>
                </a:cxnLst>
                <a:rect l="0" t="0" r="0" b="0"/>
                <a:pathLst>
                  <a:path w="16" h="32">
                    <a:moveTo>
                      <a:pt x="12" y="0"/>
                    </a:moveTo>
                    <a:lnTo>
                      <a:pt x="16" y="5"/>
                    </a:lnTo>
                    <a:lnTo>
                      <a:pt x="4" y="32"/>
                    </a:lnTo>
                    <a:lnTo>
                      <a:pt x="0" y="2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9" name="Freeform 207"/>
              <p:cNvSpPr/>
              <p:nvPr userDrawn="1"/>
            </p:nvSpPr>
            <p:spPr>
              <a:xfrm>
                <a:off x="3602038" y="2478088"/>
                <a:ext cx="33338" cy="66675"/>
              </a:xfrm>
              <a:custGeom>
                <a:avLst/>
                <a:gdLst/>
                <a:ahLst/>
                <a:cxnLst>
                  <a:cxn ang="0">
                    <a:pos x="25400" y="0"/>
                  </a:cxn>
                  <a:cxn ang="0">
                    <a:pos x="33338" y="6350"/>
                  </a:cxn>
                  <a:cxn ang="0">
                    <a:pos x="6350" y="66675"/>
                  </a:cxn>
                  <a:cxn ang="0">
                    <a:pos x="0" y="63500"/>
                  </a:cxn>
                  <a:cxn ang="0">
                    <a:pos x="25400" y="0"/>
                  </a:cxn>
                </a:cxnLst>
                <a:rect l="0" t="0" r="0" b="0"/>
                <a:pathLst>
                  <a:path w="21" h="42">
                    <a:moveTo>
                      <a:pt x="16" y="0"/>
                    </a:moveTo>
                    <a:lnTo>
                      <a:pt x="21" y="4"/>
                    </a:lnTo>
                    <a:lnTo>
                      <a:pt x="4" y="42"/>
                    </a:lnTo>
                    <a:lnTo>
                      <a:pt x="0" y="4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0" name="Freeform 208"/>
              <p:cNvSpPr/>
              <p:nvPr userDrawn="1"/>
            </p:nvSpPr>
            <p:spPr>
              <a:xfrm>
                <a:off x="3611563" y="2505075"/>
                <a:ext cx="26988" cy="46038"/>
              </a:xfrm>
              <a:custGeom>
                <a:avLst/>
                <a:gdLst/>
                <a:ahLst/>
                <a:cxnLst>
                  <a:cxn ang="0">
                    <a:pos x="20637" y="0"/>
                  </a:cxn>
                  <a:cxn ang="0">
                    <a:pos x="26988" y="6350"/>
                  </a:cxn>
                  <a:cxn ang="0">
                    <a:pos x="9525" y="46038"/>
                  </a:cxn>
                  <a:cxn ang="0">
                    <a:pos x="0" y="42862"/>
                  </a:cxn>
                  <a:cxn ang="0">
                    <a:pos x="20637" y="0"/>
                  </a:cxn>
                </a:cxnLst>
                <a:rect l="0" t="0" r="0" b="0"/>
                <a:pathLst>
                  <a:path w="17" h="29">
                    <a:moveTo>
                      <a:pt x="13" y="0"/>
                    </a:moveTo>
                    <a:lnTo>
                      <a:pt x="17" y="4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1" name="Freeform 209"/>
              <p:cNvSpPr/>
              <p:nvPr userDrawn="1"/>
            </p:nvSpPr>
            <p:spPr>
              <a:xfrm>
                <a:off x="3624263" y="2474913"/>
                <a:ext cx="42863" cy="82550"/>
              </a:xfrm>
              <a:custGeom>
                <a:avLst/>
                <a:gdLst/>
                <a:ahLst/>
                <a:cxnLst>
                  <a:cxn ang="0">
                    <a:pos x="33337" y="0"/>
                  </a:cxn>
                  <a:cxn ang="0">
                    <a:pos x="42863" y="6350"/>
                  </a:cxn>
                  <a:cxn ang="0">
                    <a:pos x="11112" y="82550"/>
                  </a:cxn>
                  <a:cxn ang="0">
                    <a:pos x="0" y="79375"/>
                  </a:cxn>
                  <a:cxn ang="0">
                    <a:pos x="33337" y="0"/>
                  </a:cxn>
                </a:cxnLst>
                <a:rect l="0" t="0" r="0" b="0"/>
                <a:pathLst>
                  <a:path w="27" h="52">
                    <a:moveTo>
                      <a:pt x="21" y="0"/>
                    </a:moveTo>
                    <a:lnTo>
                      <a:pt x="27" y="4"/>
                    </a:lnTo>
                    <a:lnTo>
                      <a:pt x="7" y="52"/>
                    </a:lnTo>
                    <a:lnTo>
                      <a:pt x="0" y="5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2" name="Freeform 210"/>
              <p:cNvSpPr/>
              <p:nvPr userDrawn="1"/>
            </p:nvSpPr>
            <p:spPr>
              <a:xfrm>
                <a:off x="3559176" y="2695575"/>
                <a:ext cx="19050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700" y="23813"/>
                  </a:cxn>
                  <a:cxn ang="0">
                    <a:pos x="19050" y="13607"/>
                  </a:cxn>
                  <a:cxn ang="0">
                    <a:pos x="19050" y="13607"/>
                  </a:cxn>
                  <a:cxn ang="0">
                    <a:pos x="0" y="0"/>
                  </a:cxn>
                </a:cxnLst>
                <a:rect l="0" t="0" r="0" b="0"/>
                <a:pathLst>
                  <a:path w="6" h="7">
                    <a:moveTo>
                      <a:pt x="0" y="0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3" name="Freeform 211"/>
              <p:cNvSpPr/>
              <p:nvPr userDrawn="1"/>
            </p:nvSpPr>
            <p:spPr>
              <a:xfrm>
                <a:off x="3559176" y="2673350"/>
                <a:ext cx="25400" cy="34925"/>
              </a:xfrm>
              <a:custGeom>
                <a:avLst/>
                <a:gdLst/>
                <a:ahLst/>
                <a:cxnLst>
                  <a:cxn ang="0">
                    <a:pos x="0" y="22225"/>
                  </a:cxn>
                  <a:cxn ang="0">
                    <a:pos x="19050" y="34925"/>
                  </a:cxn>
                  <a:cxn ang="0">
                    <a:pos x="9525" y="0"/>
                  </a:cxn>
                  <a:cxn ang="0">
                    <a:pos x="0" y="22225"/>
                  </a:cxn>
                </a:cxnLst>
                <a:rect l="0" t="0" r="0" b="0"/>
                <a:pathLst>
                  <a:path w="8" h="11">
                    <a:moveTo>
                      <a:pt x="0" y="7"/>
                    </a:moveTo>
                    <a:cubicBezTo>
                      <a:pt x="6" y="11"/>
                      <a:pt x="6" y="11"/>
                      <a:pt x="6" y="11"/>
                    </a:cubicBezTo>
                    <a:cubicBezTo>
                      <a:pt x="8" y="7"/>
                      <a:pt x="7" y="2"/>
                      <a:pt x="3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4" name="Freeform 212"/>
              <p:cNvSpPr/>
              <p:nvPr userDrawn="1"/>
            </p:nvSpPr>
            <p:spPr>
              <a:xfrm>
                <a:off x="3532188" y="2667000"/>
                <a:ext cx="39688" cy="55563"/>
              </a:xfrm>
              <a:custGeom>
                <a:avLst/>
                <a:gdLst/>
                <a:ahLst/>
                <a:cxnLst>
                  <a:cxn ang="0">
                    <a:pos x="26458" y="29415"/>
                  </a:cxn>
                  <a:cxn ang="0">
                    <a:pos x="36380" y="6536"/>
                  </a:cxn>
                  <a:cxn ang="0">
                    <a:pos x="3307" y="19610"/>
                  </a:cxn>
                  <a:cxn ang="0">
                    <a:pos x="16536" y="52294"/>
                  </a:cxn>
                  <a:cxn ang="0">
                    <a:pos x="39688" y="52294"/>
                  </a:cxn>
                  <a:cxn ang="0">
                    <a:pos x="26458" y="29415"/>
                  </a:cxn>
                </a:cxnLst>
                <a:rect l="0" t="0" r="0" b="0"/>
                <a:pathLst>
                  <a:path w="12" h="17">
                    <a:moveTo>
                      <a:pt x="8" y="9"/>
                    </a:moveTo>
                    <a:cubicBezTo>
                      <a:pt x="11" y="2"/>
                      <a:pt x="11" y="2"/>
                      <a:pt x="11" y="2"/>
                    </a:cubicBezTo>
                    <a:cubicBezTo>
                      <a:pt x="8" y="0"/>
                      <a:pt x="3" y="2"/>
                      <a:pt x="1" y="6"/>
                    </a:cubicBezTo>
                    <a:cubicBezTo>
                      <a:pt x="0" y="10"/>
                      <a:pt x="1" y="14"/>
                      <a:pt x="5" y="16"/>
                    </a:cubicBezTo>
                    <a:cubicBezTo>
                      <a:pt x="7" y="17"/>
                      <a:pt x="10" y="17"/>
                      <a:pt x="12" y="16"/>
                    </a:cubicBezTo>
                    <a:cubicBezTo>
                      <a:pt x="8" y="9"/>
                      <a:pt x="8" y="9"/>
                      <a:pt x="8" y="9"/>
                    </a:cubicBez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5" name="Freeform 213"/>
              <p:cNvSpPr/>
              <p:nvPr userDrawn="1"/>
            </p:nvSpPr>
            <p:spPr>
              <a:xfrm>
                <a:off x="3482976" y="2640013"/>
                <a:ext cx="52388" cy="55563"/>
              </a:xfrm>
              <a:custGeom>
                <a:avLst/>
                <a:gdLst/>
                <a:ahLst/>
                <a:cxnLst>
                  <a:cxn ang="0">
                    <a:pos x="36016" y="6536"/>
                  </a:cxn>
                  <a:cxn ang="0">
                    <a:pos x="3274" y="16342"/>
                  </a:cxn>
                  <a:cxn ang="0">
                    <a:pos x="16371" y="52294"/>
                  </a:cxn>
                  <a:cxn ang="0">
                    <a:pos x="36016" y="52294"/>
                  </a:cxn>
                  <a:cxn ang="0">
                    <a:pos x="45839" y="39220"/>
                  </a:cxn>
                  <a:cxn ang="0">
                    <a:pos x="45839" y="39220"/>
                  </a:cxn>
                  <a:cxn ang="0">
                    <a:pos x="36016" y="6536"/>
                  </a:cxn>
                </a:cxnLst>
                <a:rect l="0" t="0" r="0" b="0"/>
                <a:pathLst>
                  <a:path w="16" h="17">
                    <a:moveTo>
                      <a:pt x="11" y="2"/>
                    </a:moveTo>
                    <a:cubicBezTo>
                      <a:pt x="7" y="0"/>
                      <a:pt x="3" y="2"/>
                      <a:pt x="1" y="5"/>
                    </a:cubicBezTo>
                    <a:cubicBezTo>
                      <a:pt x="0" y="9"/>
                      <a:pt x="1" y="14"/>
                      <a:pt x="5" y="16"/>
                    </a:cubicBezTo>
                    <a:cubicBezTo>
                      <a:pt x="7" y="17"/>
                      <a:pt x="9" y="17"/>
                      <a:pt x="11" y="16"/>
                    </a:cubicBezTo>
                    <a:cubicBezTo>
                      <a:pt x="13" y="15"/>
                      <a:pt x="14" y="14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8"/>
                      <a:pt x="14" y="4"/>
                      <a:pt x="11" y="2"/>
                    </a:cubicBez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6" name="Freeform 214"/>
              <p:cNvSpPr/>
              <p:nvPr userDrawn="1"/>
            </p:nvSpPr>
            <p:spPr>
              <a:xfrm>
                <a:off x="3509963" y="2646363"/>
                <a:ext cx="22225" cy="26988"/>
              </a:xfrm>
              <a:custGeom>
                <a:avLst/>
                <a:gdLst/>
                <a:ahLst/>
                <a:cxnLst>
                  <a:cxn ang="0">
                    <a:pos x="9525" y="0"/>
                  </a:cxn>
                  <a:cxn ang="0">
                    <a:pos x="0" y="23614"/>
                  </a:cxn>
                  <a:cxn ang="0">
                    <a:pos x="0" y="23614"/>
                  </a:cxn>
                  <a:cxn ang="0">
                    <a:pos x="0" y="23614"/>
                  </a:cxn>
                  <a:cxn ang="0">
                    <a:pos x="22225" y="26988"/>
                  </a:cxn>
                  <a:cxn ang="0">
                    <a:pos x="9525" y="0"/>
                  </a:cxn>
                </a:cxnLst>
                <a:rect l="0" t="0" r="0" b="0"/>
                <a:pathLst>
                  <a:path w="7" h="8">
                    <a:moveTo>
                      <a:pt x="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6" y="1"/>
                      <a:pt x="3" y="0"/>
                    </a:cubicBez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7" name="Freeform 215"/>
              <p:cNvSpPr/>
              <p:nvPr userDrawn="1"/>
            </p:nvSpPr>
            <p:spPr>
              <a:xfrm>
                <a:off x="3486151" y="2670175"/>
                <a:ext cx="46038" cy="25400"/>
              </a:xfrm>
              <a:custGeom>
                <a:avLst/>
                <a:gdLst/>
                <a:ahLst/>
                <a:cxnLst>
                  <a:cxn ang="0">
                    <a:pos x="46038" y="3175"/>
                  </a:cxn>
                  <a:cxn ang="0">
                    <a:pos x="23019" y="0"/>
                  </a:cxn>
                  <a:cxn ang="0">
                    <a:pos x="23019" y="0"/>
                  </a:cxn>
                  <a:cxn ang="0">
                    <a:pos x="0" y="6350"/>
                  </a:cxn>
                  <a:cxn ang="0">
                    <a:pos x="13153" y="22225"/>
                  </a:cxn>
                  <a:cxn ang="0">
                    <a:pos x="32884" y="22225"/>
                  </a:cxn>
                  <a:cxn ang="0">
                    <a:pos x="42749" y="9525"/>
                  </a:cxn>
                  <a:cxn ang="0">
                    <a:pos x="46038" y="3175"/>
                  </a:cxn>
                </a:cxnLst>
                <a:rect l="0" t="0" r="0" b="0"/>
                <a:pathLst>
                  <a:path w="14" h="8">
                    <a:moveTo>
                      <a:pt x="14" y="1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2" y="6"/>
                      <a:pt x="4" y="7"/>
                    </a:cubicBezTo>
                    <a:cubicBezTo>
                      <a:pt x="6" y="8"/>
                      <a:pt x="8" y="8"/>
                      <a:pt x="10" y="7"/>
                    </a:cubicBezTo>
                    <a:cubicBezTo>
                      <a:pt x="11" y="6"/>
                      <a:pt x="12" y="5"/>
                      <a:pt x="13" y="3"/>
                    </a:cubicBezTo>
                    <a:cubicBezTo>
                      <a:pt x="13" y="3"/>
                      <a:pt x="14" y="2"/>
                      <a:pt x="14" y="1"/>
                    </a:cubicBez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8" name="Freeform 216"/>
              <p:cNvSpPr/>
              <p:nvPr userDrawn="1"/>
            </p:nvSpPr>
            <p:spPr>
              <a:xfrm>
                <a:off x="3430588" y="2613025"/>
                <a:ext cx="55563" cy="57150"/>
              </a:xfrm>
              <a:custGeom>
                <a:avLst/>
                <a:gdLst/>
                <a:ahLst/>
                <a:cxnLst>
                  <a:cxn ang="0">
                    <a:pos x="39220" y="6723"/>
                  </a:cxn>
                  <a:cxn ang="0">
                    <a:pos x="6536" y="16808"/>
                  </a:cxn>
                  <a:cxn ang="0">
                    <a:pos x="16342" y="53788"/>
                  </a:cxn>
                  <a:cxn ang="0">
                    <a:pos x="39220" y="53788"/>
                  </a:cxn>
                  <a:cxn ang="0">
                    <a:pos x="49026" y="40341"/>
                  </a:cxn>
                  <a:cxn ang="0">
                    <a:pos x="49026" y="40341"/>
                  </a:cxn>
                  <a:cxn ang="0">
                    <a:pos x="39220" y="6723"/>
                  </a:cxn>
                </a:cxnLst>
                <a:rect l="0" t="0" r="0" b="0"/>
                <a:pathLst>
                  <a:path w="17" h="17">
                    <a:moveTo>
                      <a:pt x="12" y="2"/>
                    </a:moveTo>
                    <a:cubicBezTo>
                      <a:pt x="8" y="0"/>
                      <a:pt x="4" y="1"/>
                      <a:pt x="2" y="5"/>
                    </a:cubicBezTo>
                    <a:cubicBezTo>
                      <a:pt x="0" y="9"/>
                      <a:pt x="2" y="14"/>
                      <a:pt x="5" y="16"/>
                    </a:cubicBezTo>
                    <a:cubicBezTo>
                      <a:pt x="8" y="17"/>
                      <a:pt x="10" y="17"/>
                      <a:pt x="12" y="16"/>
                    </a:cubicBezTo>
                    <a:cubicBezTo>
                      <a:pt x="13" y="15"/>
                      <a:pt x="14" y="14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7" y="8"/>
                      <a:pt x="15" y="4"/>
                      <a:pt x="12" y="2"/>
                    </a:cubicBez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9" name="Freeform 217"/>
              <p:cNvSpPr/>
              <p:nvPr userDrawn="1"/>
            </p:nvSpPr>
            <p:spPr>
              <a:xfrm>
                <a:off x="3433763" y="2640013"/>
                <a:ext cx="30163" cy="30163"/>
              </a:xfrm>
              <a:custGeom>
                <a:avLst/>
                <a:gdLst/>
                <a:ahLst/>
                <a:cxnLst>
                  <a:cxn ang="0">
                    <a:pos x="30163" y="30163"/>
                  </a:cxn>
                  <a:cxn ang="0">
                    <a:pos x="23460" y="3351"/>
                  </a:cxn>
                  <a:cxn ang="0">
                    <a:pos x="0" y="0"/>
                  </a:cxn>
                  <a:cxn ang="0">
                    <a:pos x="13405" y="26811"/>
                  </a:cxn>
                  <a:cxn ang="0">
                    <a:pos x="30163" y="30163"/>
                  </a:cxn>
                </a:cxnLst>
                <a:rect l="0" t="0" r="0" b="0"/>
                <a:pathLst>
                  <a:path w="9" h="9">
                    <a:moveTo>
                      <a:pt x="9" y="9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2" y="6"/>
                      <a:pt x="4" y="8"/>
                    </a:cubicBezTo>
                    <a:cubicBezTo>
                      <a:pt x="6" y="9"/>
                      <a:pt x="7" y="9"/>
                      <a:pt x="9" y="9"/>
                    </a:cubicBez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0" name="Freeform 218"/>
              <p:cNvSpPr/>
              <p:nvPr userDrawn="1"/>
            </p:nvSpPr>
            <p:spPr>
              <a:xfrm>
                <a:off x="3455988" y="2633663"/>
                <a:ext cx="26988" cy="36513"/>
              </a:xfrm>
              <a:custGeom>
                <a:avLst/>
                <a:gdLst/>
                <a:ahLst/>
                <a:cxnLst>
                  <a:cxn ang="0">
                    <a:pos x="0" y="9958"/>
                  </a:cxn>
                  <a:cxn ang="0">
                    <a:pos x="6747" y="36513"/>
                  </a:cxn>
                  <a:cxn ang="0">
                    <a:pos x="23614" y="19916"/>
                  </a:cxn>
                  <a:cxn ang="0">
                    <a:pos x="23614" y="0"/>
                  </a:cxn>
                  <a:cxn ang="0">
                    <a:pos x="3373" y="9958"/>
                  </a:cxn>
                  <a:cxn ang="0">
                    <a:pos x="0" y="9958"/>
                  </a:cxn>
                </a:cxnLst>
                <a:rect l="0" t="0" r="0" b="0"/>
                <a:pathLst>
                  <a:path w="8" h="11">
                    <a:moveTo>
                      <a:pt x="0" y="3"/>
                    </a:moveTo>
                    <a:cubicBezTo>
                      <a:pt x="2" y="11"/>
                      <a:pt x="2" y="11"/>
                      <a:pt x="2" y="11"/>
                    </a:cubicBezTo>
                    <a:cubicBezTo>
                      <a:pt x="4" y="10"/>
                      <a:pt x="6" y="9"/>
                      <a:pt x="7" y="6"/>
                    </a:cubicBezTo>
                    <a:cubicBezTo>
                      <a:pt x="8" y="4"/>
                      <a:pt x="8" y="2"/>
                      <a:pt x="7" y="0"/>
                    </a:cubicBezTo>
                    <a:cubicBezTo>
                      <a:pt x="1" y="3"/>
                      <a:pt x="1" y="3"/>
                      <a:pt x="1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1" name="Freeform 219"/>
              <p:cNvSpPr/>
              <p:nvPr userDrawn="1"/>
            </p:nvSpPr>
            <p:spPr>
              <a:xfrm>
                <a:off x="3424238" y="2667000"/>
                <a:ext cx="39688" cy="22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9688" y="19050"/>
                  </a:cxn>
                  <a:cxn ang="0">
                    <a:pos x="36512" y="22225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5" h="14">
                    <a:moveTo>
                      <a:pt x="0" y="0"/>
                    </a:moveTo>
                    <a:lnTo>
                      <a:pt x="25" y="12"/>
                    </a:lnTo>
                    <a:lnTo>
                      <a:pt x="23" y="1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2" name="Freeform 220"/>
              <p:cNvSpPr/>
              <p:nvPr userDrawn="1"/>
            </p:nvSpPr>
            <p:spPr>
              <a:xfrm>
                <a:off x="3421063" y="2673350"/>
                <a:ext cx="39688" cy="22225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19050"/>
                  </a:cxn>
                  <a:cxn ang="0">
                    <a:pos x="34925" y="22225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4">
                    <a:moveTo>
                      <a:pt x="2" y="0"/>
                    </a:moveTo>
                    <a:lnTo>
                      <a:pt x="25" y="12"/>
                    </a:lnTo>
                    <a:lnTo>
                      <a:pt x="22" y="1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3" name="Freeform 221"/>
              <p:cNvSpPr/>
              <p:nvPr userDrawn="1"/>
            </p:nvSpPr>
            <p:spPr>
              <a:xfrm>
                <a:off x="3417888" y="2676525"/>
                <a:ext cx="38100" cy="22225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8100" y="22225"/>
                  </a:cxn>
                  <a:cxn ang="0">
                    <a:pos x="38100" y="22225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4" h="14">
                    <a:moveTo>
                      <a:pt x="2" y="0"/>
                    </a:moveTo>
                    <a:lnTo>
                      <a:pt x="24" y="14"/>
                    </a:lnTo>
                    <a:lnTo>
                      <a:pt x="24" y="1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4" name="Freeform 222"/>
              <p:cNvSpPr/>
              <p:nvPr userDrawn="1"/>
            </p:nvSpPr>
            <p:spPr>
              <a:xfrm>
                <a:off x="3417888" y="2682875"/>
                <a:ext cx="34925" cy="22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925" y="19050"/>
                  </a:cxn>
                  <a:cxn ang="0">
                    <a:pos x="34925" y="22225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2" h="14">
                    <a:moveTo>
                      <a:pt x="0" y="0"/>
                    </a:moveTo>
                    <a:lnTo>
                      <a:pt x="22" y="12"/>
                    </a:lnTo>
                    <a:lnTo>
                      <a:pt x="22" y="1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5" name="Freeform 223"/>
              <p:cNvSpPr/>
              <p:nvPr userDrawn="1"/>
            </p:nvSpPr>
            <p:spPr>
              <a:xfrm>
                <a:off x="3413126" y="2689225"/>
                <a:ext cx="20638" cy="127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638" y="9525"/>
                  </a:cxn>
                  <a:cxn ang="0">
                    <a:pos x="17462" y="12700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13" h="8">
                    <a:moveTo>
                      <a:pt x="0" y="0"/>
                    </a:moveTo>
                    <a:lnTo>
                      <a:pt x="13" y="6"/>
                    </a:lnTo>
                    <a:lnTo>
                      <a:pt x="11" y="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6" name="Freeform 224"/>
              <p:cNvSpPr/>
              <p:nvPr userDrawn="1"/>
            </p:nvSpPr>
            <p:spPr>
              <a:xfrm>
                <a:off x="3473451" y="2692400"/>
                <a:ext cx="39688" cy="23813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20637"/>
                  </a:cxn>
                  <a:cxn ang="0">
                    <a:pos x="36512" y="23813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5">
                    <a:moveTo>
                      <a:pt x="2" y="0"/>
                    </a:moveTo>
                    <a:lnTo>
                      <a:pt x="25" y="13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7" name="Freeform 225"/>
              <p:cNvSpPr/>
              <p:nvPr userDrawn="1"/>
            </p:nvSpPr>
            <p:spPr>
              <a:xfrm>
                <a:off x="3470276" y="2698750"/>
                <a:ext cx="39688" cy="23813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20637"/>
                  </a:cxn>
                  <a:cxn ang="0">
                    <a:pos x="39688" y="23813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5">
                    <a:moveTo>
                      <a:pt x="2" y="0"/>
                    </a:moveTo>
                    <a:lnTo>
                      <a:pt x="25" y="13"/>
                    </a:lnTo>
                    <a:lnTo>
                      <a:pt x="25" y="15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8" name="Freeform 226"/>
              <p:cNvSpPr/>
              <p:nvPr userDrawn="1"/>
            </p:nvSpPr>
            <p:spPr>
              <a:xfrm>
                <a:off x="3470276" y="2705100"/>
                <a:ext cx="36513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20637"/>
                  </a:cxn>
                  <a:cxn ang="0">
                    <a:pos x="36513" y="23813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3" h="15">
                    <a:moveTo>
                      <a:pt x="0" y="0"/>
                    </a:moveTo>
                    <a:lnTo>
                      <a:pt x="23" y="13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9" name="Freeform 227"/>
              <p:cNvSpPr/>
              <p:nvPr userDrawn="1"/>
            </p:nvSpPr>
            <p:spPr>
              <a:xfrm>
                <a:off x="3467101" y="2708275"/>
                <a:ext cx="36513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20637"/>
                  </a:cxn>
                  <a:cxn ang="0">
                    <a:pos x="36513" y="23813"/>
                  </a:cxn>
                  <a:cxn ang="0">
                    <a:pos x="0" y="4762"/>
                  </a:cxn>
                  <a:cxn ang="0">
                    <a:pos x="0" y="0"/>
                  </a:cxn>
                </a:cxnLst>
                <a:rect l="0" t="0" r="0" b="0"/>
                <a:pathLst>
                  <a:path w="23" h="15">
                    <a:moveTo>
                      <a:pt x="0" y="0"/>
                    </a:moveTo>
                    <a:lnTo>
                      <a:pt x="23" y="13"/>
                    </a:lnTo>
                    <a:lnTo>
                      <a:pt x="23" y="1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0" name="Freeform 228"/>
              <p:cNvSpPr/>
              <p:nvPr userDrawn="1"/>
            </p:nvSpPr>
            <p:spPr>
              <a:xfrm>
                <a:off x="3463926" y="2716213"/>
                <a:ext cx="19050" cy="127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050" y="9525"/>
                  </a:cxn>
                  <a:cxn ang="0">
                    <a:pos x="19050" y="12700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12" h="8">
                    <a:moveTo>
                      <a:pt x="0" y="0"/>
                    </a:moveTo>
                    <a:lnTo>
                      <a:pt x="12" y="6"/>
                    </a:lnTo>
                    <a:lnTo>
                      <a:pt x="12" y="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1" name="Freeform 229"/>
              <p:cNvSpPr/>
              <p:nvPr userDrawn="1"/>
            </p:nvSpPr>
            <p:spPr>
              <a:xfrm>
                <a:off x="3522663" y="2719388"/>
                <a:ext cx="39688" cy="22225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19050"/>
                  </a:cxn>
                  <a:cxn ang="0">
                    <a:pos x="39688" y="22225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4">
                    <a:moveTo>
                      <a:pt x="2" y="0"/>
                    </a:moveTo>
                    <a:lnTo>
                      <a:pt x="25" y="12"/>
                    </a:lnTo>
                    <a:lnTo>
                      <a:pt x="25" y="1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2" name="Freeform 230"/>
              <p:cNvSpPr/>
              <p:nvPr userDrawn="1"/>
            </p:nvSpPr>
            <p:spPr>
              <a:xfrm>
                <a:off x="3522663" y="2725738"/>
                <a:ext cx="36513" cy="22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19050"/>
                  </a:cxn>
                  <a:cxn ang="0">
                    <a:pos x="36513" y="22225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3" h="14">
                    <a:moveTo>
                      <a:pt x="0" y="0"/>
                    </a:moveTo>
                    <a:lnTo>
                      <a:pt x="23" y="12"/>
                    </a:lnTo>
                    <a:lnTo>
                      <a:pt x="23" y="1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3" name="Freeform 231"/>
              <p:cNvSpPr/>
              <p:nvPr userDrawn="1"/>
            </p:nvSpPr>
            <p:spPr>
              <a:xfrm>
                <a:off x="3519488" y="2732088"/>
                <a:ext cx="36513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19050"/>
                  </a:cxn>
                  <a:cxn ang="0">
                    <a:pos x="36513" y="23813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3" h="15">
                    <a:moveTo>
                      <a:pt x="0" y="0"/>
                    </a:moveTo>
                    <a:lnTo>
                      <a:pt x="23" y="12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4" name="Freeform 232"/>
              <p:cNvSpPr/>
              <p:nvPr userDrawn="1"/>
            </p:nvSpPr>
            <p:spPr>
              <a:xfrm>
                <a:off x="3516313" y="2738438"/>
                <a:ext cx="39688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9688" y="20637"/>
                  </a:cxn>
                  <a:cxn ang="0">
                    <a:pos x="36512" y="23813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5" h="15">
                    <a:moveTo>
                      <a:pt x="0" y="0"/>
                    </a:moveTo>
                    <a:lnTo>
                      <a:pt x="25" y="13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5" name="Freeform 233"/>
              <p:cNvSpPr/>
              <p:nvPr userDrawn="1"/>
            </p:nvSpPr>
            <p:spPr>
              <a:xfrm>
                <a:off x="3513138" y="2741613"/>
                <a:ext cx="19050" cy="14288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19050" y="9525"/>
                  </a:cxn>
                  <a:cxn ang="0">
                    <a:pos x="19050" y="14288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12" h="9">
                    <a:moveTo>
                      <a:pt x="2" y="0"/>
                    </a:moveTo>
                    <a:lnTo>
                      <a:pt x="12" y="6"/>
                    </a:lnTo>
                    <a:lnTo>
                      <a:pt x="12" y="9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6" name="Freeform 234"/>
              <p:cNvSpPr/>
              <p:nvPr userDrawn="1"/>
            </p:nvSpPr>
            <p:spPr>
              <a:xfrm>
                <a:off x="3489326" y="2581275"/>
                <a:ext cx="109538" cy="19050"/>
              </a:xfrm>
              <a:custGeom>
                <a:avLst/>
                <a:gdLst/>
                <a:ahLst/>
                <a:cxnLst>
                  <a:cxn ang="0">
                    <a:pos x="109538" y="12700"/>
                  </a:cxn>
                  <a:cxn ang="0">
                    <a:pos x="79375" y="3175"/>
                  </a:cxn>
                  <a:cxn ang="0">
                    <a:pos x="63500" y="19050"/>
                  </a:cxn>
                  <a:cxn ang="0">
                    <a:pos x="63500" y="19050"/>
                  </a:cxn>
                  <a:cxn ang="0">
                    <a:pos x="63500" y="19050"/>
                  </a:cxn>
                  <a:cxn ang="0">
                    <a:pos x="46037" y="6350"/>
                  </a:cxn>
                  <a:cxn ang="0">
                    <a:pos x="20637" y="12700"/>
                  </a:cxn>
                  <a:cxn ang="0">
                    <a:pos x="20637" y="12700"/>
                  </a:cxn>
                  <a:cxn ang="0">
                    <a:pos x="0" y="15875"/>
                  </a:cxn>
                  <a:cxn ang="0">
                    <a:pos x="0" y="15875"/>
                  </a:cxn>
                  <a:cxn ang="0">
                    <a:pos x="20637" y="12700"/>
                  </a:cxn>
                  <a:cxn ang="0">
                    <a:pos x="46037" y="6350"/>
                  </a:cxn>
                  <a:cxn ang="0">
                    <a:pos x="46037" y="6350"/>
                  </a:cxn>
                  <a:cxn ang="0">
                    <a:pos x="46037" y="6350"/>
                  </a:cxn>
                  <a:cxn ang="0">
                    <a:pos x="63500" y="19050"/>
                  </a:cxn>
                  <a:cxn ang="0">
                    <a:pos x="79375" y="3175"/>
                  </a:cxn>
                  <a:cxn ang="0">
                    <a:pos x="79375" y="0"/>
                  </a:cxn>
                  <a:cxn ang="0">
                    <a:pos x="79375" y="0"/>
                  </a:cxn>
                  <a:cxn ang="0">
                    <a:pos x="109538" y="12700"/>
                  </a:cxn>
                  <a:cxn ang="0">
                    <a:pos x="109538" y="12700"/>
                  </a:cxn>
                </a:cxnLst>
                <a:rect l="0" t="0" r="0" b="0"/>
                <a:pathLst>
                  <a:path w="69" h="12">
                    <a:moveTo>
                      <a:pt x="69" y="8"/>
                    </a:moveTo>
                    <a:lnTo>
                      <a:pt x="50" y="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29" y="4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3" y="8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40" y="12"/>
                    </a:lnTo>
                    <a:lnTo>
                      <a:pt x="50" y="2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69" y="8"/>
                    </a:lnTo>
                    <a:lnTo>
                      <a:pt x="69" y="8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7" name="Freeform 235"/>
              <p:cNvSpPr/>
              <p:nvPr userDrawn="1"/>
            </p:nvSpPr>
            <p:spPr>
              <a:xfrm>
                <a:off x="3489326" y="2584450"/>
                <a:ext cx="109538" cy="15875"/>
              </a:xfrm>
              <a:custGeom>
                <a:avLst/>
                <a:gdLst/>
                <a:ahLst/>
                <a:cxnLst>
                  <a:cxn ang="0">
                    <a:pos x="109538" y="15875"/>
                  </a:cxn>
                  <a:cxn ang="0">
                    <a:pos x="69850" y="0"/>
                  </a:cxn>
                  <a:cxn ang="0">
                    <a:pos x="49212" y="15875"/>
                  </a:cxn>
                  <a:cxn ang="0">
                    <a:pos x="49212" y="15875"/>
                  </a:cxn>
                  <a:cxn ang="0">
                    <a:pos x="49212" y="15875"/>
                  </a:cxn>
                  <a:cxn ang="0">
                    <a:pos x="26987" y="3175"/>
                  </a:cxn>
                  <a:cxn ang="0">
                    <a:pos x="0" y="12700"/>
                  </a:cxn>
                  <a:cxn ang="0">
                    <a:pos x="0" y="12700"/>
                  </a:cxn>
                  <a:cxn ang="0">
                    <a:pos x="23812" y="3175"/>
                  </a:cxn>
                  <a:cxn ang="0">
                    <a:pos x="26987" y="3175"/>
                  </a:cxn>
                  <a:cxn ang="0">
                    <a:pos x="26987" y="3175"/>
                  </a:cxn>
                  <a:cxn ang="0">
                    <a:pos x="49212" y="15875"/>
                  </a:cxn>
                  <a:cxn ang="0">
                    <a:pos x="69850" y="0"/>
                  </a:cxn>
                  <a:cxn ang="0">
                    <a:pos x="69850" y="0"/>
                  </a:cxn>
                  <a:cxn ang="0">
                    <a:pos x="69850" y="0"/>
                  </a:cxn>
                  <a:cxn ang="0">
                    <a:pos x="109538" y="15875"/>
                  </a:cxn>
                  <a:cxn ang="0">
                    <a:pos x="109538" y="15875"/>
                  </a:cxn>
                </a:cxnLst>
                <a:rect l="0" t="0" r="0" b="0"/>
                <a:pathLst>
                  <a:path w="69" h="10">
                    <a:moveTo>
                      <a:pt x="69" y="10"/>
                    </a:moveTo>
                    <a:lnTo>
                      <a:pt x="44" y="0"/>
                    </a:lnTo>
                    <a:lnTo>
                      <a:pt x="31" y="10"/>
                    </a:lnTo>
                    <a:lnTo>
                      <a:pt x="31" y="10"/>
                    </a:lnTo>
                    <a:lnTo>
                      <a:pt x="31" y="10"/>
                    </a:lnTo>
                    <a:lnTo>
                      <a:pt x="17" y="2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17" y="2"/>
                    </a:lnTo>
                    <a:lnTo>
                      <a:pt x="31" y="1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69" y="10"/>
                    </a:lnTo>
                    <a:lnTo>
                      <a:pt x="69" y="1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8" name="Freeform 236"/>
              <p:cNvSpPr/>
              <p:nvPr userDrawn="1"/>
            </p:nvSpPr>
            <p:spPr>
              <a:xfrm>
                <a:off x="3489326" y="2581275"/>
                <a:ext cx="109538" cy="31750"/>
              </a:xfrm>
              <a:custGeom>
                <a:avLst/>
                <a:gdLst/>
                <a:ahLst/>
                <a:cxnLst>
                  <a:cxn ang="0">
                    <a:pos x="109538" y="6350"/>
                  </a:cxn>
                  <a:cxn ang="0">
                    <a:pos x="82550" y="31750"/>
                  </a:cxn>
                  <a:cxn ang="0">
                    <a:pos x="82550" y="31750"/>
                  </a:cxn>
                  <a:cxn ang="0">
                    <a:pos x="82550" y="31750"/>
                  </a:cxn>
                  <a:cxn ang="0">
                    <a:pos x="60325" y="3175"/>
                  </a:cxn>
                  <a:cxn ang="0">
                    <a:pos x="33337" y="19050"/>
                  </a:cxn>
                  <a:cxn ang="0">
                    <a:pos x="33337" y="19050"/>
                  </a:cxn>
                  <a:cxn ang="0">
                    <a:pos x="33337" y="19050"/>
                  </a:cxn>
                  <a:cxn ang="0">
                    <a:pos x="17462" y="3175"/>
                  </a:cxn>
                  <a:cxn ang="0">
                    <a:pos x="0" y="19050"/>
                  </a:cxn>
                  <a:cxn ang="0">
                    <a:pos x="0" y="15875"/>
                  </a:cxn>
                  <a:cxn ang="0">
                    <a:pos x="17462" y="3175"/>
                  </a:cxn>
                  <a:cxn ang="0">
                    <a:pos x="17462" y="0"/>
                  </a:cxn>
                  <a:cxn ang="0">
                    <a:pos x="17462" y="3175"/>
                  </a:cxn>
                  <a:cxn ang="0">
                    <a:pos x="33337" y="19050"/>
                  </a:cxn>
                  <a:cxn ang="0">
                    <a:pos x="60325" y="0"/>
                  </a:cxn>
                  <a:cxn ang="0">
                    <a:pos x="60325" y="0"/>
                  </a:cxn>
                  <a:cxn ang="0">
                    <a:pos x="60325" y="0"/>
                  </a:cxn>
                  <a:cxn ang="0">
                    <a:pos x="82550" y="28575"/>
                  </a:cxn>
                  <a:cxn ang="0">
                    <a:pos x="109538" y="6350"/>
                  </a:cxn>
                  <a:cxn ang="0">
                    <a:pos x="109538" y="6350"/>
                  </a:cxn>
                </a:cxnLst>
                <a:rect l="0" t="0" r="0" b="0"/>
                <a:pathLst>
                  <a:path w="69" h="20">
                    <a:moveTo>
                      <a:pt x="69" y="4"/>
                    </a:moveTo>
                    <a:lnTo>
                      <a:pt x="52" y="20"/>
                    </a:lnTo>
                    <a:lnTo>
                      <a:pt x="52" y="20"/>
                    </a:lnTo>
                    <a:lnTo>
                      <a:pt x="52" y="20"/>
                    </a:lnTo>
                    <a:lnTo>
                      <a:pt x="38" y="2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11" y="2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1" y="2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21" y="1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52" y="18"/>
                    </a:lnTo>
                    <a:lnTo>
                      <a:pt x="69" y="4"/>
                    </a:lnTo>
                    <a:lnTo>
                      <a:pt x="69" y="4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9" name="Freeform 237"/>
              <p:cNvSpPr/>
              <p:nvPr userDrawn="1"/>
            </p:nvSpPr>
            <p:spPr>
              <a:xfrm>
                <a:off x="3479801" y="2538413"/>
                <a:ext cx="101600" cy="107950"/>
              </a:xfrm>
              <a:custGeom>
                <a:avLst/>
                <a:gdLst/>
                <a:ahLst/>
                <a:cxnLst>
                  <a:cxn ang="0">
                    <a:pos x="6350" y="65087"/>
                  </a:cxn>
                  <a:cxn ang="0">
                    <a:pos x="6350" y="65087"/>
                  </a:cxn>
                  <a:cxn ang="0">
                    <a:pos x="9525" y="58737"/>
                  </a:cxn>
                  <a:cxn ang="0">
                    <a:pos x="101600" y="107950"/>
                  </a:cxn>
                  <a:cxn ang="0">
                    <a:pos x="101600" y="107950"/>
                  </a:cxn>
                  <a:cxn ang="0">
                    <a:pos x="9525" y="58737"/>
                  </a:cxn>
                  <a:cxn ang="0">
                    <a:pos x="36512" y="0"/>
                  </a:cxn>
                  <a:cxn ang="0">
                    <a:pos x="36512" y="0"/>
                  </a:cxn>
                  <a:cxn ang="0">
                    <a:pos x="9525" y="58737"/>
                  </a:cxn>
                  <a:cxn ang="0">
                    <a:pos x="0" y="55562"/>
                  </a:cxn>
                  <a:cxn ang="0">
                    <a:pos x="0" y="55562"/>
                  </a:cxn>
                  <a:cxn ang="0">
                    <a:pos x="9525" y="58737"/>
                  </a:cxn>
                  <a:cxn ang="0">
                    <a:pos x="6350" y="65087"/>
                  </a:cxn>
                </a:cxnLst>
                <a:rect l="0" t="0" r="0" b="0"/>
                <a:pathLst>
                  <a:path w="64" h="68">
                    <a:moveTo>
                      <a:pt x="4" y="41"/>
                    </a:moveTo>
                    <a:lnTo>
                      <a:pt x="4" y="41"/>
                    </a:lnTo>
                    <a:lnTo>
                      <a:pt x="6" y="37"/>
                    </a:lnTo>
                    <a:lnTo>
                      <a:pt x="64" y="68"/>
                    </a:lnTo>
                    <a:lnTo>
                      <a:pt x="64" y="68"/>
                    </a:lnTo>
                    <a:lnTo>
                      <a:pt x="6" y="37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6" y="37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6" y="37"/>
                    </a:ln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5E5F5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0" name="Freeform 238"/>
              <p:cNvSpPr/>
              <p:nvPr userDrawn="1"/>
            </p:nvSpPr>
            <p:spPr>
              <a:xfrm>
                <a:off x="3584576" y="2379663"/>
                <a:ext cx="82550" cy="49213"/>
              </a:xfrm>
              <a:custGeom>
                <a:avLst/>
                <a:gdLst/>
                <a:ahLst/>
                <a:cxnLst>
                  <a:cxn ang="0">
                    <a:pos x="4762" y="0"/>
                  </a:cxn>
                  <a:cxn ang="0">
                    <a:pos x="82550" y="42862"/>
                  </a:cxn>
                  <a:cxn ang="0">
                    <a:pos x="79375" y="49213"/>
                  </a:cxn>
                  <a:cxn ang="0">
                    <a:pos x="0" y="6350"/>
                  </a:cxn>
                  <a:cxn ang="0">
                    <a:pos x="4762" y="0"/>
                  </a:cxn>
                </a:cxnLst>
                <a:rect l="0" t="0" r="0" b="0"/>
                <a:pathLst>
                  <a:path w="52" h="31">
                    <a:moveTo>
                      <a:pt x="3" y="0"/>
                    </a:moveTo>
                    <a:lnTo>
                      <a:pt x="52" y="27"/>
                    </a:lnTo>
                    <a:lnTo>
                      <a:pt x="50" y="31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1" name="Freeform 239"/>
              <p:cNvSpPr/>
              <p:nvPr userDrawn="1"/>
            </p:nvSpPr>
            <p:spPr>
              <a:xfrm>
                <a:off x="3565526" y="2379663"/>
                <a:ext cx="115888" cy="61913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115888" y="58737"/>
                  </a:cxn>
                  <a:cxn ang="0">
                    <a:pos x="112712" y="61913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73" h="39">
                    <a:moveTo>
                      <a:pt x="2" y="0"/>
                    </a:moveTo>
                    <a:lnTo>
                      <a:pt x="73" y="37"/>
                    </a:lnTo>
                    <a:lnTo>
                      <a:pt x="71" y="39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2" name="Freeform 240"/>
              <p:cNvSpPr/>
              <p:nvPr userDrawn="1"/>
            </p:nvSpPr>
            <p:spPr>
              <a:xfrm>
                <a:off x="3556001" y="2682875"/>
                <a:ext cx="104775" cy="73025"/>
              </a:xfrm>
              <a:custGeom>
                <a:avLst/>
                <a:gdLst/>
                <a:ahLst/>
                <a:cxnLst>
                  <a:cxn ang="0">
                    <a:pos x="101500" y="26554"/>
                  </a:cxn>
                  <a:cxn ang="0">
                    <a:pos x="81855" y="59747"/>
                  </a:cxn>
                  <a:cxn ang="0">
                    <a:pos x="32742" y="69705"/>
                  </a:cxn>
                  <a:cxn ang="0">
                    <a:pos x="3274" y="49789"/>
                  </a:cxn>
                  <a:cxn ang="0">
                    <a:pos x="22919" y="13277"/>
                  </a:cxn>
                  <a:cxn ang="0">
                    <a:pos x="68758" y="3319"/>
                  </a:cxn>
                  <a:cxn ang="0">
                    <a:pos x="101500" y="26554"/>
                  </a:cxn>
                </a:cxnLst>
                <a:rect l="0" t="0" r="0" b="0"/>
                <a:pathLst>
                  <a:path w="32" h="22">
                    <a:moveTo>
                      <a:pt x="31" y="8"/>
                    </a:moveTo>
                    <a:cubicBezTo>
                      <a:pt x="32" y="12"/>
                      <a:pt x="29" y="17"/>
                      <a:pt x="25" y="18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6" y="22"/>
                      <a:pt x="2" y="19"/>
                      <a:pt x="1" y="15"/>
                    </a:cubicBezTo>
                    <a:cubicBezTo>
                      <a:pt x="0" y="10"/>
                      <a:pt x="3" y="6"/>
                      <a:pt x="7" y="4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6" y="0"/>
                      <a:pt x="30" y="3"/>
                      <a:pt x="31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3" name="Freeform 241"/>
              <p:cNvSpPr/>
              <p:nvPr userDrawn="1"/>
            </p:nvSpPr>
            <p:spPr>
              <a:xfrm>
                <a:off x="3127376" y="2695575"/>
                <a:ext cx="276225" cy="287338"/>
              </a:xfrm>
              <a:custGeom>
                <a:avLst/>
                <a:gdLst/>
                <a:ahLst/>
                <a:cxnLst>
                  <a:cxn ang="0">
                    <a:pos x="210457" y="66054"/>
                  </a:cxn>
                  <a:cxn ang="0">
                    <a:pos x="131535" y="19816"/>
                  </a:cxn>
                  <a:cxn ang="0">
                    <a:pos x="3288" y="155228"/>
                  </a:cxn>
                  <a:cxn ang="0">
                    <a:pos x="88786" y="280732"/>
                  </a:cxn>
                  <a:cxn ang="0">
                    <a:pos x="276225" y="108990"/>
                  </a:cxn>
                  <a:cxn ang="0">
                    <a:pos x="210457" y="66054"/>
                  </a:cxn>
                </a:cxnLst>
                <a:rect l="0" t="0" r="0" b="0"/>
                <a:pathLst>
                  <a:path w="84" h="87">
                    <a:moveTo>
                      <a:pt x="64" y="20"/>
                    </a:moveTo>
                    <a:cubicBezTo>
                      <a:pt x="62" y="17"/>
                      <a:pt x="45" y="0"/>
                      <a:pt x="40" y="6"/>
                    </a:cubicBezTo>
                    <a:cubicBezTo>
                      <a:pt x="34" y="13"/>
                      <a:pt x="0" y="46"/>
                      <a:pt x="1" y="47"/>
                    </a:cubicBezTo>
                    <a:cubicBezTo>
                      <a:pt x="3" y="49"/>
                      <a:pt x="26" y="87"/>
                      <a:pt x="27" y="85"/>
                    </a:cubicBezTo>
                    <a:cubicBezTo>
                      <a:pt x="28" y="82"/>
                      <a:pt x="84" y="33"/>
                      <a:pt x="84" y="33"/>
                    </a:cubicBezTo>
                    <a:lnTo>
                      <a:pt x="64" y="20"/>
                    </a:ln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4" name="Freeform 242"/>
              <p:cNvSpPr/>
              <p:nvPr userDrawn="1"/>
            </p:nvSpPr>
            <p:spPr>
              <a:xfrm>
                <a:off x="3084513" y="2784475"/>
                <a:ext cx="187325" cy="214313"/>
              </a:xfrm>
              <a:custGeom>
                <a:avLst/>
                <a:gdLst/>
                <a:ahLst/>
                <a:cxnLst>
                  <a:cxn ang="0">
                    <a:pos x="0" y="62645"/>
                  </a:cxn>
                  <a:cxn ang="0">
                    <a:pos x="65728" y="0"/>
                  </a:cxn>
                  <a:cxn ang="0">
                    <a:pos x="187325" y="171450"/>
                  </a:cxn>
                  <a:cxn ang="0">
                    <a:pos x="131456" y="214313"/>
                  </a:cxn>
                  <a:cxn ang="0">
                    <a:pos x="0" y="62645"/>
                  </a:cxn>
                </a:cxnLst>
                <a:rect l="0" t="0" r="0" b="0"/>
                <a:pathLst>
                  <a:path w="57" h="65">
                    <a:moveTo>
                      <a:pt x="0" y="19"/>
                    </a:moveTo>
                    <a:cubicBezTo>
                      <a:pt x="2" y="17"/>
                      <a:pt x="20" y="0"/>
                      <a:pt x="20" y="0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40" y="65"/>
                      <a:pt x="40" y="65"/>
                      <a:pt x="40" y="65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5" name="Freeform 243"/>
              <p:cNvSpPr/>
              <p:nvPr userDrawn="1"/>
            </p:nvSpPr>
            <p:spPr>
              <a:xfrm>
                <a:off x="1939926" y="2511425"/>
                <a:ext cx="1312863" cy="846138"/>
              </a:xfrm>
              <a:custGeom>
                <a:avLst/>
                <a:gdLst/>
                <a:ahLst/>
                <a:cxnLst>
                  <a:cxn ang="0">
                    <a:pos x="267190" y="177787"/>
                  </a:cxn>
                  <a:cxn ang="0">
                    <a:pos x="435421" y="79016"/>
                  </a:cxn>
                  <a:cxn ang="0">
                    <a:pos x="801572" y="536655"/>
                  </a:cxn>
                  <a:cxn ang="0">
                    <a:pos x="1184215" y="289728"/>
                  </a:cxn>
                  <a:cxn ang="0">
                    <a:pos x="1312863" y="470808"/>
                  </a:cxn>
                  <a:cxn ang="0">
                    <a:pos x="788377" y="846138"/>
                  </a:cxn>
                  <a:cxn ang="0">
                    <a:pos x="118751" y="365452"/>
                  </a:cxn>
                  <a:cxn ang="0">
                    <a:pos x="267190" y="177787"/>
                  </a:cxn>
                </a:cxnLst>
                <a:rect l="0" t="0" r="0" b="0"/>
                <a:pathLst>
                  <a:path w="398" h="257">
                    <a:moveTo>
                      <a:pt x="81" y="54"/>
                    </a:moveTo>
                    <a:cubicBezTo>
                      <a:pt x="81" y="54"/>
                      <a:pt x="113" y="0"/>
                      <a:pt x="132" y="24"/>
                    </a:cubicBezTo>
                    <a:cubicBezTo>
                      <a:pt x="243" y="163"/>
                      <a:pt x="243" y="163"/>
                      <a:pt x="243" y="163"/>
                    </a:cubicBezTo>
                    <a:cubicBezTo>
                      <a:pt x="254" y="172"/>
                      <a:pt x="359" y="87"/>
                      <a:pt x="359" y="88"/>
                    </a:cubicBezTo>
                    <a:cubicBezTo>
                      <a:pt x="398" y="143"/>
                      <a:pt x="398" y="143"/>
                      <a:pt x="398" y="143"/>
                    </a:cubicBezTo>
                    <a:cubicBezTo>
                      <a:pt x="397" y="143"/>
                      <a:pt x="272" y="256"/>
                      <a:pt x="239" y="257"/>
                    </a:cubicBezTo>
                    <a:cubicBezTo>
                      <a:pt x="159" y="214"/>
                      <a:pt x="37" y="111"/>
                      <a:pt x="36" y="111"/>
                    </a:cubicBezTo>
                    <a:cubicBezTo>
                      <a:pt x="0" y="75"/>
                      <a:pt x="49" y="27"/>
                      <a:pt x="81" y="54"/>
                    </a:cubicBezTo>
                    <a:close/>
                  </a:path>
                </a:pathLst>
              </a:custGeom>
              <a:solidFill>
                <a:srgbClr val="3938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6" name="Freeform 244"/>
              <p:cNvSpPr/>
              <p:nvPr userDrawn="1"/>
            </p:nvSpPr>
            <p:spPr>
              <a:xfrm>
                <a:off x="1927226" y="2517775"/>
                <a:ext cx="719138" cy="1463675"/>
              </a:xfrm>
              <a:custGeom>
                <a:avLst/>
                <a:gdLst/>
                <a:ahLst/>
                <a:cxnLst>
                  <a:cxn ang="0">
                    <a:pos x="207824" y="23075"/>
                  </a:cxn>
                  <a:cxn ang="0">
                    <a:pos x="69274" y="576898"/>
                  </a:cxn>
                  <a:cxn ang="0">
                    <a:pos x="161641" y="1417523"/>
                  </a:cxn>
                  <a:cxn ang="0">
                    <a:pos x="666357" y="1338405"/>
                  </a:cxn>
                  <a:cxn ang="0">
                    <a:pos x="613576" y="725244"/>
                  </a:cxn>
                  <a:cxn ang="0">
                    <a:pos x="715839" y="441739"/>
                  </a:cxn>
                  <a:cxn ang="0">
                    <a:pos x="531106" y="174717"/>
                  </a:cxn>
                  <a:cxn ang="0">
                    <a:pos x="461831" y="128566"/>
                  </a:cxn>
                  <a:cxn ang="0">
                    <a:pos x="207824" y="23075"/>
                  </a:cxn>
                </a:cxnLst>
                <a:rect l="0" t="0" r="0" b="0"/>
                <a:pathLst>
                  <a:path w="218" h="444">
                    <a:moveTo>
                      <a:pt x="63" y="7"/>
                    </a:moveTo>
                    <a:cubicBezTo>
                      <a:pt x="63" y="7"/>
                      <a:pt x="0" y="24"/>
                      <a:pt x="21" y="175"/>
                    </a:cubicBezTo>
                    <a:cubicBezTo>
                      <a:pt x="41" y="270"/>
                      <a:pt x="9" y="444"/>
                      <a:pt x="49" y="430"/>
                    </a:cubicBezTo>
                    <a:cubicBezTo>
                      <a:pt x="202" y="406"/>
                      <a:pt x="202" y="406"/>
                      <a:pt x="202" y="406"/>
                    </a:cubicBezTo>
                    <a:cubicBezTo>
                      <a:pt x="179" y="367"/>
                      <a:pt x="190" y="248"/>
                      <a:pt x="186" y="220"/>
                    </a:cubicBezTo>
                    <a:cubicBezTo>
                      <a:pt x="199" y="198"/>
                      <a:pt x="218" y="155"/>
                      <a:pt x="217" y="134"/>
                    </a:cubicBezTo>
                    <a:cubicBezTo>
                      <a:pt x="216" y="114"/>
                      <a:pt x="181" y="71"/>
                      <a:pt x="161" y="53"/>
                    </a:cubicBezTo>
                    <a:cubicBezTo>
                      <a:pt x="141" y="36"/>
                      <a:pt x="146" y="41"/>
                      <a:pt x="140" y="39"/>
                    </a:cubicBezTo>
                    <a:cubicBezTo>
                      <a:pt x="121" y="14"/>
                      <a:pt x="96" y="0"/>
                      <a:pt x="63" y="7"/>
                    </a:cubicBezTo>
                    <a:close/>
                  </a:path>
                </a:pathLst>
              </a:custGeom>
              <a:solidFill>
                <a:srgbClr val="DFE9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7" name="Freeform 245"/>
              <p:cNvSpPr/>
              <p:nvPr userDrawn="1"/>
            </p:nvSpPr>
            <p:spPr>
              <a:xfrm>
                <a:off x="2124076" y="2363788"/>
                <a:ext cx="214313" cy="322263"/>
              </a:xfrm>
              <a:custGeom>
                <a:avLst/>
                <a:gdLst/>
                <a:ahLst/>
                <a:cxnLst>
                  <a:cxn ang="0">
                    <a:pos x="211015" y="95363"/>
                  </a:cxn>
                  <a:cxn ang="0">
                    <a:pos x="211015" y="318974"/>
                  </a:cxn>
                  <a:cxn ang="0">
                    <a:pos x="9891" y="217034"/>
                  </a:cxn>
                  <a:cxn ang="0">
                    <a:pos x="26376" y="0"/>
                  </a:cxn>
                  <a:cxn ang="0">
                    <a:pos x="211015" y="95363"/>
                  </a:cxn>
                </a:cxnLst>
                <a:rect l="0" t="0" r="0" b="0"/>
                <a:pathLst>
                  <a:path w="65" h="98">
                    <a:moveTo>
                      <a:pt x="64" y="29"/>
                    </a:moveTo>
                    <a:cubicBezTo>
                      <a:pt x="59" y="65"/>
                      <a:pt x="65" y="98"/>
                      <a:pt x="64" y="97"/>
                    </a:cubicBezTo>
                    <a:cubicBezTo>
                      <a:pt x="61" y="95"/>
                      <a:pt x="0" y="67"/>
                      <a:pt x="3" y="66"/>
                    </a:cubicBezTo>
                    <a:cubicBezTo>
                      <a:pt x="5" y="66"/>
                      <a:pt x="13" y="2"/>
                      <a:pt x="8" y="0"/>
                    </a:cubicBezTo>
                    <a:lnTo>
                      <a:pt x="64" y="29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8" name="Freeform 246"/>
              <p:cNvSpPr/>
              <p:nvPr userDrawn="1"/>
            </p:nvSpPr>
            <p:spPr>
              <a:xfrm>
                <a:off x="2085976" y="2438400"/>
                <a:ext cx="288925" cy="280988"/>
              </a:xfrm>
              <a:custGeom>
                <a:avLst/>
                <a:gdLst/>
                <a:ahLst/>
                <a:cxnLst>
                  <a:cxn ang="0">
                    <a:pos x="288925" y="280988"/>
                  </a:cxn>
                  <a:cxn ang="0">
                    <a:pos x="288925" y="152064"/>
                  </a:cxn>
                  <a:cxn ang="0">
                    <a:pos x="62381" y="3305"/>
                  </a:cxn>
                  <a:cxn ang="0">
                    <a:pos x="0" y="105783"/>
                  </a:cxn>
                  <a:cxn ang="0">
                    <a:pos x="288925" y="280988"/>
                  </a:cxn>
                </a:cxnLst>
                <a:rect l="0" t="0" r="0" b="0"/>
                <a:pathLst>
                  <a:path w="88" h="85">
                    <a:moveTo>
                      <a:pt x="88" y="85"/>
                    </a:moveTo>
                    <a:cubicBezTo>
                      <a:pt x="88" y="81"/>
                      <a:pt x="88" y="46"/>
                      <a:pt x="88" y="46"/>
                    </a:cubicBezTo>
                    <a:cubicBezTo>
                      <a:pt x="88" y="46"/>
                      <a:pt x="23" y="2"/>
                      <a:pt x="19" y="1"/>
                    </a:cubicBezTo>
                    <a:cubicBezTo>
                      <a:pt x="14" y="0"/>
                      <a:pt x="0" y="32"/>
                      <a:pt x="0" y="32"/>
                    </a:cubicBezTo>
                    <a:lnTo>
                      <a:pt x="88" y="85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9" name="Freeform 247"/>
              <p:cNvSpPr/>
              <p:nvPr userDrawn="1"/>
            </p:nvSpPr>
            <p:spPr>
              <a:xfrm>
                <a:off x="2012951" y="1579563"/>
                <a:ext cx="790575" cy="928688"/>
              </a:xfrm>
              <a:custGeom>
                <a:avLst/>
                <a:gdLst/>
                <a:ahLst/>
                <a:cxnLst>
                  <a:cxn ang="0">
                    <a:pos x="385405" y="0"/>
                  </a:cxn>
                  <a:cxn ang="0">
                    <a:pos x="751046" y="418238"/>
                  </a:cxn>
                  <a:cxn ang="0">
                    <a:pos x="698341" y="556554"/>
                  </a:cxn>
                  <a:cxn ang="0">
                    <a:pos x="760928" y="708042"/>
                  </a:cxn>
                  <a:cxn ang="0">
                    <a:pos x="668694" y="731094"/>
                  </a:cxn>
                  <a:cxn ang="0">
                    <a:pos x="385405" y="928688"/>
                  </a:cxn>
                  <a:cxn ang="0">
                    <a:pos x="98821" y="773906"/>
                  </a:cxn>
                  <a:cxn ang="0">
                    <a:pos x="0" y="464344"/>
                  </a:cxn>
                  <a:cxn ang="0">
                    <a:pos x="385405" y="0"/>
                  </a:cxn>
                </a:cxnLst>
                <a:rect l="0" t="0" r="0" b="0"/>
                <a:pathLst>
                  <a:path w="240" h="282">
                    <a:moveTo>
                      <a:pt x="117" y="0"/>
                    </a:moveTo>
                    <a:cubicBezTo>
                      <a:pt x="182" y="0"/>
                      <a:pt x="240" y="50"/>
                      <a:pt x="228" y="127"/>
                    </a:cubicBezTo>
                    <a:cubicBezTo>
                      <a:pt x="224" y="148"/>
                      <a:pt x="214" y="158"/>
                      <a:pt x="212" y="169"/>
                    </a:cubicBezTo>
                    <a:cubicBezTo>
                      <a:pt x="221" y="198"/>
                      <a:pt x="233" y="203"/>
                      <a:pt x="231" y="215"/>
                    </a:cubicBezTo>
                    <a:cubicBezTo>
                      <a:pt x="230" y="220"/>
                      <a:pt x="212" y="222"/>
                      <a:pt x="203" y="222"/>
                    </a:cubicBezTo>
                    <a:cubicBezTo>
                      <a:pt x="191" y="264"/>
                      <a:pt x="159" y="282"/>
                      <a:pt x="117" y="282"/>
                    </a:cubicBezTo>
                    <a:cubicBezTo>
                      <a:pt x="82" y="282"/>
                      <a:pt x="51" y="264"/>
                      <a:pt x="30" y="235"/>
                    </a:cubicBezTo>
                    <a:cubicBezTo>
                      <a:pt x="12" y="210"/>
                      <a:pt x="0" y="177"/>
                      <a:pt x="0" y="141"/>
                    </a:cubicBezTo>
                    <a:cubicBezTo>
                      <a:pt x="0" y="64"/>
                      <a:pt x="53" y="0"/>
                      <a:pt x="117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0" name="Freeform 248"/>
              <p:cNvSpPr/>
              <p:nvPr userDrawn="1"/>
            </p:nvSpPr>
            <p:spPr>
              <a:xfrm>
                <a:off x="2549526" y="2000250"/>
                <a:ext cx="161925" cy="112713"/>
              </a:xfrm>
              <a:custGeom>
                <a:avLst/>
                <a:gdLst/>
                <a:ahLst/>
                <a:cxnLst>
                  <a:cxn ang="0">
                    <a:pos x="155315" y="112713"/>
                  </a:cxn>
                  <a:cxn ang="0">
                    <a:pos x="0" y="72931"/>
                  </a:cxn>
                  <a:cxn ang="0">
                    <a:pos x="155315" y="112713"/>
                  </a:cxn>
                </a:cxnLst>
                <a:rect l="0" t="0" r="0" b="0"/>
                <a:pathLst>
                  <a:path w="49" h="34">
                    <a:moveTo>
                      <a:pt x="47" y="34"/>
                    </a:moveTo>
                    <a:cubicBezTo>
                      <a:pt x="49" y="20"/>
                      <a:pt x="18" y="0"/>
                      <a:pt x="0" y="22"/>
                    </a:cubicBezTo>
                    <a:cubicBezTo>
                      <a:pt x="13" y="16"/>
                      <a:pt x="35" y="20"/>
                      <a:pt x="47" y="34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1" name="Freeform 249"/>
              <p:cNvSpPr/>
              <p:nvPr userDrawn="1"/>
            </p:nvSpPr>
            <p:spPr>
              <a:xfrm>
                <a:off x="1890713" y="1460500"/>
                <a:ext cx="969963" cy="912813"/>
              </a:xfrm>
              <a:custGeom>
                <a:avLst/>
                <a:gdLst/>
                <a:ahLst/>
                <a:cxnLst>
                  <a:cxn ang="0">
                    <a:pos x="362911" y="754636"/>
                  </a:cxn>
                  <a:cxn ang="0">
                    <a:pos x="379407" y="520665"/>
                  </a:cxn>
                  <a:cxn ang="0">
                    <a:pos x="287029" y="438282"/>
                  </a:cxn>
                  <a:cxn ang="0">
                    <a:pos x="287029" y="724977"/>
                  </a:cxn>
                  <a:cxn ang="0">
                    <a:pos x="237541" y="912813"/>
                  </a:cxn>
                  <a:cxn ang="0">
                    <a:pos x="329919" y="144995"/>
                  </a:cxn>
                  <a:cxn ang="0">
                    <a:pos x="884183" y="332830"/>
                  </a:cxn>
                  <a:cxn ang="0">
                    <a:pos x="907278" y="599754"/>
                  </a:cxn>
                  <a:cxn ang="0">
                    <a:pos x="468485" y="477826"/>
                  </a:cxn>
                  <a:cxn ang="0">
                    <a:pos x="362911" y="754636"/>
                  </a:cxn>
                </a:cxnLst>
                <a:rect l="0" t="0" r="0" b="0"/>
                <a:pathLst>
                  <a:path w="294" h="277">
                    <a:moveTo>
                      <a:pt x="110" y="229"/>
                    </a:moveTo>
                    <a:cubicBezTo>
                      <a:pt x="110" y="229"/>
                      <a:pt x="117" y="176"/>
                      <a:pt x="115" y="158"/>
                    </a:cubicBezTo>
                    <a:cubicBezTo>
                      <a:pt x="113" y="141"/>
                      <a:pt x="107" y="132"/>
                      <a:pt x="87" y="133"/>
                    </a:cubicBezTo>
                    <a:cubicBezTo>
                      <a:pt x="53" y="135"/>
                      <a:pt x="64" y="203"/>
                      <a:pt x="87" y="220"/>
                    </a:cubicBezTo>
                    <a:cubicBezTo>
                      <a:pt x="87" y="220"/>
                      <a:pt x="78" y="255"/>
                      <a:pt x="72" y="277"/>
                    </a:cubicBezTo>
                    <a:cubicBezTo>
                      <a:pt x="0" y="238"/>
                      <a:pt x="26" y="32"/>
                      <a:pt x="100" y="44"/>
                    </a:cubicBezTo>
                    <a:cubicBezTo>
                      <a:pt x="142" y="0"/>
                      <a:pt x="261" y="47"/>
                      <a:pt x="268" y="101"/>
                    </a:cubicBezTo>
                    <a:cubicBezTo>
                      <a:pt x="294" y="107"/>
                      <a:pt x="290" y="152"/>
                      <a:pt x="275" y="182"/>
                    </a:cubicBezTo>
                    <a:cubicBezTo>
                      <a:pt x="273" y="187"/>
                      <a:pt x="176" y="152"/>
                      <a:pt x="142" y="145"/>
                    </a:cubicBezTo>
                    <a:cubicBezTo>
                      <a:pt x="126" y="208"/>
                      <a:pt x="123" y="217"/>
                      <a:pt x="110" y="229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2" name="Freeform 250"/>
              <p:cNvSpPr/>
              <p:nvPr userDrawn="1"/>
            </p:nvSpPr>
            <p:spPr>
              <a:xfrm>
                <a:off x="3660776" y="3140075"/>
                <a:ext cx="198438" cy="1127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2682" y="112713"/>
                  </a:cxn>
                  <a:cxn ang="0">
                    <a:pos x="0" y="82877"/>
                  </a:cxn>
                  <a:cxn ang="0">
                    <a:pos x="0" y="0"/>
                  </a:cxn>
                </a:cxnLst>
                <a:rect l="0" t="0" r="0" b="0"/>
                <a:pathLst>
                  <a:path w="60" h="34">
                    <a:moveTo>
                      <a:pt x="0" y="0"/>
                    </a:moveTo>
                    <a:cubicBezTo>
                      <a:pt x="0" y="0"/>
                      <a:pt x="60" y="32"/>
                      <a:pt x="25" y="34"/>
                    </a:cubicBezTo>
                    <a:cubicBezTo>
                      <a:pt x="12" y="34"/>
                      <a:pt x="0" y="28"/>
                      <a:pt x="0" y="25"/>
                    </a:cubicBezTo>
                    <a:cubicBezTo>
                      <a:pt x="0" y="2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3" name="Freeform 251"/>
              <p:cNvSpPr/>
              <p:nvPr userDrawn="1"/>
            </p:nvSpPr>
            <p:spPr>
              <a:xfrm>
                <a:off x="3770313" y="3203575"/>
                <a:ext cx="55563" cy="65088"/>
              </a:xfrm>
              <a:custGeom>
                <a:avLst/>
                <a:gdLst/>
                <a:ahLst/>
                <a:cxnLst>
                  <a:cxn ang="0">
                    <a:pos x="0" y="3254"/>
                  </a:cxn>
                  <a:cxn ang="0">
                    <a:pos x="3268" y="29289"/>
                  </a:cxn>
                  <a:cxn ang="0">
                    <a:pos x="55563" y="65088"/>
                  </a:cxn>
                  <a:cxn ang="0">
                    <a:pos x="32684" y="0"/>
                  </a:cxn>
                  <a:cxn ang="0">
                    <a:pos x="0" y="3254"/>
                  </a:cxn>
                </a:cxnLst>
                <a:rect l="0" t="0" r="0" b="0"/>
                <a:pathLst>
                  <a:path w="17" h="20">
                    <a:moveTo>
                      <a:pt x="0" y="1"/>
                    </a:moveTo>
                    <a:cubicBezTo>
                      <a:pt x="0" y="2"/>
                      <a:pt x="1" y="9"/>
                      <a:pt x="1" y="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4" name="Freeform 252"/>
              <p:cNvSpPr/>
              <p:nvPr userDrawn="1"/>
            </p:nvSpPr>
            <p:spPr>
              <a:xfrm>
                <a:off x="3535363" y="2894013"/>
                <a:ext cx="39688" cy="46038"/>
              </a:xfrm>
              <a:custGeom>
                <a:avLst/>
                <a:gdLst/>
                <a:ahLst/>
                <a:cxnLst>
                  <a:cxn ang="0">
                    <a:pos x="39688" y="32884"/>
                  </a:cxn>
                  <a:cxn ang="0">
                    <a:pos x="29766" y="46038"/>
                  </a:cxn>
                  <a:cxn ang="0">
                    <a:pos x="3307" y="13153"/>
                  </a:cxn>
                  <a:cxn ang="0">
                    <a:pos x="3307" y="6576"/>
                  </a:cxn>
                  <a:cxn ang="0">
                    <a:pos x="9922" y="0"/>
                  </a:cxn>
                  <a:cxn ang="0">
                    <a:pos x="16536" y="0"/>
                  </a:cxn>
                  <a:cxn ang="0">
                    <a:pos x="39688" y="32884"/>
                  </a:cxn>
                </a:cxnLst>
                <a:rect l="0" t="0" r="0" b="0"/>
                <a:pathLst>
                  <a:path w="12" h="14">
                    <a:moveTo>
                      <a:pt x="12" y="10"/>
                    </a:moveTo>
                    <a:cubicBezTo>
                      <a:pt x="9" y="14"/>
                      <a:pt x="9" y="14"/>
                      <a:pt x="9" y="1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lnTo>
                      <a:pt x="12" y="10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5" name="Freeform 253"/>
              <p:cNvSpPr/>
              <p:nvPr userDrawn="1"/>
            </p:nvSpPr>
            <p:spPr>
              <a:xfrm>
                <a:off x="3546476" y="2903538"/>
                <a:ext cx="55563" cy="61913"/>
              </a:xfrm>
              <a:custGeom>
                <a:avLst/>
                <a:gdLst/>
                <a:ahLst/>
                <a:cxnLst>
                  <a:cxn ang="0">
                    <a:pos x="55563" y="32585"/>
                  </a:cxn>
                  <a:cxn ang="0">
                    <a:pos x="22878" y="61913"/>
                  </a:cxn>
                  <a:cxn ang="0">
                    <a:pos x="0" y="32585"/>
                  </a:cxn>
                  <a:cxn ang="0">
                    <a:pos x="0" y="29327"/>
                  </a:cxn>
                  <a:cxn ang="0">
                    <a:pos x="0" y="26068"/>
                  </a:cxn>
                  <a:cxn ang="0">
                    <a:pos x="22878" y="3258"/>
                  </a:cxn>
                  <a:cxn ang="0">
                    <a:pos x="29415" y="0"/>
                  </a:cxn>
                  <a:cxn ang="0">
                    <a:pos x="32684" y="3258"/>
                  </a:cxn>
                  <a:cxn ang="0">
                    <a:pos x="55563" y="32585"/>
                  </a:cxn>
                </a:cxnLst>
                <a:rect l="0" t="0" r="0" b="0"/>
                <a:pathLst>
                  <a:path w="17" h="19">
                    <a:moveTo>
                      <a:pt x="17" y="10"/>
                    </a:moveTo>
                    <a:cubicBezTo>
                      <a:pt x="7" y="19"/>
                      <a:pt x="7" y="19"/>
                      <a:pt x="7" y="1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" y="0"/>
                      <a:pt x="10" y="1"/>
                      <a:pt x="10" y="1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6" name="Freeform 254"/>
              <p:cNvSpPr/>
              <p:nvPr userDrawn="1"/>
            </p:nvSpPr>
            <p:spPr>
              <a:xfrm>
                <a:off x="3556001" y="2903538"/>
                <a:ext cx="42863" cy="42863"/>
              </a:xfrm>
              <a:custGeom>
                <a:avLst/>
                <a:gdLst/>
                <a:ahLst/>
                <a:cxnLst>
                  <a:cxn ang="0">
                    <a:pos x="0" y="16485"/>
                  </a:cxn>
                  <a:cxn ang="0">
                    <a:pos x="3297" y="13188"/>
                  </a:cxn>
                  <a:cxn ang="0">
                    <a:pos x="9891" y="6594"/>
                  </a:cxn>
                  <a:cxn ang="0">
                    <a:pos x="13188" y="3297"/>
                  </a:cxn>
                  <a:cxn ang="0">
                    <a:pos x="19782" y="0"/>
                  </a:cxn>
                  <a:cxn ang="0">
                    <a:pos x="23080" y="3297"/>
                  </a:cxn>
                  <a:cxn ang="0">
                    <a:pos x="42863" y="32971"/>
                  </a:cxn>
                  <a:cxn ang="0">
                    <a:pos x="23080" y="42863"/>
                  </a:cxn>
                  <a:cxn ang="0">
                    <a:pos x="0" y="16485"/>
                  </a:cxn>
                </a:cxnLst>
                <a:rect l="0" t="0" r="0" b="0"/>
                <a:pathLst>
                  <a:path w="13" h="13">
                    <a:moveTo>
                      <a:pt x="0" y="5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0" y="5"/>
                      <a:pt x="0" y="5"/>
                      <a:pt x="0" y="5"/>
                    </a:cubicBez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7" name="Freeform 255"/>
              <p:cNvSpPr/>
              <p:nvPr userDrawn="1"/>
            </p:nvSpPr>
            <p:spPr>
              <a:xfrm>
                <a:off x="3552826" y="2916238"/>
                <a:ext cx="250825" cy="315913"/>
              </a:xfrm>
              <a:custGeom>
                <a:avLst/>
                <a:gdLst/>
                <a:ahLst/>
                <a:cxnLst>
                  <a:cxn ang="0">
                    <a:pos x="220662" y="315913"/>
                  </a:cxn>
                  <a:cxn ang="0">
                    <a:pos x="0" y="30162"/>
                  </a:cxn>
                  <a:cxn ang="0">
                    <a:pos x="31750" y="0"/>
                  </a:cxn>
                  <a:cxn ang="0">
                    <a:pos x="250825" y="287337"/>
                  </a:cxn>
                  <a:cxn ang="0">
                    <a:pos x="220662" y="315913"/>
                  </a:cxn>
                </a:cxnLst>
                <a:rect l="0" t="0" r="0" b="0"/>
                <a:pathLst>
                  <a:path w="158" h="199">
                    <a:moveTo>
                      <a:pt x="139" y="199"/>
                    </a:moveTo>
                    <a:lnTo>
                      <a:pt x="0" y="19"/>
                    </a:lnTo>
                    <a:lnTo>
                      <a:pt x="20" y="0"/>
                    </a:lnTo>
                    <a:lnTo>
                      <a:pt x="158" y="181"/>
                    </a:lnTo>
                    <a:lnTo>
                      <a:pt x="139" y="199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8" name="Freeform 256"/>
              <p:cNvSpPr/>
              <p:nvPr userDrawn="1"/>
            </p:nvSpPr>
            <p:spPr>
              <a:xfrm>
                <a:off x="3568701" y="2916238"/>
                <a:ext cx="234950" cy="303213"/>
              </a:xfrm>
              <a:custGeom>
                <a:avLst/>
                <a:gdLst/>
                <a:ahLst/>
                <a:cxnLst>
                  <a:cxn ang="0">
                    <a:pos x="217487" y="303213"/>
                  </a:cxn>
                  <a:cxn ang="0">
                    <a:pos x="0" y="17462"/>
                  </a:cxn>
                  <a:cxn ang="0">
                    <a:pos x="15875" y="0"/>
                  </a:cxn>
                  <a:cxn ang="0">
                    <a:pos x="234950" y="287337"/>
                  </a:cxn>
                  <a:cxn ang="0">
                    <a:pos x="217487" y="303213"/>
                  </a:cxn>
                </a:cxnLst>
                <a:rect l="0" t="0" r="0" b="0"/>
                <a:pathLst>
                  <a:path w="148" h="191">
                    <a:moveTo>
                      <a:pt x="137" y="191"/>
                    </a:moveTo>
                    <a:lnTo>
                      <a:pt x="0" y="11"/>
                    </a:lnTo>
                    <a:lnTo>
                      <a:pt x="10" y="0"/>
                    </a:lnTo>
                    <a:lnTo>
                      <a:pt x="148" y="181"/>
                    </a:lnTo>
                    <a:lnTo>
                      <a:pt x="137" y="191"/>
                    </a:ln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9" name="Freeform 257"/>
              <p:cNvSpPr/>
              <p:nvPr userDrawn="1"/>
            </p:nvSpPr>
            <p:spPr>
              <a:xfrm>
                <a:off x="3541713" y="2913063"/>
                <a:ext cx="73025" cy="119063"/>
              </a:xfrm>
              <a:custGeom>
                <a:avLst/>
                <a:gdLst/>
                <a:ahLst/>
                <a:cxnLst>
                  <a:cxn ang="0">
                    <a:pos x="43151" y="3307"/>
                  </a:cxn>
                  <a:cxn ang="0">
                    <a:pos x="39831" y="0"/>
                  </a:cxn>
                  <a:cxn ang="0">
                    <a:pos x="3319" y="33073"/>
                  </a:cxn>
                  <a:cxn ang="0">
                    <a:pos x="3319" y="39687"/>
                  </a:cxn>
                  <a:cxn ang="0">
                    <a:pos x="63067" y="119063"/>
                  </a:cxn>
                  <a:cxn ang="0">
                    <a:pos x="73025" y="119063"/>
                  </a:cxn>
                  <a:cxn ang="0">
                    <a:pos x="53109" y="92604"/>
                  </a:cxn>
                  <a:cxn ang="0">
                    <a:pos x="49789" y="92604"/>
                  </a:cxn>
                  <a:cxn ang="0">
                    <a:pos x="9957" y="39687"/>
                  </a:cxn>
                  <a:cxn ang="0">
                    <a:pos x="9957" y="36380"/>
                  </a:cxn>
                  <a:cxn ang="0">
                    <a:pos x="43151" y="3307"/>
                  </a:cxn>
                </a:cxnLst>
                <a:rect l="0" t="0" r="0" b="0"/>
                <a:pathLst>
                  <a:path w="22" h="36">
                    <a:moveTo>
                      <a:pt x="13" y="1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1"/>
                      <a:pt x="0" y="11"/>
                      <a:pt x="1" y="12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2" y="11"/>
                      <a:pt x="3" y="11"/>
                    </a:cubicBez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ABAC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0" name="Freeform 258"/>
              <p:cNvSpPr/>
              <p:nvPr userDrawn="1"/>
            </p:nvSpPr>
            <p:spPr>
              <a:xfrm>
                <a:off x="3541713" y="2894013"/>
                <a:ext cx="23813" cy="22225"/>
              </a:xfrm>
              <a:custGeom>
                <a:avLst/>
                <a:gdLst/>
                <a:ahLst/>
                <a:cxnLst>
                  <a:cxn ang="0">
                    <a:pos x="0" y="3175"/>
                  </a:cxn>
                  <a:cxn ang="0">
                    <a:pos x="3401" y="0"/>
                  </a:cxn>
                  <a:cxn ang="0">
                    <a:pos x="10205" y="0"/>
                  </a:cxn>
                  <a:cxn ang="0">
                    <a:pos x="23813" y="15875"/>
                  </a:cxn>
                  <a:cxn ang="0">
                    <a:pos x="17009" y="22225"/>
                  </a:cxn>
                  <a:cxn ang="0">
                    <a:pos x="17009" y="22225"/>
                  </a:cxn>
                  <a:cxn ang="0">
                    <a:pos x="0" y="3175"/>
                  </a:cxn>
                </a:cxnLst>
                <a:rect l="0" t="0" r="0" b="0"/>
                <a:pathLst>
                  <a:path w="7" h="7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7A7A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1" name="Rectangle 259"/>
              <p:cNvSpPr/>
              <p:nvPr userDrawn="1"/>
            </p:nvSpPr>
            <p:spPr>
              <a:xfrm>
                <a:off x="3589338" y="3259138"/>
                <a:ext cx="579438" cy="3968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2" name="Freeform 260"/>
              <p:cNvSpPr/>
              <p:nvPr userDrawn="1"/>
            </p:nvSpPr>
            <p:spPr>
              <a:xfrm>
                <a:off x="3357563" y="3032125"/>
                <a:ext cx="517525" cy="303213"/>
              </a:xfrm>
              <a:custGeom>
                <a:avLst/>
                <a:gdLst/>
                <a:ahLst/>
                <a:cxnLst>
                  <a:cxn ang="0">
                    <a:pos x="0" y="121944"/>
                  </a:cxn>
                  <a:cxn ang="0">
                    <a:pos x="234039" y="3295"/>
                  </a:cxn>
                  <a:cxn ang="0">
                    <a:pos x="398856" y="52732"/>
                  </a:cxn>
                  <a:cxn ang="0">
                    <a:pos x="504339" y="197747"/>
                  </a:cxn>
                  <a:cxn ang="0">
                    <a:pos x="468079" y="204339"/>
                  </a:cxn>
                  <a:cxn ang="0">
                    <a:pos x="421931" y="164789"/>
                  </a:cxn>
                  <a:cxn ang="0">
                    <a:pos x="385671" y="128535"/>
                  </a:cxn>
                  <a:cxn ang="0">
                    <a:pos x="349411" y="118648"/>
                  </a:cxn>
                  <a:cxn ang="0">
                    <a:pos x="214261" y="263663"/>
                  </a:cxn>
                  <a:cxn ang="0">
                    <a:pos x="79112" y="240592"/>
                  </a:cxn>
                  <a:cxn ang="0">
                    <a:pos x="0" y="121944"/>
                  </a:cxn>
                </a:cxnLst>
                <a:rect l="0" t="0" r="0" b="0"/>
                <a:pathLst>
                  <a:path w="157" h="92">
                    <a:moveTo>
                      <a:pt x="0" y="37"/>
                    </a:moveTo>
                    <a:cubicBezTo>
                      <a:pt x="9" y="35"/>
                      <a:pt x="67" y="3"/>
                      <a:pt x="71" y="1"/>
                    </a:cubicBezTo>
                    <a:cubicBezTo>
                      <a:pt x="75" y="0"/>
                      <a:pt x="117" y="12"/>
                      <a:pt x="121" y="16"/>
                    </a:cubicBezTo>
                    <a:cubicBezTo>
                      <a:pt x="124" y="20"/>
                      <a:pt x="157" y="59"/>
                      <a:pt x="153" y="60"/>
                    </a:cubicBezTo>
                    <a:cubicBezTo>
                      <a:pt x="150" y="62"/>
                      <a:pt x="148" y="63"/>
                      <a:pt x="142" y="62"/>
                    </a:cubicBezTo>
                    <a:cubicBezTo>
                      <a:pt x="136" y="61"/>
                      <a:pt x="128" y="50"/>
                      <a:pt x="128" y="50"/>
                    </a:cubicBezTo>
                    <a:cubicBezTo>
                      <a:pt x="117" y="39"/>
                      <a:pt x="117" y="39"/>
                      <a:pt x="117" y="39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19" y="64"/>
                      <a:pt x="91" y="92"/>
                      <a:pt x="65" y="80"/>
                    </a:cubicBezTo>
                    <a:cubicBezTo>
                      <a:pt x="65" y="81"/>
                      <a:pt x="23" y="71"/>
                      <a:pt x="24" y="73"/>
                    </a:cubicBez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3" name="Freeform 261"/>
              <p:cNvSpPr/>
              <p:nvPr userDrawn="1"/>
            </p:nvSpPr>
            <p:spPr>
              <a:xfrm>
                <a:off x="2012951" y="3829050"/>
                <a:ext cx="1819275" cy="1528763"/>
              </a:xfrm>
              <a:custGeom>
                <a:avLst/>
                <a:gdLst/>
                <a:ahLst/>
                <a:cxnLst>
                  <a:cxn ang="0">
                    <a:pos x="105465" y="0"/>
                  </a:cxn>
                  <a:cxn ang="0">
                    <a:pos x="197747" y="438201"/>
                  </a:cxn>
                  <a:cxn ang="0">
                    <a:pos x="1232624" y="533749"/>
                  </a:cxn>
                  <a:cxn ang="0">
                    <a:pos x="1423780" y="1528763"/>
                  </a:cxn>
                  <a:cxn ang="0">
                    <a:pos x="1819275" y="1508994"/>
                  </a:cxn>
                  <a:cxn ang="0">
                    <a:pos x="1423780" y="247106"/>
                  </a:cxn>
                  <a:cxn ang="0">
                    <a:pos x="471297" y="0"/>
                  </a:cxn>
                  <a:cxn ang="0">
                    <a:pos x="105465" y="0"/>
                  </a:cxn>
                </a:cxnLst>
                <a:rect l="0" t="0" r="0" b="0"/>
                <a:pathLst>
                  <a:path w="552" h="464">
                    <a:moveTo>
                      <a:pt x="32" y="0"/>
                    </a:moveTo>
                    <a:cubicBezTo>
                      <a:pt x="20" y="32"/>
                      <a:pt x="0" y="123"/>
                      <a:pt x="60" y="133"/>
                    </a:cubicBezTo>
                    <a:cubicBezTo>
                      <a:pt x="88" y="137"/>
                      <a:pt x="374" y="162"/>
                      <a:pt x="374" y="162"/>
                    </a:cubicBezTo>
                    <a:cubicBezTo>
                      <a:pt x="432" y="464"/>
                      <a:pt x="432" y="464"/>
                      <a:pt x="432" y="464"/>
                    </a:cubicBezTo>
                    <a:cubicBezTo>
                      <a:pt x="552" y="458"/>
                      <a:pt x="552" y="458"/>
                      <a:pt x="552" y="458"/>
                    </a:cubicBezTo>
                    <a:cubicBezTo>
                      <a:pt x="522" y="386"/>
                      <a:pt x="499" y="88"/>
                      <a:pt x="432" y="75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4" name="Freeform 262"/>
              <p:cNvSpPr/>
              <p:nvPr userDrawn="1"/>
            </p:nvSpPr>
            <p:spPr>
              <a:xfrm>
                <a:off x="1989138" y="3733800"/>
                <a:ext cx="1236663" cy="658813"/>
              </a:xfrm>
              <a:custGeom>
                <a:avLst/>
                <a:gdLst/>
                <a:ahLst/>
                <a:cxnLst>
                  <a:cxn ang="0">
                    <a:pos x="1236663" y="220702"/>
                  </a:cxn>
                  <a:cxn ang="0">
                    <a:pos x="1104752" y="658813"/>
                  </a:cxn>
                  <a:cxn ang="0">
                    <a:pos x="72550" y="510580"/>
                  </a:cxn>
                  <a:cxn ang="0">
                    <a:pos x="174781" y="52705"/>
                  </a:cxn>
                  <a:cxn ang="0">
                    <a:pos x="1236663" y="220702"/>
                  </a:cxn>
                </a:cxnLst>
                <a:rect l="0" t="0" r="0" b="0"/>
                <a:pathLst>
                  <a:path w="375" h="200">
                    <a:moveTo>
                      <a:pt x="375" y="67"/>
                    </a:moveTo>
                    <a:cubicBezTo>
                      <a:pt x="372" y="78"/>
                      <a:pt x="354" y="200"/>
                      <a:pt x="335" y="200"/>
                    </a:cubicBezTo>
                    <a:cubicBezTo>
                      <a:pt x="315" y="200"/>
                      <a:pt x="42" y="184"/>
                      <a:pt x="22" y="155"/>
                    </a:cubicBezTo>
                    <a:cubicBezTo>
                      <a:pt x="1" y="127"/>
                      <a:pt x="0" y="33"/>
                      <a:pt x="53" y="16"/>
                    </a:cubicBezTo>
                    <a:cubicBezTo>
                      <a:pt x="107" y="0"/>
                      <a:pt x="375" y="67"/>
                      <a:pt x="375" y="67"/>
                    </a:cubicBez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5" name="Freeform 263"/>
              <p:cNvSpPr/>
              <p:nvPr userDrawn="1"/>
            </p:nvSpPr>
            <p:spPr>
              <a:xfrm>
                <a:off x="1924051" y="2481263"/>
                <a:ext cx="771525" cy="1831975"/>
              </a:xfrm>
              <a:custGeom>
                <a:avLst/>
                <a:gdLst/>
                <a:ahLst/>
                <a:cxnLst>
                  <a:cxn ang="0">
                    <a:pos x="128587" y="56013"/>
                  </a:cxn>
                  <a:cxn ang="0">
                    <a:pos x="227500" y="9884"/>
                  </a:cxn>
                  <a:cxn ang="0">
                    <a:pos x="474784" y="237234"/>
                  </a:cxn>
                  <a:cxn ang="0">
                    <a:pos x="220906" y="1703473"/>
                  </a:cxn>
                  <a:cxn ang="0">
                    <a:pos x="3297" y="1654049"/>
                  </a:cxn>
                  <a:cxn ang="0">
                    <a:pos x="59348" y="721587"/>
                  </a:cxn>
                  <a:cxn ang="0">
                    <a:pos x="128587" y="56013"/>
                  </a:cxn>
                </a:cxnLst>
                <a:rect l="0" t="0" r="0" b="0"/>
                <a:pathLst>
                  <a:path w="234" h="556">
                    <a:moveTo>
                      <a:pt x="39" y="17"/>
                    </a:moveTo>
                    <a:cubicBezTo>
                      <a:pt x="55" y="7"/>
                      <a:pt x="53" y="0"/>
                      <a:pt x="69" y="3"/>
                    </a:cubicBezTo>
                    <a:cubicBezTo>
                      <a:pt x="84" y="6"/>
                      <a:pt x="141" y="76"/>
                      <a:pt x="144" y="72"/>
                    </a:cubicBezTo>
                    <a:cubicBezTo>
                      <a:pt x="146" y="69"/>
                      <a:pt x="234" y="556"/>
                      <a:pt x="67" y="517"/>
                    </a:cubicBezTo>
                    <a:cubicBezTo>
                      <a:pt x="1" y="502"/>
                      <a:pt x="1" y="502"/>
                      <a:pt x="1" y="502"/>
                    </a:cubicBezTo>
                    <a:cubicBezTo>
                      <a:pt x="1" y="502"/>
                      <a:pt x="44" y="334"/>
                      <a:pt x="18" y="219"/>
                    </a:cubicBezTo>
                    <a:cubicBezTo>
                      <a:pt x="0" y="140"/>
                      <a:pt x="23" y="27"/>
                      <a:pt x="39" y="17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6" name="Freeform 264"/>
              <p:cNvSpPr/>
              <p:nvPr userDrawn="1"/>
            </p:nvSpPr>
            <p:spPr>
              <a:xfrm>
                <a:off x="2971801" y="3057525"/>
                <a:ext cx="484188" cy="228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77600" y="72886"/>
                  </a:cxn>
                  <a:cxn ang="0">
                    <a:pos x="467719" y="215347"/>
                  </a:cxn>
                  <a:cxn ang="0">
                    <a:pos x="46113" y="185530"/>
                  </a:cxn>
                  <a:cxn ang="0">
                    <a:pos x="0" y="0"/>
                  </a:cxn>
                </a:cxnLst>
                <a:rect l="0" t="0" r="0" b="0"/>
                <a:pathLst>
                  <a:path w="147" h="69">
                    <a:moveTo>
                      <a:pt x="0" y="0"/>
                    </a:moveTo>
                    <a:cubicBezTo>
                      <a:pt x="7" y="2"/>
                      <a:pt x="147" y="27"/>
                      <a:pt x="145" y="22"/>
                    </a:cubicBezTo>
                    <a:cubicBezTo>
                      <a:pt x="143" y="17"/>
                      <a:pt x="146" y="69"/>
                      <a:pt x="142" y="65"/>
                    </a:cubicBezTo>
                    <a:cubicBezTo>
                      <a:pt x="138" y="61"/>
                      <a:pt x="14" y="56"/>
                      <a:pt x="14" y="5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7" name="Freeform 265"/>
              <p:cNvSpPr/>
              <p:nvPr userDrawn="1"/>
            </p:nvSpPr>
            <p:spPr>
              <a:xfrm>
                <a:off x="3017838" y="3062288"/>
                <a:ext cx="161925" cy="209550"/>
              </a:xfrm>
              <a:custGeom>
                <a:avLst/>
                <a:gdLst/>
                <a:ahLst/>
                <a:cxnLst>
                  <a:cxn ang="0">
                    <a:pos x="26987" y="25400"/>
                  </a:cxn>
                  <a:cxn ang="0">
                    <a:pos x="161925" y="15875"/>
                  </a:cxn>
                  <a:cxn ang="0">
                    <a:pos x="152400" y="209550"/>
                  </a:cxn>
                  <a:cxn ang="0">
                    <a:pos x="73025" y="206375"/>
                  </a:cxn>
                  <a:cxn ang="0">
                    <a:pos x="0" y="180975"/>
                  </a:cxn>
                  <a:cxn ang="0">
                    <a:pos x="6350" y="0"/>
                  </a:cxn>
                  <a:cxn ang="0">
                    <a:pos x="26987" y="25400"/>
                  </a:cxn>
                </a:cxnLst>
                <a:rect l="0" t="0" r="0" b="0"/>
                <a:pathLst>
                  <a:path w="102" h="132">
                    <a:moveTo>
                      <a:pt x="17" y="16"/>
                    </a:moveTo>
                    <a:lnTo>
                      <a:pt x="102" y="10"/>
                    </a:lnTo>
                    <a:lnTo>
                      <a:pt x="96" y="132"/>
                    </a:lnTo>
                    <a:lnTo>
                      <a:pt x="46" y="130"/>
                    </a:lnTo>
                    <a:lnTo>
                      <a:pt x="0" y="114"/>
                    </a:lnTo>
                    <a:lnTo>
                      <a:pt x="4" y="0"/>
                    </a:lnTo>
                    <a:lnTo>
                      <a:pt x="17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8" name="Freeform 266"/>
              <p:cNvSpPr/>
              <p:nvPr userDrawn="1"/>
            </p:nvSpPr>
            <p:spPr>
              <a:xfrm>
                <a:off x="1985963" y="2514600"/>
                <a:ext cx="1150938" cy="768350"/>
              </a:xfrm>
              <a:custGeom>
                <a:avLst/>
                <a:gdLst/>
                <a:ahLst/>
                <a:cxnLst>
                  <a:cxn ang="0">
                    <a:pos x="290207" y="85738"/>
                  </a:cxn>
                  <a:cxn ang="0">
                    <a:pos x="722221" y="441883"/>
                  </a:cxn>
                  <a:cxn ang="0">
                    <a:pos x="1150938" y="557301"/>
                  </a:cxn>
                  <a:cxn ang="0">
                    <a:pos x="1134448" y="768350"/>
                  </a:cxn>
                  <a:cxn ang="0">
                    <a:pos x="656265" y="689206"/>
                  </a:cxn>
                  <a:cxn ang="0">
                    <a:pos x="118721" y="293489"/>
                  </a:cxn>
                  <a:cxn ang="0">
                    <a:pos x="290207" y="85738"/>
                  </a:cxn>
                </a:cxnLst>
                <a:rect l="0" t="0" r="0" b="0"/>
                <a:pathLst>
                  <a:path w="349" h="233">
                    <a:moveTo>
                      <a:pt x="88" y="26"/>
                    </a:moveTo>
                    <a:cubicBezTo>
                      <a:pt x="89" y="27"/>
                      <a:pt x="174" y="105"/>
                      <a:pt x="219" y="134"/>
                    </a:cubicBezTo>
                    <a:cubicBezTo>
                      <a:pt x="226" y="137"/>
                      <a:pt x="349" y="168"/>
                      <a:pt x="349" y="169"/>
                    </a:cubicBezTo>
                    <a:cubicBezTo>
                      <a:pt x="344" y="233"/>
                      <a:pt x="344" y="233"/>
                      <a:pt x="344" y="233"/>
                    </a:cubicBezTo>
                    <a:cubicBezTo>
                      <a:pt x="343" y="233"/>
                      <a:pt x="255" y="230"/>
                      <a:pt x="199" y="209"/>
                    </a:cubicBezTo>
                    <a:cubicBezTo>
                      <a:pt x="119" y="166"/>
                      <a:pt x="36" y="90"/>
                      <a:pt x="36" y="89"/>
                    </a:cubicBezTo>
                    <a:cubicBezTo>
                      <a:pt x="0" y="53"/>
                      <a:pt x="56" y="0"/>
                      <a:pt x="88" y="26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9" name="Freeform 267"/>
              <p:cNvSpPr/>
              <p:nvPr userDrawn="1"/>
            </p:nvSpPr>
            <p:spPr>
              <a:xfrm>
                <a:off x="2081213" y="2781300"/>
                <a:ext cx="1042988" cy="501650"/>
              </a:xfrm>
              <a:custGeom>
                <a:avLst/>
                <a:gdLst/>
                <a:ahLst/>
                <a:cxnLst>
                  <a:cxn ang="0">
                    <a:pos x="1042988" y="448844"/>
                  </a:cxn>
                  <a:cxn ang="0">
                    <a:pos x="1039687" y="501650"/>
                  </a:cxn>
                  <a:cxn ang="0">
                    <a:pos x="561101" y="422442"/>
                  </a:cxn>
                  <a:cxn ang="0">
                    <a:pos x="23104" y="26402"/>
                  </a:cxn>
                  <a:cxn ang="0">
                    <a:pos x="0" y="0"/>
                  </a:cxn>
                  <a:cxn ang="0">
                    <a:pos x="508291" y="336633"/>
                  </a:cxn>
                  <a:cxn ang="0">
                    <a:pos x="1042988" y="448844"/>
                  </a:cxn>
                </a:cxnLst>
                <a:rect l="0" t="0" r="0" b="0"/>
                <a:pathLst>
                  <a:path w="316" h="152">
                    <a:moveTo>
                      <a:pt x="316" y="136"/>
                    </a:moveTo>
                    <a:cubicBezTo>
                      <a:pt x="315" y="152"/>
                      <a:pt x="315" y="152"/>
                      <a:pt x="315" y="152"/>
                    </a:cubicBezTo>
                    <a:cubicBezTo>
                      <a:pt x="314" y="152"/>
                      <a:pt x="226" y="149"/>
                      <a:pt x="170" y="128"/>
                    </a:cubicBezTo>
                    <a:cubicBezTo>
                      <a:pt x="90" y="85"/>
                      <a:pt x="7" y="9"/>
                      <a:pt x="7" y="8"/>
                    </a:cubicBezTo>
                    <a:cubicBezTo>
                      <a:pt x="4" y="6"/>
                      <a:pt x="2" y="3"/>
                      <a:pt x="0" y="0"/>
                    </a:cubicBezTo>
                    <a:cubicBezTo>
                      <a:pt x="30" y="21"/>
                      <a:pt x="130" y="88"/>
                      <a:pt x="154" y="102"/>
                    </a:cubicBezTo>
                    <a:cubicBezTo>
                      <a:pt x="190" y="124"/>
                      <a:pt x="272" y="128"/>
                      <a:pt x="316" y="136"/>
                    </a:cubicBezTo>
                    <a:close/>
                  </a:path>
                </a:pathLst>
              </a:custGeom>
              <a:solidFill>
                <a:srgbClr val="3C3C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0" name="Freeform 268"/>
              <p:cNvSpPr/>
              <p:nvPr userDrawn="1"/>
            </p:nvSpPr>
            <p:spPr>
              <a:xfrm>
                <a:off x="2128838" y="1931988"/>
                <a:ext cx="134938" cy="223838"/>
              </a:xfrm>
              <a:custGeom>
                <a:avLst/>
                <a:gdLst/>
                <a:ahLst/>
                <a:cxnLst>
                  <a:cxn ang="0">
                    <a:pos x="95443" y="9875"/>
                  </a:cxn>
                  <a:cxn ang="0">
                    <a:pos x="23038" y="32917"/>
                  </a:cxn>
                  <a:cxn ang="0">
                    <a:pos x="23038" y="184337"/>
                  </a:cxn>
                  <a:cxn ang="0">
                    <a:pos x="102026" y="207379"/>
                  </a:cxn>
                  <a:cxn ang="0">
                    <a:pos x="115190" y="151419"/>
                  </a:cxn>
                  <a:cxn ang="0">
                    <a:pos x="85570" y="111919"/>
                  </a:cxn>
                  <a:cxn ang="0">
                    <a:pos x="111899" y="92168"/>
                  </a:cxn>
                  <a:cxn ang="0">
                    <a:pos x="108608" y="29625"/>
                  </a:cxn>
                  <a:cxn ang="0">
                    <a:pos x="95443" y="9875"/>
                  </a:cxn>
                </a:cxnLst>
                <a:rect l="0" t="0" r="0" b="0"/>
                <a:pathLst>
                  <a:path w="41" h="68">
                    <a:moveTo>
                      <a:pt x="29" y="3"/>
                    </a:moveTo>
                    <a:cubicBezTo>
                      <a:pt x="27" y="3"/>
                      <a:pt x="15" y="0"/>
                      <a:pt x="7" y="10"/>
                    </a:cubicBezTo>
                    <a:cubicBezTo>
                      <a:pt x="0" y="20"/>
                      <a:pt x="1" y="48"/>
                      <a:pt x="7" y="56"/>
                    </a:cubicBezTo>
                    <a:cubicBezTo>
                      <a:pt x="13" y="64"/>
                      <a:pt x="24" y="68"/>
                      <a:pt x="31" y="63"/>
                    </a:cubicBezTo>
                    <a:cubicBezTo>
                      <a:pt x="38" y="57"/>
                      <a:pt x="41" y="51"/>
                      <a:pt x="35" y="46"/>
                    </a:cubicBezTo>
                    <a:cubicBezTo>
                      <a:pt x="29" y="42"/>
                      <a:pt x="24" y="37"/>
                      <a:pt x="26" y="34"/>
                    </a:cubicBezTo>
                    <a:cubicBezTo>
                      <a:pt x="28" y="30"/>
                      <a:pt x="31" y="32"/>
                      <a:pt x="34" y="28"/>
                    </a:cubicBezTo>
                    <a:cubicBezTo>
                      <a:pt x="37" y="25"/>
                      <a:pt x="35" y="16"/>
                      <a:pt x="33" y="9"/>
                    </a:cubicBezTo>
                    <a:cubicBezTo>
                      <a:pt x="31" y="3"/>
                      <a:pt x="29" y="3"/>
                      <a:pt x="29" y="3"/>
                    </a:cubicBezTo>
                    <a:close/>
                  </a:path>
                </a:pathLst>
              </a:custGeom>
              <a:solidFill>
                <a:srgbClr val="F8A9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1" name="Freeform 269"/>
              <p:cNvSpPr/>
              <p:nvPr userDrawn="1"/>
            </p:nvSpPr>
            <p:spPr>
              <a:xfrm>
                <a:off x="8075613" y="5314950"/>
                <a:ext cx="701675" cy="296863"/>
              </a:xfrm>
              <a:custGeom>
                <a:avLst/>
                <a:gdLst/>
                <a:ahLst/>
                <a:cxnLst>
                  <a:cxn ang="0">
                    <a:pos x="691792" y="9895"/>
                  </a:cxn>
                  <a:cxn ang="0">
                    <a:pos x="701675" y="277072"/>
                  </a:cxn>
                  <a:cxn ang="0">
                    <a:pos x="507314" y="273773"/>
                  </a:cxn>
                  <a:cxn ang="0">
                    <a:pos x="510608" y="240788"/>
                  </a:cxn>
                  <a:cxn ang="0">
                    <a:pos x="197654" y="273773"/>
                  </a:cxn>
                  <a:cxn ang="0">
                    <a:pos x="3294" y="211102"/>
                  </a:cxn>
                  <a:cxn ang="0">
                    <a:pos x="9882" y="181416"/>
                  </a:cxn>
                  <a:cxn ang="0">
                    <a:pos x="32942" y="148431"/>
                  </a:cxn>
                  <a:cxn ang="0">
                    <a:pos x="480960" y="3298"/>
                  </a:cxn>
                  <a:cxn ang="0">
                    <a:pos x="691792" y="9895"/>
                  </a:cxn>
                </a:cxnLst>
                <a:rect l="0" t="0" r="0" b="0"/>
                <a:pathLst>
                  <a:path w="213" h="90">
                    <a:moveTo>
                      <a:pt x="210" y="3"/>
                    </a:moveTo>
                    <a:cubicBezTo>
                      <a:pt x="210" y="7"/>
                      <a:pt x="213" y="84"/>
                      <a:pt x="213" y="84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5" y="73"/>
                      <a:pt x="155" y="73"/>
                      <a:pt x="155" y="73"/>
                    </a:cubicBezTo>
                    <a:cubicBezTo>
                      <a:pt x="130" y="90"/>
                      <a:pt x="68" y="85"/>
                      <a:pt x="60" y="83"/>
                    </a:cubicBezTo>
                    <a:cubicBezTo>
                      <a:pt x="29" y="76"/>
                      <a:pt x="1" y="64"/>
                      <a:pt x="1" y="6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0" y="45"/>
                      <a:pt x="10" y="45"/>
                    </a:cubicBezTo>
                    <a:cubicBezTo>
                      <a:pt x="107" y="39"/>
                      <a:pt x="129" y="8"/>
                      <a:pt x="146" y="1"/>
                    </a:cubicBezTo>
                    <a:cubicBezTo>
                      <a:pt x="148" y="0"/>
                      <a:pt x="210" y="3"/>
                      <a:pt x="210" y="3"/>
                    </a:cubicBezTo>
                    <a:close/>
                  </a:path>
                </a:pathLst>
              </a:custGeom>
              <a:solidFill>
                <a:srgbClr val="20202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2" name="Freeform 270"/>
              <p:cNvSpPr/>
              <p:nvPr userDrawn="1"/>
            </p:nvSpPr>
            <p:spPr>
              <a:xfrm>
                <a:off x="8262938" y="3978275"/>
                <a:ext cx="1217613" cy="1435100"/>
              </a:xfrm>
              <a:custGeom>
                <a:avLst/>
                <a:gdLst/>
                <a:ahLst/>
                <a:cxnLst>
                  <a:cxn ang="0">
                    <a:pos x="1217613" y="368649"/>
                  </a:cxn>
                  <a:cxn ang="0">
                    <a:pos x="1161517" y="0"/>
                  </a:cxn>
                  <a:cxn ang="0">
                    <a:pos x="46196" y="223822"/>
                  </a:cxn>
                  <a:cxn ang="0">
                    <a:pos x="115491" y="1435100"/>
                  </a:cxn>
                  <a:cxn ang="0">
                    <a:pos x="527962" y="1362686"/>
                  </a:cxn>
                  <a:cxn ang="0">
                    <a:pos x="359674" y="437771"/>
                  </a:cxn>
                  <a:cxn ang="0">
                    <a:pos x="1217613" y="368649"/>
                  </a:cxn>
                </a:cxnLst>
                <a:rect l="0" t="0" r="0" b="0"/>
                <a:pathLst>
                  <a:path w="369" h="436">
                    <a:moveTo>
                      <a:pt x="369" y="112"/>
                    </a:moveTo>
                    <a:cubicBezTo>
                      <a:pt x="352" y="0"/>
                      <a:pt x="352" y="0"/>
                      <a:pt x="352" y="0"/>
                    </a:cubicBezTo>
                    <a:cubicBezTo>
                      <a:pt x="352" y="0"/>
                      <a:pt x="33" y="19"/>
                      <a:pt x="14" y="68"/>
                    </a:cubicBezTo>
                    <a:cubicBezTo>
                      <a:pt x="0" y="107"/>
                      <a:pt x="35" y="436"/>
                      <a:pt x="35" y="436"/>
                    </a:cubicBezTo>
                    <a:cubicBezTo>
                      <a:pt x="160" y="414"/>
                      <a:pt x="160" y="414"/>
                      <a:pt x="160" y="414"/>
                    </a:cubicBezTo>
                    <a:cubicBezTo>
                      <a:pt x="160" y="414"/>
                      <a:pt x="104" y="135"/>
                      <a:pt x="109" y="133"/>
                    </a:cubicBezTo>
                    <a:cubicBezTo>
                      <a:pt x="115" y="131"/>
                      <a:pt x="369" y="112"/>
                      <a:pt x="369" y="112"/>
                    </a:cubicBezTo>
                    <a:close/>
                  </a:path>
                </a:pathLst>
              </a:custGeom>
              <a:solidFill>
                <a:srgbClr val="35353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3" name="Freeform 271"/>
              <p:cNvSpPr/>
              <p:nvPr userDrawn="1"/>
            </p:nvSpPr>
            <p:spPr>
              <a:xfrm>
                <a:off x="7977188" y="5314950"/>
                <a:ext cx="711200" cy="296863"/>
              </a:xfrm>
              <a:custGeom>
                <a:avLst/>
                <a:gdLst/>
                <a:ahLst/>
                <a:cxnLst>
                  <a:cxn ang="0">
                    <a:pos x="711200" y="59372"/>
                  </a:cxn>
                  <a:cxn ang="0">
                    <a:pos x="701322" y="277072"/>
                  </a:cxn>
                  <a:cxn ang="0">
                    <a:pos x="507059" y="273773"/>
                  </a:cxn>
                  <a:cxn ang="0">
                    <a:pos x="510351" y="240788"/>
                  </a:cxn>
                  <a:cxn ang="0">
                    <a:pos x="197555" y="273773"/>
                  </a:cxn>
                  <a:cxn ang="0">
                    <a:pos x="3292" y="211102"/>
                  </a:cxn>
                  <a:cxn ang="0">
                    <a:pos x="9877" y="181416"/>
                  </a:cxn>
                  <a:cxn ang="0">
                    <a:pos x="32925" y="148431"/>
                  </a:cxn>
                  <a:cxn ang="0">
                    <a:pos x="480718" y="3298"/>
                  </a:cxn>
                  <a:cxn ang="0">
                    <a:pos x="711200" y="59372"/>
                  </a:cxn>
                </a:cxnLst>
                <a:rect l="0" t="0" r="0" b="0"/>
                <a:pathLst>
                  <a:path w="216" h="90">
                    <a:moveTo>
                      <a:pt x="216" y="18"/>
                    </a:moveTo>
                    <a:cubicBezTo>
                      <a:pt x="216" y="22"/>
                      <a:pt x="213" y="84"/>
                      <a:pt x="213" y="84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5" y="73"/>
                      <a:pt x="155" y="73"/>
                      <a:pt x="155" y="73"/>
                    </a:cubicBezTo>
                    <a:cubicBezTo>
                      <a:pt x="130" y="90"/>
                      <a:pt x="68" y="85"/>
                      <a:pt x="60" y="83"/>
                    </a:cubicBezTo>
                    <a:cubicBezTo>
                      <a:pt x="29" y="76"/>
                      <a:pt x="1" y="64"/>
                      <a:pt x="1" y="6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0" y="45"/>
                      <a:pt x="10" y="45"/>
                    </a:cubicBezTo>
                    <a:cubicBezTo>
                      <a:pt x="107" y="39"/>
                      <a:pt x="129" y="8"/>
                      <a:pt x="146" y="1"/>
                    </a:cubicBezTo>
                    <a:cubicBezTo>
                      <a:pt x="148" y="0"/>
                      <a:pt x="216" y="18"/>
                      <a:pt x="216" y="18"/>
                    </a:cubicBezTo>
                    <a:close/>
                  </a:path>
                </a:pathLst>
              </a:custGeom>
              <a:solidFill>
                <a:srgbClr val="26262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4" name="Freeform 272"/>
              <p:cNvSpPr/>
              <p:nvPr userDrawn="1"/>
            </p:nvSpPr>
            <p:spPr>
              <a:xfrm>
                <a:off x="9731376" y="4518025"/>
                <a:ext cx="203200" cy="239713"/>
              </a:xfrm>
              <a:custGeom>
                <a:avLst/>
                <a:gdLst/>
                <a:ahLst/>
                <a:cxnLst>
                  <a:cxn ang="0">
                    <a:pos x="58993" y="114930"/>
                  </a:cxn>
                  <a:cxn ang="0">
                    <a:pos x="68825" y="170754"/>
                  </a:cxn>
                  <a:cxn ang="0">
                    <a:pos x="134374" y="226578"/>
                  </a:cxn>
                  <a:cxn ang="0">
                    <a:pos x="190090" y="216726"/>
                  </a:cxn>
                  <a:cxn ang="0">
                    <a:pos x="183535" y="154335"/>
                  </a:cxn>
                  <a:cxn ang="0">
                    <a:pos x="117987" y="101795"/>
                  </a:cxn>
                  <a:cxn ang="0">
                    <a:pos x="68825" y="105079"/>
                  </a:cxn>
                  <a:cxn ang="0">
                    <a:pos x="22941" y="68958"/>
                  </a:cxn>
                  <a:cxn ang="0">
                    <a:pos x="16387" y="0"/>
                  </a:cxn>
                  <a:cxn ang="0">
                    <a:pos x="0" y="3283"/>
                  </a:cxn>
                  <a:cxn ang="0">
                    <a:pos x="6554" y="72242"/>
                  </a:cxn>
                  <a:cxn ang="0">
                    <a:pos x="6554" y="75526"/>
                  </a:cxn>
                  <a:cxn ang="0">
                    <a:pos x="9832" y="78809"/>
                  </a:cxn>
                  <a:cxn ang="0">
                    <a:pos x="58993" y="114930"/>
                  </a:cxn>
                </a:cxnLst>
                <a:rect l="0" t="0" r="0" b="0"/>
                <a:pathLst>
                  <a:path w="62" h="73">
                    <a:moveTo>
                      <a:pt x="18" y="35"/>
                    </a:moveTo>
                    <a:cubicBezTo>
                      <a:pt x="15" y="41"/>
                      <a:pt x="17" y="48"/>
                      <a:pt x="21" y="52"/>
                    </a:cubicBezTo>
                    <a:cubicBezTo>
                      <a:pt x="41" y="69"/>
                      <a:pt x="41" y="69"/>
                      <a:pt x="41" y="69"/>
                    </a:cubicBezTo>
                    <a:cubicBezTo>
                      <a:pt x="47" y="73"/>
                      <a:pt x="54" y="72"/>
                      <a:pt x="58" y="66"/>
                    </a:cubicBezTo>
                    <a:cubicBezTo>
                      <a:pt x="62" y="60"/>
                      <a:pt x="61" y="52"/>
                      <a:pt x="56" y="47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1" y="27"/>
                      <a:pt x="25" y="27"/>
                      <a:pt x="21" y="3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4"/>
                      <a:pt x="3" y="24"/>
                      <a:pt x="3" y="24"/>
                    </a:cubicBezTo>
                    <a:lnTo>
                      <a:pt x="18" y="35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5" name="Rectangle 273"/>
              <p:cNvSpPr/>
              <p:nvPr userDrawn="1"/>
            </p:nvSpPr>
            <p:spPr>
              <a:xfrm>
                <a:off x="9434513" y="4484688"/>
                <a:ext cx="111125" cy="498475"/>
              </a:xfrm>
              <a:prstGeom prst="rect">
                <a:avLst/>
              </a:prstGeom>
              <a:solidFill>
                <a:srgbClr val="808184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6" name="Rectangle 274"/>
              <p:cNvSpPr/>
              <p:nvPr userDrawn="1"/>
            </p:nvSpPr>
            <p:spPr>
              <a:xfrm>
                <a:off x="9434513" y="4484688"/>
                <a:ext cx="55563" cy="498475"/>
              </a:xfrm>
              <a:prstGeom prst="rect">
                <a:avLst/>
              </a:prstGeom>
              <a:solidFill>
                <a:srgbClr val="8D8D8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7" name="Freeform 275"/>
              <p:cNvSpPr/>
              <p:nvPr userDrawn="1"/>
            </p:nvSpPr>
            <p:spPr>
              <a:xfrm>
                <a:off x="10020301" y="3133725"/>
                <a:ext cx="390525" cy="1344613"/>
              </a:xfrm>
              <a:custGeom>
                <a:avLst/>
                <a:gdLst/>
                <a:ahLst/>
                <a:cxnLst>
                  <a:cxn ang="0">
                    <a:pos x="287929" y="0"/>
                  </a:cxn>
                  <a:cxn ang="0">
                    <a:pos x="291238" y="247171"/>
                  </a:cxn>
                  <a:cxn ang="0">
                    <a:pos x="0" y="1258926"/>
                  </a:cxn>
                  <a:cxn ang="0">
                    <a:pos x="3309" y="1344613"/>
                  </a:cxn>
                  <a:cxn ang="0">
                    <a:pos x="370667" y="243875"/>
                  </a:cxn>
                  <a:cxn ang="0">
                    <a:pos x="367358" y="0"/>
                  </a:cxn>
                  <a:cxn ang="0">
                    <a:pos x="287929" y="0"/>
                  </a:cxn>
                </a:cxnLst>
                <a:rect l="0" t="0" r="0" b="0"/>
                <a:pathLst>
                  <a:path w="118" h="408">
                    <a:moveTo>
                      <a:pt x="87" y="0"/>
                    </a:moveTo>
                    <a:cubicBezTo>
                      <a:pt x="87" y="26"/>
                      <a:pt x="88" y="50"/>
                      <a:pt x="88" y="75"/>
                    </a:cubicBezTo>
                    <a:cubicBezTo>
                      <a:pt x="91" y="239"/>
                      <a:pt x="93" y="378"/>
                      <a:pt x="0" y="382"/>
                    </a:cubicBezTo>
                    <a:cubicBezTo>
                      <a:pt x="1" y="408"/>
                      <a:pt x="1" y="408"/>
                      <a:pt x="1" y="408"/>
                    </a:cubicBezTo>
                    <a:cubicBezTo>
                      <a:pt x="118" y="404"/>
                      <a:pt x="115" y="252"/>
                      <a:pt x="112" y="74"/>
                    </a:cubicBezTo>
                    <a:cubicBezTo>
                      <a:pt x="112" y="50"/>
                      <a:pt x="111" y="25"/>
                      <a:pt x="111" y="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8" name="Freeform 276"/>
              <p:cNvSpPr/>
              <p:nvPr userDrawn="1"/>
            </p:nvSpPr>
            <p:spPr>
              <a:xfrm>
                <a:off x="10020301" y="3133725"/>
                <a:ext cx="347663" cy="1341438"/>
              </a:xfrm>
              <a:custGeom>
                <a:avLst/>
                <a:gdLst/>
                <a:ahLst/>
                <a:cxnLst>
                  <a:cxn ang="0">
                    <a:pos x="288063" y="0"/>
                  </a:cxn>
                  <a:cxn ang="0">
                    <a:pos x="291374" y="247193"/>
                  </a:cxn>
                  <a:cxn ang="0">
                    <a:pos x="0" y="1259040"/>
                  </a:cxn>
                  <a:cxn ang="0">
                    <a:pos x="3311" y="1341438"/>
                  </a:cxn>
                  <a:cxn ang="0">
                    <a:pos x="331107" y="243897"/>
                  </a:cxn>
                  <a:cxn ang="0">
                    <a:pos x="327796" y="0"/>
                  </a:cxn>
                  <a:cxn ang="0">
                    <a:pos x="288063" y="0"/>
                  </a:cxn>
                </a:cxnLst>
                <a:rect l="0" t="0" r="0" b="0"/>
                <a:pathLst>
                  <a:path w="105" h="407">
                    <a:moveTo>
                      <a:pt x="87" y="0"/>
                    </a:moveTo>
                    <a:cubicBezTo>
                      <a:pt x="87" y="26"/>
                      <a:pt x="88" y="50"/>
                      <a:pt x="88" y="75"/>
                    </a:cubicBezTo>
                    <a:cubicBezTo>
                      <a:pt x="91" y="239"/>
                      <a:pt x="93" y="378"/>
                      <a:pt x="0" y="382"/>
                    </a:cubicBezTo>
                    <a:cubicBezTo>
                      <a:pt x="1" y="407"/>
                      <a:pt x="1" y="407"/>
                      <a:pt x="1" y="407"/>
                    </a:cubicBezTo>
                    <a:cubicBezTo>
                      <a:pt x="105" y="393"/>
                      <a:pt x="103" y="246"/>
                      <a:pt x="100" y="74"/>
                    </a:cubicBezTo>
                    <a:cubicBezTo>
                      <a:pt x="100" y="50"/>
                      <a:pt x="99" y="25"/>
                      <a:pt x="99" y="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49494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9" name="Freeform 277"/>
              <p:cNvSpPr/>
              <p:nvPr userDrawn="1"/>
            </p:nvSpPr>
            <p:spPr>
              <a:xfrm>
                <a:off x="8755063" y="4138613"/>
                <a:ext cx="1473200" cy="346075"/>
              </a:xfrm>
              <a:custGeom>
                <a:avLst/>
                <a:gdLst/>
                <a:ahLst/>
                <a:cxnLst>
                  <a:cxn ang="0">
                    <a:pos x="738247" y="0"/>
                  </a:cxn>
                  <a:cxn ang="0">
                    <a:pos x="0" y="309819"/>
                  </a:cxn>
                  <a:cxn ang="0">
                    <a:pos x="6591" y="346075"/>
                  </a:cxn>
                  <a:cxn ang="0">
                    <a:pos x="1469904" y="346075"/>
                  </a:cxn>
                  <a:cxn ang="0">
                    <a:pos x="1473200" y="309819"/>
                  </a:cxn>
                  <a:cxn ang="0">
                    <a:pos x="738247" y="0"/>
                  </a:cxn>
                </a:cxnLst>
                <a:rect l="0" t="0" r="0" b="0"/>
                <a:pathLst>
                  <a:path w="447" h="105">
                    <a:moveTo>
                      <a:pt x="224" y="0"/>
                    </a:moveTo>
                    <a:cubicBezTo>
                      <a:pt x="100" y="0"/>
                      <a:pt x="0" y="42"/>
                      <a:pt x="0" y="94"/>
                    </a:cubicBezTo>
                    <a:cubicBezTo>
                      <a:pt x="0" y="98"/>
                      <a:pt x="1" y="102"/>
                      <a:pt x="2" y="105"/>
                    </a:cubicBezTo>
                    <a:cubicBezTo>
                      <a:pt x="446" y="105"/>
                      <a:pt x="446" y="105"/>
                      <a:pt x="446" y="105"/>
                    </a:cubicBezTo>
                    <a:cubicBezTo>
                      <a:pt x="447" y="102"/>
                      <a:pt x="447" y="98"/>
                      <a:pt x="447" y="94"/>
                    </a:cubicBezTo>
                    <a:cubicBezTo>
                      <a:pt x="447" y="42"/>
                      <a:pt x="347" y="0"/>
                      <a:pt x="224" y="0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0" name="Freeform 278"/>
              <p:cNvSpPr/>
              <p:nvPr userDrawn="1"/>
            </p:nvSpPr>
            <p:spPr>
              <a:xfrm>
                <a:off x="8751888" y="4445000"/>
                <a:ext cx="1476375" cy="1460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957"/>
                  </a:cxn>
                  <a:cxn ang="0">
                    <a:pos x="75796" y="92940"/>
                  </a:cxn>
                  <a:cxn ang="0">
                    <a:pos x="359207" y="92940"/>
                  </a:cxn>
                  <a:cxn ang="0">
                    <a:pos x="738187" y="146050"/>
                  </a:cxn>
                  <a:cxn ang="0">
                    <a:pos x="1120463" y="92940"/>
                  </a:cxn>
                  <a:cxn ang="0">
                    <a:pos x="1400578" y="92940"/>
                  </a:cxn>
                  <a:cxn ang="0">
                    <a:pos x="1476375" y="9957"/>
                  </a:cxn>
                  <a:cxn ang="0">
                    <a:pos x="1476375" y="0"/>
                  </a:cxn>
                  <a:cxn ang="0">
                    <a:pos x="0" y="0"/>
                  </a:cxn>
                </a:cxnLst>
                <a:rect l="0" t="0" r="0" b="0"/>
                <a:pathLst>
                  <a:path w="448" h="44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17"/>
                      <a:pt x="10" y="28"/>
                      <a:pt x="23" y="28"/>
                    </a:cubicBezTo>
                    <a:cubicBezTo>
                      <a:pt x="109" y="28"/>
                      <a:pt x="109" y="28"/>
                      <a:pt x="109" y="28"/>
                    </a:cubicBezTo>
                    <a:cubicBezTo>
                      <a:pt x="118" y="37"/>
                      <a:pt x="166" y="44"/>
                      <a:pt x="224" y="44"/>
                    </a:cubicBezTo>
                    <a:cubicBezTo>
                      <a:pt x="282" y="44"/>
                      <a:pt x="330" y="37"/>
                      <a:pt x="340" y="28"/>
                    </a:cubicBezTo>
                    <a:cubicBezTo>
                      <a:pt x="425" y="28"/>
                      <a:pt x="425" y="28"/>
                      <a:pt x="425" y="28"/>
                    </a:cubicBezTo>
                    <a:cubicBezTo>
                      <a:pt x="438" y="28"/>
                      <a:pt x="448" y="17"/>
                      <a:pt x="448" y="3"/>
                    </a:cubicBezTo>
                    <a:cubicBezTo>
                      <a:pt x="448" y="2"/>
                      <a:pt x="448" y="1"/>
                      <a:pt x="44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1" name="Freeform 279"/>
              <p:cNvSpPr/>
              <p:nvPr userDrawn="1"/>
            </p:nvSpPr>
            <p:spPr>
              <a:xfrm>
                <a:off x="10225088" y="2890838"/>
                <a:ext cx="201613" cy="371475"/>
              </a:xfrm>
              <a:custGeom>
                <a:avLst/>
                <a:gdLst/>
                <a:ahLst/>
                <a:cxnLst>
                  <a:cxn ang="0">
                    <a:pos x="138815" y="0"/>
                  </a:cxn>
                  <a:cxn ang="0">
                    <a:pos x="62797" y="0"/>
                  </a:cxn>
                  <a:cxn ang="0">
                    <a:pos x="0" y="69035"/>
                  </a:cxn>
                  <a:cxn ang="0">
                    <a:pos x="0" y="302439"/>
                  </a:cxn>
                  <a:cxn ang="0">
                    <a:pos x="62797" y="371475"/>
                  </a:cxn>
                  <a:cxn ang="0">
                    <a:pos x="138815" y="371475"/>
                  </a:cxn>
                  <a:cxn ang="0">
                    <a:pos x="201613" y="302439"/>
                  </a:cxn>
                  <a:cxn ang="0">
                    <a:pos x="201613" y="69035"/>
                  </a:cxn>
                  <a:cxn ang="0">
                    <a:pos x="138815" y="0"/>
                  </a:cxn>
                </a:cxnLst>
                <a:rect l="0" t="0" r="0" b="0"/>
                <a:pathLst>
                  <a:path w="61" h="113">
                    <a:moveTo>
                      <a:pt x="42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21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104"/>
                      <a:pt x="9" y="113"/>
                      <a:pt x="19" y="113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52" y="113"/>
                      <a:pt x="61" y="104"/>
                      <a:pt x="61" y="92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1" y="9"/>
                      <a:pt x="52" y="0"/>
                      <a:pt x="42" y="0"/>
                    </a:cubicBez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2" name="Freeform 280"/>
              <p:cNvSpPr/>
              <p:nvPr userDrawn="1"/>
            </p:nvSpPr>
            <p:spPr>
              <a:xfrm>
                <a:off x="10050463" y="2444750"/>
                <a:ext cx="388938" cy="1279525"/>
              </a:xfrm>
              <a:custGeom>
                <a:avLst/>
                <a:gdLst/>
                <a:ahLst/>
                <a:cxnLst>
                  <a:cxn ang="0">
                    <a:pos x="52737" y="610082"/>
                  </a:cxn>
                  <a:cxn ang="0">
                    <a:pos x="171396" y="1279525"/>
                  </a:cxn>
                  <a:cxn ang="0">
                    <a:pos x="197765" y="1279525"/>
                  </a:cxn>
                  <a:cxn ang="0">
                    <a:pos x="388938" y="29679"/>
                  </a:cxn>
                  <a:cxn ang="0">
                    <a:pos x="362569" y="23084"/>
                  </a:cxn>
                  <a:cxn ang="0">
                    <a:pos x="52737" y="610082"/>
                  </a:cxn>
                </a:cxnLst>
                <a:rect l="0" t="0" r="0" b="0"/>
                <a:pathLst>
                  <a:path w="118" h="388">
                    <a:moveTo>
                      <a:pt x="16" y="185"/>
                    </a:moveTo>
                    <a:cubicBezTo>
                      <a:pt x="0" y="290"/>
                      <a:pt x="16" y="381"/>
                      <a:pt x="52" y="388"/>
                    </a:cubicBezTo>
                    <a:cubicBezTo>
                      <a:pt x="55" y="388"/>
                      <a:pt x="57" y="388"/>
                      <a:pt x="60" y="388"/>
                    </a:cubicBezTo>
                    <a:cubicBezTo>
                      <a:pt x="118" y="9"/>
                      <a:pt x="118" y="9"/>
                      <a:pt x="118" y="9"/>
                    </a:cubicBezTo>
                    <a:cubicBezTo>
                      <a:pt x="115" y="8"/>
                      <a:pt x="113" y="7"/>
                      <a:pt x="110" y="7"/>
                    </a:cubicBezTo>
                    <a:cubicBezTo>
                      <a:pt x="74" y="0"/>
                      <a:pt x="32" y="80"/>
                      <a:pt x="16" y="185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3" name="Freeform 281"/>
              <p:cNvSpPr/>
              <p:nvPr userDrawn="1"/>
            </p:nvSpPr>
            <p:spPr>
              <a:xfrm>
                <a:off x="10188576" y="2465388"/>
                <a:ext cx="250825" cy="1258888"/>
              </a:xfrm>
              <a:custGeom>
                <a:avLst/>
                <a:gdLst/>
                <a:ahLst/>
                <a:cxnLst>
                  <a:cxn ang="0">
                    <a:pos x="0" y="1242410"/>
                  </a:cxn>
                  <a:cxn ang="0">
                    <a:pos x="33003" y="1258888"/>
                  </a:cxn>
                  <a:cxn ang="0">
                    <a:pos x="59405" y="1258888"/>
                  </a:cxn>
                  <a:cxn ang="0">
                    <a:pos x="250825" y="9886"/>
                  </a:cxn>
                  <a:cxn ang="0">
                    <a:pos x="224422" y="3295"/>
                  </a:cxn>
                  <a:cxn ang="0">
                    <a:pos x="188118" y="3295"/>
                  </a:cxn>
                  <a:cxn ang="0">
                    <a:pos x="0" y="1242410"/>
                  </a:cxn>
                </a:cxnLst>
                <a:rect l="0" t="0" r="0" b="0"/>
                <a:pathLst>
                  <a:path w="76" h="382">
                    <a:moveTo>
                      <a:pt x="0" y="377"/>
                    </a:moveTo>
                    <a:cubicBezTo>
                      <a:pt x="3" y="379"/>
                      <a:pt x="7" y="381"/>
                      <a:pt x="10" y="382"/>
                    </a:cubicBezTo>
                    <a:cubicBezTo>
                      <a:pt x="13" y="382"/>
                      <a:pt x="15" y="382"/>
                      <a:pt x="18" y="382"/>
                    </a:cubicBezTo>
                    <a:cubicBezTo>
                      <a:pt x="76" y="3"/>
                      <a:pt x="76" y="3"/>
                      <a:pt x="76" y="3"/>
                    </a:cubicBezTo>
                    <a:cubicBezTo>
                      <a:pt x="73" y="2"/>
                      <a:pt x="71" y="1"/>
                      <a:pt x="68" y="1"/>
                    </a:cubicBezTo>
                    <a:cubicBezTo>
                      <a:pt x="65" y="0"/>
                      <a:pt x="61" y="0"/>
                      <a:pt x="57" y="1"/>
                    </a:cubicBezTo>
                    <a:lnTo>
                      <a:pt x="0" y="377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4" name="Freeform 282"/>
              <p:cNvSpPr/>
              <p:nvPr userDrawn="1"/>
            </p:nvSpPr>
            <p:spPr>
              <a:xfrm>
                <a:off x="8945563" y="4889500"/>
                <a:ext cx="1089025" cy="630238"/>
              </a:xfrm>
              <a:custGeom>
                <a:avLst/>
                <a:gdLst/>
                <a:ahLst/>
                <a:cxnLst>
                  <a:cxn ang="0">
                    <a:pos x="633614" y="0"/>
                  </a:cxn>
                  <a:cxn ang="0">
                    <a:pos x="458710" y="0"/>
                  </a:cxn>
                  <a:cxn ang="0">
                    <a:pos x="458710" y="438856"/>
                  </a:cxn>
                  <a:cxn ang="0">
                    <a:pos x="52801" y="514749"/>
                  </a:cxn>
                  <a:cxn ang="0">
                    <a:pos x="0" y="570843"/>
                  </a:cxn>
                  <a:cxn ang="0">
                    <a:pos x="0" y="570843"/>
                  </a:cxn>
                  <a:cxn ang="0">
                    <a:pos x="52801" y="626938"/>
                  </a:cxn>
                  <a:cxn ang="0">
                    <a:pos x="495011" y="541146"/>
                  </a:cxn>
                  <a:cxn ang="0">
                    <a:pos x="597313" y="541146"/>
                  </a:cxn>
                  <a:cxn ang="0">
                    <a:pos x="1039523" y="626938"/>
                  </a:cxn>
                  <a:cxn ang="0">
                    <a:pos x="1089025" y="570843"/>
                  </a:cxn>
                  <a:cxn ang="0">
                    <a:pos x="1089025" y="570843"/>
                  </a:cxn>
                  <a:cxn ang="0">
                    <a:pos x="1039523" y="514749"/>
                  </a:cxn>
                  <a:cxn ang="0">
                    <a:pos x="633614" y="438856"/>
                  </a:cxn>
                  <a:cxn ang="0">
                    <a:pos x="633614" y="0"/>
                  </a:cxn>
                </a:cxnLst>
                <a:rect l="0" t="0" r="0" b="0"/>
                <a:pathLst>
                  <a:path w="330" h="191">
                    <a:moveTo>
                      <a:pt x="192" y="0"/>
                    </a:moveTo>
                    <a:cubicBezTo>
                      <a:pt x="139" y="0"/>
                      <a:pt x="139" y="0"/>
                      <a:pt x="139" y="0"/>
                    </a:cubicBezTo>
                    <a:cubicBezTo>
                      <a:pt x="139" y="133"/>
                      <a:pt x="139" y="133"/>
                      <a:pt x="139" y="133"/>
                    </a:cubicBezTo>
                    <a:cubicBezTo>
                      <a:pt x="16" y="156"/>
                      <a:pt x="16" y="156"/>
                      <a:pt x="16" y="156"/>
                    </a:cubicBezTo>
                    <a:cubicBezTo>
                      <a:pt x="7" y="157"/>
                      <a:pt x="0" y="163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82"/>
                      <a:pt x="7" y="191"/>
                      <a:pt x="16" y="190"/>
                    </a:cubicBezTo>
                    <a:cubicBezTo>
                      <a:pt x="150" y="164"/>
                      <a:pt x="150" y="164"/>
                      <a:pt x="150" y="164"/>
                    </a:cubicBezTo>
                    <a:cubicBezTo>
                      <a:pt x="181" y="164"/>
                      <a:pt x="181" y="164"/>
                      <a:pt x="181" y="164"/>
                    </a:cubicBezTo>
                    <a:cubicBezTo>
                      <a:pt x="315" y="190"/>
                      <a:pt x="315" y="190"/>
                      <a:pt x="315" y="190"/>
                    </a:cubicBezTo>
                    <a:cubicBezTo>
                      <a:pt x="323" y="191"/>
                      <a:pt x="330" y="182"/>
                      <a:pt x="330" y="173"/>
                    </a:cubicBezTo>
                    <a:cubicBezTo>
                      <a:pt x="330" y="173"/>
                      <a:pt x="330" y="173"/>
                      <a:pt x="330" y="173"/>
                    </a:cubicBezTo>
                    <a:cubicBezTo>
                      <a:pt x="330" y="163"/>
                      <a:pt x="323" y="157"/>
                      <a:pt x="315" y="156"/>
                    </a:cubicBezTo>
                    <a:cubicBezTo>
                      <a:pt x="192" y="133"/>
                      <a:pt x="192" y="133"/>
                      <a:pt x="192" y="133"/>
                    </a:cubicBez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5" name="Oval 283"/>
              <p:cNvSpPr/>
              <p:nvPr userDrawn="1"/>
            </p:nvSpPr>
            <p:spPr>
              <a:xfrm>
                <a:off x="9921876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6" name="Oval 284"/>
              <p:cNvSpPr/>
              <p:nvPr userDrawn="1"/>
            </p:nvSpPr>
            <p:spPr>
              <a:xfrm>
                <a:off x="8929688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7" name="Freeform 285"/>
              <p:cNvSpPr/>
              <p:nvPr userDrawn="1"/>
            </p:nvSpPr>
            <p:spPr>
              <a:xfrm>
                <a:off x="9431338" y="5329238"/>
                <a:ext cx="122238" cy="196850"/>
              </a:xfrm>
              <a:custGeom>
                <a:avLst/>
                <a:gdLst/>
                <a:ahLst/>
                <a:cxnLst>
                  <a:cxn ang="0">
                    <a:pos x="122238" y="0"/>
                  </a:cxn>
                  <a:cxn ang="0">
                    <a:pos x="58737" y="0"/>
                  </a:cxn>
                  <a:cxn ang="0">
                    <a:pos x="0" y="0"/>
                  </a:cxn>
                  <a:cxn ang="0">
                    <a:pos x="22225" y="196850"/>
                  </a:cxn>
                  <a:cxn ang="0">
                    <a:pos x="58737" y="196850"/>
                  </a:cxn>
                  <a:cxn ang="0">
                    <a:pos x="98425" y="196850"/>
                  </a:cxn>
                  <a:cxn ang="0">
                    <a:pos x="122238" y="0"/>
                  </a:cxn>
                </a:cxnLst>
                <a:rect l="0" t="0" r="0" b="0"/>
                <a:pathLst>
                  <a:path w="77" h="124">
                    <a:moveTo>
                      <a:pt x="77" y="0"/>
                    </a:moveTo>
                    <a:lnTo>
                      <a:pt x="37" y="0"/>
                    </a:lnTo>
                    <a:lnTo>
                      <a:pt x="0" y="0"/>
                    </a:lnTo>
                    <a:lnTo>
                      <a:pt x="14" y="124"/>
                    </a:lnTo>
                    <a:lnTo>
                      <a:pt x="37" y="124"/>
                    </a:lnTo>
                    <a:lnTo>
                      <a:pt x="62" y="124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8" name="Oval 286"/>
              <p:cNvSpPr/>
              <p:nvPr userDrawn="1"/>
            </p:nvSpPr>
            <p:spPr>
              <a:xfrm>
                <a:off x="9424988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9" name="Freeform 287"/>
              <p:cNvSpPr/>
              <p:nvPr userDrawn="1"/>
            </p:nvSpPr>
            <p:spPr>
              <a:xfrm>
                <a:off x="8237538" y="3997325"/>
                <a:ext cx="1760538" cy="1400175"/>
              </a:xfrm>
              <a:custGeom>
                <a:avLst/>
                <a:gdLst/>
                <a:ahLst/>
                <a:cxnLst>
                  <a:cxn ang="0">
                    <a:pos x="1582506" y="9883"/>
                  </a:cxn>
                  <a:cxn ang="0">
                    <a:pos x="1730866" y="217438"/>
                  </a:cxn>
                  <a:cxn ang="0">
                    <a:pos x="1341833" y="405227"/>
                  </a:cxn>
                  <a:cxn ang="0">
                    <a:pos x="329688" y="484295"/>
                  </a:cxn>
                  <a:cxn ang="0">
                    <a:pos x="451673" y="1377113"/>
                  </a:cxn>
                  <a:cxn ang="0">
                    <a:pos x="79125" y="1400175"/>
                  </a:cxn>
                  <a:cxn ang="0">
                    <a:pos x="16484" y="507357"/>
                  </a:cxn>
                  <a:cxn ang="0">
                    <a:pos x="293423" y="151548"/>
                  </a:cxn>
                  <a:cxn ang="0">
                    <a:pos x="1058300" y="0"/>
                  </a:cxn>
                  <a:cxn ang="0">
                    <a:pos x="1582506" y="9883"/>
                  </a:cxn>
                </a:cxnLst>
                <a:rect l="0" t="0" r="0" b="0"/>
                <a:pathLst>
                  <a:path w="534" h="425">
                    <a:moveTo>
                      <a:pt x="480" y="3"/>
                    </a:moveTo>
                    <a:cubicBezTo>
                      <a:pt x="486" y="20"/>
                      <a:pt x="534" y="35"/>
                      <a:pt x="525" y="66"/>
                    </a:cubicBezTo>
                    <a:cubicBezTo>
                      <a:pt x="516" y="97"/>
                      <a:pt x="443" y="117"/>
                      <a:pt x="407" y="123"/>
                    </a:cubicBezTo>
                    <a:cubicBezTo>
                      <a:pt x="371" y="128"/>
                      <a:pt x="100" y="147"/>
                      <a:pt x="100" y="147"/>
                    </a:cubicBezTo>
                    <a:cubicBezTo>
                      <a:pt x="137" y="418"/>
                      <a:pt x="137" y="418"/>
                      <a:pt x="137" y="418"/>
                    </a:cubicBezTo>
                    <a:cubicBezTo>
                      <a:pt x="24" y="425"/>
                      <a:pt x="24" y="425"/>
                      <a:pt x="24" y="425"/>
                    </a:cubicBezTo>
                    <a:cubicBezTo>
                      <a:pt x="5" y="154"/>
                      <a:pt x="5" y="154"/>
                      <a:pt x="5" y="154"/>
                    </a:cubicBezTo>
                    <a:cubicBezTo>
                      <a:pt x="0" y="76"/>
                      <a:pt x="36" y="54"/>
                      <a:pt x="89" y="46"/>
                    </a:cubicBezTo>
                    <a:cubicBezTo>
                      <a:pt x="321" y="0"/>
                      <a:pt x="321" y="0"/>
                      <a:pt x="321" y="0"/>
                    </a:cubicBezTo>
                    <a:lnTo>
                      <a:pt x="480" y="3"/>
                    </a:ln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0" name="Freeform 288"/>
              <p:cNvSpPr/>
              <p:nvPr userDrawn="1"/>
            </p:nvSpPr>
            <p:spPr>
              <a:xfrm>
                <a:off x="9394826" y="2416175"/>
                <a:ext cx="869950" cy="1709738"/>
              </a:xfrm>
              <a:custGeom>
                <a:avLst/>
                <a:gdLst/>
                <a:ahLst/>
                <a:cxnLst>
                  <a:cxn ang="0">
                    <a:pos x="530537" y="59297"/>
                  </a:cxn>
                  <a:cxn ang="0">
                    <a:pos x="711777" y="724744"/>
                  </a:cxn>
                  <a:cxn ang="0">
                    <a:pos x="464632" y="1653735"/>
                  </a:cxn>
                  <a:cxn ang="0">
                    <a:pos x="62610" y="1584554"/>
                  </a:cxn>
                  <a:cxn ang="0">
                    <a:pos x="39543" y="1054173"/>
                  </a:cxn>
                  <a:cxn ang="0">
                    <a:pos x="530537" y="59297"/>
                  </a:cxn>
                </a:cxnLst>
                <a:rect l="0" t="0" r="0" b="0"/>
                <a:pathLst>
                  <a:path w="264" h="519">
                    <a:moveTo>
                      <a:pt x="161" y="18"/>
                    </a:moveTo>
                    <a:cubicBezTo>
                      <a:pt x="161" y="18"/>
                      <a:pt x="264" y="0"/>
                      <a:pt x="216" y="220"/>
                    </a:cubicBezTo>
                    <a:cubicBezTo>
                      <a:pt x="191" y="333"/>
                      <a:pt x="192" y="519"/>
                      <a:pt x="141" y="502"/>
                    </a:cubicBezTo>
                    <a:cubicBezTo>
                      <a:pt x="19" y="481"/>
                      <a:pt x="19" y="481"/>
                      <a:pt x="19" y="481"/>
                    </a:cubicBezTo>
                    <a:cubicBezTo>
                      <a:pt x="0" y="479"/>
                      <a:pt x="2" y="417"/>
                      <a:pt x="12" y="320"/>
                    </a:cubicBezTo>
                    <a:cubicBezTo>
                      <a:pt x="27" y="175"/>
                      <a:pt x="25" y="83"/>
                      <a:pt x="161" y="18"/>
                    </a:cubicBezTo>
                    <a:close/>
                  </a:path>
                </a:pathLst>
              </a:custGeom>
              <a:solidFill>
                <a:srgbClr val="DFE9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1" name="Freeform 289"/>
              <p:cNvSpPr/>
              <p:nvPr userDrawn="1"/>
            </p:nvSpPr>
            <p:spPr>
              <a:xfrm>
                <a:off x="9720263" y="2152650"/>
                <a:ext cx="271463" cy="549275"/>
              </a:xfrm>
              <a:custGeom>
                <a:avLst/>
                <a:gdLst/>
                <a:ahLst/>
                <a:cxnLst>
                  <a:cxn ang="0">
                    <a:pos x="0" y="256547"/>
                  </a:cxn>
                  <a:cxn ang="0">
                    <a:pos x="0" y="545985"/>
                  </a:cxn>
                  <a:cxn ang="0">
                    <a:pos x="264841" y="417712"/>
                  </a:cxn>
                  <a:cxn ang="0">
                    <a:pos x="244978" y="0"/>
                  </a:cxn>
                  <a:cxn ang="0">
                    <a:pos x="0" y="256547"/>
                  </a:cxn>
                </a:cxnLst>
                <a:rect l="0" t="0" r="0" b="0"/>
                <a:pathLst>
                  <a:path w="82" h="167">
                    <a:moveTo>
                      <a:pt x="0" y="78"/>
                    </a:moveTo>
                    <a:cubicBezTo>
                      <a:pt x="8" y="126"/>
                      <a:pt x="0" y="167"/>
                      <a:pt x="0" y="166"/>
                    </a:cubicBezTo>
                    <a:cubicBezTo>
                      <a:pt x="4" y="163"/>
                      <a:pt x="82" y="127"/>
                      <a:pt x="80" y="127"/>
                    </a:cubicBezTo>
                    <a:cubicBezTo>
                      <a:pt x="77" y="126"/>
                      <a:pt x="74" y="0"/>
                      <a:pt x="74" y="0"/>
                    </a:cubicBez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2" name="Freeform 290"/>
              <p:cNvSpPr/>
              <p:nvPr userDrawn="1"/>
            </p:nvSpPr>
            <p:spPr>
              <a:xfrm>
                <a:off x="9082088" y="1439863"/>
                <a:ext cx="971550" cy="1141413"/>
              </a:xfrm>
              <a:custGeom>
                <a:avLst/>
                <a:gdLst/>
                <a:ahLst/>
                <a:cxnLst>
                  <a:cxn ang="0">
                    <a:pos x="401793" y="52782"/>
                  </a:cxn>
                  <a:cxn ang="0">
                    <a:pos x="88921" y="597097"/>
                  </a:cxn>
                  <a:cxn ang="0">
                    <a:pos x="174549" y="719156"/>
                  </a:cxn>
                  <a:cxn ang="0">
                    <a:pos x="151495" y="893996"/>
                  </a:cxn>
                  <a:cxn ang="0">
                    <a:pos x="230537" y="900594"/>
                  </a:cxn>
                  <a:cxn ang="0">
                    <a:pos x="428140" y="1101826"/>
                  </a:cxn>
                  <a:cxn ang="0">
                    <a:pos x="902388" y="445349"/>
                  </a:cxn>
                  <a:cxn ang="0">
                    <a:pos x="401793" y="52782"/>
                  </a:cxn>
                </a:cxnLst>
                <a:rect l="0" t="0" r="0" b="0"/>
                <a:pathLst>
                  <a:path w="295" h="346">
                    <a:moveTo>
                      <a:pt x="122" y="16"/>
                    </a:moveTo>
                    <a:cubicBezTo>
                      <a:pt x="36" y="37"/>
                      <a:pt x="0" y="88"/>
                      <a:pt x="27" y="181"/>
                    </a:cubicBezTo>
                    <a:cubicBezTo>
                      <a:pt x="31" y="194"/>
                      <a:pt x="50" y="213"/>
                      <a:pt x="53" y="218"/>
                    </a:cubicBezTo>
                    <a:cubicBezTo>
                      <a:pt x="49" y="251"/>
                      <a:pt x="42" y="259"/>
                      <a:pt x="46" y="271"/>
                    </a:cubicBezTo>
                    <a:cubicBezTo>
                      <a:pt x="48" y="276"/>
                      <a:pt x="61" y="275"/>
                      <a:pt x="70" y="273"/>
                    </a:cubicBezTo>
                    <a:cubicBezTo>
                      <a:pt x="82" y="297"/>
                      <a:pt x="107" y="329"/>
                      <a:pt x="130" y="334"/>
                    </a:cubicBezTo>
                    <a:cubicBezTo>
                      <a:pt x="186" y="346"/>
                      <a:pt x="295" y="244"/>
                      <a:pt x="274" y="135"/>
                    </a:cubicBezTo>
                    <a:cubicBezTo>
                      <a:pt x="258" y="53"/>
                      <a:pt x="190" y="0"/>
                      <a:pt x="122" y="16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3" name="Freeform 291"/>
              <p:cNvSpPr/>
              <p:nvPr userDrawn="1"/>
            </p:nvSpPr>
            <p:spPr>
              <a:xfrm>
                <a:off x="9039226" y="1374775"/>
                <a:ext cx="1077913" cy="806450"/>
              </a:xfrm>
              <a:custGeom>
                <a:avLst/>
                <a:gdLst/>
                <a:ahLst/>
                <a:cxnLst>
                  <a:cxn ang="0">
                    <a:pos x="583457" y="539827"/>
                  </a:cxn>
                  <a:cxn ang="0">
                    <a:pos x="731794" y="766950"/>
                  </a:cxn>
                  <a:cxn ang="0">
                    <a:pos x="695534" y="523369"/>
                  </a:cxn>
                  <a:cxn ang="0">
                    <a:pos x="830685" y="678076"/>
                  </a:cxn>
                  <a:cxn ang="0">
                    <a:pos x="1002096" y="786700"/>
                  </a:cxn>
                  <a:cxn ang="0">
                    <a:pos x="662570" y="88874"/>
                  </a:cxn>
                  <a:cxn ang="0">
                    <a:pos x="207671" y="174456"/>
                  </a:cxn>
                  <a:cxn ang="0">
                    <a:pos x="161522" y="210664"/>
                  </a:cxn>
                  <a:cxn ang="0">
                    <a:pos x="13185" y="546411"/>
                  </a:cxn>
                  <a:cxn ang="0">
                    <a:pos x="98891" y="704409"/>
                  </a:cxn>
                  <a:cxn ang="0">
                    <a:pos x="69223" y="612243"/>
                  </a:cxn>
                  <a:cxn ang="0">
                    <a:pos x="174707" y="684659"/>
                  </a:cxn>
                  <a:cxn ang="0">
                    <a:pos x="171411" y="678076"/>
                  </a:cxn>
                  <a:cxn ang="0">
                    <a:pos x="141743" y="605660"/>
                  </a:cxn>
                  <a:cxn ang="0">
                    <a:pos x="135151" y="582618"/>
                  </a:cxn>
                  <a:cxn ang="0">
                    <a:pos x="135151" y="582618"/>
                  </a:cxn>
                  <a:cxn ang="0">
                    <a:pos x="214264" y="638576"/>
                  </a:cxn>
                  <a:cxn ang="0">
                    <a:pos x="313155" y="651743"/>
                  </a:cxn>
                  <a:cxn ang="0">
                    <a:pos x="273598" y="622118"/>
                  </a:cxn>
                  <a:cxn ang="0">
                    <a:pos x="372489" y="625410"/>
                  </a:cxn>
                  <a:cxn ang="0">
                    <a:pos x="319747" y="585910"/>
                  </a:cxn>
                  <a:cxn ang="0">
                    <a:pos x="454899" y="592493"/>
                  </a:cxn>
                  <a:cxn ang="0">
                    <a:pos x="583457" y="539827"/>
                  </a:cxn>
                </a:cxnLst>
                <a:rect l="0" t="0" r="0" b="0"/>
                <a:pathLst>
                  <a:path w="327" h="245">
                    <a:moveTo>
                      <a:pt x="177" y="164"/>
                    </a:moveTo>
                    <a:cubicBezTo>
                      <a:pt x="182" y="194"/>
                      <a:pt x="203" y="229"/>
                      <a:pt x="222" y="233"/>
                    </a:cubicBezTo>
                    <a:cubicBezTo>
                      <a:pt x="223" y="233"/>
                      <a:pt x="196" y="180"/>
                      <a:pt x="211" y="159"/>
                    </a:cubicBezTo>
                    <a:cubicBezTo>
                      <a:pt x="230" y="133"/>
                      <a:pt x="271" y="158"/>
                      <a:pt x="252" y="206"/>
                    </a:cubicBezTo>
                    <a:cubicBezTo>
                      <a:pt x="252" y="206"/>
                      <a:pt x="271" y="245"/>
                      <a:pt x="304" y="239"/>
                    </a:cubicBezTo>
                    <a:cubicBezTo>
                      <a:pt x="280" y="210"/>
                      <a:pt x="327" y="21"/>
                      <a:pt x="201" y="27"/>
                    </a:cubicBezTo>
                    <a:cubicBezTo>
                      <a:pt x="160" y="0"/>
                      <a:pt x="94" y="30"/>
                      <a:pt x="63" y="53"/>
                    </a:cubicBezTo>
                    <a:cubicBezTo>
                      <a:pt x="58" y="56"/>
                      <a:pt x="53" y="60"/>
                      <a:pt x="49" y="64"/>
                    </a:cubicBezTo>
                    <a:cubicBezTo>
                      <a:pt x="13" y="95"/>
                      <a:pt x="0" y="138"/>
                      <a:pt x="4" y="166"/>
                    </a:cubicBezTo>
                    <a:cubicBezTo>
                      <a:pt x="8" y="198"/>
                      <a:pt x="31" y="214"/>
                      <a:pt x="30" y="214"/>
                    </a:cubicBezTo>
                    <a:cubicBezTo>
                      <a:pt x="29" y="212"/>
                      <a:pt x="23" y="196"/>
                      <a:pt x="21" y="186"/>
                    </a:cubicBezTo>
                    <a:cubicBezTo>
                      <a:pt x="34" y="200"/>
                      <a:pt x="53" y="208"/>
                      <a:pt x="53" y="208"/>
                    </a:cubicBezTo>
                    <a:cubicBezTo>
                      <a:pt x="53" y="208"/>
                      <a:pt x="52" y="208"/>
                      <a:pt x="52" y="206"/>
                    </a:cubicBezTo>
                    <a:cubicBezTo>
                      <a:pt x="52" y="206"/>
                      <a:pt x="47" y="194"/>
                      <a:pt x="43" y="184"/>
                    </a:cubicBezTo>
                    <a:cubicBezTo>
                      <a:pt x="42" y="182"/>
                      <a:pt x="42" y="180"/>
                      <a:pt x="41" y="177"/>
                    </a:cubicBezTo>
                    <a:cubicBezTo>
                      <a:pt x="41" y="177"/>
                      <a:pt x="41" y="177"/>
                      <a:pt x="41" y="177"/>
                    </a:cubicBezTo>
                    <a:cubicBezTo>
                      <a:pt x="41" y="177"/>
                      <a:pt x="45" y="186"/>
                      <a:pt x="65" y="194"/>
                    </a:cubicBezTo>
                    <a:cubicBezTo>
                      <a:pt x="84" y="201"/>
                      <a:pt x="95" y="198"/>
                      <a:pt x="95" y="198"/>
                    </a:cubicBezTo>
                    <a:cubicBezTo>
                      <a:pt x="95" y="198"/>
                      <a:pt x="90" y="195"/>
                      <a:pt x="83" y="189"/>
                    </a:cubicBezTo>
                    <a:cubicBezTo>
                      <a:pt x="94" y="191"/>
                      <a:pt x="104" y="192"/>
                      <a:pt x="113" y="190"/>
                    </a:cubicBezTo>
                    <a:cubicBezTo>
                      <a:pt x="108" y="187"/>
                      <a:pt x="97" y="178"/>
                      <a:pt x="97" y="178"/>
                    </a:cubicBezTo>
                    <a:cubicBezTo>
                      <a:pt x="97" y="178"/>
                      <a:pt x="117" y="182"/>
                      <a:pt x="138" y="180"/>
                    </a:cubicBezTo>
                    <a:cubicBezTo>
                      <a:pt x="152" y="179"/>
                      <a:pt x="167" y="170"/>
                      <a:pt x="177" y="164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4" name="Freeform 292"/>
              <p:cNvSpPr/>
              <p:nvPr userDrawn="1"/>
            </p:nvSpPr>
            <p:spPr>
              <a:xfrm>
                <a:off x="9334501" y="2689225"/>
                <a:ext cx="280988" cy="1320800"/>
              </a:xfrm>
              <a:custGeom>
                <a:avLst/>
                <a:gdLst/>
                <a:ahLst/>
                <a:cxnLst>
                  <a:cxn ang="0">
                    <a:pos x="228096" y="36231"/>
                  </a:cxn>
                  <a:cxn ang="0">
                    <a:pos x="42974" y="1320800"/>
                  </a:cxn>
                  <a:cxn ang="0">
                    <a:pos x="135535" y="1189049"/>
                  </a:cxn>
                  <a:cxn ang="0">
                    <a:pos x="280988" y="0"/>
                  </a:cxn>
                  <a:cxn ang="0">
                    <a:pos x="228096" y="36231"/>
                  </a:cxn>
                </a:cxnLst>
                <a:rect l="0" t="0" r="0" b="0"/>
                <a:pathLst>
                  <a:path w="85" h="401">
                    <a:moveTo>
                      <a:pt x="69" y="11"/>
                    </a:moveTo>
                    <a:cubicBezTo>
                      <a:pt x="0" y="95"/>
                      <a:pt x="13" y="401"/>
                      <a:pt x="13" y="401"/>
                    </a:cubicBezTo>
                    <a:cubicBezTo>
                      <a:pt x="41" y="361"/>
                      <a:pt x="41" y="361"/>
                      <a:pt x="41" y="361"/>
                    </a:cubicBezTo>
                    <a:cubicBezTo>
                      <a:pt x="56" y="261"/>
                      <a:pt x="20" y="133"/>
                      <a:pt x="85" y="0"/>
                    </a:cubicBezTo>
                    <a:lnTo>
                      <a:pt x="69" y="11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5" name="Freeform 293"/>
              <p:cNvSpPr/>
              <p:nvPr userDrawn="1"/>
            </p:nvSpPr>
            <p:spPr>
              <a:xfrm>
                <a:off x="2595563" y="2095500"/>
                <a:ext cx="60325" cy="60325"/>
              </a:xfrm>
              <a:custGeom>
                <a:avLst/>
                <a:gdLst/>
                <a:ahLst/>
                <a:cxnLst>
                  <a:cxn ang="0">
                    <a:pos x="20108" y="3351"/>
                  </a:cxn>
                  <a:cxn ang="0">
                    <a:pos x="56973" y="23459"/>
                  </a:cxn>
                  <a:cxn ang="0">
                    <a:pos x="36865" y="56973"/>
                  </a:cxn>
                  <a:cxn ang="0">
                    <a:pos x="3351" y="36865"/>
                  </a:cxn>
                  <a:cxn ang="0">
                    <a:pos x="20108" y="3351"/>
                  </a:cxn>
                </a:cxnLst>
                <a:rect l="0" t="0" r="0" b="0"/>
                <a:pathLst>
                  <a:path w="18" h="18">
                    <a:moveTo>
                      <a:pt x="6" y="1"/>
                    </a:moveTo>
                    <a:cubicBezTo>
                      <a:pt x="11" y="0"/>
                      <a:pt x="15" y="3"/>
                      <a:pt x="17" y="7"/>
                    </a:cubicBezTo>
                    <a:cubicBezTo>
                      <a:pt x="18" y="12"/>
                      <a:pt x="16" y="16"/>
                      <a:pt x="11" y="17"/>
                    </a:cubicBezTo>
                    <a:cubicBezTo>
                      <a:pt x="7" y="18"/>
                      <a:pt x="2" y="15"/>
                      <a:pt x="1" y="11"/>
                    </a:cubicBezTo>
                    <a:cubicBezTo>
                      <a:pt x="0" y="7"/>
                      <a:pt x="2" y="2"/>
                      <a:pt x="6" y="1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6" name="Freeform 294"/>
              <p:cNvSpPr/>
              <p:nvPr userDrawn="1"/>
            </p:nvSpPr>
            <p:spPr>
              <a:xfrm>
                <a:off x="9559926" y="2386013"/>
                <a:ext cx="523875" cy="401638"/>
              </a:xfrm>
              <a:custGeom>
                <a:avLst/>
                <a:gdLst/>
                <a:ahLst/>
                <a:cxnLst>
                  <a:cxn ang="0">
                    <a:pos x="0" y="401638"/>
                  </a:cxn>
                  <a:cxn ang="0">
                    <a:pos x="19768" y="243616"/>
                  </a:cxn>
                  <a:cxn ang="0">
                    <a:pos x="461273" y="0"/>
                  </a:cxn>
                  <a:cxn ang="0">
                    <a:pos x="523875" y="144853"/>
                  </a:cxn>
                  <a:cxn ang="0">
                    <a:pos x="0" y="401638"/>
                  </a:cxn>
                </a:cxnLst>
                <a:rect l="0" t="0" r="0" b="0"/>
                <a:pathLst>
                  <a:path w="159" h="122">
                    <a:moveTo>
                      <a:pt x="0" y="122"/>
                    </a:moveTo>
                    <a:cubicBezTo>
                      <a:pt x="0" y="118"/>
                      <a:pt x="6" y="74"/>
                      <a:pt x="6" y="74"/>
                    </a:cubicBezTo>
                    <a:cubicBezTo>
                      <a:pt x="6" y="74"/>
                      <a:pt x="134" y="0"/>
                      <a:pt x="140" y="0"/>
                    </a:cubicBezTo>
                    <a:cubicBezTo>
                      <a:pt x="146" y="0"/>
                      <a:pt x="159" y="44"/>
                      <a:pt x="159" y="44"/>
                    </a:cubicBezTo>
                    <a:lnTo>
                      <a:pt x="0" y="122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7" name="Rectangle 295"/>
              <p:cNvSpPr/>
              <p:nvPr userDrawn="1"/>
            </p:nvSpPr>
            <p:spPr>
              <a:xfrm>
                <a:off x="3436938" y="3375025"/>
                <a:ext cx="5146675" cy="2217738"/>
              </a:xfrm>
              <a:prstGeom prst="rect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8" name="Freeform 296"/>
              <p:cNvSpPr/>
              <p:nvPr userDrawn="1"/>
            </p:nvSpPr>
            <p:spPr>
              <a:xfrm>
                <a:off x="7383463" y="4610100"/>
                <a:ext cx="1289050" cy="995363"/>
              </a:xfrm>
              <a:custGeom>
                <a:avLst/>
                <a:gdLst/>
                <a:ahLst/>
                <a:cxnLst>
                  <a:cxn ang="0">
                    <a:pos x="75826" y="3295"/>
                  </a:cxn>
                  <a:cxn ang="0">
                    <a:pos x="1216520" y="0"/>
                  </a:cxn>
                  <a:cxn ang="0">
                    <a:pos x="1249488" y="32959"/>
                  </a:cxn>
                  <a:cxn ang="0">
                    <a:pos x="1285753" y="962403"/>
                  </a:cxn>
                  <a:cxn ang="0">
                    <a:pos x="1256081" y="995363"/>
                  </a:cxn>
                  <a:cxn ang="0">
                    <a:pos x="32968" y="995363"/>
                  </a:cxn>
                  <a:cxn ang="0">
                    <a:pos x="0" y="962403"/>
                  </a:cxn>
                  <a:cxn ang="0">
                    <a:pos x="42858" y="36254"/>
                  </a:cxn>
                  <a:cxn ang="0">
                    <a:pos x="75826" y="3295"/>
                  </a:cxn>
                </a:cxnLst>
                <a:rect l="0" t="0" r="0" b="0"/>
                <a:pathLst>
                  <a:path w="391" h="302">
                    <a:moveTo>
                      <a:pt x="23" y="1"/>
                    </a:moveTo>
                    <a:cubicBezTo>
                      <a:pt x="369" y="0"/>
                      <a:pt x="369" y="0"/>
                      <a:pt x="369" y="0"/>
                    </a:cubicBezTo>
                    <a:cubicBezTo>
                      <a:pt x="374" y="0"/>
                      <a:pt x="378" y="5"/>
                      <a:pt x="379" y="10"/>
                    </a:cubicBezTo>
                    <a:cubicBezTo>
                      <a:pt x="390" y="292"/>
                      <a:pt x="390" y="292"/>
                      <a:pt x="390" y="292"/>
                    </a:cubicBezTo>
                    <a:cubicBezTo>
                      <a:pt x="391" y="297"/>
                      <a:pt x="386" y="302"/>
                      <a:pt x="381" y="302"/>
                    </a:cubicBezTo>
                    <a:cubicBezTo>
                      <a:pt x="10" y="302"/>
                      <a:pt x="10" y="302"/>
                      <a:pt x="10" y="302"/>
                    </a:cubicBezTo>
                    <a:cubicBezTo>
                      <a:pt x="5" y="302"/>
                      <a:pt x="0" y="297"/>
                      <a:pt x="0" y="29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5"/>
                      <a:pt x="17" y="1"/>
                      <a:pt x="23" y="1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9" name="Freeform 297"/>
              <p:cNvSpPr/>
              <p:nvPr userDrawn="1"/>
            </p:nvSpPr>
            <p:spPr>
              <a:xfrm>
                <a:off x="7416801" y="4646613"/>
                <a:ext cx="1222375" cy="922338"/>
              </a:xfrm>
              <a:custGeom>
                <a:avLst/>
                <a:gdLst/>
                <a:ahLst/>
                <a:cxnLst>
                  <a:cxn ang="0">
                    <a:pos x="42862" y="3175"/>
                  </a:cxn>
                  <a:cxn ang="0">
                    <a:pos x="0" y="922338"/>
                  </a:cxn>
                  <a:cxn ang="0">
                    <a:pos x="1222375" y="922338"/>
                  </a:cxn>
                  <a:cxn ang="0">
                    <a:pos x="1182687" y="0"/>
                  </a:cxn>
                  <a:cxn ang="0">
                    <a:pos x="42862" y="3175"/>
                  </a:cxn>
                </a:cxnLst>
                <a:rect l="0" t="0" r="0" b="0"/>
                <a:pathLst>
                  <a:path w="770" h="581">
                    <a:moveTo>
                      <a:pt x="27" y="2"/>
                    </a:moveTo>
                    <a:lnTo>
                      <a:pt x="0" y="581"/>
                    </a:lnTo>
                    <a:lnTo>
                      <a:pt x="770" y="581"/>
                    </a:lnTo>
                    <a:lnTo>
                      <a:pt x="745" y="0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0" name="Freeform 298"/>
              <p:cNvSpPr>
                <a:spLocks noEditPoints="1"/>
              </p:cNvSpPr>
              <p:nvPr userDrawn="1"/>
            </p:nvSpPr>
            <p:spPr>
              <a:xfrm>
                <a:off x="7835901" y="4471988"/>
                <a:ext cx="384175" cy="187325"/>
              </a:xfrm>
              <a:custGeom>
                <a:avLst/>
                <a:gdLst/>
                <a:ahLst/>
                <a:cxnLst>
                  <a:cxn ang="0">
                    <a:pos x="36119" y="0"/>
                  </a:cxn>
                  <a:cxn ang="0">
                    <a:pos x="348055" y="0"/>
                  </a:cxn>
                  <a:cxn ang="0">
                    <a:pos x="384175" y="39436"/>
                  </a:cxn>
                  <a:cxn ang="0">
                    <a:pos x="384175" y="147888"/>
                  </a:cxn>
                  <a:cxn ang="0">
                    <a:pos x="348055" y="187325"/>
                  </a:cxn>
                  <a:cxn ang="0">
                    <a:pos x="36119" y="187325"/>
                  </a:cxn>
                  <a:cxn ang="0">
                    <a:pos x="0" y="147888"/>
                  </a:cxn>
                  <a:cxn ang="0">
                    <a:pos x="0" y="39436"/>
                  </a:cxn>
                  <a:cxn ang="0">
                    <a:pos x="36119" y="0"/>
                  </a:cxn>
                  <a:cxn ang="0">
                    <a:pos x="36119" y="62441"/>
                  </a:cxn>
                  <a:cxn ang="0">
                    <a:pos x="36119" y="62441"/>
                  </a:cxn>
                  <a:cxn ang="0">
                    <a:pos x="32835" y="65728"/>
                  </a:cxn>
                  <a:cxn ang="0">
                    <a:pos x="32835" y="147888"/>
                  </a:cxn>
                  <a:cxn ang="0">
                    <a:pos x="36119" y="151174"/>
                  </a:cxn>
                  <a:cxn ang="0">
                    <a:pos x="348055" y="151174"/>
                  </a:cxn>
                  <a:cxn ang="0">
                    <a:pos x="351339" y="147888"/>
                  </a:cxn>
                  <a:cxn ang="0">
                    <a:pos x="351339" y="65728"/>
                  </a:cxn>
                  <a:cxn ang="0">
                    <a:pos x="348055" y="62441"/>
                  </a:cxn>
                  <a:cxn ang="0">
                    <a:pos x="36119" y="62441"/>
                  </a:cxn>
                </a:cxnLst>
                <a:rect l="0" t="0" r="0" b="0"/>
                <a:pathLst>
                  <a:path w="117" h="57">
                    <a:moveTo>
                      <a:pt x="11" y="0"/>
                    </a:moveTo>
                    <a:cubicBezTo>
                      <a:pt x="106" y="0"/>
                      <a:pt x="106" y="0"/>
                      <a:pt x="106" y="0"/>
                    </a:cubicBezTo>
                    <a:cubicBezTo>
                      <a:pt x="112" y="0"/>
                      <a:pt x="117" y="6"/>
                      <a:pt x="117" y="12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17" y="51"/>
                      <a:pt x="112" y="57"/>
                      <a:pt x="106" y="57"/>
                    </a:cubicBezTo>
                    <a:cubicBezTo>
                      <a:pt x="11" y="57"/>
                      <a:pt x="11" y="57"/>
                      <a:pt x="11" y="57"/>
                    </a:cubicBezTo>
                    <a:cubicBezTo>
                      <a:pt x="5" y="57"/>
                      <a:pt x="0" y="51"/>
                      <a:pt x="0" y="4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5" y="0"/>
                      <a:pt x="11" y="0"/>
                    </a:cubicBezTo>
                    <a:close/>
                    <a:moveTo>
                      <a:pt x="11" y="1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20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0" y="45"/>
                      <a:pt x="10" y="46"/>
                      <a:pt x="11" y="46"/>
                    </a:cubicBezTo>
                    <a:cubicBezTo>
                      <a:pt x="106" y="46"/>
                      <a:pt x="106" y="46"/>
                      <a:pt x="106" y="46"/>
                    </a:cubicBezTo>
                    <a:cubicBezTo>
                      <a:pt x="107" y="46"/>
                      <a:pt x="107" y="45"/>
                      <a:pt x="107" y="45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7" y="19"/>
                      <a:pt x="107" y="19"/>
                      <a:pt x="106" y="19"/>
                    </a:cubicBezTo>
                    <a:lnTo>
                      <a:pt x="11" y="19"/>
                    </a:lnTo>
                    <a:close/>
                  </a:path>
                </a:pathLst>
              </a:custGeom>
              <a:solidFill>
                <a:srgbClr val="20121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1" name="Freeform 299"/>
              <p:cNvSpPr/>
              <p:nvPr userDrawn="1"/>
            </p:nvSpPr>
            <p:spPr>
              <a:xfrm>
                <a:off x="7370763" y="4600575"/>
                <a:ext cx="1314450" cy="638175"/>
              </a:xfrm>
              <a:custGeom>
                <a:avLst/>
                <a:gdLst/>
                <a:ahLst/>
                <a:cxnLst>
                  <a:cxn ang="0">
                    <a:pos x="32943" y="0"/>
                  </a:cxn>
                  <a:cxn ang="0">
                    <a:pos x="1281506" y="0"/>
                  </a:cxn>
                  <a:cxn ang="0">
                    <a:pos x="1314450" y="36185"/>
                  </a:cxn>
                  <a:cxn ang="0">
                    <a:pos x="1314450" y="457249"/>
                  </a:cxn>
                  <a:cxn ang="0">
                    <a:pos x="655577" y="638175"/>
                  </a:cxn>
                  <a:cxn ang="0">
                    <a:pos x="0" y="457249"/>
                  </a:cxn>
                  <a:cxn ang="0">
                    <a:pos x="0" y="36185"/>
                  </a:cxn>
                  <a:cxn ang="0">
                    <a:pos x="32943" y="0"/>
                  </a:cxn>
                </a:cxnLst>
                <a:rect l="0" t="0" r="0" b="0"/>
                <a:pathLst>
                  <a:path w="399" h="194">
                    <a:moveTo>
                      <a:pt x="10" y="0"/>
                    </a:moveTo>
                    <a:cubicBezTo>
                      <a:pt x="389" y="0"/>
                      <a:pt x="389" y="0"/>
                      <a:pt x="389" y="0"/>
                    </a:cubicBezTo>
                    <a:cubicBezTo>
                      <a:pt x="395" y="0"/>
                      <a:pt x="399" y="5"/>
                      <a:pt x="399" y="11"/>
                    </a:cubicBezTo>
                    <a:cubicBezTo>
                      <a:pt x="399" y="139"/>
                      <a:pt x="399" y="139"/>
                      <a:pt x="399" y="139"/>
                    </a:cubicBezTo>
                    <a:cubicBezTo>
                      <a:pt x="353" y="172"/>
                      <a:pt x="281" y="194"/>
                      <a:pt x="199" y="194"/>
                    </a:cubicBezTo>
                    <a:cubicBezTo>
                      <a:pt x="118" y="194"/>
                      <a:pt x="46" y="172"/>
                      <a:pt x="0" y="13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2" name="Freeform 300"/>
              <p:cNvSpPr/>
              <p:nvPr userDrawn="1"/>
            </p:nvSpPr>
            <p:spPr>
              <a:xfrm>
                <a:off x="7386638" y="4600575"/>
                <a:ext cx="1282700" cy="622300"/>
              </a:xfrm>
              <a:custGeom>
                <a:avLst/>
                <a:gdLst/>
                <a:ahLst/>
                <a:cxnLst>
                  <a:cxn ang="0">
                    <a:pos x="639701" y="622300"/>
                  </a:cxn>
                  <a:cxn ang="0">
                    <a:pos x="3297" y="437914"/>
                  </a:cxn>
                  <a:cxn ang="0">
                    <a:pos x="0" y="434622"/>
                  </a:cxn>
                  <a:cxn ang="0">
                    <a:pos x="0" y="6585"/>
                  </a:cxn>
                  <a:cxn ang="0">
                    <a:pos x="9892" y="0"/>
                  </a:cxn>
                  <a:cxn ang="0">
                    <a:pos x="9892" y="428037"/>
                  </a:cxn>
                  <a:cxn ang="0">
                    <a:pos x="639701" y="609129"/>
                  </a:cxn>
                  <a:cxn ang="0">
                    <a:pos x="1272807" y="428037"/>
                  </a:cxn>
                  <a:cxn ang="0">
                    <a:pos x="1272807" y="0"/>
                  </a:cxn>
                  <a:cxn ang="0">
                    <a:pos x="1282700" y="6585"/>
                  </a:cxn>
                  <a:cxn ang="0">
                    <a:pos x="1282700" y="434622"/>
                  </a:cxn>
                  <a:cxn ang="0">
                    <a:pos x="1279402" y="437914"/>
                  </a:cxn>
                  <a:cxn ang="0">
                    <a:pos x="639701" y="622300"/>
                  </a:cxn>
                </a:cxnLst>
                <a:rect l="0" t="0" r="0" b="0"/>
                <a:pathLst>
                  <a:path w="389" h="189">
                    <a:moveTo>
                      <a:pt x="194" y="189"/>
                    </a:moveTo>
                    <a:cubicBezTo>
                      <a:pt x="119" y="189"/>
                      <a:pt x="48" y="168"/>
                      <a:pt x="1" y="133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1"/>
                      <a:pt x="3" y="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50" y="165"/>
                      <a:pt x="120" y="185"/>
                      <a:pt x="194" y="185"/>
                    </a:cubicBezTo>
                    <a:cubicBezTo>
                      <a:pt x="269" y="185"/>
                      <a:pt x="339" y="165"/>
                      <a:pt x="386" y="130"/>
                    </a:cubicBezTo>
                    <a:cubicBezTo>
                      <a:pt x="386" y="0"/>
                      <a:pt x="386" y="0"/>
                      <a:pt x="386" y="0"/>
                    </a:cubicBezTo>
                    <a:cubicBezTo>
                      <a:pt x="387" y="1"/>
                      <a:pt x="388" y="1"/>
                      <a:pt x="389" y="2"/>
                    </a:cubicBezTo>
                    <a:cubicBezTo>
                      <a:pt x="389" y="132"/>
                      <a:pt x="389" y="132"/>
                      <a:pt x="389" y="132"/>
                    </a:cubicBezTo>
                    <a:cubicBezTo>
                      <a:pt x="388" y="133"/>
                      <a:pt x="388" y="133"/>
                      <a:pt x="388" y="133"/>
                    </a:cubicBezTo>
                    <a:cubicBezTo>
                      <a:pt x="341" y="168"/>
                      <a:pt x="270" y="189"/>
                      <a:pt x="194" y="189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3" name="Freeform 301"/>
              <p:cNvSpPr/>
              <p:nvPr userDrawn="1"/>
            </p:nvSpPr>
            <p:spPr>
              <a:xfrm>
                <a:off x="7940676" y="5164138"/>
                <a:ext cx="141288" cy="160338"/>
              </a:xfrm>
              <a:custGeom>
                <a:avLst/>
                <a:gdLst/>
                <a:ahLst/>
                <a:cxnLst>
                  <a:cxn ang="0">
                    <a:pos x="13143" y="0"/>
                  </a:cxn>
                  <a:cxn ang="0">
                    <a:pos x="128144" y="0"/>
                  </a:cxn>
                  <a:cxn ang="0">
                    <a:pos x="141288" y="13088"/>
                  </a:cxn>
                  <a:cxn ang="0">
                    <a:pos x="141288" y="143976"/>
                  </a:cxn>
                  <a:cxn ang="0">
                    <a:pos x="128144" y="160338"/>
                  </a:cxn>
                  <a:cxn ang="0">
                    <a:pos x="13143" y="160338"/>
                  </a:cxn>
                  <a:cxn ang="0">
                    <a:pos x="0" y="143976"/>
                  </a:cxn>
                  <a:cxn ang="0">
                    <a:pos x="0" y="13088"/>
                  </a:cxn>
                  <a:cxn ang="0">
                    <a:pos x="13143" y="0"/>
                  </a:cxn>
                </a:cxnLst>
                <a:rect l="0" t="0" r="0" b="0"/>
                <a:pathLst>
                  <a:path w="43" h="49">
                    <a:moveTo>
                      <a:pt x="4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41" y="0"/>
                      <a:pt x="43" y="1"/>
                      <a:pt x="43" y="4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7"/>
                      <a:pt x="41" y="49"/>
                      <a:pt x="39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49"/>
                      <a:pt x="0" y="47"/>
                      <a:pt x="0" y="4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E4E4E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4" name="Freeform 302"/>
              <p:cNvSpPr/>
              <p:nvPr userDrawn="1"/>
            </p:nvSpPr>
            <p:spPr>
              <a:xfrm>
                <a:off x="7959726" y="5189538"/>
                <a:ext cx="103188" cy="106363"/>
              </a:xfrm>
              <a:custGeom>
                <a:avLst/>
                <a:gdLst/>
                <a:ahLst/>
                <a:cxnLst>
                  <a:cxn ang="0">
                    <a:pos x="6657" y="0"/>
                  </a:cxn>
                  <a:cxn ang="0">
                    <a:pos x="96530" y="0"/>
                  </a:cxn>
                  <a:cxn ang="0">
                    <a:pos x="103188" y="9971"/>
                  </a:cxn>
                  <a:cxn ang="0">
                    <a:pos x="103188" y="99715"/>
                  </a:cxn>
                  <a:cxn ang="0">
                    <a:pos x="96530" y="106363"/>
                  </a:cxn>
                  <a:cxn ang="0">
                    <a:pos x="6657" y="106363"/>
                  </a:cxn>
                  <a:cxn ang="0">
                    <a:pos x="0" y="99715"/>
                  </a:cxn>
                  <a:cxn ang="0">
                    <a:pos x="0" y="9971"/>
                  </a:cxn>
                  <a:cxn ang="0">
                    <a:pos x="6657" y="0"/>
                  </a:cxn>
                </a:cxnLst>
                <a:rect l="0" t="0" r="0" b="0"/>
                <a:pathLst>
                  <a:path w="31" h="32">
                    <a:moveTo>
                      <a:pt x="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1" y="1"/>
                      <a:pt x="31" y="3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31"/>
                      <a:pt x="30" y="32"/>
                      <a:pt x="29" y="32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1" y="32"/>
                      <a:pt x="0" y="31"/>
                      <a:pt x="0" y="3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82808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5" name="Freeform 303"/>
              <p:cNvSpPr/>
              <p:nvPr userDrawn="1"/>
            </p:nvSpPr>
            <p:spPr>
              <a:xfrm>
                <a:off x="7888288" y="2406650"/>
                <a:ext cx="125413" cy="873125"/>
              </a:xfrm>
              <a:custGeom>
                <a:avLst/>
                <a:gdLst/>
                <a:ahLst/>
                <a:cxnLst>
                  <a:cxn ang="0">
                    <a:pos x="3300" y="32948"/>
                  </a:cxn>
                  <a:cxn ang="0">
                    <a:pos x="72607" y="846766"/>
                  </a:cxn>
                  <a:cxn ang="0">
                    <a:pos x="99010" y="873125"/>
                  </a:cxn>
                  <a:cxn ang="0">
                    <a:pos x="122112" y="843471"/>
                  </a:cxn>
                  <a:cxn ang="0">
                    <a:pos x="52805" y="26358"/>
                  </a:cxn>
                  <a:cxn ang="0">
                    <a:pos x="23102" y="3294"/>
                  </a:cxn>
                  <a:cxn ang="0">
                    <a:pos x="3300" y="32948"/>
                  </a:cxn>
                </a:cxnLst>
                <a:rect l="0" t="0" r="0" b="0"/>
                <a:pathLst>
                  <a:path w="38" h="265">
                    <a:moveTo>
                      <a:pt x="1" y="10"/>
                    </a:moveTo>
                    <a:cubicBezTo>
                      <a:pt x="22" y="257"/>
                      <a:pt x="22" y="257"/>
                      <a:pt x="22" y="257"/>
                    </a:cubicBezTo>
                    <a:cubicBezTo>
                      <a:pt x="23" y="262"/>
                      <a:pt x="26" y="265"/>
                      <a:pt x="30" y="265"/>
                    </a:cubicBezTo>
                    <a:cubicBezTo>
                      <a:pt x="34" y="264"/>
                      <a:pt x="38" y="260"/>
                      <a:pt x="37" y="256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4"/>
                      <a:pt x="11" y="0"/>
                      <a:pt x="7" y="1"/>
                    </a:cubicBezTo>
                    <a:cubicBezTo>
                      <a:pt x="3" y="1"/>
                      <a:pt x="0" y="5"/>
                      <a:pt x="1" y="10"/>
                    </a:cubicBezTo>
                    <a:close/>
                  </a:path>
                </a:pathLst>
              </a:custGeom>
              <a:solidFill>
                <a:srgbClr val="5E606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6" name="Freeform 304"/>
              <p:cNvSpPr/>
              <p:nvPr userDrawn="1"/>
            </p:nvSpPr>
            <p:spPr>
              <a:xfrm>
                <a:off x="7888288" y="2409825"/>
                <a:ext cx="101600" cy="869950"/>
              </a:xfrm>
              <a:custGeom>
                <a:avLst/>
                <a:gdLst/>
                <a:ahLst/>
                <a:cxnLst>
                  <a:cxn ang="0">
                    <a:pos x="3277" y="29657"/>
                  </a:cxn>
                  <a:cxn ang="0">
                    <a:pos x="72103" y="843587"/>
                  </a:cxn>
                  <a:cxn ang="0">
                    <a:pos x="98322" y="869950"/>
                  </a:cxn>
                  <a:cxn ang="0">
                    <a:pos x="101600" y="869950"/>
                  </a:cxn>
                  <a:cxn ang="0">
                    <a:pos x="22941" y="0"/>
                  </a:cxn>
                  <a:cxn ang="0">
                    <a:pos x="3277" y="29657"/>
                  </a:cxn>
                </a:cxnLst>
                <a:rect l="0" t="0" r="0" b="0"/>
                <a:pathLst>
                  <a:path w="31" h="264">
                    <a:moveTo>
                      <a:pt x="1" y="9"/>
                    </a:moveTo>
                    <a:cubicBezTo>
                      <a:pt x="22" y="256"/>
                      <a:pt x="22" y="256"/>
                      <a:pt x="22" y="256"/>
                    </a:cubicBezTo>
                    <a:cubicBezTo>
                      <a:pt x="23" y="261"/>
                      <a:pt x="26" y="264"/>
                      <a:pt x="30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4"/>
                      <a:pt x="1" y="9"/>
                    </a:cubicBezTo>
                    <a:close/>
                  </a:path>
                </a:pathLst>
              </a:custGeom>
              <a:solidFill>
                <a:srgbClr val="4F4E5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7" name="Rectangle 305"/>
              <p:cNvSpPr/>
              <p:nvPr userDrawn="1"/>
            </p:nvSpPr>
            <p:spPr>
              <a:xfrm>
                <a:off x="8056563" y="3240088"/>
                <a:ext cx="65088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8" name="Rectangle 306"/>
              <p:cNvSpPr/>
              <p:nvPr userDrawn="1"/>
            </p:nvSpPr>
            <p:spPr>
              <a:xfrm>
                <a:off x="8128001" y="3240088"/>
                <a:ext cx="66675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9" name="Rectangle 307"/>
              <p:cNvSpPr/>
              <p:nvPr userDrawn="1"/>
            </p:nvSpPr>
            <p:spPr>
              <a:xfrm>
                <a:off x="8201026" y="3240088"/>
                <a:ext cx="66675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0" name="Rectangle 308"/>
              <p:cNvSpPr/>
              <p:nvPr userDrawn="1"/>
            </p:nvSpPr>
            <p:spPr>
              <a:xfrm>
                <a:off x="8270876" y="3240088"/>
                <a:ext cx="65088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1" name="Rectangle 309"/>
              <p:cNvSpPr/>
              <p:nvPr userDrawn="1"/>
            </p:nvSpPr>
            <p:spPr>
              <a:xfrm>
                <a:off x="8342313" y="3240088"/>
                <a:ext cx="66675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2" name="Rectangle 310"/>
              <p:cNvSpPr/>
              <p:nvPr userDrawn="1"/>
            </p:nvSpPr>
            <p:spPr>
              <a:xfrm>
                <a:off x="8412163" y="3240088"/>
                <a:ext cx="65088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3" name="Freeform 311"/>
              <p:cNvSpPr/>
              <p:nvPr userDrawn="1"/>
            </p:nvSpPr>
            <p:spPr>
              <a:xfrm>
                <a:off x="7964488" y="3246438"/>
                <a:ext cx="793750" cy="55563"/>
              </a:xfrm>
              <a:custGeom>
                <a:avLst/>
                <a:gdLst/>
                <a:ahLst/>
                <a:cxnLst>
                  <a:cxn ang="0">
                    <a:pos x="767401" y="0"/>
                  </a:cxn>
                  <a:cxn ang="0">
                    <a:pos x="26348" y="0"/>
                  </a:cxn>
                  <a:cxn ang="0">
                    <a:pos x="0" y="26147"/>
                  </a:cxn>
                  <a:cxn ang="0">
                    <a:pos x="26348" y="55563"/>
                  </a:cxn>
                  <a:cxn ang="0">
                    <a:pos x="767401" y="52294"/>
                  </a:cxn>
                  <a:cxn ang="0">
                    <a:pos x="793750" y="26147"/>
                  </a:cxn>
                  <a:cxn ang="0">
                    <a:pos x="767401" y="0"/>
                  </a:cxn>
                </a:cxnLst>
                <a:rect l="0" t="0" r="0" b="0"/>
                <a:pathLst>
                  <a:path w="241" h="17">
                    <a:moveTo>
                      <a:pt x="233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8" y="17"/>
                    </a:cubicBezTo>
                    <a:cubicBezTo>
                      <a:pt x="233" y="16"/>
                      <a:pt x="233" y="16"/>
                      <a:pt x="233" y="16"/>
                    </a:cubicBezTo>
                    <a:cubicBezTo>
                      <a:pt x="237" y="16"/>
                      <a:pt x="241" y="13"/>
                      <a:pt x="241" y="8"/>
                    </a:cubicBezTo>
                    <a:cubicBezTo>
                      <a:pt x="241" y="3"/>
                      <a:pt x="237" y="0"/>
                      <a:pt x="233" y="0"/>
                    </a:cubicBezTo>
                    <a:close/>
                  </a:path>
                </a:pathLst>
              </a:custGeom>
              <a:solidFill>
                <a:srgbClr val="4241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4" name="Rectangle 312"/>
              <p:cNvSpPr/>
              <p:nvPr userDrawn="1"/>
            </p:nvSpPr>
            <p:spPr>
              <a:xfrm>
                <a:off x="8504238" y="3265488"/>
                <a:ext cx="66675" cy="20638"/>
              </a:xfrm>
              <a:prstGeom prst="rect">
                <a:avLst/>
              </a:prstGeom>
              <a:solidFill>
                <a:srgbClr val="373737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5" name="Rectangle 313"/>
              <p:cNvSpPr/>
              <p:nvPr userDrawn="1"/>
            </p:nvSpPr>
            <p:spPr>
              <a:xfrm>
                <a:off x="8593138" y="3265488"/>
                <a:ext cx="66675" cy="20638"/>
              </a:xfrm>
              <a:prstGeom prst="rect">
                <a:avLst/>
              </a:prstGeom>
              <a:solidFill>
                <a:srgbClr val="373737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6" name="Freeform 314"/>
              <p:cNvSpPr/>
              <p:nvPr userDrawn="1"/>
            </p:nvSpPr>
            <p:spPr>
              <a:xfrm>
                <a:off x="8059738" y="3259138"/>
                <a:ext cx="401638" cy="30163"/>
              </a:xfrm>
              <a:custGeom>
                <a:avLst/>
                <a:gdLst/>
                <a:ahLst/>
                <a:cxnLst>
                  <a:cxn ang="0">
                    <a:pos x="6584" y="3351"/>
                  </a:cxn>
                  <a:cxn ang="0">
                    <a:pos x="395053" y="0"/>
                  </a:cxn>
                  <a:cxn ang="0">
                    <a:pos x="401638" y="6702"/>
                  </a:cxn>
                  <a:cxn ang="0">
                    <a:pos x="401638" y="23460"/>
                  </a:cxn>
                  <a:cxn ang="0">
                    <a:pos x="395053" y="30163"/>
                  </a:cxn>
                  <a:cxn ang="0">
                    <a:pos x="6584" y="30163"/>
                  </a:cxn>
                  <a:cxn ang="0">
                    <a:pos x="0" y="23460"/>
                  </a:cxn>
                  <a:cxn ang="0">
                    <a:pos x="0" y="10054"/>
                  </a:cxn>
                  <a:cxn ang="0">
                    <a:pos x="6584" y="3351"/>
                  </a:cxn>
                </a:cxnLst>
                <a:rect l="0" t="0" r="0" b="0"/>
                <a:pathLst>
                  <a:path w="122" h="9">
                    <a:moveTo>
                      <a:pt x="2" y="1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8"/>
                      <a:pt x="121" y="9"/>
                      <a:pt x="120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0" y="8"/>
                      <a:pt x="0" y="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37373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7" name="Freeform 315"/>
              <p:cNvSpPr/>
              <p:nvPr userDrawn="1"/>
            </p:nvSpPr>
            <p:spPr>
              <a:xfrm>
                <a:off x="9431338" y="2474913"/>
                <a:ext cx="757238" cy="1855788"/>
              </a:xfrm>
              <a:custGeom>
                <a:avLst/>
                <a:gdLst/>
                <a:ahLst/>
                <a:cxnLst>
                  <a:cxn ang="0">
                    <a:pos x="566282" y="6592"/>
                  </a:cxn>
                  <a:cxn ang="0">
                    <a:pos x="227171" y="263699"/>
                  </a:cxn>
                  <a:cxn ang="0">
                    <a:pos x="128401" y="1529459"/>
                  </a:cxn>
                  <a:cxn ang="0">
                    <a:pos x="207417" y="1753604"/>
                  </a:cxn>
                  <a:cxn ang="0">
                    <a:pos x="437881" y="1829418"/>
                  </a:cxn>
                  <a:cxn ang="0">
                    <a:pos x="757238" y="1747011"/>
                  </a:cxn>
                  <a:cxn ang="0">
                    <a:pos x="711145" y="533992"/>
                  </a:cxn>
                  <a:cxn ang="0">
                    <a:pos x="704560" y="141738"/>
                  </a:cxn>
                  <a:cxn ang="0">
                    <a:pos x="566282" y="6592"/>
                  </a:cxn>
                </a:cxnLst>
                <a:rect l="0" t="0" r="0" b="0"/>
                <a:pathLst>
                  <a:path w="230" h="563">
                    <a:moveTo>
                      <a:pt x="172" y="2"/>
                    </a:moveTo>
                    <a:cubicBezTo>
                      <a:pt x="150" y="0"/>
                      <a:pt x="69" y="80"/>
                      <a:pt x="69" y="80"/>
                    </a:cubicBezTo>
                    <a:cubicBezTo>
                      <a:pt x="0" y="304"/>
                      <a:pt x="16" y="233"/>
                      <a:pt x="39" y="464"/>
                    </a:cubicBezTo>
                    <a:cubicBezTo>
                      <a:pt x="44" y="519"/>
                      <a:pt x="56" y="534"/>
                      <a:pt x="63" y="532"/>
                    </a:cubicBezTo>
                    <a:cubicBezTo>
                      <a:pt x="71" y="530"/>
                      <a:pt x="90" y="546"/>
                      <a:pt x="133" y="555"/>
                    </a:cubicBezTo>
                    <a:cubicBezTo>
                      <a:pt x="176" y="563"/>
                      <a:pt x="230" y="530"/>
                      <a:pt x="230" y="530"/>
                    </a:cubicBezTo>
                    <a:cubicBezTo>
                      <a:pt x="230" y="530"/>
                      <a:pt x="211" y="221"/>
                      <a:pt x="216" y="162"/>
                    </a:cubicBezTo>
                    <a:cubicBezTo>
                      <a:pt x="220" y="102"/>
                      <a:pt x="228" y="74"/>
                      <a:pt x="214" y="43"/>
                    </a:cubicBezTo>
                    <a:cubicBezTo>
                      <a:pt x="201" y="12"/>
                      <a:pt x="172" y="2"/>
                      <a:pt x="172" y="2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8" name="Freeform 316"/>
              <p:cNvSpPr/>
              <p:nvPr userDrawn="1"/>
            </p:nvSpPr>
            <p:spPr>
              <a:xfrm>
                <a:off x="8375651" y="2940050"/>
                <a:ext cx="487363" cy="300038"/>
              </a:xfrm>
              <a:custGeom>
                <a:avLst/>
                <a:gdLst/>
                <a:ahLst/>
                <a:cxnLst>
                  <a:cxn ang="0">
                    <a:pos x="487363" y="56051"/>
                  </a:cxn>
                  <a:cxn ang="0">
                    <a:pos x="233802" y="3297"/>
                  </a:cxn>
                  <a:cxn ang="0">
                    <a:pos x="85617" y="92319"/>
                  </a:cxn>
                  <a:cxn ang="0">
                    <a:pos x="13171" y="263769"/>
                  </a:cxn>
                  <a:cxn ang="0">
                    <a:pos x="49394" y="260472"/>
                  </a:cxn>
                  <a:cxn ang="0">
                    <a:pos x="88910" y="211015"/>
                  </a:cxn>
                  <a:cxn ang="0">
                    <a:pos x="115254" y="161558"/>
                  </a:cxn>
                  <a:cxn ang="0">
                    <a:pos x="164649" y="118696"/>
                  </a:cxn>
                  <a:cxn ang="0">
                    <a:pos x="102082" y="207718"/>
                  </a:cxn>
                  <a:cxn ang="0">
                    <a:pos x="62566" y="296740"/>
                  </a:cxn>
                  <a:cxn ang="0">
                    <a:pos x="105375" y="290146"/>
                  </a:cxn>
                  <a:cxn ang="0">
                    <a:pos x="158063" y="214312"/>
                  </a:cxn>
                  <a:cxn ang="0">
                    <a:pos x="207458" y="168153"/>
                  </a:cxn>
                  <a:cxn ang="0">
                    <a:pos x="256853" y="194530"/>
                  </a:cxn>
                  <a:cxn ang="0">
                    <a:pos x="411624" y="204421"/>
                  </a:cxn>
                  <a:cxn ang="0">
                    <a:pos x="487363" y="56051"/>
                  </a:cxn>
                </a:cxnLst>
                <a:rect l="0" t="0" r="0" b="0"/>
                <a:pathLst>
                  <a:path w="148" h="91">
                    <a:moveTo>
                      <a:pt x="148" y="17"/>
                    </a:moveTo>
                    <a:cubicBezTo>
                      <a:pt x="139" y="18"/>
                      <a:pt x="75" y="1"/>
                      <a:pt x="71" y="1"/>
                    </a:cubicBezTo>
                    <a:cubicBezTo>
                      <a:pt x="67" y="0"/>
                      <a:pt x="29" y="24"/>
                      <a:pt x="26" y="28"/>
                    </a:cubicBezTo>
                    <a:cubicBezTo>
                      <a:pt x="24" y="33"/>
                      <a:pt x="0" y="80"/>
                      <a:pt x="4" y="80"/>
                    </a:cubicBezTo>
                    <a:cubicBezTo>
                      <a:pt x="7" y="81"/>
                      <a:pt x="9" y="81"/>
                      <a:pt x="15" y="79"/>
                    </a:cubicBezTo>
                    <a:cubicBezTo>
                      <a:pt x="21" y="76"/>
                      <a:pt x="27" y="64"/>
                      <a:pt x="27" y="64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45" y="40"/>
                      <a:pt x="33" y="59"/>
                      <a:pt x="31" y="63"/>
                    </a:cubicBezTo>
                    <a:cubicBezTo>
                      <a:pt x="27" y="75"/>
                      <a:pt x="19" y="90"/>
                      <a:pt x="19" y="90"/>
                    </a:cubicBezTo>
                    <a:cubicBezTo>
                      <a:pt x="20" y="91"/>
                      <a:pt x="26" y="90"/>
                      <a:pt x="32" y="88"/>
                    </a:cubicBezTo>
                    <a:cubicBezTo>
                      <a:pt x="38" y="87"/>
                      <a:pt x="48" y="65"/>
                      <a:pt x="48" y="65"/>
                    </a:cubicBezTo>
                    <a:cubicBezTo>
                      <a:pt x="48" y="64"/>
                      <a:pt x="60" y="54"/>
                      <a:pt x="63" y="51"/>
                    </a:cubicBezTo>
                    <a:cubicBezTo>
                      <a:pt x="63" y="53"/>
                      <a:pt x="77" y="59"/>
                      <a:pt x="78" y="59"/>
                    </a:cubicBezTo>
                    <a:cubicBezTo>
                      <a:pt x="108" y="74"/>
                      <a:pt x="126" y="60"/>
                      <a:pt x="125" y="62"/>
                    </a:cubicBezTo>
                    <a:lnTo>
                      <a:pt x="148" y="17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9" name="Freeform 317"/>
              <p:cNvSpPr/>
              <p:nvPr userDrawn="1"/>
            </p:nvSpPr>
            <p:spPr>
              <a:xfrm>
                <a:off x="8302626" y="2943225"/>
                <a:ext cx="307975" cy="177800"/>
              </a:xfrm>
              <a:custGeom>
                <a:avLst/>
                <a:gdLst/>
                <a:ahLst/>
                <a:cxnLst>
                  <a:cxn ang="0">
                    <a:pos x="307975" y="0"/>
                  </a:cxn>
                  <a:cxn ang="0">
                    <a:pos x="149020" y="46096"/>
                  </a:cxn>
                  <a:cxn ang="0">
                    <a:pos x="23180" y="167922"/>
                  </a:cxn>
                  <a:cxn ang="0">
                    <a:pos x="92723" y="151459"/>
                  </a:cxn>
                  <a:cxn ang="0">
                    <a:pos x="168889" y="102070"/>
                  </a:cxn>
                  <a:cxn ang="0">
                    <a:pos x="291417" y="79022"/>
                  </a:cxn>
                  <a:cxn ang="0">
                    <a:pos x="307975" y="0"/>
                  </a:cxn>
                </a:cxnLst>
                <a:rect l="0" t="0" r="0" b="0"/>
                <a:pathLst>
                  <a:path w="93" h="54">
                    <a:moveTo>
                      <a:pt x="93" y="0"/>
                    </a:moveTo>
                    <a:cubicBezTo>
                      <a:pt x="90" y="0"/>
                      <a:pt x="53" y="6"/>
                      <a:pt x="45" y="14"/>
                    </a:cubicBezTo>
                    <a:cubicBezTo>
                      <a:pt x="36" y="21"/>
                      <a:pt x="0" y="48"/>
                      <a:pt x="7" y="51"/>
                    </a:cubicBezTo>
                    <a:cubicBezTo>
                      <a:pt x="14" y="54"/>
                      <a:pt x="26" y="47"/>
                      <a:pt x="28" y="46"/>
                    </a:cubicBezTo>
                    <a:cubicBezTo>
                      <a:pt x="29" y="46"/>
                      <a:pt x="49" y="31"/>
                      <a:pt x="51" y="31"/>
                    </a:cubicBezTo>
                    <a:cubicBezTo>
                      <a:pt x="54" y="31"/>
                      <a:pt x="87" y="25"/>
                      <a:pt x="88" y="24"/>
                    </a:cubicBezTo>
                    <a:cubicBezTo>
                      <a:pt x="88" y="22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0" name="Freeform 318"/>
              <p:cNvSpPr/>
              <p:nvPr userDrawn="1"/>
            </p:nvSpPr>
            <p:spPr>
              <a:xfrm>
                <a:off x="8691563" y="2962275"/>
                <a:ext cx="219075" cy="257175"/>
              </a:xfrm>
              <a:custGeom>
                <a:avLst/>
                <a:gdLst/>
                <a:ahLst/>
                <a:cxnLst>
                  <a:cxn ang="0">
                    <a:pos x="219075" y="52753"/>
                  </a:cxn>
                  <a:cxn ang="0">
                    <a:pos x="89621" y="0"/>
                  </a:cxn>
                  <a:cxn ang="0">
                    <a:pos x="6638" y="230798"/>
                  </a:cxn>
                  <a:cxn ang="0">
                    <a:pos x="149369" y="257175"/>
                  </a:cxn>
                  <a:cxn ang="0">
                    <a:pos x="219075" y="52753"/>
                  </a:cxn>
                </a:cxnLst>
                <a:rect l="0" t="0" r="0" b="0"/>
                <a:pathLst>
                  <a:path w="66" h="78">
                    <a:moveTo>
                      <a:pt x="66" y="16"/>
                    </a:moveTo>
                    <a:cubicBezTo>
                      <a:pt x="63" y="14"/>
                      <a:pt x="27" y="0"/>
                      <a:pt x="27" y="0"/>
                    </a:cubicBezTo>
                    <a:cubicBezTo>
                      <a:pt x="27" y="0"/>
                      <a:pt x="0" y="71"/>
                      <a:pt x="2" y="70"/>
                    </a:cubicBezTo>
                    <a:cubicBezTo>
                      <a:pt x="3" y="70"/>
                      <a:pt x="45" y="78"/>
                      <a:pt x="45" y="78"/>
                    </a:cubicBezTo>
                    <a:lnTo>
                      <a:pt x="66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1" name="Freeform 319"/>
              <p:cNvSpPr/>
              <p:nvPr userDrawn="1"/>
            </p:nvSpPr>
            <p:spPr>
              <a:xfrm>
                <a:off x="8734426" y="2495550"/>
                <a:ext cx="1371600" cy="1033463"/>
              </a:xfrm>
              <a:custGeom>
                <a:avLst/>
                <a:gdLst/>
                <a:ahLst/>
                <a:cxnLst>
                  <a:cxn ang="0">
                    <a:pos x="1121019" y="82282"/>
                  </a:cxn>
                  <a:cxn ang="0">
                    <a:pos x="751742" y="720791"/>
                  </a:cxn>
                  <a:cxn ang="0">
                    <a:pos x="95616" y="473944"/>
                  </a:cxn>
                  <a:cxn ang="0">
                    <a:pos x="0" y="737247"/>
                  </a:cxn>
                  <a:cxn ang="0">
                    <a:pos x="794604" y="1033463"/>
                  </a:cxn>
                  <a:cxn ang="0">
                    <a:pos x="1361708" y="194185"/>
                  </a:cxn>
                  <a:cxn ang="0">
                    <a:pos x="1121019" y="82282"/>
                  </a:cxn>
                </a:cxnLst>
                <a:rect l="0" t="0" r="0" b="0"/>
                <a:pathLst>
                  <a:path w="416" h="314">
                    <a:moveTo>
                      <a:pt x="340" y="25"/>
                    </a:moveTo>
                    <a:cubicBezTo>
                      <a:pt x="340" y="25"/>
                      <a:pt x="228" y="219"/>
                      <a:pt x="228" y="219"/>
                    </a:cubicBezTo>
                    <a:cubicBezTo>
                      <a:pt x="134" y="179"/>
                      <a:pt x="29" y="143"/>
                      <a:pt x="29" y="14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1" y="224"/>
                      <a:pt x="130" y="272"/>
                      <a:pt x="241" y="314"/>
                    </a:cubicBezTo>
                    <a:cubicBezTo>
                      <a:pt x="273" y="304"/>
                      <a:pt x="406" y="137"/>
                      <a:pt x="413" y="59"/>
                    </a:cubicBezTo>
                    <a:cubicBezTo>
                      <a:pt x="416" y="11"/>
                      <a:pt x="378" y="0"/>
                      <a:pt x="340" y="25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2" name="Freeform 320"/>
              <p:cNvSpPr/>
              <p:nvPr userDrawn="1"/>
            </p:nvSpPr>
            <p:spPr>
              <a:xfrm>
                <a:off x="8734426" y="2738438"/>
                <a:ext cx="1352550" cy="790575"/>
              </a:xfrm>
              <a:custGeom>
                <a:avLst/>
                <a:gdLst/>
                <a:ahLst/>
                <a:cxnLst>
                  <a:cxn ang="0">
                    <a:pos x="13195" y="457874"/>
                  </a:cxn>
                  <a:cxn ang="0">
                    <a:pos x="0" y="494109"/>
                  </a:cxn>
                  <a:cxn ang="0">
                    <a:pos x="795035" y="790575"/>
                  </a:cxn>
                  <a:cxn ang="0">
                    <a:pos x="1352550" y="0"/>
                  </a:cxn>
                  <a:cxn ang="0">
                    <a:pos x="1286571" y="79057"/>
                  </a:cxn>
                  <a:cxn ang="0">
                    <a:pos x="979774" y="553402"/>
                  </a:cxn>
                  <a:cxn ang="0">
                    <a:pos x="755448" y="734575"/>
                  </a:cxn>
                  <a:cxn ang="0">
                    <a:pos x="13195" y="457874"/>
                  </a:cxn>
                </a:cxnLst>
                <a:rect l="0" t="0" r="0" b="0"/>
                <a:pathLst>
                  <a:path w="410" h="240">
                    <a:moveTo>
                      <a:pt x="4" y="139"/>
                    </a:moveTo>
                    <a:cubicBezTo>
                      <a:pt x="0" y="150"/>
                      <a:pt x="0" y="150"/>
                      <a:pt x="0" y="150"/>
                    </a:cubicBezTo>
                    <a:cubicBezTo>
                      <a:pt x="1" y="150"/>
                      <a:pt x="130" y="198"/>
                      <a:pt x="241" y="240"/>
                    </a:cubicBezTo>
                    <a:cubicBezTo>
                      <a:pt x="271" y="231"/>
                      <a:pt x="391" y="83"/>
                      <a:pt x="410" y="0"/>
                    </a:cubicBezTo>
                    <a:cubicBezTo>
                      <a:pt x="410" y="0"/>
                      <a:pt x="399" y="3"/>
                      <a:pt x="390" y="24"/>
                    </a:cubicBezTo>
                    <a:cubicBezTo>
                      <a:pt x="380" y="45"/>
                      <a:pt x="312" y="151"/>
                      <a:pt x="297" y="168"/>
                    </a:cubicBezTo>
                    <a:cubicBezTo>
                      <a:pt x="283" y="185"/>
                      <a:pt x="243" y="227"/>
                      <a:pt x="229" y="223"/>
                    </a:cubicBezTo>
                    <a:cubicBezTo>
                      <a:pt x="218" y="219"/>
                      <a:pt x="47" y="153"/>
                      <a:pt x="4" y="139"/>
                    </a:cubicBezTo>
                    <a:close/>
                  </a:path>
                </a:pathLst>
              </a:custGeom>
              <a:solidFill>
                <a:srgbClr val="3C3C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3" name="Rectangle 321"/>
              <p:cNvSpPr/>
              <p:nvPr userDrawn="1"/>
            </p:nvSpPr>
            <p:spPr>
              <a:xfrm>
                <a:off x="7664451" y="3268663"/>
                <a:ext cx="206375" cy="3016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4" name="Freeform 322"/>
              <p:cNvSpPr>
                <a:spLocks noEditPoints="1"/>
              </p:cNvSpPr>
              <p:nvPr userDrawn="1"/>
            </p:nvSpPr>
            <p:spPr>
              <a:xfrm>
                <a:off x="7769226" y="2508250"/>
                <a:ext cx="88900" cy="493713"/>
              </a:xfrm>
              <a:custGeom>
                <a:avLst/>
                <a:gdLst/>
                <a:ahLst/>
                <a:cxnLst>
                  <a:cxn ang="0">
                    <a:pos x="88900" y="0"/>
                  </a:cxn>
                  <a:cxn ang="0">
                    <a:pos x="30162" y="477837"/>
                  </a:cxn>
                  <a:cxn ang="0">
                    <a:pos x="30162" y="19050"/>
                  </a:cxn>
                  <a:cxn ang="0">
                    <a:pos x="3175" y="19050"/>
                  </a:cxn>
                  <a:cxn ang="0">
                    <a:pos x="15875" y="36512"/>
                  </a:cxn>
                  <a:cxn ang="0">
                    <a:pos x="15875" y="42862"/>
                  </a:cxn>
                  <a:cxn ang="0">
                    <a:pos x="3175" y="42862"/>
                  </a:cxn>
                  <a:cxn ang="0">
                    <a:pos x="15875" y="58737"/>
                  </a:cxn>
                  <a:cxn ang="0">
                    <a:pos x="15875" y="65087"/>
                  </a:cxn>
                  <a:cxn ang="0">
                    <a:pos x="3175" y="65087"/>
                  </a:cxn>
                  <a:cxn ang="0">
                    <a:pos x="30162" y="82550"/>
                  </a:cxn>
                  <a:cxn ang="0">
                    <a:pos x="15875" y="88900"/>
                  </a:cxn>
                  <a:cxn ang="0">
                    <a:pos x="3175" y="88900"/>
                  </a:cxn>
                  <a:cxn ang="0">
                    <a:pos x="15875" y="101600"/>
                  </a:cxn>
                  <a:cxn ang="0">
                    <a:pos x="15875" y="107950"/>
                  </a:cxn>
                  <a:cxn ang="0">
                    <a:pos x="3175" y="107950"/>
                  </a:cxn>
                  <a:cxn ang="0">
                    <a:pos x="15875" y="125412"/>
                  </a:cxn>
                  <a:cxn ang="0">
                    <a:pos x="30162" y="131762"/>
                  </a:cxn>
                  <a:cxn ang="0">
                    <a:pos x="3175" y="131762"/>
                  </a:cxn>
                  <a:cxn ang="0">
                    <a:pos x="15875" y="147637"/>
                  </a:cxn>
                  <a:cxn ang="0">
                    <a:pos x="15875" y="153987"/>
                  </a:cxn>
                  <a:cxn ang="0">
                    <a:pos x="3175" y="153987"/>
                  </a:cxn>
                  <a:cxn ang="0">
                    <a:pos x="15875" y="171450"/>
                  </a:cxn>
                  <a:cxn ang="0">
                    <a:pos x="15875" y="177800"/>
                  </a:cxn>
                  <a:cxn ang="0">
                    <a:pos x="3175" y="177800"/>
                  </a:cxn>
                  <a:cxn ang="0">
                    <a:pos x="30162" y="193675"/>
                  </a:cxn>
                  <a:cxn ang="0">
                    <a:pos x="15875" y="200025"/>
                  </a:cxn>
                  <a:cxn ang="0">
                    <a:pos x="3175" y="200025"/>
                  </a:cxn>
                  <a:cxn ang="0">
                    <a:pos x="15875" y="217487"/>
                  </a:cxn>
                  <a:cxn ang="0">
                    <a:pos x="15875" y="223837"/>
                  </a:cxn>
                  <a:cxn ang="0">
                    <a:pos x="3175" y="223837"/>
                  </a:cxn>
                  <a:cxn ang="0">
                    <a:pos x="15875" y="239712"/>
                  </a:cxn>
                  <a:cxn ang="0">
                    <a:pos x="30162" y="247650"/>
                  </a:cxn>
                  <a:cxn ang="0">
                    <a:pos x="3175" y="247650"/>
                  </a:cxn>
                  <a:cxn ang="0">
                    <a:pos x="15875" y="263525"/>
                  </a:cxn>
                  <a:cxn ang="0">
                    <a:pos x="15875" y="269875"/>
                  </a:cxn>
                  <a:cxn ang="0">
                    <a:pos x="3175" y="269875"/>
                  </a:cxn>
                  <a:cxn ang="0">
                    <a:pos x="15875" y="285750"/>
                  </a:cxn>
                  <a:cxn ang="0">
                    <a:pos x="15875" y="293687"/>
                  </a:cxn>
                  <a:cxn ang="0">
                    <a:pos x="3175" y="293687"/>
                  </a:cxn>
                  <a:cxn ang="0">
                    <a:pos x="30162" y="309562"/>
                  </a:cxn>
                  <a:cxn ang="0">
                    <a:pos x="15875" y="315912"/>
                  </a:cxn>
                  <a:cxn ang="0">
                    <a:pos x="3175" y="315912"/>
                  </a:cxn>
                  <a:cxn ang="0">
                    <a:pos x="15875" y="328612"/>
                  </a:cxn>
                  <a:cxn ang="0">
                    <a:pos x="15875" y="336550"/>
                  </a:cxn>
                  <a:cxn ang="0">
                    <a:pos x="3175" y="336550"/>
                  </a:cxn>
                  <a:cxn ang="0">
                    <a:pos x="15875" y="352425"/>
                  </a:cxn>
                  <a:cxn ang="0">
                    <a:pos x="30162" y="358775"/>
                  </a:cxn>
                  <a:cxn ang="0">
                    <a:pos x="3175" y="358775"/>
                  </a:cxn>
                  <a:cxn ang="0">
                    <a:pos x="15875" y="374650"/>
                  </a:cxn>
                  <a:cxn ang="0">
                    <a:pos x="15875" y="382587"/>
                  </a:cxn>
                  <a:cxn ang="0">
                    <a:pos x="3175" y="382587"/>
                  </a:cxn>
                  <a:cxn ang="0">
                    <a:pos x="15875" y="398462"/>
                  </a:cxn>
                  <a:cxn ang="0">
                    <a:pos x="15875" y="404812"/>
                  </a:cxn>
                  <a:cxn ang="0">
                    <a:pos x="3175" y="404812"/>
                  </a:cxn>
                  <a:cxn ang="0">
                    <a:pos x="30162" y="422275"/>
                  </a:cxn>
                  <a:cxn ang="0">
                    <a:pos x="15875" y="428625"/>
                  </a:cxn>
                  <a:cxn ang="0">
                    <a:pos x="3175" y="428625"/>
                  </a:cxn>
                  <a:cxn ang="0">
                    <a:pos x="15875" y="444500"/>
                  </a:cxn>
                  <a:cxn ang="0">
                    <a:pos x="15875" y="450850"/>
                  </a:cxn>
                  <a:cxn ang="0">
                    <a:pos x="3175" y="450850"/>
                  </a:cxn>
                  <a:cxn ang="0">
                    <a:pos x="15875" y="468312"/>
                  </a:cxn>
                </a:cxnLst>
                <a:rect l="0" t="0" r="0" b="0"/>
                <a:pathLst>
                  <a:path w="56" h="311">
                    <a:moveTo>
                      <a:pt x="0" y="0"/>
                    </a:moveTo>
                    <a:lnTo>
                      <a:pt x="0" y="311"/>
                    </a:lnTo>
                    <a:lnTo>
                      <a:pt x="56" y="311"/>
                    </a:lnTo>
                    <a:lnTo>
                      <a:pt x="56" y="0"/>
                    </a:lnTo>
                    <a:lnTo>
                      <a:pt x="0" y="0"/>
                    </a:lnTo>
                    <a:close/>
                    <a:moveTo>
                      <a:pt x="19" y="299"/>
                    </a:moveTo>
                    <a:lnTo>
                      <a:pt x="19" y="299"/>
                    </a:lnTo>
                    <a:lnTo>
                      <a:pt x="19" y="301"/>
                    </a:lnTo>
                    <a:lnTo>
                      <a:pt x="2" y="301"/>
                    </a:lnTo>
                    <a:lnTo>
                      <a:pt x="2" y="299"/>
                    </a:lnTo>
                    <a:lnTo>
                      <a:pt x="19" y="299"/>
                    </a:lnTo>
                    <a:close/>
                    <a:moveTo>
                      <a:pt x="19" y="12"/>
                    </a:moveTo>
                    <a:lnTo>
                      <a:pt x="19" y="12"/>
                    </a:lnTo>
                    <a:lnTo>
                      <a:pt x="19" y="14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19" y="12"/>
                    </a:lnTo>
                    <a:close/>
                    <a:moveTo>
                      <a:pt x="10" y="19"/>
                    </a:moveTo>
                    <a:lnTo>
                      <a:pt x="10" y="19"/>
                    </a:lnTo>
                    <a:lnTo>
                      <a:pt x="10" y="23"/>
                    </a:lnTo>
                    <a:lnTo>
                      <a:pt x="2" y="23"/>
                    </a:lnTo>
                    <a:lnTo>
                      <a:pt x="2" y="19"/>
                    </a:lnTo>
                    <a:lnTo>
                      <a:pt x="10" y="19"/>
                    </a:lnTo>
                    <a:close/>
                    <a:moveTo>
                      <a:pt x="10" y="27"/>
                    </a:moveTo>
                    <a:lnTo>
                      <a:pt x="10" y="27"/>
                    </a:lnTo>
                    <a:lnTo>
                      <a:pt x="10" y="29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10" y="27"/>
                    </a:lnTo>
                    <a:close/>
                    <a:moveTo>
                      <a:pt x="10" y="33"/>
                    </a:moveTo>
                    <a:lnTo>
                      <a:pt x="10" y="33"/>
                    </a:lnTo>
                    <a:lnTo>
                      <a:pt x="10" y="37"/>
                    </a:lnTo>
                    <a:lnTo>
                      <a:pt x="2" y="37"/>
                    </a:lnTo>
                    <a:lnTo>
                      <a:pt x="2" y="33"/>
                    </a:lnTo>
                    <a:lnTo>
                      <a:pt x="10" y="33"/>
                    </a:lnTo>
                    <a:close/>
                    <a:moveTo>
                      <a:pt x="10" y="41"/>
                    </a:moveTo>
                    <a:lnTo>
                      <a:pt x="10" y="41"/>
                    </a:lnTo>
                    <a:lnTo>
                      <a:pt x="10" y="43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10" y="41"/>
                    </a:lnTo>
                    <a:close/>
                    <a:moveTo>
                      <a:pt x="19" y="48"/>
                    </a:moveTo>
                    <a:lnTo>
                      <a:pt x="19" y="48"/>
                    </a:lnTo>
                    <a:lnTo>
                      <a:pt x="19" y="52"/>
                    </a:lnTo>
                    <a:lnTo>
                      <a:pt x="2" y="52"/>
                    </a:lnTo>
                    <a:lnTo>
                      <a:pt x="2" y="48"/>
                    </a:lnTo>
                    <a:lnTo>
                      <a:pt x="19" y="48"/>
                    </a:lnTo>
                    <a:close/>
                    <a:moveTo>
                      <a:pt x="10" y="56"/>
                    </a:moveTo>
                    <a:lnTo>
                      <a:pt x="10" y="56"/>
                    </a:lnTo>
                    <a:lnTo>
                      <a:pt x="10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10" y="56"/>
                    </a:lnTo>
                    <a:close/>
                    <a:moveTo>
                      <a:pt x="10" y="62"/>
                    </a:moveTo>
                    <a:lnTo>
                      <a:pt x="10" y="62"/>
                    </a:lnTo>
                    <a:lnTo>
                      <a:pt x="10" y="64"/>
                    </a:lnTo>
                    <a:lnTo>
                      <a:pt x="2" y="64"/>
                    </a:lnTo>
                    <a:lnTo>
                      <a:pt x="2" y="62"/>
                    </a:lnTo>
                    <a:lnTo>
                      <a:pt x="10" y="62"/>
                    </a:lnTo>
                    <a:close/>
                    <a:moveTo>
                      <a:pt x="10" y="68"/>
                    </a:moveTo>
                    <a:lnTo>
                      <a:pt x="10" y="68"/>
                    </a:lnTo>
                    <a:lnTo>
                      <a:pt x="10" y="73"/>
                    </a:lnTo>
                    <a:lnTo>
                      <a:pt x="2" y="73"/>
                    </a:lnTo>
                    <a:lnTo>
                      <a:pt x="2" y="68"/>
                    </a:lnTo>
                    <a:lnTo>
                      <a:pt x="10" y="68"/>
                    </a:lnTo>
                    <a:close/>
                    <a:moveTo>
                      <a:pt x="10" y="77"/>
                    </a:moveTo>
                    <a:lnTo>
                      <a:pt x="10" y="77"/>
                    </a:lnTo>
                    <a:lnTo>
                      <a:pt x="10" y="79"/>
                    </a:lnTo>
                    <a:lnTo>
                      <a:pt x="2" y="79"/>
                    </a:lnTo>
                    <a:lnTo>
                      <a:pt x="2" y="77"/>
                    </a:lnTo>
                    <a:lnTo>
                      <a:pt x="10" y="77"/>
                    </a:lnTo>
                    <a:close/>
                    <a:moveTo>
                      <a:pt x="19" y="83"/>
                    </a:moveTo>
                    <a:lnTo>
                      <a:pt x="19" y="83"/>
                    </a:lnTo>
                    <a:lnTo>
                      <a:pt x="19" y="87"/>
                    </a:lnTo>
                    <a:lnTo>
                      <a:pt x="2" y="87"/>
                    </a:lnTo>
                    <a:lnTo>
                      <a:pt x="2" y="83"/>
                    </a:lnTo>
                    <a:lnTo>
                      <a:pt x="19" y="83"/>
                    </a:lnTo>
                    <a:close/>
                    <a:moveTo>
                      <a:pt x="10" y="91"/>
                    </a:moveTo>
                    <a:lnTo>
                      <a:pt x="10" y="91"/>
                    </a:lnTo>
                    <a:lnTo>
                      <a:pt x="10" y="93"/>
                    </a:lnTo>
                    <a:lnTo>
                      <a:pt x="2" y="93"/>
                    </a:lnTo>
                    <a:lnTo>
                      <a:pt x="2" y="91"/>
                    </a:lnTo>
                    <a:lnTo>
                      <a:pt x="10" y="91"/>
                    </a:lnTo>
                    <a:close/>
                    <a:moveTo>
                      <a:pt x="10" y="97"/>
                    </a:moveTo>
                    <a:lnTo>
                      <a:pt x="10" y="97"/>
                    </a:lnTo>
                    <a:lnTo>
                      <a:pt x="10" y="102"/>
                    </a:lnTo>
                    <a:lnTo>
                      <a:pt x="2" y="102"/>
                    </a:lnTo>
                    <a:lnTo>
                      <a:pt x="2" y="97"/>
                    </a:lnTo>
                    <a:lnTo>
                      <a:pt x="10" y="97"/>
                    </a:lnTo>
                    <a:close/>
                    <a:moveTo>
                      <a:pt x="10" y="106"/>
                    </a:moveTo>
                    <a:lnTo>
                      <a:pt x="10" y="106"/>
                    </a:lnTo>
                    <a:lnTo>
                      <a:pt x="10" y="108"/>
                    </a:lnTo>
                    <a:lnTo>
                      <a:pt x="2" y="108"/>
                    </a:lnTo>
                    <a:lnTo>
                      <a:pt x="2" y="106"/>
                    </a:lnTo>
                    <a:lnTo>
                      <a:pt x="10" y="106"/>
                    </a:lnTo>
                    <a:close/>
                    <a:moveTo>
                      <a:pt x="10" y="112"/>
                    </a:moveTo>
                    <a:lnTo>
                      <a:pt x="10" y="112"/>
                    </a:lnTo>
                    <a:lnTo>
                      <a:pt x="10" y="116"/>
                    </a:lnTo>
                    <a:lnTo>
                      <a:pt x="2" y="116"/>
                    </a:lnTo>
                    <a:lnTo>
                      <a:pt x="2" y="112"/>
                    </a:lnTo>
                    <a:lnTo>
                      <a:pt x="10" y="112"/>
                    </a:lnTo>
                    <a:close/>
                    <a:moveTo>
                      <a:pt x="19" y="120"/>
                    </a:moveTo>
                    <a:lnTo>
                      <a:pt x="19" y="120"/>
                    </a:lnTo>
                    <a:lnTo>
                      <a:pt x="19" y="122"/>
                    </a:lnTo>
                    <a:lnTo>
                      <a:pt x="2" y="122"/>
                    </a:lnTo>
                    <a:lnTo>
                      <a:pt x="2" y="120"/>
                    </a:lnTo>
                    <a:lnTo>
                      <a:pt x="19" y="120"/>
                    </a:lnTo>
                    <a:close/>
                    <a:moveTo>
                      <a:pt x="10" y="126"/>
                    </a:moveTo>
                    <a:lnTo>
                      <a:pt x="10" y="126"/>
                    </a:lnTo>
                    <a:lnTo>
                      <a:pt x="10" y="129"/>
                    </a:lnTo>
                    <a:lnTo>
                      <a:pt x="2" y="129"/>
                    </a:lnTo>
                    <a:lnTo>
                      <a:pt x="2" y="126"/>
                    </a:lnTo>
                    <a:lnTo>
                      <a:pt x="10" y="126"/>
                    </a:lnTo>
                    <a:close/>
                    <a:moveTo>
                      <a:pt x="10" y="135"/>
                    </a:moveTo>
                    <a:lnTo>
                      <a:pt x="10" y="135"/>
                    </a:lnTo>
                    <a:lnTo>
                      <a:pt x="10" y="137"/>
                    </a:lnTo>
                    <a:lnTo>
                      <a:pt x="2" y="137"/>
                    </a:lnTo>
                    <a:lnTo>
                      <a:pt x="2" y="135"/>
                    </a:lnTo>
                    <a:lnTo>
                      <a:pt x="10" y="135"/>
                    </a:lnTo>
                    <a:close/>
                    <a:moveTo>
                      <a:pt x="10" y="141"/>
                    </a:moveTo>
                    <a:lnTo>
                      <a:pt x="10" y="141"/>
                    </a:lnTo>
                    <a:lnTo>
                      <a:pt x="10" y="143"/>
                    </a:lnTo>
                    <a:lnTo>
                      <a:pt x="2" y="143"/>
                    </a:lnTo>
                    <a:lnTo>
                      <a:pt x="2" y="141"/>
                    </a:lnTo>
                    <a:lnTo>
                      <a:pt x="10" y="141"/>
                    </a:lnTo>
                    <a:close/>
                    <a:moveTo>
                      <a:pt x="10" y="147"/>
                    </a:moveTo>
                    <a:lnTo>
                      <a:pt x="10" y="147"/>
                    </a:lnTo>
                    <a:lnTo>
                      <a:pt x="10" y="151"/>
                    </a:lnTo>
                    <a:lnTo>
                      <a:pt x="2" y="151"/>
                    </a:lnTo>
                    <a:lnTo>
                      <a:pt x="2" y="147"/>
                    </a:lnTo>
                    <a:lnTo>
                      <a:pt x="10" y="147"/>
                    </a:lnTo>
                    <a:close/>
                    <a:moveTo>
                      <a:pt x="19" y="156"/>
                    </a:moveTo>
                    <a:lnTo>
                      <a:pt x="19" y="156"/>
                    </a:lnTo>
                    <a:lnTo>
                      <a:pt x="19" y="158"/>
                    </a:lnTo>
                    <a:lnTo>
                      <a:pt x="2" y="158"/>
                    </a:lnTo>
                    <a:lnTo>
                      <a:pt x="2" y="156"/>
                    </a:lnTo>
                    <a:lnTo>
                      <a:pt x="19" y="156"/>
                    </a:lnTo>
                    <a:close/>
                    <a:moveTo>
                      <a:pt x="10" y="162"/>
                    </a:moveTo>
                    <a:lnTo>
                      <a:pt x="10" y="162"/>
                    </a:lnTo>
                    <a:lnTo>
                      <a:pt x="10" y="166"/>
                    </a:lnTo>
                    <a:lnTo>
                      <a:pt x="2" y="166"/>
                    </a:lnTo>
                    <a:lnTo>
                      <a:pt x="2" y="162"/>
                    </a:lnTo>
                    <a:lnTo>
                      <a:pt x="10" y="162"/>
                    </a:lnTo>
                    <a:close/>
                    <a:moveTo>
                      <a:pt x="10" y="170"/>
                    </a:moveTo>
                    <a:lnTo>
                      <a:pt x="10" y="170"/>
                    </a:lnTo>
                    <a:lnTo>
                      <a:pt x="10" y="172"/>
                    </a:lnTo>
                    <a:lnTo>
                      <a:pt x="2" y="172"/>
                    </a:lnTo>
                    <a:lnTo>
                      <a:pt x="2" y="170"/>
                    </a:lnTo>
                    <a:lnTo>
                      <a:pt x="10" y="170"/>
                    </a:lnTo>
                    <a:close/>
                    <a:moveTo>
                      <a:pt x="10" y="176"/>
                    </a:moveTo>
                    <a:lnTo>
                      <a:pt x="10" y="176"/>
                    </a:lnTo>
                    <a:lnTo>
                      <a:pt x="10" y="180"/>
                    </a:lnTo>
                    <a:lnTo>
                      <a:pt x="2" y="180"/>
                    </a:lnTo>
                    <a:lnTo>
                      <a:pt x="2" y="176"/>
                    </a:lnTo>
                    <a:lnTo>
                      <a:pt x="10" y="176"/>
                    </a:lnTo>
                    <a:close/>
                    <a:moveTo>
                      <a:pt x="10" y="185"/>
                    </a:moveTo>
                    <a:lnTo>
                      <a:pt x="10" y="185"/>
                    </a:lnTo>
                    <a:lnTo>
                      <a:pt x="10" y="187"/>
                    </a:lnTo>
                    <a:lnTo>
                      <a:pt x="2" y="187"/>
                    </a:lnTo>
                    <a:lnTo>
                      <a:pt x="2" y="185"/>
                    </a:lnTo>
                    <a:lnTo>
                      <a:pt x="10" y="185"/>
                    </a:lnTo>
                    <a:close/>
                    <a:moveTo>
                      <a:pt x="19" y="191"/>
                    </a:moveTo>
                    <a:lnTo>
                      <a:pt x="19" y="191"/>
                    </a:lnTo>
                    <a:lnTo>
                      <a:pt x="19" y="195"/>
                    </a:lnTo>
                    <a:lnTo>
                      <a:pt x="2" y="195"/>
                    </a:lnTo>
                    <a:lnTo>
                      <a:pt x="2" y="191"/>
                    </a:lnTo>
                    <a:lnTo>
                      <a:pt x="19" y="191"/>
                    </a:lnTo>
                    <a:close/>
                    <a:moveTo>
                      <a:pt x="10" y="199"/>
                    </a:moveTo>
                    <a:lnTo>
                      <a:pt x="10" y="199"/>
                    </a:lnTo>
                    <a:lnTo>
                      <a:pt x="10" y="201"/>
                    </a:lnTo>
                    <a:lnTo>
                      <a:pt x="2" y="201"/>
                    </a:lnTo>
                    <a:lnTo>
                      <a:pt x="2" y="199"/>
                    </a:lnTo>
                    <a:lnTo>
                      <a:pt x="10" y="199"/>
                    </a:lnTo>
                    <a:close/>
                    <a:moveTo>
                      <a:pt x="10" y="205"/>
                    </a:moveTo>
                    <a:lnTo>
                      <a:pt x="10" y="205"/>
                    </a:lnTo>
                    <a:lnTo>
                      <a:pt x="10" y="207"/>
                    </a:lnTo>
                    <a:lnTo>
                      <a:pt x="2" y="207"/>
                    </a:lnTo>
                    <a:lnTo>
                      <a:pt x="2" y="205"/>
                    </a:lnTo>
                    <a:lnTo>
                      <a:pt x="10" y="205"/>
                    </a:lnTo>
                    <a:close/>
                    <a:moveTo>
                      <a:pt x="10" y="212"/>
                    </a:moveTo>
                    <a:lnTo>
                      <a:pt x="10" y="212"/>
                    </a:lnTo>
                    <a:lnTo>
                      <a:pt x="10" y="216"/>
                    </a:lnTo>
                    <a:lnTo>
                      <a:pt x="2" y="216"/>
                    </a:lnTo>
                    <a:lnTo>
                      <a:pt x="2" y="212"/>
                    </a:lnTo>
                    <a:lnTo>
                      <a:pt x="10" y="212"/>
                    </a:lnTo>
                    <a:close/>
                    <a:moveTo>
                      <a:pt x="10" y="220"/>
                    </a:moveTo>
                    <a:lnTo>
                      <a:pt x="10" y="220"/>
                    </a:lnTo>
                    <a:lnTo>
                      <a:pt x="10" y="222"/>
                    </a:lnTo>
                    <a:lnTo>
                      <a:pt x="2" y="222"/>
                    </a:lnTo>
                    <a:lnTo>
                      <a:pt x="2" y="220"/>
                    </a:lnTo>
                    <a:lnTo>
                      <a:pt x="10" y="220"/>
                    </a:lnTo>
                    <a:close/>
                    <a:moveTo>
                      <a:pt x="19" y="226"/>
                    </a:moveTo>
                    <a:lnTo>
                      <a:pt x="19" y="226"/>
                    </a:lnTo>
                    <a:lnTo>
                      <a:pt x="19" y="230"/>
                    </a:lnTo>
                    <a:lnTo>
                      <a:pt x="2" y="230"/>
                    </a:lnTo>
                    <a:lnTo>
                      <a:pt x="2" y="226"/>
                    </a:lnTo>
                    <a:lnTo>
                      <a:pt x="19" y="226"/>
                    </a:lnTo>
                    <a:close/>
                    <a:moveTo>
                      <a:pt x="10" y="234"/>
                    </a:moveTo>
                    <a:lnTo>
                      <a:pt x="10" y="234"/>
                    </a:lnTo>
                    <a:lnTo>
                      <a:pt x="10" y="236"/>
                    </a:lnTo>
                    <a:lnTo>
                      <a:pt x="2" y="236"/>
                    </a:lnTo>
                    <a:lnTo>
                      <a:pt x="2" y="234"/>
                    </a:lnTo>
                    <a:lnTo>
                      <a:pt x="10" y="234"/>
                    </a:lnTo>
                    <a:close/>
                    <a:moveTo>
                      <a:pt x="10" y="241"/>
                    </a:moveTo>
                    <a:lnTo>
                      <a:pt x="10" y="241"/>
                    </a:lnTo>
                    <a:lnTo>
                      <a:pt x="10" y="245"/>
                    </a:lnTo>
                    <a:lnTo>
                      <a:pt x="2" y="245"/>
                    </a:lnTo>
                    <a:lnTo>
                      <a:pt x="2" y="241"/>
                    </a:lnTo>
                    <a:lnTo>
                      <a:pt x="10" y="241"/>
                    </a:lnTo>
                    <a:close/>
                    <a:moveTo>
                      <a:pt x="10" y="249"/>
                    </a:moveTo>
                    <a:lnTo>
                      <a:pt x="10" y="249"/>
                    </a:lnTo>
                    <a:lnTo>
                      <a:pt x="10" y="251"/>
                    </a:lnTo>
                    <a:lnTo>
                      <a:pt x="2" y="251"/>
                    </a:lnTo>
                    <a:lnTo>
                      <a:pt x="2" y="249"/>
                    </a:lnTo>
                    <a:lnTo>
                      <a:pt x="10" y="249"/>
                    </a:lnTo>
                    <a:close/>
                    <a:moveTo>
                      <a:pt x="10" y="255"/>
                    </a:moveTo>
                    <a:lnTo>
                      <a:pt x="10" y="255"/>
                    </a:lnTo>
                    <a:lnTo>
                      <a:pt x="10" y="259"/>
                    </a:lnTo>
                    <a:lnTo>
                      <a:pt x="2" y="259"/>
                    </a:lnTo>
                    <a:lnTo>
                      <a:pt x="2" y="255"/>
                    </a:lnTo>
                    <a:lnTo>
                      <a:pt x="10" y="255"/>
                    </a:lnTo>
                    <a:close/>
                    <a:moveTo>
                      <a:pt x="19" y="263"/>
                    </a:moveTo>
                    <a:lnTo>
                      <a:pt x="19" y="263"/>
                    </a:lnTo>
                    <a:lnTo>
                      <a:pt x="19" y="266"/>
                    </a:lnTo>
                    <a:lnTo>
                      <a:pt x="2" y="266"/>
                    </a:lnTo>
                    <a:lnTo>
                      <a:pt x="2" y="263"/>
                    </a:lnTo>
                    <a:lnTo>
                      <a:pt x="19" y="263"/>
                    </a:lnTo>
                    <a:close/>
                    <a:moveTo>
                      <a:pt x="10" y="270"/>
                    </a:moveTo>
                    <a:lnTo>
                      <a:pt x="10" y="270"/>
                    </a:lnTo>
                    <a:lnTo>
                      <a:pt x="10" y="274"/>
                    </a:lnTo>
                    <a:lnTo>
                      <a:pt x="2" y="272"/>
                    </a:lnTo>
                    <a:lnTo>
                      <a:pt x="2" y="270"/>
                    </a:lnTo>
                    <a:lnTo>
                      <a:pt x="10" y="270"/>
                    </a:lnTo>
                    <a:close/>
                    <a:moveTo>
                      <a:pt x="10" y="278"/>
                    </a:moveTo>
                    <a:lnTo>
                      <a:pt x="10" y="278"/>
                    </a:lnTo>
                    <a:lnTo>
                      <a:pt x="10" y="280"/>
                    </a:lnTo>
                    <a:lnTo>
                      <a:pt x="2" y="280"/>
                    </a:lnTo>
                    <a:lnTo>
                      <a:pt x="2" y="278"/>
                    </a:lnTo>
                    <a:lnTo>
                      <a:pt x="10" y="278"/>
                    </a:lnTo>
                    <a:close/>
                    <a:moveTo>
                      <a:pt x="10" y="284"/>
                    </a:moveTo>
                    <a:lnTo>
                      <a:pt x="10" y="284"/>
                    </a:lnTo>
                    <a:lnTo>
                      <a:pt x="10" y="286"/>
                    </a:lnTo>
                    <a:lnTo>
                      <a:pt x="2" y="286"/>
                    </a:lnTo>
                    <a:lnTo>
                      <a:pt x="2" y="284"/>
                    </a:lnTo>
                    <a:lnTo>
                      <a:pt x="10" y="284"/>
                    </a:lnTo>
                    <a:close/>
                    <a:moveTo>
                      <a:pt x="10" y="290"/>
                    </a:moveTo>
                    <a:lnTo>
                      <a:pt x="10" y="290"/>
                    </a:lnTo>
                    <a:lnTo>
                      <a:pt x="10" y="295"/>
                    </a:lnTo>
                    <a:lnTo>
                      <a:pt x="2" y="295"/>
                    </a:lnTo>
                    <a:lnTo>
                      <a:pt x="2" y="290"/>
                    </a:lnTo>
                    <a:lnTo>
                      <a:pt x="10" y="290"/>
                    </a:ln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5" name="Rectangle 323"/>
              <p:cNvSpPr/>
              <p:nvPr userDrawn="1"/>
            </p:nvSpPr>
            <p:spPr>
              <a:xfrm>
                <a:off x="7835901" y="2508250"/>
                <a:ext cx="22225" cy="493713"/>
              </a:xfrm>
              <a:prstGeom prst="rect">
                <a:avLst/>
              </a:prstGeom>
              <a:solidFill>
                <a:srgbClr val="929497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6" name="Freeform 324"/>
              <p:cNvSpPr/>
              <p:nvPr userDrawn="1"/>
            </p:nvSpPr>
            <p:spPr>
              <a:xfrm>
                <a:off x="7723188" y="2662238"/>
                <a:ext cx="26988" cy="63500"/>
              </a:xfrm>
              <a:custGeom>
                <a:avLst/>
                <a:gdLst/>
                <a:ahLst/>
                <a:cxnLst>
                  <a:cxn ang="0">
                    <a:pos x="26988" y="63500"/>
                  </a:cxn>
                  <a:cxn ang="0">
                    <a:pos x="3373" y="63500"/>
                  </a:cxn>
                  <a:cxn ang="0">
                    <a:pos x="0" y="6684"/>
                  </a:cxn>
                  <a:cxn ang="0">
                    <a:pos x="0" y="3342"/>
                  </a:cxn>
                  <a:cxn ang="0">
                    <a:pos x="3373" y="0"/>
                  </a:cxn>
                  <a:cxn ang="0">
                    <a:pos x="16867" y="0"/>
                  </a:cxn>
                  <a:cxn ang="0">
                    <a:pos x="20241" y="3342"/>
                  </a:cxn>
                  <a:cxn ang="0">
                    <a:pos x="26988" y="63500"/>
                  </a:cxn>
                </a:cxnLst>
                <a:rect l="0" t="0" r="0" b="0"/>
                <a:pathLst>
                  <a:path w="8" h="19">
                    <a:moveTo>
                      <a:pt x="8" y="19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6" y="0"/>
                      <a:pt x="6" y="1"/>
                    </a:cubicBezTo>
                    <a:lnTo>
                      <a:pt x="8" y="19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7" name="Freeform 325"/>
              <p:cNvSpPr/>
              <p:nvPr userDrawn="1"/>
            </p:nvSpPr>
            <p:spPr>
              <a:xfrm>
                <a:off x="7710488" y="2695575"/>
                <a:ext cx="58738" cy="63500"/>
              </a:xfrm>
              <a:custGeom>
                <a:avLst/>
                <a:gdLst/>
                <a:ahLst/>
                <a:cxnLst>
                  <a:cxn ang="0">
                    <a:pos x="58738" y="56815"/>
                  </a:cxn>
                  <a:cxn ang="0">
                    <a:pos x="3263" y="63500"/>
                  </a:cxn>
                  <a:cxn ang="0">
                    <a:pos x="0" y="13368"/>
                  </a:cxn>
                  <a:cxn ang="0">
                    <a:pos x="0" y="6684"/>
                  </a:cxn>
                  <a:cxn ang="0">
                    <a:pos x="6526" y="3342"/>
                  </a:cxn>
                  <a:cxn ang="0">
                    <a:pos x="45685" y="0"/>
                  </a:cxn>
                  <a:cxn ang="0">
                    <a:pos x="52211" y="0"/>
                  </a:cxn>
                  <a:cxn ang="0">
                    <a:pos x="52211" y="6684"/>
                  </a:cxn>
                  <a:cxn ang="0">
                    <a:pos x="58738" y="56815"/>
                  </a:cxn>
                </a:cxnLst>
                <a:rect l="0" t="0" r="0" b="0"/>
                <a:pathLst>
                  <a:path w="18" h="19">
                    <a:moveTo>
                      <a:pt x="18" y="17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2"/>
                      <a:pt x="1" y="1"/>
                      <a:pt x="2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5" y="0"/>
                      <a:pt x="16" y="0"/>
                    </a:cubicBezTo>
                    <a:cubicBezTo>
                      <a:pt x="16" y="1"/>
                      <a:pt x="16" y="2"/>
                      <a:pt x="16" y="2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8" name="Freeform 326"/>
              <p:cNvSpPr/>
              <p:nvPr userDrawn="1"/>
            </p:nvSpPr>
            <p:spPr>
              <a:xfrm>
                <a:off x="7732713" y="2695575"/>
                <a:ext cx="36513" cy="55563"/>
              </a:xfrm>
              <a:custGeom>
                <a:avLst/>
                <a:gdLst/>
                <a:ahLst/>
                <a:cxnLst>
                  <a:cxn ang="0">
                    <a:pos x="0" y="3268"/>
                  </a:cxn>
                  <a:cxn ang="0">
                    <a:pos x="23235" y="0"/>
                  </a:cxn>
                  <a:cxn ang="0">
                    <a:pos x="29874" y="0"/>
                  </a:cxn>
                  <a:cxn ang="0">
                    <a:pos x="29874" y="6536"/>
                  </a:cxn>
                  <a:cxn ang="0">
                    <a:pos x="36513" y="55563"/>
                  </a:cxn>
                  <a:cxn ang="0">
                    <a:pos x="3319" y="45757"/>
                  </a:cxn>
                  <a:cxn ang="0">
                    <a:pos x="0" y="3268"/>
                  </a:cxn>
                </a:cxnLst>
                <a:rect l="0" t="0" r="0" b="0"/>
                <a:pathLst>
                  <a:path w="11" h="17">
                    <a:moveTo>
                      <a:pt x="0" y="1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" y="1"/>
                      <a:pt x="9" y="2"/>
                      <a:pt x="9" y="2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9" name="Freeform 327"/>
              <p:cNvSpPr/>
              <p:nvPr userDrawn="1"/>
            </p:nvSpPr>
            <p:spPr>
              <a:xfrm>
                <a:off x="7710488" y="2719388"/>
                <a:ext cx="98425" cy="496888"/>
              </a:xfrm>
              <a:custGeom>
                <a:avLst/>
                <a:gdLst/>
                <a:ahLst/>
                <a:cxnLst>
                  <a:cxn ang="0">
                    <a:pos x="42862" y="496888"/>
                  </a:cxn>
                  <a:cxn ang="0">
                    <a:pos x="0" y="6350"/>
                  </a:cxn>
                  <a:cxn ang="0">
                    <a:pos x="55562" y="0"/>
                  </a:cxn>
                  <a:cxn ang="0">
                    <a:pos x="98425" y="490537"/>
                  </a:cxn>
                  <a:cxn ang="0">
                    <a:pos x="42862" y="496888"/>
                  </a:cxn>
                </a:cxnLst>
                <a:rect l="0" t="0" r="0" b="0"/>
                <a:pathLst>
                  <a:path w="62" h="313">
                    <a:moveTo>
                      <a:pt x="27" y="313"/>
                    </a:moveTo>
                    <a:lnTo>
                      <a:pt x="0" y="4"/>
                    </a:lnTo>
                    <a:lnTo>
                      <a:pt x="35" y="0"/>
                    </a:lnTo>
                    <a:lnTo>
                      <a:pt x="62" y="309"/>
                    </a:lnTo>
                    <a:lnTo>
                      <a:pt x="27" y="313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0" name="Freeform 328"/>
              <p:cNvSpPr/>
              <p:nvPr userDrawn="1"/>
            </p:nvSpPr>
            <p:spPr>
              <a:xfrm>
                <a:off x="7735888" y="2719388"/>
                <a:ext cx="73025" cy="493713"/>
              </a:xfrm>
              <a:custGeom>
                <a:avLst/>
                <a:gdLst/>
                <a:ahLst/>
                <a:cxnLst>
                  <a:cxn ang="0">
                    <a:pos x="42862" y="493713"/>
                  </a:cxn>
                  <a:cxn ang="0">
                    <a:pos x="0" y="3175"/>
                  </a:cxn>
                  <a:cxn ang="0">
                    <a:pos x="30162" y="0"/>
                  </a:cxn>
                  <a:cxn ang="0">
                    <a:pos x="73025" y="490537"/>
                  </a:cxn>
                  <a:cxn ang="0">
                    <a:pos x="42862" y="493713"/>
                  </a:cxn>
                </a:cxnLst>
                <a:rect l="0" t="0" r="0" b="0"/>
                <a:pathLst>
                  <a:path w="46" h="311">
                    <a:moveTo>
                      <a:pt x="27" y="311"/>
                    </a:moveTo>
                    <a:lnTo>
                      <a:pt x="0" y="2"/>
                    </a:lnTo>
                    <a:lnTo>
                      <a:pt x="19" y="0"/>
                    </a:lnTo>
                    <a:lnTo>
                      <a:pt x="46" y="309"/>
                    </a:lnTo>
                    <a:lnTo>
                      <a:pt x="27" y="311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1" name="Freeform 329"/>
              <p:cNvSpPr/>
              <p:nvPr userDrawn="1"/>
            </p:nvSpPr>
            <p:spPr>
              <a:xfrm>
                <a:off x="7699376" y="2716213"/>
                <a:ext cx="66675" cy="141288"/>
              </a:xfrm>
              <a:custGeom>
                <a:avLst/>
                <a:gdLst/>
                <a:ahLst/>
                <a:cxnLst>
                  <a:cxn ang="0">
                    <a:pos x="66675" y="6350"/>
                  </a:cxn>
                  <a:cxn ang="0">
                    <a:pos x="66675" y="0"/>
                  </a:cxn>
                  <a:cxn ang="0">
                    <a:pos x="3175" y="6350"/>
                  </a:cxn>
                  <a:cxn ang="0">
                    <a:pos x="3175" y="6350"/>
                  </a:cxn>
                  <a:cxn ang="0">
                    <a:pos x="0" y="6350"/>
                  </a:cxn>
                  <a:cxn ang="0">
                    <a:pos x="0" y="12700"/>
                  </a:cxn>
                  <a:cxn ang="0">
                    <a:pos x="11112" y="141288"/>
                  </a:cxn>
                  <a:cxn ang="0">
                    <a:pos x="17462" y="141288"/>
                  </a:cxn>
                  <a:cxn ang="0">
                    <a:pos x="23812" y="138112"/>
                  </a:cxn>
                  <a:cxn ang="0">
                    <a:pos x="20637" y="107950"/>
                  </a:cxn>
                  <a:cxn ang="0">
                    <a:pos x="14287" y="101600"/>
                  </a:cxn>
                  <a:cxn ang="0">
                    <a:pos x="7937" y="19050"/>
                  </a:cxn>
                  <a:cxn ang="0">
                    <a:pos x="7937" y="12700"/>
                  </a:cxn>
                  <a:cxn ang="0">
                    <a:pos x="11112" y="12700"/>
                  </a:cxn>
                  <a:cxn ang="0">
                    <a:pos x="66675" y="6350"/>
                  </a:cxn>
                </a:cxnLst>
                <a:rect l="0" t="0" r="0" b="0"/>
                <a:pathLst>
                  <a:path w="42" h="89">
                    <a:moveTo>
                      <a:pt x="42" y="4"/>
                    </a:moveTo>
                    <a:lnTo>
                      <a:pt x="42" y="0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7" y="89"/>
                    </a:lnTo>
                    <a:lnTo>
                      <a:pt x="11" y="89"/>
                    </a:lnTo>
                    <a:lnTo>
                      <a:pt x="15" y="87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7" y="8"/>
                    </a:lnTo>
                    <a:lnTo>
                      <a:pt x="42" y="4"/>
                    </a:lnTo>
                    <a:close/>
                  </a:path>
                </a:pathLst>
              </a:custGeom>
              <a:solidFill>
                <a:srgbClr val="ABAC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2" name="Freeform 330"/>
              <p:cNvSpPr/>
              <p:nvPr userDrawn="1"/>
            </p:nvSpPr>
            <p:spPr>
              <a:xfrm>
                <a:off x="7818438" y="2762250"/>
                <a:ext cx="69850" cy="463550"/>
              </a:xfrm>
              <a:custGeom>
                <a:avLst/>
                <a:gdLst/>
                <a:ahLst/>
                <a:cxnLst>
                  <a:cxn ang="0">
                    <a:pos x="69850" y="3175"/>
                  </a:cxn>
                  <a:cxn ang="0">
                    <a:pos x="42862" y="0"/>
                  </a:cxn>
                  <a:cxn ang="0">
                    <a:pos x="0" y="460375"/>
                  </a:cxn>
                  <a:cxn ang="0">
                    <a:pos x="26987" y="463550"/>
                  </a:cxn>
                  <a:cxn ang="0">
                    <a:pos x="69850" y="3175"/>
                  </a:cxn>
                </a:cxnLst>
                <a:rect l="0" t="0" r="0" b="0"/>
                <a:pathLst>
                  <a:path w="44" h="292">
                    <a:moveTo>
                      <a:pt x="44" y="2"/>
                    </a:moveTo>
                    <a:lnTo>
                      <a:pt x="27" y="0"/>
                    </a:lnTo>
                    <a:lnTo>
                      <a:pt x="0" y="290"/>
                    </a:lnTo>
                    <a:lnTo>
                      <a:pt x="17" y="292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3" name="Freeform 331"/>
              <p:cNvSpPr/>
              <p:nvPr userDrawn="1"/>
            </p:nvSpPr>
            <p:spPr>
              <a:xfrm>
                <a:off x="7818438" y="2762250"/>
                <a:ext cx="55563" cy="463550"/>
              </a:xfrm>
              <a:custGeom>
                <a:avLst/>
                <a:gdLst/>
                <a:ahLst/>
                <a:cxnLst>
                  <a:cxn ang="0">
                    <a:pos x="55563" y="0"/>
                  </a:cxn>
                  <a:cxn ang="0">
                    <a:pos x="42862" y="0"/>
                  </a:cxn>
                  <a:cxn ang="0">
                    <a:pos x="0" y="460375"/>
                  </a:cxn>
                  <a:cxn ang="0">
                    <a:pos x="12700" y="463550"/>
                  </a:cxn>
                  <a:cxn ang="0">
                    <a:pos x="55563" y="0"/>
                  </a:cxn>
                </a:cxnLst>
                <a:rect l="0" t="0" r="0" b="0"/>
                <a:pathLst>
                  <a:path w="35" h="292">
                    <a:moveTo>
                      <a:pt x="35" y="0"/>
                    </a:moveTo>
                    <a:lnTo>
                      <a:pt x="27" y="0"/>
                    </a:lnTo>
                    <a:lnTo>
                      <a:pt x="0" y="290"/>
                    </a:lnTo>
                    <a:lnTo>
                      <a:pt x="8" y="29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34353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4" name="Freeform 332"/>
              <p:cNvSpPr/>
              <p:nvPr userDrawn="1"/>
            </p:nvSpPr>
            <p:spPr>
              <a:xfrm>
                <a:off x="7854951" y="2643188"/>
                <a:ext cx="39688" cy="257175"/>
              </a:xfrm>
              <a:custGeom>
                <a:avLst/>
                <a:gdLst/>
                <a:ahLst/>
                <a:cxnLst>
                  <a:cxn ang="0">
                    <a:pos x="36380" y="6594"/>
                  </a:cxn>
                  <a:cxn ang="0">
                    <a:pos x="19844" y="3297"/>
                  </a:cxn>
                  <a:cxn ang="0">
                    <a:pos x="0" y="151667"/>
                  </a:cxn>
                  <a:cxn ang="0">
                    <a:pos x="29766" y="154964"/>
                  </a:cxn>
                  <a:cxn ang="0">
                    <a:pos x="23151" y="257175"/>
                  </a:cxn>
                  <a:cxn ang="0">
                    <a:pos x="23151" y="257175"/>
                  </a:cxn>
                  <a:cxn ang="0">
                    <a:pos x="26458" y="237392"/>
                  </a:cxn>
                  <a:cxn ang="0">
                    <a:pos x="39688" y="145073"/>
                  </a:cxn>
                  <a:cxn ang="0">
                    <a:pos x="36380" y="6594"/>
                  </a:cxn>
                </a:cxnLst>
                <a:rect l="0" t="0" r="0" b="0"/>
                <a:pathLst>
                  <a:path w="12" h="78">
                    <a:moveTo>
                      <a:pt x="11" y="2"/>
                    </a:moveTo>
                    <a:cubicBezTo>
                      <a:pt x="11" y="1"/>
                      <a:pt x="7" y="0"/>
                      <a:pt x="6" y="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7" y="78"/>
                      <a:pt x="7" y="78"/>
                      <a:pt x="8" y="72"/>
                    </a:cubicBezTo>
                    <a:cubicBezTo>
                      <a:pt x="9" y="66"/>
                      <a:pt x="12" y="47"/>
                      <a:pt x="12" y="44"/>
                    </a:cubicBezTo>
                    <a:cubicBezTo>
                      <a:pt x="12" y="30"/>
                      <a:pt x="11" y="18"/>
                      <a:pt x="11" y="2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5" name="Freeform 333"/>
              <p:cNvSpPr/>
              <p:nvPr userDrawn="1"/>
            </p:nvSpPr>
            <p:spPr>
              <a:xfrm>
                <a:off x="7851776" y="2787650"/>
                <a:ext cx="36513" cy="11113"/>
              </a:xfrm>
              <a:custGeom>
                <a:avLst/>
                <a:gdLst/>
                <a:ahLst/>
                <a:cxnLst>
                  <a:cxn ang="0">
                    <a:pos x="36513" y="3175"/>
                  </a:cxn>
                  <a:cxn ang="0">
                    <a:pos x="0" y="0"/>
                  </a:cxn>
                  <a:cxn ang="0">
                    <a:pos x="0" y="6350"/>
                  </a:cxn>
                  <a:cxn ang="0">
                    <a:pos x="33337" y="11113"/>
                  </a:cxn>
                  <a:cxn ang="0">
                    <a:pos x="36513" y="3175"/>
                  </a:cxn>
                </a:cxnLst>
                <a:rect l="0" t="0" r="0" b="0"/>
                <a:pathLst>
                  <a:path w="23" h="7">
                    <a:moveTo>
                      <a:pt x="23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1" y="7"/>
                    </a:lnTo>
                    <a:lnTo>
                      <a:pt x="23" y="2"/>
                    </a:lnTo>
                    <a:close/>
                  </a:path>
                </a:pathLst>
              </a:custGeom>
              <a:solidFill>
                <a:srgbClr val="504D6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6" name="Freeform 334"/>
              <p:cNvSpPr/>
              <p:nvPr userDrawn="1"/>
            </p:nvSpPr>
            <p:spPr>
              <a:xfrm>
                <a:off x="7634288" y="2771775"/>
                <a:ext cx="119063" cy="368300"/>
              </a:xfrm>
              <a:custGeom>
                <a:avLst/>
                <a:gdLst/>
                <a:ahLst/>
                <a:cxnLst>
                  <a:cxn ang="0">
                    <a:pos x="0" y="12700"/>
                  </a:cxn>
                  <a:cxn ang="0">
                    <a:pos x="88900" y="368300"/>
                  </a:cxn>
                  <a:cxn ang="0">
                    <a:pos x="119063" y="361950"/>
                  </a:cxn>
                  <a:cxn ang="0">
                    <a:pos x="30162" y="3175"/>
                  </a:cxn>
                  <a:cxn ang="0">
                    <a:pos x="12700" y="0"/>
                  </a:cxn>
                  <a:cxn ang="0">
                    <a:pos x="0" y="12700"/>
                  </a:cxn>
                </a:cxnLst>
                <a:rect l="0" t="0" r="0" b="0"/>
                <a:pathLst>
                  <a:path w="75" h="232">
                    <a:moveTo>
                      <a:pt x="0" y="8"/>
                    </a:moveTo>
                    <a:lnTo>
                      <a:pt x="56" y="232"/>
                    </a:lnTo>
                    <a:lnTo>
                      <a:pt x="75" y="228"/>
                    </a:lnTo>
                    <a:lnTo>
                      <a:pt x="19" y="2"/>
                    </a:lnTo>
                    <a:lnTo>
                      <a:pt x="8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394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7" name="Freeform 335"/>
              <p:cNvSpPr/>
              <p:nvPr userDrawn="1"/>
            </p:nvSpPr>
            <p:spPr>
              <a:xfrm>
                <a:off x="7634288" y="2768600"/>
                <a:ext cx="104775" cy="371475"/>
              </a:xfrm>
              <a:custGeom>
                <a:avLst/>
                <a:gdLst/>
                <a:ahLst/>
                <a:cxnLst>
                  <a:cxn ang="0">
                    <a:pos x="0" y="15875"/>
                  </a:cxn>
                  <a:cxn ang="0">
                    <a:pos x="88900" y="371475"/>
                  </a:cxn>
                  <a:cxn ang="0">
                    <a:pos x="104775" y="368300"/>
                  </a:cxn>
                  <a:cxn ang="0">
                    <a:pos x="12700" y="0"/>
                  </a:cxn>
                  <a:cxn ang="0">
                    <a:pos x="0" y="15875"/>
                  </a:cxn>
                </a:cxnLst>
                <a:rect l="0" t="0" r="0" b="0"/>
                <a:pathLst>
                  <a:path w="66" h="234">
                    <a:moveTo>
                      <a:pt x="0" y="10"/>
                    </a:moveTo>
                    <a:lnTo>
                      <a:pt x="56" y="234"/>
                    </a:lnTo>
                    <a:lnTo>
                      <a:pt x="66" y="232"/>
                    </a:lnTo>
                    <a:lnTo>
                      <a:pt x="8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465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8" name="Freeform 336"/>
              <p:cNvSpPr/>
              <p:nvPr userDrawn="1"/>
            </p:nvSpPr>
            <p:spPr>
              <a:xfrm>
                <a:off x="7627938" y="2692400"/>
                <a:ext cx="36513" cy="98425"/>
              </a:xfrm>
              <a:custGeom>
                <a:avLst/>
                <a:gdLst/>
                <a:ahLst/>
                <a:cxnLst>
                  <a:cxn ang="0">
                    <a:pos x="36513" y="82020"/>
                  </a:cxn>
                  <a:cxn ang="0">
                    <a:pos x="0" y="0"/>
                  </a:cxn>
                  <a:cxn ang="0">
                    <a:pos x="6638" y="91863"/>
                  </a:cxn>
                  <a:cxn ang="0">
                    <a:pos x="13277" y="98425"/>
                  </a:cxn>
                  <a:cxn ang="0">
                    <a:pos x="19916" y="82020"/>
                  </a:cxn>
                  <a:cxn ang="0">
                    <a:pos x="33193" y="91863"/>
                  </a:cxn>
                  <a:cxn ang="0">
                    <a:pos x="36513" y="82020"/>
                  </a:cxn>
                </a:cxnLst>
                <a:rect l="0" t="0" r="0" b="0"/>
                <a:pathLst>
                  <a:path w="11" h="30">
                    <a:moveTo>
                      <a:pt x="11" y="2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3" y="30"/>
                      <a:pt x="4" y="30"/>
                    </a:cubicBezTo>
                    <a:cubicBezTo>
                      <a:pt x="6" y="29"/>
                      <a:pt x="4" y="25"/>
                      <a:pt x="6" y="25"/>
                    </a:cubicBezTo>
                    <a:cubicBezTo>
                      <a:pt x="8" y="24"/>
                      <a:pt x="9" y="28"/>
                      <a:pt x="10" y="28"/>
                    </a:cubicBezTo>
                    <a:cubicBezTo>
                      <a:pt x="11" y="28"/>
                      <a:pt x="11" y="25"/>
                      <a:pt x="11" y="25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9" name="Freeform 337"/>
              <p:cNvSpPr/>
              <p:nvPr userDrawn="1"/>
            </p:nvSpPr>
            <p:spPr>
              <a:xfrm>
                <a:off x="7627938" y="2692400"/>
                <a:ext cx="19050" cy="984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50" y="91863"/>
                  </a:cxn>
                  <a:cxn ang="0">
                    <a:pos x="12700" y="98425"/>
                  </a:cxn>
                  <a:cxn ang="0">
                    <a:pos x="19050" y="82020"/>
                  </a:cxn>
                  <a:cxn ang="0">
                    <a:pos x="19050" y="82020"/>
                  </a:cxn>
                  <a:cxn ang="0">
                    <a:pos x="0" y="0"/>
                  </a:cxn>
                </a:cxnLst>
                <a:rect l="0" t="0" r="0" b="0"/>
                <a:pathLst>
                  <a:path w="6" h="30">
                    <a:moveTo>
                      <a:pt x="0" y="0"/>
                    </a:move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3" y="30"/>
                      <a:pt x="4" y="30"/>
                    </a:cubicBezTo>
                    <a:cubicBezTo>
                      <a:pt x="6" y="29"/>
                      <a:pt x="4" y="25"/>
                      <a:pt x="6" y="25"/>
                    </a:cubicBezTo>
                    <a:cubicBezTo>
                      <a:pt x="6" y="25"/>
                      <a:pt x="6" y="25"/>
                      <a:pt x="6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A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0" name="Freeform 338"/>
              <p:cNvSpPr/>
              <p:nvPr userDrawn="1"/>
            </p:nvSpPr>
            <p:spPr>
              <a:xfrm>
                <a:off x="7627938" y="2692400"/>
                <a:ext cx="9525" cy="30163"/>
              </a:xfrm>
              <a:custGeom>
                <a:avLst/>
                <a:gdLst/>
                <a:ahLst/>
                <a:cxnLst>
                  <a:cxn ang="0">
                    <a:pos x="9525" y="26987"/>
                  </a:cxn>
                  <a:cxn ang="0">
                    <a:pos x="0" y="0"/>
                  </a:cxn>
                  <a:cxn ang="0">
                    <a:pos x="3175" y="30163"/>
                  </a:cxn>
                  <a:cxn ang="0">
                    <a:pos x="9525" y="26987"/>
                  </a:cxn>
                </a:cxnLst>
                <a:rect l="0" t="0" r="0" b="0"/>
                <a:pathLst>
                  <a:path w="6" h="19">
                    <a:moveTo>
                      <a:pt x="6" y="17"/>
                    </a:moveTo>
                    <a:lnTo>
                      <a:pt x="0" y="0"/>
                    </a:lnTo>
                    <a:lnTo>
                      <a:pt x="2" y="19"/>
                    </a:lnTo>
                    <a:lnTo>
                      <a:pt x="6" y="17"/>
                    </a:lnTo>
                    <a:close/>
                  </a:path>
                </a:pathLst>
              </a:custGeom>
              <a:solidFill>
                <a:srgbClr val="4141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1" name="Freeform 339"/>
              <p:cNvSpPr/>
              <p:nvPr userDrawn="1"/>
            </p:nvSpPr>
            <p:spPr>
              <a:xfrm>
                <a:off x="7656513" y="2728913"/>
                <a:ext cx="79375" cy="379413"/>
              </a:xfrm>
              <a:custGeom>
                <a:avLst/>
                <a:gdLst/>
                <a:ahLst/>
                <a:cxnLst>
                  <a:cxn ang="0">
                    <a:pos x="0" y="9525"/>
                  </a:cxn>
                  <a:cxn ang="0">
                    <a:pos x="50800" y="379413"/>
                  </a:cxn>
                  <a:cxn ang="0">
                    <a:pos x="79375" y="371475"/>
                  </a:cxn>
                  <a:cxn ang="0">
                    <a:pos x="33337" y="6350"/>
                  </a:cxn>
                  <a:cxn ang="0">
                    <a:pos x="17462" y="0"/>
                  </a:cxn>
                  <a:cxn ang="0">
                    <a:pos x="0" y="9525"/>
                  </a:cxn>
                </a:cxnLst>
                <a:rect l="0" t="0" r="0" b="0"/>
                <a:pathLst>
                  <a:path w="50" h="239">
                    <a:moveTo>
                      <a:pt x="0" y="6"/>
                    </a:moveTo>
                    <a:lnTo>
                      <a:pt x="32" y="239"/>
                    </a:lnTo>
                    <a:lnTo>
                      <a:pt x="50" y="234"/>
                    </a:lnTo>
                    <a:lnTo>
                      <a:pt x="21" y="4"/>
                    </a:lnTo>
                    <a:lnTo>
                      <a:pt x="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394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2" name="Freeform 340"/>
              <p:cNvSpPr/>
              <p:nvPr userDrawn="1"/>
            </p:nvSpPr>
            <p:spPr>
              <a:xfrm>
                <a:off x="7656513" y="2725738"/>
                <a:ext cx="66675" cy="382588"/>
              </a:xfrm>
              <a:custGeom>
                <a:avLst/>
                <a:gdLst/>
                <a:ahLst/>
                <a:cxnLst>
                  <a:cxn ang="0">
                    <a:pos x="0" y="12700"/>
                  </a:cxn>
                  <a:cxn ang="0">
                    <a:pos x="50800" y="382588"/>
                  </a:cxn>
                  <a:cxn ang="0">
                    <a:pos x="66675" y="379412"/>
                  </a:cxn>
                  <a:cxn ang="0">
                    <a:pos x="17462" y="0"/>
                  </a:cxn>
                  <a:cxn ang="0">
                    <a:pos x="0" y="12700"/>
                  </a:cxn>
                </a:cxnLst>
                <a:rect l="0" t="0" r="0" b="0"/>
                <a:pathLst>
                  <a:path w="42" h="241">
                    <a:moveTo>
                      <a:pt x="0" y="8"/>
                    </a:moveTo>
                    <a:lnTo>
                      <a:pt x="32" y="241"/>
                    </a:lnTo>
                    <a:lnTo>
                      <a:pt x="42" y="239"/>
                    </a:lnTo>
                    <a:lnTo>
                      <a:pt x="11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465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3" name="Freeform 341"/>
              <p:cNvSpPr/>
              <p:nvPr userDrawn="1"/>
            </p:nvSpPr>
            <p:spPr>
              <a:xfrm>
                <a:off x="7656513" y="2649538"/>
                <a:ext cx="33338" cy="98425"/>
              </a:xfrm>
              <a:custGeom>
                <a:avLst/>
                <a:gdLst/>
                <a:ahLst/>
                <a:cxnLst>
                  <a:cxn ang="0">
                    <a:pos x="33338" y="85301"/>
                  </a:cxn>
                  <a:cxn ang="0">
                    <a:pos x="6667" y="0"/>
                  </a:cxn>
                  <a:cxn ang="0">
                    <a:pos x="0" y="88582"/>
                  </a:cxn>
                  <a:cxn ang="0">
                    <a:pos x="10001" y="95144"/>
                  </a:cxn>
                  <a:cxn ang="0">
                    <a:pos x="16669" y="82020"/>
                  </a:cxn>
                  <a:cxn ang="0">
                    <a:pos x="30004" y="95144"/>
                  </a:cxn>
                  <a:cxn ang="0">
                    <a:pos x="33338" y="85301"/>
                  </a:cxn>
                </a:cxnLst>
                <a:rect l="0" t="0" r="0" b="0"/>
                <a:pathLst>
                  <a:path w="10" h="30">
                    <a:moveTo>
                      <a:pt x="10" y="26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2" y="30"/>
                      <a:pt x="3" y="29"/>
                    </a:cubicBezTo>
                    <a:cubicBezTo>
                      <a:pt x="4" y="29"/>
                      <a:pt x="3" y="25"/>
                      <a:pt x="5" y="25"/>
                    </a:cubicBezTo>
                    <a:cubicBezTo>
                      <a:pt x="7" y="25"/>
                      <a:pt x="7" y="29"/>
                      <a:pt x="9" y="29"/>
                    </a:cubicBezTo>
                    <a:cubicBezTo>
                      <a:pt x="10" y="28"/>
                      <a:pt x="10" y="26"/>
                      <a:pt x="10" y="26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4" name="Freeform 342"/>
              <p:cNvSpPr/>
              <p:nvPr userDrawn="1"/>
            </p:nvSpPr>
            <p:spPr>
              <a:xfrm>
                <a:off x="7656513" y="2649538"/>
                <a:ext cx="17463" cy="98425"/>
              </a:xfrm>
              <a:custGeom>
                <a:avLst/>
                <a:gdLst/>
                <a:ahLst/>
                <a:cxnLst>
                  <a:cxn ang="0">
                    <a:pos x="6985" y="0"/>
                  </a:cxn>
                  <a:cxn ang="0">
                    <a:pos x="0" y="88582"/>
                  </a:cxn>
                  <a:cxn ang="0">
                    <a:pos x="10477" y="95144"/>
                  </a:cxn>
                  <a:cxn ang="0">
                    <a:pos x="17463" y="82020"/>
                  </a:cxn>
                  <a:cxn ang="0">
                    <a:pos x="17463" y="82020"/>
                  </a:cxn>
                  <a:cxn ang="0">
                    <a:pos x="6985" y="0"/>
                  </a:cxn>
                </a:cxnLst>
                <a:rect l="0" t="0" r="0" b="0"/>
                <a:pathLst>
                  <a:path w="5" h="30">
                    <a:moveTo>
                      <a:pt x="2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2" y="30"/>
                      <a:pt x="3" y="29"/>
                    </a:cubicBezTo>
                    <a:cubicBezTo>
                      <a:pt x="4" y="29"/>
                      <a:pt x="3" y="25"/>
                      <a:pt x="5" y="25"/>
                    </a:cubicBezTo>
                    <a:cubicBezTo>
                      <a:pt x="5" y="25"/>
                      <a:pt x="5" y="25"/>
                      <a:pt x="5" y="25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BB4A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5" name="Freeform 343"/>
              <p:cNvSpPr/>
              <p:nvPr userDrawn="1"/>
            </p:nvSpPr>
            <p:spPr>
              <a:xfrm>
                <a:off x="7664451" y="2649538"/>
                <a:ext cx="9525" cy="26988"/>
              </a:xfrm>
              <a:custGeom>
                <a:avLst/>
                <a:gdLst/>
                <a:ahLst/>
                <a:cxnLst>
                  <a:cxn ang="0">
                    <a:pos x="9525" y="26988"/>
                  </a:cxn>
                  <a:cxn ang="0">
                    <a:pos x="0" y="0"/>
                  </a:cxn>
                  <a:cxn ang="0">
                    <a:pos x="0" y="26988"/>
                  </a:cxn>
                  <a:cxn ang="0">
                    <a:pos x="9525" y="26988"/>
                  </a:cxn>
                </a:cxnLst>
                <a:rect l="0" t="0" r="0" b="0"/>
                <a:pathLst>
                  <a:path w="6" h="17">
                    <a:moveTo>
                      <a:pt x="6" y="17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6" y="17"/>
                    </a:lnTo>
                    <a:close/>
                  </a:path>
                </a:pathLst>
              </a:custGeom>
              <a:solidFill>
                <a:srgbClr val="4141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6" name="Freeform 344"/>
              <p:cNvSpPr/>
              <p:nvPr userDrawn="1"/>
            </p:nvSpPr>
            <p:spPr>
              <a:xfrm>
                <a:off x="7643813" y="2887663"/>
                <a:ext cx="247650" cy="398463"/>
              </a:xfrm>
              <a:custGeom>
                <a:avLst/>
                <a:gdLst/>
                <a:ahLst/>
                <a:cxnLst>
                  <a:cxn ang="0">
                    <a:pos x="247650" y="0"/>
                  </a:cxn>
                  <a:cxn ang="0">
                    <a:pos x="247650" y="368825"/>
                  </a:cxn>
                  <a:cxn ang="0">
                    <a:pos x="227838" y="398463"/>
                  </a:cxn>
                  <a:cxn ang="0">
                    <a:pos x="19812" y="398463"/>
                  </a:cxn>
                  <a:cxn ang="0">
                    <a:pos x="0" y="368825"/>
                  </a:cxn>
                  <a:cxn ang="0">
                    <a:pos x="0" y="0"/>
                  </a:cxn>
                  <a:cxn ang="0">
                    <a:pos x="247650" y="0"/>
                  </a:cxn>
                </a:cxnLst>
                <a:rect l="0" t="0" r="0" b="0"/>
                <a:pathLst>
                  <a:path w="75" h="121">
                    <a:moveTo>
                      <a:pt x="75" y="0"/>
                    </a:moveTo>
                    <a:cubicBezTo>
                      <a:pt x="75" y="112"/>
                      <a:pt x="75" y="112"/>
                      <a:pt x="75" y="112"/>
                    </a:cubicBezTo>
                    <a:cubicBezTo>
                      <a:pt x="75" y="117"/>
                      <a:pt x="72" y="121"/>
                      <a:pt x="69" y="121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3" y="121"/>
                      <a:pt x="0" y="117"/>
                      <a:pt x="0" y="11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7" name="Rectangle 345"/>
              <p:cNvSpPr/>
              <p:nvPr userDrawn="1"/>
            </p:nvSpPr>
            <p:spPr>
              <a:xfrm>
                <a:off x="7643813" y="2887663"/>
                <a:ext cx="247650" cy="38100"/>
              </a:xfrm>
              <a:prstGeom prst="rect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8" name="Freeform 346"/>
              <p:cNvSpPr/>
              <p:nvPr userDrawn="1"/>
            </p:nvSpPr>
            <p:spPr>
              <a:xfrm>
                <a:off x="7766051" y="2925763"/>
                <a:ext cx="125413" cy="360363"/>
              </a:xfrm>
              <a:custGeom>
                <a:avLst/>
                <a:gdLst/>
                <a:ahLst/>
                <a:cxnLst>
                  <a:cxn ang="0">
                    <a:pos x="125413" y="330608"/>
                  </a:cxn>
                  <a:cxn ang="0">
                    <a:pos x="125413" y="0"/>
                  </a:cxn>
                  <a:cxn ang="0">
                    <a:pos x="0" y="0"/>
                  </a:cxn>
                  <a:cxn ang="0">
                    <a:pos x="0" y="360363"/>
                  </a:cxn>
                  <a:cxn ang="0">
                    <a:pos x="105610" y="360363"/>
                  </a:cxn>
                  <a:cxn ang="0">
                    <a:pos x="125413" y="330608"/>
                  </a:cxn>
                </a:cxnLst>
                <a:rect l="0" t="0" r="0" b="0"/>
                <a:pathLst>
                  <a:path w="38" h="109">
                    <a:moveTo>
                      <a:pt x="38" y="10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5" y="109"/>
                      <a:pt x="38" y="105"/>
                      <a:pt x="38" y="100"/>
                    </a:cubicBezTo>
                    <a:close/>
                  </a:path>
                </a:pathLst>
              </a:custGeom>
              <a:solidFill>
                <a:srgbClr val="7F808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9" name="Rectangle 347"/>
              <p:cNvSpPr/>
              <p:nvPr userDrawn="1"/>
            </p:nvSpPr>
            <p:spPr>
              <a:xfrm>
                <a:off x="7766051" y="2887663"/>
                <a:ext cx="125413" cy="38100"/>
              </a:xfrm>
              <a:prstGeom prst="rect">
                <a:avLst/>
              </a:prstGeom>
              <a:solidFill>
                <a:srgbClr val="535456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0" name="Freeform 348"/>
              <p:cNvSpPr/>
              <p:nvPr userDrawn="1"/>
            </p:nvSpPr>
            <p:spPr>
              <a:xfrm>
                <a:off x="3311526" y="4498975"/>
                <a:ext cx="73025" cy="187325"/>
              </a:xfrm>
              <a:custGeom>
                <a:avLst/>
                <a:gdLst/>
                <a:ahLst/>
                <a:cxnLst>
                  <a:cxn ang="0">
                    <a:pos x="36512" y="0"/>
                  </a:cxn>
                  <a:cxn ang="0">
                    <a:pos x="36512" y="0"/>
                  </a:cxn>
                  <a:cxn ang="0">
                    <a:pos x="0" y="39436"/>
                  </a:cxn>
                  <a:cxn ang="0">
                    <a:pos x="0" y="147888"/>
                  </a:cxn>
                  <a:cxn ang="0">
                    <a:pos x="36512" y="187325"/>
                  </a:cxn>
                  <a:cxn ang="0">
                    <a:pos x="36512" y="187325"/>
                  </a:cxn>
                  <a:cxn ang="0">
                    <a:pos x="73025" y="147888"/>
                  </a:cxn>
                  <a:cxn ang="0">
                    <a:pos x="73025" y="39436"/>
                  </a:cxn>
                  <a:cxn ang="0">
                    <a:pos x="36512" y="0"/>
                  </a:cxn>
                </a:cxnLst>
                <a:rect l="0" t="0" r="0" b="0"/>
                <a:pathLst>
                  <a:path w="22" h="57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0" y="12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2"/>
                      <a:pt x="5" y="57"/>
                      <a:pt x="11" y="57"/>
                    </a:cubicBezTo>
                    <a:cubicBezTo>
                      <a:pt x="11" y="57"/>
                      <a:pt x="11" y="57"/>
                      <a:pt x="11" y="57"/>
                    </a:cubicBezTo>
                    <a:cubicBezTo>
                      <a:pt x="17" y="57"/>
                      <a:pt x="22" y="52"/>
                      <a:pt x="22" y="45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2" y="6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rgbClr val="638F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1" name="Freeform 349"/>
              <p:cNvSpPr/>
              <p:nvPr userDrawn="1"/>
            </p:nvSpPr>
            <p:spPr>
              <a:xfrm>
                <a:off x="3311526" y="4686300"/>
                <a:ext cx="73025" cy="190500"/>
              </a:xfrm>
              <a:custGeom>
                <a:avLst/>
                <a:gdLst/>
                <a:ahLst/>
                <a:cxnLst>
                  <a:cxn ang="0">
                    <a:pos x="36512" y="0"/>
                  </a:cxn>
                  <a:cxn ang="0">
                    <a:pos x="36512" y="0"/>
                  </a:cxn>
                  <a:cxn ang="0">
                    <a:pos x="0" y="42698"/>
                  </a:cxn>
                  <a:cxn ang="0">
                    <a:pos x="0" y="147801"/>
                  </a:cxn>
                  <a:cxn ang="0">
                    <a:pos x="36512" y="190500"/>
                  </a:cxn>
                  <a:cxn ang="0">
                    <a:pos x="36512" y="190500"/>
                  </a:cxn>
                  <a:cxn ang="0">
                    <a:pos x="73025" y="147801"/>
                  </a:cxn>
                  <a:cxn ang="0">
                    <a:pos x="73025" y="42698"/>
                  </a:cxn>
                  <a:cxn ang="0">
                    <a:pos x="36512" y="0"/>
                  </a:cxn>
                </a:cxnLst>
                <a:rect l="0" t="0" r="0" b="0"/>
                <a:pathLst>
                  <a:path w="22" h="58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0" y="1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2"/>
                      <a:pt x="5" y="58"/>
                      <a:pt x="11" y="58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7" y="58"/>
                      <a:pt x="22" y="52"/>
                      <a:pt x="22" y="45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6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rgbClr val="F4824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2" name="Freeform 350"/>
              <p:cNvSpPr/>
              <p:nvPr userDrawn="1"/>
            </p:nvSpPr>
            <p:spPr>
              <a:xfrm>
                <a:off x="3311526" y="4310063"/>
                <a:ext cx="755650" cy="922338"/>
              </a:xfrm>
              <a:custGeom>
                <a:avLst/>
                <a:gdLst/>
                <a:ahLst/>
                <a:cxnLst>
                  <a:cxn ang="0">
                    <a:pos x="755650" y="0"/>
                  </a:cxn>
                  <a:cxn ang="0">
                    <a:pos x="36297" y="0"/>
                  </a:cxn>
                  <a:cxn ang="0">
                    <a:pos x="0" y="39528"/>
                  </a:cxn>
                  <a:cxn ang="0">
                    <a:pos x="0" y="148232"/>
                  </a:cxn>
                  <a:cxn ang="0">
                    <a:pos x="36297" y="187761"/>
                  </a:cxn>
                  <a:cxn ang="0">
                    <a:pos x="36297" y="922338"/>
                  </a:cxn>
                  <a:cxn ang="0">
                    <a:pos x="755650" y="922338"/>
                  </a:cxn>
                  <a:cxn ang="0">
                    <a:pos x="755650" y="0"/>
                  </a:cxn>
                </a:cxnLst>
                <a:rect l="0" t="0" r="0" b="0"/>
                <a:pathLst>
                  <a:path w="229" h="280">
                    <a:moveTo>
                      <a:pt x="229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1"/>
                      <a:pt x="5" y="57"/>
                      <a:pt x="11" y="57"/>
                    </a:cubicBezTo>
                    <a:cubicBezTo>
                      <a:pt x="11" y="280"/>
                      <a:pt x="11" y="280"/>
                      <a:pt x="11" y="280"/>
                    </a:cubicBezTo>
                    <a:cubicBezTo>
                      <a:pt x="229" y="280"/>
                      <a:pt x="229" y="280"/>
                      <a:pt x="229" y="280"/>
                    </a:cubicBezTo>
                    <a:lnTo>
                      <a:pt x="229" y="0"/>
                    </a:lnTo>
                    <a:close/>
                  </a:path>
                </a:pathLst>
              </a:custGeom>
              <a:solidFill>
                <a:srgbClr val="D1AA6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3" name="Freeform 351"/>
              <p:cNvSpPr/>
              <p:nvPr userDrawn="1"/>
            </p:nvSpPr>
            <p:spPr>
              <a:xfrm>
                <a:off x="3381376" y="4579938"/>
                <a:ext cx="85725" cy="168275"/>
              </a:xfrm>
              <a:custGeom>
                <a:avLst/>
                <a:gdLst/>
                <a:ahLst/>
                <a:cxnLst>
                  <a:cxn ang="0">
                    <a:pos x="59348" y="3299"/>
                  </a:cxn>
                  <a:cxn ang="0">
                    <a:pos x="59348" y="3299"/>
                  </a:cxn>
                  <a:cxn ang="0">
                    <a:pos x="19782" y="32995"/>
                  </a:cxn>
                  <a:cxn ang="0">
                    <a:pos x="3297" y="122081"/>
                  </a:cxn>
                  <a:cxn ang="0">
                    <a:pos x="26376" y="164975"/>
                  </a:cxn>
                  <a:cxn ang="0">
                    <a:pos x="65942" y="135279"/>
                  </a:cxn>
                  <a:cxn ang="0">
                    <a:pos x="82427" y="46193"/>
                  </a:cxn>
                  <a:cxn ang="0">
                    <a:pos x="59348" y="3299"/>
                  </a:cxn>
                </a:cxnLst>
                <a:rect l="0" t="0" r="0" b="0"/>
                <a:pathLst>
                  <a:path w="26" h="51">
                    <a:moveTo>
                      <a:pt x="18" y="1"/>
                    </a:moveTo>
                    <a:cubicBezTo>
                      <a:pt x="18" y="1"/>
                      <a:pt x="18" y="1"/>
                      <a:pt x="18" y="1"/>
                    </a:cubicBezTo>
                    <a:cubicBezTo>
                      <a:pt x="13" y="0"/>
                      <a:pt x="7" y="4"/>
                      <a:pt x="6" y="10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43"/>
                      <a:pt x="3" y="48"/>
                      <a:pt x="8" y="50"/>
                    </a:cubicBezTo>
                    <a:cubicBezTo>
                      <a:pt x="14" y="51"/>
                      <a:pt x="19" y="47"/>
                      <a:pt x="20" y="41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8"/>
                      <a:pt x="23" y="3"/>
                      <a:pt x="18" y="1"/>
                    </a:cubicBezTo>
                    <a:close/>
                  </a:path>
                </a:pathLst>
              </a:custGeom>
              <a:solidFill>
                <a:srgbClr val="7E576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4" name="Freeform 352"/>
              <p:cNvSpPr/>
              <p:nvPr userDrawn="1"/>
            </p:nvSpPr>
            <p:spPr>
              <a:xfrm>
                <a:off x="3351213" y="4738688"/>
                <a:ext cx="85725" cy="168275"/>
              </a:xfrm>
              <a:custGeom>
                <a:avLst/>
                <a:gdLst/>
                <a:ahLst/>
                <a:cxnLst>
                  <a:cxn ang="0">
                    <a:pos x="56050" y="6599"/>
                  </a:cxn>
                  <a:cxn ang="0">
                    <a:pos x="56050" y="6599"/>
                  </a:cxn>
                  <a:cxn ang="0">
                    <a:pos x="19782" y="32995"/>
                  </a:cxn>
                  <a:cxn ang="0">
                    <a:pos x="3297" y="122081"/>
                  </a:cxn>
                  <a:cxn ang="0">
                    <a:pos x="26376" y="164975"/>
                  </a:cxn>
                  <a:cxn ang="0">
                    <a:pos x="65942" y="138579"/>
                  </a:cxn>
                  <a:cxn ang="0">
                    <a:pos x="82427" y="46193"/>
                  </a:cxn>
                  <a:cxn ang="0">
                    <a:pos x="56050" y="6599"/>
                  </a:cxn>
                </a:cxnLst>
                <a:rect l="0" t="0" r="0" b="0"/>
                <a:pathLst>
                  <a:path w="26" h="51">
                    <a:moveTo>
                      <a:pt x="17" y="2"/>
                    </a:moveTo>
                    <a:cubicBezTo>
                      <a:pt x="17" y="2"/>
                      <a:pt x="17" y="2"/>
                      <a:pt x="17" y="2"/>
                    </a:cubicBezTo>
                    <a:cubicBezTo>
                      <a:pt x="12" y="0"/>
                      <a:pt x="7" y="4"/>
                      <a:pt x="6" y="10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43"/>
                      <a:pt x="3" y="49"/>
                      <a:pt x="8" y="50"/>
                    </a:cubicBezTo>
                    <a:cubicBezTo>
                      <a:pt x="13" y="51"/>
                      <a:pt x="19" y="48"/>
                      <a:pt x="20" y="42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9"/>
                      <a:pt x="23" y="3"/>
                      <a:pt x="17" y="2"/>
                    </a:cubicBezTo>
                    <a:close/>
                  </a:path>
                </a:pathLst>
              </a:custGeom>
              <a:solidFill>
                <a:srgbClr val="806B6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5" name="Freeform 353"/>
              <p:cNvSpPr/>
              <p:nvPr userDrawn="1"/>
            </p:nvSpPr>
            <p:spPr>
              <a:xfrm>
                <a:off x="3321051" y="4422775"/>
                <a:ext cx="755650" cy="922338"/>
              </a:xfrm>
              <a:custGeom>
                <a:avLst/>
                <a:gdLst/>
                <a:ahLst/>
                <a:cxnLst>
                  <a:cxn ang="0">
                    <a:pos x="755650" y="144938"/>
                  </a:cxn>
                  <a:cxn ang="0">
                    <a:pos x="148490" y="3294"/>
                  </a:cxn>
                  <a:cxn ang="0">
                    <a:pos x="112192" y="29646"/>
                  </a:cxn>
                  <a:cxn ang="0">
                    <a:pos x="92393" y="121880"/>
                  </a:cxn>
                  <a:cxn ang="0">
                    <a:pos x="118792" y="161409"/>
                  </a:cxn>
                  <a:cxn ang="0">
                    <a:pos x="0" y="780693"/>
                  </a:cxn>
                  <a:cxn ang="0">
                    <a:pos x="607159" y="922338"/>
                  </a:cxn>
                  <a:cxn ang="0">
                    <a:pos x="755650" y="144938"/>
                  </a:cxn>
                </a:cxnLst>
                <a:rect l="0" t="0" r="0" b="0"/>
                <a:pathLst>
                  <a:path w="229" h="280">
                    <a:moveTo>
                      <a:pt x="229" y="44"/>
                    </a:moveTo>
                    <a:cubicBezTo>
                      <a:pt x="45" y="1"/>
                      <a:pt x="45" y="1"/>
                      <a:pt x="45" y="1"/>
                    </a:cubicBezTo>
                    <a:cubicBezTo>
                      <a:pt x="40" y="0"/>
                      <a:pt x="35" y="3"/>
                      <a:pt x="34" y="9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7" y="42"/>
                      <a:pt x="31" y="48"/>
                      <a:pt x="36" y="49"/>
                    </a:cubicBezTo>
                    <a:cubicBezTo>
                      <a:pt x="0" y="237"/>
                      <a:pt x="0" y="237"/>
                      <a:pt x="0" y="237"/>
                    </a:cubicBezTo>
                    <a:cubicBezTo>
                      <a:pt x="184" y="280"/>
                      <a:pt x="184" y="280"/>
                      <a:pt x="184" y="280"/>
                    </a:cubicBezTo>
                    <a:lnTo>
                      <a:pt x="229" y="44"/>
                    </a:ln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6" name="Freeform 354"/>
              <p:cNvSpPr/>
              <p:nvPr userDrawn="1"/>
            </p:nvSpPr>
            <p:spPr>
              <a:xfrm>
                <a:off x="3167063" y="4487863"/>
                <a:ext cx="962025" cy="1104900"/>
              </a:xfrm>
              <a:custGeom>
                <a:avLst/>
                <a:gdLst/>
                <a:ahLst/>
                <a:cxnLst>
                  <a:cxn ang="0">
                    <a:pos x="962025" y="0"/>
                  </a:cxn>
                  <a:cxn ang="0">
                    <a:pos x="691867" y="0"/>
                  </a:cxn>
                  <a:cxn ang="0">
                    <a:pos x="691867" y="0"/>
                  </a:cxn>
                  <a:cxn ang="0">
                    <a:pos x="171319" y="613466"/>
                  </a:cxn>
                  <a:cxn ang="0">
                    <a:pos x="0" y="580484"/>
                  </a:cxn>
                  <a:cxn ang="0">
                    <a:pos x="0" y="1104900"/>
                  </a:cxn>
                  <a:cxn ang="0">
                    <a:pos x="962025" y="1104900"/>
                  </a:cxn>
                  <a:cxn ang="0">
                    <a:pos x="962025" y="0"/>
                  </a:cxn>
                </a:cxnLst>
                <a:rect l="0" t="0" r="0" b="0"/>
                <a:pathLst>
                  <a:path w="292" h="335">
                    <a:moveTo>
                      <a:pt x="292" y="0"/>
                    </a:move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103"/>
                      <a:pt x="139" y="186"/>
                      <a:pt x="52" y="186"/>
                    </a:cubicBezTo>
                    <a:cubicBezTo>
                      <a:pt x="33" y="186"/>
                      <a:pt x="16" y="182"/>
                      <a:pt x="0" y="176"/>
                    </a:cubicBezTo>
                    <a:cubicBezTo>
                      <a:pt x="0" y="335"/>
                      <a:pt x="0" y="335"/>
                      <a:pt x="0" y="335"/>
                    </a:cubicBezTo>
                    <a:cubicBezTo>
                      <a:pt x="292" y="335"/>
                      <a:pt x="292" y="335"/>
                      <a:pt x="292" y="335"/>
                    </a:cubicBezTo>
                    <a:lnTo>
                      <a:pt x="292" y="0"/>
                    </a:ln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7" name="Rectangle 355"/>
              <p:cNvSpPr/>
              <p:nvPr userDrawn="1"/>
            </p:nvSpPr>
            <p:spPr>
              <a:xfrm>
                <a:off x="3167063" y="5403850"/>
                <a:ext cx="962025" cy="1889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8" name="Rectangle 356"/>
              <p:cNvSpPr/>
              <p:nvPr userDrawn="1"/>
            </p:nvSpPr>
            <p:spPr>
              <a:xfrm>
                <a:off x="3167063" y="5332413"/>
                <a:ext cx="962025" cy="34925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9" name="Rectangle 357"/>
              <p:cNvSpPr/>
              <p:nvPr userDrawn="1"/>
            </p:nvSpPr>
            <p:spPr>
              <a:xfrm>
                <a:off x="4251326" y="3160713"/>
                <a:ext cx="590550" cy="138113"/>
              </a:xfrm>
              <a:prstGeom prst="rect">
                <a:avLst/>
              </a:prstGeom>
              <a:solidFill>
                <a:srgbClr val="806A5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0" name="Rectangle 358"/>
              <p:cNvSpPr/>
              <p:nvPr userDrawn="1"/>
            </p:nvSpPr>
            <p:spPr>
              <a:xfrm>
                <a:off x="4227513" y="3090863"/>
                <a:ext cx="590550" cy="69850"/>
              </a:xfrm>
              <a:prstGeom prst="rect">
                <a:avLst/>
              </a:prstGeom>
              <a:solidFill>
                <a:srgbClr val="FDCF9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1" name="Rectangle 359"/>
              <p:cNvSpPr/>
              <p:nvPr userDrawn="1"/>
            </p:nvSpPr>
            <p:spPr>
              <a:xfrm>
                <a:off x="4318001" y="2998788"/>
                <a:ext cx="588963" cy="92075"/>
              </a:xfrm>
              <a:prstGeom prst="rect">
                <a:avLst/>
              </a:prstGeom>
              <a:solidFill>
                <a:srgbClr val="A156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2" name="Rectangle 360"/>
              <p:cNvSpPr/>
              <p:nvPr userDrawn="1"/>
            </p:nvSpPr>
            <p:spPr>
              <a:xfrm>
                <a:off x="4297363" y="2955925"/>
                <a:ext cx="590550" cy="42863"/>
              </a:xfrm>
              <a:prstGeom prst="rect">
                <a:avLst/>
              </a:prstGeom>
              <a:solidFill>
                <a:srgbClr val="CBE6D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3" name="Freeform 361"/>
              <p:cNvSpPr/>
              <p:nvPr userDrawn="1"/>
            </p:nvSpPr>
            <p:spPr>
              <a:xfrm>
                <a:off x="1854201" y="1387475"/>
                <a:ext cx="392113" cy="501650"/>
              </a:xfrm>
              <a:custGeom>
                <a:avLst/>
                <a:gdLst/>
                <a:ahLst/>
                <a:cxnLst>
                  <a:cxn ang="0">
                    <a:pos x="392113" y="260725"/>
                  </a:cxn>
                  <a:cxn ang="0">
                    <a:pos x="29655" y="336633"/>
                  </a:cxn>
                  <a:cxn ang="0">
                    <a:pos x="227359" y="478547"/>
                  </a:cxn>
                  <a:cxn ang="0">
                    <a:pos x="392113" y="260725"/>
                  </a:cxn>
                </a:cxnLst>
                <a:rect l="0" t="0" r="0" b="0"/>
                <a:pathLst>
                  <a:path w="119" h="152">
                    <a:moveTo>
                      <a:pt x="119" y="79"/>
                    </a:moveTo>
                    <a:cubicBezTo>
                      <a:pt x="107" y="36"/>
                      <a:pt x="0" y="0"/>
                      <a:pt x="9" y="102"/>
                    </a:cubicBezTo>
                    <a:cubicBezTo>
                      <a:pt x="12" y="140"/>
                      <a:pt x="57" y="152"/>
                      <a:pt x="69" y="145"/>
                    </a:cubicBezTo>
                    <a:cubicBezTo>
                      <a:pt x="81" y="137"/>
                      <a:pt x="119" y="79"/>
                      <a:pt x="119" y="79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4" name="Freeform 362"/>
              <p:cNvSpPr/>
              <p:nvPr userDrawn="1"/>
            </p:nvSpPr>
            <p:spPr>
              <a:xfrm>
                <a:off x="9202738" y="1941513"/>
                <a:ext cx="522288" cy="382588"/>
              </a:xfrm>
              <a:custGeom>
                <a:avLst/>
                <a:gdLst/>
                <a:ahLst/>
                <a:cxnLst>
                  <a:cxn ang="0">
                    <a:pos x="522288" y="0"/>
                  </a:cxn>
                  <a:cxn ang="0">
                    <a:pos x="518982" y="46174"/>
                  </a:cxn>
                  <a:cxn ang="0">
                    <a:pos x="145447" y="214381"/>
                  </a:cxn>
                  <a:cxn ang="0">
                    <a:pos x="165281" y="316624"/>
                  </a:cxn>
                  <a:cxn ang="0">
                    <a:pos x="76029" y="336413"/>
                  </a:cxn>
                  <a:cxn ang="0">
                    <a:pos x="3305" y="174803"/>
                  </a:cxn>
                  <a:cxn ang="0">
                    <a:pos x="99168" y="135225"/>
                  </a:cxn>
                  <a:cxn ang="0">
                    <a:pos x="99168" y="135225"/>
                  </a:cxn>
                  <a:cxn ang="0">
                    <a:pos x="522288" y="0"/>
                  </a:cxn>
                </a:cxnLst>
                <a:rect l="0" t="0" r="0" b="0"/>
                <a:pathLst>
                  <a:path w="158" h="116">
                    <a:moveTo>
                      <a:pt x="158" y="0"/>
                    </a:moveTo>
                    <a:cubicBezTo>
                      <a:pt x="157" y="14"/>
                      <a:pt x="157" y="14"/>
                      <a:pt x="157" y="14"/>
                    </a:cubicBezTo>
                    <a:cubicBezTo>
                      <a:pt x="133" y="15"/>
                      <a:pt x="58" y="46"/>
                      <a:pt x="44" y="65"/>
                    </a:cubicBezTo>
                    <a:cubicBezTo>
                      <a:pt x="47" y="77"/>
                      <a:pt x="50" y="89"/>
                      <a:pt x="50" y="96"/>
                    </a:cubicBezTo>
                    <a:cubicBezTo>
                      <a:pt x="51" y="112"/>
                      <a:pt x="34" y="116"/>
                      <a:pt x="23" y="102"/>
                    </a:cubicBezTo>
                    <a:cubicBezTo>
                      <a:pt x="12" y="88"/>
                      <a:pt x="0" y="55"/>
                      <a:pt x="1" y="53"/>
                    </a:cubicBezTo>
                    <a:cubicBezTo>
                      <a:pt x="2" y="52"/>
                      <a:pt x="20" y="45"/>
                      <a:pt x="30" y="41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70" y="26"/>
                      <a:pt x="116" y="14"/>
                      <a:pt x="158" y="0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5" name="Freeform 363"/>
              <p:cNvSpPr/>
              <p:nvPr userDrawn="1"/>
            </p:nvSpPr>
            <p:spPr>
              <a:xfrm>
                <a:off x="9220201" y="2085975"/>
                <a:ext cx="138113" cy="207963"/>
              </a:xfrm>
              <a:custGeom>
                <a:avLst/>
                <a:gdLst/>
                <a:ahLst/>
                <a:cxnLst>
                  <a:cxn ang="0">
                    <a:pos x="95363" y="0"/>
                  </a:cxn>
                  <a:cxn ang="0">
                    <a:pos x="46037" y="16505"/>
                  </a:cxn>
                  <a:cxn ang="0">
                    <a:pos x="13153" y="33010"/>
                  </a:cxn>
                  <a:cxn ang="0">
                    <a:pos x="0" y="36311"/>
                  </a:cxn>
                  <a:cxn ang="0">
                    <a:pos x="6576" y="66020"/>
                  </a:cxn>
                  <a:cxn ang="0">
                    <a:pos x="32884" y="125438"/>
                  </a:cxn>
                  <a:cxn ang="0">
                    <a:pos x="65768" y="184856"/>
                  </a:cxn>
                  <a:cxn ang="0">
                    <a:pos x="98652" y="207963"/>
                  </a:cxn>
                  <a:cxn ang="0">
                    <a:pos x="124959" y="201361"/>
                  </a:cxn>
                  <a:cxn ang="0">
                    <a:pos x="138113" y="171652"/>
                  </a:cxn>
                  <a:cxn ang="0">
                    <a:pos x="131536" y="135341"/>
                  </a:cxn>
                  <a:cxn ang="0">
                    <a:pos x="121670" y="89127"/>
                  </a:cxn>
                  <a:cxn ang="0">
                    <a:pos x="101940" y="23107"/>
                  </a:cxn>
                  <a:cxn ang="0">
                    <a:pos x="95363" y="0"/>
                  </a:cxn>
                </a:cxnLst>
                <a:rect l="0" t="0" r="0" b="0"/>
                <a:pathLst>
                  <a:path w="42" h="63">
                    <a:moveTo>
                      <a:pt x="29" y="0"/>
                    </a:moveTo>
                    <a:cubicBezTo>
                      <a:pt x="24" y="2"/>
                      <a:pt x="19" y="3"/>
                      <a:pt x="14" y="5"/>
                    </a:cubicBezTo>
                    <a:cubicBezTo>
                      <a:pt x="11" y="7"/>
                      <a:pt x="7" y="8"/>
                      <a:pt x="4" y="10"/>
                    </a:cubicBezTo>
                    <a:cubicBezTo>
                      <a:pt x="3" y="10"/>
                      <a:pt x="1" y="11"/>
                      <a:pt x="0" y="11"/>
                    </a:cubicBezTo>
                    <a:cubicBezTo>
                      <a:pt x="0" y="14"/>
                      <a:pt x="2" y="18"/>
                      <a:pt x="2" y="20"/>
                    </a:cubicBezTo>
                    <a:cubicBezTo>
                      <a:pt x="5" y="26"/>
                      <a:pt x="7" y="32"/>
                      <a:pt x="10" y="38"/>
                    </a:cubicBezTo>
                    <a:cubicBezTo>
                      <a:pt x="13" y="44"/>
                      <a:pt x="16" y="51"/>
                      <a:pt x="20" y="56"/>
                    </a:cubicBezTo>
                    <a:cubicBezTo>
                      <a:pt x="23" y="59"/>
                      <a:pt x="27" y="62"/>
                      <a:pt x="30" y="63"/>
                    </a:cubicBezTo>
                    <a:cubicBezTo>
                      <a:pt x="33" y="63"/>
                      <a:pt x="36" y="63"/>
                      <a:pt x="38" y="61"/>
                    </a:cubicBezTo>
                    <a:cubicBezTo>
                      <a:pt x="41" y="59"/>
                      <a:pt x="42" y="56"/>
                      <a:pt x="42" y="52"/>
                    </a:cubicBezTo>
                    <a:cubicBezTo>
                      <a:pt x="41" y="49"/>
                      <a:pt x="41" y="45"/>
                      <a:pt x="40" y="41"/>
                    </a:cubicBezTo>
                    <a:cubicBezTo>
                      <a:pt x="39" y="36"/>
                      <a:pt x="38" y="32"/>
                      <a:pt x="37" y="27"/>
                    </a:cubicBezTo>
                    <a:cubicBezTo>
                      <a:pt x="35" y="20"/>
                      <a:pt x="33" y="14"/>
                      <a:pt x="31" y="7"/>
                    </a:cubicBezTo>
                    <a:cubicBezTo>
                      <a:pt x="31" y="5"/>
                      <a:pt x="30" y="2"/>
                      <a:pt x="29" y="0"/>
                    </a:cubicBezTo>
                    <a:close/>
                  </a:path>
                </a:pathLst>
              </a:custGeom>
              <a:solidFill>
                <a:srgbClr val="B8C5C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6" name="Freeform 364"/>
              <p:cNvSpPr/>
              <p:nvPr userDrawn="1"/>
            </p:nvSpPr>
            <p:spPr>
              <a:xfrm>
                <a:off x="9701213" y="1855788"/>
                <a:ext cx="204788" cy="296863"/>
              </a:xfrm>
              <a:custGeom>
                <a:avLst/>
                <a:gdLst/>
                <a:ahLst/>
                <a:cxnLst>
                  <a:cxn ang="0">
                    <a:pos x="75969" y="9895"/>
                  </a:cxn>
                  <a:cxn ang="0">
                    <a:pos x="13212" y="168222"/>
                  </a:cxn>
                  <a:cxn ang="0">
                    <a:pos x="128818" y="283669"/>
                  </a:cxn>
                  <a:cxn ang="0">
                    <a:pos x="191575" y="125342"/>
                  </a:cxn>
                  <a:cxn ang="0">
                    <a:pos x="75969" y="9895"/>
                  </a:cxn>
                </a:cxnLst>
                <a:rect l="0" t="0" r="0" b="0"/>
                <a:pathLst>
                  <a:path w="62" h="90">
                    <a:moveTo>
                      <a:pt x="23" y="3"/>
                    </a:moveTo>
                    <a:cubicBezTo>
                      <a:pt x="8" y="7"/>
                      <a:pt x="0" y="28"/>
                      <a:pt x="4" y="51"/>
                    </a:cubicBezTo>
                    <a:cubicBezTo>
                      <a:pt x="9" y="74"/>
                      <a:pt x="24" y="90"/>
                      <a:pt x="39" y="86"/>
                    </a:cubicBezTo>
                    <a:cubicBezTo>
                      <a:pt x="54" y="82"/>
                      <a:pt x="62" y="61"/>
                      <a:pt x="58" y="38"/>
                    </a:cubicBezTo>
                    <a:cubicBezTo>
                      <a:pt x="53" y="15"/>
                      <a:pt x="38" y="0"/>
                      <a:pt x="23" y="3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7" name="Freeform 365"/>
              <p:cNvSpPr/>
              <p:nvPr userDrawn="1"/>
            </p:nvSpPr>
            <p:spPr>
              <a:xfrm>
                <a:off x="9753601" y="1905000"/>
                <a:ext cx="112713" cy="195263"/>
              </a:xfrm>
              <a:custGeom>
                <a:avLst/>
                <a:gdLst/>
                <a:ahLst/>
                <a:cxnLst>
                  <a:cxn ang="0">
                    <a:pos x="6630" y="16547"/>
                  </a:cxn>
                  <a:cxn ang="0">
                    <a:pos x="72931" y="19857"/>
                  </a:cxn>
                  <a:cxn ang="0">
                    <a:pos x="99452" y="152238"/>
                  </a:cxn>
                  <a:cxn ang="0">
                    <a:pos x="36465" y="185334"/>
                  </a:cxn>
                  <a:cxn ang="0">
                    <a:pos x="16575" y="142310"/>
                  </a:cxn>
                  <a:cxn ang="0">
                    <a:pos x="36465" y="99286"/>
                  </a:cxn>
                  <a:cxn ang="0">
                    <a:pos x="9945" y="92667"/>
                  </a:cxn>
                  <a:cxn ang="0">
                    <a:pos x="0" y="36404"/>
                  </a:cxn>
                  <a:cxn ang="0">
                    <a:pos x="6630" y="16547"/>
                  </a:cxn>
                </a:cxnLst>
                <a:rect l="0" t="0" r="0" b="0"/>
                <a:pathLst>
                  <a:path w="34" h="59">
                    <a:moveTo>
                      <a:pt x="2" y="5"/>
                    </a:moveTo>
                    <a:cubicBezTo>
                      <a:pt x="4" y="4"/>
                      <a:pt x="14" y="0"/>
                      <a:pt x="22" y="6"/>
                    </a:cubicBezTo>
                    <a:cubicBezTo>
                      <a:pt x="30" y="13"/>
                      <a:pt x="34" y="37"/>
                      <a:pt x="30" y="46"/>
                    </a:cubicBezTo>
                    <a:cubicBezTo>
                      <a:pt x="27" y="54"/>
                      <a:pt x="18" y="59"/>
                      <a:pt x="11" y="56"/>
                    </a:cubicBezTo>
                    <a:cubicBezTo>
                      <a:pt x="4" y="53"/>
                      <a:pt x="0" y="48"/>
                      <a:pt x="5" y="43"/>
                    </a:cubicBezTo>
                    <a:cubicBezTo>
                      <a:pt x="9" y="38"/>
                      <a:pt x="13" y="33"/>
                      <a:pt x="11" y="30"/>
                    </a:cubicBezTo>
                    <a:cubicBezTo>
                      <a:pt x="8" y="28"/>
                      <a:pt x="5" y="30"/>
                      <a:pt x="3" y="28"/>
                    </a:cubicBezTo>
                    <a:cubicBezTo>
                      <a:pt x="0" y="25"/>
                      <a:pt x="0" y="17"/>
                      <a:pt x="0" y="11"/>
                    </a:cubicBezTo>
                    <a:cubicBezTo>
                      <a:pt x="1" y="5"/>
                      <a:pt x="2" y="5"/>
                      <a:pt x="2" y="5"/>
                    </a:cubicBezTo>
                    <a:close/>
                  </a:path>
                </a:pathLst>
              </a:custGeom>
              <a:solidFill>
                <a:srgbClr val="F8A9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8" name="Rectangle 366"/>
              <p:cNvSpPr/>
              <p:nvPr userDrawn="1"/>
            </p:nvSpPr>
            <p:spPr>
              <a:xfrm>
                <a:off x="7099301" y="3279775"/>
                <a:ext cx="271463" cy="190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9" name="Freeform 367"/>
              <p:cNvSpPr>
                <a:spLocks noEditPoints="1"/>
              </p:cNvSpPr>
              <p:nvPr userDrawn="1"/>
            </p:nvSpPr>
            <p:spPr>
              <a:xfrm>
                <a:off x="7092951" y="3035300"/>
                <a:ext cx="360363" cy="220663"/>
              </a:xfrm>
              <a:custGeom>
                <a:avLst/>
                <a:gdLst/>
                <a:ahLst/>
                <a:cxnLst>
                  <a:cxn ang="0">
                    <a:pos x="287629" y="0"/>
                  </a:cxn>
                  <a:cxn ang="0">
                    <a:pos x="287629" y="3293"/>
                  </a:cxn>
                  <a:cxn ang="0">
                    <a:pos x="320690" y="3293"/>
                  </a:cxn>
                  <a:cxn ang="0">
                    <a:pos x="360363" y="46108"/>
                  </a:cxn>
                  <a:cxn ang="0">
                    <a:pos x="360363" y="128445"/>
                  </a:cxn>
                  <a:cxn ang="0">
                    <a:pos x="320690" y="171260"/>
                  </a:cxn>
                  <a:cxn ang="0">
                    <a:pos x="281017" y="171260"/>
                  </a:cxn>
                  <a:cxn ang="0">
                    <a:pos x="221507" y="220663"/>
                  </a:cxn>
                  <a:cxn ang="0">
                    <a:pos x="62815" y="220663"/>
                  </a:cxn>
                  <a:cxn ang="0">
                    <a:pos x="0" y="141619"/>
                  </a:cxn>
                  <a:cxn ang="0">
                    <a:pos x="0" y="0"/>
                  </a:cxn>
                  <a:cxn ang="0">
                    <a:pos x="287629" y="0"/>
                  </a:cxn>
                  <a:cxn ang="0">
                    <a:pos x="287629" y="23054"/>
                  </a:cxn>
                  <a:cxn ang="0">
                    <a:pos x="287629" y="141619"/>
                  </a:cxn>
                  <a:cxn ang="0">
                    <a:pos x="284323" y="151499"/>
                  </a:cxn>
                  <a:cxn ang="0">
                    <a:pos x="320690" y="151499"/>
                  </a:cxn>
                  <a:cxn ang="0">
                    <a:pos x="343832" y="128445"/>
                  </a:cxn>
                  <a:cxn ang="0">
                    <a:pos x="343832" y="46108"/>
                  </a:cxn>
                  <a:cxn ang="0">
                    <a:pos x="320690" y="23054"/>
                  </a:cxn>
                  <a:cxn ang="0">
                    <a:pos x="287629" y="23054"/>
                  </a:cxn>
                </a:cxnLst>
                <a:rect l="0" t="0" r="0" b="0"/>
                <a:pathLst>
                  <a:path w="109" h="67">
                    <a:moveTo>
                      <a:pt x="87" y="0"/>
                    </a:moveTo>
                    <a:cubicBezTo>
                      <a:pt x="87" y="1"/>
                      <a:pt x="87" y="1"/>
                      <a:pt x="87" y="1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4" y="1"/>
                      <a:pt x="109" y="7"/>
                      <a:pt x="109" y="14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46"/>
                      <a:pt x="104" y="52"/>
                      <a:pt x="97" y="52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2" y="61"/>
                      <a:pt x="75" y="67"/>
                      <a:pt x="67" y="67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8" y="67"/>
                      <a:pt x="0" y="56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7" y="0"/>
                    </a:lnTo>
                    <a:close/>
                    <a:moveTo>
                      <a:pt x="87" y="7"/>
                    </a:moveTo>
                    <a:cubicBezTo>
                      <a:pt x="87" y="43"/>
                      <a:pt x="87" y="43"/>
                      <a:pt x="87" y="43"/>
                    </a:cubicBezTo>
                    <a:cubicBezTo>
                      <a:pt x="87" y="44"/>
                      <a:pt x="87" y="45"/>
                      <a:pt x="86" y="46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01" y="46"/>
                      <a:pt x="104" y="43"/>
                      <a:pt x="104" y="39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1"/>
                      <a:pt x="101" y="7"/>
                      <a:pt x="97" y="7"/>
                    </a:cubicBezTo>
                    <a:lnTo>
                      <a:pt x="87" y="7"/>
                    </a:lnTo>
                    <a:close/>
                  </a:path>
                </a:pathLst>
              </a:custGeom>
              <a:solidFill>
                <a:srgbClr val="A156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0" name="Rectangle 368"/>
              <p:cNvSpPr/>
              <p:nvPr userDrawn="1"/>
            </p:nvSpPr>
            <p:spPr>
              <a:xfrm>
                <a:off x="7092951" y="3022600"/>
                <a:ext cx="287338" cy="12700"/>
              </a:xfrm>
              <a:prstGeom prst="rect">
                <a:avLst/>
              </a:prstGeom>
              <a:solidFill>
                <a:srgbClr val="D0D2D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1" name="Freeform 369"/>
              <p:cNvSpPr/>
              <p:nvPr userDrawn="1"/>
            </p:nvSpPr>
            <p:spPr>
              <a:xfrm>
                <a:off x="6942138" y="3236913"/>
                <a:ext cx="585788" cy="49213"/>
              </a:xfrm>
              <a:custGeom>
                <a:avLst/>
                <a:gdLst/>
                <a:ahLst/>
                <a:cxnLst>
                  <a:cxn ang="0">
                    <a:pos x="441325" y="49213"/>
                  </a:cxn>
                  <a:cxn ang="0">
                    <a:pos x="585788" y="0"/>
                  </a:cxn>
                  <a:cxn ang="0">
                    <a:pos x="293687" y="0"/>
                  </a:cxn>
                  <a:cxn ang="0">
                    <a:pos x="0" y="0"/>
                  </a:cxn>
                  <a:cxn ang="0">
                    <a:pos x="144462" y="49213"/>
                  </a:cxn>
                  <a:cxn ang="0">
                    <a:pos x="441325" y="49213"/>
                  </a:cxn>
                </a:cxnLst>
                <a:rect l="0" t="0" r="0" b="0"/>
                <a:pathLst>
                  <a:path w="369" h="31">
                    <a:moveTo>
                      <a:pt x="278" y="31"/>
                    </a:moveTo>
                    <a:lnTo>
                      <a:pt x="369" y="0"/>
                    </a:lnTo>
                    <a:lnTo>
                      <a:pt x="185" y="0"/>
                    </a:lnTo>
                    <a:lnTo>
                      <a:pt x="0" y="0"/>
                    </a:lnTo>
                    <a:lnTo>
                      <a:pt x="91" y="31"/>
                    </a:lnTo>
                    <a:lnTo>
                      <a:pt x="278" y="31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2" name="Rectangle 370"/>
              <p:cNvSpPr/>
              <p:nvPr userDrawn="1"/>
            </p:nvSpPr>
            <p:spPr>
              <a:xfrm>
                <a:off x="4746626" y="3279775"/>
                <a:ext cx="269875" cy="190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3" name="Freeform 371"/>
              <p:cNvSpPr>
                <a:spLocks noEditPoints="1"/>
              </p:cNvSpPr>
              <p:nvPr userDrawn="1"/>
            </p:nvSpPr>
            <p:spPr>
              <a:xfrm>
                <a:off x="4738688" y="3035300"/>
                <a:ext cx="360363" cy="220663"/>
              </a:xfrm>
              <a:custGeom>
                <a:avLst/>
                <a:gdLst/>
                <a:ahLst/>
                <a:cxnLst>
                  <a:cxn ang="0">
                    <a:pos x="287629" y="0"/>
                  </a:cxn>
                  <a:cxn ang="0">
                    <a:pos x="287629" y="3293"/>
                  </a:cxn>
                  <a:cxn ang="0">
                    <a:pos x="323996" y="3293"/>
                  </a:cxn>
                  <a:cxn ang="0">
                    <a:pos x="360363" y="46108"/>
                  </a:cxn>
                  <a:cxn ang="0">
                    <a:pos x="360363" y="128445"/>
                  </a:cxn>
                  <a:cxn ang="0">
                    <a:pos x="323996" y="171260"/>
                  </a:cxn>
                  <a:cxn ang="0">
                    <a:pos x="284323" y="171260"/>
                  </a:cxn>
                  <a:cxn ang="0">
                    <a:pos x="221507" y="220663"/>
                  </a:cxn>
                  <a:cxn ang="0">
                    <a:pos x="62815" y="220663"/>
                  </a:cxn>
                  <a:cxn ang="0">
                    <a:pos x="0" y="141619"/>
                  </a:cxn>
                  <a:cxn ang="0">
                    <a:pos x="0" y="0"/>
                  </a:cxn>
                  <a:cxn ang="0">
                    <a:pos x="287629" y="0"/>
                  </a:cxn>
                  <a:cxn ang="0">
                    <a:pos x="287629" y="23054"/>
                  </a:cxn>
                  <a:cxn ang="0">
                    <a:pos x="287629" y="141619"/>
                  </a:cxn>
                  <a:cxn ang="0">
                    <a:pos x="287629" y="151499"/>
                  </a:cxn>
                  <a:cxn ang="0">
                    <a:pos x="323996" y="151499"/>
                  </a:cxn>
                  <a:cxn ang="0">
                    <a:pos x="343832" y="128445"/>
                  </a:cxn>
                  <a:cxn ang="0">
                    <a:pos x="343832" y="46108"/>
                  </a:cxn>
                  <a:cxn ang="0">
                    <a:pos x="323996" y="23054"/>
                  </a:cxn>
                  <a:cxn ang="0">
                    <a:pos x="287629" y="23054"/>
                  </a:cxn>
                </a:cxnLst>
                <a:rect l="0" t="0" r="0" b="0"/>
                <a:pathLst>
                  <a:path w="109" h="67">
                    <a:moveTo>
                      <a:pt x="87" y="0"/>
                    </a:moveTo>
                    <a:cubicBezTo>
                      <a:pt x="87" y="1"/>
                      <a:pt x="87" y="1"/>
                      <a:pt x="87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104" y="1"/>
                      <a:pt x="109" y="7"/>
                      <a:pt x="109" y="14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46"/>
                      <a:pt x="104" y="52"/>
                      <a:pt x="98" y="52"/>
                    </a:cubicBezTo>
                    <a:cubicBezTo>
                      <a:pt x="86" y="52"/>
                      <a:pt x="86" y="52"/>
                      <a:pt x="86" y="52"/>
                    </a:cubicBezTo>
                    <a:cubicBezTo>
                      <a:pt x="83" y="61"/>
                      <a:pt x="76" y="67"/>
                      <a:pt x="67" y="67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9" y="67"/>
                      <a:pt x="0" y="56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7" y="0"/>
                    </a:lnTo>
                    <a:close/>
                    <a:moveTo>
                      <a:pt x="87" y="7"/>
                    </a:moveTo>
                    <a:cubicBezTo>
                      <a:pt x="87" y="43"/>
                      <a:pt x="87" y="43"/>
                      <a:pt x="87" y="43"/>
                    </a:cubicBezTo>
                    <a:cubicBezTo>
                      <a:pt x="87" y="44"/>
                      <a:pt x="87" y="45"/>
                      <a:pt x="87" y="46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101" y="46"/>
                      <a:pt x="104" y="43"/>
                      <a:pt x="104" y="39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1"/>
                      <a:pt x="101" y="7"/>
                      <a:pt x="98" y="7"/>
                    </a:cubicBezTo>
                    <a:lnTo>
                      <a:pt x="87" y="7"/>
                    </a:lnTo>
                    <a:close/>
                  </a:path>
                </a:pathLst>
              </a:custGeom>
              <a:solidFill>
                <a:srgbClr val="A156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4" name="Rectangle 372"/>
              <p:cNvSpPr/>
              <p:nvPr userDrawn="1"/>
            </p:nvSpPr>
            <p:spPr>
              <a:xfrm>
                <a:off x="4738688" y="3022600"/>
                <a:ext cx="287338" cy="12700"/>
              </a:xfrm>
              <a:prstGeom prst="rect">
                <a:avLst/>
              </a:prstGeom>
              <a:solidFill>
                <a:srgbClr val="D0D2D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5" name="Freeform 373"/>
              <p:cNvSpPr/>
              <p:nvPr userDrawn="1"/>
            </p:nvSpPr>
            <p:spPr>
              <a:xfrm>
                <a:off x="4591051" y="3236913"/>
                <a:ext cx="584200" cy="49213"/>
              </a:xfrm>
              <a:custGeom>
                <a:avLst/>
                <a:gdLst/>
                <a:ahLst/>
                <a:cxnLst>
                  <a:cxn ang="0">
                    <a:pos x="438150" y="49213"/>
                  </a:cxn>
                  <a:cxn ang="0">
                    <a:pos x="584200" y="0"/>
                  </a:cxn>
                  <a:cxn ang="0">
                    <a:pos x="290512" y="0"/>
                  </a:cxn>
                  <a:cxn ang="0">
                    <a:pos x="0" y="0"/>
                  </a:cxn>
                  <a:cxn ang="0">
                    <a:pos x="141287" y="49213"/>
                  </a:cxn>
                  <a:cxn ang="0">
                    <a:pos x="438150" y="49213"/>
                  </a:cxn>
                </a:cxnLst>
                <a:rect l="0" t="0" r="0" b="0"/>
                <a:pathLst>
                  <a:path w="368" h="31">
                    <a:moveTo>
                      <a:pt x="276" y="31"/>
                    </a:moveTo>
                    <a:lnTo>
                      <a:pt x="368" y="0"/>
                    </a:lnTo>
                    <a:lnTo>
                      <a:pt x="183" y="0"/>
                    </a:lnTo>
                    <a:lnTo>
                      <a:pt x="0" y="0"/>
                    </a:lnTo>
                    <a:lnTo>
                      <a:pt x="89" y="31"/>
                    </a:lnTo>
                    <a:lnTo>
                      <a:pt x="276" y="31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</p:grpSp>
        <p:grpSp>
          <p:nvGrpSpPr>
            <p:cNvPr id="766" name="组合 765"/>
            <p:cNvGrpSpPr/>
            <p:nvPr userDrawn="1"/>
          </p:nvGrpSpPr>
          <p:grpSpPr>
            <a:xfrm>
              <a:off x="5802" y="3560"/>
              <a:ext cx="2621" cy="1139"/>
              <a:chOff x="2855913" y="-477838"/>
              <a:chExt cx="5757862" cy="2501900"/>
            </a:xfrm>
            <a:solidFill>
              <a:srgbClr val="FCB53C"/>
            </a:solidFill>
          </p:grpSpPr>
          <p:sp>
            <p:nvSpPr>
              <p:cNvPr id="767" name="Freeform 5"/>
              <p:cNvSpPr/>
              <p:nvPr userDrawn="1"/>
            </p:nvSpPr>
            <p:spPr bwMode="auto">
              <a:xfrm>
                <a:off x="2855913" y="76200"/>
                <a:ext cx="1317625" cy="1687513"/>
              </a:xfrm>
              <a:custGeom>
                <a:avLst/>
                <a:gdLst>
                  <a:gd name="T0" fmla="*/ 557 w 702"/>
                  <a:gd name="T1" fmla="*/ 136 h 898"/>
                  <a:gd name="T2" fmla="*/ 681 w 702"/>
                  <a:gd name="T3" fmla="*/ 72 h 898"/>
                  <a:gd name="T4" fmla="*/ 700 w 702"/>
                  <a:gd name="T5" fmla="*/ 55 h 898"/>
                  <a:gd name="T6" fmla="*/ 673 w 702"/>
                  <a:gd name="T7" fmla="*/ 31 h 898"/>
                  <a:gd name="T8" fmla="*/ 656 w 702"/>
                  <a:gd name="T9" fmla="*/ 16 h 898"/>
                  <a:gd name="T10" fmla="*/ 569 w 702"/>
                  <a:gd name="T11" fmla="*/ 21 h 898"/>
                  <a:gd name="T12" fmla="*/ 286 w 702"/>
                  <a:gd name="T13" fmla="*/ 79 h 898"/>
                  <a:gd name="T14" fmla="*/ 38 w 702"/>
                  <a:gd name="T15" fmla="*/ 130 h 898"/>
                  <a:gd name="T16" fmla="*/ 4 w 702"/>
                  <a:gd name="T17" fmla="*/ 193 h 898"/>
                  <a:gd name="T18" fmla="*/ 34 w 702"/>
                  <a:gd name="T19" fmla="*/ 231 h 898"/>
                  <a:gd name="T20" fmla="*/ 216 w 702"/>
                  <a:gd name="T21" fmla="*/ 210 h 898"/>
                  <a:gd name="T22" fmla="*/ 381 w 702"/>
                  <a:gd name="T23" fmla="*/ 176 h 898"/>
                  <a:gd name="T24" fmla="*/ 374 w 702"/>
                  <a:gd name="T25" fmla="*/ 216 h 898"/>
                  <a:gd name="T26" fmla="*/ 351 w 702"/>
                  <a:gd name="T27" fmla="*/ 487 h 898"/>
                  <a:gd name="T28" fmla="*/ 338 w 702"/>
                  <a:gd name="T29" fmla="*/ 716 h 898"/>
                  <a:gd name="T30" fmla="*/ 329 w 702"/>
                  <a:gd name="T31" fmla="*/ 755 h 898"/>
                  <a:gd name="T32" fmla="*/ 350 w 702"/>
                  <a:gd name="T33" fmla="*/ 771 h 898"/>
                  <a:gd name="T34" fmla="*/ 350 w 702"/>
                  <a:gd name="T35" fmla="*/ 799 h 898"/>
                  <a:gd name="T36" fmla="*/ 345 w 702"/>
                  <a:gd name="T37" fmla="*/ 843 h 898"/>
                  <a:gd name="T38" fmla="*/ 358 w 702"/>
                  <a:gd name="T39" fmla="*/ 840 h 898"/>
                  <a:gd name="T40" fmla="*/ 397 w 702"/>
                  <a:gd name="T41" fmla="*/ 885 h 898"/>
                  <a:gd name="T42" fmla="*/ 402 w 702"/>
                  <a:gd name="T43" fmla="*/ 896 h 898"/>
                  <a:gd name="T44" fmla="*/ 412 w 702"/>
                  <a:gd name="T45" fmla="*/ 870 h 898"/>
                  <a:gd name="T46" fmla="*/ 427 w 702"/>
                  <a:gd name="T47" fmla="*/ 828 h 898"/>
                  <a:gd name="T48" fmla="*/ 444 w 702"/>
                  <a:gd name="T49" fmla="*/ 704 h 898"/>
                  <a:gd name="T50" fmla="*/ 534 w 702"/>
                  <a:gd name="T51" fmla="*/ 164 h 898"/>
                  <a:gd name="T52" fmla="*/ 557 w 702"/>
                  <a:gd name="T53" fmla="*/ 136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02" h="898">
                    <a:moveTo>
                      <a:pt x="557" y="136"/>
                    </a:moveTo>
                    <a:cubicBezTo>
                      <a:pt x="599" y="117"/>
                      <a:pt x="649" y="111"/>
                      <a:pt x="681" y="72"/>
                    </a:cubicBezTo>
                    <a:cubicBezTo>
                      <a:pt x="686" y="65"/>
                      <a:pt x="702" y="68"/>
                      <a:pt x="700" y="55"/>
                    </a:cubicBezTo>
                    <a:cubicBezTo>
                      <a:pt x="698" y="40"/>
                      <a:pt x="685" y="35"/>
                      <a:pt x="673" y="31"/>
                    </a:cubicBezTo>
                    <a:cubicBezTo>
                      <a:pt x="666" y="27"/>
                      <a:pt x="680" y="0"/>
                      <a:pt x="656" y="16"/>
                    </a:cubicBezTo>
                    <a:cubicBezTo>
                      <a:pt x="627" y="16"/>
                      <a:pt x="598" y="15"/>
                      <a:pt x="569" y="21"/>
                    </a:cubicBezTo>
                    <a:cubicBezTo>
                      <a:pt x="475" y="41"/>
                      <a:pt x="380" y="60"/>
                      <a:pt x="286" y="79"/>
                    </a:cubicBezTo>
                    <a:cubicBezTo>
                      <a:pt x="203" y="96"/>
                      <a:pt x="121" y="114"/>
                      <a:pt x="38" y="130"/>
                    </a:cubicBezTo>
                    <a:cubicBezTo>
                      <a:pt x="0" y="138"/>
                      <a:pt x="7" y="167"/>
                      <a:pt x="4" y="193"/>
                    </a:cubicBezTo>
                    <a:cubicBezTo>
                      <a:pt x="1" y="216"/>
                      <a:pt x="12" y="226"/>
                      <a:pt x="34" y="231"/>
                    </a:cubicBezTo>
                    <a:cubicBezTo>
                      <a:pt x="98" y="247"/>
                      <a:pt x="156" y="221"/>
                      <a:pt x="216" y="210"/>
                    </a:cubicBezTo>
                    <a:cubicBezTo>
                      <a:pt x="271" y="201"/>
                      <a:pt x="324" y="180"/>
                      <a:pt x="381" y="176"/>
                    </a:cubicBezTo>
                    <a:cubicBezTo>
                      <a:pt x="378" y="192"/>
                      <a:pt x="375" y="204"/>
                      <a:pt x="374" y="216"/>
                    </a:cubicBezTo>
                    <a:cubicBezTo>
                      <a:pt x="362" y="306"/>
                      <a:pt x="365" y="397"/>
                      <a:pt x="351" y="487"/>
                    </a:cubicBezTo>
                    <a:cubicBezTo>
                      <a:pt x="338" y="562"/>
                      <a:pt x="341" y="640"/>
                      <a:pt x="338" y="716"/>
                    </a:cubicBezTo>
                    <a:cubicBezTo>
                      <a:pt x="335" y="729"/>
                      <a:pt x="333" y="742"/>
                      <a:pt x="329" y="755"/>
                    </a:cubicBezTo>
                    <a:cubicBezTo>
                      <a:pt x="324" y="776"/>
                      <a:pt x="336" y="774"/>
                      <a:pt x="350" y="771"/>
                    </a:cubicBezTo>
                    <a:cubicBezTo>
                      <a:pt x="345" y="781"/>
                      <a:pt x="350" y="790"/>
                      <a:pt x="350" y="799"/>
                    </a:cubicBezTo>
                    <a:cubicBezTo>
                      <a:pt x="344" y="813"/>
                      <a:pt x="341" y="829"/>
                      <a:pt x="345" y="843"/>
                    </a:cubicBezTo>
                    <a:cubicBezTo>
                      <a:pt x="349" y="859"/>
                      <a:pt x="352" y="835"/>
                      <a:pt x="358" y="840"/>
                    </a:cubicBezTo>
                    <a:cubicBezTo>
                      <a:pt x="381" y="847"/>
                      <a:pt x="379" y="875"/>
                      <a:pt x="397" y="885"/>
                    </a:cubicBezTo>
                    <a:cubicBezTo>
                      <a:pt x="397" y="889"/>
                      <a:pt x="398" y="898"/>
                      <a:pt x="402" y="896"/>
                    </a:cubicBezTo>
                    <a:cubicBezTo>
                      <a:pt x="413" y="891"/>
                      <a:pt x="411" y="879"/>
                      <a:pt x="412" y="870"/>
                    </a:cubicBezTo>
                    <a:cubicBezTo>
                      <a:pt x="424" y="858"/>
                      <a:pt x="425" y="842"/>
                      <a:pt x="427" y="828"/>
                    </a:cubicBezTo>
                    <a:cubicBezTo>
                      <a:pt x="433" y="787"/>
                      <a:pt x="438" y="745"/>
                      <a:pt x="444" y="704"/>
                    </a:cubicBezTo>
                    <a:cubicBezTo>
                      <a:pt x="467" y="523"/>
                      <a:pt x="495" y="342"/>
                      <a:pt x="534" y="164"/>
                    </a:cubicBezTo>
                    <a:cubicBezTo>
                      <a:pt x="537" y="149"/>
                      <a:pt x="541" y="143"/>
                      <a:pt x="557" y="13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8" name="Freeform 6"/>
              <p:cNvSpPr/>
              <p:nvPr userDrawn="1"/>
            </p:nvSpPr>
            <p:spPr bwMode="auto">
              <a:xfrm>
                <a:off x="5822950" y="-236538"/>
                <a:ext cx="796925" cy="1274763"/>
              </a:xfrm>
              <a:custGeom>
                <a:avLst/>
                <a:gdLst>
                  <a:gd name="T0" fmla="*/ 70 w 425"/>
                  <a:gd name="T1" fmla="*/ 666 h 678"/>
                  <a:gd name="T2" fmla="*/ 102 w 425"/>
                  <a:gd name="T3" fmla="*/ 625 h 678"/>
                  <a:gd name="T4" fmla="*/ 140 w 425"/>
                  <a:gd name="T5" fmla="*/ 469 h 678"/>
                  <a:gd name="T6" fmla="*/ 199 w 425"/>
                  <a:gd name="T7" fmla="*/ 577 h 678"/>
                  <a:gd name="T8" fmla="*/ 248 w 425"/>
                  <a:gd name="T9" fmla="*/ 639 h 678"/>
                  <a:gd name="T10" fmla="*/ 383 w 425"/>
                  <a:gd name="T11" fmla="*/ 548 h 678"/>
                  <a:gd name="T12" fmla="*/ 392 w 425"/>
                  <a:gd name="T13" fmla="*/ 470 h 678"/>
                  <a:gd name="T14" fmla="*/ 395 w 425"/>
                  <a:gd name="T15" fmla="*/ 377 h 678"/>
                  <a:gd name="T16" fmla="*/ 414 w 425"/>
                  <a:gd name="T17" fmla="*/ 160 h 678"/>
                  <a:gd name="T18" fmla="*/ 421 w 425"/>
                  <a:gd name="T19" fmla="*/ 110 h 678"/>
                  <a:gd name="T20" fmla="*/ 408 w 425"/>
                  <a:gd name="T21" fmla="*/ 136 h 678"/>
                  <a:gd name="T22" fmla="*/ 408 w 425"/>
                  <a:gd name="T23" fmla="*/ 61 h 678"/>
                  <a:gd name="T24" fmla="*/ 403 w 425"/>
                  <a:gd name="T25" fmla="*/ 47 h 678"/>
                  <a:gd name="T26" fmla="*/ 385 w 425"/>
                  <a:gd name="T27" fmla="*/ 53 h 678"/>
                  <a:gd name="T28" fmla="*/ 369 w 425"/>
                  <a:gd name="T29" fmla="*/ 31 h 678"/>
                  <a:gd name="T30" fmla="*/ 348 w 425"/>
                  <a:gd name="T31" fmla="*/ 0 h 678"/>
                  <a:gd name="T32" fmla="*/ 341 w 425"/>
                  <a:gd name="T33" fmla="*/ 24 h 678"/>
                  <a:gd name="T34" fmla="*/ 325 w 425"/>
                  <a:gd name="T35" fmla="*/ 70 h 678"/>
                  <a:gd name="T36" fmla="*/ 285 w 425"/>
                  <a:gd name="T37" fmla="*/ 308 h 678"/>
                  <a:gd name="T38" fmla="*/ 264 w 425"/>
                  <a:gd name="T39" fmla="*/ 407 h 678"/>
                  <a:gd name="T40" fmla="*/ 165 w 425"/>
                  <a:gd name="T41" fmla="*/ 251 h 678"/>
                  <a:gd name="T42" fmla="*/ 89 w 425"/>
                  <a:gd name="T43" fmla="*/ 222 h 678"/>
                  <a:gd name="T44" fmla="*/ 55 w 425"/>
                  <a:gd name="T45" fmla="*/ 274 h 678"/>
                  <a:gd name="T46" fmla="*/ 7 w 425"/>
                  <a:gd name="T47" fmla="*/ 539 h 678"/>
                  <a:gd name="T48" fmla="*/ 6 w 425"/>
                  <a:gd name="T49" fmla="*/ 622 h 678"/>
                  <a:gd name="T50" fmla="*/ 70 w 425"/>
                  <a:gd name="T51" fmla="*/ 666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25" h="678">
                    <a:moveTo>
                      <a:pt x="70" y="666"/>
                    </a:moveTo>
                    <a:cubicBezTo>
                      <a:pt x="91" y="660"/>
                      <a:pt x="97" y="641"/>
                      <a:pt x="102" y="625"/>
                    </a:cubicBezTo>
                    <a:cubicBezTo>
                      <a:pt x="115" y="575"/>
                      <a:pt x="126" y="525"/>
                      <a:pt x="140" y="469"/>
                    </a:cubicBezTo>
                    <a:cubicBezTo>
                      <a:pt x="156" y="511"/>
                      <a:pt x="186" y="537"/>
                      <a:pt x="199" y="577"/>
                    </a:cubicBezTo>
                    <a:cubicBezTo>
                      <a:pt x="206" y="598"/>
                      <a:pt x="211" y="636"/>
                      <a:pt x="248" y="639"/>
                    </a:cubicBezTo>
                    <a:cubicBezTo>
                      <a:pt x="327" y="646"/>
                      <a:pt x="360" y="624"/>
                      <a:pt x="383" y="548"/>
                    </a:cubicBezTo>
                    <a:cubicBezTo>
                      <a:pt x="391" y="523"/>
                      <a:pt x="394" y="497"/>
                      <a:pt x="392" y="470"/>
                    </a:cubicBezTo>
                    <a:cubicBezTo>
                      <a:pt x="391" y="439"/>
                      <a:pt x="386" y="405"/>
                      <a:pt x="395" y="377"/>
                    </a:cubicBezTo>
                    <a:cubicBezTo>
                      <a:pt x="416" y="305"/>
                      <a:pt x="410" y="232"/>
                      <a:pt x="414" y="160"/>
                    </a:cubicBezTo>
                    <a:cubicBezTo>
                      <a:pt x="421" y="144"/>
                      <a:pt x="425" y="127"/>
                      <a:pt x="421" y="110"/>
                    </a:cubicBezTo>
                    <a:cubicBezTo>
                      <a:pt x="408" y="114"/>
                      <a:pt x="424" y="133"/>
                      <a:pt x="408" y="136"/>
                    </a:cubicBezTo>
                    <a:cubicBezTo>
                      <a:pt x="402" y="111"/>
                      <a:pt x="404" y="86"/>
                      <a:pt x="408" y="61"/>
                    </a:cubicBezTo>
                    <a:cubicBezTo>
                      <a:pt x="409" y="55"/>
                      <a:pt x="410" y="49"/>
                      <a:pt x="403" y="47"/>
                    </a:cubicBezTo>
                    <a:cubicBezTo>
                      <a:pt x="396" y="45"/>
                      <a:pt x="388" y="45"/>
                      <a:pt x="385" y="53"/>
                    </a:cubicBezTo>
                    <a:cubicBezTo>
                      <a:pt x="374" y="50"/>
                      <a:pt x="370" y="41"/>
                      <a:pt x="369" y="31"/>
                    </a:cubicBezTo>
                    <a:cubicBezTo>
                      <a:pt x="373" y="14"/>
                      <a:pt x="351" y="14"/>
                      <a:pt x="348" y="0"/>
                    </a:cubicBezTo>
                    <a:cubicBezTo>
                      <a:pt x="346" y="8"/>
                      <a:pt x="344" y="16"/>
                      <a:pt x="341" y="24"/>
                    </a:cubicBezTo>
                    <a:cubicBezTo>
                      <a:pt x="332" y="38"/>
                      <a:pt x="328" y="54"/>
                      <a:pt x="325" y="70"/>
                    </a:cubicBezTo>
                    <a:cubicBezTo>
                      <a:pt x="312" y="149"/>
                      <a:pt x="300" y="229"/>
                      <a:pt x="285" y="308"/>
                    </a:cubicBezTo>
                    <a:cubicBezTo>
                      <a:pt x="279" y="341"/>
                      <a:pt x="278" y="376"/>
                      <a:pt x="264" y="407"/>
                    </a:cubicBezTo>
                    <a:cubicBezTo>
                      <a:pt x="209" y="367"/>
                      <a:pt x="207" y="297"/>
                      <a:pt x="165" y="251"/>
                    </a:cubicBezTo>
                    <a:cubicBezTo>
                      <a:pt x="144" y="228"/>
                      <a:pt x="117" y="220"/>
                      <a:pt x="89" y="222"/>
                    </a:cubicBezTo>
                    <a:cubicBezTo>
                      <a:pt x="61" y="224"/>
                      <a:pt x="57" y="252"/>
                      <a:pt x="55" y="274"/>
                    </a:cubicBezTo>
                    <a:cubicBezTo>
                      <a:pt x="45" y="363"/>
                      <a:pt x="29" y="452"/>
                      <a:pt x="7" y="539"/>
                    </a:cubicBezTo>
                    <a:cubicBezTo>
                      <a:pt x="0" y="566"/>
                      <a:pt x="2" y="595"/>
                      <a:pt x="6" y="622"/>
                    </a:cubicBezTo>
                    <a:cubicBezTo>
                      <a:pt x="14" y="673"/>
                      <a:pt x="22" y="678"/>
                      <a:pt x="70" y="66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9" name="Freeform 7"/>
              <p:cNvSpPr/>
              <p:nvPr userDrawn="1"/>
            </p:nvSpPr>
            <p:spPr bwMode="auto">
              <a:xfrm>
                <a:off x="3781425" y="1284287"/>
                <a:ext cx="4832350" cy="739775"/>
              </a:xfrm>
              <a:custGeom>
                <a:avLst/>
                <a:gdLst>
                  <a:gd name="T0" fmla="*/ 2501 w 2575"/>
                  <a:gd name="T1" fmla="*/ 20 h 394"/>
                  <a:gd name="T2" fmla="*/ 2494 w 2575"/>
                  <a:gd name="T3" fmla="*/ 22 h 394"/>
                  <a:gd name="T4" fmla="*/ 2477 w 2575"/>
                  <a:gd name="T5" fmla="*/ 22 h 394"/>
                  <a:gd name="T6" fmla="*/ 2278 w 2575"/>
                  <a:gd name="T7" fmla="*/ 47 h 394"/>
                  <a:gd name="T8" fmla="*/ 1713 w 2575"/>
                  <a:gd name="T9" fmla="*/ 111 h 394"/>
                  <a:gd name="T10" fmla="*/ 1248 w 2575"/>
                  <a:gd name="T11" fmla="*/ 152 h 394"/>
                  <a:gd name="T12" fmla="*/ 649 w 2575"/>
                  <a:gd name="T13" fmla="*/ 207 h 394"/>
                  <a:gd name="T14" fmla="*/ 107 w 2575"/>
                  <a:gd name="T15" fmla="*/ 272 h 394"/>
                  <a:gd name="T16" fmla="*/ 20 w 2575"/>
                  <a:gd name="T17" fmla="*/ 296 h 394"/>
                  <a:gd name="T18" fmla="*/ 2 w 2575"/>
                  <a:gd name="T19" fmla="*/ 318 h 394"/>
                  <a:gd name="T20" fmla="*/ 20 w 2575"/>
                  <a:gd name="T21" fmla="*/ 335 h 394"/>
                  <a:gd name="T22" fmla="*/ 53 w 2575"/>
                  <a:gd name="T23" fmla="*/ 352 h 394"/>
                  <a:gd name="T24" fmla="*/ 122 w 2575"/>
                  <a:gd name="T25" fmla="*/ 385 h 394"/>
                  <a:gd name="T26" fmla="*/ 500 w 2575"/>
                  <a:gd name="T27" fmla="*/ 352 h 394"/>
                  <a:gd name="T28" fmla="*/ 1185 w 2575"/>
                  <a:gd name="T29" fmla="*/ 267 h 394"/>
                  <a:gd name="T30" fmla="*/ 1483 w 2575"/>
                  <a:gd name="T31" fmla="*/ 239 h 394"/>
                  <a:gd name="T32" fmla="*/ 2021 w 2575"/>
                  <a:gd name="T33" fmla="*/ 171 h 394"/>
                  <a:gd name="T34" fmla="*/ 2075 w 2575"/>
                  <a:gd name="T35" fmla="*/ 162 h 394"/>
                  <a:gd name="T36" fmla="*/ 2134 w 2575"/>
                  <a:gd name="T37" fmla="*/ 157 h 394"/>
                  <a:gd name="T38" fmla="*/ 2172 w 2575"/>
                  <a:gd name="T39" fmla="*/ 150 h 394"/>
                  <a:gd name="T40" fmla="*/ 2206 w 2575"/>
                  <a:gd name="T41" fmla="*/ 149 h 394"/>
                  <a:gd name="T42" fmla="*/ 2234 w 2575"/>
                  <a:gd name="T43" fmla="*/ 135 h 394"/>
                  <a:gd name="T44" fmla="*/ 2258 w 2575"/>
                  <a:gd name="T45" fmla="*/ 128 h 394"/>
                  <a:gd name="T46" fmla="*/ 2416 w 2575"/>
                  <a:gd name="T47" fmla="*/ 94 h 394"/>
                  <a:gd name="T48" fmla="*/ 2448 w 2575"/>
                  <a:gd name="T49" fmla="*/ 72 h 394"/>
                  <a:gd name="T50" fmla="*/ 2450 w 2575"/>
                  <a:gd name="T51" fmla="*/ 71 h 394"/>
                  <a:gd name="T52" fmla="*/ 2453 w 2575"/>
                  <a:gd name="T53" fmla="*/ 71 h 394"/>
                  <a:gd name="T54" fmla="*/ 2475 w 2575"/>
                  <a:gd name="T55" fmla="*/ 69 h 394"/>
                  <a:gd name="T56" fmla="*/ 2475 w 2575"/>
                  <a:gd name="T57" fmla="*/ 63 h 394"/>
                  <a:gd name="T58" fmla="*/ 2455 w 2575"/>
                  <a:gd name="T59" fmla="*/ 67 h 394"/>
                  <a:gd name="T60" fmla="*/ 2463 w 2575"/>
                  <a:gd name="T61" fmla="*/ 49 h 394"/>
                  <a:gd name="T62" fmla="*/ 2471 w 2575"/>
                  <a:gd name="T63" fmla="*/ 50 h 394"/>
                  <a:gd name="T64" fmla="*/ 2471 w 2575"/>
                  <a:gd name="T65" fmla="*/ 50 h 394"/>
                  <a:gd name="T66" fmla="*/ 2516 w 2575"/>
                  <a:gd name="T67" fmla="*/ 36 h 394"/>
                  <a:gd name="T68" fmla="*/ 2575 w 2575"/>
                  <a:gd name="T69" fmla="*/ 15 h 394"/>
                  <a:gd name="T70" fmla="*/ 2501 w 2575"/>
                  <a:gd name="T71" fmla="*/ 20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75" h="394">
                    <a:moveTo>
                      <a:pt x="2501" y="20"/>
                    </a:moveTo>
                    <a:cubicBezTo>
                      <a:pt x="2499" y="21"/>
                      <a:pt x="2496" y="21"/>
                      <a:pt x="2494" y="22"/>
                    </a:cubicBezTo>
                    <a:cubicBezTo>
                      <a:pt x="2488" y="22"/>
                      <a:pt x="2483" y="22"/>
                      <a:pt x="2477" y="22"/>
                    </a:cubicBezTo>
                    <a:cubicBezTo>
                      <a:pt x="2409" y="18"/>
                      <a:pt x="2344" y="37"/>
                      <a:pt x="2278" y="47"/>
                    </a:cubicBezTo>
                    <a:cubicBezTo>
                      <a:pt x="2091" y="74"/>
                      <a:pt x="1902" y="89"/>
                      <a:pt x="1713" y="111"/>
                    </a:cubicBezTo>
                    <a:cubicBezTo>
                      <a:pt x="1559" y="128"/>
                      <a:pt x="1403" y="134"/>
                      <a:pt x="1248" y="152"/>
                    </a:cubicBezTo>
                    <a:cubicBezTo>
                      <a:pt x="1049" y="174"/>
                      <a:pt x="849" y="186"/>
                      <a:pt x="649" y="207"/>
                    </a:cubicBezTo>
                    <a:cubicBezTo>
                      <a:pt x="468" y="227"/>
                      <a:pt x="287" y="244"/>
                      <a:pt x="107" y="272"/>
                    </a:cubicBezTo>
                    <a:cubicBezTo>
                      <a:pt x="77" y="277"/>
                      <a:pt x="47" y="283"/>
                      <a:pt x="20" y="296"/>
                    </a:cubicBezTo>
                    <a:cubicBezTo>
                      <a:pt x="11" y="301"/>
                      <a:pt x="0" y="306"/>
                      <a:pt x="2" y="318"/>
                    </a:cubicBezTo>
                    <a:cubicBezTo>
                      <a:pt x="3" y="328"/>
                      <a:pt x="12" y="331"/>
                      <a:pt x="20" y="335"/>
                    </a:cubicBezTo>
                    <a:cubicBezTo>
                      <a:pt x="32" y="340"/>
                      <a:pt x="50" y="340"/>
                      <a:pt x="53" y="352"/>
                    </a:cubicBezTo>
                    <a:cubicBezTo>
                      <a:pt x="63" y="394"/>
                      <a:pt x="96" y="387"/>
                      <a:pt x="122" y="385"/>
                    </a:cubicBezTo>
                    <a:cubicBezTo>
                      <a:pt x="248" y="376"/>
                      <a:pt x="374" y="366"/>
                      <a:pt x="500" y="352"/>
                    </a:cubicBezTo>
                    <a:cubicBezTo>
                      <a:pt x="729" y="326"/>
                      <a:pt x="955" y="282"/>
                      <a:pt x="1185" y="267"/>
                    </a:cubicBezTo>
                    <a:cubicBezTo>
                      <a:pt x="1284" y="260"/>
                      <a:pt x="1384" y="251"/>
                      <a:pt x="1483" y="239"/>
                    </a:cubicBezTo>
                    <a:cubicBezTo>
                      <a:pt x="1662" y="218"/>
                      <a:pt x="1842" y="194"/>
                      <a:pt x="2021" y="171"/>
                    </a:cubicBezTo>
                    <a:cubicBezTo>
                      <a:pt x="2039" y="168"/>
                      <a:pt x="2057" y="165"/>
                      <a:pt x="2075" y="162"/>
                    </a:cubicBezTo>
                    <a:cubicBezTo>
                      <a:pt x="2095" y="166"/>
                      <a:pt x="2113" y="148"/>
                      <a:pt x="2134" y="157"/>
                    </a:cubicBezTo>
                    <a:cubicBezTo>
                      <a:pt x="2148" y="161"/>
                      <a:pt x="2162" y="160"/>
                      <a:pt x="2172" y="150"/>
                    </a:cubicBezTo>
                    <a:cubicBezTo>
                      <a:pt x="2184" y="138"/>
                      <a:pt x="2194" y="146"/>
                      <a:pt x="2206" y="149"/>
                    </a:cubicBezTo>
                    <a:cubicBezTo>
                      <a:pt x="2214" y="141"/>
                      <a:pt x="2229" y="150"/>
                      <a:pt x="2234" y="135"/>
                    </a:cubicBezTo>
                    <a:cubicBezTo>
                      <a:pt x="2241" y="129"/>
                      <a:pt x="2256" y="152"/>
                      <a:pt x="2258" y="128"/>
                    </a:cubicBezTo>
                    <a:cubicBezTo>
                      <a:pt x="2310" y="114"/>
                      <a:pt x="2362" y="98"/>
                      <a:pt x="2416" y="94"/>
                    </a:cubicBezTo>
                    <a:cubicBezTo>
                      <a:pt x="2430" y="92"/>
                      <a:pt x="2455" y="105"/>
                      <a:pt x="2448" y="72"/>
                    </a:cubicBezTo>
                    <a:cubicBezTo>
                      <a:pt x="2450" y="71"/>
                      <a:pt x="2450" y="71"/>
                      <a:pt x="2450" y="71"/>
                    </a:cubicBezTo>
                    <a:cubicBezTo>
                      <a:pt x="2453" y="71"/>
                      <a:pt x="2453" y="71"/>
                      <a:pt x="2453" y="71"/>
                    </a:cubicBezTo>
                    <a:cubicBezTo>
                      <a:pt x="2461" y="76"/>
                      <a:pt x="2469" y="77"/>
                      <a:pt x="2475" y="69"/>
                    </a:cubicBezTo>
                    <a:cubicBezTo>
                      <a:pt x="2476" y="68"/>
                      <a:pt x="2476" y="63"/>
                      <a:pt x="2475" y="63"/>
                    </a:cubicBezTo>
                    <a:cubicBezTo>
                      <a:pt x="2468" y="59"/>
                      <a:pt x="2462" y="64"/>
                      <a:pt x="2455" y="67"/>
                    </a:cubicBezTo>
                    <a:cubicBezTo>
                      <a:pt x="2446" y="56"/>
                      <a:pt x="2453" y="52"/>
                      <a:pt x="2463" y="49"/>
                    </a:cubicBezTo>
                    <a:cubicBezTo>
                      <a:pt x="2466" y="50"/>
                      <a:pt x="2468" y="50"/>
                      <a:pt x="2471" y="50"/>
                    </a:cubicBezTo>
                    <a:cubicBezTo>
                      <a:pt x="2471" y="50"/>
                      <a:pt x="2471" y="50"/>
                      <a:pt x="2471" y="50"/>
                    </a:cubicBezTo>
                    <a:cubicBezTo>
                      <a:pt x="2487" y="50"/>
                      <a:pt x="2504" y="50"/>
                      <a:pt x="2516" y="36"/>
                    </a:cubicBezTo>
                    <a:cubicBezTo>
                      <a:pt x="2538" y="36"/>
                      <a:pt x="2551" y="11"/>
                      <a:pt x="2575" y="15"/>
                    </a:cubicBezTo>
                    <a:cubicBezTo>
                      <a:pt x="2549" y="0"/>
                      <a:pt x="2525" y="12"/>
                      <a:pt x="2501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70" name="Freeform 8"/>
              <p:cNvSpPr>
                <a:spLocks noEditPoints="1"/>
              </p:cNvSpPr>
              <p:nvPr userDrawn="1"/>
            </p:nvSpPr>
            <p:spPr bwMode="auto">
              <a:xfrm>
                <a:off x="3929063" y="6350"/>
                <a:ext cx="1911350" cy="1619250"/>
              </a:xfrm>
              <a:custGeom>
                <a:avLst/>
                <a:gdLst>
                  <a:gd name="T0" fmla="*/ 47 w 1018"/>
                  <a:gd name="T1" fmla="*/ 358 h 862"/>
                  <a:gd name="T2" fmla="*/ 51 w 1018"/>
                  <a:gd name="T3" fmla="*/ 449 h 862"/>
                  <a:gd name="T4" fmla="*/ 70 w 1018"/>
                  <a:gd name="T5" fmla="*/ 534 h 862"/>
                  <a:gd name="T6" fmla="*/ 182 w 1018"/>
                  <a:gd name="T7" fmla="*/ 591 h 862"/>
                  <a:gd name="T8" fmla="*/ 210 w 1018"/>
                  <a:gd name="T9" fmla="*/ 513 h 862"/>
                  <a:gd name="T10" fmla="*/ 403 w 1018"/>
                  <a:gd name="T11" fmla="*/ 371 h 862"/>
                  <a:gd name="T12" fmla="*/ 332 w 1018"/>
                  <a:gd name="T13" fmla="*/ 844 h 862"/>
                  <a:gd name="T14" fmla="*/ 395 w 1018"/>
                  <a:gd name="T15" fmla="*/ 829 h 862"/>
                  <a:gd name="T16" fmla="*/ 514 w 1018"/>
                  <a:gd name="T17" fmla="*/ 372 h 862"/>
                  <a:gd name="T18" fmla="*/ 586 w 1018"/>
                  <a:gd name="T19" fmla="*/ 338 h 862"/>
                  <a:gd name="T20" fmla="*/ 588 w 1018"/>
                  <a:gd name="T21" fmla="*/ 631 h 862"/>
                  <a:gd name="T22" fmla="*/ 588 w 1018"/>
                  <a:gd name="T23" fmla="*/ 631 h 862"/>
                  <a:gd name="T24" fmla="*/ 609 w 1018"/>
                  <a:gd name="T25" fmla="*/ 631 h 862"/>
                  <a:gd name="T26" fmla="*/ 609 w 1018"/>
                  <a:gd name="T27" fmla="*/ 631 h 862"/>
                  <a:gd name="T28" fmla="*/ 692 w 1018"/>
                  <a:gd name="T29" fmla="*/ 481 h 862"/>
                  <a:gd name="T30" fmla="*/ 843 w 1018"/>
                  <a:gd name="T31" fmla="*/ 477 h 862"/>
                  <a:gd name="T32" fmla="*/ 978 w 1018"/>
                  <a:gd name="T33" fmla="*/ 679 h 862"/>
                  <a:gd name="T34" fmla="*/ 996 w 1018"/>
                  <a:gd name="T35" fmla="*/ 573 h 862"/>
                  <a:gd name="T36" fmla="*/ 946 w 1018"/>
                  <a:gd name="T37" fmla="*/ 385 h 862"/>
                  <a:gd name="T38" fmla="*/ 907 w 1018"/>
                  <a:gd name="T39" fmla="*/ 334 h 862"/>
                  <a:gd name="T40" fmla="*/ 753 w 1018"/>
                  <a:gd name="T41" fmla="*/ 48 h 862"/>
                  <a:gd name="T42" fmla="*/ 666 w 1018"/>
                  <a:gd name="T43" fmla="*/ 83 h 862"/>
                  <a:gd name="T44" fmla="*/ 673 w 1018"/>
                  <a:gd name="T45" fmla="*/ 161 h 862"/>
                  <a:gd name="T46" fmla="*/ 582 w 1018"/>
                  <a:gd name="T47" fmla="*/ 89 h 862"/>
                  <a:gd name="T48" fmla="*/ 486 w 1018"/>
                  <a:gd name="T49" fmla="*/ 48 h 862"/>
                  <a:gd name="T50" fmla="*/ 426 w 1018"/>
                  <a:gd name="T51" fmla="*/ 250 h 862"/>
                  <a:gd name="T52" fmla="*/ 276 w 1018"/>
                  <a:gd name="T53" fmla="*/ 318 h 862"/>
                  <a:gd name="T54" fmla="*/ 281 w 1018"/>
                  <a:gd name="T55" fmla="*/ 191 h 862"/>
                  <a:gd name="T56" fmla="*/ 279 w 1018"/>
                  <a:gd name="T57" fmla="*/ 76 h 862"/>
                  <a:gd name="T58" fmla="*/ 171 w 1018"/>
                  <a:gd name="T59" fmla="*/ 100 h 862"/>
                  <a:gd name="T60" fmla="*/ 59 w 1018"/>
                  <a:gd name="T61" fmla="*/ 358 h 862"/>
                  <a:gd name="T62" fmla="*/ 725 w 1018"/>
                  <a:gd name="T63" fmla="*/ 232 h 862"/>
                  <a:gd name="T64" fmla="*/ 779 w 1018"/>
                  <a:gd name="T65" fmla="*/ 382 h 862"/>
                  <a:gd name="T66" fmla="*/ 697 w 1018"/>
                  <a:gd name="T67" fmla="*/ 282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18" h="862">
                    <a:moveTo>
                      <a:pt x="59" y="358"/>
                    </a:moveTo>
                    <a:cubicBezTo>
                      <a:pt x="55" y="358"/>
                      <a:pt x="51" y="357"/>
                      <a:pt x="47" y="358"/>
                    </a:cubicBezTo>
                    <a:cubicBezTo>
                      <a:pt x="29" y="362"/>
                      <a:pt x="8" y="362"/>
                      <a:pt x="2" y="386"/>
                    </a:cubicBezTo>
                    <a:cubicBezTo>
                      <a:pt x="0" y="398"/>
                      <a:pt x="40" y="448"/>
                      <a:pt x="51" y="449"/>
                    </a:cubicBezTo>
                    <a:cubicBezTo>
                      <a:pt x="97" y="456"/>
                      <a:pt x="97" y="456"/>
                      <a:pt x="79" y="502"/>
                    </a:cubicBezTo>
                    <a:cubicBezTo>
                      <a:pt x="75" y="512"/>
                      <a:pt x="70" y="523"/>
                      <a:pt x="70" y="534"/>
                    </a:cubicBezTo>
                    <a:cubicBezTo>
                      <a:pt x="69" y="550"/>
                      <a:pt x="60" y="573"/>
                      <a:pt x="83" y="580"/>
                    </a:cubicBezTo>
                    <a:cubicBezTo>
                      <a:pt x="115" y="590"/>
                      <a:pt x="149" y="598"/>
                      <a:pt x="182" y="591"/>
                    </a:cubicBezTo>
                    <a:cubicBezTo>
                      <a:pt x="196" y="589"/>
                      <a:pt x="208" y="578"/>
                      <a:pt x="208" y="559"/>
                    </a:cubicBezTo>
                    <a:cubicBezTo>
                      <a:pt x="208" y="544"/>
                      <a:pt x="209" y="528"/>
                      <a:pt x="210" y="513"/>
                    </a:cubicBezTo>
                    <a:cubicBezTo>
                      <a:pt x="211" y="482"/>
                      <a:pt x="210" y="443"/>
                      <a:pt x="238" y="427"/>
                    </a:cubicBezTo>
                    <a:cubicBezTo>
                      <a:pt x="286" y="398"/>
                      <a:pt x="343" y="388"/>
                      <a:pt x="403" y="371"/>
                    </a:cubicBezTo>
                    <a:cubicBezTo>
                      <a:pt x="386" y="444"/>
                      <a:pt x="369" y="509"/>
                      <a:pt x="354" y="576"/>
                    </a:cubicBezTo>
                    <a:cubicBezTo>
                      <a:pt x="333" y="664"/>
                      <a:pt x="320" y="753"/>
                      <a:pt x="332" y="844"/>
                    </a:cubicBezTo>
                    <a:cubicBezTo>
                      <a:pt x="334" y="862"/>
                      <a:pt x="350" y="858"/>
                      <a:pt x="351" y="858"/>
                    </a:cubicBezTo>
                    <a:cubicBezTo>
                      <a:pt x="365" y="846"/>
                      <a:pt x="386" y="841"/>
                      <a:pt x="395" y="829"/>
                    </a:cubicBezTo>
                    <a:cubicBezTo>
                      <a:pt x="410" y="808"/>
                      <a:pt x="418" y="781"/>
                      <a:pt x="426" y="756"/>
                    </a:cubicBezTo>
                    <a:cubicBezTo>
                      <a:pt x="463" y="630"/>
                      <a:pt x="490" y="501"/>
                      <a:pt x="514" y="372"/>
                    </a:cubicBezTo>
                    <a:cubicBezTo>
                      <a:pt x="524" y="323"/>
                      <a:pt x="547" y="297"/>
                      <a:pt x="593" y="285"/>
                    </a:cubicBezTo>
                    <a:cubicBezTo>
                      <a:pt x="596" y="304"/>
                      <a:pt x="591" y="322"/>
                      <a:pt x="586" y="338"/>
                    </a:cubicBezTo>
                    <a:cubicBezTo>
                      <a:pt x="566" y="401"/>
                      <a:pt x="553" y="465"/>
                      <a:pt x="558" y="530"/>
                    </a:cubicBezTo>
                    <a:cubicBezTo>
                      <a:pt x="560" y="563"/>
                      <a:pt x="546" y="607"/>
                      <a:pt x="588" y="631"/>
                    </a:cubicBezTo>
                    <a:cubicBezTo>
                      <a:pt x="588" y="631"/>
                      <a:pt x="588" y="631"/>
                      <a:pt x="588" y="631"/>
                    </a:cubicBezTo>
                    <a:cubicBezTo>
                      <a:pt x="588" y="631"/>
                      <a:pt x="588" y="631"/>
                      <a:pt x="588" y="631"/>
                    </a:cubicBezTo>
                    <a:cubicBezTo>
                      <a:pt x="591" y="641"/>
                      <a:pt x="594" y="650"/>
                      <a:pt x="598" y="661"/>
                    </a:cubicBezTo>
                    <a:cubicBezTo>
                      <a:pt x="607" y="651"/>
                      <a:pt x="609" y="642"/>
                      <a:pt x="609" y="631"/>
                    </a:cubicBezTo>
                    <a:cubicBezTo>
                      <a:pt x="607" y="629"/>
                      <a:pt x="604" y="627"/>
                      <a:pt x="602" y="626"/>
                    </a:cubicBezTo>
                    <a:cubicBezTo>
                      <a:pt x="604" y="625"/>
                      <a:pt x="607" y="626"/>
                      <a:pt x="609" y="631"/>
                    </a:cubicBezTo>
                    <a:cubicBezTo>
                      <a:pt x="624" y="577"/>
                      <a:pt x="623" y="519"/>
                      <a:pt x="642" y="463"/>
                    </a:cubicBezTo>
                    <a:cubicBezTo>
                      <a:pt x="658" y="474"/>
                      <a:pt x="674" y="479"/>
                      <a:pt x="692" y="481"/>
                    </a:cubicBezTo>
                    <a:cubicBezTo>
                      <a:pt x="733" y="487"/>
                      <a:pt x="770" y="466"/>
                      <a:pt x="810" y="461"/>
                    </a:cubicBezTo>
                    <a:cubicBezTo>
                      <a:pt x="830" y="459"/>
                      <a:pt x="836" y="462"/>
                      <a:pt x="843" y="477"/>
                    </a:cubicBezTo>
                    <a:cubicBezTo>
                      <a:pt x="865" y="521"/>
                      <a:pt x="881" y="567"/>
                      <a:pt x="890" y="617"/>
                    </a:cubicBezTo>
                    <a:cubicBezTo>
                      <a:pt x="902" y="691"/>
                      <a:pt x="905" y="690"/>
                      <a:pt x="978" y="679"/>
                    </a:cubicBezTo>
                    <a:cubicBezTo>
                      <a:pt x="1013" y="674"/>
                      <a:pt x="1018" y="655"/>
                      <a:pt x="1013" y="627"/>
                    </a:cubicBezTo>
                    <a:cubicBezTo>
                      <a:pt x="1010" y="609"/>
                      <a:pt x="1005" y="590"/>
                      <a:pt x="996" y="573"/>
                    </a:cubicBezTo>
                    <a:cubicBezTo>
                      <a:pt x="971" y="523"/>
                      <a:pt x="959" y="469"/>
                      <a:pt x="943" y="416"/>
                    </a:cubicBezTo>
                    <a:cubicBezTo>
                      <a:pt x="939" y="404"/>
                      <a:pt x="941" y="394"/>
                      <a:pt x="946" y="385"/>
                    </a:cubicBezTo>
                    <a:cubicBezTo>
                      <a:pt x="958" y="363"/>
                      <a:pt x="952" y="345"/>
                      <a:pt x="929" y="342"/>
                    </a:cubicBezTo>
                    <a:cubicBezTo>
                      <a:pt x="920" y="341"/>
                      <a:pt x="913" y="345"/>
                      <a:pt x="907" y="334"/>
                    </a:cubicBezTo>
                    <a:cubicBezTo>
                      <a:pt x="880" y="282"/>
                      <a:pt x="848" y="233"/>
                      <a:pt x="825" y="180"/>
                    </a:cubicBezTo>
                    <a:cubicBezTo>
                      <a:pt x="805" y="134"/>
                      <a:pt x="781" y="90"/>
                      <a:pt x="753" y="48"/>
                    </a:cubicBezTo>
                    <a:cubicBezTo>
                      <a:pt x="749" y="41"/>
                      <a:pt x="743" y="28"/>
                      <a:pt x="735" y="32"/>
                    </a:cubicBezTo>
                    <a:cubicBezTo>
                      <a:pt x="710" y="45"/>
                      <a:pt x="684" y="60"/>
                      <a:pt x="666" y="83"/>
                    </a:cubicBezTo>
                    <a:cubicBezTo>
                      <a:pt x="653" y="100"/>
                      <a:pt x="673" y="112"/>
                      <a:pt x="676" y="127"/>
                    </a:cubicBezTo>
                    <a:cubicBezTo>
                      <a:pt x="678" y="139"/>
                      <a:pt x="696" y="150"/>
                      <a:pt x="673" y="161"/>
                    </a:cubicBezTo>
                    <a:cubicBezTo>
                      <a:pt x="636" y="178"/>
                      <a:pt x="601" y="201"/>
                      <a:pt x="557" y="213"/>
                    </a:cubicBezTo>
                    <a:cubicBezTo>
                      <a:pt x="566" y="170"/>
                      <a:pt x="573" y="129"/>
                      <a:pt x="582" y="89"/>
                    </a:cubicBezTo>
                    <a:cubicBezTo>
                      <a:pt x="592" y="45"/>
                      <a:pt x="584" y="29"/>
                      <a:pt x="539" y="12"/>
                    </a:cubicBezTo>
                    <a:cubicBezTo>
                      <a:pt x="506" y="0"/>
                      <a:pt x="499" y="30"/>
                      <a:pt x="486" y="48"/>
                    </a:cubicBezTo>
                    <a:cubicBezTo>
                      <a:pt x="474" y="64"/>
                      <a:pt x="466" y="83"/>
                      <a:pt x="462" y="103"/>
                    </a:cubicBezTo>
                    <a:cubicBezTo>
                      <a:pt x="450" y="152"/>
                      <a:pt x="438" y="201"/>
                      <a:pt x="426" y="250"/>
                    </a:cubicBezTo>
                    <a:cubicBezTo>
                      <a:pt x="423" y="263"/>
                      <a:pt x="421" y="275"/>
                      <a:pt x="406" y="280"/>
                    </a:cubicBezTo>
                    <a:cubicBezTo>
                      <a:pt x="363" y="292"/>
                      <a:pt x="319" y="305"/>
                      <a:pt x="276" y="318"/>
                    </a:cubicBezTo>
                    <a:cubicBezTo>
                      <a:pt x="255" y="324"/>
                      <a:pt x="252" y="314"/>
                      <a:pt x="255" y="297"/>
                    </a:cubicBezTo>
                    <a:cubicBezTo>
                      <a:pt x="261" y="261"/>
                      <a:pt x="266" y="225"/>
                      <a:pt x="281" y="191"/>
                    </a:cubicBezTo>
                    <a:cubicBezTo>
                      <a:pt x="294" y="161"/>
                      <a:pt x="298" y="130"/>
                      <a:pt x="300" y="99"/>
                    </a:cubicBezTo>
                    <a:cubicBezTo>
                      <a:pt x="301" y="83"/>
                      <a:pt x="297" y="76"/>
                      <a:pt x="279" y="76"/>
                    </a:cubicBezTo>
                    <a:cubicBezTo>
                      <a:pt x="261" y="75"/>
                      <a:pt x="242" y="71"/>
                      <a:pt x="224" y="66"/>
                    </a:cubicBezTo>
                    <a:cubicBezTo>
                      <a:pt x="192" y="57"/>
                      <a:pt x="183" y="72"/>
                      <a:pt x="171" y="100"/>
                    </a:cubicBezTo>
                    <a:cubicBezTo>
                      <a:pt x="143" y="164"/>
                      <a:pt x="145" y="233"/>
                      <a:pt x="126" y="298"/>
                    </a:cubicBezTo>
                    <a:cubicBezTo>
                      <a:pt x="114" y="341"/>
                      <a:pt x="97" y="356"/>
                      <a:pt x="59" y="358"/>
                    </a:cubicBezTo>
                    <a:close/>
                    <a:moveTo>
                      <a:pt x="697" y="282"/>
                    </a:moveTo>
                    <a:cubicBezTo>
                      <a:pt x="703" y="265"/>
                      <a:pt x="715" y="249"/>
                      <a:pt x="725" y="232"/>
                    </a:cubicBezTo>
                    <a:cubicBezTo>
                      <a:pt x="757" y="273"/>
                      <a:pt x="777" y="314"/>
                      <a:pt x="794" y="358"/>
                    </a:cubicBezTo>
                    <a:cubicBezTo>
                      <a:pt x="802" y="378"/>
                      <a:pt x="797" y="383"/>
                      <a:pt x="779" y="382"/>
                    </a:cubicBezTo>
                    <a:cubicBezTo>
                      <a:pt x="774" y="382"/>
                      <a:pt x="769" y="383"/>
                      <a:pt x="764" y="383"/>
                    </a:cubicBezTo>
                    <a:cubicBezTo>
                      <a:pt x="618" y="393"/>
                      <a:pt x="664" y="384"/>
                      <a:pt x="697" y="2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71" name="Freeform 9"/>
              <p:cNvSpPr>
                <a:spLocks noEditPoints="1"/>
              </p:cNvSpPr>
              <p:nvPr userDrawn="1"/>
            </p:nvSpPr>
            <p:spPr bwMode="auto">
              <a:xfrm>
                <a:off x="6592888" y="-477838"/>
                <a:ext cx="1638300" cy="1947863"/>
              </a:xfrm>
              <a:custGeom>
                <a:avLst/>
                <a:gdLst>
                  <a:gd name="T0" fmla="*/ 14 w 873"/>
                  <a:gd name="T1" fmla="*/ 1009 h 1036"/>
                  <a:gd name="T2" fmla="*/ 20 w 873"/>
                  <a:gd name="T3" fmla="*/ 1026 h 1036"/>
                  <a:gd name="T4" fmla="*/ 44 w 873"/>
                  <a:gd name="T5" fmla="*/ 1024 h 1036"/>
                  <a:gd name="T6" fmla="*/ 118 w 873"/>
                  <a:gd name="T7" fmla="*/ 878 h 1036"/>
                  <a:gd name="T8" fmla="*/ 151 w 873"/>
                  <a:gd name="T9" fmla="*/ 746 h 1036"/>
                  <a:gd name="T10" fmla="*/ 167 w 873"/>
                  <a:gd name="T11" fmla="*/ 764 h 1036"/>
                  <a:gd name="T12" fmla="*/ 280 w 873"/>
                  <a:gd name="T13" fmla="*/ 911 h 1036"/>
                  <a:gd name="T14" fmla="*/ 435 w 873"/>
                  <a:gd name="T15" fmla="*/ 964 h 1036"/>
                  <a:gd name="T16" fmla="*/ 466 w 873"/>
                  <a:gd name="T17" fmla="*/ 913 h 1036"/>
                  <a:gd name="T18" fmla="*/ 696 w 873"/>
                  <a:gd name="T19" fmla="*/ 846 h 1036"/>
                  <a:gd name="T20" fmla="*/ 762 w 873"/>
                  <a:gd name="T21" fmla="*/ 639 h 1036"/>
                  <a:gd name="T22" fmla="*/ 639 w 873"/>
                  <a:gd name="T23" fmla="*/ 496 h 1036"/>
                  <a:gd name="T24" fmla="*/ 650 w 873"/>
                  <a:gd name="T25" fmla="*/ 490 h 1036"/>
                  <a:gd name="T26" fmla="*/ 676 w 873"/>
                  <a:gd name="T27" fmla="*/ 443 h 1036"/>
                  <a:gd name="T28" fmla="*/ 650 w 873"/>
                  <a:gd name="T29" fmla="*/ 416 h 1036"/>
                  <a:gd name="T30" fmla="*/ 650 w 873"/>
                  <a:gd name="T31" fmla="*/ 401 h 1036"/>
                  <a:gd name="T32" fmla="*/ 766 w 873"/>
                  <a:gd name="T33" fmla="*/ 311 h 1036"/>
                  <a:gd name="T34" fmla="*/ 837 w 873"/>
                  <a:gd name="T35" fmla="*/ 325 h 1036"/>
                  <a:gd name="T36" fmla="*/ 837 w 873"/>
                  <a:gd name="T37" fmla="*/ 325 h 1036"/>
                  <a:gd name="T38" fmla="*/ 863 w 873"/>
                  <a:gd name="T39" fmla="*/ 362 h 1036"/>
                  <a:gd name="T40" fmla="*/ 858 w 873"/>
                  <a:gd name="T41" fmla="*/ 317 h 1036"/>
                  <a:gd name="T42" fmla="*/ 861 w 873"/>
                  <a:gd name="T43" fmla="*/ 281 h 1036"/>
                  <a:gd name="T44" fmla="*/ 677 w 873"/>
                  <a:gd name="T45" fmla="*/ 218 h 1036"/>
                  <a:gd name="T46" fmla="*/ 613 w 873"/>
                  <a:gd name="T47" fmla="*/ 265 h 1036"/>
                  <a:gd name="T48" fmla="*/ 474 w 873"/>
                  <a:gd name="T49" fmla="*/ 462 h 1036"/>
                  <a:gd name="T50" fmla="*/ 446 w 873"/>
                  <a:gd name="T51" fmla="*/ 482 h 1036"/>
                  <a:gd name="T52" fmla="*/ 227 w 873"/>
                  <a:gd name="T53" fmla="*/ 529 h 1036"/>
                  <a:gd name="T54" fmla="*/ 204 w 873"/>
                  <a:gd name="T55" fmla="*/ 507 h 1036"/>
                  <a:gd name="T56" fmla="*/ 256 w 873"/>
                  <a:gd name="T57" fmla="*/ 298 h 1036"/>
                  <a:gd name="T58" fmla="*/ 306 w 873"/>
                  <a:gd name="T59" fmla="*/ 72 h 1036"/>
                  <a:gd name="T60" fmla="*/ 256 w 873"/>
                  <a:gd name="T61" fmla="*/ 12 h 1036"/>
                  <a:gd name="T62" fmla="*/ 217 w 873"/>
                  <a:gd name="T63" fmla="*/ 37 h 1036"/>
                  <a:gd name="T64" fmla="*/ 173 w 873"/>
                  <a:gd name="T65" fmla="*/ 140 h 1036"/>
                  <a:gd name="T66" fmla="*/ 88 w 873"/>
                  <a:gd name="T67" fmla="*/ 513 h 1036"/>
                  <a:gd name="T68" fmla="*/ 57 w 873"/>
                  <a:gd name="T69" fmla="*/ 633 h 1036"/>
                  <a:gd name="T70" fmla="*/ 14 w 873"/>
                  <a:gd name="T71" fmla="*/ 1009 h 1036"/>
                  <a:gd name="T72" fmla="*/ 431 w 873"/>
                  <a:gd name="T73" fmla="*/ 585 h 1036"/>
                  <a:gd name="T74" fmla="*/ 442 w 873"/>
                  <a:gd name="T75" fmla="*/ 583 h 1036"/>
                  <a:gd name="T76" fmla="*/ 566 w 873"/>
                  <a:gd name="T77" fmla="*/ 617 h 1036"/>
                  <a:gd name="T78" fmla="*/ 617 w 873"/>
                  <a:gd name="T79" fmla="*/ 656 h 1036"/>
                  <a:gd name="T80" fmla="*/ 629 w 873"/>
                  <a:gd name="T81" fmla="*/ 754 h 1036"/>
                  <a:gd name="T82" fmla="*/ 521 w 873"/>
                  <a:gd name="T83" fmla="*/ 826 h 1036"/>
                  <a:gd name="T84" fmla="*/ 469 w 873"/>
                  <a:gd name="T85" fmla="*/ 873 h 1036"/>
                  <a:gd name="T86" fmla="*/ 456 w 873"/>
                  <a:gd name="T87" fmla="*/ 875 h 1036"/>
                  <a:gd name="T88" fmla="*/ 440 w 873"/>
                  <a:gd name="T89" fmla="*/ 881 h 1036"/>
                  <a:gd name="T90" fmla="*/ 440 w 873"/>
                  <a:gd name="T91" fmla="*/ 881 h 1036"/>
                  <a:gd name="T92" fmla="*/ 440 w 873"/>
                  <a:gd name="T93" fmla="*/ 881 h 1036"/>
                  <a:gd name="T94" fmla="*/ 370 w 873"/>
                  <a:gd name="T95" fmla="*/ 820 h 1036"/>
                  <a:gd name="T96" fmla="*/ 313 w 873"/>
                  <a:gd name="T97" fmla="*/ 762 h 1036"/>
                  <a:gd name="T98" fmla="*/ 205 w 873"/>
                  <a:gd name="T99" fmla="*/ 650 h 1036"/>
                  <a:gd name="T100" fmla="*/ 431 w 873"/>
                  <a:gd name="T101" fmla="*/ 585 h 10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73" h="1036">
                    <a:moveTo>
                      <a:pt x="14" y="1009"/>
                    </a:moveTo>
                    <a:cubicBezTo>
                      <a:pt x="14" y="1015"/>
                      <a:pt x="9" y="1032"/>
                      <a:pt x="20" y="1026"/>
                    </a:cubicBezTo>
                    <a:cubicBezTo>
                      <a:pt x="29" y="1021"/>
                      <a:pt x="33" y="1036"/>
                      <a:pt x="44" y="1024"/>
                    </a:cubicBezTo>
                    <a:cubicBezTo>
                      <a:pt x="83" y="982"/>
                      <a:pt x="105" y="933"/>
                      <a:pt x="118" y="878"/>
                    </a:cubicBezTo>
                    <a:cubicBezTo>
                      <a:pt x="129" y="836"/>
                      <a:pt x="139" y="793"/>
                      <a:pt x="151" y="746"/>
                    </a:cubicBezTo>
                    <a:cubicBezTo>
                      <a:pt x="159" y="755"/>
                      <a:pt x="164" y="759"/>
                      <a:pt x="167" y="764"/>
                    </a:cubicBezTo>
                    <a:cubicBezTo>
                      <a:pt x="205" y="813"/>
                      <a:pt x="243" y="862"/>
                      <a:pt x="280" y="911"/>
                    </a:cubicBezTo>
                    <a:cubicBezTo>
                      <a:pt x="320" y="964"/>
                      <a:pt x="374" y="978"/>
                      <a:pt x="435" y="964"/>
                    </a:cubicBezTo>
                    <a:cubicBezTo>
                      <a:pt x="460" y="959"/>
                      <a:pt x="488" y="949"/>
                      <a:pt x="466" y="913"/>
                    </a:cubicBezTo>
                    <a:cubicBezTo>
                      <a:pt x="550" y="909"/>
                      <a:pt x="628" y="898"/>
                      <a:pt x="696" y="846"/>
                    </a:cubicBezTo>
                    <a:cubicBezTo>
                      <a:pt x="763" y="796"/>
                      <a:pt x="789" y="719"/>
                      <a:pt x="762" y="639"/>
                    </a:cubicBezTo>
                    <a:cubicBezTo>
                      <a:pt x="741" y="574"/>
                      <a:pt x="691" y="535"/>
                      <a:pt x="639" y="496"/>
                    </a:cubicBezTo>
                    <a:cubicBezTo>
                      <a:pt x="644" y="494"/>
                      <a:pt x="647" y="492"/>
                      <a:pt x="650" y="490"/>
                    </a:cubicBezTo>
                    <a:cubicBezTo>
                      <a:pt x="665" y="478"/>
                      <a:pt x="673" y="460"/>
                      <a:pt x="676" y="443"/>
                    </a:cubicBezTo>
                    <a:cubicBezTo>
                      <a:pt x="679" y="429"/>
                      <a:pt x="671" y="415"/>
                      <a:pt x="650" y="416"/>
                    </a:cubicBezTo>
                    <a:cubicBezTo>
                      <a:pt x="643" y="416"/>
                      <a:pt x="646" y="404"/>
                      <a:pt x="650" y="401"/>
                    </a:cubicBezTo>
                    <a:cubicBezTo>
                      <a:pt x="689" y="371"/>
                      <a:pt x="702" y="310"/>
                      <a:pt x="766" y="311"/>
                    </a:cubicBezTo>
                    <a:cubicBezTo>
                      <a:pt x="791" y="312"/>
                      <a:pt x="813" y="322"/>
                      <a:pt x="837" y="325"/>
                    </a:cubicBezTo>
                    <a:cubicBezTo>
                      <a:pt x="837" y="325"/>
                      <a:pt x="837" y="325"/>
                      <a:pt x="837" y="325"/>
                    </a:cubicBezTo>
                    <a:cubicBezTo>
                      <a:pt x="840" y="341"/>
                      <a:pt x="860" y="345"/>
                      <a:pt x="863" y="362"/>
                    </a:cubicBezTo>
                    <a:cubicBezTo>
                      <a:pt x="870" y="345"/>
                      <a:pt x="868" y="331"/>
                      <a:pt x="858" y="317"/>
                    </a:cubicBezTo>
                    <a:cubicBezTo>
                      <a:pt x="873" y="306"/>
                      <a:pt x="868" y="294"/>
                      <a:pt x="861" y="281"/>
                    </a:cubicBezTo>
                    <a:cubicBezTo>
                      <a:pt x="835" y="230"/>
                      <a:pt x="755" y="177"/>
                      <a:pt x="677" y="218"/>
                    </a:cubicBezTo>
                    <a:cubicBezTo>
                      <a:pt x="653" y="231"/>
                      <a:pt x="632" y="246"/>
                      <a:pt x="613" y="265"/>
                    </a:cubicBezTo>
                    <a:cubicBezTo>
                      <a:pt x="555" y="322"/>
                      <a:pt x="490" y="375"/>
                      <a:pt x="474" y="462"/>
                    </a:cubicBezTo>
                    <a:cubicBezTo>
                      <a:pt x="470" y="480"/>
                      <a:pt x="457" y="478"/>
                      <a:pt x="446" y="482"/>
                    </a:cubicBezTo>
                    <a:cubicBezTo>
                      <a:pt x="374" y="504"/>
                      <a:pt x="301" y="514"/>
                      <a:pt x="227" y="529"/>
                    </a:cubicBezTo>
                    <a:cubicBezTo>
                      <a:pt x="205" y="533"/>
                      <a:pt x="200" y="526"/>
                      <a:pt x="204" y="507"/>
                    </a:cubicBezTo>
                    <a:cubicBezTo>
                      <a:pt x="221" y="437"/>
                      <a:pt x="236" y="367"/>
                      <a:pt x="256" y="298"/>
                    </a:cubicBezTo>
                    <a:cubicBezTo>
                      <a:pt x="277" y="223"/>
                      <a:pt x="288" y="147"/>
                      <a:pt x="306" y="72"/>
                    </a:cubicBezTo>
                    <a:cubicBezTo>
                      <a:pt x="315" y="32"/>
                      <a:pt x="281" y="24"/>
                      <a:pt x="256" y="12"/>
                    </a:cubicBezTo>
                    <a:cubicBezTo>
                      <a:pt x="233" y="0"/>
                      <a:pt x="226" y="24"/>
                      <a:pt x="217" y="37"/>
                    </a:cubicBezTo>
                    <a:cubicBezTo>
                      <a:pt x="194" y="68"/>
                      <a:pt x="181" y="103"/>
                      <a:pt x="173" y="140"/>
                    </a:cubicBezTo>
                    <a:cubicBezTo>
                      <a:pt x="145" y="265"/>
                      <a:pt x="120" y="390"/>
                      <a:pt x="88" y="513"/>
                    </a:cubicBezTo>
                    <a:cubicBezTo>
                      <a:pt x="77" y="553"/>
                      <a:pt x="64" y="591"/>
                      <a:pt x="57" y="633"/>
                    </a:cubicBezTo>
                    <a:cubicBezTo>
                      <a:pt x="35" y="758"/>
                      <a:pt x="0" y="881"/>
                      <a:pt x="14" y="1009"/>
                    </a:cubicBezTo>
                    <a:close/>
                    <a:moveTo>
                      <a:pt x="431" y="585"/>
                    </a:moveTo>
                    <a:cubicBezTo>
                      <a:pt x="435" y="585"/>
                      <a:pt x="439" y="585"/>
                      <a:pt x="442" y="583"/>
                    </a:cubicBezTo>
                    <a:cubicBezTo>
                      <a:pt x="498" y="542"/>
                      <a:pt x="531" y="579"/>
                      <a:pt x="566" y="617"/>
                    </a:cubicBezTo>
                    <a:cubicBezTo>
                      <a:pt x="580" y="633"/>
                      <a:pt x="598" y="647"/>
                      <a:pt x="617" y="656"/>
                    </a:cubicBezTo>
                    <a:cubicBezTo>
                      <a:pt x="666" y="679"/>
                      <a:pt x="659" y="719"/>
                      <a:pt x="629" y="754"/>
                    </a:cubicBezTo>
                    <a:cubicBezTo>
                      <a:pt x="601" y="788"/>
                      <a:pt x="559" y="807"/>
                      <a:pt x="521" y="826"/>
                    </a:cubicBezTo>
                    <a:cubicBezTo>
                      <a:pt x="497" y="838"/>
                      <a:pt x="475" y="843"/>
                      <a:pt x="469" y="873"/>
                    </a:cubicBezTo>
                    <a:cubicBezTo>
                      <a:pt x="469" y="874"/>
                      <a:pt x="461" y="874"/>
                      <a:pt x="456" y="875"/>
                    </a:cubicBezTo>
                    <a:cubicBezTo>
                      <a:pt x="451" y="877"/>
                      <a:pt x="445" y="879"/>
                      <a:pt x="440" y="881"/>
                    </a:cubicBezTo>
                    <a:cubicBezTo>
                      <a:pt x="440" y="881"/>
                      <a:pt x="440" y="881"/>
                      <a:pt x="440" y="881"/>
                    </a:cubicBezTo>
                    <a:cubicBezTo>
                      <a:pt x="440" y="881"/>
                      <a:pt x="440" y="881"/>
                      <a:pt x="440" y="881"/>
                    </a:cubicBezTo>
                    <a:cubicBezTo>
                      <a:pt x="428" y="848"/>
                      <a:pt x="393" y="841"/>
                      <a:pt x="370" y="820"/>
                    </a:cubicBezTo>
                    <a:cubicBezTo>
                      <a:pt x="350" y="802"/>
                      <a:pt x="331" y="783"/>
                      <a:pt x="313" y="762"/>
                    </a:cubicBezTo>
                    <a:cubicBezTo>
                      <a:pt x="280" y="723"/>
                      <a:pt x="241" y="688"/>
                      <a:pt x="205" y="650"/>
                    </a:cubicBezTo>
                    <a:cubicBezTo>
                      <a:pt x="278" y="625"/>
                      <a:pt x="353" y="599"/>
                      <a:pt x="431" y="58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</p:grpSp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36315" y="4377690"/>
            <a:ext cx="5067300" cy="112776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12"/>
          <p:cNvGrpSpPr/>
          <p:nvPr/>
        </p:nvGrpSpPr>
        <p:grpSpPr>
          <a:xfrm>
            <a:off x="1012825" y="-1587"/>
            <a:ext cx="10375900" cy="6851650"/>
            <a:chOff x="2239" y="-198"/>
            <a:chExt cx="16341" cy="11085"/>
          </a:xfrm>
        </p:grpSpPr>
        <p:grpSp>
          <p:nvGrpSpPr>
            <p:cNvPr id="12291" name="组合 13"/>
            <p:cNvGrpSpPr/>
            <p:nvPr userDrawn="1"/>
          </p:nvGrpSpPr>
          <p:grpSpPr>
            <a:xfrm>
              <a:off x="2239" y="-198"/>
              <a:ext cx="16341" cy="11085"/>
              <a:chOff x="-789" y="1548"/>
              <a:chExt cx="16341" cy="10941"/>
            </a:xfrm>
          </p:grpSpPr>
          <p:pic>
            <p:nvPicPr>
              <p:cNvPr id="12292" name="图片 14"/>
              <p:cNvPicPr>
                <a:picLocks noChangeAspect="1"/>
              </p:cNvPicPr>
              <p:nvPr userDrawn="1"/>
            </p:nvPicPr>
            <p:blipFill>
              <a:blip r:embed="rId2"/>
              <a:srcRect r="3105"/>
              <a:stretch>
                <a:fillRect/>
              </a:stretch>
            </p:blipFill>
            <p:spPr>
              <a:xfrm>
                <a:off x="-789" y="1548"/>
                <a:ext cx="16011" cy="1094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" name="矩形 15"/>
              <p:cNvSpPr/>
              <p:nvPr userDrawn="1"/>
            </p:nvSpPr>
            <p:spPr>
              <a:xfrm>
                <a:off x="-460" y="1548"/>
                <a:ext cx="16012" cy="1094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>
                  <a:cs typeface="阿里巴巴普惠体" panose="00020600040101010101" charset="-122"/>
                </a:endParaRPr>
              </a:p>
            </p:txBody>
          </p:sp>
        </p:grpSp>
        <p:pic>
          <p:nvPicPr>
            <p:cNvPr id="12294" name="图片 7"/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676" y="569"/>
              <a:ext cx="1134" cy="1165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229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850" y="2535238"/>
            <a:ext cx="6753225" cy="3421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6" name="图片 1" descr="blu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00" y="1397000"/>
            <a:ext cx="5537200" cy="719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0"/>
          <p:cNvGrpSpPr/>
          <p:nvPr/>
        </p:nvGrpSpPr>
        <p:grpSpPr>
          <a:xfrm>
            <a:off x="1012825" y="-1587"/>
            <a:ext cx="10375900" cy="6851650"/>
            <a:chOff x="2239" y="-197"/>
            <a:chExt cx="16341" cy="11084"/>
          </a:xfrm>
        </p:grpSpPr>
        <p:grpSp>
          <p:nvGrpSpPr>
            <p:cNvPr id="2051" name="组合 4"/>
            <p:cNvGrpSpPr/>
            <p:nvPr userDrawn="1"/>
          </p:nvGrpSpPr>
          <p:grpSpPr>
            <a:xfrm>
              <a:off x="2239" y="-197"/>
              <a:ext cx="16341" cy="11084"/>
              <a:chOff x="-789" y="1548"/>
              <a:chExt cx="16341" cy="10941"/>
            </a:xfrm>
          </p:grpSpPr>
          <p:pic>
            <p:nvPicPr>
              <p:cNvPr id="2052" name="图片 6"/>
              <p:cNvPicPr>
                <a:picLocks noChangeAspect="1"/>
              </p:cNvPicPr>
              <p:nvPr userDrawn="1"/>
            </p:nvPicPr>
            <p:blipFill>
              <a:blip r:embed="rId2"/>
              <a:srcRect r="3105"/>
              <a:stretch>
                <a:fillRect/>
              </a:stretch>
            </p:blipFill>
            <p:spPr>
              <a:xfrm>
                <a:off x="-789" y="1548"/>
                <a:ext cx="16011" cy="1094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" name="矩形 7"/>
              <p:cNvSpPr/>
              <p:nvPr userDrawn="1"/>
            </p:nvSpPr>
            <p:spPr>
              <a:xfrm>
                <a:off x="-460" y="1548"/>
                <a:ext cx="16012" cy="1094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>
                  <a:cs typeface="阿里巴巴普惠体" panose="00020600040101010101" charset="-122"/>
                </a:endParaRPr>
              </a:p>
            </p:txBody>
          </p:sp>
        </p:grpSp>
        <p:pic>
          <p:nvPicPr>
            <p:cNvPr id="2054" name="图片 7"/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676" y="569"/>
              <a:ext cx="1134" cy="1165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55" name="图片 1" descr="bl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400" y="1397000"/>
            <a:ext cx="5537200" cy="719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5095" y="2439000"/>
            <a:ext cx="11760000" cy="198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6000">
                <a:solidFill>
                  <a:srgbClr val="2754C4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421495" y="4747895"/>
            <a:ext cx="9347200" cy="1600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标题幻灯片">
    <p:bg>
      <p:bgPr>
        <a:solidFill>
          <a:srgbClr val="1C3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5095" y="2439000"/>
            <a:ext cx="11760000" cy="1980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6000">
                <a:solidFill>
                  <a:srgbClr val="EC983D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421495" y="4747895"/>
            <a:ext cx="9347200" cy="1600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4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单击以编辑母版副标题样式</a:t>
            </a:r>
          </a:p>
        </p:txBody>
      </p:sp>
      <p:pic>
        <p:nvPicPr>
          <p:cNvPr id="4" name="图片 3" descr="qrcode_aiart.live (1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18405" y="283845"/>
            <a:ext cx="2155190" cy="215519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>
                <a:latin typeface="阿里巴巴普惠体" panose="00020600040101010101" charset="-122"/>
                <a:cs typeface="阿里巴巴普惠体" panose="00020600040101010101" charset="-122"/>
              </a:defRPr>
            </a:lvl4pPr>
            <a:lvl5pPr>
              <a:defRPr>
                <a:latin typeface="阿里巴巴普惠体" panose="00020600040101010101" charset="-122"/>
                <a:cs typeface="阿里巴巴普惠体" panose="00020600040101010101" charset="-122"/>
              </a:defRPr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23625" y="6578600"/>
            <a:ext cx="982663" cy="25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115675" y="6588125"/>
            <a:ext cx="981075" cy="252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23625" y="6578600"/>
            <a:ext cx="982663" cy="25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27305"/>
            <a:ext cx="5808345" cy="6912610"/>
          </a:xfrm>
          <a:prstGeom prst="rect">
            <a:avLst/>
          </a:prstGeom>
          <a:solidFill>
            <a:srgbClr val="1938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阿里巴巴普惠体" panose="00020600040101010101" charset="-122"/>
            </a:endParaRPr>
          </a:p>
        </p:txBody>
      </p:sp>
      <p:sp>
        <p:nvSpPr>
          <p:cNvPr id="7171" name="文本框 5"/>
          <p:cNvSpPr txBox="1"/>
          <p:nvPr/>
        </p:nvSpPr>
        <p:spPr>
          <a:xfrm>
            <a:off x="1227455" y="2840038"/>
            <a:ext cx="33534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lstStyle/>
          <a:p>
            <a:pPr lvl="0" algn="ctr" eaLnBrk="0" hangingPunct="0"/>
            <a:r>
              <a:rPr lang="zh-CN" altLang="en-US" sz="6000" b="1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目  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312535" y="723900"/>
            <a:ext cx="5459730" cy="5549265"/>
          </a:xfrm>
        </p:spPr>
        <p:txBody>
          <a:bodyPr/>
          <a:lstStyle>
            <a:lvl1pPr>
              <a:lnSpc>
                <a:spcPct val="200000"/>
              </a:lnSpc>
              <a:buSzPct val="100000"/>
              <a:buFont typeface="+mj-lt"/>
              <a:buAutoNum type="arabicPeriod"/>
              <a:defRPr sz="3200"/>
            </a:lvl1pPr>
            <a:lvl2pPr>
              <a:lnSpc>
                <a:spcPct val="200000"/>
              </a:lnSpc>
              <a:defRPr sz="2800"/>
            </a:lvl2pPr>
            <a:lvl3pPr>
              <a:lnSpc>
                <a:spcPct val="200000"/>
              </a:lnSpc>
              <a:defRPr sz="2400"/>
            </a:lvl3pPr>
            <a:lvl4pPr>
              <a:defRPr/>
            </a:lvl4pPr>
            <a:lvl5pPr>
              <a:defRPr/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节标题">
    <p:bg>
      <p:bgPr>
        <a:solidFill>
          <a:srgbClr val="1938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15900" y="2213610"/>
            <a:ext cx="11760200" cy="243141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48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01</a:t>
            </a:r>
            <a:br>
              <a:rPr lang="zh-CN" altLang="en-US" dirty="0"/>
            </a:br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15900" y="2213610"/>
            <a:ext cx="11760200" cy="243141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754C4"/>
                </a:solidFill>
              </a14:hiddenFill>
            </a:ext>
          </a:extLst>
        </p:spPr>
        <p:txBody>
          <a:bodyPr/>
          <a:lstStyle>
            <a:lvl1pPr algn="ctr">
              <a:defRPr sz="4800">
                <a:solidFill>
                  <a:srgbClr val="2754C4"/>
                </a:solidFill>
                <a:latin typeface="+mj-ea"/>
                <a:ea typeface="+mj-ea"/>
              </a:defRPr>
            </a:lvl1pPr>
          </a:lstStyle>
          <a:p>
            <a:pPr fontAlgn="base"/>
            <a:r>
              <a:rPr lang="zh-CN" altLang="en-US" strike="noStrike" noProof="1"/>
              <a:t>01</a:t>
            </a:r>
            <a:br>
              <a:rPr lang="zh-CN" altLang="en-US" dirty="0"/>
            </a:br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227753" y="929640"/>
            <a:ext cx="5665047" cy="56286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0047" y="929640"/>
            <a:ext cx="5665047" cy="56286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</p:txBody>
      </p:sp>
      <p:sp>
        <p:nvSpPr>
          <p:cNvPr id="4690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223625" y="6578600"/>
            <a:ext cx="982663" cy="254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标题幻灯片">
    <p:bg>
      <p:bgPr>
        <a:solidFill>
          <a:srgbClr val="1938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2978785" y="255905"/>
            <a:ext cx="6354445" cy="3667760"/>
            <a:chOff x="3553" y="1460"/>
            <a:chExt cx="7336" cy="4234"/>
          </a:xfrm>
        </p:grpSpPr>
        <p:grpSp>
          <p:nvGrpSpPr>
            <p:cNvPr id="396" name="组合 29"/>
            <p:cNvGrpSpPr/>
            <p:nvPr userDrawn="1"/>
          </p:nvGrpSpPr>
          <p:grpSpPr>
            <a:xfrm>
              <a:off x="3553" y="1460"/>
              <a:ext cx="7336" cy="4234"/>
              <a:chOff x="1627188" y="850900"/>
              <a:chExt cx="8934450" cy="5156201"/>
            </a:xfrm>
          </p:grpSpPr>
          <p:sp>
            <p:nvSpPr>
              <p:cNvPr id="397" name="AutoShape 3"/>
              <p:cNvSpPr>
                <a:spLocks noChangeAspect="1" noTextEdit="1"/>
              </p:cNvSpPr>
              <p:nvPr userDrawn="1"/>
            </p:nvSpPr>
            <p:spPr>
              <a:xfrm>
                <a:off x="1630363" y="854075"/>
                <a:ext cx="8931275" cy="51498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398" name="Oval 5"/>
              <p:cNvSpPr/>
              <p:nvPr userDrawn="1"/>
            </p:nvSpPr>
            <p:spPr>
              <a:xfrm>
                <a:off x="1627188" y="5243513"/>
                <a:ext cx="8934450" cy="763588"/>
              </a:xfrm>
              <a:prstGeom prst="ellipse">
                <a:avLst/>
              </a:prstGeom>
              <a:solidFill>
                <a:srgbClr val="D9D9D9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399" name="Rectangle 6"/>
              <p:cNvSpPr/>
              <p:nvPr userDrawn="1"/>
            </p:nvSpPr>
            <p:spPr>
              <a:xfrm>
                <a:off x="3841751" y="850900"/>
                <a:ext cx="225425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0" name="Freeform 7"/>
              <p:cNvSpPr>
                <a:spLocks noEditPoints="1"/>
              </p:cNvSpPr>
              <p:nvPr userDrawn="1"/>
            </p:nvSpPr>
            <p:spPr>
              <a:xfrm>
                <a:off x="3856038" y="850900"/>
                <a:ext cx="196850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50" y="0"/>
                  </a:cxn>
                  <a:cxn ang="0">
                    <a:pos x="6350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0500" y="0"/>
                  </a:cxn>
                  <a:cxn ang="0">
                    <a:pos x="196850" y="0"/>
                  </a:cxn>
                  <a:cxn ang="0">
                    <a:pos x="196850" y="1063625"/>
                  </a:cxn>
                  <a:cxn ang="0">
                    <a:pos x="190500" y="1063625"/>
                  </a:cxn>
                  <a:cxn ang="0">
                    <a:pos x="190500" y="0"/>
                  </a:cxn>
                </a:cxnLst>
                <a:rect l="0" t="0" r="0" b="0"/>
                <a:pathLst>
                  <a:path w="124" h="670">
                    <a:moveTo>
                      <a:pt x="0" y="0"/>
                    </a:moveTo>
                    <a:lnTo>
                      <a:pt x="4" y="0"/>
                    </a:lnTo>
                    <a:lnTo>
                      <a:pt x="4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0" y="0"/>
                    </a:moveTo>
                    <a:lnTo>
                      <a:pt x="124" y="0"/>
                    </a:lnTo>
                    <a:lnTo>
                      <a:pt x="124" y="670"/>
                    </a:lnTo>
                    <a:lnTo>
                      <a:pt x="120" y="67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1" name="Rectangle 8"/>
              <p:cNvSpPr/>
              <p:nvPr userDrawn="1"/>
            </p:nvSpPr>
            <p:spPr>
              <a:xfrm>
                <a:off x="3871913" y="884238"/>
                <a:ext cx="165100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2" name="Oval 9"/>
              <p:cNvSpPr/>
              <p:nvPr userDrawn="1"/>
            </p:nvSpPr>
            <p:spPr>
              <a:xfrm>
                <a:off x="3917951" y="1782763"/>
                <a:ext cx="73025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3" name="Rectangle 10"/>
              <p:cNvSpPr/>
              <p:nvPr userDrawn="1"/>
            </p:nvSpPr>
            <p:spPr>
              <a:xfrm>
                <a:off x="3889376" y="1316038"/>
                <a:ext cx="131763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4" name="Rectangle 11"/>
              <p:cNvSpPr/>
              <p:nvPr userDrawn="1"/>
            </p:nvSpPr>
            <p:spPr>
              <a:xfrm>
                <a:off x="3889376" y="1354138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5" name="Rectangle 12"/>
              <p:cNvSpPr/>
              <p:nvPr userDrawn="1"/>
            </p:nvSpPr>
            <p:spPr>
              <a:xfrm>
                <a:off x="3889376" y="1393825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6" name="Oval 13"/>
              <p:cNvSpPr/>
              <p:nvPr userDrawn="1"/>
            </p:nvSpPr>
            <p:spPr>
              <a:xfrm>
                <a:off x="3927476" y="1792288"/>
                <a:ext cx="53975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7" name="Rectangle 14"/>
              <p:cNvSpPr/>
              <p:nvPr userDrawn="1"/>
            </p:nvSpPr>
            <p:spPr>
              <a:xfrm>
                <a:off x="4073526" y="850900"/>
                <a:ext cx="227013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8" name="Freeform 15"/>
              <p:cNvSpPr>
                <a:spLocks noEditPoints="1"/>
              </p:cNvSpPr>
              <p:nvPr userDrawn="1"/>
            </p:nvSpPr>
            <p:spPr>
              <a:xfrm>
                <a:off x="4089401" y="850900"/>
                <a:ext cx="198438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2087" y="0"/>
                  </a:cxn>
                  <a:cxn ang="0">
                    <a:pos x="198438" y="0"/>
                  </a:cxn>
                  <a:cxn ang="0">
                    <a:pos x="198438" y="1063625"/>
                  </a:cxn>
                  <a:cxn ang="0">
                    <a:pos x="192087" y="1063625"/>
                  </a:cxn>
                  <a:cxn ang="0">
                    <a:pos x="192087" y="0"/>
                  </a:cxn>
                </a:cxnLst>
                <a:rect l="0" t="0" r="0" b="0"/>
                <a:pathLst>
                  <a:path w="125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1" y="0"/>
                    </a:moveTo>
                    <a:lnTo>
                      <a:pt x="125" y="0"/>
                    </a:lnTo>
                    <a:lnTo>
                      <a:pt x="125" y="670"/>
                    </a:lnTo>
                    <a:lnTo>
                      <a:pt x="121" y="670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09" name="Rectangle 16"/>
              <p:cNvSpPr/>
              <p:nvPr userDrawn="1"/>
            </p:nvSpPr>
            <p:spPr>
              <a:xfrm>
                <a:off x="4106863" y="884238"/>
                <a:ext cx="163513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0" name="Oval 17"/>
              <p:cNvSpPr/>
              <p:nvPr userDrawn="1"/>
            </p:nvSpPr>
            <p:spPr>
              <a:xfrm>
                <a:off x="4152901" y="1782763"/>
                <a:ext cx="68263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1" name="Rectangle 18"/>
              <p:cNvSpPr/>
              <p:nvPr userDrawn="1"/>
            </p:nvSpPr>
            <p:spPr>
              <a:xfrm>
                <a:off x="4122738" y="1316038"/>
                <a:ext cx="131763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2" name="Rectangle 19"/>
              <p:cNvSpPr/>
              <p:nvPr userDrawn="1"/>
            </p:nvSpPr>
            <p:spPr>
              <a:xfrm>
                <a:off x="4122738" y="1354138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3" name="Rectangle 20"/>
              <p:cNvSpPr/>
              <p:nvPr userDrawn="1"/>
            </p:nvSpPr>
            <p:spPr>
              <a:xfrm>
                <a:off x="4122738" y="1393825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4" name="Oval 21"/>
              <p:cNvSpPr/>
              <p:nvPr userDrawn="1"/>
            </p:nvSpPr>
            <p:spPr>
              <a:xfrm>
                <a:off x="4162426" y="1792288"/>
                <a:ext cx="52388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5" name="Rectangle 22"/>
              <p:cNvSpPr/>
              <p:nvPr userDrawn="1"/>
            </p:nvSpPr>
            <p:spPr>
              <a:xfrm>
                <a:off x="4306888" y="850900"/>
                <a:ext cx="228600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6" name="Freeform 23"/>
              <p:cNvSpPr>
                <a:spLocks noEditPoints="1"/>
              </p:cNvSpPr>
              <p:nvPr userDrawn="1"/>
            </p:nvSpPr>
            <p:spPr>
              <a:xfrm>
                <a:off x="4324351" y="850900"/>
                <a:ext cx="193675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0500" y="0"/>
                  </a:cxn>
                  <a:cxn ang="0">
                    <a:pos x="193675" y="0"/>
                  </a:cxn>
                  <a:cxn ang="0">
                    <a:pos x="193675" y="1063625"/>
                  </a:cxn>
                  <a:cxn ang="0">
                    <a:pos x="190500" y="1063625"/>
                  </a:cxn>
                  <a:cxn ang="0">
                    <a:pos x="190500" y="0"/>
                  </a:cxn>
                </a:cxnLst>
                <a:rect l="0" t="0" r="0" b="0"/>
                <a:pathLst>
                  <a:path w="122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0" y="0"/>
                    </a:moveTo>
                    <a:lnTo>
                      <a:pt x="122" y="0"/>
                    </a:lnTo>
                    <a:lnTo>
                      <a:pt x="122" y="670"/>
                    </a:lnTo>
                    <a:lnTo>
                      <a:pt x="120" y="67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7" name="Rectangle 24"/>
              <p:cNvSpPr/>
              <p:nvPr userDrawn="1"/>
            </p:nvSpPr>
            <p:spPr>
              <a:xfrm>
                <a:off x="4340226" y="884238"/>
                <a:ext cx="161925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8" name="Oval 25"/>
              <p:cNvSpPr/>
              <p:nvPr userDrawn="1"/>
            </p:nvSpPr>
            <p:spPr>
              <a:xfrm>
                <a:off x="4386263" y="1782763"/>
                <a:ext cx="69850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19" name="Rectangle 26"/>
              <p:cNvSpPr/>
              <p:nvPr userDrawn="1"/>
            </p:nvSpPr>
            <p:spPr>
              <a:xfrm>
                <a:off x="4352926" y="1316038"/>
                <a:ext cx="136525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0" name="Rectangle 27"/>
              <p:cNvSpPr/>
              <p:nvPr userDrawn="1"/>
            </p:nvSpPr>
            <p:spPr>
              <a:xfrm>
                <a:off x="4352926" y="1354138"/>
                <a:ext cx="136525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1" name="Rectangle 28"/>
              <p:cNvSpPr/>
              <p:nvPr userDrawn="1"/>
            </p:nvSpPr>
            <p:spPr>
              <a:xfrm>
                <a:off x="4352926" y="1393825"/>
                <a:ext cx="136525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2" name="Oval 29"/>
              <p:cNvSpPr/>
              <p:nvPr userDrawn="1"/>
            </p:nvSpPr>
            <p:spPr>
              <a:xfrm>
                <a:off x="4395788" y="1792288"/>
                <a:ext cx="50800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3" name="Rectangle 30"/>
              <p:cNvSpPr/>
              <p:nvPr userDrawn="1"/>
            </p:nvSpPr>
            <p:spPr>
              <a:xfrm>
                <a:off x="4541838" y="850900"/>
                <a:ext cx="227013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4" name="Freeform 31"/>
              <p:cNvSpPr>
                <a:spLocks noEditPoints="1"/>
              </p:cNvSpPr>
              <p:nvPr userDrawn="1"/>
            </p:nvSpPr>
            <p:spPr>
              <a:xfrm>
                <a:off x="4557713" y="850900"/>
                <a:ext cx="198438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2087" y="0"/>
                  </a:cxn>
                  <a:cxn ang="0">
                    <a:pos x="198438" y="0"/>
                  </a:cxn>
                  <a:cxn ang="0">
                    <a:pos x="198438" y="1063625"/>
                  </a:cxn>
                  <a:cxn ang="0">
                    <a:pos x="192087" y="1063625"/>
                  </a:cxn>
                  <a:cxn ang="0">
                    <a:pos x="192087" y="0"/>
                  </a:cxn>
                </a:cxnLst>
                <a:rect l="0" t="0" r="0" b="0"/>
                <a:pathLst>
                  <a:path w="125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1" y="0"/>
                    </a:moveTo>
                    <a:lnTo>
                      <a:pt x="125" y="0"/>
                    </a:lnTo>
                    <a:lnTo>
                      <a:pt x="125" y="670"/>
                    </a:lnTo>
                    <a:lnTo>
                      <a:pt x="121" y="670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5" name="Rectangle 32"/>
              <p:cNvSpPr/>
              <p:nvPr userDrawn="1"/>
            </p:nvSpPr>
            <p:spPr>
              <a:xfrm>
                <a:off x="4575176" y="884238"/>
                <a:ext cx="163513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6" name="Oval 33"/>
              <p:cNvSpPr/>
              <p:nvPr userDrawn="1"/>
            </p:nvSpPr>
            <p:spPr>
              <a:xfrm>
                <a:off x="4621213" y="1782763"/>
                <a:ext cx="68263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7" name="Rectangle 34"/>
              <p:cNvSpPr/>
              <p:nvPr userDrawn="1"/>
            </p:nvSpPr>
            <p:spPr>
              <a:xfrm>
                <a:off x="4591051" y="1316038"/>
                <a:ext cx="131763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8" name="Rectangle 35"/>
              <p:cNvSpPr/>
              <p:nvPr userDrawn="1"/>
            </p:nvSpPr>
            <p:spPr>
              <a:xfrm>
                <a:off x="4591051" y="1354138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29" name="Rectangle 36"/>
              <p:cNvSpPr/>
              <p:nvPr userDrawn="1"/>
            </p:nvSpPr>
            <p:spPr>
              <a:xfrm>
                <a:off x="4591051" y="1393825"/>
                <a:ext cx="131763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0" name="Oval 37"/>
              <p:cNvSpPr/>
              <p:nvPr userDrawn="1"/>
            </p:nvSpPr>
            <p:spPr>
              <a:xfrm>
                <a:off x="4630738" y="1792288"/>
                <a:ext cx="52388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1" name="Rectangle 38"/>
              <p:cNvSpPr/>
              <p:nvPr userDrawn="1"/>
            </p:nvSpPr>
            <p:spPr>
              <a:xfrm>
                <a:off x="4775201" y="850900"/>
                <a:ext cx="228600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2" name="Freeform 39"/>
              <p:cNvSpPr>
                <a:spLocks noEditPoints="1"/>
              </p:cNvSpPr>
              <p:nvPr userDrawn="1"/>
            </p:nvSpPr>
            <p:spPr>
              <a:xfrm>
                <a:off x="4792663" y="850900"/>
                <a:ext cx="196850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175" y="0"/>
                  </a:cxn>
                  <a:cxn ang="0">
                    <a:pos x="3175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0500" y="0"/>
                  </a:cxn>
                  <a:cxn ang="0">
                    <a:pos x="196850" y="0"/>
                  </a:cxn>
                  <a:cxn ang="0">
                    <a:pos x="196850" y="1063625"/>
                  </a:cxn>
                  <a:cxn ang="0">
                    <a:pos x="190500" y="1063625"/>
                  </a:cxn>
                  <a:cxn ang="0">
                    <a:pos x="190500" y="0"/>
                  </a:cxn>
                </a:cxnLst>
                <a:rect l="0" t="0" r="0" b="0"/>
                <a:pathLst>
                  <a:path w="124" h="670">
                    <a:moveTo>
                      <a:pt x="0" y="0"/>
                    </a:moveTo>
                    <a:lnTo>
                      <a:pt x="2" y="0"/>
                    </a:lnTo>
                    <a:lnTo>
                      <a:pt x="2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0" y="0"/>
                    </a:moveTo>
                    <a:lnTo>
                      <a:pt x="124" y="0"/>
                    </a:lnTo>
                    <a:lnTo>
                      <a:pt x="124" y="670"/>
                    </a:lnTo>
                    <a:lnTo>
                      <a:pt x="120" y="670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3" name="Rectangle 40"/>
              <p:cNvSpPr/>
              <p:nvPr userDrawn="1"/>
            </p:nvSpPr>
            <p:spPr>
              <a:xfrm>
                <a:off x="4808538" y="884238"/>
                <a:ext cx="165100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4" name="Oval 41"/>
              <p:cNvSpPr/>
              <p:nvPr userDrawn="1"/>
            </p:nvSpPr>
            <p:spPr>
              <a:xfrm>
                <a:off x="4854576" y="1782763"/>
                <a:ext cx="69850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5" name="Rectangle 42"/>
              <p:cNvSpPr/>
              <p:nvPr userDrawn="1"/>
            </p:nvSpPr>
            <p:spPr>
              <a:xfrm>
                <a:off x="4821238" y="1316038"/>
                <a:ext cx="134938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6" name="Rectangle 43"/>
              <p:cNvSpPr/>
              <p:nvPr userDrawn="1"/>
            </p:nvSpPr>
            <p:spPr>
              <a:xfrm>
                <a:off x="4821238" y="1354138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7" name="Rectangle 44"/>
              <p:cNvSpPr/>
              <p:nvPr userDrawn="1"/>
            </p:nvSpPr>
            <p:spPr>
              <a:xfrm>
                <a:off x="4821238" y="1393825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8" name="Oval 45"/>
              <p:cNvSpPr/>
              <p:nvPr userDrawn="1"/>
            </p:nvSpPr>
            <p:spPr>
              <a:xfrm>
                <a:off x="4864101" y="1792288"/>
                <a:ext cx="49213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39" name="Rectangle 46"/>
              <p:cNvSpPr/>
              <p:nvPr userDrawn="1"/>
            </p:nvSpPr>
            <p:spPr>
              <a:xfrm>
                <a:off x="5010151" y="850900"/>
                <a:ext cx="227013" cy="1063625"/>
              </a:xfrm>
              <a:prstGeom prst="rect">
                <a:avLst/>
              </a:prstGeom>
              <a:solidFill>
                <a:srgbClr val="64788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0" name="Freeform 47"/>
              <p:cNvSpPr>
                <a:spLocks noEditPoints="1"/>
              </p:cNvSpPr>
              <p:nvPr userDrawn="1"/>
            </p:nvSpPr>
            <p:spPr>
              <a:xfrm>
                <a:off x="5022851" y="850900"/>
                <a:ext cx="198438" cy="10636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50" y="0"/>
                  </a:cxn>
                  <a:cxn ang="0">
                    <a:pos x="6350" y="1063625"/>
                  </a:cxn>
                  <a:cxn ang="0">
                    <a:pos x="0" y="1063625"/>
                  </a:cxn>
                  <a:cxn ang="0">
                    <a:pos x="0" y="0"/>
                  </a:cxn>
                  <a:cxn ang="0">
                    <a:pos x="193675" y="0"/>
                  </a:cxn>
                  <a:cxn ang="0">
                    <a:pos x="198438" y="0"/>
                  </a:cxn>
                  <a:cxn ang="0">
                    <a:pos x="198438" y="1063625"/>
                  </a:cxn>
                  <a:cxn ang="0">
                    <a:pos x="193675" y="1063625"/>
                  </a:cxn>
                  <a:cxn ang="0">
                    <a:pos x="193675" y="0"/>
                  </a:cxn>
                </a:cxnLst>
                <a:rect l="0" t="0" r="0" b="0"/>
                <a:pathLst>
                  <a:path w="125" h="670">
                    <a:moveTo>
                      <a:pt x="0" y="0"/>
                    </a:moveTo>
                    <a:lnTo>
                      <a:pt x="4" y="0"/>
                    </a:lnTo>
                    <a:lnTo>
                      <a:pt x="4" y="670"/>
                    </a:lnTo>
                    <a:lnTo>
                      <a:pt x="0" y="670"/>
                    </a:lnTo>
                    <a:lnTo>
                      <a:pt x="0" y="0"/>
                    </a:lnTo>
                    <a:close/>
                    <a:moveTo>
                      <a:pt x="122" y="0"/>
                    </a:moveTo>
                    <a:lnTo>
                      <a:pt x="125" y="0"/>
                    </a:lnTo>
                    <a:lnTo>
                      <a:pt x="125" y="670"/>
                    </a:lnTo>
                    <a:lnTo>
                      <a:pt x="122" y="67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1" name="Rectangle 48"/>
              <p:cNvSpPr/>
              <p:nvPr userDrawn="1"/>
            </p:nvSpPr>
            <p:spPr>
              <a:xfrm>
                <a:off x="5038726" y="884238"/>
                <a:ext cx="165100" cy="5524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2" name="Oval 49"/>
              <p:cNvSpPr/>
              <p:nvPr userDrawn="1"/>
            </p:nvSpPr>
            <p:spPr>
              <a:xfrm>
                <a:off x="5089526" y="1782763"/>
                <a:ext cx="68263" cy="79375"/>
              </a:xfrm>
              <a:prstGeom prst="ellipse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3" name="Rectangle 50"/>
              <p:cNvSpPr/>
              <p:nvPr userDrawn="1"/>
            </p:nvSpPr>
            <p:spPr>
              <a:xfrm>
                <a:off x="5056188" y="1316038"/>
                <a:ext cx="134938" cy="19050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4" name="Rectangle 51"/>
              <p:cNvSpPr/>
              <p:nvPr userDrawn="1"/>
            </p:nvSpPr>
            <p:spPr>
              <a:xfrm>
                <a:off x="5056188" y="1354138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5" name="Rectangle 52"/>
              <p:cNvSpPr/>
              <p:nvPr userDrawn="1"/>
            </p:nvSpPr>
            <p:spPr>
              <a:xfrm>
                <a:off x="5056188" y="1393825"/>
                <a:ext cx="134938" cy="238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6" name="Oval 53"/>
              <p:cNvSpPr/>
              <p:nvPr userDrawn="1"/>
            </p:nvSpPr>
            <p:spPr>
              <a:xfrm>
                <a:off x="5095876" y="1792288"/>
                <a:ext cx="52388" cy="60325"/>
              </a:xfrm>
              <a:prstGeom prst="ellipse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7" name="Rectangle 54"/>
              <p:cNvSpPr/>
              <p:nvPr userDrawn="1"/>
            </p:nvSpPr>
            <p:spPr>
              <a:xfrm>
                <a:off x="3730626" y="1914525"/>
                <a:ext cx="1674813" cy="3678238"/>
              </a:xfrm>
              <a:prstGeom prst="rect">
                <a:avLst/>
              </a:prstGeom>
              <a:solidFill>
                <a:srgbClr val="919DA5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8" name="Rectangle 55"/>
              <p:cNvSpPr/>
              <p:nvPr userDrawn="1"/>
            </p:nvSpPr>
            <p:spPr>
              <a:xfrm>
                <a:off x="3846513" y="2089150"/>
                <a:ext cx="1443038" cy="1090613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49" name="Rectangle 56"/>
              <p:cNvSpPr/>
              <p:nvPr userDrawn="1"/>
            </p:nvSpPr>
            <p:spPr>
              <a:xfrm>
                <a:off x="3846513" y="3228975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0" name="Rectangle 57"/>
              <p:cNvSpPr/>
              <p:nvPr userDrawn="1"/>
            </p:nvSpPr>
            <p:spPr>
              <a:xfrm>
                <a:off x="3846513" y="4365625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1" name="Rectangle 58"/>
              <p:cNvSpPr/>
              <p:nvPr userDrawn="1"/>
            </p:nvSpPr>
            <p:spPr>
              <a:xfrm>
                <a:off x="4303713" y="2317750"/>
                <a:ext cx="508000" cy="269875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2" name="Freeform 59"/>
              <p:cNvSpPr/>
              <p:nvPr userDrawn="1"/>
            </p:nvSpPr>
            <p:spPr>
              <a:xfrm>
                <a:off x="4346576" y="2422525"/>
                <a:ext cx="419100" cy="128588"/>
              </a:xfrm>
              <a:custGeom>
                <a:avLst/>
                <a:gdLst/>
                <a:ahLst/>
                <a:cxnLst>
                  <a:cxn ang="0">
                    <a:pos x="26400" y="0"/>
                  </a:cxn>
                  <a:cxn ang="0">
                    <a:pos x="392700" y="0"/>
                  </a:cxn>
                  <a:cxn ang="0">
                    <a:pos x="419100" y="29674"/>
                  </a:cxn>
                  <a:cxn ang="0">
                    <a:pos x="419100" y="98913"/>
                  </a:cxn>
                  <a:cxn ang="0">
                    <a:pos x="392700" y="128588"/>
                  </a:cxn>
                  <a:cxn ang="0">
                    <a:pos x="26400" y="128588"/>
                  </a:cxn>
                  <a:cxn ang="0">
                    <a:pos x="0" y="98913"/>
                  </a:cxn>
                  <a:cxn ang="0">
                    <a:pos x="0" y="29674"/>
                  </a:cxn>
                  <a:cxn ang="0">
                    <a:pos x="26400" y="0"/>
                  </a:cxn>
                </a:cxnLst>
                <a:rect l="0" t="0" r="0" b="0"/>
                <a:pathLst>
                  <a:path w="127" h="39">
                    <a:moveTo>
                      <a:pt x="8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4" y="0"/>
                      <a:pt x="127" y="4"/>
                      <a:pt x="127" y="9"/>
                    </a:cubicBezTo>
                    <a:cubicBezTo>
                      <a:pt x="127" y="30"/>
                      <a:pt x="127" y="30"/>
                      <a:pt x="127" y="30"/>
                    </a:cubicBezTo>
                    <a:cubicBezTo>
                      <a:pt x="127" y="35"/>
                      <a:pt x="124" y="39"/>
                      <a:pt x="119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5"/>
                      <a:pt x="0" y="3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3" name="Rectangle 60"/>
              <p:cNvSpPr/>
              <p:nvPr userDrawn="1"/>
            </p:nvSpPr>
            <p:spPr>
              <a:xfrm>
                <a:off x="4303713" y="3408363"/>
                <a:ext cx="508000" cy="269875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4" name="Freeform 61"/>
              <p:cNvSpPr/>
              <p:nvPr userDrawn="1"/>
            </p:nvSpPr>
            <p:spPr>
              <a:xfrm>
                <a:off x="4337051" y="3516313"/>
                <a:ext cx="419100" cy="128588"/>
              </a:xfrm>
              <a:custGeom>
                <a:avLst/>
                <a:gdLst/>
                <a:ahLst/>
                <a:cxnLst>
                  <a:cxn ang="0">
                    <a:pos x="26400" y="0"/>
                  </a:cxn>
                  <a:cxn ang="0">
                    <a:pos x="392700" y="0"/>
                  </a:cxn>
                  <a:cxn ang="0">
                    <a:pos x="419100" y="26377"/>
                  </a:cxn>
                  <a:cxn ang="0">
                    <a:pos x="419100" y="98913"/>
                  </a:cxn>
                  <a:cxn ang="0">
                    <a:pos x="392700" y="128588"/>
                  </a:cxn>
                  <a:cxn ang="0">
                    <a:pos x="26400" y="128588"/>
                  </a:cxn>
                  <a:cxn ang="0">
                    <a:pos x="0" y="98913"/>
                  </a:cxn>
                  <a:cxn ang="0">
                    <a:pos x="0" y="26377"/>
                  </a:cxn>
                  <a:cxn ang="0">
                    <a:pos x="26400" y="0"/>
                  </a:cxn>
                </a:cxnLst>
                <a:rect l="0" t="0" r="0" b="0"/>
                <a:pathLst>
                  <a:path w="127" h="39">
                    <a:moveTo>
                      <a:pt x="8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4" y="0"/>
                      <a:pt x="127" y="4"/>
                      <a:pt x="127" y="8"/>
                    </a:cubicBezTo>
                    <a:cubicBezTo>
                      <a:pt x="127" y="30"/>
                      <a:pt x="127" y="30"/>
                      <a:pt x="127" y="30"/>
                    </a:cubicBezTo>
                    <a:cubicBezTo>
                      <a:pt x="127" y="35"/>
                      <a:pt x="124" y="39"/>
                      <a:pt x="119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5"/>
                      <a:pt x="0" y="3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5" name="Rectangle 62"/>
              <p:cNvSpPr/>
              <p:nvPr userDrawn="1"/>
            </p:nvSpPr>
            <p:spPr>
              <a:xfrm>
                <a:off x="4306888" y="4533900"/>
                <a:ext cx="508000" cy="271463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6" name="Freeform 63"/>
              <p:cNvSpPr/>
              <p:nvPr userDrawn="1"/>
            </p:nvSpPr>
            <p:spPr>
              <a:xfrm>
                <a:off x="4346576" y="4640263"/>
                <a:ext cx="419100" cy="128588"/>
              </a:xfrm>
              <a:custGeom>
                <a:avLst/>
                <a:gdLst/>
                <a:ahLst/>
                <a:cxnLst>
                  <a:cxn ang="0">
                    <a:pos x="26400" y="0"/>
                  </a:cxn>
                  <a:cxn ang="0">
                    <a:pos x="392700" y="0"/>
                  </a:cxn>
                  <a:cxn ang="0">
                    <a:pos x="419100" y="29674"/>
                  </a:cxn>
                  <a:cxn ang="0">
                    <a:pos x="419100" y="102210"/>
                  </a:cxn>
                  <a:cxn ang="0">
                    <a:pos x="392700" y="128588"/>
                  </a:cxn>
                  <a:cxn ang="0">
                    <a:pos x="26400" y="128588"/>
                  </a:cxn>
                  <a:cxn ang="0">
                    <a:pos x="0" y="102210"/>
                  </a:cxn>
                  <a:cxn ang="0">
                    <a:pos x="0" y="29674"/>
                  </a:cxn>
                  <a:cxn ang="0">
                    <a:pos x="26400" y="0"/>
                  </a:cxn>
                </a:cxnLst>
                <a:rect l="0" t="0" r="0" b="0"/>
                <a:pathLst>
                  <a:path w="127" h="39">
                    <a:moveTo>
                      <a:pt x="8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4" y="0"/>
                      <a:pt x="127" y="4"/>
                      <a:pt x="127" y="9"/>
                    </a:cubicBezTo>
                    <a:cubicBezTo>
                      <a:pt x="127" y="31"/>
                      <a:pt x="127" y="31"/>
                      <a:pt x="127" y="31"/>
                    </a:cubicBezTo>
                    <a:cubicBezTo>
                      <a:pt x="127" y="35"/>
                      <a:pt x="124" y="39"/>
                      <a:pt x="119" y="39"/>
                    </a:cubicBezTo>
                    <a:cubicBezTo>
                      <a:pt x="8" y="39"/>
                      <a:pt x="8" y="39"/>
                      <a:pt x="8" y="39"/>
                    </a:cubicBezTo>
                    <a:cubicBezTo>
                      <a:pt x="4" y="39"/>
                      <a:pt x="0" y="35"/>
                      <a:pt x="0" y="3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8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7" name="Freeform 64"/>
              <p:cNvSpPr/>
              <p:nvPr userDrawn="1"/>
            </p:nvSpPr>
            <p:spPr>
              <a:xfrm>
                <a:off x="7007226" y="1169988"/>
                <a:ext cx="103188" cy="744538"/>
              </a:xfrm>
              <a:custGeom>
                <a:avLst/>
                <a:gdLst/>
                <a:ahLst/>
                <a:cxnLst>
                  <a:cxn ang="0">
                    <a:pos x="103188" y="724771"/>
                  </a:cxn>
                  <a:cxn ang="0">
                    <a:pos x="86544" y="744538"/>
                  </a:cxn>
                  <a:cxn ang="0">
                    <a:pos x="16643" y="744538"/>
                  </a:cxn>
                  <a:cxn ang="0">
                    <a:pos x="0" y="724771"/>
                  </a:cxn>
                  <a:cxn ang="0">
                    <a:pos x="0" y="19766"/>
                  </a:cxn>
                  <a:cxn ang="0">
                    <a:pos x="16643" y="0"/>
                  </a:cxn>
                  <a:cxn ang="0">
                    <a:pos x="86544" y="0"/>
                  </a:cxn>
                  <a:cxn ang="0">
                    <a:pos x="103188" y="19766"/>
                  </a:cxn>
                  <a:cxn ang="0">
                    <a:pos x="103188" y="724771"/>
                  </a:cxn>
                </a:cxnLst>
                <a:rect l="0" t="0" r="0" b="0"/>
                <a:pathLst>
                  <a:path w="31" h="226">
                    <a:moveTo>
                      <a:pt x="31" y="220"/>
                    </a:moveTo>
                    <a:cubicBezTo>
                      <a:pt x="31" y="223"/>
                      <a:pt x="29" y="226"/>
                      <a:pt x="26" y="226"/>
                    </a:cubicBezTo>
                    <a:cubicBezTo>
                      <a:pt x="5" y="226"/>
                      <a:pt x="5" y="226"/>
                      <a:pt x="5" y="226"/>
                    </a:cubicBezTo>
                    <a:cubicBezTo>
                      <a:pt x="2" y="226"/>
                      <a:pt x="0" y="223"/>
                      <a:pt x="0" y="22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9" y="0"/>
                      <a:pt x="31" y="3"/>
                      <a:pt x="31" y="6"/>
                    </a:cubicBezTo>
                    <a:lnTo>
                      <a:pt x="31" y="220"/>
                    </a:lnTo>
                    <a:close/>
                  </a:path>
                </a:pathLst>
              </a:custGeom>
              <a:solidFill>
                <a:srgbClr val="F58A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8" name="Freeform 65"/>
              <p:cNvSpPr/>
              <p:nvPr userDrawn="1"/>
            </p:nvSpPr>
            <p:spPr>
              <a:xfrm>
                <a:off x="7110413" y="1276350"/>
                <a:ext cx="104775" cy="638175"/>
              </a:xfrm>
              <a:custGeom>
                <a:avLst/>
                <a:gdLst/>
                <a:ahLst/>
                <a:cxnLst>
                  <a:cxn ang="0">
                    <a:pos x="104775" y="621727"/>
                  </a:cxn>
                  <a:cxn ang="0">
                    <a:pos x="88403" y="638175"/>
                  </a:cxn>
                  <a:cxn ang="0">
                    <a:pos x="13096" y="638175"/>
                  </a:cxn>
                  <a:cxn ang="0">
                    <a:pos x="0" y="621727"/>
                  </a:cxn>
                  <a:cxn ang="0">
                    <a:pos x="0" y="16447"/>
                  </a:cxn>
                  <a:cxn ang="0">
                    <a:pos x="13096" y="0"/>
                  </a:cxn>
                  <a:cxn ang="0">
                    <a:pos x="88403" y="0"/>
                  </a:cxn>
                  <a:cxn ang="0">
                    <a:pos x="104775" y="16447"/>
                  </a:cxn>
                  <a:cxn ang="0">
                    <a:pos x="104775" y="621727"/>
                  </a:cxn>
                </a:cxnLst>
                <a:rect l="0" t="0" r="0" b="0"/>
                <a:pathLst>
                  <a:path w="32" h="194">
                    <a:moveTo>
                      <a:pt x="32" y="189"/>
                    </a:moveTo>
                    <a:cubicBezTo>
                      <a:pt x="32" y="191"/>
                      <a:pt x="30" y="194"/>
                      <a:pt x="27" y="194"/>
                    </a:cubicBezTo>
                    <a:cubicBezTo>
                      <a:pt x="4" y="194"/>
                      <a:pt x="4" y="194"/>
                      <a:pt x="4" y="194"/>
                    </a:cubicBezTo>
                    <a:cubicBezTo>
                      <a:pt x="2" y="194"/>
                      <a:pt x="0" y="191"/>
                      <a:pt x="0" y="189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30" y="0"/>
                      <a:pt x="32" y="2"/>
                      <a:pt x="32" y="5"/>
                    </a:cubicBezTo>
                    <a:lnTo>
                      <a:pt x="32" y="189"/>
                    </a:lnTo>
                    <a:close/>
                  </a:path>
                </a:pathLst>
              </a:custGeom>
              <a:solidFill>
                <a:srgbClr val="F79E6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59" name="Freeform 66"/>
              <p:cNvSpPr/>
              <p:nvPr userDrawn="1"/>
            </p:nvSpPr>
            <p:spPr>
              <a:xfrm>
                <a:off x="7215188" y="1319213"/>
                <a:ext cx="98425" cy="595313"/>
              </a:xfrm>
              <a:custGeom>
                <a:avLst/>
                <a:gdLst/>
                <a:ahLst/>
                <a:cxnLst>
                  <a:cxn ang="0">
                    <a:pos x="98425" y="578867"/>
                  </a:cxn>
                  <a:cxn ang="0">
                    <a:pos x="85301" y="595313"/>
                  </a:cxn>
                  <a:cxn ang="0">
                    <a:pos x="13123" y="595313"/>
                  </a:cxn>
                  <a:cxn ang="0">
                    <a:pos x="0" y="578867"/>
                  </a:cxn>
                  <a:cxn ang="0">
                    <a:pos x="0" y="16445"/>
                  </a:cxn>
                  <a:cxn ang="0">
                    <a:pos x="13123" y="0"/>
                  </a:cxn>
                  <a:cxn ang="0">
                    <a:pos x="85301" y="0"/>
                  </a:cxn>
                  <a:cxn ang="0">
                    <a:pos x="98425" y="16445"/>
                  </a:cxn>
                  <a:cxn ang="0">
                    <a:pos x="98425" y="578867"/>
                  </a:cxn>
                </a:cxnLst>
                <a:rect l="0" t="0" r="0" b="0"/>
                <a:pathLst>
                  <a:path w="30" h="181">
                    <a:moveTo>
                      <a:pt x="30" y="176"/>
                    </a:moveTo>
                    <a:cubicBezTo>
                      <a:pt x="30" y="178"/>
                      <a:pt x="29" y="181"/>
                      <a:pt x="26" y="181"/>
                    </a:cubicBezTo>
                    <a:cubicBezTo>
                      <a:pt x="4" y="181"/>
                      <a:pt x="4" y="181"/>
                      <a:pt x="4" y="181"/>
                    </a:cubicBezTo>
                    <a:cubicBezTo>
                      <a:pt x="2" y="181"/>
                      <a:pt x="0" y="178"/>
                      <a:pt x="0" y="176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9" y="0"/>
                      <a:pt x="30" y="2"/>
                      <a:pt x="30" y="5"/>
                    </a:cubicBezTo>
                    <a:lnTo>
                      <a:pt x="30" y="176"/>
                    </a:lnTo>
                    <a:close/>
                  </a:path>
                </a:pathLst>
              </a:custGeom>
              <a:solidFill>
                <a:srgbClr val="AC586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0" name="Freeform 67"/>
              <p:cNvSpPr/>
              <p:nvPr userDrawn="1"/>
            </p:nvSpPr>
            <p:spPr>
              <a:xfrm>
                <a:off x="7313613" y="1377950"/>
                <a:ext cx="88900" cy="536575"/>
              </a:xfrm>
              <a:custGeom>
                <a:avLst/>
                <a:gdLst/>
                <a:ahLst/>
                <a:cxnLst>
                  <a:cxn ang="0">
                    <a:pos x="88900" y="520115"/>
                  </a:cxn>
                  <a:cxn ang="0">
                    <a:pos x="75729" y="536575"/>
                  </a:cxn>
                  <a:cxn ang="0">
                    <a:pos x="13170" y="536575"/>
                  </a:cxn>
                  <a:cxn ang="0">
                    <a:pos x="0" y="520115"/>
                  </a:cxn>
                  <a:cxn ang="0">
                    <a:pos x="0" y="13167"/>
                  </a:cxn>
                  <a:cxn ang="0">
                    <a:pos x="13170" y="0"/>
                  </a:cxn>
                  <a:cxn ang="0">
                    <a:pos x="75729" y="0"/>
                  </a:cxn>
                  <a:cxn ang="0">
                    <a:pos x="88900" y="13167"/>
                  </a:cxn>
                  <a:cxn ang="0">
                    <a:pos x="88900" y="520115"/>
                  </a:cxn>
                </a:cxnLst>
                <a:rect l="0" t="0" r="0" b="0"/>
                <a:pathLst>
                  <a:path w="27" h="163">
                    <a:moveTo>
                      <a:pt x="27" y="158"/>
                    </a:moveTo>
                    <a:cubicBezTo>
                      <a:pt x="27" y="161"/>
                      <a:pt x="25" y="163"/>
                      <a:pt x="23" y="163"/>
                    </a:cubicBezTo>
                    <a:cubicBezTo>
                      <a:pt x="4" y="163"/>
                      <a:pt x="4" y="163"/>
                      <a:pt x="4" y="163"/>
                    </a:cubicBezTo>
                    <a:cubicBezTo>
                      <a:pt x="2" y="163"/>
                      <a:pt x="0" y="161"/>
                      <a:pt x="0" y="158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5" y="0"/>
                      <a:pt x="27" y="2"/>
                      <a:pt x="27" y="4"/>
                    </a:cubicBezTo>
                    <a:lnTo>
                      <a:pt x="27" y="158"/>
                    </a:lnTo>
                    <a:close/>
                  </a:path>
                </a:pathLst>
              </a:custGeom>
              <a:solidFill>
                <a:srgbClr val="0083B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1" name="Freeform 68"/>
              <p:cNvSpPr/>
              <p:nvPr userDrawn="1"/>
            </p:nvSpPr>
            <p:spPr>
              <a:xfrm>
                <a:off x="7402513" y="1262063"/>
                <a:ext cx="139700" cy="652463"/>
              </a:xfrm>
              <a:custGeom>
                <a:avLst/>
                <a:gdLst/>
                <a:ahLst/>
                <a:cxnLst>
                  <a:cxn ang="0">
                    <a:pos x="139700" y="632691"/>
                  </a:cxn>
                  <a:cxn ang="0">
                    <a:pos x="119742" y="652463"/>
                  </a:cxn>
                  <a:cxn ang="0">
                    <a:pos x="19957" y="652463"/>
                  </a:cxn>
                  <a:cxn ang="0">
                    <a:pos x="0" y="632691"/>
                  </a:cxn>
                  <a:cxn ang="0">
                    <a:pos x="0" y="16476"/>
                  </a:cxn>
                  <a:cxn ang="0">
                    <a:pos x="19957" y="0"/>
                  </a:cxn>
                  <a:cxn ang="0">
                    <a:pos x="119742" y="0"/>
                  </a:cxn>
                  <a:cxn ang="0">
                    <a:pos x="139700" y="16476"/>
                  </a:cxn>
                  <a:cxn ang="0">
                    <a:pos x="139700" y="632691"/>
                  </a:cxn>
                </a:cxnLst>
                <a:rect l="0" t="0" r="0" b="0"/>
                <a:pathLst>
                  <a:path w="42" h="198">
                    <a:moveTo>
                      <a:pt x="42" y="192"/>
                    </a:moveTo>
                    <a:cubicBezTo>
                      <a:pt x="42" y="195"/>
                      <a:pt x="39" y="198"/>
                      <a:pt x="36" y="198"/>
                    </a:cubicBezTo>
                    <a:cubicBezTo>
                      <a:pt x="6" y="198"/>
                      <a:pt x="6" y="198"/>
                      <a:pt x="6" y="198"/>
                    </a:cubicBezTo>
                    <a:cubicBezTo>
                      <a:pt x="2" y="198"/>
                      <a:pt x="0" y="195"/>
                      <a:pt x="0" y="192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9" y="0"/>
                      <a:pt x="42" y="2"/>
                      <a:pt x="42" y="5"/>
                    </a:cubicBezTo>
                    <a:lnTo>
                      <a:pt x="42" y="192"/>
                    </a:lnTo>
                    <a:close/>
                  </a:path>
                </a:pathLst>
              </a:custGeom>
              <a:solidFill>
                <a:srgbClr val="7670B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2" name="Freeform 69"/>
              <p:cNvSpPr/>
              <p:nvPr userDrawn="1"/>
            </p:nvSpPr>
            <p:spPr>
              <a:xfrm>
                <a:off x="7542213" y="1203325"/>
                <a:ext cx="98425" cy="711200"/>
              </a:xfrm>
              <a:custGeom>
                <a:avLst/>
                <a:gdLst/>
                <a:ahLst/>
                <a:cxnLst>
                  <a:cxn ang="0">
                    <a:pos x="98425" y="691444"/>
                  </a:cxn>
                  <a:cxn ang="0">
                    <a:pos x="85301" y="711200"/>
                  </a:cxn>
                  <a:cxn ang="0">
                    <a:pos x="13123" y="711200"/>
                  </a:cxn>
                  <a:cxn ang="0">
                    <a:pos x="0" y="691444"/>
                  </a:cxn>
                  <a:cxn ang="0">
                    <a:pos x="0" y="19755"/>
                  </a:cxn>
                  <a:cxn ang="0">
                    <a:pos x="13123" y="0"/>
                  </a:cxn>
                  <a:cxn ang="0">
                    <a:pos x="85301" y="0"/>
                  </a:cxn>
                  <a:cxn ang="0">
                    <a:pos x="98425" y="19755"/>
                  </a:cxn>
                  <a:cxn ang="0">
                    <a:pos x="98425" y="691444"/>
                  </a:cxn>
                </a:cxnLst>
                <a:rect l="0" t="0" r="0" b="0"/>
                <a:pathLst>
                  <a:path w="30" h="216">
                    <a:moveTo>
                      <a:pt x="30" y="210"/>
                    </a:moveTo>
                    <a:cubicBezTo>
                      <a:pt x="30" y="213"/>
                      <a:pt x="28" y="216"/>
                      <a:pt x="26" y="216"/>
                    </a:cubicBezTo>
                    <a:cubicBezTo>
                      <a:pt x="4" y="216"/>
                      <a:pt x="4" y="216"/>
                      <a:pt x="4" y="216"/>
                    </a:cubicBezTo>
                    <a:cubicBezTo>
                      <a:pt x="2" y="216"/>
                      <a:pt x="0" y="213"/>
                      <a:pt x="0" y="2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0"/>
                      <a:pt x="30" y="3"/>
                      <a:pt x="30" y="6"/>
                    </a:cubicBezTo>
                    <a:lnTo>
                      <a:pt x="30" y="210"/>
                    </a:lnTo>
                    <a:close/>
                  </a:path>
                </a:pathLst>
              </a:custGeom>
              <a:solidFill>
                <a:srgbClr val="F2705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3" name="Freeform 70"/>
              <p:cNvSpPr/>
              <p:nvPr userDrawn="1"/>
            </p:nvSpPr>
            <p:spPr>
              <a:xfrm>
                <a:off x="7640638" y="1295400"/>
                <a:ext cx="98425" cy="619125"/>
              </a:xfrm>
              <a:custGeom>
                <a:avLst/>
                <a:gdLst/>
                <a:ahLst/>
                <a:cxnLst>
                  <a:cxn ang="0">
                    <a:pos x="98425" y="602658"/>
                  </a:cxn>
                  <a:cxn ang="0">
                    <a:pos x="85301" y="619125"/>
                  </a:cxn>
                  <a:cxn ang="0">
                    <a:pos x="13123" y="619125"/>
                  </a:cxn>
                  <a:cxn ang="0">
                    <a:pos x="0" y="602658"/>
                  </a:cxn>
                  <a:cxn ang="0">
                    <a:pos x="0" y="16466"/>
                  </a:cxn>
                  <a:cxn ang="0">
                    <a:pos x="13123" y="0"/>
                  </a:cxn>
                  <a:cxn ang="0">
                    <a:pos x="85301" y="0"/>
                  </a:cxn>
                  <a:cxn ang="0">
                    <a:pos x="98425" y="16466"/>
                  </a:cxn>
                  <a:cxn ang="0">
                    <a:pos x="98425" y="602658"/>
                  </a:cxn>
                </a:cxnLst>
                <a:rect l="0" t="0" r="0" b="0"/>
                <a:pathLst>
                  <a:path w="30" h="188">
                    <a:moveTo>
                      <a:pt x="30" y="183"/>
                    </a:moveTo>
                    <a:cubicBezTo>
                      <a:pt x="30" y="185"/>
                      <a:pt x="28" y="188"/>
                      <a:pt x="26" y="188"/>
                    </a:cubicBezTo>
                    <a:cubicBezTo>
                      <a:pt x="4" y="188"/>
                      <a:pt x="4" y="188"/>
                      <a:pt x="4" y="188"/>
                    </a:cubicBezTo>
                    <a:cubicBezTo>
                      <a:pt x="2" y="188"/>
                      <a:pt x="0" y="185"/>
                      <a:pt x="0" y="183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8" y="0"/>
                      <a:pt x="30" y="2"/>
                      <a:pt x="30" y="5"/>
                    </a:cubicBezTo>
                    <a:lnTo>
                      <a:pt x="30" y="183"/>
                    </a:lnTo>
                    <a:close/>
                  </a:path>
                </a:pathLst>
              </a:custGeom>
              <a:solidFill>
                <a:srgbClr val="75617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4" name="Freeform 71"/>
              <p:cNvSpPr/>
              <p:nvPr userDrawn="1"/>
            </p:nvSpPr>
            <p:spPr>
              <a:xfrm>
                <a:off x="7739063" y="1203325"/>
                <a:ext cx="76200" cy="711200"/>
              </a:xfrm>
              <a:custGeom>
                <a:avLst/>
                <a:gdLst/>
                <a:ahLst/>
                <a:cxnLst>
                  <a:cxn ang="0">
                    <a:pos x="76200" y="691444"/>
                  </a:cxn>
                  <a:cxn ang="0">
                    <a:pos x="62947" y="711200"/>
                  </a:cxn>
                  <a:cxn ang="0">
                    <a:pos x="9939" y="711200"/>
                  </a:cxn>
                  <a:cxn ang="0">
                    <a:pos x="0" y="691444"/>
                  </a:cxn>
                  <a:cxn ang="0">
                    <a:pos x="0" y="19755"/>
                  </a:cxn>
                  <a:cxn ang="0">
                    <a:pos x="9939" y="0"/>
                  </a:cxn>
                  <a:cxn ang="0">
                    <a:pos x="62947" y="0"/>
                  </a:cxn>
                  <a:cxn ang="0">
                    <a:pos x="76200" y="19755"/>
                  </a:cxn>
                  <a:cxn ang="0">
                    <a:pos x="76200" y="691444"/>
                  </a:cxn>
                </a:cxnLst>
                <a:rect l="0" t="0" r="0" b="0"/>
                <a:pathLst>
                  <a:path w="23" h="216">
                    <a:moveTo>
                      <a:pt x="23" y="210"/>
                    </a:moveTo>
                    <a:cubicBezTo>
                      <a:pt x="23" y="213"/>
                      <a:pt x="21" y="216"/>
                      <a:pt x="19" y="216"/>
                    </a:cubicBezTo>
                    <a:cubicBezTo>
                      <a:pt x="3" y="216"/>
                      <a:pt x="3" y="216"/>
                      <a:pt x="3" y="216"/>
                    </a:cubicBezTo>
                    <a:cubicBezTo>
                      <a:pt x="2" y="216"/>
                      <a:pt x="0" y="213"/>
                      <a:pt x="0" y="210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3"/>
                      <a:pt x="2" y="0"/>
                      <a:pt x="3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21" y="0"/>
                      <a:pt x="23" y="3"/>
                      <a:pt x="23" y="6"/>
                    </a:cubicBezTo>
                    <a:lnTo>
                      <a:pt x="23" y="210"/>
                    </a:lnTo>
                    <a:close/>
                  </a:path>
                </a:pathLst>
              </a:custGeom>
              <a:solidFill>
                <a:srgbClr val="C4A98C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5" name="Freeform 72"/>
              <p:cNvSpPr/>
              <p:nvPr userDrawn="1"/>
            </p:nvSpPr>
            <p:spPr>
              <a:xfrm>
                <a:off x="7815263" y="1350963"/>
                <a:ext cx="88900" cy="563563"/>
              </a:xfrm>
              <a:custGeom>
                <a:avLst/>
                <a:gdLst/>
                <a:ahLst/>
                <a:cxnLst>
                  <a:cxn ang="0">
                    <a:pos x="88900" y="547084"/>
                  </a:cxn>
                  <a:cxn ang="0">
                    <a:pos x="75729" y="563563"/>
                  </a:cxn>
                  <a:cxn ang="0">
                    <a:pos x="9877" y="563563"/>
                  </a:cxn>
                  <a:cxn ang="0">
                    <a:pos x="0" y="547084"/>
                  </a:cxn>
                  <a:cxn ang="0">
                    <a:pos x="0" y="13182"/>
                  </a:cxn>
                  <a:cxn ang="0">
                    <a:pos x="9877" y="0"/>
                  </a:cxn>
                  <a:cxn ang="0">
                    <a:pos x="75729" y="0"/>
                  </a:cxn>
                  <a:cxn ang="0">
                    <a:pos x="88900" y="13182"/>
                  </a:cxn>
                  <a:cxn ang="0">
                    <a:pos x="88900" y="547084"/>
                  </a:cxn>
                </a:cxnLst>
                <a:rect l="0" t="0" r="0" b="0"/>
                <a:pathLst>
                  <a:path w="27" h="171">
                    <a:moveTo>
                      <a:pt x="27" y="166"/>
                    </a:moveTo>
                    <a:cubicBezTo>
                      <a:pt x="27" y="169"/>
                      <a:pt x="25" y="171"/>
                      <a:pt x="23" y="171"/>
                    </a:cubicBezTo>
                    <a:cubicBezTo>
                      <a:pt x="3" y="171"/>
                      <a:pt x="3" y="171"/>
                      <a:pt x="3" y="171"/>
                    </a:cubicBezTo>
                    <a:cubicBezTo>
                      <a:pt x="1" y="171"/>
                      <a:pt x="0" y="169"/>
                      <a:pt x="0" y="166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1" y="0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5" y="0"/>
                      <a:pt x="27" y="2"/>
                      <a:pt x="27" y="4"/>
                    </a:cubicBezTo>
                    <a:lnTo>
                      <a:pt x="27" y="166"/>
                    </a:lnTo>
                    <a:close/>
                  </a:path>
                </a:pathLst>
              </a:custGeom>
              <a:solidFill>
                <a:srgbClr val="888C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6" name="Freeform 73"/>
              <p:cNvSpPr/>
              <p:nvPr userDrawn="1"/>
            </p:nvSpPr>
            <p:spPr>
              <a:xfrm>
                <a:off x="7904163" y="1243013"/>
                <a:ext cx="109538" cy="671513"/>
              </a:xfrm>
              <a:custGeom>
                <a:avLst/>
                <a:gdLst/>
                <a:ahLst/>
                <a:cxnLst>
                  <a:cxn ang="0">
                    <a:pos x="109538" y="651762"/>
                  </a:cxn>
                  <a:cxn ang="0">
                    <a:pos x="96260" y="671513"/>
                  </a:cxn>
                  <a:cxn ang="0">
                    <a:pos x="16596" y="671513"/>
                  </a:cxn>
                  <a:cxn ang="0">
                    <a:pos x="0" y="651762"/>
                  </a:cxn>
                  <a:cxn ang="0">
                    <a:pos x="0" y="16458"/>
                  </a:cxn>
                  <a:cxn ang="0">
                    <a:pos x="16596" y="0"/>
                  </a:cxn>
                  <a:cxn ang="0">
                    <a:pos x="96260" y="0"/>
                  </a:cxn>
                  <a:cxn ang="0">
                    <a:pos x="109538" y="16458"/>
                  </a:cxn>
                  <a:cxn ang="0">
                    <a:pos x="109538" y="651762"/>
                  </a:cxn>
                </a:cxnLst>
                <a:rect l="0" t="0" r="0" b="0"/>
                <a:pathLst>
                  <a:path w="33" h="204">
                    <a:moveTo>
                      <a:pt x="33" y="198"/>
                    </a:moveTo>
                    <a:cubicBezTo>
                      <a:pt x="33" y="201"/>
                      <a:pt x="31" y="204"/>
                      <a:pt x="29" y="204"/>
                    </a:cubicBezTo>
                    <a:cubicBezTo>
                      <a:pt x="5" y="204"/>
                      <a:pt x="5" y="204"/>
                      <a:pt x="5" y="204"/>
                    </a:cubicBezTo>
                    <a:cubicBezTo>
                      <a:pt x="2" y="204"/>
                      <a:pt x="0" y="201"/>
                      <a:pt x="0" y="19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1" y="0"/>
                      <a:pt x="33" y="2"/>
                      <a:pt x="33" y="5"/>
                    </a:cubicBezTo>
                    <a:lnTo>
                      <a:pt x="33" y="198"/>
                    </a:lnTo>
                    <a:close/>
                  </a:path>
                </a:pathLst>
              </a:custGeom>
              <a:solidFill>
                <a:srgbClr val="F79E6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7" name="Freeform 74"/>
              <p:cNvSpPr/>
              <p:nvPr userDrawn="1"/>
            </p:nvSpPr>
            <p:spPr>
              <a:xfrm>
                <a:off x="8013701" y="1304925"/>
                <a:ext cx="117475" cy="609600"/>
              </a:xfrm>
              <a:custGeom>
                <a:avLst/>
                <a:gdLst/>
                <a:ahLst/>
                <a:cxnLst>
                  <a:cxn ang="0">
                    <a:pos x="117475" y="593124"/>
                  </a:cxn>
                  <a:cxn ang="0">
                    <a:pos x="101159" y="609600"/>
                  </a:cxn>
                  <a:cxn ang="0">
                    <a:pos x="16315" y="609600"/>
                  </a:cxn>
                  <a:cxn ang="0">
                    <a:pos x="0" y="593124"/>
                  </a:cxn>
                  <a:cxn ang="0">
                    <a:pos x="0" y="16475"/>
                  </a:cxn>
                  <a:cxn ang="0">
                    <a:pos x="16315" y="0"/>
                  </a:cxn>
                  <a:cxn ang="0">
                    <a:pos x="101159" y="0"/>
                  </a:cxn>
                  <a:cxn ang="0">
                    <a:pos x="117475" y="16475"/>
                  </a:cxn>
                  <a:cxn ang="0">
                    <a:pos x="117475" y="593124"/>
                  </a:cxn>
                </a:cxnLst>
                <a:rect l="0" t="0" r="0" b="0"/>
                <a:pathLst>
                  <a:path w="36" h="185">
                    <a:moveTo>
                      <a:pt x="36" y="180"/>
                    </a:moveTo>
                    <a:cubicBezTo>
                      <a:pt x="36" y="182"/>
                      <a:pt x="34" y="185"/>
                      <a:pt x="31" y="185"/>
                    </a:cubicBezTo>
                    <a:cubicBezTo>
                      <a:pt x="5" y="185"/>
                      <a:pt x="5" y="185"/>
                      <a:pt x="5" y="185"/>
                    </a:cubicBezTo>
                    <a:cubicBezTo>
                      <a:pt x="3" y="185"/>
                      <a:pt x="0" y="182"/>
                      <a:pt x="0" y="18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4" y="0"/>
                      <a:pt x="36" y="2"/>
                      <a:pt x="36" y="5"/>
                    </a:cubicBezTo>
                    <a:lnTo>
                      <a:pt x="36" y="180"/>
                    </a:lnTo>
                    <a:close/>
                  </a:path>
                </a:pathLst>
              </a:custGeom>
              <a:solidFill>
                <a:srgbClr val="AE606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8" name="Freeform 75"/>
              <p:cNvSpPr/>
              <p:nvPr userDrawn="1"/>
            </p:nvSpPr>
            <p:spPr>
              <a:xfrm>
                <a:off x="8131176" y="1374775"/>
                <a:ext cx="76200" cy="539750"/>
              </a:xfrm>
              <a:custGeom>
                <a:avLst/>
                <a:gdLst/>
                <a:ahLst/>
                <a:cxnLst>
                  <a:cxn ang="0">
                    <a:pos x="76200" y="523294"/>
                  </a:cxn>
                  <a:cxn ang="0">
                    <a:pos x="66260" y="539750"/>
                  </a:cxn>
                  <a:cxn ang="0">
                    <a:pos x="13252" y="539750"/>
                  </a:cxn>
                  <a:cxn ang="0">
                    <a:pos x="0" y="523294"/>
                  </a:cxn>
                  <a:cxn ang="0">
                    <a:pos x="0" y="13164"/>
                  </a:cxn>
                  <a:cxn ang="0">
                    <a:pos x="13252" y="0"/>
                  </a:cxn>
                  <a:cxn ang="0">
                    <a:pos x="66260" y="0"/>
                  </a:cxn>
                  <a:cxn ang="0">
                    <a:pos x="76200" y="13164"/>
                  </a:cxn>
                  <a:cxn ang="0">
                    <a:pos x="76200" y="523294"/>
                  </a:cxn>
                </a:cxnLst>
                <a:rect l="0" t="0" r="0" b="0"/>
                <a:pathLst>
                  <a:path w="23" h="164">
                    <a:moveTo>
                      <a:pt x="23" y="159"/>
                    </a:moveTo>
                    <a:cubicBezTo>
                      <a:pt x="23" y="162"/>
                      <a:pt x="22" y="164"/>
                      <a:pt x="20" y="164"/>
                    </a:cubicBezTo>
                    <a:cubicBezTo>
                      <a:pt x="4" y="164"/>
                      <a:pt x="4" y="164"/>
                      <a:pt x="4" y="164"/>
                    </a:cubicBezTo>
                    <a:cubicBezTo>
                      <a:pt x="2" y="164"/>
                      <a:pt x="0" y="162"/>
                      <a:pt x="0" y="15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2"/>
                      <a:pt x="2" y="0"/>
                      <a:pt x="4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2" y="0"/>
                      <a:pt x="23" y="2"/>
                      <a:pt x="23" y="4"/>
                    </a:cubicBezTo>
                    <a:lnTo>
                      <a:pt x="23" y="159"/>
                    </a:lnTo>
                    <a:close/>
                  </a:path>
                </a:pathLst>
              </a:custGeom>
              <a:solidFill>
                <a:srgbClr val="41414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69" name="Freeform 76"/>
              <p:cNvSpPr/>
              <p:nvPr userDrawn="1"/>
            </p:nvSpPr>
            <p:spPr>
              <a:xfrm>
                <a:off x="8207376" y="1243013"/>
                <a:ext cx="109538" cy="671513"/>
              </a:xfrm>
              <a:custGeom>
                <a:avLst/>
                <a:gdLst/>
                <a:ahLst/>
                <a:cxnLst>
                  <a:cxn ang="0">
                    <a:pos x="109538" y="651762"/>
                  </a:cxn>
                  <a:cxn ang="0">
                    <a:pos x="96260" y="671513"/>
                  </a:cxn>
                  <a:cxn ang="0">
                    <a:pos x="16596" y="671513"/>
                  </a:cxn>
                  <a:cxn ang="0">
                    <a:pos x="0" y="651762"/>
                  </a:cxn>
                  <a:cxn ang="0">
                    <a:pos x="0" y="16458"/>
                  </a:cxn>
                  <a:cxn ang="0">
                    <a:pos x="16596" y="0"/>
                  </a:cxn>
                  <a:cxn ang="0">
                    <a:pos x="96260" y="0"/>
                  </a:cxn>
                  <a:cxn ang="0">
                    <a:pos x="109538" y="16458"/>
                  </a:cxn>
                  <a:cxn ang="0">
                    <a:pos x="109538" y="651762"/>
                  </a:cxn>
                </a:cxnLst>
                <a:rect l="0" t="0" r="0" b="0"/>
                <a:pathLst>
                  <a:path w="33" h="204">
                    <a:moveTo>
                      <a:pt x="33" y="198"/>
                    </a:moveTo>
                    <a:cubicBezTo>
                      <a:pt x="33" y="201"/>
                      <a:pt x="31" y="204"/>
                      <a:pt x="29" y="204"/>
                    </a:cubicBezTo>
                    <a:cubicBezTo>
                      <a:pt x="5" y="204"/>
                      <a:pt x="5" y="204"/>
                      <a:pt x="5" y="204"/>
                    </a:cubicBezTo>
                    <a:cubicBezTo>
                      <a:pt x="2" y="204"/>
                      <a:pt x="0" y="201"/>
                      <a:pt x="0" y="198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31" y="0"/>
                      <a:pt x="33" y="2"/>
                      <a:pt x="33" y="5"/>
                    </a:cubicBezTo>
                    <a:lnTo>
                      <a:pt x="33" y="198"/>
                    </a:lnTo>
                    <a:close/>
                  </a:path>
                </a:pathLst>
              </a:custGeom>
              <a:solidFill>
                <a:srgbClr val="C188A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0" name="Rectangle 77"/>
              <p:cNvSpPr/>
              <p:nvPr userDrawn="1"/>
            </p:nvSpPr>
            <p:spPr>
              <a:xfrm>
                <a:off x="7007226" y="1230313"/>
                <a:ext cx="103188" cy="65088"/>
              </a:xfrm>
              <a:prstGeom prst="rect">
                <a:avLst/>
              </a:prstGeom>
              <a:solidFill>
                <a:srgbClr val="9B5809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1" name="Rectangle 78"/>
              <p:cNvSpPr/>
              <p:nvPr userDrawn="1"/>
            </p:nvSpPr>
            <p:spPr>
              <a:xfrm>
                <a:off x="7110413" y="1325563"/>
                <a:ext cx="104775" cy="19050"/>
              </a:xfrm>
              <a:prstGeom prst="rect">
                <a:avLst/>
              </a:prstGeom>
              <a:solidFill>
                <a:srgbClr val="FBC29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2" name="Rectangle 79"/>
              <p:cNvSpPr/>
              <p:nvPr userDrawn="1"/>
            </p:nvSpPr>
            <p:spPr>
              <a:xfrm>
                <a:off x="7110413" y="1354138"/>
                <a:ext cx="104775" cy="20638"/>
              </a:xfrm>
              <a:prstGeom prst="rect">
                <a:avLst/>
              </a:prstGeom>
              <a:solidFill>
                <a:srgbClr val="FBC29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3" name="Freeform 80"/>
              <p:cNvSpPr/>
              <p:nvPr userDrawn="1"/>
            </p:nvSpPr>
            <p:spPr>
              <a:xfrm>
                <a:off x="7640638" y="1295400"/>
                <a:ext cx="98425" cy="98425"/>
              </a:xfrm>
              <a:custGeom>
                <a:avLst/>
                <a:gdLst/>
                <a:ahLst/>
                <a:cxnLst>
                  <a:cxn ang="0">
                    <a:pos x="85301" y="0"/>
                  </a:cxn>
                  <a:cxn ang="0">
                    <a:pos x="13123" y="0"/>
                  </a:cxn>
                  <a:cxn ang="0">
                    <a:pos x="0" y="16404"/>
                  </a:cxn>
                  <a:cxn ang="0">
                    <a:pos x="0" y="98425"/>
                  </a:cxn>
                  <a:cxn ang="0">
                    <a:pos x="98425" y="98425"/>
                  </a:cxn>
                  <a:cxn ang="0">
                    <a:pos x="98425" y="16404"/>
                  </a:cxn>
                  <a:cxn ang="0">
                    <a:pos x="85301" y="0"/>
                  </a:cxn>
                </a:cxnLst>
                <a:rect l="0" t="0" r="0" b="0"/>
                <a:pathLst>
                  <a:path w="30" h="30">
                    <a:moveTo>
                      <a:pt x="2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30" y="2"/>
                      <a:pt x="28" y="0"/>
                      <a:pt x="26" y="0"/>
                    </a:cubicBezTo>
                    <a:close/>
                  </a:path>
                </a:pathLst>
              </a:custGeom>
              <a:solidFill>
                <a:srgbClr val="645C6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4" name="Rectangle 81"/>
              <p:cNvSpPr/>
              <p:nvPr userDrawn="1"/>
            </p:nvSpPr>
            <p:spPr>
              <a:xfrm>
                <a:off x="7215188" y="1493838"/>
                <a:ext cx="101600" cy="31750"/>
              </a:xfrm>
              <a:prstGeom prst="rect">
                <a:avLst/>
              </a:prstGeom>
              <a:solidFill>
                <a:srgbClr val="78484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5" name="Rectangle 82"/>
              <p:cNvSpPr/>
              <p:nvPr userDrawn="1"/>
            </p:nvSpPr>
            <p:spPr>
              <a:xfrm>
                <a:off x="7215188" y="1335088"/>
                <a:ext cx="98425" cy="30163"/>
              </a:xfrm>
              <a:prstGeom prst="rect">
                <a:avLst/>
              </a:prstGeom>
              <a:solidFill>
                <a:srgbClr val="78484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6" name="Rectangle 83"/>
              <p:cNvSpPr/>
              <p:nvPr userDrawn="1"/>
            </p:nvSpPr>
            <p:spPr>
              <a:xfrm>
                <a:off x="7815263" y="1436688"/>
                <a:ext cx="88900" cy="119063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7" name="Rectangle 84"/>
              <p:cNvSpPr/>
              <p:nvPr userDrawn="1"/>
            </p:nvSpPr>
            <p:spPr>
              <a:xfrm>
                <a:off x="7815263" y="1381125"/>
                <a:ext cx="88900" cy="26988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8" name="Rectangle 85"/>
              <p:cNvSpPr/>
              <p:nvPr userDrawn="1"/>
            </p:nvSpPr>
            <p:spPr>
              <a:xfrm>
                <a:off x="7327901" y="1404938"/>
                <a:ext cx="61913" cy="12700"/>
              </a:xfrm>
              <a:prstGeom prst="rect">
                <a:avLst/>
              </a:prstGeom>
              <a:solidFill>
                <a:srgbClr val="7FAAC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79" name="Rectangle 86"/>
              <p:cNvSpPr/>
              <p:nvPr userDrawn="1"/>
            </p:nvSpPr>
            <p:spPr>
              <a:xfrm>
                <a:off x="7327901" y="1420813"/>
                <a:ext cx="61913" cy="12700"/>
              </a:xfrm>
              <a:prstGeom prst="rect">
                <a:avLst/>
              </a:prstGeom>
              <a:solidFill>
                <a:srgbClr val="7FAAC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0" name="Rectangle 87"/>
              <p:cNvSpPr/>
              <p:nvPr userDrawn="1"/>
            </p:nvSpPr>
            <p:spPr>
              <a:xfrm>
                <a:off x="7327901" y="1439863"/>
                <a:ext cx="61913" cy="14288"/>
              </a:xfrm>
              <a:prstGeom prst="rect">
                <a:avLst/>
              </a:prstGeom>
              <a:solidFill>
                <a:srgbClr val="7FAAC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1" name="Rectangle 88"/>
              <p:cNvSpPr/>
              <p:nvPr userDrawn="1"/>
            </p:nvSpPr>
            <p:spPr>
              <a:xfrm>
                <a:off x="8013701" y="1335088"/>
                <a:ext cx="117475" cy="12700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2" name="Rectangle 89"/>
              <p:cNvSpPr/>
              <p:nvPr userDrawn="1"/>
            </p:nvSpPr>
            <p:spPr>
              <a:xfrm>
                <a:off x="8013701" y="1350963"/>
                <a:ext cx="117475" cy="17463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3" name="Rectangle 90"/>
              <p:cNvSpPr/>
              <p:nvPr userDrawn="1"/>
            </p:nvSpPr>
            <p:spPr>
              <a:xfrm>
                <a:off x="8013701" y="1371600"/>
                <a:ext cx="117475" cy="12700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4" name="Rectangle 91"/>
              <p:cNvSpPr/>
              <p:nvPr userDrawn="1"/>
            </p:nvSpPr>
            <p:spPr>
              <a:xfrm>
                <a:off x="8042276" y="1855788"/>
                <a:ext cx="63500" cy="12700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5" name="Rectangle 92"/>
              <p:cNvSpPr/>
              <p:nvPr userDrawn="1"/>
            </p:nvSpPr>
            <p:spPr>
              <a:xfrm>
                <a:off x="8042276" y="1874838"/>
                <a:ext cx="63500" cy="14288"/>
              </a:xfrm>
              <a:prstGeom prst="rect">
                <a:avLst/>
              </a:prstGeom>
              <a:solidFill>
                <a:srgbClr val="B2928E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6" name="Rectangle 93"/>
              <p:cNvSpPr/>
              <p:nvPr userDrawn="1"/>
            </p:nvSpPr>
            <p:spPr>
              <a:xfrm>
                <a:off x="7558088" y="1222375"/>
                <a:ext cx="66675" cy="14288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7" name="Rectangle 94"/>
              <p:cNvSpPr/>
              <p:nvPr userDrawn="1"/>
            </p:nvSpPr>
            <p:spPr>
              <a:xfrm>
                <a:off x="7558088" y="1243013"/>
                <a:ext cx="66675" cy="12700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8" name="Rectangle 95"/>
              <p:cNvSpPr/>
              <p:nvPr userDrawn="1"/>
            </p:nvSpPr>
            <p:spPr>
              <a:xfrm>
                <a:off x="7558088" y="1262063"/>
                <a:ext cx="66675" cy="14288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89" name="Rectangle 96"/>
              <p:cNvSpPr/>
              <p:nvPr userDrawn="1"/>
            </p:nvSpPr>
            <p:spPr>
              <a:xfrm>
                <a:off x="7542213" y="1858963"/>
                <a:ext cx="98425" cy="12700"/>
              </a:xfrm>
              <a:prstGeom prst="rect">
                <a:avLst/>
              </a:prstGeom>
              <a:solidFill>
                <a:srgbClr val="F7A58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0" name="Rectangle 97"/>
              <p:cNvSpPr/>
              <p:nvPr userDrawn="1"/>
            </p:nvSpPr>
            <p:spPr>
              <a:xfrm>
                <a:off x="7419976" y="1292225"/>
                <a:ext cx="107950" cy="61913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1" name="Rectangle 98"/>
              <p:cNvSpPr/>
              <p:nvPr userDrawn="1"/>
            </p:nvSpPr>
            <p:spPr>
              <a:xfrm>
                <a:off x="7499351" y="1782763"/>
                <a:ext cx="25400" cy="109538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2" name="Rectangle 99"/>
              <p:cNvSpPr/>
              <p:nvPr userDrawn="1"/>
            </p:nvSpPr>
            <p:spPr>
              <a:xfrm>
                <a:off x="7462838" y="1782763"/>
                <a:ext cx="22225" cy="109538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3" name="Rectangle 100"/>
              <p:cNvSpPr/>
              <p:nvPr userDrawn="1"/>
            </p:nvSpPr>
            <p:spPr>
              <a:xfrm>
                <a:off x="7423151" y="1782763"/>
                <a:ext cx="22225" cy="109538"/>
              </a:xfrm>
              <a:prstGeom prst="rect">
                <a:avLst/>
              </a:prstGeom>
              <a:solidFill>
                <a:srgbClr val="59527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4" name="Rectangle 101"/>
              <p:cNvSpPr/>
              <p:nvPr userDrawn="1"/>
            </p:nvSpPr>
            <p:spPr>
              <a:xfrm>
                <a:off x="7766051" y="1227138"/>
                <a:ext cx="19050" cy="469900"/>
              </a:xfrm>
              <a:prstGeom prst="rect">
                <a:avLst/>
              </a:prstGeom>
              <a:solidFill>
                <a:srgbClr val="A4928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5" name="Rectangle 102"/>
              <p:cNvSpPr/>
              <p:nvPr userDrawn="1"/>
            </p:nvSpPr>
            <p:spPr>
              <a:xfrm>
                <a:off x="7904163" y="1776413"/>
                <a:ext cx="109538" cy="30163"/>
              </a:xfrm>
              <a:prstGeom prst="rect">
                <a:avLst/>
              </a:prstGeom>
              <a:solidFill>
                <a:srgbClr val="AC6536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6" name="Rectangle 103"/>
              <p:cNvSpPr/>
              <p:nvPr userDrawn="1"/>
            </p:nvSpPr>
            <p:spPr>
              <a:xfrm>
                <a:off x="7904163" y="1819275"/>
                <a:ext cx="109538" cy="26988"/>
              </a:xfrm>
              <a:prstGeom prst="rect">
                <a:avLst/>
              </a:prstGeom>
              <a:solidFill>
                <a:srgbClr val="AC6536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7" name="Rectangle 104"/>
              <p:cNvSpPr/>
              <p:nvPr userDrawn="1"/>
            </p:nvSpPr>
            <p:spPr>
              <a:xfrm>
                <a:off x="8228013" y="1800225"/>
                <a:ext cx="12700" cy="92075"/>
              </a:xfrm>
              <a:prstGeom prst="rect">
                <a:avLst/>
              </a:prstGeom>
              <a:solidFill>
                <a:srgbClr val="88627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8" name="Rectangle 105"/>
              <p:cNvSpPr/>
              <p:nvPr userDrawn="1"/>
            </p:nvSpPr>
            <p:spPr>
              <a:xfrm>
                <a:off x="8253413" y="1800225"/>
                <a:ext cx="17463" cy="92075"/>
              </a:xfrm>
              <a:prstGeom prst="rect">
                <a:avLst/>
              </a:prstGeom>
              <a:solidFill>
                <a:srgbClr val="88627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499" name="Rectangle 106"/>
              <p:cNvSpPr/>
              <p:nvPr userDrawn="1"/>
            </p:nvSpPr>
            <p:spPr>
              <a:xfrm>
                <a:off x="8283576" y="1800225"/>
                <a:ext cx="15875" cy="92075"/>
              </a:xfrm>
              <a:prstGeom prst="rect">
                <a:avLst/>
              </a:prstGeom>
              <a:solidFill>
                <a:srgbClr val="88627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0" name="Rectangle 107"/>
              <p:cNvSpPr/>
              <p:nvPr userDrawn="1"/>
            </p:nvSpPr>
            <p:spPr>
              <a:xfrm>
                <a:off x="6826251" y="1914525"/>
                <a:ext cx="1674813" cy="3678238"/>
              </a:xfrm>
              <a:prstGeom prst="rect">
                <a:avLst/>
              </a:prstGeom>
              <a:solidFill>
                <a:srgbClr val="919DA5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1" name="Rectangle 108"/>
              <p:cNvSpPr/>
              <p:nvPr userDrawn="1"/>
            </p:nvSpPr>
            <p:spPr>
              <a:xfrm>
                <a:off x="6942138" y="2089150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2" name="Rectangle 109"/>
              <p:cNvSpPr/>
              <p:nvPr userDrawn="1"/>
            </p:nvSpPr>
            <p:spPr>
              <a:xfrm>
                <a:off x="6942138" y="3225800"/>
                <a:ext cx="1443038" cy="1090613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3" name="Rectangle 110"/>
              <p:cNvSpPr/>
              <p:nvPr userDrawn="1"/>
            </p:nvSpPr>
            <p:spPr>
              <a:xfrm>
                <a:off x="6942138" y="4365625"/>
                <a:ext cx="1443038" cy="1087438"/>
              </a:xfrm>
              <a:prstGeom prst="rect">
                <a:avLst/>
              </a:prstGeom>
              <a:solidFill>
                <a:srgbClr val="7F888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4" name="Rectangle 111"/>
              <p:cNvSpPr/>
              <p:nvPr userDrawn="1"/>
            </p:nvSpPr>
            <p:spPr>
              <a:xfrm>
                <a:off x="7399338" y="2312988"/>
                <a:ext cx="508000" cy="271463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5" name="Freeform 112"/>
              <p:cNvSpPr/>
              <p:nvPr userDrawn="1"/>
            </p:nvSpPr>
            <p:spPr>
              <a:xfrm>
                <a:off x="7445376" y="2422525"/>
                <a:ext cx="415925" cy="128588"/>
              </a:xfrm>
              <a:custGeom>
                <a:avLst/>
                <a:gdLst/>
                <a:ahLst/>
                <a:cxnLst>
                  <a:cxn ang="0">
                    <a:pos x="23106" y="0"/>
                  </a:cxn>
                  <a:cxn ang="0">
                    <a:pos x="392818" y="0"/>
                  </a:cxn>
                  <a:cxn ang="0">
                    <a:pos x="415925" y="29674"/>
                  </a:cxn>
                  <a:cxn ang="0">
                    <a:pos x="415925" y="98913"/>
                  </a:cxn>
                  <a:cxn ang="0">
                    <a:pos x="392818" y="128588"/>
                  </a:cxn>
                  <a:cxn ang="0">
                    <a:pos x="23106" y="128588"/>
                  </a:cxn>
                  <a:cxn ang="0">
                    <a:pos x="0" y="98913"/>
                  </a:cxn>
                  <a:cxn ang="0">
                    <a:pos x="0" y="29674"/>
                  </a:cxn>
                  <a:cxn ang="0">
                    <a:pos x="23106" y="0"/>
                  </a:cxn>
                </a:cxnLst>
                <a:rect l="0" t="0" r="0" b="0"/>
                <a:pathLst>
                  <a:path w="126" h="39">
                    <a:moveTo>
                      <a:pt x="7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3" y="0"/>
                      <a:pt x="126" y="4"/>
                      <a:pt x="126" y="9"/>
                    </a:cubicBezTo>
                    <a:cubicBezTo>
                      <a:pt x="126" y="30"/>
                      <a:pt x="126" y="30"/>
                      <a:pt x="126" y="30"/>
                    </a:cubicBezTo>
                    <a:cubicBezTo>
                      <a:pt x="126" y="35"/>
                      <a:pt x="123" y="39"/>
                      <a:pt x="119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3" y="39"/>
                      <a:pt x="0" y="35"/>
                      <a:pt x="0" y="3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6" name="Rectangle 113"/>
              <p:cNvSpPr/>
              <p:nvPr userDrawn="1"/>
            </p:nvSpPr>
            <p:spPr>
              <a:xfrm>
                <a:off x="7399338" y="3408363"/>
                <a:ext cx="508000" cy="269875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7" name="Freeform 114"/>
              <p:cNvSpPr/>
              <p:nvPr userDrawn="1"/>
            </p:nvSpPr>
            <p:spPr>
              <a:xfrm>
                <a:off x="7435851" y="3516313"/>
                <a:ext cx="415925" cy="125413"/>
              </a:xfrm>
              <a:custGeom>
                <a:avLst/>
                <a:gdLst/>
                <a:ahLst/>
                <a:cxnLst>
                  <a:cxn ang="0">
                    <a:pos x="23106" y="0"/>
                  </a:cxn>
                  <a:cxn ang="0">
                    <a:pos x="389517" y="0"/>
                  </a:cxn>
                  <a:cxn ang="0">
                    <a:pos x="415925" y="26402"/>
                  </a:cxn>
                  <a:cxn ang="0">
                    <a:pos x="415925" y="99010"/>
                  </a:cxn>
                  <a:cxn ang="0">
                    <a:pos x="389517" y="125413"/>
                  </a:cxn>
                  <a:cxn ang="0">
                    <a:pos x="23106" y="125413"/>
                  </a:cxn>
                  <a:cxn ang="0">
                    <a:pos x="0" y="99010"/>
                  </a:cxn>
                  <a:cxn ang="0">
                    <a:pos x="0" y="26402"/>
                  </a:cxn>
                  <a:cxn ang="0">
                    <a:pos x="23106" y="0"/>
                  </a:cxn>
                </a:cxnLst>
                <a:rect l="0" t="0" r="0" b="0"/>
                <a:pathLst>
                  <a:path w="126" h="38">
                    <a:moveTo>
                      <a:pt x="7" y="0"/>
                    </a:moveTo>
                    <a:cubicBezTo>
                      <a:pt x="118" y="0"/>
                      <a:pt x="118" y="0"/>
                      <a:pt x="118" y="0"/>
                    </a:cubicBezTo>
                    <a:cubicBezTo>
                      <a:pt x="123" y="0"/>
                      <a:pt x="126" y="3"/>
                      <a:pt x="126" y="8"/>
                    </a:cubicBezTo>
                    <a:cubicBezTo>
                      <a:pt x="126" y="30"/>
                      <a:pt x="126" y="30"/>
                      <a:pt x="126" y="30"/>
                    </a:cubicBezTo>
                    <a:cubicBezTo>
                      <a:pt x="126" y="34"/>
                      <a:pt x="123" y="38"/>
                      <a:pt x="118" y="38"/>
                    </a:cubicBezTo>
                    <a:cubicBezTo>
                      <a:pt x="7" y="38"/>
                      <a:pt x="7" y="38"/>
                      <a:pt x="7" y="38"/>
                    </a:cubicBezTo>
                    <a:cubicBezTo>
                      <a:pt x="3" y="38"/>
                      <a:pt x="0" y="34"/>
                      <a:pt x="0" y="30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8" name="Rectangle 115"/>
              <p:cNvSpPr/>
              <p:nvPr userDrawn="1"/>
            </p:nvSpPr>
            <p:spPr>
              <a:xfrm>
                <a:off x="7402513" y="4533900"/>
                <a:ext cx="508000" cy="271463"/>
              </a:xfrm>
              <a:prstGeom prst="rect">
                <a:avLst/>
              </a:prstGeom>
              <a:solidFill>
                <a:srgbClr val="4E4F5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09" name="Freeform 116"/>
              <p:cNvSpPr/>
              <p:nvPr userDrawn="1"/>
            </p:nvSpPr>
            <p:spPr>
              <a:xfrm>
                <a:off x="7445376" y="4640263"/>
                <a:ext cx="415925" cy="128588"/>
              </a:xfrm>
              <a:custGeom>
                <a:avLst/>
                <a:gdLst/>
                <a:ahLst/>
                <a:cxnLst>
                  <a:cxn ang="0">
                    <a:pos x="23106" y="0"/>
                  </a:cxn>
                  <a:cxn ang="0">
                    <a:pos x="392818" y="0"/>
                  </a:cxn>
                  <a:cxn ang="0">
                    <a:pos x="415925" y="29674"/>
                  </a:cxn>
                  <a:cxn ang="0">
                    <a:pos x="415925" y="102210"/>
                  </a:cxn>
                  <a:cxn ang="0">
                    <a:pos x="392818" y="128588"/>
                  </a:cxn>
                  <a:cxn ang="0">
                    <a:pos x="23106" y="128588"/>
                  </a:cxn>
                  <a:cxn ang="0">
                    <a:pos x="0" y="102210"/>
                  </a:cxn>
                  <a:cxn ang="0">
                    <a:pos x="0" y="29674"/>
                  </a:cxn>
                  <a:cxn ang="0">
                    <a:pos x="23106" y="0"/>
                  </a:cxn>
                </a:cxnLst>
                <a:rect l="0" t="0" r="0" b="0"/>
                <a:pathLst>
                  <a:path w="126" h="39">
                    <a:moveTo>
                      <a:pt x="7" y="0"/>
                    </a:moveTo>
                    <a:cubicBezTo>
                      <a:pt x="119" y="0"/>
                      <a:pt x="119" y="0"/>
                      <a:pt x="119" y="0"/>
                    </a:cubicBezTo>
                    <a:cubicBezTo>
                      <a:pt x="123" y="0"/>
                      <a:pt x="126" y="4"/>
                      <a:pt x="126" y="9"/>
                    </a:cubicBezTo>
                    <a:cubicBezTo>
                      <a:pt x="126" y="31"/>
                      <a:pt x="126" y="31"/>
                      <a:pt x="126" y="31"/>
                    </a:cubicBezTo>
                    <a:cubicBezTo>
                      <a:pt x="126" y="35"/>
                      <a:pt x="123" y="39"/>
                      <a:pt x="119" y="39"/>
                    </a:cubicBezTo>
                    <a:cubicBezTo>
                      <a:pt x="7" y="39"/>
                      <a:pt x="7" y="39"/>
                      <a:pt x="7" y="39"/>
                    </a:cubicBezTo>
                    <a:cubicBezTo>
                      <a:pt x="3" y="39"/>
                      <a:pt x="0" y="35"/>
                      <a:pt x="0" y="31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0" name="Freeform 117"/>
              <p:cNvSpPr/>
              <p:nvPr userDrawn="1"/>
            </p:nvSpPr>
            <p:spPr>
              <a:xfrm>
                <a:off x="8207376" y="2879725"/>
                <a:ext cx="520700" cy="284163"/>
              </a:xfrm>
              <a:custGeom>
                <a:avLst/>
                <a:gdLst/>
                <a:ahLst/>
                <a:cxnLst>
                  <a:cxn ang="0">
                    <a:pos x="520700" y="171819"/>
                  </a:cxn>
                  <a:cxn ang="0">
                    <a:pos x="309783" y="9912"/>
                  </a:cxn>
                  <a:cxn ang="0">
                    <a:pos x="141709" y="23129"/>
                  </a:cxn>
                  <a:cxn ang="0">
                    <a:pos x="9886" y="148689"/>
                  </a:cxn>
                  <a:cxn ang="0">
                    <a:pos x="46137" y="158602"/>
                  </a:cxn>
                  <a:cxn ang="0">
                    <a:pos x="98867" y="132168"/>
                  </a:cxn>
                  <a:cxn ang="0">
                    <a:pos x="141709" y="99126"/>
                  </a:cxn>
                  <a:cxn ang="0">
                    <a:pos x="204325" y="85909"/>
                  </a:cxn>
                  <a:cxn ang="0">
                    <a:pos x="115344" y="135473"/>
                  </a:cxn>
                  <a:cxn ang="0">
                    <a:pos x="46137" y="201557"/>
                  </a:cxn>
                  <a:cxn ang="0">
                    <a:pos x="85684" y="214774"/>
                  </a:cxn>
                  <a:cxn ang="0">
                    <a:pos x="161482" y="168515"/>
                  </a:cxn>
                  <a:cxn ang="0">
                    <a:pos x="224098" y="148689"/>
                  </a:cxn>
                  <a:cxn ang="0">
                    <a:pos x="257054" y="194949"/>
                  </a:cxn>
                  <a:cxn ang="0">
                    <a:pos x="398763" y="274250"/>
                  </a:cxn>
                  <a:cxn ang="0">
                    <a:pos x="520700" y="171819"/>
                  </a:cxn>
                </a:cxnLst>
                <a:rect l="0" t="0" r="0" b="0"/>
                <a:pathLst>
                  <a:path w="158" h="86">
                    <a:moveTo>
                      <a:pt x="158" y="52"/>
                    </a:moveTo>
                    <a:cubicBezTo>
                      <a:pt x="149" y="48"/>
                      <a:pt x="98" y="5"/>
                      <a:pt x="94" y="3"/>
                    </a:cubicBezTo>
                    <a:cubicBezTo>
                      <a:pt x="90" y="0"/>
                      <a:pt x="47" y="4"/>
                      <a:pt x="43" y="7"/>
                    </a:cubicBezTo>
                    <a:cubicBezTo>
                      <a:pt x="39" y="10"/>
                      <a:pt x="0" y="43"/>
                      <a:pt x="3" y="45"/>
                    </a:cubicBezTo>
                    <a:cubicBezTo>
                      <a:pt x="6" y="47"/>
                      <a:pt x="8" y="48"/>
                      <a:pt x="14" y="48"/>
                    </a:cubicBezTo>
                    <a:cubicBezTo>
                      <a:pt x="20" y="49"/>
                      <a:pt x="30" y="40"/>
                      <a:pt x="30" y="40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62" y="26"/>
                      <a:pt x="62" y="26"/>
                      <a:pt x="62" y="26"/>
                    </a:cubicBezTo>
                    <a:cubicBezTo>
                      <a:pt x="56" y="27"/>
                      <a:pt x="37" y="38"/>
                      <a:pt x="35" y="41"/>
                    </a:cubicBezTo>
                    <a:cubicBezTo>
                      <a:pt x="27" y="50"/>
                      <a:pt x="13" y="61"/>
                      <a:pt x="14" y="61"/>
                    </a:cubicBezTo>
                    <a:cubicBezTo>
                      <a:pt x="14" y="62"/>
                      <a:pt x="19" y="64"/>
                      <a:pt x="26" y="65"/>
                    </a:cubicBezTo>
                    <a:cubicBezTo>
                      <a:pt x="32" y="66"/>
                      <a:pt x="49" y="51"/>
                      <a:pt x="49" y="51"/>
                    </a:cubicBezTo>
                    <a:cubicBezTo>
                      <a:pt x="50" y="50"/>
                      <a:pt x="64" y="46"/>
                      <a:pt x="68" y="45"/>
                    </a:cubicBezTo>
                    <a:cubicBezTo>
                      <a:pt x="68" y="46"/>
                      <a:pt x="78" y="58"/>
                      <a:pt x="78" y="59"/>
                    </a:cubicBezTo>
                    <a:cubicBezTo>
                      <a:pt x="101" y="86"/>
                      <a:pt x="122" y="81"/>
                      <a:pt x="121" y="83"/>
                    </a:cubicBezTo>
                    <a:lnTo>
                      <a:pt x="158" y="52"/>
                    </a:lnTo>
                    <a:close/>
                  </a:path>
                </a:pathLst>
              </a:custGeom>
              <a:solidFill>
                <a:srgbClr val="FAC7B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1" name="Freeform 118"/>
              <p:cNvSpPr/>
              <p:nvPr userDrawn="1"/>
            </p:nvSpPr>
            <p:spPr>
              <a:xfrm>
                <a:off x="8177213" y="2851150"/>
                <a:ext cx="339725" cy="104775"/>
              </a:xfrm>
              <a:custGeom>
                <a:avLst/>
                <a:gdLst/>
                <a:ahLst/>
                <a:cxnLst>
                  <a:cxn ang="0">
                    <a:pos x="339725" y="39290"/>
                  </a:cxn>
                  <a:cxn ang="0">
                    <a:pos x="178108" y="6548"/>
                  </a:cxn>
                  <a:cxn ang="0">
                    <a:pos x="19789" y="65484"/>
                  </a:cxn>
                  <a:cxn ang="0">
                    <a:pos x="85755" y="81855"/>
                  </a:cxn>
                  <a:cxn ang="0">
                    <a:pos x="174809" y="68758"/>
                  </a:cxn>
                  <a:cxn ang="0">
                    <a:pos x="293548" y="101500"/>
                  </a:cxn>
                  <a:cxn ang="0">
                    <a:pos x="339725" y="39290"/>
                  </a:cxn>
                </a:cxnLst>
                <a:rect l="0" t="0" r="0" b="0"/>
                <a:pathLst>
                  <a:path w="103" h="32">
                    <a:moveTo>
                      <a:pt x="103" y="12"/>
                    </a:moveTo>
                    <a:cubicBezTo>
                      <a:pt x="100" y="10"/>
                      <a:pt x="64" y="0"/>
                      <a:pt x="54" y="2"/>
                    </a:cubicBezTo>
                    <a:cubicBezTo>
                      <a:pt x="43" y="5"/>
                      <a:pt x="0" y="14"/>
                      <a:pt x="6" y="20"/>
                    </a:cubicBezTo>
                    <a:cubicBezTo>
                      <a:pt x="11" y="25"/>
                      <a:pt x="25" y="24"/>
                      <a:pt x="26" y="25"/>
                    </a:cubicBezTo>
                    <a:cubicBezTo>
                      <a:pt x="27" y="25"/>
                      <a:pt x="52" y="20"/>
                      <a:pt x="53" y="21"/>
                    </a:cubicBezTo>
                    <a:cubicBezTo>
                      <a:pt x="55" y="22"/>
                      <a:pt x="88" y="32"/>
                      <a:pt x="89" y="31"/>
                    </a:cubicBezTo>
                    <a:cubicBezTo>
                      <a:pt x="90" y="30"/>
                      <a:pt x="103" y="12"/>
                      <a:pt x="103" y="12"/>
                    </a:cubicBezTo>
                    <a:close/>
                  </a:path>
                </a:pathLst>
              </a:custGeom>
              <a:solidFill>
                <a:srgbClr val="FAC7B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2" name="Freeform 119"/>
              <p:cNvSpPr/>
              <p:nvPr userDrawn="1"/>
            </p:nvSpPr>
            <p:spPr>
              <a:xfrm>
                <a:off x="8528051" y="2976563"/>
                <a:ext cx="138113" cy="239713"/>
              </a:xfrm>
              <a:custGeom>
                <a:avLst/>
                <a:gdLst/>
                <a:ahLst/>
                <a:cxnLst>
                  <a:cxn ang="0">
                    <a:pos x="62479" y="239713"/>
                  </a:cxn>
                  <a:cxn ang="0">
                    <a:pos x="0" y="229861"/>
                  </a:cxn>
                  <a:cxn ang="0">
                    <a:pos x="85498" y="0"/>
                  </a:cxn>
                  <a:cxn ang="0">
                    <a:pos x="138113" y="29553"/>
                  </a:cxn>
                  <a:cxn ang="0">
                    <a:pos x="62479" y="239713"/>
                  </a:cxn>
                </a:cxnLst>
                <a:rect l="0" t="0" r="0" b="0"/>
                <a:pathLst>
                  <a:path w="42" h="73">
                    <a:moveTo>
                      <a:pt x="19" y="73"/>
                    </a:moveTo>
                    <a:cubicBezTo>
                      <a:pt x="18" y="72"/>
                      <a:pt x="0" y="70"/>
                      <a:pt x="0" y="70"/>
                    </a:cubicBezTo>
                    <a:cubicBezTo>
                      <a:pt x="0" y="70"/>
                      <a:pt x="25" y="0"/>
                      <a:pt x="26" y="0"/>
                    </a:cubicBezTo>
                    <a:cubicBezTo>
                      <a:pt x="26" y="1"/>
                      <a:pt x="42" y="9"/>
                      <a:pt x="42" y="9"/>
                    </a:cubicBezTo>
                    <a:lnTo>
                      <a:pt x="19" y="7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3" name="Freeform 120"/>
              <p:cNvSpPr/>
              <p:nvPr userDrawn="1"/>
            </p:nvSpPr>
            <p:spPr>
              <a:xfrm>
                <a:off x="8524876" y="2557463"/>
                <a:ext cx="1371600" cy="1035050"/>
              </a:xfrm>
              <a:custGeom>
                <a:avLst/>
                <a:gdLst/>
                <a:ahLst/>
                <a:cxnLst>
                  <a:cxn ang="0">
                    <a:pos x="1121019" y="82408"/>
                  </a:cxn>
                  <a:cxn ang="0">
                    <a:pos x="751742" y="718601"/>
                  </a:cxn>
                  <a:cxn ang="0">
                    <a:pos x="95616" y="474672"/>
                  </a:cxn>
                  <a:cxn ang="0">
                    <a:pos x="0" y="738379"/>
                  </a:cxn>
                  <a:cxn ang="0">
                    <a:pos x="794604" y="1035050"/>
                  </a:cxn>
                  <a:cxn ang="0">
                    <a:pos x="1358411" y="194483"/>
                  </a:cxn>
                  <a:cxn ang="0">
                    <a:pos x="1121019" y="82408"/>
                  </a:cxn>
                </a:cxnLst>
                <a:rect l="0" t="0" r="0" b="0"/>
                <a:pathLst>
                  <a:path w="416" h="314">
                    <a:moveTo>
                      <a:pt x="340" y="25"/>
                    </a:moveTo>
                    <a:cubicBezTo>
                      <a:pt x="340" y="25"/>
                      <a:pt x="228" y="218"/>
                      <a:pt x="228" y="218"/>
                    </a:cubicBezTo>
                    <a:cubicBezTo>
                      <a:pt x="134" y="178"/>
                      <a:pt x="29" y="143"/>
                      <a:pt x="29" y="14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1" y="224"/>
                      <a:pt x="130" y="272"/>
                      <a:pt x="241" y="314"/>
                    </a:cubicBezTo>
                    <a:cubicBezTo>
                      <a:pt x="272" y="304"/>
                      <a:pt x="406" y="137"/>
                      <a:pt x="412" y="59"/>
                    </a:cubicBezTo>
                    <a:cubicBezTo>
                      <a:pt x="416" y="11"/>
                      <a:pt x="377" y="0"/>
                      <a:pt x="340" y="25"/>
                    </a:cubicBezTo>
                    <a:close/>
                  </a:path>
                </a:pathLst>
              </a:custGeom>
              <a:solidFill>
                <a:srgbClr val="3938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4" name="Freeform 121"/>
              <p:cNvSpPr/>
              <p:nvPr userDrawn="1"/>
            </p:nvSpPr>
            <p:spPr>
              <a:xfrm>
                <a:off x="5286376" y="2043113"/>
                <a:ext cx="1454150" cy="1531938"/>
              </a:xfrm>
              <a:custGeom>
                <a:avLst/>
                <a:gdLst/>
                <a:ahLst/>
                <a:cxnLst>
                  <a:cxn ang="0">
                    <a:pos x="23081" y="1512171"/>
                  </a:cxn>
                  <a:cxn ang="0">
                    <a:pos x="52758" y="405222"/>
                  </a:cxn>
                  <a:cxn ang="0">
                    <a:pos x="501203" y="46122"/>
                  </a:cxn>
                  <a:cxn ang="0">
                    <a:pos x="725426" y="0"/>
                  </a:cxn>
                  <a:cxn ang="0">
                    <a:pos x="952946" y="46122"/>
                  </a:cxn>
                  <a:cxn ang="0">
                    <a:pos x="1398094" y="405222"/>
                  </a:cxn>
                  <a:cxn ang="0">
                    <a:pos x="1427770" y="1512171"/>
                  </a:cxn>
                  <a:cxn ang="0">
                    <a:pos x="725426" y="1531938"/>
                  </a:cxn>
                  <a:cxn ang="0">
                    <a:pos x="23081" y="1512171"/>
                  </a:cxn>
                </a:cxnLst>
                <a:rect l="0" t="0" r="0" b="0"/>
                <a:pathLst>
                  <a:path w="441" h="465">
                    <a:moveTo>
                      <a:pt x="7" y="459"/>
                    </a:moveTo>
                    <a:cubicBezTo>
                      <a:pt x="7" y="438"/>
                      <a:pt x="0" y="182"/>
                      <a:pt x="16" y="123"/>
                    </a:cubicBezTo>
                    <a:cubicBezTo>
                      <a:pt x="33" y="65"/>
                      <a:pt x="88" y="29"/>
                      <a:pt x="152" y="14"/>
                    </a:cubicBezTo>
                    <a:cubicBezTo>
                      <a:pt x="170" y="10"/>
                      <a:pt x="194" y="4"/>
                      <a:pt x="220" y="0"/>
                    </a:cubicBezTo>
                    <a:cubicBezTo>
                      <a:pt x="246" y="4"/>
                      <a:pt x="270" y="10"/>
                      <a:pt x="289" y="14"/>
                    </a:cubicBezTo>
                    <a:cubicBezTo>
                      <a:pt x="352" y="29"/>
                      <a:pt x="407" y="65"/>
                      <a:pt x="424" y="123"/>
                    </a:cubicBezTo>
                    <a:cubicBezTo>
                      <a:pt x="441" y="182"/>
                      <a:pt x="433" y="438"/>
                      <a:pt x="433" y="459"/>
                    </a:cubicBezTo>
                    <a:cubicBezTo>
                      <a:pt x="220" y="465"/>
                      <a:pt x="220" y="465"/>
                      <a:pt x="220" y="465"/>
                    </a:cubicBezTo>
                    <a:lnTo>
                      <a:pt x="7" y="459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5" name="Freeform 122"/>
              <p:cNvSpPr/>
              <p:nvPr userDrawn="1"/>
            </p:nvSpPr>
            <p:spPr>
              <a:xfrm>
                <a:off x="5408613" y="2435225"/>
                <a:ext cx="1179513" cy="1598613"/>
              </a:xfrm>
              <a:custGeom>
                <a:avLst/>
                <a:gdLst/>
                <a:ahLst/>
                <a:cxnLst>
                  <a:cxn ang="0">
                    <a:pos x="207567" y="79106"/>
                  </a:cxn>
                  <a:cxn ang="0">
                    <a:pos x="29652" y="184582"/>
                  </a:cxn>
                  <a:cxn ang="0">
                    <a:pos x="118610" y="1272298"/>
                  </a:cxn>
                  <a:cxn ang="0">
                    <a:pos x="230631" y="1529394"/>
                  </a:cxn>
                  <a:cxn ang="0">
                    <a:pos x="589756" y="1598613"/>
                  </a:cxn>
                  <a:cxn ang="0">
                    <a:pos x="589756" y="1598613"/>
                  </a:cxn>
                  <a:cxn ang="0">
                    <a:pos x="948881" y="1529394"/>
                  </a:cxn>
                  <a:cxn ang="0">
                    <a:pos x="1060902" y="1272298"/>
                  </a:cxn>
                  <a:cxn ang="0">
                    <a:pos x="1149860" y="184582"/>
                  </a:cxn>
                  <a:cxn ang="0">
                    <a:pos x="971945" y="79106"/>
                  </a:cxn>
                  <a:cxn ang="0">
                    <a:pos x="853334" y="16480"/>
                  </a:cxn>
                  <a:cxn ang="0">
                    <a:pos x="589756" y="72514"/>
                  </a:cxn>
                  <a:cxn ang="0">
                    <a:pos x="589756" y="72514"/>
                  </a:cxn>
                  <a:cxn ang="0">
                    <a:pos x="359125" y="16480"/>
                  </a:cxn>
                  <a:cxn ang="0">
                    <a:pos x="316293" y="49441"/>
                  </a:cxn>
                  <a:cxn ang="0">
                    <a:pos x="207567" y="79106"/>
                  </a:cxn>
                </a:cxnLst>
                <a:rect l="0" t="0" r="0" b="0"/>
                <a:pathLst>
                  <a:path w="358" h="485">
                    <a:moveTo>
                      <a:pt x="63" y="24"/>
                    </a:moveTo>
                    <a:cubicBezTo>
                      <a:pt x="52" y="32"/>
                      <a:pt x="18" y="37"/>
                      <a:pt x="9" y="56"/>
                    </a:cubicBezTo>
                    <a:cubicBezTo>
                      <a:pt x="0" y="75"/>
                      <a:pt x="31" y="320"/>
                      <a:pt x="36" y="386"/>
                    </a:cubicBezTo>
                    <a:cubicBezTo>
                      <a:pt x="41" y="453"/>
                      <a:pt x="55" y="443"/>
                      <a:pt x="70" y="464"/>
                    </a:cubicBezTo>
                    <a:cubicBezTo>
                      <a:pt x="79" y="478"/>
                      <a:pt x="129" y="485"/>
                      <a:pt x="179" y="485"/>
                    </a:cubicBezTo>
                    <a:cubicBezTo>
                      <a:pt x="179" y="485"/>
                      <a:pt x="179" y="485"/>
                      <a:pt x="179" y="485"/>
                    </a:cubicBezTo>
                    <a:cubicBezTo>
                      <a:pt x="229" y="485"/>
                      <a:pt x="279" y="478"/>
                      <a:pt x="288" y="464"/>
                    </a:cubicBezTo>
                    <a:cubicBezTo>
                      <a:pt x="303" y="443"/>
                      <a:pt x="317" y="453"/>
                      <a:pt x="322" y="386"/>
                    </a:cubicBezTo>
                    <a:cubicBezTo>
                      <a:pt x="327" y="320"/>
                      <a:pt x="358" y="75"/>
                      <a:pt x="349" y="56"/>
                    </a:cubicBezTo>
                    <a:cubicBezTo>
                      <a:pt x="340" y="37"/>
                      <a:pt x="306" y="32"/>
                      <a:pt x="295" y="24"/>
                    </a:cubicBezTo>
                    <a:cubicBezTo>
                      <a:pt x="291" y="22"/>
                      <a:pt x="279" y="11"/>
                      <a:pt x="259" y="5"/>
                    </a:cubicBezTo>
                    <a:cubicBezTo>
                      <a:pt x="238" y="0"/>
                      <a:pt x="202" y="21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57" y="21"/>
                      <a:pt x="129" y="4"/>
                      <a:pt x="109" y="5"/>
                    </a:cubicBezTo>
                    <a:cubicBezTo>
                      <a:pt x="103" y="5"/>
                      <a:pt x="101" y="14"/>
                      <a:pt x="96" y="15"/>
                    </a:cubicBezTo>
                    <a:cubicBezTo>
                      <a:pt x="79" y="20"/>
                      <a:pt x="66" y="23"/>
                      <a:pt x="63" y="24"/>
                    </a:cubicBezTo>
                    <a:close/>
                  </a:path>
                </a:pathLst>
              </a:custGeom>
              <a:solidFill>
                <a:srgbClr val="DFE9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6" name="Freeform 123"/>
              <p:cNvSpPr/>
              <p:nvPr userDrawn="1"/>
            </p:nvSpPr>
            <p:spPr>
              <a:xfrm>
                <a:off x="6081713" y="2452688"/>
                <a:ext cx="530225" cy="1587500"/>
              </a:xfrm>
              <a:custGeom>
                <a:avLst/>
                <a:gdLst/>
                <a:ahLst/>
                <a:cxnLst>
                  <a:cxn ang="0">
                    <a:pos x="181132" y="0"/>
                  </a:cxn>
                  <a:cxn ang="0">
                    <a:pos x="0" y="1587500"/>
                  </a:cxn>
                  <a:cxn ang="0">
                    <a:pos x="451185" y="1538096"/>
                  </a:cxn>
                  <a:cxn ang="0">
                    <a:pos x="530225" y="95513"/>
                  </a:cxn>
                  <a:cxn ang="0">
                    <a:pos x="181132" y="0"/>
                  </a:cxn>
                </a:cxnLst>
                <a:rect l="0" t="0" r="0" b="0"/>
                <a:pathLst>
                  <a:path w="161" h="482">
                    <a:moveTo>
                      <a:pt x="55" y="0"/>
                    </a:moveTo>
                    <a:cubicBezTo>
                      <a:pt x="55" y="21"/>
                      <a:pt x="0" y="482"/>
                      <a:pt x="0" y="482"/>
                    </a:cubicBezTo>
                    <a:cubicBezTo>
                      <a:pt x="0" y="482"/>
                      <a:pt x="139" y="477"/>
                      <a:pt x="137" y="467"/>
                    </a:cubicBezTo>
                    <a:cubicBezTo>
                      <a:pt x="136" y="457"/>
                      <a:pt x="161" y="29"/>
                      <a:pt x="161" y="29"/>
                    </a:cubicBez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7" name="Freeform 124"/>
              <p:cNvSpPr/>
              <p:nvPr userDrawn="1"/>
            </p:nvSpPr>
            <p:spPr>
              <a:xfrm>
                <a:off x="6499226" y="2759075"/>
                <a:ext cx="57150" cy="573088"/>
              </a:xfrm>
              <a:custGeom>
                <a:avLst/>
                <a:gdLst/>
                <a:ahLst/>
                <a:cxnLst>
                  <a:cxn ang="0">
                    <a:pos x="20170" y="0"/>
                  </a:cxn>
                  <a:cxn ang="0">
                    <a:pos x="0" y="569794"/>
                  </a:cxn>
                  <a:cxn ang="0">
                    <a:pos x="57150" y="573088"/>
                  </a:cxn>
                  <a:cxn ang="0">
                    <a:pos x="20170" y="0"/>
                  </a:cxn>
                </a:cxnLst>
                <a:rect l="0" t="0" r="0" b="0"/>
                <a:pathLst>
                  <a:path w="17" h="174">
                    <a:moveTo>
                      <a:pt x="6" y="0"/>
                    </a:moveTo>
                    <a:cubicBezTo>
                      <a:pt x="3" y="0"/>
                      <a:pt x="0" y="173"/>
                      <a:pt x="0" y="173"/>
                    </a:cubicBezTo>
                    <a:cubicBezTo>
                      <a:pt x="17" y="174"/>
                      <a:pt x="17" y="174"/>
                      <a:pt x="17" y="17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7373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8" name="Freeform 125"/>
              <p:cNvSpPr/>
              <p:nvPr userDrawn="1"/>
            </p:nvSpPr>
            <p:spPr>
              <a:xfrm>
                <a:off x="6499226" y="2541588"/>
                <a:ext cx="238125" cy="776288"/>
              </a:xfrm>
              <a:custGeom>
                <a:avLst/>
                <a:gdLst/>
                <a:ahLst/>
                <a:cxnLst>
                  <a:cxn ang="0">
                    <a:pos x="0" y="29604"/>
                  </a:cxn>
                  <a:cxn ang="0">
                    <a:pos x="76067" y="0"/>
                  </a:cxn>
                  <a:cxn ang="0">
                    <a:pos x="168671" y="9868"/>
                  </a:cxn>
                  <a:cxn ang="0">
                    <a:pos x="224895" y="213808"/>
                  </a:cxn>
                  <a:cxn ang="0">
                    <a:pos x="234817" y="746683"/>
                  </a:cxn>
                  <a:cxn ang="0">
                    <a:pos x="33072" y="766419"/>
                  </a:cxn>
                  <a:cxn ang="0">
                    <a:pos x="0" y="29604"/>
                  </a:cxn>
                </a:cxnLst>
                <a:rect l="0" t="0" r="0" b="0"/>
                <a:pathLst>
                  <a:path w="72" h="236">
                    <a:moveTo>
                      <a:pt x="0" y="9"/>
                    </a:moveTo>
                    <a:cubicBezTo>
                      <a:pt x="2" y="5"/>
                      <a:pt x="23" y="0"/>
                      <a:pt x="23" y="0"/>
                    </a:cubicBezTo>
                    <a:cubicBezTo>
                      <a:pt x="51" y="3"/>
                      <a:pt x="51" y="3"/>
                      <a:pt x="51" y="3"/>
                    </a:cubicBezTo>
                    <a:cubicBezTo>
                      <a:pt x="70" y="6"/>
                      <a:pt x="67" y="39"/>
                      <a:pt x="68" y="65"/>
                    </a:cubicBezTo>
                    <a:cubicBezTo>
                      <a:pt x="69" y="118"/>
                      <a:pt x="71" y="221"/>
                      <a:pt x="71" y="227"/>
                    </a:cubicBezTo>
                    <a:cubicBezTo>
                      <a:pt x="72" y="236"/>
                      <a:pt x="10" y="233"/>
                      <a:pt x="10" y="233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19" name="Freeform 126"/>
              <p:cNvSpPr/>
              <p:nvPr userDrawn="1"/>
            </p:nvSpPr>
            <p:spPr>
              <a:xfrm>
                <a:off x="6137276" y="2452688"/>
                <a:ext cx="303213" cy="1103313"/>
              </a:xfrm>
              <a:custGeom>
                <a:avLst/>
                <a:gdLst/>
                <a:ahLst/>
                <a:cxnLst>
                  <a:cxn ang="0">
                    <a:pos x="303213" y="128587"/>
                  </a:cxn>
                  <a:cxn ang="0">
                    <a:pos x="198437" y="441325"/>
                  </a:cxn>
                  <a:cxn ang="0">
                    <a:pos x="115887" y="434975"/>
                  </a:cxn>
                  <a:cxn ang="0">
                    <a:pos x="193675" y="506412"/>
                  </a:cxn>
                  <a:cxn ang="0">
                    <a:pos x="0" y="1103313"/>
                  </a:cxn>
                  <a:cxn ang="0">
                    <a:pos x="82550" y="15875"/>
                  </a:cxn>
                  <a:cxn ang="0">
                    <a:pos x="125412" y="0"/>
                  </a:cxn>
                  <a:cxn ang="0">
                    <a:pos x="303213" y="128587"/>
                  </a:cxn>
                </a:cxnLst>
                <a:rect l="0" t="0" r="0" b="0"/>
                <a:pathLst>
                  <a:path w="191" h="695">
                    <a:moveTo>
                      <a:pt x="191" y="81"/>
                    </a:moveTo>
                    <a:lnTo>
                      <a:pt x="125" y="278"/>
                    </a:lnTo>
                    <a:lnTo>
                      <a:pt x="73" y="274"/>
                    </a:lnTo>
                    <a:lnTo>
                      <a:pt x="122" y="319"/>
                    </a:lnTo>
                    <a:lnTo>
                      <a:pt x="0" y="695"/>
                    </a:lnTo>
                    <a:lnTo>
                      <a:pt x="52" y="10"/>
                    </a:lnTo>
                    <a:lnTo>
                      <a:pt x="79" y="0"/>
                    </a:lnTo>
                    <a:lnTo>
                      <a:pt x="191" y="81"/>
                    </a:lnTo>
                    <a:close/>
                  </a:path>
                </a:pathLst>
              </a:custGeom>
              <a:solidFill>
                <a:srgbClr val="4B4A4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0" name="Freeform 127"/>
              <p:cNvSpPr/>
              <p:nvPr userDrawn="1"/>
            </p:nvSpPr>
            <p:spPr>
              <a:xfrm>
                <a:off x="5873751" y="2725738"/>
                <a:ext cx="260350" cy="1069975"/>
              </a:xfrm>
              <a:custGeom>
                <a:avLst/>
                <a:gdLst/>
                <a:ahLst/>
                <a:cxnLst>
                  <a:cxn ang="0">
                    <a:pos x="131762" y="1069975"/>
                  </a:cxn>
                  <a:cxn ang="0">
                    <a:pos x="0" y="885825"/>
                  </a:cxn>
                  <a:cxn ang="0">
                    <a:pos x="88900" y="0"/>
                  </a:cxn>
                  <a:cxn ang="0">
                    <a:pos x="196850" y="0"/>
                  </a:cxn>
                  <a:cxn ang="0">
                    <a:pos x="260350" y="889000"/>
                  </a:cxn>
                  <a:cxn ang="0">
                    <a:pos x="131762" y="1069975"/>
                  </a:cxn>
                </a:cxnLst>
                <a:rect l="0" t="0" r="0" b="0"/>
                <a:pathLst>
                  <a:path w="164" h="674">
                    <a:moveTo>
                      <a:pt x="83" y="674"/>
                    </a:moveTo>
                    <a:lnTo>
                      <a:pt x="0" y="558"/>
                    </a:lnTo>
                    <a:lnTo>
                      <a:pt x="56" y="0"/>
                    </a:lnTo>
                    <a:lnTo>
                      <a:pt x="124" y="0"/>
                    </a:lnTo>
                    <a:lnTo>
                      <a:pt x="164" y="560"/>
                    </a:lnTo>
                    <a:lnTo>
                      <a:pt x="83" y="674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1" name="Freeform 128"/>
              <p:cNvSpPr/>
              <p:nvPr userDrawn="1"/>
            </p:nvSpPr>
            <p:spPr>
              <a:xfrm>
                <a:off x="5414963" y="2444750"/>
                <a:ext cx="534988" cy="1589088"/>
              </a:xfrm>
              <a:custGeom>
                <a:avLst/>
                <a:gdLst/>
                <a:ahLst/>
                <a:cxnLst>
                  <a:cxn ang="0">
                    <a:pos x="353356" y="0"/>
                  </a:cxn>
                  <a:cxn ang="0">
                    <a:pos x="534988" y="1589088"/>
                  </a:cxn>
                  <a:cxn ang="0">
                    <a:pos x="79257" y="1539635"/>
                  </a:cxn>
                  <a:cxn ang="0">
                    <a:pos x="0" y="95609"/>
                  </a:cxn>
                  <a:cxn ang="0">
                    <a:pos x="353356" y="0"/>
                  </a:cxn>
                </a:cxnLst>
                <a:rect l="0" t="0" r="0" b="0"/>
                <a:pathLst>
                  <a:path w="162" h="482">
                    <a:moveTo>
                      <a:pt x="107" y="0"/>
                    </a:moveTo>
                    <a:cubicBezTo>
                      <a:pt x="107" y="20"/>
                      <a:pt x="162" y="482"/>
                      <a:pt x="162" y="482"/>
                    </a:cubicBezTo>
                    <a:cubicBezTo>
                      <a:pt x="162" y="482"/>
                      <a:pt x="23" y="477"/>
                      <a:pt x="24" y="467"/>
                    </a:cubicBezTo>
                    <a:cubicBezTo>
                      <a:pt x="26" y="456"/>
                      <a:pt x="0" y="29"/>
                      <a:pt x="0" y="29"/>
                    </a:cubicBezTo>
                    <a:lnTo>
                      <a:pt x="107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2" name="Freeform 129"/>
              <p:cNvSpPr/>
              <p:nvPr userDrawn="1"/>
            </p:nvSpPr>
            <p:spPr>
              <a:xfrm>
                <a:off x="5576888" y="2444750"/>
                <a:ext cx="315913" cy="1104900"/>
              </a:xfrm>
              <a:custGeom>
                <a:avLst/>
                <a:gdLst/>
                <a:ahLst/>
                <a:cxnLst>
                  <a:cxn ang="0">
                    <a:pos x="0" y="128587"/>
                  </a:cxn>
                  <a:cxn ang="0">
                    <a:pos x="115887" y="442912"/>
                  </a:cxn>
                  <a:cxn ang="0">
                    <a:pos x="196850" y="431800"/>
                  </a:cxn>
                  <a:cxn ang="0">
                    <a:pos x="122237" y="508000"/>
                  </a:cxn>
                  <a:cxn ang="0">
                    <a:pos x="315913" y="1104900"/>
                  </a:cxn>
                  <a:cxn ang="0">
                    <a:pos x="247650" y="7937"/>
                  </a:cxn>
                  <a:cxn ang="0">
                    <a:pos x="190500" y="0"/>
                  </a:cxn>
                  <a:cxn ang="0">
                    <a:pos x="0" y="128587"/>
                  </a:cxn>
                </a:cxnLst>
                <a:rect l="0" t="0" r="0" b="0"/>
                <a:pathLst>
                  <a:path w="199" h="696">
                    <a:moveTo>
                      <a:pt x="0" y="81"/>
                    </a:moveTo>
                    <a:lnTo>
                      <a:pt x="73" y="279"/>
                    </a:lnTo>
                    <a:lnTo>
                      <a:pt x="124" y="272"/>
                    </a:lnTo>
                    <a:lnTo>
                      <a:pt x="77" y="320"/>
                    </a:lnTo>
                    <a:lnTo>
                      <a:pt x="199" y="696"/>
                    </a:lnTo>
                    <a:lnTo>
                      <a:pt x="156" y="5"/>
                    </a:lnTo>
                    <a:lnTo>
                      <a:pt x="120" y="0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4B4A4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3" name="Freeform 130"/>
              <p:cNvSpPr/>
              <p:nvPr userDrawn="1"/>
            </p:nvSpPr>
            <p:spPr>
              <a:xfrm>
                <a:off x="5788026" y="2370138"/>
                <a:ext cx="438150" cy="168275"/>
              </a:xfrm>
              <a:custGeom>
                <a:avLst/>
                <a:gdLst/>
                <a:ahLst/>
                <a:cxnLst>
                  <a:cxn ang="0">
                    <a:pos x="0" y="6350"/>
                  </a:cxn>
                  <a:cxn ang="0">
                    <a:pos x="438150" y="0"/>
                  </a:cxn>
                  <a:cxn ang="0">
                    <a:pos x="404812" y="168275"/>
                  </a:cxn>
                  <a:cxn ang="0">
                    <a:pos x="42862" y="168275"/>
                  </a:cxn>
                  <a:cxn ang="0">
                    <a:pos x="0" y="6350"/>
                  </a:cxn>
                </a:cxnLst>
                <a:rect l="0" t="0" r="0" b="0"/>
                <a:pathLst>
                  <a:path w="276" h="106">
                    <a:moveTo>
                      <a:pt x="0" y="4"/>
                    </a:moveTo>
                    <a:lnTo>
                      <a:pt x="276" y="0"/>
                    </a:lnTo>
                    <a:lnTo>
                      <a:pt x="255" y="106"/>
                    </a:lnTo>
                    <a:lnTo>
                      <a:pt x="27" y="106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2949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4" name="Rectangle 131"/>
              <p:cNvSpPr/>
              <p:nvPr userDrawn="1"/>
            </p:nvSpPr>
            <p:spPr>
              <a:xfrm>
                <a:off x="5856288" y="2263775"/>
                <a:ext cx="290513" cy="296863"/>
              </a:xfrm>
              <a:prstGeom prst="rect">
                <a:avLst/>
              </a:prstGeom>
              <a:solidFill>
                <a:srgbClr val="FAC3AA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5" name="Freeform 132"/>
              <p:cNvSpPr/>
              <p:nvPr userDrawn="1"/>
            </p:nvSpPr>
            <p:spPr>
              <a:xfrm>
                <a:off x="6057901" y="2370138"/>
                <a:ext cx="204788" cy="342900"/>
              </a:xfrm>
              <a:custGeom>
                <a:avLst/>
                <a:gdLst/>
                <a:ahLst/>
                <a:cxnLst>
                  <a:cxn ang="0">
                    <a:pos x="0" y="187325"/>
                  </a:cxn>
                  <a:cxn ang="0">
                    <a:pos x="76200" y="342900"/>
                  </a:cxn>
                  <a:cxn ang="0">
                    <a:pos x="204788" y="82550"/>
                  </a:cxn>
                  <a:cxn ang="0">
                    <a:pos x="168275" y="0"/>
                  </a:cxn>
                  <a:cxn ang="0">
                    <a:pos x="0" y="187325"/>
                  </a:cxn>
                </a:cxnLst>
                <a:rect l="0" t="0" r="0" b="0"/>
                <a:pathLst>
                  <a:path w="129" h="216">
                    <a:moveTo>
                      <a:pt x="0" y="118"/>
                    </a:moveTo>
                    <a:lnTo>
                      <a:pt x="48" y="216"/>
                    </a:lnTo>
                    <a:lnTo>
                      <a:pt x="129" y="52"/>
                    </a:lnTo>
                    <a:lnTo>
                      <a:pt x="106" y="0"/>
                    </a:lnTo>
                    <a:lnTo>
                      <a:pt x="0" y="118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6" name="Freeform 133"/>
              <p:cNvSpPr/>
              <p:nvPr userDrawn="1"/>
            </p:nvSpPr>
            <p:spPr>
              <a:xfrm>
                <a:off x="5761038" y="2376488"/>
                <a:ext cx="204788" cy="336550"/>
              </a:xfrm>
              <a:custGeom>
                <a:avLst/>
                <a:gdLst/>
                <a:ahLst/>
                <a:cxnLst>
                  <a:cxn ang="0">
                    <a:pos x="204788" y="180975"/>
                  </a:cxn>
                  <a:cxn ang="0">
                    <a:pos x="131762" y="336550"/>
                  </a:cxn>
                  <a:cxn ang="0">
                    <a:pos x="0" y="79375"/>
                  </a:cxn>
                  <a:cxn ang="0">
                    <a:pos x="26987" y="0"/>
                  </a:cxn>
                  <a:cxn ang="0">
                    <a:pos x="204788" y="180975"/>
                  </a:cxn>
                </a:cxnLst>
                <a:rect l="0" t="0" r="0" b="0"/>
                <a:pathLst>
                  <a:path w="129" h="212">
                    <a:moveTo>
                      <a:pt x="129" y="114"/>
                    </a:moveTo>
                    <a:lnTo>
                      <a:pt x="83" y="212"/>
                    </a:lnTo>
                    <a:lnTo>
                      <a:pt x="0" y="50"/>
                    </a:lnTo>
                    <a:lnTo>
                      <a:pt x="17" y="0"/>
                    </a:lnTo>
                    <a:lnTo>
                      <a:pt x="129" y="114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7" name="Freeform 134"/>
              <p:cNvSpPr/>
              <p:nvPr userDrawn="1"/>
            </p:nvSpPr>
            <p:spPr>
              <a:xfrm>
                <a:off x="5916613" y="2557463"/>
                <a:ext cx="190500" cy="184150"/>
              </a:xfrm>
              <a:custGeom>
                <a:avLst/>
                <a:gdLst/>
                <a:ahLst/>
                <a:cxnLst>
                  <a:cxn ang="0">
                    <a:pos x="42862" y="3175"/>
                  </a:cxn>
                  <a:cxn ang="0">
                    <a:pos x="141287" y="0"/>
                  </a:cxn>
                  <a:cxn ang="0">
                    <a:pos x="190500" y="101600"/>
                  </a:cxn>
                  <a:cxn ang="0">
                    <a:pos x="153987" y="184150"/>
                  </a:cxn>
                  <a:cxn ang="0">
                    <a:pos x="46037" y="180975"/>
                  </a:cxn>
                  <a:cxn ang="0">
                    <a:pos x="0" y="104775"/>
                  </a:cxn>
                  <a:cxn ang="0">
                    <a:pos x="42862" y="3175"/>
                  </a:cxn>
                </a:cxnLst>
                <a:rect l="0" t="0" r="0" b="0"/>
                <a:pathLst>
                  <a:path w="120" h="116">
                    <a:moveTo>
                      <a:pt x="27" y="2"/>
                    </a:moveTo>
                    <a:lnTo>
                      <a:pt x="89" y="0"/>
                    </a:lnTo>
                    <a:lnTo>
                      <a:pt x="120" y="64"/>
                    </a:lnTo>
                    <a:lnTo>
                      <a:pt x="97" y="116"/>
                    </a:lnTo>
                    <a:lnTo>
                      <a:pt x="29" y="114"/>
                    </a:lnTo>
                    <a:lnTo>
                      <a:pt x="0" y="66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8" name="Freeform 135"/>
              <p:cNvSpPr/>
              <p:nvPr userDrawn="1"/>
            </p:nvSpPr>
            <p:spPr>
              <a:xfrm>
                <a:off x="6226176" y="1885950"/>
                <a:ext cx="131763" cy="233363"/>
              </a:xfrm>
              <a:custGeom>
                <a:avLst/>
                <a:gdLst/>
                <a:ahLst/>
                <a:cxnLst>
                  <a:cxn ang="0">
                    <a:pos x="69175" y="0"/>
                  </a:cxn>
                  <a:cxn ang="0">
                    <a:pos x="0" y="115038"/>
                  </a:cxn>
                  <a:cxn ang="0">
                    <a:pos x="62587" y="233363"/>
                  </a:cxn>
                  <a:cxn ang="0">
                    <a:pos x="131763" y="115038"/>
                  </a:cxn>
                  <a:cxn ang="0">
                    <a:pos x="69175" y="0"/>
                  </a:cxn>
                </a:cxnLst>
                <a:rect l="0" t="0" r="0" b="0"/>
                <a:pathLst>
                  <a:path w="40" h="71">
                    <a:moveTo>
                      <a:pt x="21" y="0"/>
                    </a:moveTo>
                    <a:cubicBezTo>
                      <a:pt x="10" y="0"/>
                      <a:pt x="1" y="16"/>
                      <a:pt x="0" y="35"/>
                    </a:cubicBezTo>
                    <a:cubicBezTo>
                      <a:pt x="0" y="55"/>
                      <a:pt x="8" y="71"/>
                      <a:pt x="19" y="71"/>
                    </a:cubicBezTo>
                    <a:cubicBezTo>
                      <a:pt x="29" y="71"/>
                      <a:pt x="39" y="55"/>
                      <a:pt x="40" y="35"/>
                    </a:cubicBezTo>
                    <a:cubicBezTo>
                      <a:pt x="40" y="16"/>
                      <a:pt x="32" y="0"/>
                      <a:pt x="21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29" name="Freeform 136"/>
              <p:cNvSpPr/>
              <p:nvPr userDrawn="1"/>
            </p:nvSpPr>
            <p:spPr>
              <a:xfrm>
                <a:off x="5649913" y="1885950"/>
                <a:ext cx="134938" cy="233363"/>
              </a:xfrm>
              <a:custGeom>
                <a:avLst/>
                <a:gdLst/>
                <a:ahLst/>
                <a:cxnLst>
                  <a:cxn ang="0">
                    <a:pos x="62532" y="0"/>
                  </a:cxn>
                  <a:cxn ang="0">
                    <a:pos x="131646" y="115038"/>
                  </a:cxn>
                  <a:cxn ang="0">
                    <a:pos x="72405" y="233363"/>
                  </a:cxn>
                  <a:cxn ang="0">
                    <a:pos x="3291" y="115038"/>
                  </a:cxn>
                  <a:cxn ang="0">
                    <a:pos x="62532" y="0"/>
                  </a:cxn>
                </a:cxnLst>
                <a:rect l="0" t="0" r="0" b="0"/>
                <a:pathLst>
                  <a:path w="41" h="71">
                    <a:moveTo>
                      <a:pt x="19" y="0"/>
                    </a:moveTo>
                    <a:cubicBezTo>
                      <a:pt x="30" y="0"/>
                      <a:pt x="39" y="16"/>
                      <a:pt x="40" y="35"/>
                    </a:cubicBezTo>
                    <a:cubicBezTo>
                      <a:pt x="41" y="55"/>
                      <a:pt x="33" y="71"/>
                      <a:pt x="22" y="71"/>
                    </a:cubicBezTo>
                    <a:cubicBezTo>
                      <a:pt x="11" y="71"/>
                      <a:pt x="1" y="55"/>
                      <a:pt x="1" y="35"/>
                    </a:cubicBezTo>
                    <a:cubicBezTo>
                      <a:pt x="0" y="16"/>
                      <a:pt x="8" y="0"/>
                      <a:pt x="19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0" name="Freeform 137"/>
              <p:cNvSpPr/>
              <p:nvPr userDrawn="1"/>
            </p:nvSpPr>
            <p:spPr>
              <a:xfrm>
                <a:off x="5695951" y="1533525"/>
                <a:ext cx="615950" cy="922338"/>
              </a:xfrm>
              <a:custGeom>
                <a:avLst/>
                <a:gdLst/>
                <a:ahLst/>
                <a:cxnLst>
                  <a:cxn ang="0">
                    <a:pos x="309621" y="0"/>
                  </a:cxn>
                  <a:cxn ang="0">
                    <a:pos x="615950" y="441404"/>
                  </a:cxn>
                  <a:cxn ang="0">
                    <a:pos x="306328" y="922338"/>
                  </a:cxn>
                  <a:cxn ang="0">
                    <a:pos x="0" y="441404"/>
                  </a:cxn>
                  <a:cxn ang="0">
                    <a:pos x="309621" y="0"/>
                  </a:cxn>
                </a:cxnLst>
                <a:rect l="0" t="0" r="0" b="0"/>
                <a:pathLst>
                  <a:path w="187" h="280">
                    <a:moveTo>
                      <a:pt x="94" y="0"/>
                    </a:moveTo>
                    <a:cubicBezTo>
                      <a:pt x="145" y="0"/>
                      <a:pt x="187" y="60"/>
                      <a:pt x="187" y="134"/>
                    </a:cubicBezTo>
                    <a:cubicBezTo>
                      <a:pt x="187" y="207"/>
                      <a:pt x="145" y="280"/>
                      <a:pt x="93" y="280"/>
                    </a:cubicBezTo>
                    <a:cubicBezTo>
                      <a:pt x="41" y="280"/>
                      <a:pt x="0" y="207"/>
                      <a:pt x="0" y="134"/>
                    </a:cubicBezTo>
                    <a:cubicBezTo>
                      <a:pt x="0" y="60"/>
                      <a:pt x="42" y="0"/>
                      <a:pt x="94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1" name="Freeform 138"/>
              <p:cNvSpPr/>
              <p:nvPr userDrawn="1"/>
            </p:nvSpPr>
            <p:spPr>
              <a:xfrm>
                <a:off x="6242051" y="1638300"/>
                <a:ext cx="152400" cy="434975"/>
              </a:xfrm>
              <a:custGeom>
                <a:avLst/>
                <a:gdLst/>
                <a:ahLst/>
                <a:cxnLst>
                  <a:cxn ang="0">
                    <a:pos x="53008" y="408612"/>
                  </a:cxn>
                  <a:cxn ang="0">
                    <a:pos x="49695" y="425089"/>
                  </a:cxn>
                  <a:cxn ang="0">
                    <a:pos x="49695" y="428384"/>
                  </a:cxn>
                  <a:cxn ang="0">
                    <a:pos x="59634" y="434975"/>
                  </a:cxn>
                  <a:cxn ang="0">
                    <a:pos x="49695" y="42838"/>
                  </a:cxn>
                  <a:cxn ang="0">
                    <a:pos x="0" y="59314"/>
                  </a:cxn>
                  <a:cxn ang="0">
                    <a:pos x="53008" y="408612"/>
                  </a:cxn>
                </a:cxnLst>
                <a:rect l="0" t="0" r="0" b="0"/>
                <a:pathLst>
                  <a:path w="46" h="132">
                    <a:moveTo>
                      <a:pt x="16" y="124"/>
                    </a:moveTo>
                    <a:cubicBezTo>
                      <a:pt x="16" y="126"/>
                      <a:pt x="15" y="128"/>
                      <a:pt x="15" y="129"/>
                    </a:cubicBezTo>
                    <a:cubicBezTo>
                      <a:pt x="15" y="130"/>
                      <a:pt x="15" y="130"/>
                      <a:pt x="15" y="130"/>
                    </a:cubicBezTo>
                    <a:cubicBezTo>
                      <a:pt x="18" y="132"/>
                      <a:pt x="18" y="132"/>
                      <a:pt x="18" y="132"/>
                    </a:cubicBezTo>
                    <a:cubicBezTo>
                      <a:pt x="26" y="113"/>
                      <a:pt x="46" y="56"/>
                      <a:pt x="15" y="13"/>
                    </a:cubicBezTo>
                    <a:cubicBezTo>
                      <a:pt x="9" y="0"/>
                      <a:pt x="6" y="21"/>
                      <a:pt x="0" y="18"/>
                    </a:cubicBezTo>
                    <a:cubicBezTo>
                      <a:pt x="7" y="43"/>
                      <a:pt x="24" y="56"/>
                      <a:pt x="16" y="124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2" name="Freeform 139"/>
              <p:cNvSpPr/>
              <p:nvPr userDrawn="1"/>
            </p:nvSpPr>
            <p:spPr>
              <a:xfrm>
                <a:off x="5649913" y="1697038"/>
                <a:ext cx="114300" cy="376238"/>
              </a:xfrm>
              <a:custGeom>
                <a:avLst/>
                <a:gdLst/>
                <a:ahLst/>
                <a:cxnLst>
                  <a:cxn ang="0">
                    <a:pos x="62048" y="349835"/>
                  </a:cxn>
                  <a:cxn ang="0">
                    <a:pos x="62048" y="366337"/>
                  </a:cxn>
                  <a:cxn ang="0">
                    <a:pos x="62048" y="369637"/>
                  </a:cxn>
                  <a:cxn ang="0">
                    <a:pos x="52251" y="376238"/>
                  </a:cxn>
                  <a:cxn ang="0">
                    <a:pos x="29391" y="49505"/>
                  </a:cxn>
                  <a:cxn ang="0">
                    <a:pos x="114300" y="0"/>
                  </a:cxn>
                  <a:cxn ang="0">
                    <a:pos x="62048" y="349835"/>
                  </a:cxn>
                </a:cxnLst>
                <a:rect l="0" t="0" r="0" b="0"/>
                <a:pathLst>
                  <a:path w="35" h="114">
                    <a:moveTo>
                      <a:pt x="19" y="106"/>
                    </a:moveTo>
                    <a:cubicBezTo>
                      <a:pt x="19" y="108"/>
                      <a:pt x="19" y="110"/>
                      <a:pt x="19" y="111"/>
                    </a:cubicBezTo>
                    <a:cubicBezTo>
                      <a:pt x="19" y="112"/>
                      <a:pt x="19" y="112"/>
                      <a:pt x="19" y="112"/>
                    </a:cubicBezTo>
                    <a:cubicBezTo>
                      <a:pt x="16" y="114"/>
                      <a:pt x="16" y="114"/>
                      <a:pt x="16" y="114"/>
                    </a:cubicBezTo>
                    <a:cubicBezTo>
                      <a:pt x="8" y="95"/>
                      <a:pt x="0" y="34"/>
                      <a:pt x="9" y="15"/>
                    </a:cubicBezTo>
                    <a:cubicBezTo>
                      <a:pt x="15" y="2"/>
                      <a:pt x="29" y="3"/>
                      <a:pt x="35" y="0"/>
                    </a:cubicBezTo>
                    <a:cubicBezTo>
                      <a:pt x="27" y="25"/>
                      <a:pt x="10" y="38"/>
                      <a:pt x="19" y="106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3" name="Freeform 140"/>
              <p:cNvSpPr/>
              <p:nvPr userDrawn="1"/>
            </p:nvSpPr>
            <p:spPr>
              <a:xfrm>
                <a:off x="5953126" y="2224088"/>
                <a:ext cx="104775" cy="20638"/>
              </a:xfrm>
              <a:custGeom>
                <a:avLst/>
                <a:gdLst/>
                <a:ahLst/>
                <a:cxnLst>
                  <a:cxn ang="0">
                    <a:pos x="52387" y="20638"/>
                  </a:cxn>
                  <a:cxn ang="0">
                    <a:pos x="104775" y="0"/>
                  </a:cxn>
                  <a:cxn ang="0">
                    <a:pos x="0" y="0"/>
                  </a:cxn>
                  <a:cxn ang="0">
                    <a:pos x="52387" y="20638"/>
                  </a:cxn>
                </a:cxnLst>
                <a:rect l="0" t="0" r="0" b="0"/>
                <a:pathLst>
                  <a:path w="66" h="13">
                    <a:moveTo>
                      <a:pt x="33" y="13"/>
                    </a:moveTo>
                    <a:lnTo>
                      <a:pt x="66" y="0"/>
                    </a:lnTo>
                    <a:lnTo>
                      <a:pt x="0" y="0"/>
                    </a:lnTo>
                    <a:lnTo>
                      <a:pt x="33" y="13"/>
                    </a:lnTo>
                    <a:close/>
                  </a:path>
                </a:pathLst>
              </a:custGeom>
              <a:solidFill>
                <a:srgbClr val="C5A89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4" name="Freeform 141"/>
              <p:cNvSpPr/>
              <p:nvPr userDrawn="1"/>
            </p:nvSpPr>
            <p:spPr>
              <a:xfrm>
                <a:off x="5616576" y="1482725"/>
                <a:ext cx="714375" cy="320675"/>
              </a:xfrm>
              <a:custGeom>
                <a:avLst/>
                <a:gdLst/>
                <a:ahLst/>
                <a:cxnLst>
                  <a:cxn ang="0">
                    <a:pos x="309452" y="26447"/>
                  </a:cxn>
                  <a:cxn ang="0">
                    <a:pos x="490515" y="42977"/>
                  </a:cxn>
                  <a:cxn ang="0">
                    <a:pos x="589277" y="49588"/>
                  </a:cxn>
                  <a:cxn ang="0">
                    <a:pos x="694622" y="9917"/>
                  </a:cxn>
                  <a:cxn ang="0">
                    <a:pos x="671578" y="52894"/>
                  </a:cxn>
                  <a:cxn ang="0">
                    <a:pos x="714375" y="26447"/>
                  </a:cxn>
                  <a:cxn ang="0">
                    <a:pos x="668286" y="185131"/>
                  </a:cxn>
                  <a:cxn ang="0">
                    <a:pos x="576108" y="277697"/>
                  </a:cxn>
                  <a:cxn ang="0">
                    <a:pos x="609029" y="277697"/>
                  </a:cxn>
                  <a:cxn ang="0">
                    <a:pos x="467471" y="317369"/>
                  </a:cxn>
                  <a:cxn ang="0">
                    <a:pos x="283116" y="264474"/>
                  </a:cxn>
                  <a:cxn ang="0">
                    <a:pos x="312744" y="300839"/>
                  </a:cxn>
                  <a:cxn ang="0">
                    <a:pos x="200815" y="281003"/>
                  </a:cxn>
                  <a:cxn ang="0">
                    <a:pos x="154726" y="247944"/>
                  </a:cxn>
                  <a:cxn ang="0">
                    <a:pos x="181062" y="310757"/>
                  </a:cxn>
                  <a:cxn ang="0">
                    <a:pos x="309452" y="26447"/>
                  </a:cxn>
                </a:cxnLst>
                <a:rect l="0" t="0" r="0" b="0"/>
                <a:pathLst>
                  <a:path w="217" h="97">
                    <a:moveTo>
                      <a:pt x="94" y="8"/>
                    </a:moveTo>
                    <a:cubicBezTo>
                      <a:pt x="115" y="9"/>
                      <a:pt x="130" y="12"/>
                      <a:pt x="149" y="13"/>
                    </a:cubicBezTo>
                    <a:cubicBezTo>
                      <a:pt x="169" y="15"/>
                      <a:pt x="163" y="16"/>
                      <a:pt x="179" y="15"/>
                    </a:cubicBezTo>
                    <a:cubicBezTo>
                      <a:pt x="195" y="13"/>
                      <a:pt x="213" y="0"/>
                      <a:pt x="211" y="3"/>
                    </a:cubicBezTo>
                    <a:cubicBezTo>
                      <a:pt x="209" y="5"/>
                      <a:pt x="202" y="17"/>
                      <a:pt x="204" y="16"/>
                    </a:cubicBezTo>
                    <a:cubicBezTo>
                      <a:pt x="206" y="15"/>
                      <a:pt x="217" y="8"/>
                      <a:pt x="217" y="8"/>
                    </a:cubicBezTo>
                    <a:cubicBezTo>
                      <a:pt x="217" y="8"/>
                      <a:pt x="215" y="32"/>
                      <a:pt x="203" y="56"/>
                    </a:cubicBezTo>
                    <a:cubicBezTo>
                      <a:pt x="192" y="79"/>
                      <a:pt x="174" y="84"/>
                      <a:pt x="175" y="84"/>
                    </a:cubicBezTo>
                    <a:cubicBezTo>
                      <a:pt x="176" y="84"/>
                      <a:pt x="187" y="83"/>
                      <a:pt x="185" y="84"/>
                    </a:cubicBezTo>
                    <a:cubicBezTo>
                      <a:pt x="183" y="85"/>
                      <a:pt x="165" y="96"/>
                      <a:pt x="142" y="96"/>
                    </a:cubicBezTo>
                    <a:cubicBezTo>
                      <a:pt x="119" y="97"/>
                      <a:pt x="86" y="80"/>
                      <a:pt x="86" y="80"/>
                    </a:cubicBezTo>
                    <a:cubicBezTo>
                      <a:pt x="86" y="80"/>
                      <a:pt x="96" y="91"/>
                      <a:pt x="95" y="91"/>
                    </a:cubicBezTo>
                    <a:cubicBezTo>
                      <a:pt x="93" y="90"/>
                      <a:pt x="74" y="92"/>
                      <a:pt x="61" y="85"/>
                    </a:cubicBezTo>
                    <a:cubicBezTo>
                      <a:pt x="47" y="78"/>
                      <a:pt x="47" y="75"/>
                      <a:pt x="47" y="75"/>
                    </a:cubicBezTo>
                    <a:cubicBezTo>
                      <a:pt x="47" y="75"/>
                      <a:pt x="57" y="95"/>
                      <a:pt x="55" y="94"/>
                    </a:cubicBezTo>
                    <a:cubicBezTo>
                      <a:pt x="0" y="70"/>
                      <a:pt x="50" y="5"/>
                      <a:pt x="94" y="8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5" name="Freeform 142"/>
              <p:cNvSpPr>
                <a:spLocks noEditPoints="1"/>
              </p:cNvSpPr>
              <p:nvPr userDrawn="1"/>
            </p:nvSpPr>
            <p:spPr>
              <a:xfrm>
                <a:off x="5699126" y="1925638"/>
                <a:ext cx="612775" cy="203200"/>
              </a:xfrm>
              <a:custGeom>
                <a:avLst/>
                <a:gdLst/>
                <a:ahLst/>
                <a:cxnLst>
                  <a:cxn ang="0">
                    <a:pos x="16472" y="13109"/>
                  </a:cxn>
                  <a:cxn ang="0">
                    <a:pos x="151546" y="3277"/>
                  </a:cxn>
                  <a:cxn ang="0">
                    <a:pos x="161429" y="3277"/>
                  </a:cxn>
                  <a:cxn ang="0">
                    <a:pos x="306387" y="26219"/>
                  </a:cxn>
                  <a:cxn ang="0">
                    <a:pos x="306387" y="26219"/>
                  </a:cxn>
                  <a:cxn ang="0">
                    <a:pos x="306387" y="26219"/>
                  </a:cxn>
                  <a:cxn ang="0">
                    <a:pos x="451345" y="3277"/>
                  </a:cxn>
                  <a:cxn ang="0">
                    <a:pos x="461228" y="3277"/>
                  </a:cxn>
                  <a:cxn ang="0">
                    <a:pos x="593008" y="13109"/>
                  </a:cxn>
                  <a:cxn ang="0">
                    <a:pos x="612775" y="29496"/>
                  </a:cxn>
                  <a:cxn ang="0">
                    <a:pos x="599597" y="55716"/>
                  </a:cxn>
                  <a:cxn ang="0">
                    <a:pos x="579830" y="114709"/>
                  </a:cxn>
                  <a:cxn ang="0">
                    <a:pos x="576535" y="121264"/>
                  </a:cxn>
                  <a:cxn ang="0">
                    <a:pos x="556768" y="170425"/>
                  </a:cxn>
                  <a:cxn ang="0">
                    <a:pos x="467817" y="203200"/>
                  </a:cxn>
                  <a:cxn ang="0">
                    <a:pos x="461228" y="203200"/>
                  </a:cxn>
                  <a:cxn ang="0">
                    <a:pos x="355804" y="137651"/>
                  </a:cxn>
                  <a:cxn ang="0">
                    <a:pos x="306387" y="68825"/>
                  </a:cxn>
                  <a:cxn ang="0">
                    <a:pos x="253675" y="137651"/>
                  </a:cxn>
                  <a:cxn ang="0">
                    <a:pos x="151546" y="203200"/>
                  </a:cxn>
                  <a:cxn ang="0">
                    <a:pos x="141663" y="203200"/>
                  </a:cxn>
                  <a:cxn ang="0">
                    <a:pos x="56006" y="170425"/>
                  </a:cxn>
                  <a:cxn ang="0">
                    <a:pos x="32944" y="121264"/>
                  </a:cxn>
                  <a:cxn ang="0">
                    <a:pos x="32944" y="114709"/>
                  </a:cxn>
                  <a:cxn ang="0">
                    <a:pos x="9883" y="55716"/>
                  </a:cxn>
                  <a:cxn ang="0">
                    <a:pos x="0" y="29496"/>
                  </a:cxn>
                  <a:cxn ang="0">
                    <a:pos x="16472" y="13109"/>
                  </a:cxn>
                  <a:cxn ang="0">
                    <a:pos x="553474" y="150761"/>
                  </a:cxn>
                  <a:cxn ang="0">
                    <a:pos x="553474" y="150761"/>
                  </a:cxn>
                  <a:cxn ang="0">
                    <a:pos x="569946" y="88490"/>
                  </a:cxn>
                  <a:cxn ang="0">
                    <a:pos x="553474" y="26219"/>
                  </a:cxn>
                  <a:cxn ang="0">
                    <a:pos x="461228" y="16387"/>
                  </a:cxn>
                  <a:cxn ang="0">
                    <a:pos x="372277" y="36051"/>
                  </a:cxn>
                  <a:cxn ang="0">
                    <a:pos x="359099" y="45883"/>
                  </a:cxn>
                  <a:cxn ang="0">
                    <a:pos x="352510" y="65548"/>
                  </a:cxn>
                  <a:cxn ang="0">
                    <a:pos x="411811" y="180258"/>
                  </a:cxn>
                  <a:cxn ang="0">
                    <a:pos x="461228" y="190090"/>
                  </a:cxn>
                  <a:cxn ang="0">
                    <a:pos x="550179" y="154038"/>
                  </a:cxn>
                  <a:cxn ang="0">
                    <a:pos x="553474" y="150761"/>
                  </a:cxn>
                  <a:cxn ang="0">
                    <a:pos x="59300" y="150761"/>
                  </a:cxn>
                  <a:cxn ang="0">
                    <a:pos x="59300" y="150761"/>
                  </a:cxn>
                  <a:cxn ang="0">
                    <a:pos x="59300" y="154038"/>
                  </a:cxn>
                  <a:cxn ang="0">
                    <a:pos x="151546" y="190090"/>
                  </a:cxn>
                  <a:cxn ang="0">
                    <a:pos x="197669" y="180258"/>
                  </a:cxn>
                  <a:cxn ang="0">
                    <a:pos x="260264" y="65548"/>
                  </a:cxn>
                  <a:cxn ang="0">
                    <a:pos x="250381" y="45883"/>
                  </a:cxn>
                  <a:cxn ang="0">
                    <a:pos x="240497" y="36051"/>
                  </a:cxn>
                  <a:cxn ang="0">
                    <a:pos x="151546" y="16387"/>
                  </a:cxn>
                  <a:cxn ang="0">
                    <a:pos x="59300" y="26219"/>
                  </a:cxn>
                  <a:cxn ang="0">
                    <a:pos x="42828" y="88490"/>
                  </a:cxn>
                  <a:cxn ang="0">
                    <a:pos x="59300" y="150761"/>
                  </a:cxn>
                </a:cxnLst>
                <a:rect l="0" t="0" r="0" b="0"/>
                <a:pathLst>
                  <a:path w="186" h="62">
                    <a:moveTo>
                      <a:pt x="5" y="4"/>
                    </a:moveTo>
                    <a:cubicBezTo>
                      <a:pt x="9" y="2"/>
                      <a:pt x="30" y="0"/>
                      <a:pt x="46" y="1"/>
                    </a:cubicBezTo>
                    <a:cubicBezTo>
                      <a:pt x="47" y="1"/>
                      <a:pt x="48" y="1"/>
                      <a:pt x="49" y="1"/>
                    </a:cubicBezTo>
                    <a:cubicBezTo>
                      <a:pt x="63" y="2"/>
                      <a:pt x="80" y="7"/>
                      <a:pt x="93" y="8"/>
                    </a:cubicBezTo>
                    <a:cubicBezTo>
                      <a:pt x="93" y="8"/>
                      <a:pt x="93" y="8"/>
                      <a:pt x="93" y="8"/>
                    </a:cubicBezTo>
                    <a:cubicBezTo>
                      <a:pt x="93" y="8"/>
                      <a:pt x="93" y="8"/>
                      <a:pt x="93" y="8"/>
                    </a:cubicBezTo>
                    <a:cubicBezTo>
                      <a:pt x="106" y="7"/>
                      <a:pt x="123" y="2"/>
                      <a:pt x="137" y="1"/>
                    </a:cubicBezTo>
                    <a:cubicBezTo>
                      <a:pt x="138" y="1"/>
                      <a:pt x="139" y="1"/>
                      <a:pt x="140" y="1"/>
                    </a:cubicBezTo>
                    <a:cubicBezTo>
                      <a:pt x="156" y="0"/>
                      <a:pt x="177" y="2"/>
                      <a:pt x="180" y="4"/>
                    </a:cubicBezTo>
                    <a:cubicBezTo>
                      <a:pt x="185" y="5"/>
                      <a:pt x="185" y="6"/>
                      <a:pt x="186" y="9"/>
                    </a:cubicBezTo>
                    <a:cubicBezTo>
                      <a:pt x="186" y="13"/>
                      <a:pt x="185" y="16"/>
                      <a:pt x="182" y="17"/>
                    </a:cubicBezTo>
                    <a:cubicBezTo>
                      <a:pt x="179" y="18"/>
                      <a:pt x="178" y="23"/>
                      <a:pt x="176" y="35"/>
                    </a:cubicBezTo>
                    <a:cubicBezTo>
                      <a:pt x="176" y="36"/>
                      <a:pt x="176" y="36"/>
                      <a:pt x="175" y="37"/>
                    </a:cubicBezTo>
                    <a:cubicBezTo>
                      <a:pt x="174" y="43"/>
                      <a:pt x="173" y="48"/>
                      <a:pt x="169" y="52"/>
                    </a:cubicBezTo>
                    <a:cubicBezTo>
                      <a:pt x="164" y="57"/>
                      <a:pt x="156" y="61"/>
                      <a:pt x="142" y="62"/>
                    </a:cubicBezTo>
                    <a:cubicBezTo>
                      <a:pt x="141" y="62"/>
                      <a:pt x="141" y="62"/>
                      <a:pt x="140" y="62"/>
                    </a:cubicBezTo>
                    <a:cubicBezTo>
                      <a:pt x="118" y="62"/>
                      <a:pt x="111" y="47"/>
                      <a:pt x="108" y="42"/>
                    </a:cubicBezTo>
                    <a:cubicBezTo>
                      <a:pt x="104" y="33"/>
                      <a:pt x="105" y="21"/>
                      <a:pt x="93" y="21"/>
                    </a:cubicBezTo>
                    <a:cubicBezTo>
                      <a:pt x="81" y="21"/>
                      <a:pt x="82" y="33"/>
                      <a:pt x="77" y="42"/>
                    </a:cubicBezTo>
                    <a:cubicBezTo>
                      <a:pt x="75" y="47"/>
                      <a:pt x="68" y="62"/>
                      <a:pt x="46" y="62"/>
                    </a:cubicBezTo>
                    <a:cubicBezTo>
                      <a:pt x="45" y="62"/>
                      <a:pt x="44" y="62"/>
                      <a:pt x="43" y="62"/>
                    </a:cubicBezTo>
                    <a:cubicBezTo>
                      <a:pt x="29" y="61"/>
                      <a:pt x="21" y="57"/>
                      <a:pt x="17" y="52"/>
                    </a:cubicBezTo>
                    <a:cubicBezTo>
                      <a:pt x="13" y="48"/>
                      <a:pt x="11" y="43"/>
                      <a:pt x="10" y="37"/>
                    </a:cubicBezTo>
                    <a:cubicBezTo>
                      <a:pt x="10" y="36"/>
                      <a:pt x="10" y="36"/>
                      <a:pt x="10" y="35"/>
                    </a:cubicBezTo>
                    <a:cubicBezTo>
                      <a:pt x="7" y="23"/>
                      <a:pt x="7" y="18"/>
                      <a:pt x="3" y="17"/>
                    </a:cubicBezTo>
                    <a:cubicBezTo>
                      <a:pt x="0" y="16"/>
                      <a:pt x="0" y="13"/>
                      <a:pt x="0" y="9"/>
                    </a:cubicBezTo>
                    <a:cubicBezTo>
                      <a:pt x="0" y="6"/>
                      <a:pt x="0" y="5"/>
                      <a:pt x="5" y="4"/>
                    </a:cubicBezTo>
                    <a:close/>
                    <a:moveTo>
                      <a:pt x="168" y="46"/>
                    </a:moveTo>
                    <a:cubicBezTo>
                      <a:pt x="168" y="46"/>
                      <a:pt x="168" y="46"/>
                      <a:pt x="168" y="46"/>
                    </a:cubicBezTo>
                    <a:cubicBezTo>
                      <a:pt x="171" y="41"/>
                      <a:pt x="172" y="34"/>
                      <a:pt x="173" y="27"/>
                    </a:cubicBezTo>
                    <a:cubicBezTo>
                      <a:pt x="174" y="19"/>
                      <a:pt x="172" y="11"/>
                      <a:pt x="168" y="8"/>
                    </a:cubicBezTo>
                    <a:cubicBezTo>
                      <a:pt x="164" y="6"/>
                      <a:pt x="152" y="4"/>
                      <a:pt x="140" y="5"/>
                    </a:cubicBezTo>
                    <a:cubicBezTo>
                      <a:pt x="129" y="5"/>
                      <a:pt x="119" y="7"/>
                      <a:pt x="113" y="11"/>
                    </a:cubicBezTo>
                    <a:cubicBezTo>
                      <a:pt x="111" y="12"/>
                      <a:pt x="110" y="13"/>
                      <a:pt x="109" y="14"/>
                    </a:cubicBezTo>
                    <a:cubicBezTo>
                      <a:pt x="108" y="15"/>
                      <a:pt x="107" y="17"/>
                      <a:pt x="107" y="20"/>
                    </a:cubicBezTo>
                    <a:cubicBezTo>
                      <a:pt x="105" y="32"/>
                      <a:pt x="115" y="51"/>
                      <a:pt x="125" y="55"/>
                    </a:cubicBezTo>
                    <a:cubicBezTo>
                      <a:pt x="129" y="57"/>
                      <a:pt x="134" y="58"/>
                      <a:pt x="140" y="58"/>
                    </a:cubicBezTo>
                    <a:cubicBezTo>
                      <a:pt x="151" y="58"/>
                      <a:pt x="163" y="54"/>
                      <a:pt x="167" y="47"/>
                    </a:cubicBezTo>
                    <a:lnTo>
                      <a:pt x="168" y="46"/>
                    </a:lnTo>
                    <a:close/>
                    <a:moveTo>
                      <a:pt x="18" y="46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8" y="47"/>
                      <a:pt x="18" y="47"/>
                      <a:pt x="18" y="47"/>
                    </a:cubicBezTo>
                    <a:cubicBezTo>
                      <a:pt x="23" y="54"/>
                      <a:pt x="35" y="58"/>
                      <a:pt x="46" y="58"/>
                    </a:cubicBezTo>
                    <a:cubicBezTo>
                      <a:pt x="51" y="58"/>
                      <a:pt x="56" y="57"/>
                      <a:pt x="60" y="55"/>
                    </a:cubicBezTo>
                    <a:cubicBezTo>
                      <a:pt x="70" y="51"/>
                      <a:pt x="81" y="32"/>
                      <a:pt x="79" y="20"/>
                    </a:cubicBezTo>
                    <a:cubicBezTo>
                      <a:pt x="78" y="17"/>
                      <a:pt x="78" y="15"/>
                      <a:pt x="76" y="14"/>
                    </a:cubicBezTo>
                    <a:cubicBezTo>
                      <a:pt x="75" y="13"/>
                      <a:pt x="74" y="12"/>
                      <a:pt x="73" y="11"/>
                    </a:cubicBezTo>
                    <a:cubicBezTo>
                      <a:pt x="67" y="7"/>
                      <a:pt x="56" y="5"/>
                      <a:pt x="46" y="5"/>
                    </a:cubicBezTo>
                    <a:cubicBezTo>
                      <a:pt x="33" y="4"/>
                      <a:pt x="21" y="6"/>
                      <a:pt x="18" y="8"/>
                    </a:cubicBezTo>
                    <a:cubicBezTo>
                      <a:pt x="13" y="11"/>
                      <a:pt x="12" y="19"/>
                      <a:pt x="13" y="27"/>
                    </a:cubicBezTo>
                    <a:cubicBezTo>
                      <a:pt x="13" y="34"/>
                      <a:pt x="15" y="41"/>
                      <a:pt x="18" y="46"/>
                    </a:cubicBezTo>
                    <a:close/>
                  </a:path>
                </a:pathLst>
              </a:custGeom>
              <a:solidFill>
                <a:srgbClr val="4E4F5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6" name="Freeform 143"/>
              <p:cNvSpPr/>
              <p:nvPr userDrawn="1"/>
            </p:nvSpPr>
            <p:spPr>
              <a:xfrm>
                <a:off x="5735638" y="1938338"/>
                <a:ext cx="230188" cy="180975"/>
              </a:xfrm>
              <a:custGeom>
                <a:avLst/>
                <a:gdLst/>
                <a:ahLst/>
                <a:cxnLst>
                  <a:cxn ang="0">
                    <a:pos x="115094" y="0"/>
                  </a:cxn>
                  <a:cxn ang="0">
                    <a:pos x="19730" y="9871"/>
                  </a:cxn>
                  <a:cxn ang="0">
                    <a:pos x="3288" y="75680"/>
                  </a:cxn>
                  <a:cxn ang="0">
                    <a:pos x="19730" y="138199"/>
                  </a:cxn>
                  <a:cxn ang="0">
                    <a:pos x="19730" y="141489"/>
                  </a:cxn>
                  <a:cxn ang="0">
                    <a:pos x="115094" y="180975"/>
                  </a:cxn>
                  <a:cxn ang="0">
                    <a:pos x="164420" y="171103"/>
                  </a:cxn>
                  <a:cxn ang="0">
                    <a:pos x="226899" y="49356"/>
                  </a:cxn>
                  <a:cxn ang="0">
                    <a:pos x="217034" y="29614"/>
                  </a:cxn>
                  <a:cxn ang="0">
                    <a:pos x="207169" y="19742"/>
                  </a:cxn>
                  <a:cxn ang="0">
                    <a:pos x="115094" y="0"/>
                  </a:cxn>
                </a:cxnLst>
                <a:rect l="0" t="0" r="0" b="0"/>
                <a:pathLst>
                  <a:path w="70" h="55">
                    <a:moveTo>
                      <a:pt x="35" y="0"/>
                    </a:moveTo>
                    <a:cubicBezTo>
                      <a:pt x="22" y="0"/>
                      <a:pt x="10" y="1"/>
                      <a:pt x="6" y="3"/>
                    </a:cubicBezTo>
                    <a:cubicBezTo>
                      <a:pt x="1" y="6"/>
                      <a:pt x="0" y="14"/>
                      <a:pt x="1" y="23"/>
                    </a:cubicBezTo>
                    <a:cubicBezTo>
                      <a:pt x="1" y="30"/>
                      <a:pt x="3" y="37"/>
                      <a:pt x="6" y="42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11" y="51"/>
                      <a:pt x="23" y="55"/>
                      <a:pt x="35" y="55"/>
                    </a:cubicBezTo>
                    <a:cubicBezTo>
                      <a:pt x="40" y="55"/>
                      <a:pt x="46" y="54"/>
                      <a:pt x="50" y="52"/>
                    </a:cubicBezTo>
                    <a:cubicBezTo>
                      <a:pt x="60" y="47"/>
                      <a:pt x="70" y="28"/>
                      <a:pt x="69" y="15"/>
                    </a:cubicBezTo>
                    <a:cubicBezTo>
                      <a:pt x="68" y="13"/>
                      <a:pt x="67" y="11"/>
                      <a:pt x="66" y="9"/>
                    </a:cubicBezTo>
                    <a:cubicBezTo>
                      <a:pt x="65" y="8"/>
                      <a:pt x="64" y="7"/>
                      <a:pt x="63" y="6"/>
                    </a:cubicBezTo>
                    <a:cubicBezTo>
                      <a:pt x="56" y="2"/>
                      <a:pt x="45" y="0"/>
                      <a:pt x="35" y="0"/>
                    </a:cubicBezTo>
                    <a:close/>
                  </a:path>
                </a:pathLst>
              </a:custGeom>
              <a:solidFill>
                <a:srgbClr val="C0E3E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7" name="Freeform 144"/>
              <p:cNvSpPr/>
              <p:nvPr userDrawn="1"/>
            </p:nvSpPr>
            <p:spPr>
              <a:xfrm>
                <a:off x="5738813" y="1938338"/>
                <a:ext cx="203200" cy="177800"/>
              </a:xfrm>
              <a:custGeom>
                <a:avLst/>
                <a:gdLst/>
                <a:ahLst/>
                <a:cxnLst>
                  <a:cxn ang="0">
                    <a:pos x="75380" y="0"/>
                  </a:cxn>
                  <a:cxn ang="0">
                    <a:pos x="16387" y="9877"/>
                  </a:cxn>
                  <a:cxn ang="0">
                    <a:pos x="0" y="36218"/>
                  </a:cxn>
                  <a:cxn ang="0">
                    <a:pos x="140929" y="177800"/>
                  </a:cxn>
                  <a:cxn ang="0">
                    <a:pos x="160593" y="171214"/>
                  </a:cxn>
                  <a:cxn ang="0">
                    <a:pos x="203200" y="125118"/>
                  </a:cxn>
                  <a:cxn ang="0">
                    <a:pos x="75380" y="0"/>
                  </a:cxn>
                </a:cxnLst>
                <a:rect l="0" t="0" r="0" b="0"/>
                <a:pathLst>
                  <a:path w="62" h="54">
                    <a:moveTo>
                      <a:pt x="23" y="0"/>
                    </a:moveTo>
                    <a:cubicBezTo>
                      <a:pt x="15" y="0"/>
                      <a:pt x="8" y="2"/>
                      <a:pt x="5" y="3"/>
                    </a:cubicBezTo>
                    <a:cubicBezTo>
                      <a:pt x="3" y="5"/>
                      <a:pt x="1" y="8"/>
                      <a:pt x="0" y="11"/>
                    </a:cubicBezTo>
                    <a:cubicBezTo>
                      <a:pt x="43" y="54"/>
                      <a:pt x="43" y="54"/>
                      <a:pt x="43" y="54"/>
                    </a:cubicBezTo>
                    <a:cubicBezTo>
                      <a:pt x="45" y="53"/>
                      <a:pt x="47" y="53"/>
                      <a:pt x="49" y="52"/>
                    </a:cubicBezTo>
                    <a:cubicBezTo>
                      <a:pt x="53" y="50"/>
                      <a:pt x="58" y="45"/>
                      <a:pt x="62" y="38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8" name="Freeform 145"/>
              <p:cNvSpPr/>
              <p:nvPr userDrawn="1"/>
            </p:nvSpPr>
            <p:spPr>
              <a:xfrm>
                <a:off x="6042026" y="1938338"/>
                <a:ext cx="230188" cy="180975"/>
              </a:xfrm>
              <a:custGeom>
                <a:avLst/>
                <a:gdLst/>
                <a:ahLst/>
                <a:cxnLst>
                  <a:cxn ang="0">
                    <a:pos x="6576" y="49356"/>
                  </a:cxn>
                  <a:cxn ang="0">
                    <a:pos x="69056" y="171103"/>
                  </a:cxn>
                  <a:cxn ang="0">
                    <a:pos x="118382" y="180975"/>
                  </a:cxn>
                  <a:cxn ang="0">
                    <a:pos x="210457" y="141489"/>
                  </a:cxn>
                  <a:cxn ang="0">
                    <a:pos x="213746" y="138199"/>
                  </a:cxn>
                  <a:cxn ang="0">
                    <a:pos x="230188" y="75680"/>
                  </a:cxn>
                  <a:cxn ang="0">
                    <a:pos x="230188" y="69099"/>
                  </a:cxn>
                  <a:cxn ang="0">
                    <a:pos x="226899" y="46066"/>
                  </a:cxn>
                  <a:cxn ang="0">
                    <a:pos x="210457" y="9871"/>
                  </a:cxn>
                  <a:cxn ang="0">
                    <a:pos x="118382" y="0"/>
                  </a:cxn>
                  <a:cxn ang="0">
                    <a:pos x="26307" y="19742"/>
                  </a:cxn>
                  <a:cxn ang="0">
                    <a:pos x="13153" y="29614"/>
                  </a:cxn>
                  <a:cxn ang="0">
                    <a:pos x="6576" y="49356"/>
                  </a:cxn>
                </a:cxnLst>
                <a:rect l="0" t="0" r="0" b="0"/>
                <a:pathLst>
                  <a:path w="70" h="55">
                    <a:moveTo>
                      <a:pt x="2" y="15"/>
                    </a:moveTo>
                    <a:cubicBezTo>
                      <a:pt x="0" y="28"/>
                      <a:pt x="11" y="47"/>
                      <a:pt x="21" y="52"/>
                    </a:cubicBezTo>
                    <a:cubicBezTo>
                      <a:pt x="25" y="54"/>
                      <a:pt x="30" y="55"/>
                      <a:pt x="36" y="55"/>
                    </a:cubicBezTo>
                    <a:cubicBezTo>
                      <a:pt x="47" y="55"/>
                      <a:pt x="59" y="51"/>
                      <a:pt x="64" y="4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67" y="37"/>
                      <a:pt x="69" y="30"/>
                      <a:pt x="70" y="23"/>
                    </a:cubicBezTo>
                    <a:cubicBezTo>
                      <a:pt x="70" y="22"/>
                      <a:pt x="70" y="22"/>
                      <a:pt x="70" y="21"/>
                    </a:cubicBezTo>
                    <a:cubicBezTo>
                      <a:pt x="70" y="19"/>
                      <a:pt x="70" y="16"/>
                      <a:pt x="69" y="14"/>
                    </a:cubicBezTo>
                    <a:cubicBezTo>
                      <a:pt x="69" y="9"/>
                      <a:pt x="67" y="5"/>
                      <a:pt x="64" y="3"/>
                    </a:cubicBezTo>
                    <a:cubicBezTo>
                      <a:pt x="61" y="1"/>
                      <a:pt x="49" y="0"/>
                      <a:pt x="36" y="0"/>
                    </a:cubicBezTo>
                    <a:cubicBezTo>
                      <a:pt x="25" y="0"/>
                      <a:pt x="14" y="2"/>
                      <a:pt x="8" y="6"/>
                    </a:cubicBezTo>
                    <a:cubicBezTo>
                      <a:pt x="7" y="7"/>
                      <a:pt x="5" y="8"/>
                      <a:pt x="4" y="9"/>
                    </a:cubicBezTo>
                    <a:cubicBezTo>
                      <a:pt x="3" y="11"/>
                      <a:pt x="2" y="13"/>
                      <a:pt x="2" y="15"/>
                    </a:cubicBezTo>
                    <a:close/>
                  </a:path>
                </a:pathLst>
              </a:custGeom>
              <a:solidFill>
                <a:srgbClr val="C0E3E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39" name="Freeform 146"/>
              <p:cNvSpPr/>
              <p:nvPr userDrawn="1"/>
            </p:nvSpPr>
            <p:spPr>
              <a:xfrm>
                <a:off x="6051551" y="1941513"/>
                <a:ext cx="204788" cy="174625"/>
              </a:xfrm>
              <a:custGeom>
                <a:avLst/>
                <a:gdLst/>
                <a:ahLst/>
                <a:cxnLst>
                  <a:cxn ang="0">
                    <a:pos x="138727" y="174625"/>
                  </a:cxn>
                  <a:cxn ang="0">
                    <a:pos x="201484" y="138382"/>
                  </a:cxn>
                  <a:cxn ang="0">
                    <a:pos x="204788" y="135087"/>
                  </a:cxn>
                  <a:cxn ang="0">
                    <a:pos x="204788" y="128497"/>
                  </a:cxn>
                  <a:cxn ang="0">
                    <a:pos x="75969" y="0"/>
                  </a:cxn>
                  <a:cxn ang="0">
                    <a:pos x="16515" y="16474"/>
                  </a:cxn>
                  <a:cxn ang="0">
                    <a:pos x="3303" y="26358"/>
                  </a:cxn>
                  <a:cxn ang="0">
                    <a:pos x="0" y="36242"/>
                  </a:cxn>
                  <a:cxn ang="0">
                    <a:pos x="138727" y="174625"/>
                  </a:cxn>
                </a:cxnLst>
                <a:rect l="0" t="0" r="0" b="0"/>
                <a:pathLst>
                  <a:path w="62" h="53">
                    <a:moveTo>
                      <a:pt x="42" y="53"/>
                    </a:moveTo>
                    <a:cubicBezTo>
                      <a:pt x="50" y="51"/>
                      <a:pt x="58" y="48"/>
                      <a:pt x="61" y="42"/>
                    </a:cubicBezTo>
                    <a:cubicBezTo>
                      <a:pt x="62" y="41"/>
                      <a:pt x="62" y="41"/>
                      <a:pt x="62" y="41"/>
                    </a:cubicBezTo>
                    <a:cubicBezTo>
                      <a:pt x="62" y="40"/>
                      <a:pt x="62" y="40"/>
                      <a:pt x="62" y="39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6" y="1"/>
                      <a:pt x="9" y="3"/>
                      <a:pt x="5" y="5"/>
                    </a:cubicBezTo>
                    <a:cubicBezTo>
                      <a:pt x="4" y="6"/>
                      <a:pt x="2" y="7"/>
                      <a:pt x="1" y="8"/>
                    </a:cubicBezTo>
                    <a:cubicBezTo>
                      <a:pt x="1" y="9"/>
                      <a:pt x="0" y="10"/>
                      <a:pt x="0" y="11"/>
                    </a:cubicBezTo>
                    <a:lnTo>
                      <a:pt x="42" y="53"/>
                    </a:ln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0" name="Freeform 147"/>
              <p:cNvSpPr/>
              <p:nvPr userDrawn="1"/>
            </p:nvSpPr>
            <p:spPr>
              <a:xfrm>
                <a:off x="6516688" y="2833688"/>
                <a:ext cx="404813" cy="630238"/>
              </a:xfrm>
              <a:custGeom>
                <a:avLst/>
                <a:gdLst/>
                <a:ahLst/>
                <a:cxnLst>
                  <a:cxn ang="0">
                    <a:pos x="404813" y="98990"/>
                  </a:cxn>
                  <a:cxn ang="0">
                    <a:pos x="398230" y="194680"/>
                  </a:cxn>
                  <a:cxn ang="0">
                    <a:pos x="223799" y="541146"/>
                  </a:cxn>
                  <a:cxn ang="0">
                    <a:pos x="49367" y="541146"/>
                  </a:cxn>
                  <a:cxn ang="0">
                    <a:pos x="36202" y="313469"/>
                  </a:cxn>
                  <a:cxn ang="0">
                    <a:pos x="217216" y="0"/>
                  </a:cxn>
                  <a:cxn ang="0">
                    <a:pos x="404813" y="98990"/>
                  </a:cxn>
                </a:cxnLst>
                <a:rect l="0" t="0" r="0" b="0"/>
                <a:pathLst>
                  <a:path w="123" h="191">
                    <a:moveTo>
                      <a:pt x="123" y="30"/>
                    </a:moveTo>
                    <a:cubicBezTo>
                      <a:pt x="122" y="35"/>
                      <a:pt x="121" y="59"/>
                      <a:pt x="121" y="59"/>
                    </a:cubicBezTo>
                    <a:cubicBezTo>
                      <a:pt x="106" y="93"/>
                      <a:pt x="72" y="164"/>
                      <a:pt x="68" y="164"/>
                    </a:cubicBezTo>
                    <a:cubicBezTo>
                      <a:pt x="61" y="164"/>
                      <a:pt x="29" y="191"/>
                      <a:pt x="15" y="164"/>
                    </a:cubicBezTo>
                    <a:cubicBezTo>
                      <a:pt x="0" y="137"/>
                      <a:pt x="7" y="104"/>
                      <a:pt x="11" y="95"/>
                    </a:cubicBezTo>
                    <a:cubicBezTo>
                      <a:pt x="16" y="87"/>
                      <a:pt x="61" y="0"/>
                      <a:pt x="66" y="0"/>
                    </a:cubicBezTo>
                    <a:cubicBezTo>
                      <a:pt x="71" y="1"/>
                      <a:pt x="123" y="30"/>
                      <a:pt x="123" y="30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1" name="Freeform 148"/>
              <p:cNvSpPr/>
              <p:nvPr userDrawn="1"/>
            </p:nvSpPr>
            <p:spPr>
              <a:xfrm>
                <a:off x="6802438" y="2925763"/>
                <a:ext cx="103188" cy="109538"/>
              </a:xfrm>
              <a:custGeom>
                <a:avLst/>
                <a:gdLst/>
                <a:ahLst/>
                <a:cxnLst>
                  <a:cxn ang="0">
                    <a:pos x="86544" y="0"/>
                  </a:cxn>
                  <a:cxn ang="0">
                    <a:pos x="99859" y="76344"/>
                  </a:cxn>
                  <a:cxn ang="0">
                    <a:pos x="89873" y="109538"/>
                  </a:cxn>
                  <a:cxn ang="0">
                    <a:pos x="0" y="79664"/>
                  </a:cxn>
                  <a:cxn ang="0">
                    <a:pos x="86544" y="0"/>
                  </a:cxn>
                </a:cxnLst>
                <a:rect l="0" t="0" r="0" b="0"/>
                <a:pathLst>
                  <a:path w="31" h="33">
                    <a:moveTo>
                      <a:pt x="26" y="0"/>
                    </a:moveTo>
                    <a:cubicBezTo>
                      <a:pt x="26" y="0"/>
                      <a:pt x="30" y="15"/>
                      <a:pt x="30" y="23"/>
                    </a:cubicBezTo>
                    <a:cubicBezTo>
                      <a:pt x="31" y="30"/>
                      <a:pt x="30" y="32"/>
                      <a:pt x="27" y="33"/>
                    </a:cubicBezTo>
                    <a:cubicBezTo>
                      <a:pt x="24" y="33"/>
                      <a:pt x="0" y="27"/>
                      <a:pt x="0" y="24"/>
                    </a:cubicBezTo>
                    <a:cubicBezTo>
                      <a:pt x="1" y="21"/>
                      <a:pt x="26" y="0"/>
                      <a:pt x="26" y="0"/>
                    </a:cubicBez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2" name="Freeform 149"/>
              <p:cNvSpPr/>
              <p:nvPr userDrawn="1"/>
            </p:nvSpPr>
            <p:spPr>
              <a:xfrm>
                <a:off x="6737351" y="2774950"/>
                <a:ext cx="254000" cy="220663"/>
              </a:xfrm>
              <a:custGeom>
                <a:avLst/>
                <a:gdLst/>
                <a:ahLst/>
                <a:cxnLst>
                  <a:cxn ang="0">
                    <a:pos x="16493" y="0"/>
                  </a:cxn>
                  <a:cxn ang="0">
                    <a:pos x="254000" y="23054"/>
                  </a:cxn>
                  <a:cxn ang="0">
                    <a:pos x="244103" y="105391"/>
                  </a:cxn>
                  <a:cxn ang="0">
                    <a:pos x="207818" y="220663"/>
                  </a:cxn>
                  <a:cxn ang="0">
                    <a:pos x="3298" y="187728"/>
                  </a:cxn>
                  <a:cxn ang="0">
                    <a:pos x="16493" y="0"/>
                  </a:cxn>
                </a:cxnLst>
                <a:rect l="0" t="0" r="0" b="0"/>
                <a:pathLst>
                  <a:path w="77" h="67">
                    <a:moveTo>
                      <a:pt x="5" y="0"/>
                    </a:moveTo>
                    <a:cubicBezTo>
                      <a:pt x="77" y="7"/>
                      <a:pt x="77" y="7"/>
                      <a:pt x="77" y="7"/>
                    </a:cubicBezTo>
                    <a:cubicBezTo>
                      <a:pt x="74" y="32"/>
                      <a:pt x="74" y="32"/>
                      <a:pt x="74" y="32"/>
                    </a:cubicBezTo>
                    <a:cubicBezTo>
                      <a:pt x="63" y="67"/>
                      <a:pt x="63" y="67"/>
                      <a:pt x="63" y="67"/>
                    </a:cubicBezTo>
                    <a:cubicBezTo>
                      <a:pt x="63" y="67"/>
                      <a:pt x="0" y="61"/>
                      <a:pt x="1" y="57"/>
                    </a:cubicBezTo>
                    <a:cubicBezTo>
                      <a:pt x="2" y="53"/>
                      <a:pt x="5" y="0"/>
                      <a:pt x="5" y="0"/>
                    </a:cubicBez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3" name="Freeform 150"/>
              <p:cNvSpPr/>
              <p:nvPr userDrawn="1"/>
            </p:nvSpPr>
            <p:spPr>
              <a:xfrm>
                <a:off x="6869113" y="2643188"/>
                <a:ext cx="131763" cy="168275"/>
              </a:xfrm>
              <a:custGeom>
                <a:avLst/>
                <a:gdLst/>
                <a:ahLst/>
                <a:cxnLst>
                  <a:cxn ang="0">
                    <a:pos x="0" y="131980"/>
                  </a:cxn>
                  <a:cxn ang="0">
                    <a:pos x="111998" y="0"/>
                  </a:cxn>
                  <a:cxn ang="0">
                    <a:pos x="118586" y="56091"/>
                  </a:cxn>
                  <a:cxn ang="0">
                    <a:pos x="39528" y="164975"/>
                  </a:cxn>
                  <a:cxn ang="0">
                    <a:pos x="0" y="131980"/>
                  </a:cxn>
                </a:cxnLst>
                <a:rect l="0" t="0" r="0" b="0"/>
                <a:pathLst>
                  <a:path w="40" h="51">
                    <a:moveTo>
                      <a:pt x="0" y="40"/>
                    </a:moveTo>
                    <a:cubicBezTo>
                      <a:pt x="2" y="38"/>
                      <a:pt x="32" y="0"/>
                      <a:pt x="34" y="0"/>
                    </a:cubicBezTo>
                    <a:cubicBezTo>
                      <a:pt x="35" y="0"/>
                      <a:pt x="40" y="6"/>
                      <a:pt x="36" y="17"/>
                    </a:cubicBezTo>
                    <a:cubicBezTo>
                      <a:pt x="32" y="28"/>
                      <a:pt x="12" y="51"/>
                      <a:pt x="12" y="50"/>
                    </a:cubicBezTo>
                    <a:cubicBezTo>
                      <a:pt x="12" y="50"/>
                      <a:pt x="0" y="40"/>
                      <a:pt x="0" y="40"/>
                    </a:cubicBez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4" name="Freeform 151"/>
              <p:cNvSpPr/>
              <p:nvPr userDrawn="1"/>
            </p:nvSpPr>
            <p:spPr>
              <a:xfrm>
                <a:off x="6315076" y="2254250"/>
                <a:ext cx="781050" cy="796925"/>
              </a:xfrm>
              <a:custGeom>
                <a:avLst/>
                <a:gdLst/>
                <a:ahLst/>
                <a:cxnLst>
                  <a:cxn ang="0">
                    <a:pos x="781050" y="52387"/>
                  </a:cxn>
                  <a:cxn ang="0">
                    <a:pos x="207962" y="0"/>
                  </a:cxn>
                  <a:cxn ang="0">
                    <a:pos x="0" y="757237"/>
                  </a:cxn>
                  <a:cxn ang="0">
                    <a:pos x="544512" y="796925"/>
                  </a:cxn>
                  <a:cxn ang="0">
                    <a:pos x="781050" y="52387"/>
                  </a:cxn>
                </a:cxnLst>
                <a:rect l="0" t="0" r="0" b="0"/>
                <a:pathLst>
                  <a:path w="492" h="502">
                    <a:moveTo>
                      <a:pt x="492" y="33"/>
                    </a:moveTo>
                    <a:lnTo>
                      <a:pt x="131" y="0"/>
                    </a:lnTo>
                    <a:lnTo>
                      <a:pt x="0" y="477"/>
                    </a:lnTo>
                    <a:lnTo>
                      <a:pt x="343" y="502"/>
                    </a:lnTo>
                    <a:lnTo>
                      <a:pt x="492" y="3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5" name="Freeform 152"/>
              <p:cNvSpPr/>
              <p:nvPr userDrawn="1"/>
            </p:nvSpPr>
            <p:spPr>
              <a:xfrm>
                <a:off x="5029201" y="2533650"/>
                <a:ext cx="431800" cy="749300"/>
              </a:xfrm>
              <a:custGeom>
                <a:avLst/>
                <a:gdLst/>
                <a:ahLst/>
                <a:cxnLst>
                  <a:cxn ang="0">
                    <a:pos x="385653" y="6601"/>
                  </a:cxn>
                  <a:cxn ang="0">
                    <a:pos x="0" y="544645"/>
                  </a:cxn>
                  <a:cxn ang="0">
                    <a:pos x="161512" y="716291"/>
                  </a:cxn>
                  <a:cxn ang="0">
                    <a:pos x="412022" y="439017"/>
                  </a:cxn>
                  <a:cxn ang="0">
                    <a:pos x="385653" y="6601"/>
                  </a:cxn>
                </a:cxnLst>
                <a:rect l="0" t="0" r="0" b="0"/>
                <a:pathLst>
                  <a:path w="131" h="227">
                    <a:moveTo>
                      <a:pt x="117" y="2"/>
                    </a:moveTo>
                    <a:cubicBezTo>
                      <a:pt x="103" y="0"/>
                      <a:pt x="14" y="139"/>
                      <a:pt x="0" y="165"/>
                    </a:cubicBezTo>
                    <a:cubicBezTo>
                      <a:pt x="0" y="165"/>
                      <a:pt x="41" y="227"/>
                      <a:pt x="49" y="217"/>
                    </a:cubicBezTo>
                    <a:cubicBezTo>
                      <a:pt x="57" y="207"/>
                      <a:pt x="114" y="144"/>
                      <a:pt x="125" y="133"/>
                    </a:cubicBezTo>
                    <a:cubicBezTo>
                      <a:pt x="131" y="126"/>
                      <a:pt x="118" y="2"/>
                      <a:pt x="117" y="2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6" name="Freeform 153"/>
              <p:cNvSpPr/>
              <p:nvPr userDrawn="1"/>
            </p:nvSpPr>
            <p:spPr>
              <a:xfrm>
                <a:off x="5003801" y="2998788"/>
                <a:ext cx="592138" cy="315913"/>
              </a:xfrm>
              <a:custGeom>
                <a:avLst/>
                <a:gdLst/>
                <a:ahLst/>
                <a:cxnLst>
                  <a:cxn ang="0">
                    <a:pos x="592138" y="59233"/>
                  </a:cxn>
                  <a:cxn ang="0">
                    <a:pos x="157903" y="3290"/>
                  </a:cxn>
                  <a:cxn ang="0">
                    <a:pos x="26317" y="213899"/>
                  </a:cxn>
                  <a:cxn ang="0">
                    <a:pos x="259882" y="299459"/>
                  </a:cxn>
                  <a:cxn ang="0">
                    <a:pos x="559241" y="299459"/>
                  </a:cxn>
                  <a:cxn ang="0">
                    <a:pos x="592138" y="59233"/>
                  </a:cxn>
                </a:cxnLst>
                <a:rect l="0" t="0" r="0" b="0"/>
                <a:pathLst>
                  <a:path w="180" h="96">
                    <a:moveTo>
                      <a:pt x="180" y="18"/>
                    </a:moveTo>
                    <a:cubicBezTo>
                      <a:pt x="170" y="17"/>
                      <a:pt x="95" y="0"/>
                      <a:pt x="48" y="1"/>
                    </a:cubicBezTo>
                    <a:cubicBezTo>
                      <a:pt x="2" y="2"/>
                      <a:pt x="0" y="40"/>
                      <a:pt x="8" y="65"/>
                    </a:cubicBezTo>
                    <a:cubicBezTo>
                      <a:pt x="17" y="91"/>
                      <a:pt x="48" y="91"/>
                      <a:pt x="79" y="91"/>
                    </a:cubicBezTo>
                    <a:cubicBezTo>
                      <a:pt x="109" y="91"/>
                      <a:pt x="167" y="96"/>
                      <a:pt x="170" y="91"/>
                    </a:cubicBezTo>
                    <a:cubicBezTo>
                      <a:pt x="174" y="87"/>
                      <a:pt x="180" y="18"/>
                      <a:pt x="180" y="18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7" name="Freeform 154"/>
              <p:cNvSpPr/>
              <p:nvPr userDrawn="1"/>
            </p:nvSpPr>
            <p:spPr>
              <a:xfrm>
                <a:off x="5438776" y="3151188"/>
                <a:ext cx="120650" cy="206375"/>
              </a:xfrm>
              <a:custGeom>
                <a:avLst/>
                <a:gdLst/>
                <a:ahLst/>
                <a:cxnLst>
                  <a:cxn ang="0">
                    <a:pos x="58694" y="13103"/>
                  </a:cxn>
                  <a:cxn ang="0">
                    <a:pos x="19564" y="16378"/>
                  </a:cxn>
                  <a:cxn ang="0">
                    <a:pos x="9782" y="65515"/>
                  </a:cxn>
                  <a:cxn ang="0">
                    <a:pos x="117389" y="144134"/>
                  </a:cxn>
                  <a:cxn ang="0">
                    <a:pos x="84781" y="36033"/>
                  </a:cxn>
                  <a:cxn ang="0">
                    <a:pos x="58694" y="13103"/>
                  </a:cxn>
                </a:cxnLst>
                <a:rect l="0" t="0" r="0" b="0"/>
                <a:pathLst>
                  <a:path w="37" h="63">
                    <a:moveTo>
                      <a:pt x="18" y="4"/>
                    </a:moveTo>
                    <a:cubicBezTo>
                      <a:pt x="16" y="3"/>
                      <a:pt x="11" y="0"/>
                      <a:pt x="6" y="5"/>
                    </a:cubicBezTo>
                    <a:cubicBezTo>
                      <a:pt x="0" y="11"/>
                      <a:pt x="1" y="16"/>
                      <a:pt x="3" y="20"/>
                    </a:cubicBezTo>
                    <a:cubicBezTo>
                      <a:pt x="5" y="26"/>
                      <a:pt x="32" y="63"/>
                      <a:pt x="36" y="44"/>
                    </a:cubicBezTo>
                    <a:cubicBezTo>
                      <a:pt x="37" y="37"/>
                      <a:pt x="31" y="18"/>
                      <a:pt x="26" y="11"/>
                    </a:cubicBezTo>
                    <a:cubicBezTo>
                      <a:pt x="20" y="4"/>
                      <a:pt x="18" y="4"/>
                      <a:pt x="18" y="4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8" name="Rectangle 155"/>
              <p:cNvSpPr/>
              <p:nvPr userDrawn="1"/>
            </p:nvSpPr>
            <p:spPr>
              <a:xfrm>
                <a:off x="3060701" y="3298825"/>
                <a:ext cx="6053138" cy="134938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49" name="Freeform 156"/>
              <p:cNvSpPr/>
              <p:nvPr userDrawn="1"/>
            </p:nvSpPr>
            <p:spPr>
              <a:xfrm>
                <a:off x="6819901" y="2698750"/>
                <a:ext cx="214313" cy="155575"/>
              </a:xfrm>
              <a:custGeom>
                <a:avLst/>
                <a:gdLst/>
                <a:ahLst/>
                <a:cxnLst>
                  <a:cxn ang="0">
                    <a:pos x="187936" y="92682"/>
                  </a:cxn>
                  <a:cxn ang="0">
                    <a:pos x="138479" y="26480"/>
                  </a:cxn>
                  <a:cxn ang="0">
                    <a:pos x="49456" y="9930"/>
                  </a:cxn>
                  <a:cxn ang="0">
                    <a:pos x="3297" y="16550"/>
                  </a:cxn>
                  <a:cxn ang="0">
                    <a:pos x="46159" y="59581"/>
                  </a:cxn>
                  <a:cxn ang="0">
                    <a:pos x="102210" y="72822"/>
                  </a:cxn>
                  <a:cxn ang="0">
                    <a:pos x="135182" y="135714"/>
                  </a:cxn>
                  <a:cxn ang="0">
                    <a:pos x="158261" y="148954"/>
                  </a:cxn>
                  <a:cxn ang="0">
                    <a:pos x="168153" y="155575"/>
                  </a:cxn>
                  <a:cxn ang="0">
                    <a:pos x="187936" y="92682"/>
                  </a:cxn>
                </a:cxnLst>
                <a:rect l="0" t="0" r="0" b="0"/>
                <a:pathLst>
                  <a:path w="65" h="47">
                    <a:moveTo>
                      <a:pt x="57" y="28"/>
                    </a:moveTo>
                    <a:cubicBezTo>
                      <a:pt x="42" y="8"/>
                      <a:pt x="42" y="8"/>
                      <a:pt x="42" y="8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11" y="2"/>
                      <a:pt x="3" y="0"/>
                      <a:pt x="1" y="5"/>
                    </a:cubicBezTo>
                    <a:cubicBezTo>
                      <a:pt x="0" y="8"/>
                      <a:pt x="5" y="16"/>
                      <a:pt x="14" y="18"/>
                    </a:cubicBezTo>
                    <a:cubicBezTo>
                      <a:pt x="31" y="22"/>
                      <a:pt x="31" y="22"/>
                      <a:pt x="31" y="22"/>
                    </a:cubicBezTo>
                    <a:cubicBezTo>
                      <a:pt x="41" y="41"/>
                      <a:pt x="41" y="41"/>
                      <a:pt x="41" y="41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48" y="45"/>
                      <a:pt x="51" y="47"/>
                      <a:pt x="51" y="47"/>
                    </a:cubicBezTo>
                    <a:cubicBezTo>
                      <a:pt x="56" y="46"/>
                      <a:pt x="65" y="39"/>
                      <a:pt x="57" y="28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0" name="Freeform 157"/>
              <p:cNvSpPr/>
              <p:nvPr userDrawn="1"/>
            </p:nvSpPr>
            <p:spPr>
              <a:xfrm>
                <a:off x="6792913" y="2774950"/>
                <a:ext cx="207963" cy="138113"/>
              </a:xfrm>
              <a:custGeom>
                <a:avLst/>
                <a:gdLst/>
                <a:ahLst/>
                <a:cxnLst>
                  <a:cxn ang="0">
                    <a:pos x="188157" y="75633"/>
                  </a:cxn>
                  <a:cxn ang="0">
                    <a:pos x="115535" y="16442"/>
                  </a:cxn>
                  <a:cxn ang="0">
                    <a:pos x="42913" y="6576"/>
                  </a:cxn>
                  <a:cxn ang="0">
                    <a:pos x="6602" y="13153"/>
                  </a:cxn>
                  <a:cxn ang="0">
                    <a:pos x="29709" y="55902"/>
                  </a:cxn>
                  <a:cxn ang="0">
                    <a:pos x="92428" y="72344"/>
                  </a:cxn>
                  <a:cxn ang="0">
                    <a:pos x="165050" y="131536"/>
                  </a:cxn>
                  <a:cxn ang="0">
                    <a:pos x="201361" y="115094"/>
                  </a:cxn>
                  <a:cxn ang="0">
                    <a:pos x="188157" y="75633"/>
                  </a:cxn>
                </a:cxnLst>
                <a:rect l="0" t="0" r="0" b="0"/>
                <a:pathLst>
                  <a:path w="63" h="42">
                    <a:moveTo>
                      <a:pt x="57" y="23"/>
                    </a:moveTo>
                    <a:cubicBezTo>
                      <a:pt x="35" y="5"/>
                      <a:pt x="35" y="5"/>
                      <a:pt x="35" y="5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9" y="1"/>
                      <a:pt x="3" y="0"/>
                      <a:pt x="2" y="4"/>
                    </a:cubicBezTo>
                    <a:cubicBezTo>
                      <a:pt x="0" y="9"/>
                      <a:pt x="5" y="16"/>
                      <a:pt x="9" y="17"/>
                    </a:cubicBezTo>
                    <a:cubicBezTo>
                      <a:pt x="28" y="22"/>
                      <a:pt x="28" y="22"/>
                      <a:pt x="28" y="22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4" y="42"/>
                      <a:pt x="59" y="39"/>
                      <a:pt x="61" y="35"/>
                    </a:cubicBezTo>
                    <a:cubicBezTo>
                      <a:pt x="63" y="30"/>
                      <a:pt x="61" y="26"/>
                      <a:pt x="57" y="23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1" name="Freeform 158"/>
              <p:cNvSpPr/>
              <p:nvPr userDrawn="1"/>
            </p:nvSpPr>
            <p:spPr>
              <a:xfrm>
                <a:off x="6770688" y="2844800"/>
                <a:ext cx="214313" cy="111125"/>
              </a:xfrm>
              <a:custGeom>
                <a:avLst/>
                <a:gdLst/>
                <a:ahLst/>
                <a:cxnLst>
                  <a:cxn ang="0">
                    <a:pos x="191233" y="45757"/>
                  </a:cxn>
                  <a:cxn ang="0">
                    <a:pos x="112102" y="0"/>
                  </a:cxn>
                  <a:cxn ang="0">
                    <a:pos x="39565" y="3268"/>
                  </a:cxn>
                  <a:cxn ang="0">
                    <a:pos x="3297" y="16341"/>
                  </a:cxn>
                  <a:cxn ang="0">
                    <a:pos x="36268" y="55562"/>
                  </a:cxn>
                  <a:cxn ang="0">
                    <a:pos x="98913" y="58830"/>
                  </a:cxn>
                  <a:cxn ang="0">
                    <a:pos x="178044" y="104588"/>
                  </a:cxn>
                  <a:cxn ang="0">
                    <a:pos x="211015" y="81709"/>
                  </a:cxn>
                  <a:cxn ang="0">
                    <a:pos x="191233" y="45757"/>
                  </a:cxn>
                </a:cxnLst>
                <a:rect l="0" t="0" r="0" b="0"/>
                <a:pathLst>
                  <a:path w="65" h="34">
                    <a:moveTo>
                      <a:pt x="58" y="14"/>
                    </a:moveTo>
                    <a:cubicBezTo>
                      <a:pt x="34" y="0"/>
                      <a:pt x="34" y="0"/>
                      <a:pt x="34" y="0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8" y="1"/>
                      <a:pt x="2" y="0"/>
                      <a:pt x="1" y="5"/>
                    </a:cubicBezTo>
                    <a:cubicBezTo>
                      <a:pt x="0" y="10"/>
                      <a:pt x="6" y="16"/>
                      <a:pt x="11" y="17"/>
                    </a:cubicBezTo>
                    <a:cubicBezTo>
                      <a:pt x="30" y="18"/>
                      <a:pt x="30" y="18"/>
                      <a:pt x="30" y="18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58" y="34"/>
                      <a:pt x="63" y="30"/>
                      <a:pt x="64" y="25"/>
                    </a:cubicBezTo>
                    <a:cubicBezTo>
                      <a:pt x="65" y="20"/>
                      <a:pt x="62" y="16"/>
                      <a:pt x="58" y="14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2" name="Freeform 159"/>
              <p:cNvSpPr/>
              <p:nvPr userDrawn="1"/>
            </p:nvSpPr>
            <p:spPr>
              <a:xfrm>
                <a:off x="6770688" y="2906713"/>
                <a:ext cx="190500" cy="92075"/>
              </a:xfrm>
              <a:custGeom>
                <a:avLst/>
                <a:gdLst/>
                <a:ahLst/>
                <a:cxnLst>
                  <a:cxn ang="0">
                    <a:pos x="167508" y="32883"/>
                  </a:cxn>
                  <a:cxn ang="0">
                    <a:pos x="98534" y="0"/>
                  </a:cxn>
                  <a:cxn ang="0">
                    <a:pos x="36129" y="6576"/>
                  </a:cxn>
                  <a:cxn ang="0">
                    <a:pos x="3284" y="23018"/>
                  </a:cxn>
                  <a:cxn ang="0">
                    <a:pos x="32844" y="52614"/>
                  </a:cxn>
                  <a:cxn ang="0">
                    <a:pos x="88681" y="52614"/>
                  </a:cxn>
                  <a:cxn ang="0">
                    <a:pos x="160939" y="85498"/>
                  </a:cxn>
                  <a:cxn ang="0">
                    <a:pos x="187215" y="65767"/>
                  </a:cxn>
                  <a:cxn ang="0">
                    <a:pos x="167508" y="32883"/>
                  </a:cxn>
                </a:cxnLst>
                <a:rect l="0" t="0" r="0" b="0"/>
                <a:pathLst>
                  <a:path w="58" h="28">
                    <a:moveTo>
                      <a:pt x="51" y="10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7" y="2"/>
                      <a:pt x="2" y="2"/>
                      <a:pt x="1" y="7"/>
                    </a:cubicBezTo>
                    <a:cubicBezTo>
                      <a:pt x="0" y="11"/>
                      <a:pt x="6" y="16"/>
                      <a:pt x="10" y="16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49" y="26"/>
                      <a:pt x="49" y="26"/>
                      <a:pt x="49" y="26"/>
                    </a:cubicBezTo>
                    <a:cubicBezTo>
                      <a:pt x="52" y="28"/>
                      <a:pt x="56" y="24"/>
                      <a:pt x="57" y="20"/>
                    </a:cubicBezTo>
                    <a:cubicBezTo>
                      <a:pt x="58" y="15"/>
                      <a:pt x="55" y="12"/>
                      <a:pt x="51" y="1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3" name="Freeform 160"/>
              <p:cNvSpPr/>
              <p:nvPr userDrawn="1"/>
            </p:nvSpPr>
            <p:spPr>
              <a:xfrm>
                <a:off x="5622926" y="2857500"/>
                <a:ext cx="15875" cy="33338"/>
              </a:xfrm>
              <a:custGeom>
                <a:avLst/>
                <a:gdLst/>
                <a:ahLst/>
                <a:cxnLst>
                  <a:cxn ang="0">
                    <a:pos x="0" y="3333"/>
                  </a:cxn>
                  <a:cxn ang="0">
                    <a:pos x="3175" y="0"/>
                  </a:cxn>
                  <a:cxn ang="0">
                    <a:pos x="9525" y="3333"/>
                  </a:cxn>
                  <a:cxn ang="0">
                    <a:pos x="15875" y="23336"/>
                  </a:cxn>
                  <a:cxn ang="0">
                    <a:pos x="12700" y="33338"/>
                  </a:cxn>
                  <a:cxn ang="0">
                    <a:pos x="9525" y="26670"/>
                  </a:cxn>
                  <a:cxn ang="0">
                    <a:pos x="0" y="3333"/>
                  </a:cxn>
                </a:cxnLst>
                <a:rect l="0" t="0" r="0" b="0"/>
                <a:pathLst>
                  <a:path w="5" h="10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3" y="8"/>
                      <a:pt x="3" y="8"/>
                      <a:pt x="3" y="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4" name="Freeform 161"/>
              <p:cNvSpPr/>
              <p:nvPr userDrawn="1"/>
            </p:nvSpPr>
            <p:spPr>
              <a:xfrm>
                <a:off x="5607051" y="3062288"/>
                <a:ext cx="233363" cy="160338"/>
              </a:xfrm>
              <a:custGeom>
                <a:avLst/>
                <a:gdLst/>
                <a:ahLst/>
                <a:cxnLst>
                  <a:cxn ang="0">
                    <a:pos x="16434" y="0"/>
                  </a:cxn>
                  <a:cxn ang="0">
                    <a:pos x="138045" y="26177"/>
                  </a:cxn>
                  <a:cxn ang="0">
                    <a:pos x="220215" y="147249"/>
                  </a:cxn>
                  <a:cxn ang="0">
                    <a:pos x="98604" y="75260"/>
                  </a:cxn>
                  <a:cxn ang="0">
                    <a:pos x="0" y="85077"/>
                  </a:cxn>
                  <a:cxn ang="0">
                    <a:pos x="16434" y="0"/>
                  </a:cxn>
                </a:cxnLst>
                <a:rect l="0" t="0" r="0" b="0"/>
                <a:pathLst>
                  <a:path w="71" h="49">
                    <a:moveTo>
                      <a:pt x="5" y="0"/>
                    </a:moveTo>
                    <a:cubicBezTo>
                      <a:pt x="6" y="1"/>
                      <a:pt x="40" y="6"/>
                      <a:pt x="42" y="8"/>
                    </a:cubicBezTo>
                    <a:cubicBezTo>
                      <a:pt x="44" y="10"/>
                      <a:pt x="71" y="45"/>
                      <a:pt x="67" y="45"/>
                    </a:cubicBezTo>
                    <a:cubicBezTo>
                      <a:pt x="44" y="49"/>
                      <a:pt x="34" y="30"/>
                      <a:pt x="30" y="23"/>
                    </a:cubicBezTo>
                    <a:cubicBezTo>
                      <a:pt x="0" y="26"/>
                      <a:pt x="0" y="26"/>
                      <a:pt x="0" y="26"/>
                    </a:cubicBez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5" name="Freeform 162"/>
              <p:cNvSpPr/>
              <p:nvPr userDrawn="1"/>
            </p:nvSpPr>
            <p:spPr>
              <a:xfrm>
                <a:off x="5751513" y="3228975"/>
                <a:ext cx="42863" cy="76200"/>
              </a:xfrm>
              <a:custGeom>
                <a:avLst/>
                <a:gdLst/>
                <a:ahLst/>
                <a:cxnLst>
                  <a:cxn ang="0">
                    <a:pos x="6594" y="0"/>
                  </a:cxn>
                  <a:cxn ang="0">
                    <a:pos x="0" y="26504"/>
                  </a:cxn>
                  <a:cxn ang="0">
                    <a:pos x="42863" y="76200"/>
                  </a:cxn>
                  <a:cxn ang="0">
                    <a:pos x="39565" y="6626"/>
                  </a:cxn>
                  <a:cxn ang="0">
                    <a:pos x="6594" y="0"/>
                  </a:cxn>
                </a:cxnLst>
                <a:rect l="0" t="0" r="0" b="0"/>
                <a:pathLst>
                  <a:path w="13" h="23">
                    <a:moveTo>
                      <a:pt x="2" y="0"/>
                    </a:moveTo>
                    <a:cubicBezTo>
                      <a:pt x="2" y="0"/>
                      <a:pt x="0" y="8"/>
                      <a:pt x="0" y="8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2"/>
                      <a:pt x="12" y="2"/>
                      <a:pt x="12" y="2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6" name="Freeform 163"/>
              <p:cNvSpPr/>
              <p:nvPr userDrawn="1"/>
            </p:nvSpPr>
            <p:spPr>
              <a:xfrm>
                <a:off x="5616576" y="2857500"/>
                <a:ext cx="28575" cy="49213"/>
              </a:xfrm>
              <a:custGeom>
                <a:avLst/>
                <a:gdLst/>
                <a:ahLst/>
                <a:cxnLst>
                  <a:cxn ang="0">
                    <a:pos x="28575" y="42651"/>
                  </a:cxn>
                  <a:cxn ang="0">
                    <a:pos x="15875" y="49213"/>
                  </a:cxn>
                  <a:cxn ang="0">
                    <a:pos x="0" y="9842"/>
                  </a:cxn>
                  <a:cxn ang="0">
                    <a:pos x="3175" y="3280"/>
                  </a:cxn>
                  <a:cxn ang="0">
                    <a:pos x="9525" y="0"/>
                  </a:cxn>
                  <a:cxn ang="0">
                    <a:pos x="15875" y="3280"/>
                  </a:cxn>
                  <a:cxn ang="0">
                    <a:pos x="28575" y="42651"/>
                  </a:cxn>
                </a:cxnLst>
                <a:rect l="0" t="0" r="0" b="0"/>
                <a:pathLst>
                  <a:path w="9" h="15">
                    <a:moveTo>
                      <a:pt x="9" y="13"/>
                    </a:moveTo>
                    <a:cubicBezTo>
                      <a:pt x="5" y="15"/>
                      <a:pt x="5" y="15"/>
                      <a:pt x="5" y="15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1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0"/>
                      <a:pt x="4" y="0"/>
                      <a:pt x="5" y="1"/>
                    </a:cubicBez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7" name="Freeform 164"/>
              <p:cNvSpPr/>
              <p:nvPr userDrawn="1"/>
            </p:nvSpPr>
            <p:spPr>
              <a:xfrm>
                <a:off x="5613401" y="2876550"/>
                <a:ext cx="52388" cy="57150"/>
              </a:xfrm>
              <a:custGeom>
                <a:avLst/>
                <a:gdLst/>
                <a:ahLst/>
                <a:cxnLst>
                  <a:cxn ang="0">
                    <a:pos x="52388" y="40341"/>
                  </a:cxn>
                  <a:cxn ang="0">
                    <a:pos x="13097" y="57150"/>
                  </a:cxn>
                  <a:cxn ang="0">
                    <a:pos x="0" y="23532"/>
                  </a:cxn>
                  <a:cxn ang="0">
                    <a:pos x="0" y="16808"/>
                  </a:cxn>
                  <a:cxn ang="0">
                    <a:pos x="3274" y="13447"/>
                  </a:cxn>
                  <a:cxn ang="0">
                    <a:pos x="32742" y="0"/>
                  </a:cxn>
                  <a:cxn ang="0">
                    <a:pos x="36016" y="0"/>
                  </a:cxn>
                  <a:cxn ang="0">
                    <a:pos x="39291" y="3361"/>
                  </a:cxn>
                  <a:cxn ang="0">
                    <a:pos x="52388" y="40341"/>
                  </a:cxn>
                </a:cxnLst>
                <a:rect l="0" t="0" r="0" b="0"/>
                <a:pathLst>
                  <a:path w="16" h="17">
                    <a:moveTo>
                      <a:pt x="16" y="12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5"/>
                      <a:pt x="1" y="4"/>
                      <a:pt x="1" y="4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1" y="0"/>
                      <a:pt x="11" y="0"/>
                    </a:cubicBezTo>
                    <a:cubicBezTo>
                      <a:pt x="12" y="0"/>
                      <a:pt x="12" y="1"/>
                      <a:pt x="12" y="1"/>
                    </a:cubicBezTo>
                    <a:lnTo>
                      <a:pt x="16" y="12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8" name="Freeform 165"/>
              <p:cNvSpPr/>
              <p:nvPr userDrawn="1"/>
            </p:nvSpPr>
            <p:spPr>
              <a:xfrm>
                <a:off x="5629276" y="2876550"/>
                <a:ext cx="36513" cy="39688"/>
              </a:xfrm>
              <a:custGeom>
                <a:avLst/>
                <a:gdLst/>
                <a:ahLst/>
                <a:cxnLst>
                  <a:cxn ang="0">
                    <a:pos x="0" y="6614"/>
                  </a:cxn>
                  <a:cxn ang="0">
                    <a:pos x="3319" y="6614"/>
                  </a:cxn>
                  <a:cxn ang="0">
                    <a:pos x="9958" y="3307"/>
                  </a:cxn>
                  <a:cxn ang="0">
                    <a:pos x="16596" y="0"/>
                  </a:cxn>
                  <a:cxn ang="0">
                    <a:pos x="19916" y="0"/>
                  </a:cxn>
                  <a:cxn ang="0">
                    <a:pos x="23235" y="3307"/>
                  </a:cxn>
                  <a:cxn ang="0">
                    <a:pos x="36513" y="36380"/>
                  </a:cxn>
                  <a:cxn ang="0">
                    <a:pos x="13277" y="39688"/>
                  </a:cxn>
                  <a:cxn ang="0">
                    <a:pos x="0" y="6614"/>
                  </a:cxn>
                </a:cxnLst>
                <a:rect l="0" t="0" r="0" b="0"/>
                <a:pathLst>
                  <a:path w="11" h="12">
                    <a:moveTo>
                      <a:pt x="0" y="2"/>
                    </a:moveTo>
                    <a:cubicBezTo>
                      <a:pt x="1" y="2"/>
                      <a:pt x="1" y="2"/>
                      <a:pt x="1" y="2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0"/>
                      <a:pt x="7" y="1"/>
                      <a:pt x="7" y="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0" y="2"/>
                      <a:pt x="0" y="2"/>
                      <a:pt x="0" y="2"/>
                    </a:cubicBez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59" name="Freeform 166"/>
              <p:cNvSpPr/>
              <p:nvPr userDrawn="1"/>
            </p:nvSpPr>
            <p:spPr>
              <a:xfrm>
                <a:off x="5619751" y="2894013"/>
                <a:ext cx="171450" cy="361950"/>
              </a:xfrm>
              <a:custGeom>
                <a:avLst/>
                <a:gdLst/>
                <a:ahLst/>
                <a:cxnLst>
                  <a:cxn ang="0">
                    <a:pos x="131762" y="361950"/>
                  </a:cxn>
                  <a:cxn ang="0">
                    <a:pos x="0" y="15875"/>
                  </a:cxn>
                  <a:cxn ang="0">
                    <a:pos x="39687" y="0"/>
                  </a:cxn>
                  <a:cxn ang="0">
                    <a:pos x="171450" y="342900"/>
                  </a:cxn>
                  <a:cxn ang="0">
                    <a:pos x="131762" y="361950"/>
                  </a:cxn>
                </a:cxnLst>
                <a:rect l="0" t="0" r="0" b="0"/>
                <a:pathLst>
                  <a:path w="108" h="228">
                    <a:moveTo>
                      <a:pt x="83" y="228"/>
                    </a:moveTo>
                    <a:lnTo>
                      <a:pt x="0" y="10"/>
                    </a:lnTo>
                    <a:lnTo>
                      <a:pt x="25" y="0"/>
                    </a:lnTo>
                    <a:lnTo>
                      <a:pt x="108" y="216"/>
                    </a:lnTo>
                    <a:lnTo>
                      <a:pt x="83" y="228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0" name="Freeform 167"/>
              <p:cNvSpPr/>
              <p:nvPr userDrawn="1"/>
            </p:nvSpPr>
            <p:spPr>
              <a:xfrm>
                <a:off x="5635626" y="2894013"/>
                <a:ext cx="155575" cy="352425"/>
              </a:xfrm>
              <a:custGeom>
                <a:avLst/>
                <a:gdLst/>
                <a:ahLst/>
                <a:cxnLst>
                  <a:cxn ang="0">
                    <a:pos x="134937" y="352425"/>
                  </a:cxn>
                  <a:cxn ang="0">
                    <a:pos x="0" y="9525"/>
                  </a:cxn>
                  <a:cxn ang="0">
                    <a:pos x="23812" y="0"/>
                  </a:cxn>
                  <a:cxn ang="0">
                    <a:pos x="155575" y="342900"/>
                  </a:cxn>
                  <a:cxn ang="0">
                    <a:pos x="134937" y="352425"/>
                  </a:cxn>
                </a:cxnLst>
                <a:rect l="0" t="0" r="0" b="0"/>
                <a:pathLst>
                  <a:path w="98" h="222">
                    <a:moveTo>
                      <a:pt x="85" y="222"/>
                    </a:moveTo>
                    <a:lnTo>
                      <a:pt x="0" y="6"/>
                    </a:lnTo>
                    <a:lnTo>
                      <a:pt x="15" y="0"/>
                    </a:lnTo>
                    <a:lnTo>
                      <a:pt x="98" y="216"/>
                    </a:lnTo>
                    <a:lnTo>
                      <a:pt x="85" y="222"/>
                    </a:ln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1" name="Freeform 168"/>
              <p:cNvSpPr/>
              <p:nvPr userDrawn="1"/>
            </p:nvSpPr>
            <p:spPr>
              <a:xfrm>
                <a:off x="5610226" y="2887663"/>
                <a:ext cx="49213" cy="123825"/>
              </a:xfrm>
              <a:custGeom>
                <a:avLst/>
                <a:gdLst/>
                <a:ahLst/>
                <a:cxnLst>
                  <a:cxn ang="0">
                    <a:pos x="49213" y="6517"/>
                  </a:cxn>
                  <a:cxn ang="0">
                    <a:pos x="45932" y="0"/>
                  </a:cxn>
                  <a:cxn ang="0">
                    <a:pos x="3280" y="19551"/>
                  </a:cxn>
                  <a:cxn ang="0">
                    <a:pos x="0" y="26068"/>
                  </a:cxn>
                  <a:cxn ang="0">
                    <a:pos x="36089" y="120566"/>
                  </a:cxn>
                  <a:cxn ang="0">
                    <a:pos x="45932" y="123825"/>
                  </a:cxn>
                  <a:cxn ang="0">
                    <a:pos x="32808" y="91239"/>
                  </a:cxn>
                  <a:cxn ang="0">
                    <a:pos x="29527" y="87980"/>
                  </a:cxn>
                  <a:cxn ang="0">
                    <a:pos x="6561" y="29326"/>
                  </a:cxn>
                  <a:cxn ang="0">
                    <a:pos x="9842" y="26068"/>
                  </a:cxn>
                  <a:cxn ang="0">
                    <a:pos x="49213" y="6517"/>
                  </a:cxn>
                </a:cxnLst>
                <a:rect l="0" t="0" r="0" b="0"/>
                <a:pathLst>
                  <a:path w="15" h="38">
                    <a:moveTo>
                      <a:pt x="15" y="2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0" y="7"/>
                      <a:pt x="0" y="7"/>
                      <a:pt x="0" y="8"/>
                    </a:cubicBezTo>
                    <a:cubicBezTo>
                      <a:pt x="11" y="37"/>
                      <a:pt x="11" y="37"/>
                      <a:pt x="11" y="37"/>
                    </a:cubicBezTo>
                    <a:cubicBezTo>
                      <a:pt x="14" y="38"/>
                      <a:pt x="14" y="38"/>
                      <a:pt x="14" y="38"/>
                    </a:cubicBezTo>
                    <a:cubicBezTo>
                      <a:pt x="10" y="28"/>
                      <a:pt x="10" y="28"/>
                      <a:pt x="10" y="28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2" y="8"/>
                      <a:pt x="2" y="8"/>
                      <a:pt x="3" y="8"/>
                    </a:cubicBez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ABAC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2" name="Freeform 169"/>
              <p:cNvSpPr/>
              <p:nvPr userDrawn="1"/>
            </p:nvSpPr>
            <p:spPr>
              <a:xfrm>
                <a:off x="5622926" y="2857500"/>
                <a:ext cx="15875" cy="25400"/>
              </a:xfrm>
              <a:custGeom>
                <a:avLst/>
                <a:gdLst/>
                <a:ahLst/>
                <a:cxnLst>
                  <a:cxn ang="0">
                    <a:pos x="0" y="3175"/>
                  </a:cxn>
                  <a:cxn ang="0">
                    <a:pos x="3175" y="0"/>
                  </a:cxn>
                  <a:cxn ang="0">
                    <a:pos x="9525" y="3175"/>
                  </a:cxn>
                  <a:cxn ang="0">
                    <a:pos x="15875" y="22225"/>
                  </a:cxn>
                  <a:cxn ang="0">
                    <a:pos x="9525" y="25400"/>
                  </a:cxn>
                  <a:cxn ang="0">
                    <a:pos x="6350" y="25400"/>
                  </a:cxn>
                  <a:cxn ang="0">
                    <a:pos x="0" y="3175"/>
                  </a:cxn>
                </a:cxnLst>
                <a:rect l="0" t="0" r="0" b="0"/>
                <a:pathLst>
                  <a:path w="5" h="8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2" y="8"/>
                      <a:pt x="2" y="8"/>
                      <a:pt x="2" y="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7A7A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3" name="Freeform 170"/>
              <p:cNvSpPr/>
              <p:nvPr userDrawn="1"/>
            </p:nvSpPr>
            <p:spPr>
              <a:xfrm>
                <a:off x="5470526" y="3035300"/>
                <a:ext cx="346075" cy="273050"/>
              </a:xfrm>
              <a:custGeom>
                <a:avLst/>
                <a:gdLst/>
                <a:ahLst/>
                <a:cxnLst>
                  <a:cxn ang="0">
                    <a:pos x="201053" y="23028"/>
                  </a:cxn>
                  <a:cxn ang="0">
                    <a:pos x="342779" y="180936"/>
                  </a:cxn>
                  <a:cxn ang="0">
                    <a:pos x="309819" y="220413"/>
                  </a:cxn>
                  <a:cxn ang="0">
                    <a:pos x="177981" y="105272"/>
                  </a:cxn>
                  <a:cxn ang="0">
                    <a:pos x="250492" y="203965"/>
                  </a:cxn>
                  <a:cxn ang="0">
                    <a:pos x="247196" y="256601"/>
                  </a:cxn>
                  <a:cxn ang="0">
                    <a:pos x="181277" y="243442"/>
                  </a:cxn>
                  <a:cxn ang="0">
                    <a:pos x="118654" y="144749"/>
                  </a:cxn>
                  <a:cxn ang="0">
                    <a:pos x="154909" y="259890"/>
                  </a:cxn>
                  <a:cxn ang="0">
                    <a:pos x="102174" y="250021"/>
                  </a:cxn>
                  <a:cxn ang="0">
                    <a:pos x="6591" y="108562"/>
                  </a:cxn>
                  <a:cxn ang="0">
                    <a:pos x="62623" y="69084"/>
                  </a:cxn>
                  <a:cxn ang="0">
                    <a:pos x="75806" y="26318"/>
                  </a:cxn>
                  <a:cxn ang="0">
                    <a:pos x="125246" y="23028"/>
                  </a:cxn>
                  <a:cxn ang="0">
                    <a:pos x="151613" y="3289"/>
                  </a:cxn>
                  <a:cxn ang="0">
                    <a:pos x="201053" y="23028"/>
                  </a:cxn>
                </a:cxnLst>
                <a:rect l="0" t="0" r="0" b="0"/>
                <a:pathLst>
                  <a:path w="105" h="83">
                    <a:moveTo>
                      <a:pt x="61" y="7"/>
                    </a:moveTo>
                    <a:cubicBezTo>
                      <a:pt x="64" y="10"/>
                      <a:pt x="104" y="45"/>
                      <a:pt x="104" y="55"/>
                    </a:cubicBezTo>
                    <a:cubicBezTo>
                      <a:pt x="105" y="66"/>
                      <a:pt x="100" y="66"/>
                      <a:pt x="94" y="67"/>
                    </a:cubicBezTo>
                    <a:cubicBezTo>
                      <a:pt x="88" y="67"/>
                      <a:pt x="53" y="31"/>
                      <a:pt x="54" y="32"/>
                    </a:cubicBezTo>
                    <a:cubicBezTo>
                      <a:pt x="76" y="62"/>
                      <a:pt x="76" y="62"/>
                      <a:pt x="76" y="62"/>
                    </a:cubicBezTo>
                    <a:cubicBezTo>
                      <a:pt x="76" y="62"/>
                      <a:pt x="81" y="73"/>
                      <a:pt x="75" y="78"/>
                    </a:cubicBezTo>
                    <a:cubicBezTo>
                      <a:pt x="68" y="83"/>
                      <a:pt x="59" y="79"/>
                      <a:pt x="55" y="74"/>
                    </a:cubicBezTo>
                    <a:cubicBezTo>
                      <a:pt x="51" y="68"/>
                      <a:pt x="36" y="44"/>
                      <a:pt x="36" y="44"/>
                    </a:cubicBezTo>
                    <a:cubicBezTo>
                      <a:pt x="36" y="44"/>
                      <a:pt x="53" y="76"/>
                      <a:pt x="47" y="79"/>
                    </a:cubicBezTo>
                    <a:cubicBezTo>
                      <a:pt x="41" y="83"/>
                      <a:pt x="37" y="80"/>
                      <a:pt x="31" y="76"/>
                    </a:cubicBezTo>
                    <a:cubicBezTo>
                      <a:pt x="27" y="73"/>
                      <a:pt x="2" y="38"/>
                      <a:pt x="2" y="33"/>
                    </a:cubicBezTo>
                    <a:cubicBezTo>
                      <a:pt x="0" y="18"/>
                      <a:pt x="19" y="21"/>
                      <a:pt x="19" y="21"/>
                    </a:cubicBezTo>
                    <a:cubicBezTo>
                      <a:pt x="19" y="19"/>
                      <a:pt x="17" y="12"/>
                      <a:pt x="23" y="8"/>
                    </a:cubicBezTo>
                    <a:cubicBezTo>
                      <a:pt x="28" y="4"/>
                      <a:pt x="38" y="7"/>
                      <a:pt x="38" y="7"/>
                    </a:cubicBezTo>
                    <a:cubicBezTo>
                      <a:pt x="38" y="7"/>
                      <a:pt x="39" y="1"/>
                      <a:pt x="46" y="1"/>
                    </a:cubicBezTo>
                    <a:cubicBezTo>
                      <a:pt x="53" y="0"/>
                      <a:pt x="61" y="7"/>
                      <a:pt x="61" y="7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4" name="Freeform 171"/>
              <p:cNvSpPr/>
              <p:nvPr userDrawn="1"/>
            </p:nvSpPr>
            <p:spPr>
              <a:xfrm>
                <a:off x="2444751" y="3816350"/>
                <a:ext cx="1169988" cy="1630363"/>
              </a:xfrm>
              <a:custGeom>
                <a:avLst/>
                <a:gdLst/>
                <a:ahLst/>
                <a:cxnLst>
                  <a:cxn ang="0">
                    <a:pos x="0" y="286548"/>
                  </a:cxn>
                  <a:cxn ang="0">
                    <a:pos x="42844" y="0"/>
                  </a:cxn>
                  <a:cxn ang="0">
                    <a:pos x="1064524" y="293135"/>
                  </a:cxn>
                  <a:cxn ang="0">
                    <a:pos x="1169988" y="1531553"/>
                  </a:cxn>
                  <a:cxn ang="0">
                    <a:pos x="992017" y="1630363"/>
                  </a:cxn>
                  <a:cxn ang="0">
                    <a:pos x="800865" y="546747"/>
                  </a:cxn>
                  <a:cxn ang="0">
                    <a:pos x="0" y="286548"/>
                  </a:cxn>
                </a:cxnLst>
                <a:rect l="0" t="0" r="0" b="0"/>
                <a:pathLst>
                  <a:path w="355" h="495">
                    <a:moveTo>
                      <a:pt x="0" y="87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13" y="0"/>
                      <a:pt x="301" y="63"/>
                      <a:pt x="323" y="89"/>
                    </a:cubicBezTo>
                    <a:cubicBezTo>
                      <a:pt x="344" y="113"/>
                      <a:pt x="355" y="465"/>
                      <a:pt x="355" y="465"/>
                    </a:cubicBezTo>
                    <a:cubicBezTo>
                      <a:pt x="301" y="495"/>
                      <a:pt x="301" y="495"/>
                      <a:pt x="301" y="495"/>
                    </a:cubicBezTo>
                    <a:cubicBezTo>
                      <a:pt x="301" y="495"/>
                      <a:pt x="247" y="168"/>
                      <a:pt x="243" y="166"/>
                    </a:cubicBezTo>
                    <a:cubicBezTo>
                      <a:pt x="239" y="164"/>
                      <a:pt x="0" y="87"/>
                      <a:pt x="0" y="87"/>
                    </a:cubicBezTo>
                    <a:close/>
                  </a:path>
                </a:pathLst>
              </a:custGeom>
              <a:solidFill>
                <a:srgbClr val="F8A9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5" name="Freeform 172"/>
              <p:cNvSpPr/>
              <p:nvPr userDrawn="1"/>
            </p:nvSpPr>
            <p:spPr>
              <a:xfrm>
                <a:off x="2171701" y="4518025"/>
                <a:ext cx="203200" cy="239713"/>
              </a:xfrm>
              <a:custGeom>
                <a:avLst/>
                <a:gdLst/>
                <a:ahLst/>
                <a:cxnLst>
                  <a:cxn ang="0">
                    <a:pos x="147483" y="114930"/>
                  </a:cxn>
                  <a:cxn ang="0">
                    <a:pos x="134374" y="170754"/>
                  </a:cxn>
                  <a:cxn ang="0">
                    <a:pos x="68825" y="226578"/>
                  </a:cxn>
                  <a:cxn ang="0">
                    <a:pos x="13109" y="216726"/>
                  </a:cxn>
                  <a:cxn ang="0">
                    <a:pos x="13109" y="216726"/>
                  </a:cxn>
                  <a:cxn ang="0">
                    <a:pos x="22941" y="154335"/>
                  </a:cxn>
                  <a:cxn ang="0">
                    <a:pos x="88490" y="101795"/>
                  </a:cxn>
                  <a:cxn ang="0">
                    <a:pos x="137651" y="105079"/>
                  </a:cxn>
                  <a:cxn ang="0">
                    <a:pos x="183535" y="68958"/>
                  </a:cxn>
                  <a:cxn ang="0">
                    <a:pos x="190090" y="0"/>
                  </a:cxn>
                  <a:cxn ang="0">
                    <a:pos x="203200" y="3283"/>
                  </a:cxn>
                  <a:cxn ang="0">
                    <a:pos x="196645" y="72242"/>
                  </a:cxn>
                  <a:cxn ang="0">
                    <a:pos x="196645" y="75526"/>
                  </a:cxn>
                  <a:cxn ang="0">
                    <a:pos x="193367" y="78809"/>
                  </a:cxn>
                  <a:cxn ang="0">
                    <a:pos x="147483" y="114930"/>
                  </a:cxn>
                </a:cxnLst>
                <a:rect l="0" t="0" r="0" b="0"/>
                <a:pathLst>
                  <a:path w="62" h="73">
                    <a:moveTo>
                      <a:pt x="45" y="35"/>
                    </a:moveTo>
                    <a:cubicBezTo>
                      <a:pt x="47" y="41"/>
                      <a:pt x="46" y="48"/>
                      <a:pt x="41" y="52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16" y="73"/>
                      <a:pt x="8" y="72"/>
                      <a:pt x="4" y="66"/>
                    </a:cubicBezTo>
                    <a:cubicBezTo>
                      <a:pt x="4" y="66"/>
                      <a:pt x="4" y="66"/>
                      <a:pt x="4" y="66"/>
                    </a:cubicBezTo>
                    <a:cubicBezTo>
                      <a:pt x="0" y="60"/>
                      <a:pt x="1" y="52"/>
                      <a:pt x="7" y="47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31" y="27"/>
                      <a:pt x="38" y="27"/>
                      <a:pt x="42" y="32"/>
                    </a:cubicBezTo>
                    <a:cubicBezTo>
                      <a:pt x="56" y="21"/>
                      <a:pt x="56" y="21"/>
                      <a:pt x="56" y="21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0" y="22"/>
                      <a:pt x="60" y="22"/>
                      <a:pt x="60" y="22"/>
                    </a:cubicBezTo>
                    <a:cubicBezTo>
                      <a:pt x="60" y="23"/>
                      <a:pt x="60" y="23"/>
                      <a:pt x="60" y="23"/>
                    </a:cubicBezTo>
                    <a:cubicBezTo>
                      <a:pt x="59" y="24"/>
                      <a:pt x="59" y="24"/>
                      <a:pt x="59" y="24"/>
                    </a:cubicBezTo>
                    <a:lnTo>
                      <a:pt x="45" y="35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6" name="Rectangle 173"/>
              <p:cNvSpPr/>
              <p:nvPr userDrawn="1"/>
            </p:nvSpPr>
            <p:spPr>
              <a:xfrm>
                <a:off x="2563813" y="4484688"/>
                <a:ext cx="107950" cy="498475"/>
              </a:xfrm>
              <a:prstGeom prst="rect">
                <a:avLst/>
              </a:prstGeom>
              <a:solidFill>
                <a:srgbClr val="808184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7" name="Rectangle 174"/>
              <p:cNvSpPr/>
              <p:nvPr userDrawn="1"/>
            </p:nvSpPr>
            <p:spPr>
              <a:xfrm>
                <a:off x="2616201" y="4484688"/>
                <a:ext cx="55563" cy="498475"/>
              </a:xfrm>
              <a:prstGeom prst="rect">
                <a:avLst/>
              </a:prstGeom>
              <a:solidFill>
                <a:srgbClr val="8D8D8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8" name="Freeform 175"/>
              <p:cNvSpPr/>
              <p:nvPr userDrawn="1"/>
            </p:nvSpPr>
            <p:spPr>
              <a:xfrm>
                <a:off x="1700213" y="3133725"/>
                <a:ext cx="385763" cy="1344613"/>
              </a:xfrm>
              <a:custGeom>
                <a:avLst/>
                <a:gdLst/>
                <a:ahLst/>
                <a:cxnLst>
                  <a:cxn ang="0">
                    <a:pos x="98913" y="0"/>
                  </a:cxn>
                  <a:cxn ang="0">
                    <a:pos x="95616" y="247171"/>
                  </a:cxn>
                  <a:cxn ang="0">
                    <a:pos x="385763" y="1258926"/>
                  </a:cxn>
                  <a:cxn ang="0">
                    <a:pos x="382465" y="1344613"/>
                  </a:cxn>
                  <a:cxn ang="0">
                    <a:pos x="19782" y="243875"/>
                  </a:cxn>
                  <a:cxn ang="0">
                    <a:pos x="23079" y="0"/>
                  </a:cxn>
                  <a:cxn ang="0">
                    <a:pos x="98913" y="0"/>
                  </a:cxn>
                </a:cxnLst>
                <a:rect l="0" t="0" r="0" b="0"/>
                <a:pathLst>
                  <a:path w="117" h="408">
                    <a:moveTo>
                      <a:pt x="30" y="0"/>
                    </a:moveTo>
                    <a:cubicBezTo>
                      <a:pt x="30" y="26"/>
                      <a:pt x="30" y="50"/>
                      <a:pt x="29" y="75"/>
                    </a:cubicBezTo>
                    <a:cubicBezTo>
                      <a:pt x="27" y="239"/>
                      <a:pt x="24" y="378"/>
                      <a:pt x="117" y="382"/>
                    </a:cubicBezTo>
                    <a:cubicBezTo>
                      <a:pt x="116" y="408"/>
                      <a:pt x="116" y="408"/>
                      <a:pt x="116" y="408"/>
                    </a:cubicBezTo>
                    <a:cubicBezTo>
                      <a:pt x="0" y="404"/>
                      <a:pt x="3" y="252"/>
                      <a:pt x="6" y="74"/>
                    </a:cubicBezTo>
                    <a:cubicBezTo>
                      <a:pt x="6" y="50"/>
                      <a:pt x="6" y="25"/>
                      <a:pt x="7" y="0"/>
                    </a:cubicBez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69" name="Freeform 176"/>
              <p:cNvSpPr/>
              <p:nvPr userDrawn="1"/>
            </p:nvSpPr>
            <p:spPr>
              <a:xfrm>
                <a:off x="1738313" y="3133725"/>
                <a:ext cx="347663" cy="1341438"/>
              </a:xfrm>
              <a:custGeom>
                <a:avLst/>
                <a:gdLst/>
                <a:ahLst/>
                <a:cxnLst>
                  <a:cxn ang="0">
                    <a:pos x="59599" y="0"/>
                  </a:cxn>
                  <a:cxn ang="0">
                    <a:pos x="56288" y="247193"/>
                  </a:cxn>
                  <a:cxn ang="0">
                    <a:pos x="347663" y="1259040"/>
                  </a:cxn>
                  <a:cxn ang="0">
                    <a:pos x="344351" y="1341438"/>
                  </a:cxn>
                  <a:cxn ang="0">
                    <a:pos x="19866" y="243897"/>
                  </a:cxn>
                  <a:cxn ang="0">
                    <a:pos x="23177" y="0"/>
                  </a:cxn>
                  <a:cxn ang="0">
                    <a:pos x="59599" y="0"/>
                  </a:cxn>
                </a:cxnLst>
                <a:rect l="0" t="0" r="0" b="0"/>
                <a:pathLst>
                  <a:path w="105" h="407">
                    <a:moveTo>
                      <a:pt x="18" y="0"/>
                    </a:moveTo>
                    <a:cubicBezTo>
                      <a:pt x="18" y="26"/>
                      <a:pt x="18" y="50"/>
                      <a:pt x="17" y="75"/>
                    </a:cubicBezTo>
                    <a:cubicBezTo>
                      <a:pt x="15" y="239"/>
                      <a:pt x="12" y="378"/>
                      <a:pt x="105" y="382"/>
                    </a:cubicBezTo>
                    <a:cubicBezTo>
                      <a:pt x="104" y="407"/>
                      <a:pt x="104" y="407"/>
                      <a:pt x="104" y="407"/>
                    </a:cubicBezTo>
                    <a:cubicBezTo>
                      <a:pt x="0" y="393"/>
                      <a:pt x="3" y="246"/>
                      <a:pt x="6" y="74"/>
                    </a:cubicBezTo>
                    <a:cubicBezTo>
                      <a:pt x="6" y="50"/>
                      <a:pt x="6" y="25"/>
                      <a:pt x="7" y="0"/>
                    </a:cubicBez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49494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0" name="Freeform 177"/>
              <p:cNvSpPr/>
              <p:nvPr userDrawn="1"/>
            </p:nvSpPr>
            <p:spPr>
              <a:xfrm>
                <a:off x="1878013" y="4138613"/>
                <a:ext cx="1476375" cy="346075"/>
              </a:xfrm>
              <a:custGeom>
                <a:avLst/>
                <a:gdLst/>
                <a:ahLst/>
                <a:cxnLst>
                  <a:cxn ang="0">
                    <a:pos x="738187" y="0"/>
                  </a:cxn>
                  <a:cxn ang="0">
                    <a:pos x="1476375" y="309819"/>
                  </a:cxn>
                  <a:cxn ang="0">
                    <a:pos x="1469784" y="346075"/>
                  </a:cxn>
                  <a:cxn ang="0">
                    <a:pos x="6590" y="346075"/>
                  </a:cxn>
                  <a:cxn ang="0">
                    <a:pos x="0" y="309819"/>
                  </a:cxn>
                  <a:cxn ang="0">
                    <a:pos x="738187" y="0"/>
                  </a:cxn>
                </a:cxnLst>
                <a:rect l="0" t="0" r="0" b="0"/>
                <a:pathLst>
                  <a:path w="448" h="105">
                    <a:moveTo>
                      <a:pt x="224" y="0"/>
                    </a:moveTo>
                    <a:cubicBezTo>
                      <a:pt x="347" y="0"/>
                      <a:pt x="448" y="42"/>
                      <a:pt x="448" y="94"/>
                    </a:cubicBezTo>
                    <a:cubicBezTo>
                      <a:pt x="448" y="98"/>
                      <a:pt x="447" y="102"/>
                      <a:pt x="446" y="105"/>
                    </a:cubicBezTo>
                    <a:cubicBezTo>
                      <a:pt x="2" y="105"/>
                      <a:pt x="2" y="105"/>
                      <a:pt x="2" y="105"/>
                    </a:cubicBezTo>
                    <a:cubicBezTo>
                      <a:pt x="1" y="102"/>
                      <a:pt x="0" y="98"/>
                      <a:pt x="0" y="94"/>
                    </a:cubicBezTo>
                    <a:cubicBezTo>
                      <a:pt x="0" y="42"/>
                      <a:pt x="100" y="0"/>
                      <a:pt x="224" y="0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1" name="Freeform 178"/>
              <p:cNvSpPr/>
              <p:nvPr userDrawn="1"/>
            </p:nvSpPr>
            <p:spPr>
              <a:xfrm>
                <a:off x="1878013" y="4445000"/>
                <a:ext cx="1479550" cy="146050"/>
              </a:xfrm>
              <a:custGeom>
                <a:avLst/>
                <a:gdLst/>
                <a:ahLst/>
                <a:cxnLst>
                  <a:cxn ang="0">
                    <a:pos x="1476254" y="0"/>
                  </a:cxn>
                  <a:cxn ang="0">
                    <a:pos x="1479550" y="9957"/>
                  </a:cxn>
                  <a:cxn ang="0">
                    <a:pos x="1403760" y="92940"/>
                  </a:cxn>
                  <a:cxn ang="0">
                    <a:pos x="1120371" y="92940"/>
                  </a:cxn>
                  <a:cxn ang="0">
                    <a:pos x="738127" y="146050"/>
                  </a:cxn>
                  <a:cxn ang="0">
                    <a:pos x="359178" y="92940"/>
                  </a:cxn>
                  <a:cxn ang="0">
                    <a:pos x="75789" y="92940"/>
                  </a:cxn>
                  <a:cxn ang="0">
                    <a:pos x="0" y="9957"/>
                  </a:cxn>
                  <a:cxn ang="0">
                    <a:pos x="0" y="0"/>
                  </a:cxn>
                  <a:cxn ang="0">
                    <a:pos x="1476254" y="0"/>
                  </a:cxn>
                </a:cxnLst>
                <a:rect l="0" t="0" r="0" b="0"/>
                <a:pathLst>
                  <a:path w="449" h="44">
                    <a:moveTo>
                      <a:pt x="448" y="0"/>
                    </a:moveTo>
                    <a:cubicBezTo>
                      <a:pt x="449" y="1"/>
                      <a:pt x="449" y="2"/>
                      <a:pt x="449" y="3"/>
                    </a:cubicBezTo>
                    <a:cubicBezTo>
                      <a:pt x="449" y="17"/>
                      <a:pt x="438" y="28"/>
                      <a:pt x="426" y="28"/>
                    </a:cubicBezTo>
                    <a:cubicBezTo>
                      <a:pt x="340" y="28"/>
                      <a:pt x="340" y="28"/>
                      <a:pt x="340" y="28"/>
                    </a:cubicBezTo>
                    <a:cubicBezTo>
                      <a:pt x="330" y="37"/>
                      <a:pt x="282" y="44"/>
                      <a:pt x="224" y="44"/>
                    </a:cubicBezTo>
                    <a:cubicBezTo>
                      <a:pt x="167" y="44"/>
                      <a:pt x="119" y="37"/>
                      <a:pt x="109" y="28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10" y="28"/>
                      <a:pt x="0" y="17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lnTo>
                      <a:pt x="448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2" name="Freeform 179"/>
              <p:cNvSpPr/>
              <p:nvPr userDrawn="1"/>
            </p:nvSpPr>
            <p:spPr>
              <a:xfrm>
                <a:off x="1682751" y="2890838"/>
                <a:ext cx="198438" cy="371475"/>
              </a:xfrm>
              <a:custGeom>
                <a:avLst/>
                <a:gdLst/>
                <a:ahLst/>
                <a:cxnLst>
                  <a:cxn ang="0">
                    <a:pos x="62838" y="0"/>
                  </a:cxn>
                  <a:cxn ang="0">
                    <a:pos x="135599" y="0"/>
                  </a:cxn>
                  <a:cxn ang="0">
                    <a:pos x="198438" y="69035"/>
                  </a:cxn>
                  <a:cxn ang="0">
                    <a:pos x="198438" y="302439"/>
                  </a:cxn>
                  <a:cxn ang="0">
                    <a:pos x="135599" y="371475"/>
                  </a:cxn>
                  <a:cxn ang="0">
                    <a:pos x="62838" y="371475"/>
                  </a:cxn>
                  <a:cxn ang="0">
                    <a:pos x="0" y="302439"/>
                  </a:cxn>
                  <a:cxn ang="0">
                    <a:pos x="0" y="69035"/>
                  </a:cxn>
                  <a:cxn ang="0">
                    <a:pos x="62838" y="0"/>
                  </a:cxn>
                </a:cxnLst>
                <a:rect l="0" t="0" r="0" b="0"/>
                <a:pathLst>
                  <a:path w="60" h="113">
                    <a:moveTo>
                      <a:pt x="19" y="0"/>
                    </a:moveTo>
                    <a:cubicBezTo>
                      <a:pt x="41" y="0"/>
                      <a:pt x="41" y="0"/>
                      <a:pt x="41" y="0"/>
                    </a:cubicBezTo>
                    <a:cubicBezTo>
                      <a:pt x="52" y="0"/>
                      <a:pt x="60" y="9"/>
                      <a:pt x="60" y="21"/>
                    </a:cubicBezTo>
                    <a:cubicBezTo>
                      <a:pt x="60" y="92"/>
                      <a:pt x="60" y="92"/>
                      <a:pt x="60" y="92"/>
                    </a:cubicBezTo>
                    <a:cubicBezTo>
                      <a:pt x="60" y="104"/>
                      <a:pt x="52" y="113"/>
                      <a:pt x="41" y="113"/>
                    </a:cubicBezTo>
                    <a:cubicBezTo>
                      <a:pt x="19" y="113"/>
                      <a:pt x="19" y="113"/>
                      <a:pt x="19" y="113"/>
                    </a:cubicBezTo>
                    <a:cubicBezTo>
                      <a:pt x="8" y="113"/>
                      <a:pt x="0" y="104"/>
                      <a:pt x="0" y="92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"/>
                      <a:pt x="8" y="0"/>
                      <a:pt x="19" y="0"/>
                    </a:cubicBez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3" name="Freeform 180"/>
              <p:cNvSpPr/>
              <p:nvPr userDrawn="1"/>
            </p:nvSpPr>
            <p:spPr>
              <a:xfrm>
                <a:off x="1670051" y="2444750"/>
                <a:ext cx="388938" cy="1279525"/>
              </a:xfrm>
              <a:custGeom>
                <a:avLst/>
                <a:gdLst/>
                <a:ahLst/>
                <a:cxnLst>
                  <a:cxn ang="0">
                    <a:pos x="336200" y="610082"/>
                  </a:cxn>
                  <a:cxn ang="0">
                    <a:pos x="214245" y="1279525"/>
                  </a:cxn>
                  <a:cxn ang="0">
                    <a:pos x="187876" y="1279525"/>
                  </a:cxn>
                  <a:cxn ang="0">
                    <a:pos x="0" y="29679"/>
                  </a:cxn>
                  <a:cxn ang="0">
                    <a:pos x="23072" y="23084"/>
                  </a:cxn>
                  <a:cxn ang="0">
                    <a:pos x="336200" y="610082"/>
                  </a:cxn>
                </a:cxnLst>
                <a:rect l="0" t="0" r="0" b="0"/>
                <a:pathLst>
                  <a:path w="118" h="388">
                    <a:moveTo>
                      <a:pt x="102" y="185"/>
                    </a:moveTo>
                    <a:cubicBezTo>
                      <a:pt x="118" y="290"/>
                      <a:pt x="102" y="381"/>
                      <a:pt x="65" y="388"/>
                    </a:cubicBezTo>
                    <a:cubicBezTo>
                      <a:pt x="63" y="388"/>
                      <a:pt x="60" y="388"/>
                      <a:pt x="57" y="38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8"/>
                      <a:pt x="5" y="7"/>
                      <a:pt x="7" y="7"/>
                    </a:cubicBezTo>
                    <a:cubicBezTo>
                      <a:pt x="44" y="0"/>
                      <a:pt x="86" y="80"/>
                      <a:pt x="102" y="185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4" name="Freeform 181"/>
              <p:cNvSpPr/>
              <p:nvPr userDrawn="1"/>
            </p:nvSpPr>
            <p:spPr>
              <a:xfrm>
                <a:off x="1670051" y="2465388"/>
                <a:ext cx="247650" cy="1258888"/>
              </a:xfrm>
              <a:custGeom>
                <a:avLst/>
                <a:gdLst/>
                <a:ahLst/>
                <a:cxnLst>
                  <a:cxn ang="0">
                    <a:pos x="247650" y="1242410"/>
                  </a:cxn>
                  <a:cxn ang="0">
                    <a:pos x="214630" y="1258888"/>
                  </a:cxn>
                  <a:cxn ang="0">
                    <a:pos x="188214" y="1258888"/>
                  </a:cxn>
                  <a:cxn ang="0">
                    <a:pos x="0" y="9886"/>
                  </a:cxn>
                  <a:cxn ang="0">
                    <a:pos x="23114" y="3295"/>
                  </a:cxn>
                  <a:cxn ang="0">
                    <a:pos x="59436" y="3295"/>
                  </a:cxn>
                  <a:cxn ang="0">
                    <a:pos x="247650" y="1242410"/>
                  </a:cxn>
                </a:cxnLst>
                <a:rect l="0" t="0" r="0" b="0"/>
                <a:pathLst>
                  <a:path w="75" h="382">
                    <a:moveTo>
                      <a:pt x="75" y="377"/>
                    </a:moveTo>
                    <a:cubicBezTo>
                      <a:pt x="72" y="379"/>
                      <a:pt x="69" y="381"/>
                      <a:pt x="65" y="382"/>
                    </a:cubicBezTo>
                    <a:cubicBezTo>
                      <a:pt x="63" y="382"/>
                      <a:pt x="60" y="382"/>
                      <a:pt x="57" y="38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2" y="2"/>
                      <a:pt x="5" y="1"/>
                      <a:pt x="7" y="1"/>
                    </a:cubicBezTo>
                    <a:cubicBezTo>
                      <a:pt x="11" y="0"/>
                      <a:pt x="14" y="0"/>
                      <a:pt x="18" y="1"/>
                    </a:cubicBezTo>
                    <a:lnTo>
                      <a:pt x="75" y="377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5" name="Freeform 182"/>
              <p:cNvSpPr/>
              <p:nvPr userDrawn="1"/>
            </p:nvSpPr>
            <p:spPr>
              <a:xfrm>
                <a:off x="2071688" y="4889500"/>
                <a:ext cx="1089025" cy="630238"/>
              </a:xfrm>
              <a:custGeom>
                <a:avLst/>
                <a:gdLst/>
                <a:ahLst/>
                <a:cxnLst>
                  <a:cxn ang="0">
                    <a:pos x="458710" y="0"/>
                  </a:cxn>
                  <a:cxn ang="0">
                    <a:pos x="633614" y="0"/>
                  </a:cxn>
                  <a:cxn ang="0">
                    <a:pos x="633614" y="438856"/>
                  </a:cxn>
                  <a:cxn ang="0">
                    <a:pos x="1039523" y="514749"/>
                  </a:cxn>
                  <a:cxn ang="0">
                    <a:pos x="1089025" y="570843"/>
                  </a:cxn>
                  <a:cxn ang="0">
                    <a:pos x="1089025" y="570843"/>
                  </a:cxn>
                  <a:cxn ang="0">
                    <a:pos x="1039523" y="626938"/>
                  </a:cxn>
                  <a:cxn ang="0">
                    <a:pos x="597313" y="541146"/>
                  </a:cxn>
                  <a:cxn ang="0">
                    <a:pos x="495011" y="541146"/>
                  </a:cxn>
                  <a:cxn ang="0">
                    <a:pos x="52801" y="626938"/>
                  </a:cxn>
                  <a:cxn ang="0">
                    <a:pos x="0" y="570843"/>
                  </a:cxn>
                  <a:cxn ang="0">
                    <a:pos x="0" y="570843"/>
                  </a:cxn>
                  <a:cxn ang="0">
                    <a:pos x="52801" y="514749"/>
                  </a:cxn>
                  <a:cxn ang="0">
                    <a:pos x="458710" y="438856"/>
                  </a:cxn>
                  <a:cxn ang="0">
                    <a:pos x="458710" y="0"/>
                  </a:cxn>
                </a:cxnLst>
                <a:rect l="0" t="0" r="0" b="0"/>
                <a:pathLst>
                  <a:path w="330" h="191">
                    <a:moveTo>
                      <a:pt x="139" y="0"/>
                    </a:moveTo>
                    <a:cubicBezTo>
                      <a:pt x="192" y="0"/>
                      <a:pt x="192" y="0"/>
                      <a:pt x="192" y="0"/>
                    </a:cubicBezTo>
                    <a:cubicBezTo>
                      <a:pt x="192" y="133"/>
                      <a:pt x="192" y="133"/>
                      <a:pt x="192" y="133"/>
                    </a:cubicBezTo>
                    <a:cubicBezTo>
                      <a:pt x="315" y="156"/>
                      <a:pt x="315" y="156"/>
                      <a:pt x="315" y="156"/>
                    </a:cubicBezTo>
                    <a:cubicBezTo>
                      <a:pt x="323" y="157"/>
                      <a:pt x="330" y="163"/>
                      <a:pt x="330" y="173"/>
                    </a:cubicBezTo>
                    <a:cubicBezTo>
                      <a:pt x="330" y="173"/>
                      <a:pt x="330" y="173"/>
                      <a:pt x="330" y="173"/>
                    </a:cubicBezTo>
                    <a:cubicBezTo>
                      <a:pt x="330" y="182"/>
                      <a:pt x="323" y="191"/>
                      <a:pt x="315" y="190"/>
                    </a:cubicBezTo>
                    <a:cubicBezTo>
                      <a:pt x="181" y="164"/>
                      <a:pt x="181" y="164"/>
                      <a:pt x="181" y="164"/>
                    </a:cubicBezTo>
                    <a:cubicBezTo>
                      <a:pt x="150" y="164"/>
                      <a:pt x="150" y="164"/>
                      <a:pt x="150" y="164"/>
                    </a:cubicBezTo>
                    <a:cubicBezTo>
                      <a:pt x="16" y="190"/>
                      <a:pt x="16" y="190"/>
                      <a:pt x="16" y="190"/>
                    </a:cubicBezTo>
                    <a:cubicBezTo>
                      <a:pt x="7" y="191"/>
                      <a:pt x="0" y="182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63"/>
                      <a:pt x="7" y="157"/>
                      <a:pt x="16" y="156"/>
                    </a:cubicBezTo>
                    <a:cubicBezTo>
                      <a:pt x="139" y="133"/>
                      <a:pt x="139" y="133"/>
                      <a:pt x="139" y="133"/>
                    </a:cubicBez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6" name="Oval 183"/>
              <p:cNvSpPr/>
              <p:nvPr userDrawn="1"/>
            </p:nvSpPr>
            <p:spPr>
              <a:xfrm>
                <a:off x="2052638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7" name="Oval 184"/>
              <p:cNvSpPr/>
              <p:nvPr userDrawn="1"/>
            </p:nvSpPr>
            <p:spPr>
              <a:xfrm>
                <a:off x="3041651" y="5443538"/>
                <a:ext cx="138113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8" name="Freeform 185"/>
              <p:cNvSpPr/>
              <p:nvPr userDrawn="1"/>
            </p:nvSpPr>
            <p:spPr>
              <a:xfrm>
                <a:off x="2555876" y="5329238"/>
                <a:ext cx="122238" cy="1968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0325" y="0"/>
                  </a:cxn>
                  <a:cxn ang="0">
                    <a:pos x="122238" y="0"/>
                  </a:cxn>
                  <a:cxn ang="0">
                    <a:pos x="100012" y="196850"/>
                  </a:cxn>
                  <a:cxn ang="0">
                    <a:pos x="60325" y="196850"/>
                  </a:cxn>
                  <a:cxn ang="0">
                    <a:pos x="23812" y="196850"/>
                  </a:cxn>
                  <a:cxn ang="0">
                    <a:pos x="0" y="0"/>
                  </a:cxn>
                </a:cxnLst>
                <a:rect l="0" t="0" r="0" b="0"/>
                <a:pathLst>
                  <a:path w="77" h="124">
                    <a:moveTo>
                      <a:pt x="0" y="0"/>
                    </a:moveTo>
                    <a:lnTo>
                      <a:pt x="38" y="0"/>
                    </a:lnTo>
                    <a:lnTo>
                      <a:pt x="77" y="0"/>
                    </a:lnTo>
                    <a:lnTo>
                      <a:pt x="63" y="124"/>
                    </a:lnTo>
                    <a:lnTo>
                      <a:pt x="38" y="124"/>
                    </a:lnTo>
                    <a:lnTo>
                      <a:pt x="15" y="1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79" name="Oval 186"/>
              <p:cNvSpPr/>
              <p:nvPr userDrawn="1"/>
            </p:nvSpPr>
            <p:spPr>
              <a:xfrm>
                <a:off x="2546351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0" name="Freeform 187"/>
              <p:cNvSpPr/>
              <p:nvPr userDrawn="1"/>
            </p:nvSpPr>
            <p:spPr>
              <a:xfrm>
                <a:off x="3360738" y="2616200"/>
                <a:ext cx="309563" cy="128588"/>
              </a:xfrm>
              <a:custGeom>
                <a:avLst/>
                <a:gdLst/>
                <a:ahLst/>
                <a:cxnLst>
                  <a:cxn ang="0">
                    <a:pos x="306269" y="26377"/>
                  </a:cxn>
                  <a:cxn ang="0">
                    <a:pos x="286510" y="59348"/>
                  </a:cxn>
                  <a:cxn ang="0">
                    <a:pos x="36225" y="125290"/>
                  </a:cxn>
                  <a:cxn ang="0">
                    <a:pos x="3293" y="102210"/>
                  </a:cxn>
                  <a:cxn ang="0">
                    <a:pos x="23052" y="69239"/>
                  </a:cxn>
                  <a:cxn ang="0">
                    <a:pos x="276630" y="3297"/>
                  </a:cxn>
                  <a:cxn ang="0">
                    <a:pos x="306269" y="26377"/>
                  </a:cxn>
                </a:cxnLst>
                <a:rect l="0" t="0" r="0" b="0"/>
                <a:pathLst>
                  <a:path w="94" h="39">
                    <a:moveTo>
                      <a:pt x="93" y="8"/>
                    </a:moveTo>
                    <a:cubicBezTo>
                      <a:pt x="94" y="12"/>
                      <a:pt x="92" y="17"/>
                      <a:pt x="87" y="18"/>
                    </a:cubicBezTo>
                    <a:cubicBezTo>
                      <a:pt x="11" y="38"/>
                      <a:pt x="11" y="38"/>
                      <a:pt x="11" y="38"/>
                    </a:cubicBezTo>
                    <a:cubicBezTo>
                      <a:pt x="6" y="39"/>
                      <a:pt x="2" y="36"/>
                      <a:pt x="1" y="31"/>
                    </a:cubicBezTo>
                    <a:cubicBezTo>
                      <a:pt x="0" y="27"/>
                      <a:pt x="3" y="22"/>
                      <a:pt x="7" y="2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8" y="0"/>
                      <a:pt x="92" y="3"/>
                      <a:pt x="93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1" name="Freeform 188"/>
              <p:cNvSpPr/>
              <p:nvPr userDrawn="1"/>
            </p:nvSpPr>
            <p:spPr>
              <a:xfrm>
                <a:off x="3219451" y="2547938"/>
                <a:ext cx="339725" cy="322263"/>
              </a:xfrm>
              <a:custGeom>
                <a:avLst/>
                <a:gdLst/>
                <a:ahLst/>
                <a:cxnLst>
                  <a:cxn ang="0">
                    <a:pos x="0" y="217487"/>
                  </a:cxn>
                  <a:cxn ang="0">
                    <a:pos x="101600" y="322263"/>
                  </a:cxn>
                  <a:cxn ang="0">
                    <a:pos x="180975" y="233362"/>
                  </a:cxn>
                  <a:cxn ang="0">
                    <a:pos x="339725" y="157162"/>
                  </a:cxn>
                  <a:cxn ang="0">
                    <a:pos x="184150" y="0"/>
                  </a:cxn>
                  <a:cxn ang="0">
                    <a:pos x="0" y="217487"/>
                  </a:cxn>
                </a:cxnLst>
                <a:rect l="0" t="0" r="0" b="0"/>
                <a:pathLst>
                  <a:path w="214" h="203">
                    <a:moveTo>
                      <a:pt x="0" y="137"/>
                    </a:moveTo>
                    <a:lnTo>
                      <a:pt x="64" y="203"/>
                    </a:lnTo>
                    <a:lnTo>
                      <a:pt x="114" y="147"/>
                    </a:lnTo>
                    <a:lnTo>
                      <a:pt x="214" y="99"/>
                    </a:lnTo>
                    <a:lnTo>
                      <a:pt x="116" y="0"/>
                    </a:lnTo>
                    <a:lnTo>
                      <a:pt x="0" y="137"/>
                    </a:ln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2" name="Freeform 189"/>
              <p:cNvSpPr/>
              <p:nvPr userDrawn="1"/>
            </p:nvSpPr>
            <p:spPr>
              <a:xfrm>
                <a:off x="3314701" y="2692400"/>
                <a:ext cx="309563" cy="128588"/>
              </a:xfrm>
              <a:custGeom>
                <a:avLst/>
                <a:gdLst/>
                <a:ahLst/>
                <a:cxnLst>
                  <a:cxn ang="0">
                    <a:pos x="306269" y="26377"/>
                  </a:cxn>
                  <a:cxn ang="0">
                    <a:pos x="286510" y="59348"/>
                  </a:cxn>
                  <a:cxn ang="0">
                    <a:pos x="32932" y="125290"/>
                  </a:cxn>
                  <a:cxn ang="0">
                    <a:pos x="3293" y="105508"/>
                  </a:cxn>
                  <a:cxn ang="0">
                    <a:pos x="23052" y="69239"/>
                  </a:cxn>
                  <a:cxn ang="0">
                    <a:pos x="276630" y="3297"/>
                  </a:cxn>
                  <a:cxn ang="0">
                    <a:pos x="306269" y="26377"/>
                  </a:cxn>
                </a:cxnLst>
                <a:rect l="0" t="0" r="0" b="0"/>
                <a:pathLst>
                  <a:path w="94" h="39">
                    <a:moveTo>
                      <a:pt x="93" y="8"/>
                    </a:moveTo>
                    <a:cubicBezTo>
                      <a:pt x="94" y="13"/>
                      <a:pt x="92" y="17"/>
                      <a:pt x="87" y="18"/>
                    </a:cubicBezTo>
                    <a:cubicBezTo>
                      <a:pt x="10" y="38"/>
                      <a:pt x="10" y="38"/>
                      <a:pt x="10" y="38"/>
                    </a:cubicBezTo>
                    <a:cubicBezTo>
                      <a:pt x="6" y="39"/>
                      <a:pt x="2" y="36"/>
                      <a:pt x="1" y="32"/>
                    </a:cubicBezTo>
                    <a:cubicBezTo>
                      <a:pt x="0" y="27"/>
                      <a:pt x="3" y="22"/>
                      <a:pt x="7" y="2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8" y="0"/>
                      <a:pt x="92" y="3"/>
                      <a:pt x="93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3" name="Freeform 190"/>
              <p:cNvSpPr/>
              <p:nvPr userDrawn="1"/>
            </p:nvSpPr>
            <p:spPr>
              <a:xfrm>
                <a:off x="3440113" y="2530475"/>
                <a:ext cx="300038" cy="125413"/>
              </a:xfrm>
              <a:custGeom>
                <a:avLst/>
                <a:gdLst/>
                <a:ahLst/>
                <a:cxnLst>
                  <a:cxn ang="0">
                    <a:pos x="296740" y="26402"/>
                  </a:cxn>
                  <a:cxn ang="0">
                    <a:pos x="276958" y="59406"/>
                  </a:cxn>
                  <a:cxn ang="0">
                    <a:pos x="32971" y="122112"/>
                  </a:cxn>
                  <a:cxn ang="0">
                    <a:pos x="3297" y="102310"/>
                  </a:cxn>
                  <a:cxn ang="0">
                    <a:pos x="23079" y="66006"/>
                  </a:cxn>
                  <a:cxn ang="0">
                    <a:pos x="267066" y="3300"/>
                  </a:cxn>
                  <a:cxn ang="0">
                    <a:pos x="296740" y="26402"/>
                  </a:cxn>
                </a:cxnLst>
                <a:rect l="0" t="0" r="0" b="0"/>
                <a:pathLst>
                  <a:path w="91" h="38">
                    <a:moveTo>
                      <a:pt x="90" y="8"/>
                    </a:moveTo>
                    <a:cubicBezTo>
                      <a:pt x="91" y="13"/>
                      <a:pt x="89" y="17"/>
                      <a:pt x="84" y="18"/>
                    </a:cubicBezTo>
                    <a:cubicBezTo>
                      <a:pt x="10" y="37"/>
                      <a:pt x="10" y="37"/>
                      <a:pt x="10" y="37"/>
                    </a:cubicBezTo>
                    <a:cubicBezTo>
                      <a:pt x="6" y="38"/>
                      <a:pt x="2" y="35"/>
                      <a:pt x="1" y="31"/>
                    </a:cubicBezTo>
                    <a:cubicBezTo>
                      <a:pt x="0" y="26"/>
                      <a:pt x="3" y="22"/>
                      <a:pt x="7" y="20"/>
                    </a:cubicBezTo>
                    <a:cubicBezTo>
                      <a:pt x="81" y="1"/>
                      <a:pt x="81" y="1"/>
                      <a:pt x="81" y="1"/>
                    </a:cubicBezTo>
                    <a:cubicBezTo>
                      <a:pt x="85" y="0"/>
                      <a:pt x="89" y="3"/>
                      <a:pt x="90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4" name="Freeform 191"/>
              <p:cNvSpPr/>
              <p:nvPr userDrawn="1"/>
            </p:nvSpPr>
            <p:spPr>
              <a:xfrm>
                <a:off x="3341688" y="2278063"/>
                <a:ext cx="422275" cy="582613"/>
              </a:xfrm>
              <a:custGeom>
                <a:avLst/>
                <a:gdLst/>
                <a:ahLst/>
                <a:cxnLst>
                  <a:cxn ang="0">
                    <a:pos x="254024" y="16457"/>
                  </a:cxn>
                  <a:cxn ang="0">
                    <a:pos x="382686" y="85581"/>
                  </a:cxn>
                  <a:cxn ang="0">
                    <a:pos x="409078" y="148121"/>
                  </a:cxn>
                  <a:cxn ang="0">
                    <a:pos x="234230" y="552988"/>
                  </a:cxn>
                  <a:cxn ang="0">
                    <a:pos x="168250" y="566155"/>
                  </a:cxn>
                  <a:cxn ang="0">
                    <a:pos x="39588" y="497031"/>
                  </a:cxn>
                  <a:cxn ang="0">
                    <a:pos x="13196" y="434491"/>
                  </a:cxn>
                  <a:cxn ang="0">
                    <a:pos x="188044" y="29624"/>
                  </a:cxn>
                  <a:cxn ang="0">
                    <a:pos x="254024" y="16457"/>
                  </a:cxn>
                </a:cxnLst>
                <a:rect l="0" t="0" r="0" b="0"/>
                <a:pathLst>
                  <a:path w="128" h="177">
                    <a:moveTo>
                      <a:pt x="77" y="5"/>
                    </a:moveTo>
                    <a:cubicBezTo>
                      <a:pt x="116" y="26"/>
                      <a:pt x="116" y="26"/>
                      <a:pt x="116" y="26"/>
                    </a:cubicBezTo>
                    <a:cubicBezTo>
                      <a:pt x="123" y="31"/>
                      <a:pt x="128" y="36"/>
                      <a:pt x="124" y="45"/>
                    </a:cubicBezTo>
                    <a:cubicBezTo>
                      <a:pt x="71" y="168"/>
                      <a:pt x="71" y="168"/>
                      <a:pt x="71" y="168"/>
                    </a:cubicBezTo>
                    <a:cubicBezTo>
                      <a:pt x="67" y="177"/>
                      <a:pt x="59" y="176"/>
                      <a:pt x="51" y="172"/>
                    </a:cubicBezTo>
                    <a:cubicBezTo>
                      <a:pt x="12" y="151"/>
                      <a:pt x="12" y="151"/>
                      <a:pt x="12" y="151"/>
                    </a:cubicBezTo>
                    <a:cubicBezTo>
                      <a:pt x="4" y="147"/>
                      <a:pt x="0" y="141"/>
                      <a:pt x="4" y="132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61" y="0"/>
                      <a:pt x="69" y="1"/>
                      <a:pt x="77" y="5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5" name="Freeform 192"/>
              <p:cNvSpPr/>
              <p:nvPr userDrawn="1"/>
            </p:nvSpPr>
            <p:spPr>
              <a:xfrm>
                <a:off x="3375026" y="2320925"/>
                <a:ext cx="355600" cy="493713"/>
              </a:xfrm>
              <a:custGeom>
                <a:avLst/>
                <a:gdLst/>
                <a:ahLst/>
                <a:cxnLst>
                  <a:cxn ang="0">
                    <a:pos x="174625" y="0"/>
                  </a:cxn>
                  <a:cxn ang="0">
                    <a:pos x="355600" y="98425"/>
                  </a:cxn>
                  <a:cxn ang="0">
                    <a:pos x="355600" y="98425"/>
                  </a:cxn>
                  <a:cxn ang="0">
                    <a:pos x="180975" y="493713"/>
                  </a:cxn>
                  <a:cxn ang="0">
                    <a:pos x="180975" y="493713"/>
                  </a:cxn>
                  <a:cxn ang="0">
                    <a:pos x="0" y="395287"/>
                  </a:cxn>
                  <a:cxn ang="0">
                    <a:pos x="0" y="395287"/>
                  </a:cxn>
                  <a:cxn ang="0">
                    <a:pos x="174625" y="0"/>
                  </a:cxn>
                  <a:cxn ang="0">
                    <a:pos x="174625" y="0"/>
                  </a:cxn>
                </a:cxnLst>
                <a:rect l="0" t="0" r="0" b="0"/>
                <a:pathLst>
                  <a:path w="224" h="311">
                    <a:moveTo>
                      <a:pt x="110" y="0"/>
                    </a:moveTo>
                    <a:lnTo>
                      <a:pt x="224" y="62"/>
                    </a:lnTo>
                    <a:lnTo>
                      <a:pt x="224" y="62"/>
                    </a:lnTo>
                    <a:lnTo>
                      <a:pt x="114" y="311"/>
                    </a:lnTo>
                    <a:lnTo>
                      <a:pt x="114" y="311"/>
                    </a:lnTo>
                    <a:lnTo>
                      <a:pt x="0" y="249"/>
                    </a:lnTo>
                    <a:lnTo>
                      <a:pt x="0" y="249"/>
                    </a:lnTo>
                    <a:lnTo>
                      <a:pt x="11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6" name="Freeform 193"/>
              <p:cNvSpPr/>
              <p:nvPr userDrawn="1"/>
            </p:nvSpPr>
            <p:spPr>
              <a:xfrm>
                <a:off x="3598863" y="2327275"/>
                <a:ext cx="76200" cy="42863"/>
              </a:xfrm>
              <a:custGeom>
                <a:avLst/>
                <a:gdLst/>
                <a:ahLst/>
                <a:cxnLst>
                  <a:cxn ang="0">
                    <a:pos x="6626" y="0"/>
                  </a:cxn>
                  <a:cxn ang="0">
                    <a:pos x="72886" y="36268"/>
                  </a:cxn>
                  <a:cxn ang="0">
                    <a:pos x="76200" y="39565"/>
                  </a:cxn>
                  <a:cxn ang="0">
                    <a:pos x="76200" y="39565"/>
                  </a:cxn>
                  <a:cxn ang="0">
                    <a:pos x="69573" y="42863"/>
                  </a:cxn>
                  <a:cxn ang="0">
                    <a:pos x="3313" y="6594"/>
                  </a:cxn>
                  <a:cxn ang="0">
                    <a:pos x="3313" y="0"/>
                  </a:cxn>
                  <a:cxn ang="0">
                    <a:pos x="3313" y="0"/>
                  </a:cxn>
                  <a:cxn ang="0">
                    <a:pos x="6626" y="0"/>
                  </a:cxn>
                </a:cxnLst>
                <a:rect l="0" t="0" r="0" b="0"/>
                <a:pathLst>
                  <a:path w="23" h="13">
                    <a:moveTo>
                      <a:pt x="2" y="0"/>
                    </a:moveTo>
                    <a:cubicBezTo>
                      <a:pt x="22" y="11"/>
                      <a:pt x="22" y="11"/>
                      <a:pt x="22" y="11"/>
                    </a:cubicBezTo>
                    <a:cubicBezTo>
                      <a:pt x="23" y="11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13"/>
                      <a:pt x="22" y="13"/>
                      <a:pt x="21" y="13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7" name="Freeform 194"/>
              <p:cNvSpPr/>
              <p:nvPr userDrawn="1"/>
            </p:nvSpPr>
            <p:spPr>
              <a:xfrm>
                <a:off x="3440113" y="2771775"/>
                <a:ext cx="30163" cy="30163"/>
              </a:xfrm>
              <a:custGeom>
                <a:avLst/>
                <a:gdLst/>
                <a:ahLst/>
                <a:cxnLst>
                  <a:cxn ang="0">
                    <a:pos x="20108" y="3351"/>
                  </a:cxn>
                  <a:cxn ang="0">
                    <a:pos x="26811" y="20108"/>
                  </a:cxn>
                  <a:cxn ang="0">
                    <a:pos x="10054" y="26811"/>
                  </a:cxn>
                  <a:cxn ang="0">
                    <a:pos x="3351" y="10054"/>
                  </a:cxn>
                  <a:cxn ang="0">
                    <a:pos x="20108" y="3351"/>
                  </a:cxn>
                </a:cxnLst>
                <a:rect l="0" t="0" r="0" b="0"/>
                <a:pathLst>
                  <a:path w="9" h="9">
                    <a:moveTo>
                      <a:pt x="6" y="1"/>
                    </a:moveTo>
                    <a:cubicBezTo>
                      <a:pt x="8" y="2"/>
                      <a:pt x="9" y="4"/>
                      <a:pt x="8" y="6"/>
                    </a:cubicBezTo>
                    <a:cubicBezTo>
                      <a:pt x="7" y="8"/>
                      <a:pt x="5" y="9"/>
                      <a:pt x="3" y="8"/>
                    </a:cubicBezTo>
                    <a:cubicBezTo>
                      <a:pt x="1" y="7"/>
                      <a:pt x="0" y="5"/>
                      <a:pt x="1" y="3"/>
                    </a:cubicBezTo>
                    <a:cubicBezTo>
                      <a:pt x="2" y="1"/>
                      <a:pt x="5" y="0"/>
                      <a:pt x="6" y="1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8" name="Freeform 195"/>
              <p:cNvSpPr/>
              <p:nvPr userDrawn="1"/>
            </p:nvSpPr>
            <p:spPr>
              <a:xfrm>
                <a:off x="3602038" y="2609850"/>
                <a:ext cx="95250" cy="73025"/>
              </a:xfrm>
              <a:custGeom>
                <a:avLst/>
                <a:gdLst/>
                <a:ahLst/>
                <a:cxnLst>
                  <a:cxn ang="0">
                    <a:pos x="95250" y="26554"/>
                  </a:cxn>
                  <a:cxn ang="0">
                    <a:pos x="75543" y="59747"/>
                  </a:cxn>
                  <a:cxn ang="0">
                    <a:pos x="32844" y="69705"/>
                  </a:cxn>
                  <a:cxn ang="0">
                    <a:pos x="3284" y="49789"/>
                  </a:cxn>
                  <a:cxn ang="0">
                    <a:pos x="22991" y="13277"/>
                  </a:cxn>
                  <a:cxn ang="0">
                    <a:pos x="62405" y="3319"/>
                  </a:cxn>
                  <a:cxn ang="0">
                    <a:pos x="95250" y="26554"/>
                  </a:cxn>
                </a:cxnLst>
                <a:rect l="0" t="0" r="0" b="0"/>
                <a:pathLst>
                  <a:path w="29" h="22">
                    <a:moveTo>
                      <a:pt x="29" y="8"/>
                    </a:moveTo>
                    <a:cubicBezTo>
                      <a:pt x="29" y="12"/>
                      <a:pt x="27" y="17"/>
                      <a:pt x="23" y="18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6" y="22"/>
                      <a:pt x="2" y="19"/>
                      <a:pt x="1" y="15"/>
                    </a:cubicBezTo>
                    <a:cubicBezTo>
                      <a:pt x="0" y="10"/>
                      <a:pt x="3" y="5"/>
                      <a:pt x="7" y="4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23" y="0"/>
                      <a:pt x="28" y="3"/>
                      <a:pt x="29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89" name="Freeform 196"/>
              <p:cNvSpPr/>
              <p:nvPr userDrawn="1"/>
            </p:nvSpPr>
            <p:spPr>
              <a:xfrm>
                <a:off x="3295651" y="2428875"/>
                <a:ext cx="174625" cy="269875"/>
              </a:xfrm>
              <a:custGeom>
                <a:avLst/>
                <a:gdLst/>
                <a:ahLst/>
                <a:cxnLst>
                  <a:cxn ang="0">
                    <a:pos x="13179" y="256710"/>
                  </a:cxn>
                  <a:cxn ang="0">
                    <a:pos x="26358" y="269875"/>
                  </a:cxn>
                  <a:cxn ang="0">
                    <a:pos x="39537" y="250128"/>
                  </a:cxn>
                  <a:cxn ang="0">
                    <a:pos x="151561" y="95443"/>
                  </a:cxn>
                  <a:cxn ang="0">
                    <a:pos x="144971" y="19746"/>
                  </a:cxn>
                  <a:cxn ang="0">
                    <a:pos x="9884" y="207342"/>
                  </a:cxn>
                  <a:cxn ang="0">
                    <a:pos x="13179" y="256710"/>
                  </a:cxn>
                </a:cxnLst>
                <a:rect l="0" t="0" r="0" b="0"/>
                <a:pathLst>
                  <a:path w="53" h="82">
                    <a:moveTo>
                      <a:pt x="4" y="78"/>
                    </a:moveTo>
                    <a:cubicBezTo>
                      <a:pt x="8" y="82"/>
                      <a:pt x="8" y="82"/>
                      <a:pt x="8" y="82"/>
                    </a:cubicBezTo>
                    <a:cubicBezTo>
                      <a:pt x="12" y="76"/>
                      <a:pt x="12" y="76"/>
                      <a:pt x="12" y="76"/>
                    </a:cubicBezTo>
                    <a:cubicBezTo>
                      <a:pt x="46" y="29"/>
                      <a:pt x="46" y="29"/>
                      <a:pt x="46" y="29"/>
                    </a:cubicBezTo>
                    <a:cubicBezTo>
                      <a:pt x="53" y="19"/>
                      <a:pt x="49" y="0"/>
                      <a:pt x="44" y="6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0" y="67"/>
                      <a:pt x="0" y="74"/>
                      <a:pt x="4" y="7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0" name="Freeform 197"/>
              <p:cNvSpPr/>
              <p:nvPr userDrawn="1"/>
            </p:nvSpPr>
            <p:spPr>
              <a:xfrm>
                <a:off x="3681413" y="2366963"/>
                <a:ext cx="19050" cy="19050"/>
              </a:xfrm>
              <a:custGeom>
                <a:avLst/>
                <a:gdLst/>
                <a:ahLst/>
                <a:cxnLst>
                  <a:cxn ang="0">
                    <a:pos x="12700" y="3175"/>
                  </a:cxn>
                  <a:cxn ang="0">
                    <a:pos x="15875" y="12700"/>
                  </a:cxn>
                  <a:cxn ang="0">
                    <a:pos x="6350" y="19050"/>
                  </a:cxn>
                  <a:cxn ang="0">
                    <a:pos x="3175" y="6350"/>
                  </a:cxn>
                  <a:cxn ang="0">
                    <a:pos x="12700" y="3175"/>
                  </a:cxn>
                </a:cxnLst>
                <a:rect l="0" t="0" r="0" b="0"/>
                <a:pathLst>
                  <a:path w="6" h="6">
                    <a:moveTo>
                      <a:pt x="4" y="1"/>
                    </a:moveTo>
                    <a:cubicBezTo>
                      <a:pt x="5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1" name="Freeform 198"/>
              <p:cNvSpPr/>
              <p:nvPr userDrawn="1"/>
            </p:nvSpPr>
            <p:spPr>
              <a:xfrm>
                <a:off x="3489326" y="2392363"/>
                <a:ext cx="161925" cy="180975"/>
              </a:xfrm>
              <a:custGeom>
                <a:avLst/>
                <a:gdLst/>
                <a:ahLst/>
                <a:cxnLst>
                  <a:cxn ang="0">
                    <a:pos x="9525" y="109537"/>
                  </a:cxn>
                  <a:cxn ang="0">
                    <a:pos x="14287" y="109537"/>
                  </a:cxn>
                  <a:cxn ang="0">
                    <a:pos x="17462" y="103187"/>
                  </a:cxn>
                  <a:cxn ang="0">
                    <a:pos x="161925" y="180975"/>
                  </a:cxn>
                  <a:cxn ang="0">
                    <a:pos x="161925" y="177800"/>
                  </a:cxn>
                  <a:cxn ang="0">
                    <a:pos x="17462" y="100012"/>
                  </a:cxn>
                  <a:cxn ang="0">
                    <a:pos x="60325" y="3175"/>
                  </a:cxn>
                  <a:cxn ang="0">
                    <a:pos x="60325" y="0"/>
                  </a:cxn>
                  <a:cxn ang="0">
                    <a:pos x="14287" y="100012"/>
                  </a:cxn>
                  <a:cxn ang="0">
                    <a:pos x="0" y="92075"/>
                  </a:cxn>
                  <a:cxn ang="0">
                    <a:pos x="0" y="92075"/>
                  </a:cxn>
                  <a:cxn ang="0">
                    <a:pos x="14287" y="100012"/>
                  </a:cxn>
                  <a:cxn ang="0">
                    <a:pos x="9525" y="109537"/>
                  </a:cxn>
                </a:cxnLst>
                <a:rect l="0" t="0" r="0" b="0"/>
                <a:pathLst>
                  <a:path w="102" h="114">
                    <a:moveTo>
                      <a:pt x="6" y="69"/>
                    </a:moveTo>
                    <a:lnTo>
                      <a:pt x="9" y="69"/>
                    </a:lnTo>
                    <a:lnTo>
                      <a:pt x="11" y="65"/>
                    </a:lnTo>
                    <a:lnTo>
                      <a:pt x="102" y="114"/>
                    </a:lnTo>
                    <a:lnTo>
                      <a:pt x="102" y="112"/>
                    </a:lnTo>
                    <a:lnTo>
                      <a:pt x="11" y="63"/>
                    </a:lnTo>
                    <a:lnTo>
                      <a:pt x="38" y="2"/>
                    </a:lnTo>
                    <a:lnTo>
                      <a:pt x="38" y="0"/>
                    </a:lnTo>
                    <a:lnTo>
                      <a:pt x="9" y="63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9" y="63"/>
                    </a:lnTo>
                    <a:lnTo>
                      <a:pt x="6" y="69"/>
                    </a:lnTo>
                    <a:close/>
                  </a:path>
                </a:pathLst>
              </a:custGeom>
              <a:solidFill>
                <a:srgbClr val="5E5F5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2" name="Freeform 199"/>
              <p:cNvSpPr/>
              <p:nvPr userDrawn="1"/>
            </p:nvSpPr>
            <p:spPr>
              <a:xfrm>
                <a:off x="3513138" y="2438400"/>
                <a:ext cx="33338" cy="60325"/>
              </a:xfrm>
              <a:custGeom>
                <a:avLst/>
                <a:gdLst/>
                <a:ahLst/>
                <a:cxnLst>
                  <a:cxn ang="0">
                    <a:pos x="22225" y="0"/>
                  </a:cxn>
                  <a:cxn ang="0">
                    <a:pos x="33338" y="6350"/>
                  </a:cxn>
                  <a:cxn ang="0">
                    <a:pos x="9525" y="60325"/>
                  </a:cxn>
                  <a:cxn ang="0">
                    <a:pos x="0" y="53975"/>
                  </a:cxn>
                  <a:cxn ang="0">
                    <a:pos x="22225" y="0"/>
                  </a:cxn>
                </a:cxnLst>
                <a:rect l="0" t="0" r="0" b="0"/>
                <a:pathLst>
                  <a:path w="21" h="38">
                    <a:moveTo>
                      <a:pt x="14" y="0"/>
                    </a:moveTo>
                    <a:lnTo>
                      <a:pt x="21" y="4"/>
                    </a:lnTo>
                    <a:lnTo>
                      <a:pt x="6" y="38"/>
                    </a:lnTo>
                    <a:lnTo>
                      <a:pt x="0" y="3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3" name="Freeform 200"/>
              <p:cNvSpPr/>
              <p:nvPr userDrawn="1"/>
            </p:nvSpPr>
            <p:spPr>
              <a:xfrm>
                <a:off x="3525838" y="2462213"/>
                <a:ext cx="26988" cy="42863"/>
              </a:xfrm>
              <a:custGeom>
                <a:avLst/>
                <a:gdLst/>
                <a:ahLst/>
                <a:cxnLst>
                  <a:cxn ang="0">
                    <a:pos x="15875" y="0"/>
                  </a:cxn>
                  <a:cxn ang="0">
                    <a:pos x="26988" y="3175"/>
                  </a:cxn>
                  <a:cxn ang="0">
                    <a:pos x="9525" y="42863"/>
                  </a:cxn>
                  <a:cxn ang="0">
                    <a:pos x="0" y="36512"/>
                  </a:cxn>
                  <a:cxn ang="0">
                    <a:pos x="15875" y="0"/>
                  </a:cxn>
                </a:cxnLst>
                <a:rect l="0" t="0" r="0" b="0"/>
                <a:pathLst>
                  <a:path w="17" h="27">
                    <a:moveTo>
                      <a:pt x="10" y="0"/>
                    </a:moveTo>
                    <a:lnTo>
                      <a:pt x="17" y="2"/>
                    </a:lnTo>
                    <a:lnTo>
                      <a:pt x="6" y="27"/>
                    </a:lnTo>
                    <a:lnTo>
                      <a:pt x="0" y="2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4" name="Freeform 201"/>
              <p:cNvSpPr/>
              <p:nvPr userDrawn="1"/>
            </p:nvSpPr>
            <p:spPr>
              <a:xfrm>
                <a:off x="3538538" y="2441575"/>
                <a:ext cx="36513" cy="69850"/>
              </a:xfrm>
              <a:custGeom>
                <a:avLst/>
                <a:gdLst/>
                <a:ahLst/>
                <a:cxnLst>
                  <a:cxn ang="0">
                    <a:pos x="26987" y="0"/>
                  </a:cxn>
                  <a:cxn ang="0">
                    <a:pos x="36513" y="7937"/>
                  </a:cxn>
                  <a:cxn ang="0">
                    <a:pos x="7937" y="69850"/>
                  </a:cxn>
                  <a:cxn ang="0">
                    <a:pos x="0" y="63500"/>
                  </a:cxn>
                  <a:cxn ang="0">
                    <a:pos x="26987" y="0"/>
                  </a:cxn>
                </a:cxnLst>
                <a:rect l="0" t="0" r="0" b="0"/>
                <a:pathLst>
                  <a:path w="23" h="44">
                    <a:moveTo>
                      <a:pt x="17" y="0"/>
                    </a:moveTo>
                    <a:lnTo>
                      <a:pt x="23" y="5"/>
                    </a:lnTo>
                    <a:lnTo>
                      <a:pt x="5" y="44"/>
                    </a:lnTo>
                    <a:lnTo>
                      <a:pt x="0" y="40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5" name="Freeform 202"/>
              <p:cNvSpPr/>
              <p:nvPr userDrawn="1"/>
            </p:nvSpPr>
            <p:spPr>
              <a:xfrm>
                <a:off x="3549651" y="2478088"/>
                <a:ext cx="25400" cy="39688"/>
              </a:xfrm>
              <a:custGeom>
                <a:avLst/>
                <a:gdLst/>
                <a:ahLst/>
                <a:cxnLst>
                  <a:cxn ang="0">
                    <a:pos x="15875" y="0"/>
                  </a:cxn>
                  <a:cxn ang="0">
                    <a:pos x="25400" y="3175"/>
                  </a:cxn>
                  <a:cxn ang="0">
                    <a:pos x="9525" y="39688"/>
                  </a:cxn>
                  <a:cxn ang="0">
                    <a:pos x="0" y="33337"/>
                  </a:cxn>
                  <a:cxn ang="0">
                    <a:pos x="15875" y="0"/>
                  </a:cxn>
                </a:cxnLst>
                <a:rect l="0" t="0" r="0" b="0"/>
                <a:pathLst>
                  <a:path w="16" h="25">
                    <a:moveTo>
                      <a:pt x="10" y="0"/>
                    </a:moveTo>
                    <a:lnTo>
                      <a:pt x="16" y="2"/>
                    </a:lnTo>
                    <a:lnTo>
                      <a:pt x="6" y="25"/>
                    </a:lnTo>
                    <a:lnTo>
                      <a:pt x="0" y="2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6" name="Freeform 203"/>
              <p:cNvSpPr/>
              <p:nvPr userDrawn="1"/>
            </p:nvSpPr>
            <p:spPr>
              <a:xfrm>
                <a:off x="3562351" y="2474913"/>
                <a:ext cx="30163" cy="49213"/>
              </a:xfrm>
              <a:custGeom>
                <a:avLst/>
                <a:gdLst/>
                <a:ahLst/>
                <a:cxnLst>
                  <a:cxn ang="0">
                    <a:pos x="19050" y="0"/>
                  </a:cxn>
                  <a:cxn ang="0">
                    <a:pos x="30163" y="6350"/>
                  </a:cxn>
                  <a:cxn ang="0">
                    <a:pos x="9525" y="49213"/>
                  </a:cxn>
                  <a:cxn ang="0">
                    <a:pos x="0" y="42862"/>
                  </a:cxn>
                  <a:cxn ang="0">
                    <a:pos x="19050" y="0"/>
                  </a:cxn>
                </a:cxnLst>
                <a:rect l="0" t="0" r="0" b="0"/>
                <a:pathLst>
                  <a:path w="19" h="31">
                    <a:moveTo>
                      <a:pt x="12" y="0"/>
                    </a:moveTo>
                    <a:lnTo>
                      <a:pt x="19" y="4"/>
                    </a:lnTo>
                    <a:lnTo>
                      <a:pt x="6" y="31"/>
                    </a:lnTo>
                    <a:lnTo>
                      <a:pt x="0" y="27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7" name="Freeform 204"/>
              <p:cNvSpPr/>
              <p:nvPr userDrawn="1"/>
            </p:nvSpPr>
            <p:spPr>
              <a:xfrm>
                <a:off x="3575051" y="2459038"/>
                <a:ext cx="39688" cy="71438"/>
              </a:xfrm>
              <a:custGeom>
                <a:avLst/>
                <a:gdLst/>
                <a:ahLst/>
                <a:cxnLst>
                  <a:cxn ang="0">
                    <a:pos x="30162" y="0"/>
                  </a:cxn>
                  <a:cxn ang="0">
                    <a:pos x="39688" y="6350"/>
                  </a:cxn>
                  <a:cxn ang="0">
                    <a:pos x="9525" y="71438"/>
                  </a:cxn>
                  <a:cxn ang="0">
                    <a:pos x="0" y="68262"/>
                  </a:cxn>
                  <a:cxn ang="0">
                    <a:pos x="30162" y="0"/>
                  </a:cxn>
                </a:cxnLst>
                <a:rect l="0" t="0" r="0" b="0"/>
                <a:pathLst>
                  <a:path w="25" h="45">
                    <a:moveTo>
                      <a:pt x="19" y="0"/>
                    </a:moveTo>
                    <a:lnTo>
                      <a:pt x="25" y="4"/>
                    </a:lnTo>
                    <a:lnTo>
                      <a:pt x="6" y="45"/>
                    </a:lnTo>
                    <a:lnTo>
                      <a:pt x="0" y="43"/>
                    </a:lnTo>
                    <a:lnTo>
                      <a:pt x="19" y="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8" name="Freeform 206"/>
              <p:cNvSpPr/>
              <p:nvPr userDrawn="1"/>
            </p:nvSpPr>
            <p:spPr>
              <a:xfrm>
                <a:off x="3589338" y="2487613"/>
                <a:ext cx="25400" cy="50800"/>
              </a:xfrm>
              <a:custGeom>
                <a:avLst/>
                <a:gdLst/>
                <a:ahLst/>
                <a:cxnLst>
                  <a:cxn ang="0">
                    <a:pos x="19050" y="0"/>
                  </a:cxn>
                  <a:cxn ang="0">
                    <a:pos x="25400" y="7937"/>
                  </a:cxn>
                  <a:cxn ang="0">
                    <a:pos x="6350" y="50800"/>
                  </a:cxn>
                  <a:cxn ang="0">
                    <a:pos x="0" y="46037"/>
                  </a:cxn>
                  <a:cxn ang="0">
                    <a:pos x="19050" y="0"/>
                  </a:cxn>
                </a:cxnLst>
                <a:rect l="0" t="0" r="0" b="0"/>
                <a:pathLst>
                  <a:path w="16" h="32">
                    <a:moveTo>
                      <a:pt x="12" y="0"/>
                    </a:moveTo>
                    <a:lnTo>
                      <a:pt x="16" y="5"/>
                    </a:lnTo>
                    <a:lnTo>
                      <a:pt x="4" y="32"/>
                    </a:lnTo>
                    <a:lnTo>
                      <a:pt x="0" y="2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599" name="Freeform 207"/>
              <p:cNvSpPr/>
              <p:nvPr userDrawn="1"/>
            </p:nvSpPr>
            <p:spPr>
              <a:xfrm>
                <a:off x="3602038" y="2478088"/>
                <a:ext cx="33338" cy="66675"/>
              </a:xfrm>
              <a:custGeom>
                <a:avLst/>
                <a:gdLst/>
                <a:ahLst/>
                <a:cxnLst>
                  <a:cxn ang="0">
                    <a:pos x="25400" y="0"/>
                  </a:cxn>
                  <a:cxn ang="0">
                    <a:pos x="33338" y="6350"/>
                  </a:cxn>
                  <a:cxn ang="0">
                    <a:pos x="6350" y="66675"/>
                  </a:cxn>
                  <a:cxn ang="0">
                    <a:pos x="0" y="63500"/>
                  </a:cxn>
                  <a:cxn ang="0">
                    <a:pos x="25400" y="0"/>
                  </a:cxn>
                </a:cxnLst>
                <a:rect l="0" t="0" r="0" b="0"/>
                <a:pathLst>
                  <a:path w="21" h="42">
                    <a:moveTo>
                      <a:pt x="16" y="0"/>
                    </a:moveTo>
                    <a:lnTo>
                      <a:pt x="21" y="4"/>
                    </a:lnTo>
                    <a:lnTo>
                      <a:pt x="4" y="42"/>
                    </a:lnTo>
                    <a:lnTo>
                      <a:pt x="0" y="4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0" name="Freeform 208"/>
              <p:cNvSpPr/>
              <p:nvPr userDrawn="1"/>
            </p:nvSpPr>
            <p:spPr>
              <a:xfrm>
                <a:off x="3611563" y="2505075"/>
                <a:ext cx="26988" cy="46038"/>
              </a:xfrm>
              <a:custGeom>
                <a:avLst/>
                <a:gdLst/>
                <a:ahLst/>
                <a:cxnLst>
                  <a:cxn ang="0">
                    <a:pos x="20637" y="0"/>
                  </a:cxn>
                  <a:cxn ang="0">
                    <a:pos x="26988" y="6350"/>
                  </a:cxn>
                  <a:cxn ang="0">
                    <a:pos x="9525" y="46038"/>
                  </a:cxn>
                  <a:cxn ang="0">
                    <a:pos x="0" y="42862"/>
                  </a:cxn>
                  <a:cxn ang="0">
                    <a:pos x="20637" y="0"/>
                  </a:cxn>
                </a:cxnLst>
                <a:rect l="0" t="0" r="0" b="0"/>
                <a:pathLst>
                  <a:path w="17" h="29">
                    <a:moveTo>
                      <a:pt x="13" y="0"/>
                    </a:moveTo>
                    <a:lnTo>
                      <a:pt x="17" y="4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1" name="Freeform 209"/>
              <p:cNvSpPr/>
              <p:nvPr userDrawn="1"/>
            </p:nvSpPr>
            <p:spPr>
              <a:xfrm>
                <a:off x="3624263" y="2474913"/>
                <a:ext cx="42863" cy="82550"/>
              </a:xfrm>
              <a:custGeom>
                <a:avLst/>
                <a:gdLst/>
                <a:ahLst/>
                <a:cxnLst>
                  <a:cxn ang="0">
                    <a:pos x="33337" y="0"/>
                  </a:cxn>
                  <a:cxn ang="0">
                    <a:pos x="42863" y="6350"/>
                  </a:cxn>
                  <a:cxn ang="0">
                    <a:pos x="11112" y="82550"/>
                  </a:cxn>
                  <a:cxn ang="0">
                    <a:pos x="0" y="79375"/>
                  </a:cxn>
                  <a:cxn ang="0">
                    <a:pos x="33337" y="0"/>
                  </a:cxn>
                </a:cxnLst>
                <a:rect l="0" t="0" r="0" b="0"/>
                <a:pathLst>
                  <a:path w="27" h="52">
                    <a:moveTo>
                      <a:pt x="21" y="0"/>
                    </a:moveTo>
                    <a:lnTo>
                      <a:pt x="27" y="4"/>
                    </a:lnTo>
                    <a:lnTo>
                      <a:pt x="7" y="52"/>
                    </a:lnTo>
                    <a:lnTo>
                      <a:pt x="0" y="50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2" name="Freeform 210"/>
              <p:cNvSpPr/>
              <p:nvPr userDrawn="1"/>
            </p:nvSpPr>
            <p:spPr>
              <a:xfrm>
                <a:off x="3559176" y="2695575"/>
                <a:ext cx="19050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2700" y="23813"/>
                  </a:cxn>
                  <a:cxn ang="0">
                    <a:pos x="19050" y="13607"/>
                  </a:cxn>
                  <a:cxn ang="0">
                    <a:pos x="19050" y="13607"/>
                  </a:cxn>
                  <a:cxn ang="0">
                    <a:pos x="0" y="0"/>
                  </a:cxn>
                </a:cxnLst>
                <a:rect l="0" t="0" r="0" b="0"/>
                <a:pathLst>
                  <a:path w="6" h="7">
                    <a:moveTo>
                      <a:pt x="0" y="0"/>
                    </a:moveTo>
                    <a:cubicBezTo>
                      <a:pt x="4" y="7"/>
                      <a:pt x="4" y="7"/>
                      <a:pt x="4" y="7"/>
                    </a:cubicBezTo>
                    <a:cubicBezTo>
                      <a:pt x="5" y="6"/>
                      <a:pt x="6" y="5"/>
                      <a:pt x="6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3" name="Freeform 211"/>
              <p:cNvSpPr/>
              <p:nvPr userDrawn="1"/>
            </p:nvSpPr>
            <p:spPr>
              <a:xfrm>
                <a:off x="3559176" y="2673350"/>
                <a:ext cx="25400" cy="34925"/>
              </a:xfrm>
              <a:custGeom>
                <a:avLst/>
                <a:gdLst/>
                <a:ahLst/>
                <a:cxnLst>
                  <a:cxn ang="0">
                    <a:pos x="0" y="22225"/>
                  </a:cxn>
                  <a:cxn ang="0">
                    <a:pos x="19050" y="34925"/>
                  </a:cxn>
                  <a:cxn ang="0">
                    <a:pos x="9525" y="0"/>
                  </a:cxn>
                  <a:cxn ang="0">
                    <a:pos x="0" y="22225"/>
                  </a:cxn>
                </a:cxnLst>
                <a:rect l="0" t="0" r="0" b="0"/>
                <a:pathLst>
                  <a:path w="8" h="11">
                    <a:moveTo>
                      <a:pt x="0" y="7"/>
                    </a:moveTo>
                    <a:cubicBezTo>
                      <a:pt x="6" y="11"/>
                      <a:pt x="6" y="11"/>
                      <a:pt x="6" y="11"/>
                    </a:cubicBezTo>
                    <a:cubicBezTo>
                      <a:pt x="8" y="7"/>
                      <a:pt x="7" y="2"/>
                      <a:pt x="3" y="0"/>
                    </a:cubicBez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4" name="Freeform 212"/>
              <p:cNvSpPr/>
              <p:nvPr userDrawn="1"/>
            </p:nvSpPr>
            <p:spPr>
              <a:xfrm>
                <a:off x="3532188" y="2667000"/>
                <a:ext cx="39688" cy="55563"/>
              </a:xfrm>
              <a:custGeom>
                <a:avLst/>
                <a:gdLst/>
                <a:ahLst/>
                <a:cxnLst>
                  <a:cxn ang="0">
                    <a:pos x="26458" y="29415"/>
                  </a:cxn>
                  <a:cxn ang="0">
                    <a:pos x="36380" y="6536"/>
                  </a:cxn>
                  <a:cxn ang="0">
                    <a:pos x="3307" y="19610"/>
                  </a:cxn>
                  <a:cxn ang="0">
                    <a:pos x="16536" y="52294"/>
                  </a:cxn>
                  <a:cxn ang="0">
                    <a:pos x="39688" y="52294"/>
                  </a:cxn>
                  <a:cxn ang="0">
                    <a:pos x="26458" y="29415"/>
                  </a:cxn>
                </a:cxnLst>
                <a:rect l="0" t="0" r="0" b="0"/>
                <a:pathLst>
                  <a:path w="12" h="17">
                    <a:moveTo>
                      <a:pt x="8" y="9"/>
                    </a:moveTo>
                    <a:cubicBezTo>
                      <a:pt x="11" y="2"/>
                      <a:pt x="11" y="2"/>
                      <a:pt x="11" y="2"/>
                    </a:cubicBezTo>
                    <a:cubicBezTo>
                      <a:pt x="8" y="0"/>
                      <a:pt x="3" y="2"/>
                      <a:pt x="1" y="6"/>
                    </a:cubicBezTo>
                    <a:cubicBezTo>
                      <a:pt x="0" y="10"/>
                      <a:pt x="1" y="14"/>
                      <a:pt x="5" y="16"/>
                    </a:cubicBezTo>
                    <a:cubicBezTo>
                      <a:pt x="7" y="17"/>
                      <a:pt x="10" y="17"/>
                      <a:pt x="12" y="16"/>
                    </a:cubicBezTo>
                    <a:cubicBezTo>
                      <a:pt x="8" y="9"/>
                      <a:pt x="8" y="9"/>
                      <a:pt x="8" y="9"/>
                    </a:cubicBez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5" name="Freeform 213"/>
              <p:cNvSpPr/>
              <p:nvPr userDrawn="1"/>
            </p:nvSpPr>
            <p:spPr>
              <a:xfrm>
                <a:off x="3482976" y="2640013"/>
                <a:ext cx="52388" cy="55563"/>
              </a:xfrm>
              <a:custGeom>
                <a:avLst/>
                <a:gdLst/>
                <a:ahLst/>
                <a:cxnLst>
                  <a:cxn ang="0">
                    <a:pos x="36016" y="6536"/>
                  </a:cxn>
                  <a:cxn ang="0">
                    <a:pos x="3274" y="16342"/>
                  </a:cxn>
                  <a:cxn ang="0">
                    <a:pos x="16371" y="52294"/>
                  </a:cxn>
                  <a:cxn ang="0">
                    <a:pos x="36016" y="52294"/>
                  </a:cxn>
                  <a:cxn ang="0">
                    <a:pos x="45839" y="39220"/>
                  </a:cxn>
                  <a:cxn ang="0">
                    <a:pos x="45839" y="39220"/>
                  </a:cxn>
                  <a:cxn ang="0">
                    <a:pos x="36016" y="6536"/>
                  </a:cxn>
                </a:cxnLst>
                <a:rect l="0" t="0" r="0" b="0"/>
                <a:pathLst>
                  <a:path w="16" h="17">
                    <a:moveTo>
                      <a:pt x="11" y="2"/>
                    </a:moveTo>
                    <a:cubicBezTo>
                      <a:pt x="7" y="0"/>
                      <a:pt x="3" y="2"/>
                      <a:pt x="1" y="5"/>
                    </a:cubicBezTo>
                    <a:cubicBezTo>
                      <a:pt x="0" y="9"/>
                      <a:pt x="1" y="14"/>
                      <a:pt x="5" y="16"/>
                    </a:cubicBezTo>
                    <a:cubicBezTo>
                      <a:pt x="7" y="17"/>
                      <a:pt x="9" y="17"/>
                      <a:pt x="11" y="16"/>
                    </a:cubicBezTo>
                    <a:cubicBezTo>
                      <a:pt x="13" y="15"/>
                      <a:pt x="14" y="14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6" y="8"/>
                      <a:pt x="14" y="4"/>
                      <a:pt x="11" y="2"/>
                    </a:cubicBez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6" name="Freeform 214"/>
              <p:cNvSpPr/>
              <p:nvPr userDrawn="1"/>
            </p:nvSpPr>
            <p:spPr>
              <a:xfrm>
                <a:off x="3509963" y="2646363"/>
                <a:ext cx="22225" cy="26988"/>
              </a:xfrm>
              <a:custGeom>
                <a:avLst/>
                <a:gdLst/>
                <a:ahLst/>
                <a:cxnLst>
                  <a:cxn ang="0">
                    <a:pos x="9525" y="0"/>
                  </a:cxn>
                  <a:cxn ang="0">
                    <a:pos x="0" y="23614"/>
                  </a:cxn>
                  <a:cxn ang="0">
                    <a:pos x="0" y="23614"/>
                  </a:cxn>
                  <a:cxn ang="0">
                    <a:pos x="0" y="23614"/>
                  </a:cxn>
                  <a:cxn ang="0">
                    <a:pos x="22225" y="26988"/>
                  </a:cxn>
                  <a:cxn ang="0">
                    <a:pos x="9525" y="0"/>
                  </a:cxn>
                </a:cxnLst>
                <a:rect l="0" t="0" r="0" b="0"/>
                <a:pathLst>
                  <a:path w="7" h="8">
                    <a:moveTo>
                      <a:pt x="3" y="0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5"/>
                      <a:pt x="6" y="1"/>
                      <a:pt x="3" y="0"/>
                    </a:cubicBez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7" name="Freeform 215"/>
              <p:cNvSpPr/>
              <p:nvPr userDrawn="1"/>
            </p:nvSpPr>
            <p:spPr>
              <a:xfrm>
                <a:off x="3486151" y="2670175"/>
                <a:ext cx="46038" cy="25400"/>
              </a:xfrm>
              <a:custGeom>
                <a:avLst/>
                <a:gdLst/>
                <a:ahLst/>
                <a:cxnLst>
                  <a:cxn ang="0">
                    <a:pos x="46038" y="3175"/>
                  </a:cxn>
                  <a:cxn ang="0">
                    <a:pos x="23019" y="0"/>
                  </a:cxn>
                  <a:cxn ang="0">
                    <a:pos x="23019" y="0"/>
                  </a:cxn>
                  <a:cxn ang="0">
                    <a:pos x="0" y="6350"/>
                  </a:cxn>
                  <a:cxn ang="0">
                    <a:pos x="13153" y="22225"/>
                  </a:cxn>
                  <a:cxn ang="0">
                    <a:pos x="32884" y="22225"/>
                  </a:cxn>
                  <a:cxn ang="0">
                    <a:pos x="42749" y="9525"/>
                  </a:cxn>
                  <a:cxn ang="0">
                    <a:pos x="46038" y="3175"/>
                  </a:cxn>
                </a:cxnLst>
                <a:rect l="0" t="0" r="0" b="0"/>
                <a:pathLst>
                  <a:path w="14" h="8">
                    <a:moveTo>
                      <a:pt x="14" y="1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4"/>
                      <a:pt x="2" y="6"/>
                      <a:pt x="4" y="7"/>
                    </a:cubicBezTo>
                    <a:cubicBezTo>
                      <a:pt x="6" y="8"/>
                      <a:pt x="8" y="8"/>
                      <a:pt x="10" y="7"/>
                    </a:cubicBezTo>
                    <a:cubicBezTo>
                      <a:pt x="11" y="6"/>
                      <a:pt x="12" y="5"/>
                      <a:pt x="13" y="3"/>
                    </a:cubicBezTo>
                    <a:cubicBezTo>
                      <a:pt x="13" y="3"/>
                      <a:pt x="14" y="2"/>
                      <a:pt x="14" y="1"/>
                    </a:cubicBez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8" name="Freeform 216"/>
              <p:cNvSpPr/>
              <p:nvPr userDrawn="1"/>
            </p:nvSpPr>
            <p:spPr>
              <a:xfrm>
                <a:off x="3430588" y="2613025"/>
                <a:ext cx="55563" cy="57150"/>
              </a:xfrm>
              <a:custGeom>
                <a:avLst/>
                <a:gdLst/>
                <a:ahLst/>
                <a:cxnLst>
                  <a:cxn ang="0">
                    <a:pos x="39220" y="6723"/>
                  </a:cxn>
                  <a:cxn ang="0">
                    <a:pos x="6536" y="16808"/>
                  </a:cxn>
                  <a:cxn ang="0">
                    <a:pos x="16342" y="53788"/>
                  </a:cxn>
                  <a:cxn ang="0">
                    <a:pos x="39220" y="53788"/>
                  </a:cxn>
                  <a:cxn ang="0">
                    <a:pos x="49026" y="40341"/>
                  </a:cxn>
                  <a:cxn ang="0">
                    <a:pos x="49026" y="40341"/>
                  </a:cxn>
                  <a:cxn ang="0">
                    <a:pos x="39220" y="6723"/>
                  </a:cxn>
                </a:cxnLst>
                <a:rect l="0" t="0" r="0" b="0"/>
                <a:pathLst>
                  <a:path w="17" h="17">
                    <a:moveTo>
                      <a:pt x="12" y="2"/>
                    </a:moveTo>
                    <a:cubicBezTo>
                      <a:pt x="8" y="0"/>
                      <a:pt x="4" y="1"/>
                      <a:pt x="2" y="5"/>
                    </a:cubicBezTo>
                    <a:cubicBezTo>
                      <a:pt x="0" y="9"/>
                      <a:pt x="2" y="14"/>
                      <a:pt x="5" y="16"/>
                    </a:cubicBezTo>
                    <a:cubicBezTo>
                      <a:pt x="8" y="17"/>
                      <a:pt x="10" y="17"/>
                      <a:pt x="12" y="16"/>
                    </a:cubicBezTo>
                    <a:cubicBezTo>
                      <a:pt x="13" y="15"/>
                      <a:pt x="14" y="14"/>
                      <a:pt x="15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7" y="8"/>
                      <a:pt x="15" y="4"/>
                      <a:pt x="12" y="2"/>
                    </a:cubicBez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09" name="Freeform 217"/>
              <p:cNvSpPr/>
              <p:nvPr userDrawn="1"/>
            </p:nvSpPr>
            <p:spPr>
              <a:xfrm>
                <a:off x="3433763" y="2640013"/>
                <a:ext cx="30163" cy="30163"/>
              </a:xfrm>
              <a:custGeom>
                <a:avLst/>
                <a:gdLst/>
                <a:ahLst/>
                <a:cxnLst>
                  <a:cxn ang="0">
                    <a:pos x="30163" y="30163"/>
                  </a:cxn>
                  <a:cxn ang="0">
                    <a:pos x="23460" y="3351"/>
                  </a:cxn>
                  <a:cxn ang="0">
                    <a:pos x="0" y="0"/>
                  </a:cxn>
                  <a:cxn ang="0">
                    <a:pos x="13405" y="26811"/>
                  </a:cxn>
                  <a:cxn ang="0">
                    <a:pos x="30163" y="30163"/>
                  </a:cxn>
                </a:cxnLst>
                <a:rect l="0" t="0" r="0" b="0"/>
                <a:pathLst>
                  <a:path w="9" h="9">
                    <a:moveTo>
                      <a:pt x="9" y="9"/>
                    </a:moveTo>
                    <a:cubicBezTo>
                      <a:pt x="7" y="1"/>
                      <a:pt x="7" y="1"/>
                      <a:pt x="7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2" y="6"/>
                      <a:pt x="4" y="8"/>
                    </a:cubicBezTo>
                    <a:cubicBezTo>
                      <a:pt x="6" y="9"/>
                      <a:pt x="7" y="9"/>
                      <a:pt x="9" y="9"/>
                    </a:cubicBez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0" name="Freeform 218"/>
              <p:cNvSpPr/>
              <p:nvPr userDrawn="1"/>
            </p:nvSpPr>
            <p:spPr>
              <a:xfrm>
                <a:off x="3455988" y="2633663"/>
                <a:ext cx="26988" cy="36513"/>
              </a:xfrm>
              <a:custGeom>
                <a:avLst/>
                <a:gdLst/>
                <a:ahLst/>
                <a:cxnLst>
                  <a:cxn ang="0">
                    <a:pos x="0" y="9958"/>
                  </a:cxn>
                  <a:cxn ang="0">
                    <a:pos x="6747" y="36513"/>
                  </a:cxn>
                  <a:cxn ang="0">
                    <a:pos x="23614" y="19916"/>
                  </a:cxn>
                  <a:cxn ang="0">
                    <a:pos x="23614" y="0"/>
                  </a:cxn>
                  <a:cxn ang="0">
                    <a:pos x="3373" y="9958"/>
                  </a:cxn>
                  <a:cxn ang="0">
                    <a:pos x="0" y="9958"/>
                  </a:cxn>
                </a:cxnLst>
                <a:rect l="0" t="0" r="0" b="0"/>
                <a:pathLst>
                  <a:path w="8" h="11">
                    <a:moveTo>
                      <a:pt x="0" y="3"/>
                    </a:moveTo>
                    <a:cubicBezTo>
                      <a:pt x="2" y="11"/>
                      <a:pt x="2" y="11"/>
                      <a:pt x="2" y="11"/>
                    </a:cubicBezTo>
                    <a:cubicBezTo>
                      <a:pt x="4" y="10"/>
                      <a:pt x="6" y="9"/>
                      <a:pt x="7" y="6"/>
                    </a:cubicBezTo>
                    <a:cubicBezTo>
                      <a:pt x="8" y="4"/>
                      <a:pt x="8" y="2"/>
                      <a:pt x="7" y="0"/>
                    </a:cubicBezTo>
                    <a:cubicBezTo>
                      <a:pt x="1" y="3"/>
                      <a:pt x="1" y="3"/>
                      <a:pt x="1" y="3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1" name="Freeform 219"/>
              <p:cNvSpPr/>
              <p:nvPr userDrawn="1"/>
            </p:nvSpPr>
            <p:spPr>
              <a:xfrm>
                <a:off x="3424238" y="2667000"/>
                <a:ext cx="39688" cy="22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9688" y="19050"/>
                  </a:cxn>
                  <a:cxn ang="0">
                    <a:pos x="36512" y="22225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5" h="14">
                    <a:moveTo>
                      <a:pt x="0" y="0"/>
                    </a:moveTo>
                    <a:lnTo>
                      <a:pt x="25" y="12"/>
                    </a:lnTo>
                    <a:lnTo>
                      <a:pt x="23" y="1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2" name="Freeform 220"/>
              <p:cNvSpPr/>
              <p:nvPr userDrawn="1"/>
            </p:nvSpPr>
            <p:spPr>
              <a:xfrm>
                <a:off x="3421063" y="2673350"/>
                <a:ext cx="39688" cy="22225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19050"/>
                  </a:cxn>
                  <a:cxn ang="0">
                    <a:pos x="34925" y="22225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4">
                    <a:moveTo>
                      <a:pt x="2" y="0"/>
                    </a:moveTo>
                    <a:lnTo>
                      <a:pt x="25" y="12"/>
                    </a:lnTo>
                    <a:lnTo>
                      <a:pt x="22" y="1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3" name="Freeform 221"/>
              <p:cNvSpPr/>
              <p:nvPr userDrawn="1"/>
            </p:nvSpPr>
            <p:spPr>
              <a:xfrm>
                <a:off x="3417888" y="2676525"/>
                <a:ext cx="38100" cy="22225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8100" y="22225"/>
                  </a:cxn>
                  <a:cxn ang="0">
                    <a:pos x="38100" y="22225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4" h="14">
                    <a:moveTo>
                      <a:pt x="2" y="0"/>
                    </a:moveTo>
                    <a:lnTo>
                      <a:pt x="24" y="14"/>
                    </a:lnTo>
                    <a:lnTo>
                      <a:pt x="24" y="1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4" name="Freeform 222"/>
              <p:cNvSpPr/>
              <p:nvPr userDrawn="1"/>
            </p:nvSpPr>
            <p:spPr>
              <a:xfrm>
                <a:off x="3417888" y="2682875"/>
                <a:ext cx="34925" cy="22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4925" y="19050"/>
                  </a:cxn>
                  <a:cxn ang="0">
                    <a:pos x="34925" y="22225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2" h="14">
                    <a:moveTo>
                      <a:pt x="0" y="0"/>
                    </a:moveTo>
                    <a:lnTo>
                      <a:pt x="22" y="12"/>
                    </a:lnTo>
                    <a:lnTo>
                      <a:pt x="22" y="1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5" name="Freeform 223"/>
              <p:cNvSpPr/>
              <p:nvPr userDrawn="1"/>
            </p:nvSpPr>
            <p:spPr>
              <a:xfrm>
                <a:off x="3413126" y="2689225"/>
                <a:ext cx="20638" cy="127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638" y="9525"/>
                  </a:cxn>
                  <a:cxn ang="0">
                    <a:pos x="17462" y="12700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13" h="8">
                    <a:moveTo>
                      <a:pt x="0" y="0"/>
                    </a:moveTo>
                    <a:lnTo>
                      <a:pt x="13" y="6"/>
                    </a:lnTo>
                    <a:lnTo>
                      <a:pt x="11" y="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6" name="Freeform 224"/>
              <p:cNvSpPr/>
              <p:nvPr userDrawn="1"/>
            </p:nvSpPr>
            <p:spPr>
              <a:xfrm>
                <a:off x="3473451" y="2692400"/>
                <a:ext cx="39688" cy="23813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20637"/>
                  </a:cxn>
                  <a:cxn ang="0">
                    <a:pos x="36512" y="23813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5">
                    <a:moveTo>
                      <a:pt x="2" y="0"/>
                    </a:moveTo>
                    <a:lnTo>
                      <a:pt x="25" y="13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7" name="Freeform 225"/>
              <p:cNvSpPr/>
              <p:nvPr userDrawn="1"/>
            </p:nvSpPr>
            <p:spPr>
              <a:xfrm>
                <a:off x="3470276" y="2698750"/>
                <a:ext cx="39688" cy="23813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20637"/>
                  </a:cxn>
                  <a:cxn ang="0">
                    <a:pos x="39688" y="23813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5">
                    <a:moveTo>
                      <a:pt x="2" y="0"/>
                    </a:moveTo>
                    <a:lnTo>
                      <a:pt x="25" y="13"/>
                    </a:lnTo>
                    <a:lnTo>
                      <a:pt x="25" y="15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8" name="Freeform 226"/>
              <p:cNvSpPr/>
              <p:nvPr userDrawn="1"/>
            </p:nvSpPr>
            <p:spPr>
              <a:xfrm>
                <a:off x="3470276" y="2705100"/>
                <a:ext cx="36513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20637"/>
                  </a:cxn>
                  <a:cxn ang="0">
                    <a:pos x="36513" y="23813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3" h="15">
                    <a:moveTo>
                      <a:pt x="0" y="0"/>
                    </a:moveTo>
                    <a:lnTo>
                      <a:pt x="23" y="13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19" name="Freeform 227"/>
              <p:cNvSpPr/>
              <p:nvPr userDrawn="1"/>
            </p:nvSpPr>
            <p:spPr>
              <a:xfrm>
                <a:off x="3467101" y="2708275"/>
                <a:ext cx="36513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20637"/>
                  </a:cxn>
                  <a:cxn ang="0">
                    <a:pos x="36513" y="23813"/>
                  </a:cxn>
                  <a:cxn ang="0">
                    <a:pos x="0" y="4762"/>
                  </a:cxn>
                  <a:cxn ang="0">
                    <a:pos x="0" y="0"/>
                  </a:cxn>
                </a:cxnLst>
                <a:rect l="0" t="0" r="0" b="0"/>
                <a:pathLst>
                  <a:path w="23" h="15">
                    <a:moveTo>
                      <a:pt x="0" y="0"/>
                    </a:moveTo>
                    <a:lnTo>
                      <a:pt x="23" y="13"/>
                    </a:lnTo>
                    <a:lnTo>
                      <a:pt x="23" y="1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0" name="Freeform 228"/>
              <p:cNvSpPr/>
              <p:nvPr userDrawn="1"/>
            </p:nvSpPr>
            <p:spPr>
              <a:xfrm>
                <a:off x="3463926" y="2716213"/>
                <a:ext cx="19050" cy="127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9050" y="9525"/>
                  </a:cxn>
                  <a:cxn ang="0">
                    <a:pos x="19050" y="12700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12" h="8">
                    <a:moveTo>
                      <a:pt x="0" y="0"/>
                    </a:moveTo>
                    <a:lnTo>
                      <a:pt x="12" y="6"/>
                    </a:lnTo>
                    <a:lnTo>
                      <a:pt x="12" y="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1" name="Freeform 229"/>
              <p:cNvSpPr/>
              <p:nvPr userDrawn="1"/>
            </p:nvSpPr>
            <p:spPr>
              <a:xfrm>
                <a:off x="3522663" y="2719388"/>
                <a:ext cx="39688" cy="22225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39688" y="19050"/>
                  </a:cxn>
                  <a:cxn ang="0">
                    <a:pos x="39688" y="22225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25" h="14">
                    <a:moveTo>
                      <a:pt x="2" y="0"/>
                    </a:moveTo>
                    <a:lnTo>
                      <a:pt x="25" y="12"/>
                    </a:lnTo>
                    <a:lnTo>
                      <a:pt x="25" y="14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2" name="Freeform 230"/>
              <p:cNvSpPr/>
              <p:nvPr userDrawn="1"/>
            </p:nvSpPr>
            <p:spPr>
              <a:xfrm>
                <a:off x="3522663" y="2725738"/>
                <a:ext cx="36513" cy="222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19050"/>
                  </a:cxn>
                  <a:cxn ang="0">
                    <a:pos x="36513" y="22225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3" h="14">
                    <a:moveTo>
                      <a:pt x="0" y="0"/>
                    </a:moveTo>
                    <a:lnTo>
                      <a:pt x="23" y="12"/>
                    </a:lnTo>
                    <a:lnTo>
                      <a:pt x="23" y="14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3" name="Freeform 231"/>
              <p:cNvSpPr/>
              <p:nvPr userDrawn="1"/>
            </p:nvSpPr>
            <p:spPr>
              <a:xfrm>
                <a:off x="3519488" y="2732088"/>
                <a:ext cx="36513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6513" y="19050"/>
                  </a:cxn>
                  <a:cxn ang="0">
                    <a:pos x="36513" y="23813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3" h="15">
                    <a:moveTo>
                      <a:pt x="0" y="0"/>
                    </a:moveTo>
                    <a:lnTo>
                      <a:pt x="23" y="12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4" name="Freeform 232"/>
              <p:cNvSpPr/>
              <p:nvPr userDrawn="1"/>
            </p:nvSpPr>
            <p:spPr>
              <a:xfrm>
                <a:off x="3516313" y="2738438"/>
                <a:ext cx="39688" cy="238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9688" y="20637"/>
                  </a:cxn>
                  <a:cxn ang="0">
                    <a:pos x="36512" y="23813"/>
                  </a:cxn>
                  <a:cxn ang="0">
                    <a:pos x="0" y="3175"/>
                  </a:cxn>
                  <a:cxn ang="0">
                    <a:pos x="0" y="0"/>
                  </a:cxn>
                </a:cxnLst>
                <a:rect l="0" t="0" r="0" b="0"/>
                <a:pathLst>
                  <a:path w="25" h="15">
                    <a:moveTo>
                      <a:pt x="0" y="0"/>
                    </a:moveTo>
                    <a:lnTo>
                      <a:pt x="25" y="13"/>
                    </a:lnTo>
                    <a:lnTo>
                      <a:pt x="23" y="1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5" name="Freeform 233"/>
              <p:cNvSpPr/>
              <p:nvPr userDrawn="1"/>
            </p:nvSpPr>
            <p:spPr>
              <a:xfrm>
                <a:off x="3513138" y="2741613"/>
                <a:ext cx="19050" cy="14288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19050" y="9525"/>
                  </a:cxn>
                  <a:cxn ang="0">
                    <a:pos x="19050" y="14288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12" h="9">
                    <a:moveTo>
                      <a:pt x="2" y="0"/>
                    </a:moveTo>
                    <a:lnTo>
                      <a:pt x="12" y="6"/>
                    </a:lnTo>
                    <a:lnTo>
                      <a:pt x="12" y="9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6" name="Freeform 234"/>
              <p:cNvSpPr/>
              <p:nvPr userDrawn="1"/>
            </p:nvSpPr>
            <p:spPr>
              <a:xfrm>
                <a:off x="3489326" y="2581275"/>
                <a:ext cx="109538" cy="19050"/>
              </a:xfrm>
              <a:custGeom>
                <a:avLst/>
                <a:gdLst/>
                <a:ahLst/>
                <a:cxnLst>
                  <a:cxn ang="0">
                    <a:pos x="109538" y="12700"/>
                  </a:cxn>
                  <a:cxn ang="0">
                    <a:pos x="79375" y="3175"/>
                  </a:cxn>
                  <a:cxn ang="0">
                    <a:pos x="63500" y="19050"/>
                  </a:cxn>
                  <a:cxn ang="0">
                    <a:pos x="63500" y="19050"/>
                  </a:cxn>
                  <a:cxn ang="0">
                    <a:pos x="63500" y="19050"/>
                  </a:cxn>
                  <a:cxn ang="0">
                    <a:pos x="46037" y="6350"/>
                  </a:cxn>
                  <a:cxn ang="0">
                    <a:pos x="20637" y="12700"/>
                  </a:cxn>
                  <a:cxn ang="0">
                    <a:pos x="20637" y="12700"/>
                  </a:cxn>
                  <a:cxn ang="0">
                    <a:pos x="0" y="15875"/>
                  </a:cxn>
                  <a:cxn ang="0">
                    <a:pos x="0" y="15875"/>
                  </a:cxn>
                  <a:cxn ang="0">
                    <a:pos x="20637" y="12700"/>
                  </a:cxn>
                  <a:cxn ang="0">
                    <a:pos x="46037" y="6350"/>
                  </a:cxn>
                  <a:cxn ang="0">
                    <a:pos x="46037" y="6350"/>
                  </a:cxn>
                  <a:cxn ang="0">
                    <a:pos x="46037" y="6350"/>
                  </a:cxn>
                  <a:cxn ang="0">
                    <a:pos x="63500" y="19050"/>
                  </a:cxn>
                  <a:cxn ang="0">
                    <a:pos x="79375" y="3175"/>
                  </a:cxn>
                  <a:cxn ang="0">
                    <a:pos x="79375" y="0"/>
                  </a:cxn>
                  <a:cxn ang="0">
                    <a:pos x="79375" y="0"/>
                  </a:cxn>
                  <a:cxn ang="0">
                    <a:pos x="109538" y="12700"/>
                  </a:cxn>
                  <a:cxn ang="0">
                    <a:pos x="109538" y="12700"/>
                  </a:cxn>
                </a:cxnLst>
                <a:rect l="0" t="0" r="0" b="0"/>
                <a:pathLst>
                  <a:path w="69" h="12">
                    <a:moveTo>
                      <a:pt x="69" y="8"/>
                    </a:moveTo>
                    <a:lnTo>
                      <a:pt x="50" y="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40" y="12"/>
                    </a:lnTo>
                    <a:lnTo>
                      <a:pt x="29" y="4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3" y="8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29" y="4"/>
                    </a:lnTo>
                    <a:lnTo>
                      <a:pt x="40" y="12"/>
                    </a:lnTo>
                    <a:lnTo>
                      <a:pt x="50" y="2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69" y="8"/>
                    </a:lnTo>
                    <a:lnTo>
                      <a:pt x="69" y="8"/>
                    </a:lnTo>
                    <a:close/>
                  </a:path>
                </a:pathLst>
              </a:custGeom>
              <a:solidFill>
                <a:srgbClr val="F0602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7" name="Freeform 235"/>
              <p:cNvSpPr/>
              <p:nvPr userDrawn="1"/>
            </p:nvSpPr>
            <p:spPr>
              <a:xfrm>
                <a:off x="3489326" y="2584450"/>
                <a:ext cx="109538" cy="15875"/>
              </a:xfrm>
              <a:custGeom>
                <a:avLst/>
                <a:gdLst/>
                <a:ahLst/>
                <a:cxnLst>
                  <a:cxn ang="0">
                    <a:pos x="109538" y="15875"/>
                  </a:cxn>
                  <a:cxn ang="0">
                    <a:pos x="69850" y="0"/>
                  </a:cxn>
                  <a:cxn ang="0">
                    <a:pos x="49212" y="15875"/>
                  </a:cxn>
                  <a:cxn ang="0">
                    <a:pos x="49212" y="15875"/>
                  </a:cxn>
                  <a:cxn ang="0">
                    <a:pos x="49212" y="15875"/>
                  </a:cxn>
                  <a:cxn ang="0">
                    <a:pos x="26987" y="3175"/>
                  </a:cxn>
                  <a:cxn ang="0">
                    <a:pos x="0" y="12700"/>
                  </a:cxn>
                  <a:cxn ang="0">
                    <a:pos x="0" y="12700"/>
                  </a:cxn>
                  <a:cxn ang="0">
                    <a:pos x="23812" y="3175"/>
                  </a:cxn>
                  <a:cxn ang="0">
                    <a:pos x="26987" y="3175"/>
                  </a:cxn>
                  <a:cxn ang="0">
                    <a:pos x="26987" y="3175"/>
                  </a:cxn>
                  <a:cxn ang="0">
                    <a:pos x="49212" y="15875"/>
                  </a:cxn>
                  <a:cxn ang="0">
                    <a:pos x="69850" y="0"/>
                  </a:cxn>
                  <a:cxn ang="0">
                    <a:pos x="69850" y="0"/>
                  </a:cxn>
                  <a:cxn ang="0">
                    <a:pos x="69850" y="0"/>
                  </a:cxn>
                  <a:cxn ang="0">
                    <a:pos x="109538" y="15875"/>
                  </a:cxn>
                  <a:cxn ang="0">
                    <a:pos x="109538" y="15875"/>
                  </a:cxn>
                </a:cxnLst>
                <a:rect l="0" t="0" r="0" b="0"/>
                <a:pathLst>
                  <a:path w="69" h="10">
                    <a:moveTo>
                      <a:pt x="69" y="10"/>
                    </a:moveTo>
                    <a:lnTo>
                      <a:pt x="44" y="0"/>
                    </a:lnTo>
                    <a:lnTo>
                      <a:pt x="31" y="10"/>
                    </a:lnTo>
                    <a:lnTo>
                      <a:pt x="31" y="10"/>
                    </a:lnTo>
                    <a:lnTo>
                      <a:pt x="31" y="10"/>
                    </a:lnTo>
                    <a:lnTo>
                      <a:pt x="17" y="2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5" y="2"/>
                    </a:lnTo>
                    <a:lnTo>
                      <a:pt x="17" y="2"/>
                    </a:lnTo>
                    <a:lnTo>
                      <a:pt x="17" y="2"/>
                    </a:lnTo>
                    <a:lnTo>
                      <a:pt x="31" y="1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69" y="10"/>
                    </a:lnTo>
                    <a:lnTo>
                      <a:pt x="69" y="10"/>
                    </a:lnTo>
                    <a:close/>
                  </a:path>
                </a:pathLst>
              </a:custGeom>
              <a:solidFill>
                <a:srgbClr val="EFAF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8" name="Freeform 236"/>
              <p:cNvSpPr/>
              <p:nvPr userDrawn="1"/>
            </p:nvSpPr>
            <p:spPr>
              <a:xfrm>
                <a:off x="3489326" y="2581275"/>
                <a:ext cx="109538" cy="31750"/>
              </a:xfrm>
              <a:custGeom>
                <a:avLst/>
                <a:gdLst/>
                <a:ahLst/>
                <a:cxnLst>
                  <a:cxn ang="0">
                    <a:pos x="109538" y="6350"/>
                  </a:cxn>
                  <a:cxn ang="0">
                    <a:pos x="82550" y="31750"/>
                  </a:cxn>
                  <a:cxn ang="0">
                    <a:pos x="82550" y="31750"/>
                  </a:cxn>
                  <a:cxn ang="0">
                    <a:pos x="82550" y="31750"/>
                  </a:cxn>
                  <a:cxn ang="0">
                    <a:pos x="60325" y="3175"/>
                  </a:cxn>
                  <a:cxn ang="0">
                    <a:pos x="33337" y="19050"/>
                  </a:cxn>
                  <a:cxn ang="0">
                    <a:pos x="33337" y="19050"/>
                  </a:cxn>
                  <a:cxn ang="0">
                    <a:pos x="33337" y="19050"/>
                  </a:cxn>
                  <a:cxn ang="0">
                    <a:pos x="17462" y="3175"/>
                  </a:cxn>
                  <a:cxn ang="0">
                    <a:pos x="0" y="19050"/>
                  </a:cxn>
                  <a:cxn ang="0">
                    <a:pos x="0" y="15875"/>
                  </a:cxn>
                  <a:cxn ang="0">
                    <a:pos x="17462" y="3175"/>
                  </a:cxn>
                  <a:cxn ang="0">
                    <a:pos x="17462" y="0"/>
                  </a:cxn>
                  <a:cxn ang="0">
                    <a:pos x="17462" y="3175"/>
                  </a:cxn>
                  <a:cxn ang="0">
                    <a:pos x="33337" y="19050"/>
                  </a:cxn>
                  <a:cxn ang="0">
                    <a:pos x="60325" y="0"/>
                  </a:cxn>
                  <a:cxn ang="0">
                    <a:pos x="60325" y="0"/>
                  </a:cxn>
                  <a:cxn ang="0">
                    <a:pos x="60325" y="0"/>
                  </a:cxn>
                  <a:cxn ang="0">
                    <a:pos x="82550" y="28575"/>
                  </a:cxn>
                  <a:cxn ang="0">
                    <a:pos x="109538" y="6350"/>
                  </a:cxn>
                  <a:cxn ang="0">
                    <a:pos x="109538" y="6350"/>
                  </a:cxn>
                </a:cxnLst>
                <a:rect l="0" t="0" r="0" b="0"/>
                <a:pathLst>
                  <a:path w="69" h="20">
                    <a:moveTo>
                      <a:pt x="69" y="4"/>
                    </a:moveTo>
                    <a:lnTo>
                      <a:pt x="52" y="20"/>
                    </a:lnTo>
                    <a:lnTo>
                      <a:pt x="52" y="20"/>
                    </a:lnTo>
                    <a:lnTo>
                      <a:pt x="52" y="20"/>
                    </a:lnTo>
                    <a:lnTo>
                      <a:pt x="38" y="2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21" y="12"/>
                    </a:lnTo>
                    <a:lnTo>
                      <a:pt x="11" y="2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1" y="2"/>
                    </a:lnTo>
                    <a:lnTo>
                      <a:pt x="11" y="0"/>
                    </a:lnTo>
                    <a:lnTo>
                      <a:pt x="11" y="2"/>
                    </a:lnTo>
                    <a:lnTo>
                      <a:pt x="21" y="12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52" y="18"/>
                    </a:lnTo>
                    <a:lnTo>
                      <a:pt x="69" y="4"/>
                    </a:lnTo>
                    <a:lnTo>
                      <a:pt x="69" y="4"/>
                    </a:lnTo>
                    <a:close/>
                  </a:path>
                </a:pathLst>
              </a:custGeom>
              <a:solidFill>
                <a:srgbClr val="6ABBC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29" name="Freeform 237"/>
              <p:cNvSpPr/>
              <p:nvPr userDrawn="1"/>
            </p:nvSpPr>
            <p:spPr>
              <a:xfrm>
                <a:off x="3479801" y="2538413"/>
                <a:ext cx="101600" cy="107950"/>
              </a:xfrm>
              <a:custGeom>
                <a:avLst/>
                <a:gdLst/>
                <a:ahLst/>
                <a:cxnLst>
                  <a:cxn ang="0">
                    <a:pos x="6350" y="65087"/>
                  </a:cxn>
                  <a:cxn ang="0">
                    <a:pos x="6350" y="65087"/>
                  </a:cxn>
                  <a:cxn ang="0">
                    <a:pos x="9525" y="58737"/>
                  </a:cxn>
                  <a:cxn ang="0">
                    <a:pos x="101600" y="107950"/>
                  </a:cxn>
                  <a:cxn ang="0">
                    <a:pos x="101600" y="107950"/>
                  </a:cxn>
                  <a:cxn ang="0">
                    <a:pos x="9525" y="58737"/>
                  </a:cxn>
                  <a:cxn ang="0">
                    <a:pos x="36512" y="0"/>
                  </a:cxn>
                  <a:cxn ang="0">
                    <a:pos x="36512" y="0"/>
                  </a:cxn>
                  <a:cxn ang="0">
                    <a:pos x="9525" y="58737"/>
                  </a:cxn>
                  <a:cxn ang="0">
                    <a:pos x="0" y="55562"/>
                  </a:cxn>
                  <a:cxn ang="0">
                    <a:pos x="0" y="55562"/>
                  </a:cxn>
                  <a:cxn ang="0">
                    <a:pos x="9525" y="58737"/>
                  </a:cxn>
                  <a:cxn ang="0">
                    <a:pos x="6350" y="65087"/>
                  </a:cxn>
                </a:cxnLst>
                <a:rect l="0" t="0" r="0" b="0"/>
                <a:pathLst>
                  <a:path w="64" h="68">
                    <a:moveTo>
                      <a:pt x="4" y="41"/>
                    </a:moveTo>
                    <a:lnTo>
                      <a:pt x="4" y="41"/>
                    </a:lnTo>
                    <a:lnTo>
                      <a:pt x="6" y="37"/>
                    </a:lnTo>
                    <a:lnTo>
                      <a:pt x="64" y="68"/>
                    </a:lnTo>
                    <a:lnTo>
                      <a:pt x="64" y="68"/>
                    </a:lnTo>
                    <a:lnTo>
                      <a:pt x="6" y="37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6" y="37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6" y="37"/>
                    </a:ln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5E5F5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0" name="Freeform 238"/>
              <p:cNvSpPr/>
              <p:nvPr userDrawn="1"/>
            </p:nvSpPr>
            <p:spPr>
              <a:xfrm>
                <a:off x="3584576" y="2379663"/>
                <a:ext cx="82550" cy="49213"/>
              </a:xfrm>
              <a:custGeom>
                <a:avLst/>
                <a:gdLst/>
                <a:ahLst/>
                <a:cxnLst>
                  <a:cxn ang="0">
                    <a:pos x="4762" y="0"/>
                  </a:cxn>
                  <a:cxn ang="0">
                    <a:pos x="82550" y="42862"/>
                  </a:cxn>
                  <a:cxn ang="0">
                    <a:pos x="79375" y="49213"/>
                  </a:cxn>
                  <a:cxn ang="0">
                    <a:pos x="0" y="6350"/>
                  </a:cxn>
                  <a:cxn ang="0">
                    <a:pos x="4762" y="0"/>
                  </a:cxn>
                </a:cxnLst>
                <a:rect l="0" t="0" r="0" b="0"/>
                <a:pathLst>
                  <a:path w="52" h="31">
                    <a:moveTo>
                      <a:pt x="3" y="0"/>
                    </a:moveTo>
                    <a:lnTo>
                      <a:pt x="52" y="27"/>
                    </a:lnTo>
                    <a:lnTo>
                      <a:pt x="50" y="31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1" name="Freeform 239"/>
              <p:cNvSpPr/>
              <p:nvPr userDrawn="1"/>
            </p:nvSpPr>
            <p:spPr>
              <a:xfrm>
                <a:off x="3565526" y="2379663"/>
                <a:ext cx="115888" cy="61913"/>
              </a:xfrm>
              <a:custGeom>
                <a:avLst/>
                <a:gdLst/>
                <a:ahLst/>
                <a:cxnLst>
                  <a:cxn ang="0">
                    <a:pos x="3175" y="0"/>
                  </a:cxn>
                  <a:cxn ang="0">
                    <a:pos x="115888" y="58737"/>
                  </a:cxn>
                  <a:cxn ang="0">
                    <a:pos x="112712" y="61913"/>
                  </a:cxn>
                  <a:cxn ang="0">
                    <a:pos x="0" y="3175"/>
                  </a:cxn>
                  <a:cxn ang="0">
                    <a:pos x="3175" y="0"/>
                  </a:cxn>
                </a:cxnLst>
                <a:rect l="0" t="0" r="0" b="0"/>
                <a:pathLst>
                  <a:path w="73" h="39">
                    <a:moveTo>
                      <a:pt x="2" y="0"/>
                    </a:moveTo>
                    <a:lnTo>
                      <a:pt x="73" y="37"/>
                    </a:lnTo>
                    <a:lnTo>
                      <a:pt x="71" y="39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A6A8A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2" name="Freeform 240"/>
              <p:cNvSpPr/>
              <p:nvPr userDrawn="1"/>
            </p:nvSpPr>
            <p:spPr>
              <a:xfrm>
                <a:off x="3556001" y="2682875"/>
                <a:ext cx="104775" cy="73025"/>
              </a:xfrm>
              <a:custGeom>
                <a:avLst/>
                <a:gdLst/>
                <a:ahLst/>
                <a:cxnLst>
                  <a:cxn ang="0">
                    <a:pos x="101500" y="26554"/>
                  </a:cxn>
                  <a:cxn ang="0">
                    <a:pos x="81855" y="59747"/>
                  </a:cxn>
                  <a:cxn ang="0">
                    <a:pos x="32742" y="69705"/>
                  </a:cxn>
                  <a:cxn ang="0">
                    <a:pos x="3274" y="49789"/>
                  </a:cxn>
                  <a:cxn ang="0">
                    <a:pos x="22919" y="13277"/>
                  </a:cxn>
                  <a:cxn ang="0">
                    <a:pos x="68758" y="3319"/>
                  </a:cxn>
                  <a:cxn ang="0">
                    <a:pos x="101500" y="26554"/>
                  </a:cxn>
                </a:cxnLst>
                <a:rect l="0" t="0" r="0" b="0"/>
                <a:pathLst>
                  <a:path w="32" h="22">
                    <a:moveTo>
                      <a:pt x="31" y="8"/>
                    </a:moveTo>
                    <a:cubicBezTo>
                      <a:pt x="32" y="12"/>
                      <a:pt x="29" y="17"/>
                      <a:pt x="25" y="18"/>
                    </a:cubicBezTo>
                    <a:cubicBezTo>
                      <a:pt x="10" y="21"/>
                      <a:pt x="10" y="21"/>
                      <a:pt x="10" y="21"/>
                    </a:cubicBezTo>
                    <a:cubicBezTo>
                      <a:pt x="6" y="22"/>
                      <a:pt x="2" y="19"/>
                      <a:pt x="1" y="15"/>
                    </a:cubicBezTo>
                    <a:cubicBezTo>
                      <a:pt x="0" y="10"/>
                      <a:pt x="3" y="6"/>
                      <a:pt x="7" y="4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26" y="0"/>
                      <a:pt x="30" y="3"/>
                      <a:pt x="31" y="8"/>
                    </a:cubicBez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3" name="Freeform 241"/>
              <p:cNvSpPr/>
              <p:nvPr userDrawn="1"/>
            </p:nvSpPr>
            <p:spPr>
              <a:xfrm>
                <a:off x="3127376" y="2695575"/>
                <a:ext cx="276225" cy="287338"/>
              </a:xfrm>
              <a:custGeom>
                <a:avLst/>
                <a:gdLst/>
                <a:ahLst/>
                <a:cxnLst>
                  <a:cxn ang="0">
                    <a:pos x="210457" y="66054"/>
                  </a:cxn>
                  <a:cxn ang="0">
                    <a:pos x="131535" y="19816"/>
                  </a:cxn>
                  <a:cxn ang="0">
                    <a:pos x="3288" y="155228"/>
                  </a:cxn>
                  <a:cxn ang="0">
                    <a:pos x="88786" y="280732"/>
                  </a:cxn>
                  <a:cxn ang="0">
                    <a:pos x="276225" y="108990"/>
                  </a:cxn>
                  <a:cxn ang="0">
                    <a:pos x="210457" y="66054"/>
                  </a:cxn>
                </a:cxnLst>
                <a:rect l="0" t="0" r="0" b="0"/>
                <a:pathLst>
                  <a:path w="84" h="87">
                    <a:moveTo>
                      <a:pt x="64" y="20"/>
                    </a:moveTo>
                    <a:cubicBezTo>
                      <a:pt x="62" y="17"/>
                      <a:pt x="45" y="0"/>
                      <a:pt x="40" y="6"/>
                    </a:cubicBezTo>
                    <a:cubicBezTo>
                      <a:pt x="34" y="13"/>
                      <a:pt x="0" y="46"/>
                      <a:pt x="1" y="47"/>
                    </a:cubicBezTo>
                    <a:cubicBezTo>
                      <a:pt x="3" y="49"/>
                      <a:pt x="26" y="87"/>
                      <a:pt x="27" y="85"/>
                    </a:cubicBezTo>
                    <a:cubicBezTo>
                      <a:pt x="28" y="82"/>
                      <a:pt x="84" y="33"/>
                      <a:pt x="84" y="33"/>
                    </a:cubicBezTo>
                    <a:lnTo>
                      <a:pt x="64" y="20"/>
                    </a:lnTo>
                    <a:close/>
                  </a:path>
                </a:pathLst>
              </a:custGeom>
              <a:solidFill>
                <a:srgbClr val="FDD4B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4" name="Freeform 242"/>
              <p:cNvSpPr/>
              <p:nvPr userDrawn="1"/>
            </p:nvSpPr>
            <p:spPr>
              <a:xfrm>
                <a:off x="3084513" y="2784475"/>
                <a:ext cx="187325" cy="214313"/>
              </a:xfrm>
              <a:custGeom>
                <a:avLst/>
                <a:gdLst/>
                <a:ahLst/>
                <a:cxnLst>
                  <a:cxn ang="0">
                    <a:pos x="0" y="62645"/>
                  </a:cxn>
                  <a:cxn ang="0">
                    <a:pos x="65728" y="0"/>
                  </a:cxn>
                  <a:cxn ang="0">
                    <a:pos x="187325" y="171450"/>
                  </a:cxn>
                  <a:cxn ang="0">
                    <a:pos x="131456" y="214313"/>
                  </a:cxn>
                  <a:cxn ang="0">
                    <a:pos x="0" y="62645"/>
                  </a:cxn>
                </a:cxnLst>
                <a:rect l="0" t="0" r="0" b="0"/>
                <a:pathLst>
                  <a:path w="57" h="65">
                    <a:moveTo>
                      <a:pt x="0" y="19"/>
                    </a:moveTo>
                    <a:cubicBezTo>
                      <a:pt x="2" y="17"/>
                      <a:pt x="20" y="0"/>
                      <a:pt x="20" y="0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40" y="65"/>
                      <a:pt x="40" y="65"/>
                      <a:pt x="40" y="65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6E7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5" name="Freeform 243"/>
              <p:cNvSpPr/>
              <p:nvPr userDrawn="1"/>
            </p:nvSpPr>
            <p:spPr>
              <a:xfrm>
                <a:off x="1939926" y="2511425"/>
                <a:ext cx="1312863" cy="846138"/>
              </a:xfrm>
              <a:custGeom>
                <a:avLst/>
                <a:gdLst/>
                <a:ahLst/>
                <a:cxnLst>
                  <a:cxn ang="0">
                    <a:pos x="267190" y="177787"/>
                  </a:cxn>
                  <a:cxn ang="0">
                    <a:pos x="435421" y="79016"/>
                  </a:cxn>
                  <a:cxn ang="0">
                    <a:pos x="801572" y="536655"/>
                  </a:cxn>
                  <a:cxn ang="0">
                    <a:pos x="1184215" y="289728"/>
                  </a:cxn>
                  <a:cxn ang="0">
                    <a:pos x="1312863" y="470808"/>
                  </a:cxn>
                  <a:cxn ang="0">
                    <a:pos x="788377" y="846138"/>
                  </a:cxn>
                  <a:cxn ang="0">
                    <a:pos x="118751" y="365452"/>
                  </a:cxn>
                  <a:cxn ang="0">
                    <a:pos x="267190" y="177787"/>
                  </a:cxn>
                </a:cxnLst>
                <a:rect l="0" t="0" r="0" b="0"/>
                <a:pathLst>
                  <a:path w="398" h="257">
                    <a:moveTo>
                      <a:pt x="81" y="54"/>
                    </a:moveTo>
                    <a:cubicBezTo>
                      <a:pt x="81" y="54"/>
                      <a:pt x="113" y="0"/>
                      <a:pt x="132" y="24"/>
                    </a:cubicBezTo>
                    <a:cubicBezTo>
                      <a:pt x="243" y="163"/>
                      <a:pt x="243" y="163"/>
                      <a:pt x="243" y="163"/>
                    </a:cubicBezTo>
                    <a:cubicBezTo>
                      <a:pt x="254" y="172"/>
                      <a:pt x="359" y="87"/>
                      <a:pt x="359" y="88"/>
                    </a:cubicBezTo>
                    <a:cubicBezTo>
                      <a:pt x="398" y="143"/>
                      <a:pt x="398" y="143"/>
                      <a:pt x="398" y="143"/>
                    </a:cubicBezTo>
                    <a:cubicBezTo>
                      <a:pt x="397" y="143"/>
                      <a:pt x="272" y="256"/>
                      <a:pt x="239" y="257"/>
                    </a:cubicBezTo>
                    <a:cubicBezTo>
                      <a:pt x="159" y="214"/>
                      <a:pt x="37" y="111"/>
                      <a:pt x="36" y="111"/>
                    </a:cubicBezTo>
                    <a:cubicBezTo>
                      <a:pt x="0" y="75"/>
                      <a:pt x="49" y="27"/>
                      <a:pt x="81" y="54"/>
                    </a:cubicBezTo>
                    <a:close/>
                  </a:path>
                </a:pathLst>
              </a:custGeom>
              <a:solidFill>
                <a:srgbClr val="39383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6" name="Freeform 244"/>
              <p:cNvSpPr/>
              <p:nvPr userDrawn="1"/>
            </p:nvSpPr>
            <p:spPr>
              <a:xfrm>
                <a:off x="1927226" y="2517775"/>
                <a:ext cx="719138" cy="1463675"/>
              </a:xfrm>
              <a:custGeom>
                <a:avLst/>
                <a:gdLst/>
                <a:ahLst/>
                <a:cxnLst>
                  <a:cxn ang="0">
                    <a:pos x="207824" y="23075"/>
                  </a:cxn>
                  <a:cxn ang="0">
                    <a:pos x="69274" y="576898"/>
                  </a:cxn>
                  <a:cxn ang="0">
                    <a:pos x="161641" y="1417523"/>
                  </a:cxn>
                  <a:cxn ang="0">
                    <a:pos x="666357" y="1338405"/>
                  </a:cxn>
                  <a:cxn ang="0">
                    <a:pos x="613576" y="725244"/>
                  </a:cxn>
                  <a:cxn ang="0">
                    <a:pos x="715839" y="441739"/>
                  </a:cxn>
                  <a:cxn ang="0">
                    <a:pos x="531106" y="174717"/>
                  </a:cxn>
                  <a:cxn ang="0">
                    <a:pos x="461831" y="128566"/>
                  </a:cxn>
                  <a:cxn ang="0">
                    <a:pos x="207824" y="23075"/>
                  </a:cxn>
                </a:cxnLst>
                <a:rect l="0" t="0" r="0" b="0"/>
                <a:pathLst>
                  <a:path w="218" h="444">
                    <a:moveTo>
                      <a:pt x="63" y="7"/>
                    </a:moveTo>
                    <a:cubicBezTo>
                      <a:pt x="63" y="7"/>
                      <a:pt x="0" y="24"/>
                      <a:pt x="21" y="175"/>
                    </a:cubicBezTo>
                    <a:cubicBezTo>
                      <a:pt x="41" y="270"/>
                      <a:pt x="9" y="444"/>
                      <a:pt x="49" y="430"/>
                    </a:cubicBezTo>
                    <a:cubicBezTo>
                      <a:pt x="202" y="406"/>
                      <a:pt x="202" y="406"/>
                      <a:pt x="202" y="406"/>
                    </a:cubicBezTo>
                    <a:cubicBezTo>
                      <a:pt x="179" y="367"/>
                      <a:pt x="190" y="248"/>
                      <a:pt x="186" y="220"/>
                    </a:cubicBezTo>
                    <a:cubicBezTo>
                      <a:pt x="199" y="198"/>
                      <a:pt x="218" y="155"/>
                      <a:pt x="217" y="134"/>
                    </a:cubicBezTo>
                    <a:cubicBezTo>
                      <a:pt x="216" y="114"/>
                      <a:pt x="181" y="71"/>
                      <a:pt x="161" y="53"/>
                    </a:cubicBezTo>
                    <a:cubicBezTo>
                      <a:pt x="141" y="36"/>
                      <a:pt x="146" y="41"/>
                      <a:pt x="140" y="39"/>
                    </a:cubicBezTo>
                    <a:cubicBezTo>
                      <a:pt x="121" y="14"/>
                      <a:pt x="96" y="0"/>
                      <a:pt x="63" y="7"/>
                    </a:cubicBezTo>
                    <a:close/>
                  </a:path>
                </a:pathLst>
              </a:custGeom>
              <a:solidFill>
                <a:srgbClr val="DFE9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7" name="Freeform 245"/>
              <p:cNvSpPr/>
              <p:nvPr userDrawn="1"/>
            </p:nvSpPr>
            <p:spPr>
              <a:xfrm>
                <a:off x="2124076" y="2363788"/>
                <a:ext cx="214313" cy="322263"/>
              </a:xfrm>
              <a:custGeom>
                <a:avLst/>
                <a:gdLst/>
                <a:ahLst/>
                <a:cxnLst>
                  <a:cxn ang="0">
                    <a:pos x="211015" y="95363"/>
                  </a:cxn>
                  <a:cxn ang="0">
                    <a:pos x="211015" y="318974"/>
                  </a:cxn>
                  <a:cxn ang="0">
                    <a:pos x="9891" y="217034"/>
                  </a:cxn>
                  <a:cxn ang="0">
                    <a:pos x="26376" y="0"/>
                  </a:cxn>
                  <a:cxn ang="0">
                    <a:pos x="211015" y="95363"/>
                  </a:cxn>
                </a:cxnLst>
                <a:rect l="0" t="0" r="0" b="0"/>
                <a:pathLst>
                  <a:path w="65" h="98">
                    <a:moveTo>
                      <a:pt x="64" y="29"/>
                    </a:moveTo>
                    <a:cubicBezTo>
                      <a:pt x="59" y="65"/>
                      <a:pt x="65" y="98"/>
                      <a:pt x="64" y="97"/>
                    </a:cubicBezTo>
                    <a:cubicBezTo>
                      <a:pt x="61" y="95"/>
                      <a:pt x="0" y="67"/>
                      <a:pt x="3" y="66"/>
                    </a:cubicBezTo>
                    <a:cubicBezTo>
                      <a:pt x="5" y="66"/>
                      <a:pt x="13" y="2"/>
                      <a:pt x="8" y="0"/>
                    </a:cubicBezTo>
                    <a:lnTo>
                      <a:pt x="64" y="29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8" name="Freeform 246"/>
              <p:cNvSpPr/>
              <p:nvPr userDrawn="1"/>
            </p:nvSpPr>
            <p:spPr>
              <a:xfrm>
                <a:off x="2085976" y="2438400"/>
                <a:ext cx="288925" cy="280988"/>
              </a:xfrm>
              <a:custGeom>
                <a:avLst/>
                <a:gdLst/>
                <a:ahLst/>
                <a:cxnLst>
                  <a:cxn ang="0">
                    <a:pos x="288925" y="280988"/>
                  </a:cxn>
                  <a:cxn ang="0">
                    <a:pos x="288925" y="152064"/>
                  </a:cxn>
                  <a:cxn ang="0">
                    <a:pos x="62381" y="3305"/>
                  </a:cxn>
                  <a:cxn ang="0">
                    <a:pos x="0" y="105783"/>
                  </a:cxn>
                  <a:cxn ang="0">
                    <a:pos x="288925" y="280988"/>
                  </a:cxn>
                </a:cxnLst>
                <a:rect l="0" t="0" r="0" b="0"/>
                <a:pathLst>
                  <a:path w="88" h="85">
                    <a:moveTo>
                      <a:pt x="88" y="85"/>
                    </a:moveTo>
                    <a:cubicBezTo>
                      <a:pt x="88" y="81"/>
                      <a:pt x="88" y="46"/>
                      <a:pt x="88" y="46"/>
                    </a:cubicBezTo>
                    <a:cubicBezTo>
                      <a:pt x="88" y="46"/>
                      <a:pt x="23" y="2"/>
                      <a:pt x="19" y="1"/>
                    </a:cubicBezTo>
                    <a:cubicBezTo>
                      <a:pt x="14" y="0"/>
                      <a:pt x="0" y="32"/>
                      <a:pt x="0" y="32"/>
                    </a:cubicBezTo>
                    <a:lnTo>
                      <a:pt x="88" y="85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39" name="Freeform 247"/>
              <p:cNvSpPr/>
              <p:nvPr userDrawn="1"/>
            </p:nvSpPr>
            <p:spPr>
              <a:xfrm>
                <a:off x="2012951" y="1579563"/>
                <a:ext cx="790575" cy="928688"/>
              </a:xfrm>
              <a:custGeom>
                <a:avLst/>
                <a:gdLst/>
                <a:ahLst/>
                <a:cxnLst>
                  <a:cxn ang="0">
                    <a:pos x="385405" y="0"/>
                  </a:cxn>
                  <a:cxn ang="0">
                    <a:pos x="751046" y="418238"/>
                  </a:cxn>
                  <a:cxn ang="0">
                    <a:pos x="698341" y="556554"/>
                  </a:cxn>
                  <a:cxn ang="0">
                    <a:pos x="760928" y="708042"/>
                  </a:cxn>
                  <a:cxn ang="0">
                    <a:pos x="668694" y="731094"/>
                  </a:cxn>
                  <a:cxn ang="0">
                    <a:pos x="385405" y="928688"/>
                  </a:cxn>
                  <a:cxn ang="0">
                    <a:pos x="98821" y="773906"/>
                  </a:cxn>
                  <a:cxn ang="0">
                    <a:pos x="0" y="464344"/>
                  </a:cxn>
                  <a:cxn ang="0">
                    <a:pos x="385405" y="0"/>
                  </a:cxn>
                </a:cxnLst>
                <a:rect l="0" t="0" r="0" b="0"/>
                <a:pathLst>
                  <a:path w="240" h="282">
                    <a:moveTo>
                      <a:pt x="117" y="0"/>
                    </a:moveTo>
                    <a:cubicBezTo>
                      <a:pt x="182" y="0"/>
                      <a:pt x="240" y="50"/>
                      <a:pt x="228" y="127"/>
                    </a:cubicBezTo>
                    <a:cubicBezTo>
                      <a:pt x="224" y="148"/>
                      <a:pt x="214" y="158"/>
                      <a:pt x="212" y="169"/>
                    </a:cubicBezTo>
                    <a:cubicBezTo>
                      <a:pt x="221" y="198"/>
                      <a:pt x="233" y="203"/>
                      <a:pt x="231" y="215"/>
                    </a:cubicBezTo>
                    <a:cubicBezTo>
                      <a:pt x="230" y="220"/>
                      <a:pt x="212" y="222"/>
                      <a:pt x="203" y="222"/>
                    </a:cubicBezTo>
                    <a:cubicBezTo>
                      <a:pt x="191" y="264"/>
                      <a:pt x="159" y="282"/>
                      <a:pt x="117" y="282"/>
                    </a:cubicBezTo>
                    <a:cubicBezTo>
                      <a:pt x="82" y="282"/>
                      <a:pt x="51" y="264"/>
                      <a:pt x="30" y="235"/>
                    </a:cubicBezTo>
                    <a:cubicBezTo>
                      <a:pt x="12" y="210"/>
                      <a:pt x="0" y="177"/>
                      <a:pt x="0" y="141"/>
                    </a:cubicBezTo>
                    <a:cubicBezTo>
                      <a:pt x="0" y="64"/>
                      <a:pt x="53" y="0"/>
                      <a:pt x="117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0" name="Freeform 248"/>
              <p:cNvSpPr/>
              <p:nvPr userDrawn="1"/>
            </p:nvSpPr>
            <p:spPr>
              <a:xfrm>
                <a:off x="2549526" y="2000250"/>
                <a:ext cx="161925" cy="112713"/>
              </a:xfrm>
              <a:custGeom>
                <a:avLst/>
                <a:gdLst/>
                <a:ahLst/>
                <a:cxnLst>
                  <a:cxn ang="0">
                    <a:pos x="155315" y="112713"/>
                  </a:cxn>
                  <a:cxn ang="0">
                    <a:pos x="0" y="72931"/>
                  </a:cxn>
                  <a:cxn ang="0">
                    <a:pos x="155315" y="112713"/>
                  </a:cxn>
                </a:cxnLst>
                <a:rect l="0" t="0" r="0" b="0"/>
                <a:pathLst>
                  <a:path w="49" h="34">
                    <a:moveTo>
                      <a:pt x="47" y="34"/>
                    </a:moveTo>
                    <a:cubicBezTo>
                      <a:pt x="49" y="20"/>
                      <a:pt x="18" y="0"/>
                      <a:pt x="0" y="22"/>
                    </a:cubicBezTo>
                    <a:cubicBezTo>
                      <a:pt x="13" y="16"/>
                      <a:pt x="35" y="20"/>
                      <a:pt x="47" y="34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1" name="Freeform 249"/>
              <p:cNvSpPr/>
              <p:nvPr userDrawn="1"/>
            </p:nvSpPr>
            <p:spPr>
              <a:xfrm>
                <a:off x="1890713" y="1460500"/>
                <a:ext cx="969963" cy="912813"/>
              </a:xfrm>
              <a:custGeom>
                <a:avLst/>
                <a:gdLst/>
                <a:ahLst/>
                <a:cxnLst>
                  <a:cxn ang="0">
                    <a:pos x="362911" y="754636"/>
                  </a:cxn>
                  <a:cxn ang="0">
                    <a:pos x="379407" y="520665"/>
                  </a:cxn>
                  <a:cxn ang="0">
                    <a:pos x="287029" y="438282"/>
                  </a:cxn>
                  <a:cxn ang="0">
                    <a:pos x="287029" y="724977"/>
                  </a:cxn>
                  <a:cxn ang="0">
                    <a:pos x="237541" y="912813"/>
                  </a:cxn>
                  <a:cxn ang="0">
                    <a:pos x="329919" y="144995"/>
                  </a:cxn>
                  <a:cxn ang="0">
                    <a:pos x="884183" y="332830"/>
                  </a:cxn>
                  <a:cxn ang="0">
                    <a:pos x="907278" y="599754"/>
                  </a:cxn>
                  <a:cxn ang="0">
                    <a:pos x="468485" y="477826"/>
                  </a:cxn>
                  <a:cxn ang="0">
                    <a:pos x="362911" y="754636"/>
                  </a:cxn>
                </a:cxnLst>
                <a:rect l="0" t="0" r="0" b="0"/>
                <a:pathLst>
                  <a:path w="294" h="277">
                    <a:moveTo>
                      <a:pt x="110" y="229"/>
                    </a:moveTo>
                    <a:cubicBezTo>
                      <a:pt x="110" y="229"/>
                      <a:pt x="117" y="176"/>
                      <a:pt x="115" y="158"/>
                    </a:cubicBezTo>
                    <a:cubicBezTo>
                      <a:pt x="113" y="141"/>
                      <a:pt x="107" y="132"/>
                      <a:pt x="87" y="133"/>
                    </a:cubicBezTo>
                    <a:cubicBezTo>
                      <a:pt x="53" y="135"/>
                      <a:pt x="64" y="203"/>
                      <a:pt x="87" y="220"/>
                    </a:cubicBezTo>
                    <a:cubicBezTo>
                      <a:pt x="87" y="220"/>
                      <a:pt x="78" y="255"/>
                      <a:pt x="72" y="277"/>
                    </a:cubicBezTo>
                    <a:cubicBezTo>
                      <a:pt x="0" y="238"/>
                      <a:pt x="26" y="32"/>
                      <a:pt x="100" y="44"/>
                    </a:cubicBezTo>
                    <a:cubicBezTo>
                      <a:pt x="142" y="0"/>
                      <a:pt x="261" y="47"/>
                      <a:pt x="268" y="101"/>
                    </a:cubicBezTo>
                    <a:cubicBezTo>
                      <a:pt x="294" y="107"/>
                      <a:pt x="290" y="152"/>
                      <a:pt x="275" y="182"/>
                    </a:cubicBezTo>
                    <a:cubicBezTo>
                      <a:pt x="273" y="187"/>
                      <a:pt x="176" y="152"/>
                      <a:pt x="142" y="145"/>
                    </a:cubicBezTo>
                    <a:cubicBezTo>
                      <a:pt x="126" y="208"/>
                      <a:pt x="123" y="217"/>
                      <a:pt x="110" y="229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2" name="Freeform 250"/>
              <p:cNvSpPr/>
              <p:nvPr userDrawn="1"/>
            </p:nvSpPr>
            <p:spPr>
              <a:xfrm>
                <a:off x="3660776" y="3140075"/>
                <a:ext cx="198438" cy="1127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2682" y="112713"/>
                  </a:cxn>
                  <a:cxn ang="0">
                    <a:pos x="0" y="82877"/>
                  </a:cxn>
                  <a:cxn ang="0">
                    <a:pos x="0" y="0"/>
                  </a:cxn>
                </a:cxnLst>
                <a:rect l="0" t="0" r="0" b="0"/>
                <a:pathLst>
                  <a:path w="60" h="34">
                    <a:moveTo>
                      <a:pt x="0" y="0"/>
                    </a:moveTo>
                    <a:cubicBezTo>
                      <a:pt x="0" y="0"/>
                      <a:pt x="60" y="32"/>
                      <a:pt x="25" y="34"/>
                    </a:cubicBezTo>
                    <a:cubicBezTo>
                      <a:pt x="12" y="34"/>
                      <a:pt x="0" y="28"/>
                      <a:pt x="0" y="25"/>
                    </a:cubicBezTo>
                    <a:cubicBezTo>
                      <a:pt x="0" y="2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9C0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3" name="Freeform 251"/>
              <p:cNvSpPr/>
              <p:nvPr userDrawn="1"/>
            </p:nvSpPr>
            <p:spPr>
              <a:xfrm>
                <a:off x="3770313" y="3203575"/>
                <a:ext cx="55563" cy="65088"/>
              </a:xfrm>
              <a:custGeom>
                <a:avLst/>
                <a:gdLst/>
                <a:ahLst/>
                <a:cxnLst>
                  <a:cxn ang="0">
                    <a:pos x="0" y="3254"/>
                  </a:cxn>
                  <a:cxn ang="0">
                    <a:pos x="3268" y="29289"/>
                  </a:cxn>
                  <a:cxn ang="0">
                    <a:pos x="55563" y="65088"/>
                  </a:cxn>
                  <a:cxn ang="0">
                    <a:pos x="32684" y="0"/>
                  </a:cxn>
                  <a:cxn ang="0">
                    <a:pos x="0" y="3254"/>
                  </a:cxn>
                </a:cxnLst>
                <a:rect l="0" t="0" r="0" b="0"/>
                <a:pathLst>
                  <a:path w="17" h="20">
                    <a:moveTo>
                      <a:pt x="0" y="1"/>
                    </a:moveTo>
                    <a:cubicBezTo>
                      <a:pt x="0" y="2"/>
                      <a:pt x="1" y="9"/>
                      <a:pt x="1" y="9"/>
                    </a:cubicBezTo>
                    <a:cubicBezTo>
                      <a:pt x="17" y="20"/>
                      <a:pt x="17" y="20"/>
                      <a:pt x="17" y="20"/>
                    </a:cubicBezTo>
                    <a:cubicBezTo>
                      <a:pt x="10" y="0"/>
                      <a:pt x="10" y="0"/>
                      <a:pt x="10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4" name="Freeform 252"/>
              <p:cNvSpPr/>
              <p:nvPr userDrawn="1"/>
            </p:nvSpPr>
            <p:spPr>
              <a:xfrm>
                <a:off x="3535363" y="2894013"/>
                <a:ext cx="39688" cy="46038"/>
              </a:xfrm>
              <a:custGeom>
                <a:avLst/>
                <a:gdLst/>
                <a:ahLst/>
                <a:cxnLst>
                  <a:cxn ang="0">
                    <a:pos x="39688" y="32884"/>
                  </a:cxn>
                  <a:cxn ang="0">
                    <a:pos x="29766" y="46038"/>
                  </a:cxn>
                  <a:cxn ang="0">
                    <a:pos x="3307" y="13153"/>
                  </a:cxn>
                  <a:cxn ang="0">
                    <a:pos x="3307" y="6576"/>
                  </a:cxn>
                  <a:cxn ang="0">
                    <a:pos x="9922" y="0"/>
                  </a:cxn>
                  <a:cxn ang="0">
                    <a:pos x="16536" y="0"/>
                  </a:cxn>
                  <a:cxn ang="0">
                    <a:pos x="39688" y="32884"/>
                  </a:cxn>
                </a:cxnLst>
                <a:rect l="0" t="0" r="0" b="0"/>
                <a:pathLst>
                  <a:path w="12" h="14">
                    <a:moveTo>
                      <a:pt x="12" y="10"/>
                    </a:moveTo>
                    <a:cubicBezTo>
                      <a:pt x="9" y="14"/>
                      <a:pt x="9" y="14"/>
                      <a:pt x="9" y="1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0"/>
                      <a:pt x="4" y="0"/>
                      <a:pt x="5" y="0"/>
                    </a:cubicBezTo>
                    <a:lnTo>
                      <a:pt x="12" y="10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5" name="Freeform 253"/>
              <p:cNvSpPr/>
              <p:nvPr userDrawn="1"/>
            </p:nvSpPr>
            <p:spPr>
              <a:xfrm>
                <a:off x="3546476" y="2903538"/>
                <a:ext cx="55563" cy="61913"/>
              </a:xfrm>
              <a:custGeom>
                <a:avLst/>
                <a:gdLst/>
                <a:ahLst/>
                <a:cxnLst>
                  <a:cxn ang="0">
                    <a:pos x="55563" y="32585"/>
                  </a:cxn>
                  <a:cxn ang="0">
                    <a:pos x="22878" y="61913"/>
                  </a:cxn>
                  <a:cxn ang="0">
                    <a:pos x="0" y="32585"/>
                  </a:cxn>
                  <a:cxn ang="0">
                    <a:pos x="0" y="29327"/>
                  </a:cxn>
                  <a:cxn ang="0">
                    <a:pos x="0" y="26068"/>
                  </a:cxn>
                  <a:cxn ang="0">
                    <a:pos x="22878" y="3258"/>
                  </a:cxn>
                  <a:cxn ang="0">
                    <a:pos x="29415" y="0"/>
                  </a:cxn>
                  <a:cxn ang="0">
                    <a:pos x="32684" y="3258"/>
                  </a:cxn>
                  <a:cxn ang="0">
                    <a:pos x="55563" y="32585"/>
                  </a:cxn>
                </a:cxnLst>
                <a:rect l="0" t="0" r="0" b="0"/>
                <a:pathLst>
                  <a:path w="17" h="19">
                    <a:moveTo>
                      <a:pt x="17" y="10"/>
                    </a:moveTo>
                    <a:cubicBezTo>
                      <a:pt x="7" y="19"/>
                      <a:pt x="7" y="19"/>
                      <a:pt x="7" y="19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8"/>
                      <a:pt x="0" y="8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" y="0"/>
                      <a:pt x="10" y="1"/>
                      <a:pt x="10" y="1"/>
                    </a:cubicBezTo>
                    <a:lnTo>
                      <a:pt x="17" y="10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6" name="Freeform 254"/>
              <p:cNvSpPr/>
              <p:nvPr userDrawn="1"/>
            </p:nvSpPr>
            <p:spPr>
              <a:xfrm>
                <a:off x="3556001" y="2903538"/>
                <a:ext cx="42863" cy="42863"/>
              </a:xfrm>
              <a:custGeom>
                <a:avLst/>
                <a:gdLst/>
                <a:ahLst/>
                <a:cxnLst>
                  <a:cxn ang="0">
                    <a:pos x="0" y="16485"/>
                  </a:cxn>
                  <a:cxn ang="0">
                    <a:pos x="3297" y="13188"/>
                  </a:cxn>
                  <a:cxn ang="0">
                    <a:pos x="9891" y="6594"/>
                  </a:cxn>
                  <a:cxn ang="0">
                    <a:pos x="13188" y="3297"/>
                  </a:cxn>
                  <a:cxn ang="0">
                    <a:pos x="19782" y="0"/>
                  </a:cxn>
                  <a:cxn ang="0">
                    <a:pos x="23080" y="3297"/>
                  </a:cxn>
                  <a:cxn ang="0">
                    <a:pos x="42863" y="32971"/>
                  </a:cxn>
                  <a:cxn ang="0">
                    <a:pos x="23080" y="42863"/>
                  </a:cxn>
                  <a:cxn ang="0">
                    <a:pos x="0" y="16485"/>
                  </a:cxn>
                </a:cxnLst>
                <a:rect l="0" t="0" r="0" b="0"/>
                <a:pathLst>
                  <a:path w="13" h="13">
                    <a:moveTo>
                      <a:pt x="0" y="5"/>
                    </a:moveTo>
                    <a:cubicBezTo>
                      <a:pt x="1" y="4"/>
                      <a:pt x="1" y="4"/>
                      <a:pt x="1" y="4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0" y="5"/>
                      <a:pt x="0" y="5"/>
                      <a:pt x="0" y="5"/>
                    </a:cubicBez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7" name="Freeform 255"/>
              <p:cNvSpPr/>
              <p:nvPr userDrawn="1"/>
            </p:nvSpPr>
            <p:spPr>
              <a:xfrm>
                <a:off x="3552826" y="2916238"/>
                <a:ext cx="250825" cy="315913"/>
              </a:xfrm>
              <a:custGeom>
                <a:avLst/>
                <a:gdLst/>
                <a:ahLst/>
                <a:cxnLst>
                  <a:cxn ang="0">
                    <a:pos x="220662" y="315913"/>
                  </a:cxn>
                  <a:cxn ang="0">
                    <a:pos x="0" y="30162"/>
                  </a:cxn>
                  <a:cxn ang="0">
                    <a:pos x="31750" y="0"/>
                  </a:cxn>
                  <a:cxn ang="0">
                    <a:pos x="250825" y="287337"/>
                  </a:cxn>
                  <a:cxn ang="0">
                    <a:pos x="220662" y="315913"/>
                  </a:cxn>
                </a:cxnLst>
                <a:rect l="0" t="0" r="0" b="0"/>
                <a:pathLst>
                  <a:path w="158" h="199">
                    <a:moveTo>
                      <a:pt x="139" y="199"/>
                    </a:moveTo>
                    <a:lnTo>
                      <a:pt x="0" y="19"/>
                    </a:lnTo>
                    <a:lnTo>
                      <a:pt x="20" y="0"/>
                    </a:lnTo>
                    <a:lnTo>
                      <a:pt x="158" y="181"/>
                    </a:lnTo>
                    <a:lnTo>
                      <a:pt x="139" y="199"/>
                    </a:lnTo>
                    <a:close/>
                  </a:path>
                </a:pathLst>
              </a:custGeom>
              <a:solidFill>
                <a:srgbClr val="64788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8" name="Freeform 256"/>
              <p:cNvSpPr/>
              <p:nvPr userDrawn="1"/>
            </p:nvSpPr>
            <p:spPr>
              <a:xfrm>
                <a:off x="3568701" y="2916238"/>
                <a:ext cx="234950" cy="303213"/>
              </a:xfrm>
              <a:custGeom>
                <a:avLst/>
                <a:gdLst/>
                <a:ahLst/>
                <a:cxnLst>
                  <a:cxn ang="0">
                    <a:pos x="217487" y="303213"/>
                  </a:cxn>
                  <a:cxn ang="0">
                    <a:pos x="0" y="17462"/>
                  </a:cxn>
                  <a:cxn ang="0">
                    <a:pos x="15875" y="0"/>
                  </a:cxn>
                  <a:cxn ang="0">
                    <a:pos x="234950" y="287337"/>
                  </a:cxn>
                  <a:cxn ang="0">
                    <a:pos x="217487" y="303213"/>
                  </a:cxn>
                </a:cxnLst>
                <a:rect l="0" t="0" r="0" b="0"/>
                <a:pathLst>
                  <a:path w="148" h="191">
                    <a:moveTo>
                      <a:pt x="137" y="191"/>
                    </a:moveTo>
                    <a:lnTo>
                      <a:pt x="0" y="11"/>
                    </a:lnTo>
                    <a:lnTo>
                      <a:pt x="10" y="0"/>
                    </a:lnTo>
                    <a:lnTo>
                      <a:pt x="148" y="181"/>
                    </a:lnTo>
                    <a:lnTo>
                      <a:pt x="137" y="191"/>
                    </a:ln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49" name="Freeform 257"/>
              <p:cNvSpPr/>
              <p:nvPr userDrawn="1"/>
            </p:nvSpPr>
            <p:spPr>
              <a:xfrm>
                <a:off x="3541713" y="2913063"/>
                <a:ext cx="73025" cy="119063"/>
              </a:xfrm>
              <a:custGeom>
                <a:avLst/>
                <a:gdLst/>
                <a:ahLst/>
                <a:cxnLst>
                  <a:cxn ang="0">
                    <a:pos x="43151" y="3307"/>
                  </a:cxn>
                  <a:cxn ang="0">
                    <a:pos x="39831" y="0"/>
                  </a:cxn>
                  <a:cxn ang="0">
                    <a:pos x="3319" y="33073"/>
                  </a:cxn>
                  <a:cxn ang="0">
                    <a:pos x="3319" y="39687"/>
                  </a:cxn>
                  <a:cxn ang="0">
                    <a:pos x="63067" y="119063"/>
                  </a:cxn>
                  <a:cxn ang="0">
                    <a:pos x="73025" y="119063"/>
                  </a:cxn>
                  <a:cxn ang="0">
                    <a:pos x="53109" y="92604"/>
                  </a:cxn>
                  <a:cxn ang="0">
                    <a:pos x="49789" y="92604"/>
                  </a:cxn>
                  <a:cxn ang="0">
                    <a:pos x="9957" y="39687"/>
                  </a:cxn>
                  <a:cxn ang="0">
                    <a:pos x="9957" y="36380"/>
                  </a:cxn>
                  <a:cxn ang="0">
                    <a:pos x="43151" y="3307"/>
                  </a:cxn>
                </a:cxnLst>
                <a:rect l="0" t="0" r="0" b="0"/>
                <a:pathLst>
                  <a:path w="22" h="36">
                    <a:moveTo>
                      <a:pt x="13" y="1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0" y="11"/>
                      <a:pt x="0" y="11"/>
                      <a:pt x="1" y="12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3" y="12"/>
                      <a:pt x="3" y="12"/>
                      <a:pt x="3" y="12"/>
                    </a:cubicBezTo>
                    <a:cubicBezTo>
                      <a:pt x="3" y="12"/>
                      <a:pt x="2" y="11"/>
                      <a:pt x="3" y="11"/>
                    </a:cubicBezTo>
                    <a:lnTo>
                      <a:pt x="13" y="1"/>
                    </a:lnTo>
                    <a:close/>
                  </a:path>
                </a:pathLst>
              </a:custGeom>
              <a:solidFill>
                <a:srgbClr val="ABAC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0" name="Freeform 258"/>
              <p:cNvSpPr/>
              <p:nvPr userDrawn="1"/>
            </p:nvSpPr>
            <p:spPr>
              <a:xfrm>
                <a:off x="3541713" y="2894013"/>
                <a:ext cx="23813" cy="22225"/>
              </a:xfrm>
              <a:custGeom>
                <a:avLst/>
                <a:gdLst/>
                <a:ahLst/>
                <a:cxnLst>
                  <a:cxn ang="0">
                    <a:pos x="0" y="3175"/>
                  </a:cxn>
                  <a:cxn ang="0">
                    <a:pos x="3401" y="0"/>
                  </a:cxn>
                  <a:cxn ang="0">
                    <a:pos x="10205" y="0"/>
                  </a:cxn>
                  <a:cxn ang="0">
                    <a:pos x="23813" y="15875"/>
                  </a:cxn>
                  <a:cxn ang="0">
                    <a:pos x="17009" y="22225"/>
                  </a:cxn>
                  <a:cxn ang="0">
                    <a:pos x="17009" y="22225"/>
                  </a:cxn>
                  <a:cxn ang="0">
                    <a:pos x="0" y="3175"/>
                  </a:cxn>
                </a:cxnLst>
                <a:rect l="0" t="0" r="0" b="0"/>
                <a:pathLst>
                  <a:path w="7" h="7">
                    <a:moveTo>
                      <a:pt x="0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7A7A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1" name="Rectangle 259"/>
              <p:cNvSpPr/>
              <p:nvPr userDrawn="1"/>
            </p:nvSpPr>
            <p:spPr>
              <a:xfrm>
                <a:off x="3589338" y="3259138"/>
                <a:ext cx="579438" cy="3968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2" name="Freeform 260"/>
              <p:cNvSpPr/>
              <p:nvPr userDrawn="1"/>
            </p:nvSpPr>
            <p:spPr>
              <a:xfrm>
                <a:off x="3357563" y="3032125"/>
                <a:ext cx="517525" cy="303213"/>
              </a:xfrm>
              <a:custGeom>
                <a:avLst/>
                <a:gdLst/>
                <a:ahLst/>
                <a:cxnLst>
                  <a:cxn ang="0">
                    <a:pos x="0" y="121944"/>
                  </a:cxn>
                  <a:cxn ang="0">
                    <a:pos x="234039" y="3295"/>
                  </a:cxn>
                  <a:cxn ang="0">
                    <a:pos x="398856" y="52732"/>
                  </a:cxn>
                  <a:cxn ang="0">
                    <a:pos x="504339" y="197747"/>
                  </a:cxn>
                  <a:cxn ang="0">
                    <a:pos x="468079" y="204339"/>
                  </a:cxn>
                  <a:cxn ang="0">
                    <a:pos x="421931" y="164789"/>
                  </a:cxn>
                  <a:cxn ang="0">
                    <a:pos x="385671" y="128535"/>
                  </a:cxn>
                  <a:cxn ang="0">
                    <a:pos x="349411" y="118648"/>
                  </a:cxn>
                  <a:cxn ang="0">
                    <a:pos x="214261" y="263663"/>
                  </a:cxn>
                  <a:cxn ang="0">
                    <a:pos x="79112" y="240592"/>
                  </a:cxn>
                  <a:cxn ang="0">
                    <a:pos x="0" y="121944"/>
                  </a:cxn>
                </a:cxnLst>
                <a:rect l="0" t="0" r="0" b="0"/>
                <a:pathLst>
                  <a:path w="157" h="92">
                    <a:moveTo>
                      <a:pt x="0" y="37"/>
                    </a:moveTo>
                    <a:cubicBezTo>
                      <a:pt x="9" y="35"/>
                      <a:pt x="67" y="3"/>
                      <a:pt x="71" y="1"/>
                    </a:cubicBezTo>
                    <a:cubicBezTo>
                      <a:pt x="75" y="0"/>
                      <a:pt x="117" y="12"/>
                      <a:pt x="121" y="16"/>
                    </a:cubicBezTo>
                    <a:cubicBezTo>
                      <a:pt x="124" y="20"/>
                      <a:pt x="157" y="59"/>
                      <a:pt x="153" y="60"/>
                    </a:cubicBezTo>
                    <a:cubicBezTo>
                      <a:pt x="150" y="62"/>
                      <a:pt x="148" y="63"/>
                      <a:pt x="142" y="62"/>
                    </a:cubicBezTo>
                    <a:cubicBezTo>
                      <a:pt x="136" y="61"/>
                      <a:pt x="128" y="50"/>
                      <a:pt x="128" y="50"/>
                    </a:cubicBezTo>
                    <a:cubicBezTo>
                      <a:pt x="117" y="39"/>
                      <a:pt x="117" y="39"/>
                      <a:pt x="117" y="39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19" y="64"/>
                      <a:pt x="91" y="92"/>
                      <a:pt x="65" y="80"/>
                    </a:cubicBezTo>
                    <a:cubicBezTo>
                      <a:pt x="65" y="81"/>
                      <a:pt x="23" y="71"/>
                      <a:pt x="24" y="73"/>
                    </a:cubicBezTo>
                    <a:lnTo>
                      <a:pt x="0" y="37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3" name="Freeform 261"/>
              <p:cNvSpPr/>
              <p:nvPr userDrawn="1"/>
            </p:nvSpPr>
            <p:spPr>
              <a:xfrm>
                <a:off x="2012951" y="3829050"/>
                <a:ext cx="1819275" cy="1528763"/>
              </a:xfrm>
              <a:custGeom>
                <a:avLst/>
                <a:gdLst/>
                <a:ahLst/>
                <a:cxnLst>
                  <a:cxn ang="0">
                    <a:pos x="105465" y="0"/>
                  </a:cxn>
                  <a:cxn ang="0">
                    <a:pos x="197747" y="438201"/>
                  </a:cxn>
                  <a:cxn ang="0">
                    <a:pos x="1232624" y="533749"/>
                  </a:cxn>
                  <a:cxn ang="0">
                    <a:pos x="1423780" y="1528763"/>
                  </a:cxn>
                  <a:cxn ang="0">
                    <a:pos x="1819275" y="1508994"/>
                  </a:cxn>
                  <a:cxn ang="0">
                    <a:pos x="1423780" y="247106"/>
                  </a:cxn>
                  <a:cxn ang="0">
                    <a:pos x="471297" y="0"/>
                  </a:cxn>
                  <a:cxn ang="0">
                    <a:pos x="105465" y="0"/>
                  </a:cxn>
                </a:cxnLst>
                <a:rect l="0" t="0" r="0" b="0"/>
                <a:pathLst>
                  <a:path w="552" h="464">
                    <a:moveTo>
                      <a:pt x="32" y="0"/>
                    </a:moveTo>
                    <a:cubicBezTo>
                      <a:pt x="20" y="32"/>
                      <a:pt x="0" y="123"/>
                      <a:pt x="60" y="133"/>
                    </a:cubicBezTo>
                    <a:cubicBezTo>
                      <a:pt x="88" y="137"/>
                      <a:pt x="374" y="162"/>
                      <a:pt x="374" y="162"/>
                    </a:cubicBezTo>
                    <a:cubicBezTo>
                      <a:pt x="432" y="464"/>
                      <a:pt x="432" y="464"/>
                      <a:pt x="432" y="464"/>
                    </a:cubicBezTo>
                    <a:cubicBezTo>
                      <a:pt x="552" y="458"/>
                      <a:pt x="552" y="458"/>
                      <a:pt x="552" y="458"/>
                    </a:cubicBezTo>
                    <a:cubicBezTo>
                      <a:pt x="522" y="386"/>
                      <a:pt x="499" y="88"/>
                      <a:pt x="432" y="75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4" name="Freeform 262"/>
              <p:cNvSpPr/>
              <p:nvPr userDrawn="1"/>
            </p:nvSpPr>
            <p:spPr>
              <a:xfrm>
                <a:off x="1989138" y="3733800"/>
                <a:ext cx="1236663" cy="658813"/>
              </a:xfrm>
              <a:custGeom>
                <a:avLst/>
                <a:gdLst/>
                <a:ahLst/>
                <a:cxnLst>
                  <a:cxn ang="0">
                    <a:pos x="1236663" y="220702"/>
                  </a:cxn>
                  <a:cxn ang="0">
                    <a:pos x="1104752" y="658813"/>
                  </a:cxn>
                  <a:cxn ang="0">
                    <a:pos x="72550" y="510580"/>
                  </a:cxn>
                  <a:cxn ang="0">
                    <a:pos x="174781" y="52705"/>
                  </a:cxn>
                  <a:cxn ang="0">
                    <a:pos x="1236663" y="220702"/>
                  </a:cxn>
                </a:cxnLst>
                <a:rect l="0" t="0" r="0" b="0"/>
                <a:pathLst>
                  <a:path w="375" h="200">
                    <a:moveTo>
                      <a:pt x="375" y="67"/>
                    </a:moveTo>
                    <a:cubicBezTo>
                      <a:pt x="372" y="78"/>
                      <a:pt x="354" y="200"/>
                      <a:pt x="335" y="200"/>
                    </a:cubicBezTo>
                    <a:cubicBezTo>
                      <a:pt x="315" y="200"/>
                      <a:pt x="42" y="184"/>
                      <a:pt x="22" y="155"/>
                    </a:cubicBezTo>
                    <a:cubicBezTo>
                      <a:pt x="1" y="127"/>
                      <a:pt x="0" y="33"/>
                      <a:pt x="53" y="16"/>
                    </a:cubicBezTo>
                    <a:cubicBezTo>
                      <a:pt x="107" y="0"/>
                      <a:pt x="375" y="67"/>
                      <a:pt x="375" y="67"/>
                    </a:cubicBez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5" name="Freeform 263"/>
              <p:cNvSpPr/>
              <p:nvPr userDrawn="1"/>
            </p:nvSpPr>
            <p:spPr>
              <a:xfrm>
                <a:off x="1924051" y="2481263"/>
                <a:ext cx="771525" cy="1831975"/>
              </a:xfrm>
              <a:custGeom>
                <a:avLst/>
                <a:gdLst/>
                <a:ahLst/>
                <a:cxnLst>
                  <a:cxn ang="0">
                    <a:pos x="128587" y="56013"/>
                  </a:cxn>
                  <a:cxn ang="0">
                    <a:pos x="227500" y="9884"/>
                  </a:cxn>
                  <a:cxn ang="0">
                    <a:pos x="474784" y="237234"/>
                  </a:cxn>
                  <a:cxn ang="0">
                    <a:pos x="220906" y="1703473"/>
                  </a:cxn>
                  <a:cxn ang="0">
                    <a:pos x="3297" y="1654049"/>
                  </a:cxn>
                  <a:cxn ang="0">
                    <a:pos x="59348" y="721587"/>
                  </a:cxn>
                  <a:cxn ang="0">
                    <a:pos x="128587" y="56013"/>
                  </a:cxn>
                </a:cxnLst>
                <a:rect l="0" t="0" r="0" b="0"/>
                <a:pathLst>
                  <a:path w="234" h="556">
                    <a:moveTo>
                      <a:pt x="39" y="17"/>
                    </a:moveTo>
                    <a:cubicBezTo>
                      <a:pt x="55" y="7"/>
                      <a:pt x="53" y="0"/>
                      <a:pt x="69" y="3"/>
                    </a:cubicBezTo>
                    <a:cubicBezTo>
                      <a:pt x="84" y="6"/>
                      <a:pt x="141" y="76"/>
                      <a:pt x="144" y="72"/>
                    </a:cubicBezTo>
                    <a:cubicBezTo>
                      <a:pt x="146" y="69"/>
                      <a:pt x="234" y="556"/>
                      <a:pt x="67" y="517"/>
                    </a:cubicBezTo>
                    <a:cubicBezTo>
                      <a:pt x="1" y="502"/>
                      <a:pt x="1" y="502"/>
                      <a:pt x="1" y="502"/>
                    </a:cubicBezTo>
                    <a:cubicBezTo>
                      <a:pt x="1" y="502"/>
                      <a:pt x="44" y="334"/>
                      <a:pt x="18" y="219"/>
                    </a:cubicBezTo>
                    <a:cubicBezTo>
                      <a:pt x="0" y="140"/>
                      <a:pt x="23" y="27"/>
                      <a:pt x="39" y="17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6" name="Freeform 264"/>
              <p:cNvSpPr/>
              <p:nvPr userDrawn="1"/>
            </p:nvSpPr>
            <p:spPr>
              <a:xfrm>
                <a:off x="2971801" y="3057525"/>
                <a:ext cx="484188" cy="2286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77600" y="72886"/>
                  </a:cxn>
                  <a:cxn ang="0">
                    <a:pos x="467719" y="215347"/>
                  </a:cxn>
                  <a:cxn ang="0">
                    <a:pos x="46113" y="185530"/>
                  </a:cxn>
                  <a:cxn ang="0">
                    <a:pos x="0" y="0"/>
                  </a:cxn>
                </a:cxnLst>
                <a:rect l="0" t="0" r="0" b="0"/>
                <a:pathLst>
                  <a:path w="147" h="69">
                    <a:moveTo>
                      <a:pt x="0" y="0"/>
                    </a:moveTo>
                    <a:cubicBezTo>
                      <a:pt x="7" y="2"/>
                      <a:pt x="147" y="27"/>
                      <a:pt x="145" y="22"/>
                    </a:cubicBezTo>
                    <a:cubicBezTo>
                      <a:pt x="143" y="17"/>
                      <a:pt x="146" y="69"/>
                      <a:pt x="142" y="65"/>
                    </a:cubicBezTo>
                    <a:cubicBezTo>
                      <a:pt x="138" y="61"/>
                      <a:pt x="14" y="56"/>
                      <a:pt x="14" y="5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7" name="Freeform 265"/>
              <p:cNvSpPr/>
              <p:nvPr userDrawn="1"/>
            </p:nvSpPr>
            <p:spPr>
              <a:xfrm>
                <a:off x="3017838" y="3062288"/>
                <a:ext cx="161925" cy="209550"/>
              </a:xfrm>
              <a:custGeom>
                <a:avLst/>
                <a:gdLst/>
                <a:ahLst/>
                <a:cxnLst>
                  <a:cxn ang="0">
                    <a:pos x="26987" y="25400"/>
                  </a:cxn>
                  <a:cxn ang="0">
                    <a:pos x="161925" y="15875"/>
                  </a:cxn>
                  <a:cxn ang="0">
                    <a:pos x="152400" y="209550"/>
                  </a:cxn>
                  <a:cxn ang="0">
                    <a:pos x="73025" y="206375"/>
                  </a:cxn>
                  <a:cxn ang="0">
                    <a:pos x="0" y="180975"/>
                  </a:cxn>
                  <a:cxn ang="0">
                    <a:pos x="6350" y="0"/>
                  </a:cxn>
                  <a:cxn ang="0">
                    <a:pos x="26987" y="25400"/>
                  </a:cxn>
                </a:cxnLst>
                <a:rect l="0" t="0" r="0" b="0"/>
                <a:pathLst>
                  <a:path w="102" h="132">
                    <a:moveTo>
                      <a:pt x="17" y="16"/>
                    </a:moveTo>
                    <a:lnTo>
                      <a:pt x="102" y="10"/>
                    </a:lnTo>
                    <a:lnTo>
                      <a:pt x="96" y="132"/>
                    </a:lnTo>
                    <a:lnTo>
                      <a:pt x="46" y="130"/>
                    </a:lnTo>
                    <a:lnTo>
                      <a:pt x="0" y="114"/>
                    </a:lnTo>
                    <a:lnTo>
                      <a:pt x="4" y="0"/>
                    </a:lnTo>
                    <a:lnTo>
                      <a:pt x="17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8" name="Freeform 266"/>
              <p:cNvSpPr/>
              <p:nvPr userDrawn="1"/>
            </p:nvSpPr>
            <p:spPr>
              <a:xfrm>
                <a:off x="1985963" y="2514600"/>
                <a:ext cx="1150938" cy="768350"/>
              </a:xfrm>
              <a:custGeom>
                <a:avLst/>
                <a:gdLst/>
                <a:ahLst/>
                <a:cxnLst>
                  <a:cxn ang="0">
                    <a:pos x="290207" y="85738"/>
                  </a:cxn>
                  <a:cxn ang="0">
                    <a:pos x="722221" y="441883"/>
                  </a:cxn>
                  <a:cxn ang="0">
                    <a:pos x="1150938" y="557301"/>
                  </a:cxn>
                  <a:cxn ang="0">
                    <a:pos x="1134448" y="768350"/>
                  </a:cxn>
                  <a:cxn ang="0">
                    <a:pos x="656265" y="689206"/>
                  </a:cxn>
                  <a:cxn ang="0">
                    <a:pos x="118721" y="293489"/>
                  </a:cxn>
                  <a:cxn ang="0">
                    <a:pos x="290207" y="85738"/>
                  </a:cxn>
                </a:cxnLst>
                <a:rect l="0" t="0" r="0" b="0"/>
                <a:pathLst>
                  <a:path w="349" h="233">
                    <a:moveTo>
                      <a:pt x="88" y="26"/>
                    </a:moveTo>
                    <a:cubicBezTo>
                      <a:pt x="89" y="27"/>
                      <a:pt x="174" y="105"/>
                      <a:pt x="219" y="134"/>
                    </a:cubicBezTo>
                    <a:cubicBezTo>
                      <a:pt x="226" y="137"/>
                      <a:pt x="349" y="168"/>
                      <a:pt x="349" y="169"/>
                    </a:cubicBezTo>
                    <a:cubicBezTo>
                      <a:pt x="344" y="233"/>
                      <a:pt x="344" y="233"/>
                      <a:pt x="344" y="233"/>
                    </a:cubicBezTo>
                    <a:cubicBezTo>
                      <a:pt x="343" y="233"/>
                      <a:pt x="255" y="230"/>
                      <a:pt x="199" y="209"/>
                    </a:cubicBezTo>
                    <a:cubicBezTo>
                      <a:pt x="119" y="166"/>
                      <a:pt x="36" y="90"/>
                      <a:pt x="36" y="89"/>
                    </a:cubicBezTo>
                    <a:cubicBezTo>
                      <a:pt x="0" y="53"/>
                      <a:pt x="56" y="0"/>
                      <a:pt x="88" y="26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59" name="Freeform 267"/>
              <p:cNvSpPr/>
              <p:nvPr userDrawn="1"/>
            </p:nvSpPr>
            <p:spPr>
              <a:xfrm>
                <a:off x="2081213" y="2781300"/>
                <a:ext cx="1042988" cy="501650"/>
              </a:xfrm>
              <a:custGeom>
                <a:avLst/>
                <a:gdLst/>
                <a:ahLst/>
                <a:cxnLst>
                  <a:cxn ang="0">
                    <a:pos x="1042988" y="448844"/>
                  </a:cxn>
                  <a:cxn ang="0">
                    <a:pos x="1039687" y="501650"/>
                  </a:cxn>
                  <a:cxn ang="0">
                    <a:pos x="561101" y="422442"/>
                  </a:cxn>
                  <a:cxn ang="0">
                    <a:pos x="23104" y="26402"/>
                  </a:cxn>
                  <a:cxn ang="0">
                    <a:pos x="0" y="0"/>
                  </a:cxn>
                  <a:cxn ang="0">
                    <a:pos x="508291" y="336633"/>
                  </a:cxn>
                  <a:cxn ang="0">
                    <a:pos x="1042988" y="448844"/>
                  </a:cxn>
                </a:cxnLst>
                <a:rect l="0" t="0" r="0" b="0"/>
                <a:pathLst>
                  <a:path w="316" h="152">
                    <a:moveTo>
                      <a:pt x="316" y="136"/>
                    </a:moveTo>
                    <a:cubicBezTo>
                      <a:pt x="315" y="152"/>
                      <a:pt x="315" y="152"/>
                      <a:pt x="315" y="152"/>
                    </a:cubicBezTo>
                    <a:cubicBezTo>
                      <a:pt x="314" y="152"/>
                      <a:pt x="226" y="149"/>
                      <a:pt x="170" y="128"/>
                    </a:cubicBezTo>
                    <a:cubicBezTo>
                      <a:pt x="90" y="85"/>
                      <a:pt x="7" y="9"/>
                      <a:pt x="7" y="8"/>
                    </a:cubicBezTo>
                    <a:cubicBezTo>
                      <a:pt x="4" y="6"/>
                      <a:pt x="2" y="3"/>
                      <a:pt x="0" y="0"/>
                    </a:cubicBezTo>
                    <a:cubicBezTo>
                      <a:pt x="30" y="21"/>
                      <a:pt x="130" y="88"/>
                      <a:pt x="154" y="102"/>
                    </a:cubicBezTo>
                    <a:cubicBezTo>
                      <a:pt x="190" y="124"/>
                      <a:pt x="272" y="128"/>
                      <a:pt x="316" y="136"/>
                    </a:cubicBezTo>
                    <a:close/>
                  </a:path>
                </a:pathLst>
              </a:custGeom>
              <a:solidFill>
                <a:srgbClr val="3C3C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0" name="Freeform 268"/>
              <p:cNvSpPr/>
              <p:nvPr userDrawn="1"/>
            </p:nvSpPr>
            <p:spPr>
              <a:xfrm>
                <a:off x="2128838" y="1931988"/>
                <a:ext cx="134938" cy="223838"/>
              </a:xfrm>
              <a:custGeom>
                <a:avLst/>
                <a:gdLst/>
                <a:ahLst/>
                <a:cxnLst>
                  <a:cxn ang="0">
                    <a:pos x="95443" y="9875"/>
                  </a:cxn>
                  <a:cxn ang="0">
                    <a:pos x="23038" y="32917"/>
                  </a:cxn>
                  <a:cxn ang="0">
                    <a:pos x="23038" y="184337"/>
                  </a:cxn>
                  <a:cxn ang="0">
                    <a:pos x="102026" y="207379"/>
                  </a:cxn>
                  <a:cxn ang="0">
                    <a:pos x="115190" y="151419"/>
                  </a:cxn>
                  <a:cxn ang="0">
                    <a:pos x="85570" y="111919"/>
                  </a:cxn>
                  <a:cxn ang="0">
                    <a:pos x="111899" y="92168"/>
                  </a:cxn>
                  <a:cxn ang="0">
                    <a:pos x="108608" y="29625"/>
                  </a:cxn>
                  <a:cxn ang="0">
                    <a:pos x="95443" y="9875"/>
                  </a:cxn>
                </a:cxnLst>
                <a:rect l="0" t="0" r="0" b="0"/>
                <a:pathLst>
                  <a:path w="41" h="68">
                    <a:moveTo>
                      <a:pt x="29" y="3"/>
                    </a:moveTo>
                    <a:cubicBezTo>
                      <a:pt x="27" y="3"/>
                      <a:pt x="15" y="0"/>
                      <a:pt x="7" y="10"/>
                    </a:cubicBezTo>
                    <a:cubicBezTo>
                      <a:pt x="0" y="20"/>
                      <a:pt x="1" y="48"/>
                      <a:pt x="7" y="56"/>
                    </a:cubicBezTo>
                    <a:cubicBezTo>
                      <a:pt x="13" y="64"/>
                      <a:pt x="24" y="68"/>
                      <a:pt x="31" y="63"/>
                    </a:cubicBezTo>
                    <a:cubicBezTo>
                      <a:pt x="38" y="57"/>
                      <a:pt x="41" y="51"/>
                      <a:pt x="35" y="46"/>
                    </a:cubicBezTo>
                    <a:cubicBezTo>
                      <a:pt x="29" y="42"/>
                      <a:pt x="24" y="37"/>
                      <a:pt x="26" y="34"/>
                    </a:cubicBezTo>
                    <a:cubicBezTo>
                      <a:pt x="28" y="30"/>
                      <a:pt x="31" y="32"/>
                      <a:pt x="34" y="28"/>
                    </a:cubicBezTo>
                    <a:cubicBezTo>
                      <a:pt x="37" y="25"/>
                      <a:pt x="35" y="16"/>
                      <a:pt x="33" y="9"/>
                    </a:cubicBezTo>
                    <a:cubicBezTo>
                      <a:pt x="31" y="3"/>
                      <a:pt x="29" y="3"/>
                      <a:pt x="29" y="3"/>
                    </a:cubicBezTo>
                    <a:close/>
                  </a:path>
                </a:pathLst>
              </a:custGeom>
              <a:solidFill>
                <a:srgbClr val="F8A9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1" name="Freeform 269"/>
              <p:cNvSpPr/>
              <p:nvPr userDrawn="1"/>
            </p:nvSpPr>
            <p:spPr>
              <a:xfrm>
                <a:off x="8075613" y="5314950"/>
                <a:ext cx="701675" cy="296863"/>
              </a:xfrm>
              <a:custGeom>
                <a:avLst/>
                <a:gdLst/>
                <a:ahLst/>
                <a:cxnLst>
                  <a:cxn ang="0">
                    <a:pos x="691792" y="9895"/>
                  </a:cxn>
                  <a:cxn ang="0">
                    <a:pos x="701675" y="277072"/>
                  </a:cxn>
                  <a:cxn ang="0">
                    <a:pos x="507314" y="273773"/>
                  </a:cxn>
                  <a:cxn ang="0">
                    <a:pos x="510608" y="240788"/>
                  </a:cxn>
                  <a:cxn ang="0">
                    <a:pos x="197654" y="273773"/>
                  </a:cxn>
                  <a:cxn ang="0">
                    <a:pos x="3294" y="211102"/>
                  </a:cxn>
                  <a:cxn ang="0">
                    <a:pos x="9882" y="181416"/>
                  </a:cxn>
                  <a:cxn ang="0">
                    <a:pos x="32942" y="148431"/>
                  </a:cxn>
                  <a:cxn ang="0">
                    <a:pos x="480960" y="3298"/>
                  </a:cxn>
                  <a:cxn ang="0">
                    <a:pos x="691792" y="9895"/>
                  </a:cxn>
                </a:cxnLst>
                <a:rect l="0" t="0" r="0" b="0"/>
                <a:pathLst>
                  <a:path w="213" h="90">
                    <a:moveTo>
                      <a:pt x="210" y="3"/>
                    </a:moveTo>
                    <a:cubicBezTo>
                      <a:pt x="210" y="7"/>
                      <a:pt x="213" y="84"/>
                      <a:pt x="213" y="84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5" y="73"/>
                      <a:pt x="155" y="73"/>
                      <a:pt x="155" y="73"/>
                    </a:cubicBezTo>
                    <a:cubicBezTo>
                      <a:pt x="130" y="90"/>
                      <a:pt x="68" y="85"/>
                      <a:pt x="60" y="83"/>
                    </a:cubicBezTo>
                    <a:cubicBezTo>
                      <a:pt x="29" y="76"/>
                      <a:pt x="1" y="64"/>
                      <a:pt x="1" y="6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0" y="45"/>
                      <a:pt x="10" y="45"/>
                    </a:cubicBezTo>
                    <a:cubicBezTo>
                      <a:pt x="107" y="39"/>
                      <a:pt x="129" y="8"/>
                      <a:pt x="146" y="1"/>
                    </a:cubicBezTo>
                    <a:cubicBezTo>
                      <a:pt x="148" y="0"/>
                      <a:pt x="210" y="3"/>
                      <a:pt x="210" y="3"/>
                    </a:cubicBezTo>
                    <a:close/>
                  </a:path>
                </a:pathLst>
              </a:custGeom>
              <a:solidFill>
                <a:srgbClr val="20202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2" name="Freeform 270"/>
              <p:cNvSpPr/>
              <p:nvPr userDrawn="1"/>
            </p:nvSpPr>
            <p:spPr>
              <a:xfrm>
                <a:off x="8262938" y="3978275"/>
                <a:ext cx="1217613" cy="1435100"/>
              </a:xfrm>
              <a:custGeom>
                <a:avLst/>
                <a:gdLst/>
                <a:ahLst/>
                <a:cxnLst>
                  <a:cxn ang="0">
                    <a:pos x="1217613" y="368649"/>
                  </a:cxn>
                  <a:cxn ang="0">
                    <a:pos x="1161517" y="0"/>
                  </a:cxn>
                  <a:cxn ang="0">
                    <a:pos x="46196" y="223822"/>
                  </a:cxn>
                  <a:cxn ang="0">
                    <a:pos x="115491" y="1435100"/>
                  </a:cxn>
                  <a:cxn ang="0">
                    <a:pos x="527962" y="1362686"/>
                  </a:cxn>
                  <a:cxn ang="0">
                    <a:pos x="359674" y="437771"/>
                  </a:cxn>
                  <a:cxn ang="0">
                    <a:pos x="1217613" y="368649"/>
                  </a:cxn>
                </a:cxnLst>
                <a:rect l="0" t="0" r="0" b="0"/>
                <a:pathLst>
                  <a:path w="369" h="436">
                    <a:moveTo>
                      <a:pt x="369" y="112"/>
                    </a:moveTo>
                    <a:cubicBezTo>
                      <a:pt x="352" y="0"/>
                      <a:pt x="352" y="0"/>
                      <a:pt x="352" y="0"/>
                    </a:cubicBezTo>
                    <a:cubicBezTo>
                      <a:pt x="352" y="0"/>
                      <a:pt x="33" y="19"/>
                      <a:pt x="14" y="68"/>
                    </a:cubicBezTo>
                    <a:cubicBezTo>
                      <a:pt x="0" y="107"/>
                      <a:pt x="35" y="436"/>
                      <a:pt x="35" y="436"/>
                    </a:cubicBezTo>
                    <a:cubicBezTo>
                      <a:pt x="160" y="414"/>
                      <a:pt x="160" y="414"/>
                      <a:pt x="160" y="414"/>
                    </a:cubicBezTo>
                    <a:cubicBezTo>
                      <a:pt x="160" y="414"/>
                      <a:pt x="104" y="135"/>
                      <a:pt x="109" y="133"/>
                    </a:cubicBezTo>
                    <a:cubicBezTo>
                      <a:pt x="115" y="131"/>
                      <a:pt x="369" y="112"/>
                      <a:pt x="369" y="112"/>
                    </a:cubicBezTo>
                    <a:close/>
                  </a:path>
                </a:pathLst>
              </a:custGeom>
              <a:solidFill>
                <a:srgbClr val="35353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3" name="Freeform 271"/>
              <p:cNvSpPr/>
              <p:nvPr userDrawn="1"/>
            </p:nvSpPr>
            <p:spPr>
              <a:xfrm>
                <a:off x="7977188" y="5314950"/>
                <a:ext cx="711200" cy="296863"/>
              </a:xfrm>
              <a:custGeom>
                <a:avLst/>
                <a:gdLst/>
                <a:ahLst/>
                <a:cxnLst>
                  <a:cxn ang="0">
                    <a:pos x="711200" y="59372"/>
                  </a:cxn>
                  <a:cxn ang="0">
                    <a:pos x="701322" y="277072"/>
                  </a:cxn>
                  <a:cxn ang="0">
                    <a:pos x="507059" y="273773"/>
                  </a:cxn>
                  <a:cxn ang="0">
                    <a:pos x="510351" y="240788"/>
                  </a:cxn>
                  <a:cxn ang="0">
                    <a:pos x="197555" y="273773"/>
                  </a:cxn>
                  <a:cxn ang="0">
                    <a:pos x="3292" y="211102"/>
                  </a:cxn>
                  <a:cxn ang="0">
                    <a:pos x="9877" y="181416"/>
                  </a:cxn>
                  <a:cxn ang="0">
                    <a:pos x="32925" y="148431"/>
                  </a:cxn>
                  <a:cxn ang="0">
                    <a:pos x="480718" y="3298"/>
                  </a:cxn>
                  <a:cxn ang="0">
                    <a:pos x="711200" y="59372"/>
                  </a:cxn>
                </a:cxnLst>
                <a:rect l="0" t="0" r="0" b="0"/>
                <a:pathLst>
                  <a:path w="216" h="90">
                    <a:moveTo>
                      <a:pt x="216" y="18"/>
                    </a:moveTo>
                    <a:cubicBezTo>
                      <a:pt x="216" y="22"/>
                      <a:pt x="213" y="84"/>
                      <a:pt x="213" y="84"/>
                    </a:cubicBezTo>
                    <a:cubicBezTo>
                      <a:pt x="154" y="83"/>
                      <a:pt x="154" y="83"/>
                      <a:pt x="154" y="83"/>
                    </a:cubicBezTo>
                    <a:cubicBezTo>
                      <a:pt x="155" y="73"/>
                      <a:pt x="155" y="73"/>
                      <a:pt x="155" y="73"/>
                    </a:cubicBezTo>
                    <a:cubicBezTo>
                      <a:pt x="130" y="90"/>
                      <a:pt x="68" y="85"/>
                      <a:pt x="60" y="83"/>
                    </a:cubicBezTo>
                    <a:cubicBezTo>
                      <a:pt x="29" y="76"/>
                      <a:pt x="1" y="64"/>
                      <a:pt x="1" y="64"/>
                    </a:cubicBezTo>
                    <a:cubicBezTo>
                      <a:pt x="3" y="55"/>
                      <a:pt x="3" y="55"/>
                      <a:pt x="3" y="55"/>
                    </a:cubicBezTo>
                    <a:cubicBezTo>
                      <a:pt x="3" y="55"/>
                      <a:pt x="0" y="45"/>
                      <a:pt x="10" y="45"/>
                    </a:cubicBezTo>
                    <a:cubicBezTo>
                      <a:pt x="107" y="39"/>
                      <a:pt x="129" y="8"/>
                      <a:pt x="146" y="1"/>
                    </a:cubicBezTo>
                    <a:cubicBezTo>
                      <a:pt x="148" y="0"/>
                      <a:pt x="216" y="18"/>
                      <a:pt x="216" y="18"/>
                    </a:cubicBezTo>
                    <a:close/>
                  </a:path>
                </a:pathLst>
              </a:custGeom>
              <a:solidFill>
                <a:srgbClr val="26262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4" name="Freeform 272"/>
              <p:cNvSpPr/>
              <p:nvPr userDrawn="1"/>
            </p:nvSpPr>
            <p:spPr>
              <a:xfrm>
                <a:off x="9731376" y="4518025"/>
                <a:ext cx="203200" cy="239713"/>
              </a:xfrm>
              <a:custGeom>
                <a:avLst/>
                <a:gdLst/>
                <a:ahLst/>
                <a:cxnLst>
                  <a:cxn ang="0">
                    <a:pos x="58993" y="114930"/>
                  </a:cxn>
                  <a:cxn ang="0">
                    <a:pos x="68825" y="170754"/>
                  </a:cxn>
                  <a:cxn ang="0">
                    <a:pos x="134374" y="226578"/>
                  </a:cxn>
                  <a:cxn ang="0">
                    <a:pos x="190090" y="216726"/>
                  </a:cxn>
                  <a:cxn ang="0">
                    <a:pos x="183535" y="154335"/>
                  </a:cxn>
                  <a:cxn ang="0">
                    <a:pos x="117987" y="101795"/>
                  </a:cxn>
                  <a:cxn ang="0">
                    <a:pos x="68825" y="105079"/>
                  </a:cxn>
                  <a:cxn ang="0">
                    <a:pos x="22941" y="68958"/>
                  </a:cxn>
                  <a:cxn ang="0">
                    <a:pos x="16387" y="0"/>
                  </a:cxn>
                  <a:cxn ang="0">
                    <a:pos x="0" y="3283"/>
                  </a:cxn>
                  <a:cxn ang="0">
                    <a:pos x="6554" y="72242"/>
                  </a:cxn>
                  <a:cxn ang="0">
                    <a:pos x="6554" y="75526"/>
                  </a:cxn>
                  <a:cxn ang="0">
                    <a:pos x="9832" y="78809"/>
                  </a:cxn>
                  <a:cxn ang="0">
                    <a:pos x="58993" y="114930"/>
                  </a:cxn>
                </a:cxnLst>
                <a:rect l="0" t="0" r="0" b="0"/>
                <a:pathLst>
                  <a:path w="62" h="73">
                    <a:moveTo>
                      <a:pt x="18" y="35"/>
                    </a:moveTo>
                    <a:cubicBezTo>
                      <a:pt x="15" y="41"/>
                      <a:pt x="17" y="48"/>
                      <a:pt x="21" y="52"/>
                    </a:cubicBezTo>
                    <a:cubicBezTo>
                      <a:pt x="41" y="69"/>
                      <a:pt x="41" y="69"/>
                      <a:pt x="41" y="69"/>
                    </a:cubicBezTo>
                    <a:cubicBezTo>
                      <a:pt x="47" y="73"/>
                      <a:pt x="54" y="72"/>
                      <a:pt x="58" y="66"/>
                    </a:cubicBezTo>
                    <a:cubicBezTo>
                      <a:pt x="62" y="60"/>
                      <a:pt x="61" y="52"/>
                      <a:pt x="56" y="47"/>
                    </a:cubicBezTo>
                    <a:cubicBezTo>
                      <a:pt x="36" y="31"/>
                      <a:pt x="36" y="31"/>
                      <a:pt x="36" y="31"/>
                    </a:cubicBezTo>
                    <a:cubicBezTo>
                      <a:pt x="31" y="27"/>
                      <a:pt x="25" y="27"/>
                      <a:pt x="21" y="32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3" y="24"/>
                      <a:pt x="3" y="24"/>
                      <a:pt x="3" y="24"/>
                    </a:cubicBezTo>
                    <a:lnTo>
                      <a:pt x="18" y="35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5" name="Rectangle 273"/>
              <p:cNvSpPr/>
              <p:nvPr userDrawn="1"/>
            </p:nvSpPr>
            <p:spPr>
              <a:xfrm>
                <a:off x="9434513" y="4484688"/>
                <a:ext cx="111125" cy="498475"/>
              </a:xfrm>
              <a:prstGeom prst="rect">
                <a:avLst/>
              </a:prstGeom>
              <a:solidFill>
                <a:srgbClr val="808184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6" name="Rectangle 274"/>
              <p:cNvSpPr/>
              <p:nvPr userDrawn="1"/>
            </p:nvSpPr>
            <p:spPr>
              <a:xfrm>
                <a:off x="9434513" y="4484688"/>
                <a:ext cx="55563" cy="498475"/>
              </a:xfrm>
              <a:prstGeom prst="rect">
                <a:avLst/>
              </a:prstGeom>
              <a:solidFill>
                <a:srgbClr val="8D8D8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7" name="Freeform 275"/>
              <p:cNvSpPr/>
              <p:nvPr userDrawn="1"/>
            </p:nvSpPr>
            <p:spPr>
              <a:xfrm>
                <a:off x="10020301" y="3133725"/>
                <a:ext cx="390525" cy="1344613"/>
              </a:xfrm>
              <a:custGeom>
                <a:avLst/>
                <a:gdLst/>
                <a:ahLst/>
                <a:cxnLst>
                  <a:cxn ang="0">
                    <a:pos x="287929" y="0"/>
                  </a:cxn>
                  <a:cxn ang="0">
                    <a:pos x="291238" y="247171"/>
                  </a:cxn>
                  <a:cxn ang="0">
                    <a:pos x="0" y="1258926"/>
                  </a:cxn>
                  <a:cxn ang="0">
                    <a:pos x="3309" y="1344613"/>
                  </a:cxn>
                  <a:cxn ang="0">
                    <a:pos x="370667" y="243875"/>
                  </a:cxn>
                  <a:cxn ang="0">
                    <a:pos x="367358" y="0"/>
                  </a:cxn>
                  <a:cxn ang="0">
                    <a:pos x="287929" y="0"/>
                  </a:cxn>
                </a:cxnLst>
                <a:rect l="0" t="0" r="0" b="0"/>
                <a:pathLst>
                  <a:path w="118" h="408">
                    <a:moveTo>
                      <a:pt x="87" y="0"/>
                    </a:moveTo>
                    <a:cubicBezTo>
                      <a:pt x="87" y="26"/>
                      <a:pt x="88" y="50"/>
                      <a:pt x="88" y="75"/>
                    </a:cubicBezTo>
                    <a:cubicBezTo>
                      <a:pt x="91" y="239"/>
                      <a:pt x="93" y="378"/>
                      <a:pt x="0" y="382"/>
                    </a:cubicBezTo>
                    <a:cubicBezTo>
                      <a:pt x="1" y="408"/>
                      <a:pt x="1" y="408"/>
                      <a:pt x="1" y="408"/>
                    </a:cubicBezTo>
                    <a:cubicBezTo>
                      <a:pt x="118" y="404"/>
                      <a:pt x="115" y="252"/>
                      <a:pt x="112" y="74"/>
                    </a:cubicBezTo>
                    <a:cubicBezTo>
                      <a:pt x="112" y="50"/>
                      <a:pt x="111" y="25"/>
                      <a:pt x="111" y="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8" name="Freeform 276"/>
              <p:cNvSpPr/>
              <p:nvPr userDrawn="1"/>
            </p:nvSpPr>
            <p:spPr>
              <a:xfrm>
                <a:off x="10020301" y="3133725"/>
                <a:ext cx="347663" cy="1341438"/>
              </a:xfrm>
              <a:custGeom>
                <a:avLst/>
                <a:gdLst/>
                <a:ahLst/>
                <a:cxnLst>
                  <a:cxn ang="0">
                    <a:pos x="288063" y="0"/>
                  </a:cxn>
                  <a:cxn ang="0">
                    <a:pos x="291374" y="247193"/>
                  </a:cxn>
                  <a:cxn ang="0">
                    <a:pos x="0" y="1259040"/>
                  </a:cxn>
                  <a:cxn ang="0">
                    <a:pos x="3311" y="1341438"/>
                  </a:cxn>
                  <a:cxn ang="0">
                    <a:pos x="331107" y="243897"/>
                  </a:cxn>
                  <a:cxn ang="0">
                    <a:pos x="327796" y="0"/>
                  </a:cxn>
                  <a:cxn ang="0">
                    <a:pos x="288063" y="0"/>
                  </a:cxn>
                </a:cxnLst>
                <a:rect l="0" t="0" r="0" b="0"/>
                <a:pathLst>
                  <a:path w="105" h="407">
                    <a:moveTo>
                      <a:pt x="87" y="0"/>
                    </a:moveTo>
                    <a:cubicBezTo>
                      <a:pt x="87" y="26"/>
                      <a:pt x="88" y="50"/>
                      <a:pt x="88" y="75"/>
                    </a:cubicBezTo>
                    <a:cubicBezTo>
                      <a:pt x="91" y="239"/>
                      <a:pt x="93" y="378"/>
                      <a:pt x="0" y="382"/>
                    </a:cubicBezTo>
                    <a:cubicBezTo>
                      <a:pt x="1" y="407"/>
                      <a:pt x="1" y="407"/>
                      <a:pt x="1" y="407"/>
                    </a:cubicBezTo>
                    <a:cubicBezTo>
                      <a:pt x="105" y="393"/>
                      <a:pt x="103" y="246"/>
                      <a:pt x="100" y="74"/>
                    </a:cubicBezTo>
                    <a:cubicBezTo>
                      <a:pt x="100" y="50"/>
                      <a:pt x="99" y="25"/>
                      <a:pt x="99" y="0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rgbClr val="49494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69" name="Freeform 277"/>
              <p:cNvSpPr/>
              <p:nvPr userDrawn="1"/>
            </p:nvSpPr>
            <p:spPr>
              <a:xfrm>
                <a:off x="8755063" y="4138613"/>
                <a:ext cx="1473200" cy="346075"/>
              </a:xfrm>
              <a:custGeom>
                <a:avLst/>
                <a:gdLst/>
                <a:ahLst/>
                <a:cxnLst>
                  <a:cxn ang="0">
                    <a:pos x="738247" y="0"/>
                  </a:cxn>
                  <a:cxn ang="0">
                    <a:pos x="0" y="309819"/>
                  </a:cxn>
                  <a:cxn ang="0">
                    <a:pos x="6591" y="346075"/>
                  </a:cxn>
                  <a:cxn ang="0">
                    <a:pos x="1469904" y="346075"/>
                  </a:cxn>
                  <a:cxn ang="0">
                    <a:pos x="1473200" y="309819"/>
                  </a:cxn>
                  <a:cxn ang="0">
                    <a:pos x="738247" y="0"/>
                  </a:cxn>
                </a:cxnLst>
                <a:rect l="0" t="0" r="0" b="0"/>
                <a:pathLst>
                  <a:path w="447" h="105">
                    <a:moveTo>
                      <a:pt x="224" y="0"/>
                    </a:moveTo>
                    <a:cubicBezTo>
                      <a:pt x="100" y="0"/>
                      <a:pt x="0" y="42"/>
                      <a:pt x="0" y="94"/>
                    </a:cubicBezTo>
                    <a:cubicBezTo>
                      <a:pt x="0" y="98"/>
                      <a:pt x="1" y="102"/>
                      <a:pt x="2" y="105"/>
                    </a:cubicBezTo>
                    <a:cubicBezTo>
                      <a:pt x="446" y="105"/>
                      <a:pt x="446" y="105"/>
                      <a:pt x="446" y="105"/>
                    </a:cubicBezTo>
                    <a:cubicBezTo>
                      <a:pt x="447" y="102"/>
                      <a:pt x="447" y="98"/>
                      <a:pt x="447" y="94"/>
                    </a:cubicBezTo>
                    <a:cubicBezTo>
                      <a:pt x="447" y="42"/>
                      <a:pt x="347" y="0"/>
                      <a:pt x="224" y="0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0" name="Freeform 278"/>
              <p:cNvSpPr/>
              <p:nvPr userDrawn="1"/>
            </p:nvSpPr>
            <p:spPr>
              <a:xfrm>
                <a:off x="8751888" y="4445000"/>
                <a:ext cx="1476375" cy="1460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957"/>
                  </a:cxn>
                  <a:cxn ang="0">
                    <a:pos x="75796" y="92940"/>
                  </a:cxn>
                  <a:cxn ang="0">
                    <a:pos x="359207" y="92940"/>
                  </a:cxn>
                  <a:cxn ang="0">
                    <a:pos x="738187" y="146050"/>
                  </a:cxn>
                  <a:cxn ang="0">
                    <a:pos x="1120463" y="92940"/>
                  </a:cxn>
                  <a:cxn ang="0">
                    <a:pos x="1400578" y="92940"/>
                  </a:cxn>
                  <a:cxn ang="0">
                    <a:pos x="1476375" y="9957"/>
                  </a:cxn>
                  <a:cxn ang="0">
                    <a:pos x="1476375" y="0"/>
                  </a:cxn>
                  <a:cxn ang="0">
                    <a:pos x="0" y="0"/>
                  </a:cxn>
                </a:cxnLst>
                <a:rect l="0" t="0" r="0" b="0"/>
                <a:pathLst>
                  <a:path w="448" h="44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17"/>
                      <a:pt x="10" y="28"/>
                      <a:pt x="23" y="28"/>
                    </a:cubicBezTo>
                    <a:cubicBezTo>
                      <a:pt x="109" y="28"/>
                      <a:pt x="109" y="28"/>
                      <a:pt x="109" y="28"/>
                    </a:cubicBezTo>
                    <a:cubicBezTo>
                      <a:pt x="118" y="37"/>
                      <a:pt x="166" y="44"/>
                      <a:pt x="224" y="44"/>
                    </a:cubicBezTo>
                    <a:cubicBezTo>
                      <a:pt x="282" y="44"/>
                      <a:pt x="330" y="37"/>
                      <a:pt x="340" y="28"/>
                    </a:cubicBezTo>
                    <a:cubicBezTo>
                      <a:pt x="425" y="28"/>
                      <a:pt x="425" y="28"/>
                      <a:pt x="425" y="28"/>
                    </a:cubicBezTo>
                    <a:cubicBezTo>
                      <a:pt x="438" y="28"/>
                      <a:pt x="448" y="17"/>
                      <a:pt x="448" y="3"/>
                    </a:cubicBezTo>
                    <a:cubicBezTo>
                      <a:pt x="448" y="2"/>
                      <a:pt x="448" y="1"/>
                      <a:pt x="44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1" name="Freeform 279"/>
              <p:cNvSpPr/>
              <p:nvPr userDrawn="1"/>
            </p:nvSpPr>
            <p:spPr>
              <a:xfrm>
                <a:off x="10225088" y="2890838"/>
                <a:ext cx="201613" cy="371475"/>
              </a:xfrm>
              <a:custGeom>
                <a:avLst/>
                <a:gdLst/>
                <a:ahLst/>
                <a:cxnLst>
                  <a:cxn ang="0">
                    <a:pos x="138815" y="0"/>
                  </a:cxn>
                  <a:cxn ang="0">
                    <a:pos x="62797" y="0"/>
                  </a:cxn>
                  <a:cxn ang="0">
                    <a:pos x="0" y="69035"/>
                  </a:cxn>
                  <a:cxn ang="0">
                    <a:pos x="0" y="302439"/>
                  </a:cxn>
                  <a:cxn ang="0">
                    <a:pos x="62797" y="371475"/>
                  </a:cxn>
                  <a:cxn ang="0">
                    <a:pos x="138815" y="371475"/>
                  </a:cxn>
                  <a:cxn ang="0">
                    <a:pos x="201613" y="302439"/>
                  </a:cxn>
                  <a:cxn ang="0">
                    <a:pos x="201613" y="69035"/>
                  </a:cxn>
                  <a:cxn ang="0">
                    <a:pos x="138815" y="0"/>
                  </a:cxn>
                </a:cxnLst>
                <a:rect l="0" t="0" r="0" b="0"/>
                <a:pathLst>
                  <a:path w="61" h="113">
                    <a:moveTo>
                      <a:pt x="42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9"/>
                      <a:pt x="0" y="21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104"/>
                      <a:pt x="9" y="113"/>
                      <a:pt x="19" y="113"/>
                    </a:cubicBezTo>
                    <a:cubicBezTo>
                      <a:pt x="42" y="113"/>
                      <a:pt x="42" y="113"/>
                      <a:pt x="42" y="113"/>
                    </a:cubicBezTo>
                    <a:cubicBezTo>
                      <a:pt x="52" y="113"/>
                      <a:pt x="61" y="104"/>
                      <a:pt x="61" y="92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1" y="9"/>
                      <a:pt x="52" y="0"/>
                      <a:pt x="42" y="0"/>
                    </a:cubicBez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2" name="Freeform 280"/>
              <p:cNvSpPr/>
              <p:nvPr userDrawn="1"/>
            </p:nvSpPr>
            <p:spPr>
              <a:xfrm>
                <a:off x="10050463" y="2444750"/>
                <a:ext cx="388938" cy="1279525"/>
              </a:xfrm>
              <a:custGeom>
                <a:avLst/>
                <a:gdLst/>
                <a:ahLst/>
                <a:cxnLst>
                  <a:cxn ang="0">
                    <a:pos x="52737" y="610082"/>
                  </a:cxn>
                  <a:cxn ang="0">
                    <a:pos x="171396" y="1279525"/>
                  </a:cxn>
                  <a:cxn ang="0">
                    <a:pos x="197765" y="1279525"/>
                  </a:cxn>
                  <a:cxn ang="0">
                    <a:pos x="388938" y="29679"/>
                  </a:cxn>
                  <a:cxn ang="0">
                    <a:pos x="362569" y="23084"/>
                  </a:cxn>
                  <a:cxn ang="0">
                    <a:pos x="52737" y="610082"/>
                  </a:cxn>
                </a:cxnLst>
                <a:rect l="0" t="0" r="0" b="0"/>
                <a:pathLst>
                  <a:path w="118" h="388">
                    <a:moveTo>
                      <a:pt x="16" y="185"/>
                    </a:moveTo>
                    <a:cubicBezTo>
                      <a:pt x="0" y="290"/>
                      <a:pt x="16" y="381"/>
                      <a:pt x="52" y="388"/>
                    </a:cubicBezTo>
                    <a:cubicBezTo>
                      <a:pt x="55" y="388"/>
                      <a:pt x="57" y="388"/>
                      <a:pt x="60" y="388"/>
                    </a:cubicBezTo>
                    <a:cubicBezTo>
                      <a:pt x="118" y="9"/>
                      <a:pt x="118" y="9"/>
                      <a:pt x="118" y="9"/>
                    </a:cubicBezTo>
                    <a:cubicBezTo>
                      <a:pt x="115" y="8"/>
                      <a:pt x="113" y="7"/>
                      <a:pt x="110" y="7"/>
                    </a:cubicBezTo>
                    <a:cubicBezTo>
                      <a:pt x="74" y="0"/>
                      <a:pt x="32" y="80"/>
                      <a:pt x="16" y="185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3" name="Freeform 281"/>
              <p:cNvSpPr/>
              <p:nvPr userDrawn="1"/>
            </p:nvSpPr>
            <p:spPr>
              <a:xfrm>
                <a:off x="10188576" y="2465388"/>
                <a:ext cx="250825" cy="1258888"/>
              </a:xfrm>
              <a:custGeom>
                <a:avLst/>
                <a:gdLst/>
                <a:ahLst/>
                <a:cxnLst>
                  <a:cxn ang="0">
                    <a:pos x="0" y="1242410"/>
                  </a:cxn>
                  <a:cxn ang="0">
                    <a:pos x="33003" y="1258888"/>
                  </a:cxn>
                  <a:cxn ang="0">
                    <a:pos x="59405" y="1258888"/>
                  </a:cxn>
                  <a:cxn ang="0">
                    <a:pos x="250825" y="9886"/>
                  </a:cxn>
                  <a:cxn ang="0">
                    <a:pos x="224422" y="3295"/>
                  </a:cxn>
                  <a:cxn ang="0">
                    <a:pos x="188118" y="3295"/>
                  </a:cxn>
                  <a:cxn ang="0">
                    <a:pos x="0" y="1242410"/>
                  </a:cxn>
                </a:cxnLst>
                <a:rect l="0" t="0" r="0" b="0"/>
                <a:pathLst>
                  <a:path w="76" h="382">
                    <a:moveTo>
                      <a:pt x="0" y="377"/>
                    </a:moveTo>
                    <a:cubicBezTo>
                      <a:pt x="3" y="379"/>
                      <a:pt x="7" y="381"/>
                      <a:pt x="10" y="382"/>
                    </a:cubicBezTo>
                    <a:cubicBezTo>
                      <a:pt x="13" y="382"/>
                      <a:pt x="15" y="382"/>
                      <a:pt x="18" y="382"/>
                    </a:cubicBezTo>
                    <a:cubicBezTo>
                      <a:pt x="76" y="3"/>
                      <a:pt x="76" y="3"/>
                      <a:pt x="76" y="3"/>
                    </a:cubicBezTo>
                    <a:cubicBezTo>
                      <a:pt x="73" y="2"/>
                      <a:pt x="71" y="1"/>
                      <a:pt x="68" y="1"/>
                    </a:cubicBezTo>
                    <a:cubicBezTo>
                      <a:pt x="65" y="0"/>
                      <a:pt x="61" y="0"/>
                      <a:pt x="57" y="1"/>
                    </a:cubicBezTo>
                    <a:lnTo>
                      <a:pt x="0" y="377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4" name="Freeform 282"/>
              <p:cNvSpPr/>
              <p:nvPr userDrawn="1"/>
            </p:nvSpPr>
            <p:spPr>
              <a:xfrm>
                <a:off x="8945563" y="4889500"/>
                <a:ext cx="1089025" cy="630238"/>
              </a:xfrm>
              <a:custGeom>
                <a:avLst/>
                <a:gdLst/>
                <a:ahLst/>
                <a:cxnLst>
                  <a:cxn ang="0">
                    <a:pos x="633614" y="0"/>
                  </a:cxn>
                  <a:cxn ang="0">
                    <a:pos x="458710" y="0"/>
                  </a:cxn>
                  <a:cxn ang="0">
                    <a:pos x="458710" y="438856"/>
                  </a:cxn>
                  <a:cxn ang="0">
                    <a:pos x="52801" y="514749"/>
                  </a:cxn>
                  <a:cxn ang="0">
                    <a:pos x="0" y="570843"/>
                  </a:cxn>
                  <a:cxn ang="0">
                    <a:pos x="0" y="570843"/>
                  </a:cxn>
                  <a:cxn ang="0">
                    <a:pos x="52801" y="626938"/>
                  </a:cxn>
                  <a:cxn ang="0">
                    <a:pos x="495011" y="541146"/>
                  </a:cxn>
                  <a:cxn ang="0">
                    <a:pos x="597313" y="541146"/>
                  </a:cxn>
                  <a:cxn ang="0">
                    <a:pos x="1039523" y="626938"/>
                  </a:cxn>
                  <a:cxn ang="0">
                    <a:pos x="1089025" y="570843"/>
                  </a:cxn>
                  <a:cxn ang="0">
                    <a:pos x="1089025" y="570843"/>
                  </a:cxn>
                  <a:cxn ang="0">
                    <a:pos x="1039523" y="514749"/>
                  </a:cxn>
                  <a:cxn ang="0">
                    <a:pos x="633614" y="438856"/>
                  </a:cxn>
                  <a:cxn ang="0">
                    <a:pos x="633614" y="0"/>
                  </a:cxn>
                </a:cxnLst>
                <a:rect l="0" t="0" r="0" b="0"/>
                <a:pathLst>
                  <a:path w="330" h="191">
                    <a:moveTo>
                      <a:pt x="192" y="0"/>
                    </a:moveTo>
                    <a:cubicBezTo>
                      <a:pt x="139" y="0"/>
                      <a:pt x="139" y="0"/>
                      <a:pt x="139" y="0"/>
                    </a:cubicBezTo>
                    <a:cubicBezTo>
                      <a:pt x="139" y="133"/>
                      <a:pt x="139" y="133"/>
                      <a:pt x="139" y="133"/>
                    </a:cubicBezTo>
                    <a:cubicBezTo>
                      <a:pt x="16" y="156"/>
                      <a:pt x="16" y="156"/>
                      <a:pt x="16" y="156"/>
                    </a:cubicBezTo>
                    <a:cubicBezTo>
                      <a:pt x="7" y="157"/>
                      <a:pt x="0" y="163"/>
                      <a:pt x="0" y="173"/>
                    </a:cubicBezTo>
                    <a:cubicBezTo>
                      <a:pt x="0" y="173"/>
                      <a:pt x="0" y="173"/>
                      <a:pt x="0" y="173"/>
                    </a:cubicBezTo>
                    <a:cubicBezTo>
                      <a:pt x="0" y="182"/>
                      <a:pt x="7" y="191"/>
                      <a:pt x="16" y="190"/>
                    </a:cubicBezTo>
                    <a:cubicBezTo>
                      <a:pt x="150" y="164"/>
                      <a:pt x="150" y="164"/>
                      <a:pt x="150" y="164"/>
                    </a:cubicBezTo>
                    <a:cubicBezTo>
                      <a:pt x="181" y="164"/>
                      <a:pt x="181" y="164"/>
                      <a:pt x="181" y="164"/>
                    </a:cubicBezTo>
                    <a:cubicBezTo>
                      <a:pt x="315" y="190"/>
                      <a:pt x="315" y="190"/>
                      <a:pt x="315" y="190"/>
                    </a:cubicBezTo>
                    <a:cubicBezTo>
                      <a:pt x="323" y="191"/>
                      <a:pt x="330" y="182"/>
                      <a:pt x="330" y="173"/>
                    </a:cubicBezTo>
                    <a:cubicBezTo>
                      <a:pt x="330" y="173"/>
                      <a:pt x="330" y="173"/>
                      <a:pt x="330" y="173"/>
                    </a:cubicBezTo>
                    <a:cubicBezTo>
                      <a:pt x="330" y="163"/>
                      <a:pt x="323" y="157"/>
                      <a:pt x="315" y="156"/>
                    </a:cubicBezTo>
                    <a:cubicBezTo>
                      <a:pt x="192" y="133"/>
                      <a:pt x="192" y="133"/>
                      <a:pt x="192" y="133"/>
                    </a:cubicBezTo>
                    <a:lnTo>
                      <a:pt x="192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5" name="Oval 283"/>
              <p:cNvSpPr/>
              <p:nvPr userDrawn="1"/>
            </p:nvSpPr>
            <p:spPr>
              <a:xfrm>
                <a:off x="9921876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6" name="Oval 284"/>
              <p:cNvSpPr/>
              <p:nvPr userDrawn="1"/>
            </p:nvSpPr>
            <p:spPr>
              <a:xfrm>
                <a:off x="8929688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7" name="Freeform 285"/>
              <p:cNvSpPr/>
              <p:nvPr userDrawn="1"/>
            </p:nvSpPr>
            <p:spPr>
              <a:xfrm>
                <a:off x="9431338" y="5329238"/>
                <a:ext cx="122238" cy="196850"/>
              </a:xfrm>
              <a:custGeom>
                <a:avLst/>
                <a:gdLst/>
                <a:ahLst/>
                <a:cxnLst>
                  <a:cxn ang="0">
                    <a:pos x="122238" y="0"/>
                  </a:cxn>
                  <a:cxn ang="0">
                    <a:pos x="58737" y="0"/>
                  </a:cxn>
                  <a:cxn ang="0">
                    <a:pos x="0" y="0"/>
                  </a:cxn>
                  <a:cxn ang="0">
                    <a:pos x="22225" y="196850"/>
                  </a:cxn>
                  <a:cxn ang="0">
                    <a:pos x="58737" y="196850"/>
                  </a:cxn>
                  <a:cxn ang="0">
                    <a:pos x="98425" y="196850"/>
                  </a:cxn>
                  <a:cxn ang="0">
                    <a:pos x="122238" y="0"/>
                  </a:cxn>
                </a:cxnLst>
                <a:rect l="0" t="0" r="0" b="0"/>
                <a:pathLst>
                  <a:path w="77" h="124">
                    <a:moveTo>
                      <a:pt x="77" y="0"/>
                    </a:moveTo>
                    <a:lnTo>
                      <a:pt x="37" y="0"/>
                    </a:lnTo>
                    <a:lnTo>
                      <a:pt x="0" y="0"/>
                    </a:lnTo>
                    <a:lnTo>
                      <a:pt x="14" y="124"/>
                    </a:lnTo>
                    <a:lnTo>
                      <a:pt x="37" y="124"/>
                    </a:lnTo>
                    <a:lnTo>
                      <a:pt x="62" y="124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8" name="Oval 286"/>
              <p:cNvSpPr/>
              <p:nvPr userDrawn="1"/>
            </p:nvSpPr>
            <p:spPr>
              <a:xfrm>
                <a:off x="9424988" y="5443538"/>
                <a:ext cx="134938" cy="149225"/>
              </a:xfrm>
              <a:prstGeom prst="ellipse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79" name="Freeform 287"/>
              <p:cNvSpPr/>
              <p:nvPr userDrawn="1"/>
            </p:nvSpPr>
            <p:spPr>
              <a:xfrm>
                <a:off x="8237538" y="3997325"/>
                <a:ext cx="1760538" cy="1400175"/>
              </a:xfrm>
              <a:custGeom>
                <a:avLst/>
                <a:gdLst/>
                <a:ahLst/>
                <a:cxnLst>
                  <a:cxn ang="0">
                    <a:pos x="1582506" y="9883"/>
                  </a:cxn>
                  <a:cxn ang="0">
                    <a:pos x="1730866" y="217438"/>
                  </a:cxn>
                  <a:cxn ang="0">
                    <a:pos x="1341833" y="405227"/>
                  </a:cxn>
                  <a:cxn ang="0">
                    <a:pos x="329688" y="484295"/>
                  </a:cxn>
                  <a:cxn ang="0">
                    <a:pos x="451673" y="1377113"/>
                  </a:cxn>
                  <a:cxn ang="0">
                    <a:pos x="79125" y="1400175"/>
                  </a:cxn>
                  <a:cxn ang="0">
                    <a:pos x="16484" y="507357"/>
                  </a:cxn>
                  <a:cxn ang="0">
                    <a:pos x="293423" y="151548"/>
                  </a:cxn>
                  <a:cxn ang="0">
                    <a:pos x="1058300" y="0"/>
                  </a:cxn>
                  <a:cxn ang="0">
                    <a:pos x="1582506" y="9883"/>
                  </a:cxn>
                </a:cxnLst>
                <a:rect l="0" t="0" r="0" b="0"/>
                <a:pathLst>
                  <a:path w="534" h="425">
                    <a:moveTo>
                      <a:pt x="480" y="3"/>
                    </a:moveTo>
                    <a:cubicBezTo>
                      <a:pt x="486" y="20"/>
                      <a:pt x="534" y="35"/>
                      <a:pt x="525" y="66"/>
                    </a:cubicBezTo>
                    <a:cubicBezTo>
                      <a:pt x="516" y="97"/>
                      <a:pt x="443" y="117"/>
                      <a:pt x="407" y="123"/>
                    </a:cubicBezTo>
                    <a:cubicBezTo>
                      <a:pt x="371" y="128"/>
                      <a:pt x="100" y="147"/>
                      <a:pt x="100" y="147"/>
                    </a:cubicBezTo>
                    <a:cubicBezTo>
                      <a:pt x="137" y="418"/>
                      <a:pt x="137" y="418"/>
                      <a:pt x="137" y="418"/>
                    </a:cubicBezTo>
                    <a:cubicBezTo>
                      <a:pt x="24" y="425"/>
                      <a:pt x="24" y="425"/>
                      <a:pt x="24" y="425"/>
                    </a:cubicBezTo>
                    <a:cubicBezTo>
                      <a:pt x="5" y="154"/>
                      <a:pt x="5" y="154"/>
                      <a:pt x="5" y="154"/>
                    </a:cubicBezTo>
                    <a:cubicBezTo>
                      <a:pt x="0" y="76"/>
                      <a:pt x="36" y="54"/>
                      <a:pt x="89" y="46"/>
                    </a:cubicBezTo>
                    <a:cubicBezTo>
                      <a:pt x="321" y="0"/>
                      <a:pt x="321" y="0"/>
                      <a:pt x="321" y="0"/>
                    </a:cubicBezTo>
                    <a:lnTo>
                      <a:pt x="480" y="3"/>
                    </a:ln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0" name="Freeform 288"/>
              <p:cNvSpPr/>
              <p:nvPr userDrawn="1"/>
            </p:nvSpPr>
            <p:spPr>
              <a:xfrm>
                <a:off x="9394826" y="2416175"/>
                <a:ext cx="869950" cy="1709738"/>
              </a:xfrm>
              <a:custGeom>
                <a:avLst/>
                <a:gdLst/>
                <a:ahLst/>
                <a:cxnLst>
                  <a:cxn ang="0">
                    <a:pos x="530537" y="59297"/>
                  </a:cxn>
                  <a:cxn ang="0">
                    <a:pos x="711777" y="724744"/>
                  </a:cxn>
                  <a:cxn ang="0">
                    <a:pos x="464632" y="1653735"/>
                  </a:cxn>
                  <a:cxn ang="0">
                    <a:pos x="62610" y="1584554"/>
                  </a:cxn>
                  <a:cxn ang="0">
                    <a:pos x="39543" y="1054173"/>
                  </a:cxn>
                  <a:cxn ang="0">
                    <a:pos x="530537" y="59297"/>
                  </a:cxn>
                </a:cxnLst>
                <a:rect l="0" t="0" r="0" b="0"/>
                <a:pathLst>
                  <a:path w="264" h="519">
                    <a:moveTo>
                      <a:pt x="161" y="18"/>
                    </a:moveTo>
                    <a:cubicBezTo>
                      <a:pt x="161" y="18"/>
                      <a:pt x="264" y="0"/>
                      <a:pt x="216" y="220"/>
                    </a:cubicBezTo>
                    <a:cubicBezTo>
                      <a:pt x="191" y="333"/>
                      <a:pt x="192" y="519"/>
                      <a:pt x="141" y="502"/>
                    </a:cubicBezTo>
                    <a:cubicBezTo>
                      <a:pt x="19" y="481"/>
                      <a:pt x="19" y="481"/>
                      <a:pt x="19" y="481"/>
                    </a:cubicBezTo>
                    <a:cubicBezTo>
                      <a:pt x="0" y="479"/>
                      <a:pt x="2" y="417"/>
                      <a:pt x="12" y="320"/>
                    </a:cubicBezTo>
                    <a:cubicBezTo>
                      <a:pt x="27" y="175"/>
                      <a:pt x="25" y="83"/>
                      <a:pt x="161" y="18"/>
                    </a:cubicBezTo>
                    <a:close/>
                  </a:path>
                </a:pathLst>
              </a:custGeom>
              <a:solidFill>
                <a:srgbClr val="DFE9E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1" name="Freeform 289"/>
              <p:cNvSpPr/>
              <p:nvPr userDrawn="1"/>
            </p:nvSpPr>
            <p:spPr>
              <a:xfrm>
                <a:off x="9720263" y="2152650"/>
                <a:ext cx="271463" cy="549275"/>
              </a:xfrm>
              <a:custGeom>
                <a:avLst/>
                <a:gdLst/>
                <a:ahLst/>
                <a:cxnLst>
                  <a:cxn ang="0">
                    <a:pos x="0" y="256547"/>
                  </a:cxn>
                  <a:cxn ang="0">
                    <a:pos x="0" y="545985"/>
                  </a:cxn>
                  <a:cxn ang="0">
                    <a:pos x="264841" y="417712"/>
                  </a:cxn>
                  <a:cxn ang="0">
                    <a:pos x="244978" y="0"/>
                  </a:cxn>
                  <a:cxn ang="0">
                    <a:pos x="0" y="256547"/>
                  </a:cxn>
                </a:cxnLst>
                <a:rect l="0" t="0" r="0" b="0"/>
                <a:pathLst>
                  <a:path w="82" h="167">
                    <a:moveTo>
                      <a:pt x="0" y="78"/>
                    </a:moveTo>
                    <a:cubicBezTo>
                      <a:pt x="8" y="126"/>
                      <a:pt x="0" y="167"/>
                      <a:pt x="0" y="166"/>
                    </a:cubicBezTo>
                    <a:cubicBezTo>
                      <a:pt x="4" y="163"/>
                      <a:pt x="82" y="127"/>
                      <a:pt x="80" y="127"/>
                    </a:cubicBezTo>
                    <a:cubicBezTo>
                      <a:pt x="77" y="126"/>
                      <a:pt x="74" y="0"/>
                      <a:pt x="74" y="0"/>
                    </a:cubicBez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2" name="Freeform 290"/>
              <p:cNvSpPr/>
              <p:nvPr userDrawn="1"/>
            </p:nvSpPr>
            <p:spPr>
              <a:xfrm>
                <a:off x="9082088" y="1439863"/>
                <a:ext cx="971550" cy="1141413"/>
              </a:xfrm>
              <a:custGeom>
                <a:avLst/>
                <a:gdLst/>
                <a:ahLst/>
                <a:cxnLst>
                  <a:cxn ang="0">
                    <a:pos x="401793" y="52782"/>
                  </a:cxn>
                  <a:cxn ang="0">
                    <a:pos x="88921" y="597097"/>
                  </a:cxn>
                  <a:cxn ang="0">
                    <a:pos x="174549" y="719156"/>
                  </a:cxn>
                  <a:cxn ang="0">
                    <a:pos x="151495" y="893996"/>
                  </a:cxn>
                  <a:cxn ang="0">
                    <a:pos x="230537" y="900594"/>
                  </a:cxn>
                  <a:cxn ang="0">
                    <a:pos x="428140" y="1101826"/>
                  </a:cxn>
                  <a:cxn ang="0">
                    <a:pos x="902388" y="445349"/>
                  </a:cxn>
                  <a:cxn ang="0">
                    <a:pos x="401793" y="52782"/>
                  </a:cxn>
                </a:cxnLst>
                <a:rect l="0" t="0" r="0" b="0"/>
                <a:pathLst>
                  <a:path w="295" h="346">
                    <a:moveTo>
                      <a:pt x="122" y="16"/>
                    </a:moveTo>
                    <a:cubicBezTo>
                      <a:pt x="36" y="37"/>
                      <a:pt x="0" y="88"/>
                      <a:pt x="27" y="181"/>
                    </a:cubicBezTo>
                    <a:cubicBezTo>
                      <a:pt x="31" y="194"/>
                      <a:pt x="50" y="213"/>
                      <a:pt x="53" y="218"/>
                    </a:cubicBezTo>
                    <a:cubicBezTo>
                      <a:pt x="49" y="251"/>
                      <a:pt x="42" y="259"/>
                      <a:pt x="46" y="271"/>
                    </a:cubicBezTo>
                    <a:cubicBezTo>
                      <a:pt x="48" y="276"/>
                      <a:pt x="61" y="275"/>
                      <a:pt x="70" y="273"/>
                    </a:cubicBezTo>
                    <a:cubicBezTo>
                      <a:pt x="82" y="297"/>
                      <a:pt x="107" y="329"/>
                      <a:pt x="130" y="334"/>
                    </a:cubicBezTo>
                    <a:cubicBezTo>
                      <a:pt x="186" y="346"/>
                      <a:pt x="295" y="244"/>
                      <a:pt x="274" y="135"/>
                    </a:cubicBezTo>
                    <a:cubicBezTo>
                      <a:pt x="258" y="53"/>
                      <a:pt x="190" y="0"/>
                      <a:pt x="122" y="16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3" name="Freeform 291"/>
              <p:cNvSpPr/>
              <p:nvPr userDrawn="1"/>
            </p:nvSpPr>
            <p:spPr>
              <a:xfrm>
                <a:off x="9039226" y="1374775"/>
                <a:ext cx="1077913" cy="806450"/>
              </a:xfrm>
              <a:custGeom>
                <a:avLst/>
                <a:gdLst/>
                <a:ahLst/>
                <a:cxnLst>
                  <a:cxn ang="0">
                    <a:pos x="583457" y="539827"/>
                  </a:cxn>
                  <a:cxn ang="0">
                    <a:pos x="731794" y="766950"/>
                  </a:cxn>
                  <a:cxn ang="0">
                    <a:pos x="695534" y="523369"/>
                  </a:cxn>
                  <a:cxn ang="0">
                    <a:pos x="830685" y="678076"/>
                  </a:cxn>
                  <a:cxn ang="0">
                    <a:pos x="1002096" y="786700"/>
                  </a:cxn>
                  <a:cxn ang="0">
                    <a:pos x="662570" y="88874"/>
                  </a:cxn>
                  <a:cxn ang="0">
                    <a:pos x="207671" y="174456"/>
                  </a:cxn>
                  <a:cxn ang="0">
                    <a:pos x="161522" y="210664"/>
                  </a:cxn>
                  <a:cxn ang="0">
                    <a:pos x="13185" y="546411"/>
                  </a:cxn>
                  <a:cxn ang="0">
                    <a:pos x="98891" y="704409"/>
                  </a:cxn>
                  <a:cxn ang="0">
                    <a:pos x="69223" y="612243"/>
                  </a:cxn>
                  <a:cxn ang="0">
                    <a:pos x="174707" y="684659"/>
                  </a:cxn>
                  <a:cxn ang="0">
                    <a:pos x="171411" y="678076"/>
                  </a:cxn>
                  <a:cxn ang="0">
                    <a:pos x="141743" y="605660"/>
                  </a:cxn>
                  <a:cxn ang="0">
                    <a:pos x="135151" y="582618"/>
                  </a:cxn>
                  <a:cxn ang="0">
                    <a:pos x="135151" y="582618"/>
                  </a:cxn>
                  <a:cxn ang="0">
                    <a:pos x="214264" y="638576"/>
                  </a:cxn>
                  <a:cxn ang="0">
                    <a:pos x="313155" y="651743"/>
                  </a:cxn>
                  <a:cxn ang="0">
                    <a:pos x="273598" y="622118"/>
                  </a:cxn>
                  <a:cxn ang="0">
                    <a:pos x="372489" y="625410"/>
                  </a:cxn>
                  <a:cxn ang="0">
                    <a:pos x="319747" y="585910"/>
                  </a:cxn>
                  <a:cxn ang="0">
                    <a:pos x="454899" y="592493"/>
                  </a:cxn>
                  <a:cxn ang="0">
                    <a:pos x="583457" y="539827"/>
                  </a:cxn>
                </a:cxnLst>
                <a:rect l="0" t="0" r="0" b="0"/>
                <a:pathLst>
                  <a:path w="327" h="245">
                    <a:moveTo>
                      <a:pt x="177" y="164"/>
                    </a:moveTo>
                    <a:cubicBezTo>
                      <a:pt x="182" y="194"/>
                      <a:pt x="203" y="229"/>
                      <a:pt x="222" y="233"/>
                    </a:cubicBezTo>
                    <a:cubicBezTo>
                      <a:pt x="223" y="233"/>
                      <a:pt x="196" y="180"/>
                      <a:pt x="211" y="159"/>
                    </a:cubicBezTo>
                    <a:cubicBezTo>
                      <a:pt x="230" y="133"/>
                      <a:pt x="271" y="158"/>
                      <a:pt x="252" y="206"/>
                    </a:cubicBezTo>
                    <a:cubicBezTo>
                      <a:pt x="252" y="206"/>
                      <a:pt x="271" y="245"/>
                      <a:pt x="304" y="239"/>
                    </a:cubicBezTo>
                    <a:cubicBezTo>
                      <a:pt x="280" y="210"/>
                      <a:pt x="327" y="21"/>
                      <a:pt x="201" y="27"/>
                    </a:cubicBezTo>
                    <a:cubicBezTo>
                      <a:pt x="160" y="0"/>
                      <a:pt x="94" y="30"/>
                      <a:pt x="63" y="53"/>
                    </a:cubicBezTo>
                    <a:cubicBezTo>
                      <a:pt x="58" y="56"/>
                      <a:pt x="53" y="60"/>
                      <a:pt x="49" y="64"/>
                    </a:cubicBezTo>
                    <a:cubicBezTo>
                      <a:pt x="13" y="95"/>
                      <a:pt x="0" y="138"/>
                      <a:pt x="4" y="166"/>
                    </a:cubicBezTo>
                    <a:cubicBezTo>
                      <a:pt x="8" y="198"/>
                      <a:pt x="31" y="214"/>
                      <a:pt x="30" y="214"/>
                    </a:cubicBezTo>
                    <a:cubicBezTo>
                      <a:pt x="29" y="212"/>
                      <a:pt x="23" y="196"/>
                      <a:pt x="21" y="186"/>
                    </a:cubicBezTo>
                    <a:cubicBezTo>
                      <a:pt x="34" y="200"/>
                      <a:pt x="53" y="208"/>
                      <a:pt x="53" y="208"/>
                    </a:cubicBezTo>
                    <a:cubicBezTo>
                      <a:pt x="53" y="208"/>
                      <a:pt x="52" y="208"/>
                      <a:pt x="52" y="206"/>
                    </a:cubicBezTo>
                    <a:cubicBezTo>
                      <a:pt x="52" y="206"/>
                      <a:pt x="47" y="194"/>
                      <a:pt x="43" y="184"/>
                    </a:cubicBezTo>
                    <a:cubicBezTo>
                      <a:pt x="42" y="182"/>
                      <a:pt x="42" y="180"/>
                      <a:pt x="41" y="177"/>
                    </a:cubicBezTo>
                    <a:cubicBezTo>
                      <a:pt x="41" y="177"/>
                      <a:pt x="41" y="177"/>
                      <a:pt x="41" y="177"/>
                    </a:cubicBezTo>
                    <a:cubicBezTo>
                      <a:pt x="41" y="177"/>
                      <a:pt x="45" y="186"/>
                      <a:pt x="65" y="194"/>
                    </a:cubicBezTo>
                    <a:cubicBezTo>
                      <a:pt x="84" y="201"/>
                      <a:pt x="95" y="198"/>
                      <a:pt x="95" y="198"/>
                    </a:cubicBezTo>
                    <a:cubicBezTo>
                      <a:pt x="95" y="198"/>
                      <a:pt x="90" y="195"/>
                      <a:pt x="83" y="189"/>
                    </a:cubicBezTo>
                    <a:cubicBezTo>
                      <a:pt x="94" y="191"/>
                      <a:pt x="104" y="192"/>
                      <a:pt x="113" y="190"/>
                    </a:cubicBezTo>
                    <a:cubicBezTo>
                      <a:pt x="108" y="187"/>
                      <a:pt x="97" y="178"/>
                      <a:pt x="97" y="178"/>
                    </a:cubicBezTo>
                    <a:cubicBezTo>
                      <a:pt x="97" y="178"/>
                      <a:pt x="117" y="182"/>
                      <a:pt x="138" y="180"/>
                    </a:cubicBezTo>
                    <a:cubicBezTo>
                      <a:pt x="152" y="179"/>
                      <a:pt x="167" y="170"/>
                      <a:pt x="177" y="164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4" name="Freeform 292"/>
              <p:cNvSpPr/>
              <p:nvPr userDrawn="1"/>
            </p:nvSpPr>
            <p:spPr>
              <a:xfrm>
                <a:off x="9334501" y="2689225"/>
                <a:ext cx="280988" cy="1320800"/>
              </a:xfrm>
              <a:custGeom>
                <a:avLst/>
                <a:gdLst/>
                <a:ahLst/>
                <a:cxnLst>
                  <a:cxn ang="0">
                    <a:pos x="228096" y="36231"/>
                  </a:cxn>
                  <a:cxn ang="0">
                    <a:pos x="42974" y="1320800"/>
                  </a:cxn>
                  <a:cxn ang="0">
                    <a:pos x="135535" y="1189049"/>
                  </a:cxn>
                  <a:cxn ang="0">
                    <a:pos x="280988" y="0"/>
                  </a:cxn>
                  <a:cxn ang="0">
                    <a:pos x="228096" y="36231"/>
                  </a:cxn>
                </a:cxnLst>
                <a:rect l="0" t="0" r="0" b="0"/>
                <a:pathLst>
                  <a:path w="85" h="401">
                    <a:moveTo>
                      <a:pt x="69" y="11"/>
                    </a:moveTo>
                    <a:cubicBezTo>
                      <a:pt x="0" y="95"/>
                      <a:pt x="13" y="401"/>
                      <a:pt x="13" y="401"/>
                    </a:cubicBezTo>
                    <a:cubicBezTo>
                      <a:pt x="41" y="361"/>
                      <a:pt x="41" y="361"/>
                      <a:pt x="41" y="361"/>
                    </a:cubicBezTo>
                    <a:cubicBezTo>
                      <a:pt x="56" y="261"/>
                      <a:pt x="20" y="133"/>
                      <a:pt x="85" y="0"/>
                    </a:cubicBezTo>
                    <a:lnTo>
                      <a:pt x="69" y="11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5" name="Freeform 293"/>
              <p:cNvSpPr/>
              <p:nvPr userDrawn="1"/>
            </p:nvSpPr>
            <p:spPr>
              <a:xfrm>
                <a:off x="2595563" y="2095500"/>
                <a:ext cx="60325" cy="60325"/>
              </a:xfrm>
              <a:custGeom>
                <a:avLst/>
                <a:gdLst/>
                <a:ahLst/>
                <a:cxnLst>
                  <a:cxn ang="0">
                    <a:pos x="20108" y="3351"/>
                  </a:cxn>
                  <a:cxn ang="0">
                    <a:pos x="56973" y="23459"/>
                  </a:cxn>
                  <a:cxn ang="0">
                    <a:pos x="36865" y="56973"/>
                  </a:cxn>
                  <a:cxn ang="0">
                    <a:pos x="3351" y="36865"/>
                  </a:cxn>
                  <a:cxn ang="0">
                    <a:pos x="20108" y="3351"/>
                  </a:cxn>
                </a:cxnLst>
                <a:rect l="0" t="0" r="0" b="0"/>
                <a:pathLst>
                  <a:path w="18" h="18">
                    <a:moveTo>
                      <a:pt x="6" y="1"/>
                    </a:moveTo>
                    <a:cubicBezTo>
                      <a:pt x="11" y="0"/>
                      <a:pt x="15" y="3"/>
                      <a:pt x="17" y="7"/>
                    </a:cubicBezTo>
                    <a:cubicBezTo>
                      <a:pt x="18" y="12"/>
                      <a:pt x="16" y="16"/>
                      <a:pt x="11" y="17"/>
                    </a:cubicBezTo>
                    <a:cubicBezTo>
                      <a:pt x="7" y="18"/>
                      <a:pt x="2" y="15"/>
                      <a:pt x="1" y="11"/>
                    </a:cubicBezTo>
                    <a:cubicBezTo>
                      <a:pt x="0" y="7"/>
                      <a:pt x="2" y="2"/>
                      <a:pt x="6" y="1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6" name="Freeform 294"/>
              <p:cNvSpPr/>
              <p:nvPr userDrawn="1"/>
            </p:nvSpPr>
            <p:spPr>
              <a:xfrm>
                <a:off x="9559926" y="2386013"/>
                <a:ext cx="523875" cy="401638"/>
              </a:xfrm>
              <a:custGeom>
                <a:avLst/>
                <a:gdLst/>
                <a:ahLst/>
                <a:cxnLst>
                  <a:cxn ang="0">
                    <a:pos x="0" y="401638"/>
                  </a:cxn>
                  <a:cxn ang="0">
                    <a:pos x="19768" y="243616"/>
                  </a:cxn>
                  <a:cxn ang="0">
                    <a:pos x="461273" y="0"/>
                  </a:cxn>
                  <a:cxn ang="0">
                    <a:pos x="523875" y="144853"/>
                  </a:cxn>
                  <a:cxn ang="0">
                    <a:pos x="0" y="401638"/>
                  </a:cxn>
                </a:cxnLst>
                <a:rect l="0" t="0" r="0" b="0"/>
                <a:pathLst>
                  <a:path w="159" h="122">
                    <a:moveTo>
                      <a:pt x="0" y="122"/>
                    </a:moveTo>
                    <a:cubicBezTo>
                      <a:pt x="0" y="118"/>
                      <a:pt x="6" y="74"/>
                      <a:pt x="6" y="74"/>
                    </a:cubicBezTo>
                    <a:cubicBezTo>
                      <a:pt x="6" y="74"/>
                      <a:pt x="134" y="0"/>
                      <a:pt x="140" y="0"/>
                    </a:cubicBezTo>
                    <a:cubicBezTo>
                      <a:pt x="146" y="0"/>
                      <a:pt x="159" y="44"/>
                      <a:pt x="159" y="44"/>
                    </a:cubicBezTo>
                    <a:lnTo>
                      <a:pt x="0" y="122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7" name="Rectangle 295"/>
              <p:cNvSpPr/>
              <p:nvPr userDrawn="1"/>
            </p:nvSpPr>
            <p:spPr>
              <a:xfrm>
                <a:off x="3436938" y="3375025"/>
                <a:ext cx="5146675" cy="2217738"/>
              </a:xfrm>
              <a:prstGeom prst="rect">
                <a:avLst/>
              </a:prstGeom>
              <a:solidFill>
                <a:srgbClr val="6D6E7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8" name="Freeform 296"/>
              <p:cNvSpPr/>
              <p:nvPr userDrawn="1"/>
            </p:nvSpPr>
            <p:spPr>
              <a:xfrm>
                <a:off x="7383463" y="4610100"/>
                <a:ext cx="1289050" cy="995363"/>
              </a:xfrm>
              <a:custGeom>
                <a:avLst/>
                <a:gdLst/>
                <a:ahLst/>
                <a:cxnLst>
                  <a:cxn ang="0">
                    <a:pos x="75826" y="3295"/>
                  </a:cxn>
                  <a:cxn ang="0">
                    <a:pos x="1216520" y="0"/>
                  </a:cxn>
                  <a:cxn ang="0">
                    <a:pos x="1249488" y="32959"/>
                  </a:cxn>
                  <a:cxn ang="0">
                    <a:pos x="1285753" y="962403"/>
                  </a:cxn>
                  <a:cxn ang="0">
                    <a:pos x="1256081" y="995363"/>
                  </a:cxn>
                  <a:cxn ang="0">
                    <a:pos x="32968" y="995363"/>
                  </a:cxn>
                  <a:cxn ang="0">
                    <a:pos x="0" y="962403"/>
                  </a:cxn>
                  <a:cxn ang="0">
                    <a:pos x="42858" y="36254"/>
                  </a:cxn>
                  <a:cxn ang="0">
                    <a:pos x="75826" y="3295"/>
                  </a:cxn>
                </a:cxnLst>
                <a:rect l="0" t="0" r="0" b="0"/>
                <a:pathLst>
                  <a:path w="391" h="302">
                    <a:moveTo>
                      <a:pt x="23" y="1"/>
                    </a:moveTo>
                    <a:cubicBezTo>
                      <a:pt x="369" y="0"/>
                      <a:pt x="369" y="0"/>
                      <a:pt x="369" y="0"/>
                    </a:cubicBezTo>
                    <a:cubicBezTo>
                      <a:pt x="374" y="0"/>
                      <a:pt x="378" y="5"/>
                      <a:pt x="379" y="10"/>
                    </a:cubicBezTo>
                    <a:cubicBezTo>
                      <a:pt x="390" y="292"/>
                      <a:pt x="390" y="292"/>
                      <a:pt x="390" y="292"/>
                    </a:cubicBezTo>
                    <a:cubicBezTo>
                      <a:pt x="391" y="297"/>
                      <a:pt x="386" y="302"/>
                      <a:pt x="381" y="302"/>
                    </a:cubicBezTo>
                    <a:cubicBezTo>
                      <a:pt x="10" y="302"/>
                      <a:pt x="10" y="302"/>
                      <a:pt x="10" y="302"/>
                    </a:cubicBezTo>
                    <a:cubicBezTo>
                      <a:pt x="5" y="302"/>
                      <a:pt x="0" y="297"/>
                      <a:pt x="0" y="292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4" y="5"/>
                      <a:pt x="17" y="1"/>
                      <a:pt x="23" y="1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89" name="Freeform 297"/>
              <p:cNvSpPr/>
              <p:nvPr userDrawn="1"/>
            </p:nvSpPr>
            <p:spPr>
              <a:xfrm>
                <a:off x="7416801" y="4646613"/>
                <a:ext cx="1222375" cy="922338"/>
              </a:xfrm>
              <a:custGeom>
                <a:avLst/>
                <a:gdLst/>
                <a:ahLst/>
                <a:cxnLst>
                  <a:cxn ang="0">
                    <a:pos x="42862" y="3175"/>
                  </a:cxn>
                  <a:cxn ang="0">
                    <a:pos x="0" y="922338"/>
                  </a:cxn>
                  <a:cxn ang="0">
                    <a:pos x="1222375" y="922338"/>
                  </a:cxn>
                  <a:cxn ang="0">
                    <a:pos x="1182687" y="0"/>
                  </a:cxn>
                  <a:cxn ang="0">
                    <a:pos x="42862" y="3175"/>
                  </a:cxn>
                </a:cxnLst>
                <a:rect l="0" t="0" r="0" b="0"/>
                <a:pathLst>
                  <a:path w="770" h="581">
                    <a:moveTo>
                      <a:pt x="27" y="2"/>
                    </a:moveTo>
                    <a:lnTo>
                      <a:pt x="0" y="581"/>
                    </a:lnTo>
                    <a:lnTo>
                      <a:pt x="770" y="581"/>
                    </a:lnTo>
                    <a:lnTo>
                      <a:pt x="745" y="0"/>
                    </a:lnTo>
                    <a:lnTo>
                      <a:pt x="27" y="2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0" name="Freeform 298"/>
              <p:cNvSpPr>
                <a:spLocks noEditPoints="1"/>
              </p:cNvSpPr>
              <p:nvPr userDrawn="1"/>
            </p:nvSpPr>
            <p:spPr>
              <a:xfrm>
                <a:off x="7835901" y="4471988"/>
                <a:ext cx="384175" cy="187325"/>
              </a:xfrm>
              <a:custGeom>
                <a:avLst/>
                <a:gdLst/>
                <a:ahLst/>
                <a:cxnLst>
                  <a:cxn ang="0">
                    <a:pos x="36119" y="0"/>
                  </a:cxn>
                  <a:cxn ang="0">
                    <a:pos x="348055" y="0"/>
                  </a:cxn>
                  <a:cxn ang="0">
                    <a:pos x="384175" y="39436"/>
                  </a:cxn>
                  <a:cxn ang="0">
                    <a:pos x="384175" y="147888"/>
                  </a:cxn>
                  <a:cxn ang="0">
                    <a:pos x="348055" y="187325"/>
                  </a:cxn>
                  <a:cxn ang="0">
                    <a:pos x="36119" y="187325"/>
                  </a:cxn>
                  <a:cxn ang="0">
                    <a:pos x="0" y="147888"/>
                  </a:cxn>
                  <a:cxn ang="0">
                    <a:pos x="0" y="39436"/>
                  </a:cxn>
                  <a:cxn ang="0">
                    <a:pos x="36119" y="0"/>
                  </a:cxn>
                  <a:cxn ang="0">
                    <a:pos x="36119" y="62441"/>
                  </a:cxn>
                  <a:cxn ang="0">
                    <a:pos x="36119" y="62441"/>
                  </a:cxn>
                  <a:cxn ang="0">
                    <a:pos x="32835" y="65728"/>
                  </a:cxn>
                  <a:cxn ang="0">
                    <a:pos x="32835" y="147888"/>
                  </a:cxn>
                  <a:cxn ang="0">
                    <a:pos x="36119" y="151174"/>
                  </a:cxn>
                  <a:cxn ang="0">
                    <a:pos x="348055" y="151174"/>
                  </a:cxn>
                  <a:cxn ang="0">
                    <a:pos x="351339" y="147888"/>
                  </a:cxn>
                  <a:cxn ang="0">
                    <a:pos x="351339" y="65728"/>
                  </a:cxn>
                  <a:cxn ang="0">
                    <a:pos x="348055" y="62441"/>
                  </a:cxn>
                  <a:cxn ang="0">
                    <a:pos x="36119" y="62441"/>
                  </a:cxn>
                </a:cxnLst>
                <a:rect l="0" t="0" r="0" b="0"/>
                <a:pathLst>
                  <a:path w="117" h="57">
                    <a:moveTo>
                      <a:pt x="11" y="0"/>
                    </a:moveTo>
                    <a:cubicBezTo>
                      <a:pt x="106" y="0"/>
                      <a:pt x="106" y="0"/>
                      <a:pt x="106" y="0"/>
                    </a:cubicBezTo>
                    <a:cubicBezTo>
                      <a:pt x="112" y="0"/>
                      <a:pt x="117" y="6"/>
                      <a:pt x="117" y="12"/>
                    </a:cubicBezTo>
                    <a:cubicBezTo>
                      <a:pt x="117" y="45"/>
                      <a:pt x="117" y="45"/>
                      <a:pt x="117" y="45"/>
                    </a:cubicBezTo>
                    <a:cubicBezTo>
                      <a:pt x="117" y="51"/>
                      <a:pt x="112" y="57"/>
                      <a:pt x="106" y="57"/>
                    </a:cubicBezTo>
                    <a:cubicBezTo>
                      <a:pt x="11" y="57"/>
                      <a:pt x="11" y="57"/>
                      <a:pt x="11" y="57"/>
                    </a:cubicBezTo>
                    <a:cubicBezTo>
                      <a:pt x="5" y="57"/>
                      <a:pt x="0" y="51"/>
                      <a:pt x="0" y="45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6"/>
                      <a:pt x="5" y="0"/>
                      <a:pt x="11" y="0"/>
                    </a:cubicBezTo>
                    <a:close/>
                    <a:moveTo>
                      <a:pt x="11" y="19"/>
                    </a:moveTo>
                    <a:cubicBezTo>
                      <a:pt x="11" y="19"/>
                      <a:pt x="11" y="19"/>
                      <a:pt x="11" y="19"/>
                    </a:cubicBezTo>
                    <a:cubicBezTo>
                      <a:pt x="10" y="19"/>
                      <a:pt x="10" y="19"/>
                      <a:pt x="10" y="20"/>
                    </a:cubicBezTo>
                    <a:cubicBezTo>
                      <a:pt x="10" y="45"/>
                      <a:pt x="10" y="45"/>
                      <a:pt x="10" y="45"/>
                    </a:cubicBezTo>
                    <a:cubicBezTo>
                      <a:pt x="10" y="45"/>
                      <a:pt x="10" y="46"/>
                      <a:pt x="11" y="46"/>
                    </a:cubicBezTo>
                    <a:cubicBezTo>
                      <a:pt x="106" y="46"/>
                      <a:pt x="106" y="46"/>
                      <a:pt x="106" y="46"/>
                    </a:cubicBezTo>
                    <a:cubicBezTo>
                      <a:pt x="107" y="46"/>
                      <a:pt x="107" y="45"/>
                      <a:pt x="107" y="45"/>
                    </a:cubicBezTo>
                    <a:cubicBezTo>
                      <a:pt x="107" y="20"/>
                      <a:pt x="107" y="20"/>
                      <a:pt x="107" y="20"/>
                    </a:cubicBezTo>
                    <a:cubicBezTo>
                      <a:pt x="107" y="19"/>
                      <a:pt x="107" y="19"/>
                      <a:pt x="106" y="19"/>
                    </a:cubicBezTo>
                    <a:lnTo>
                      <a:pt x="11" y="19"/>
                    </a:lnTo>
                    <a:close/>
                  </a:path>
                </a:pathLst>
              </a:custGeom>
              <a:solidFill>
                <a:srgbClr val="20121D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1" name="Freeform 299"/>
              <p:cNvSpPr/>
              <p:nvPr userDrawn="1"/>
            </p:nvSpPr>
            <p:spPr>
              <a:xfrm>
                <a:off x="7370763" y="4600575"/>
                <a:ext cx="1314450" cy="638175"/>
              </a:xfrm>
              <a:custGeom>
                <a:avLst/>
                <a:gdLst/>
                <a:ahLst/>
                <a:cxnLst>
                  <a:cxn ang="0">
                    <a:pos x="32943" y="0"/>
                  </a:cxn>
                  <a:cxn ang="0">
                    <a:pos x="1281506" y="0"/>
                  </a:cxn>
                  <a:cxn ang="0">
                    <a:pos x="1314450" y="36185"/>
                  </a:cxn>
                  <a:cxn ang="0">
                    <a:pos x="1314450" y="457249"/>
                  </a:cxn>
                  <a:cxn ang="0">
                    <a:pos x="655577" y="638175"/>
                  </a:cxn>
                  <a:cxn ang="0">
                    <a:pos x="0" y="457249"/>
                  </a:cxn>
                  <a:cxn ang="0">
                    <a:pos x="0" y="36185"/>
                  </a:cxn>
                  <a:cxn ang="0">
                    <a:pos x="32943" y="0"/>
                  </a:cxn>
                </a:cxnLst>
                <a:rect l="0" t="0" r="0" b="0"/>
                <a:pathLst>
                  <a:path w="399" h="194">
                    <a:moveTo>
                      <a:pt x="10" y="0"/>
                    </a:moveTo>
                    <a:cubicBezTo>
                      <a:pt x="389" y="0"/>
                      <a:pt x="389" y="0"/>
                      <a:pt x="389" y="0"/>
                    </a:cubicBezTo>
                    <a:cubicBezTo>
                      <a:pt x="395" y="0"/>
                      <a:pt x="399" y="5"/>
                      <a:pt x="399" y="11"/>
                    </a:cubicBezTo>
                    <a:cubicBezTo>
                      <a:pt x="399" y="139"/>
                      <a:pt x="399" y="139"/>
                      <a:pt x="399" y="139"/>
                    </a:cubicBezTo>
                    <a:cubicBezTo>
                      <a:pt x="353" y="172"/>
                      <a:pt x="281" y="194"/>
                      <a:pt x="199" y="194"/>
                    </a:cubicBezTo>
                    <a:cubicBezTo>
                      <a:pt x="118" y="194"/>
                      <a:pt x="46" y="172"/>
                      <a:pt x="0" y="13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2" name="Freeform 300"/>
              <p:cNvSpPr/>
              <p:nvPr userDrawn="1"/>
            </p:nvSpPr>
            <p:spPr>
              <a:xfrm>
                <a:off x="7386638" y="4600575"/>
                <a:ext cx="1282700" cy="622300"/>
              </a:xfrm>
              <a:custGeom>
                <a:avLst/>
                <a:gdLst/>
                <a:ahLst/>
                <a:cxnLst>
                  <a:cxn ang="0">
                    <a:pos x="639701" y="622300"/>
                  </a:cxn>
                  <a:cxn ang="0">
                    <a:pos x="3297" y="437914"/>
                  </a:cxn>
                  <a:cxn ang="0">
                    <a:pos x="0" y="434622"/>
                  </a:cxn>
                  <a:cxn ang="0">
                    <a:pos x="0" y="6585"/>
                  </a:cxn>
                  <a:cxn ang="0">
                    <a:pos x="9892" y="0"/>
                  </a:cxn>
                  <a:cxn ang="0">
                    <a:pos x="9892" y="428037"/>
                  </a:cxn>
                  <a:cxn ang="0">
                    <a:pos x="639701" y="609129"/>
                  </a:cxn>
                  <a:cxn ang="0">
                    <a:pos x="1272807" y="428037"/>
                  </a:cxn>
                  <a:cxn ang="0">
                    <a:pos x="1272807" y="0"/>
                  </a:cxn>
                  <a:cxn ang="0">
                    <a:pos x="1282700" y="6585"/>
                  </a:cxn>
                  <a:cxn ang="0">
                    <a:pos x="1282700" y="434622"/>
                  </a:cxn>
                  <a:cxn ang="0">
                    <a:pos x="1279402" y="437914"/>
                  </a:cxn>
                  <a:cxn ang="0">
                    <a:pos x="639701" y="622300"/>
                  </a:cxn>
                </a:cxnLst>
                <a:rect l="0" t="0" r="0" b="0"/>
                <a:pathLst>
                  <a:path w="389" h="189">
                    <a:moveTo>
                      <a:pt x="194" y="189"/>
                    </a:moveTo>
                    <a:cubicBezTo>
                      <a:pt x="119" y="189"/>
                      <a:pt x="48" y="168"/>
                      <a:pt x="1" y="133"/>
                    </a:cubicBezTo>
                    <a:cubicBezTo>
                      <a:pt x="0" y="132"/>
                      <a:pt x="0" y="132"/>
                      <a:pt x="0" y="13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1"/>
                      <a:pt x="2" y="1"/>
                      <a:pt x="3" y="0"/>
                    </a:cubicBezTo>
                    <a:cubicBezTo>
                      <a:pt x="3" y="130"/>
                      <a:pt x="3" y="130"/>
                      <a:pt x="3" y="130"/>
                    </a:cubicBezTo>
                    <a:cubicBezTo>
                      <a:pt x="50" y="165"/>
                      <a:pt x="120" y="185"/>
                      <a:pt x="194" y="185"/>
                    </a:cubicBezTo>
                    <a:cubicBezTo>
                      <a:pt x="269" y="185"/>
                      <a:pt x="339" y="165"/>
                      <a:pt x="386" y="130"/>
                    </a:cubicBezTo>
                    <a:cubicBezTo>
                      <a:pt x="386" y="0"/>
                      <a:pt x="386" y="0"/>
                      <a:pt x="386" y="0"/>
                    </a:cubicBezTo>
                    <a:cubicBezTo>
                      <a:pt x="387" y="1"/>
                      <a:pt x="388" y="1"/>
                      <a:pt x="389" y="2"/>
                    </a:cubicBezTo>
                    <a:cubicBezTo>
                      <a:pt x="389" y="132"/>
                      <a:pt x="389" y="132"/>
                      <a:pt x="389" y="132"/>
                    </a:cubicBezTo>
                    <a:cubicBezTo>
                      <a:pt x="388" y="133"/>
                      <a:pt x="388" y="133"/>
                      <a:pt x="388" y="133"/>
                    </a:cubicBezTo>
                    <a:cubicBezTo>
                      <a:pt x="341" y="168"/>
                      <a:pt x="270" y="189"/>
                      <a:pt x="194" y="189"/>
                    </a:cubicBez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3" name="Freeform 301"/>
              <p:cNvSpPr/>
              <p:nvPr userDrawn="1"/>
            </p:nvSpPr>
            <p:spPr>
              <a:xfrm>
                <a:off x="7940676" y="5164138"/>
                <a:ext cx="141288" cy="160338"/>
              </a:xfrm>
              <a:custGeom>
                <a:avLst/>
                <a:gdLst/>
                <a:ahLst/>
                <a:cxnLst>
                  <a:cxn ang="0">
                    <a:pos x="13143" y="0"/>
                  </a:cxn>
                  <a:cxn ang="0">
                    <a:pos x="128144" y="0"/>
                  </a:cxn>
                  <a:cxn ang="0">
                    <a:pos x="141288" y="13088"/>
                  </a:cxn>
                  <a:cxn ang="0">
                    <a:pos x="141288" y="143976"/>
                  </a:cxn>
                  <a:cxn ang="0">
                    <a:pos x="128144" y="160338"/>
                  </a:cxn>
                  <a:cxn ang="0">
                    <a:pos x="13143" y="160338"/>
                  </a:cxn>
                  <a:cxn ang="0">
                    <a:pos x="0" y="143976"/>
                  </a:cxn>
                  <a:cxn ang="0">
                    <a:pos x="0" y="13088"/>
                  </a:cxn>
                  <a:cxn ang="0">
                    <a:pos x="13143" y="0"/>
                  </a:cxn>
                </a:cxnLst>
                <a:rect l="0" t="0" r="0" b="0"/>
                <a:pathLst>
                  <a:path w="43" h="49">
                    <a:moveTo>
                      <a:pt x="4" y="0"/>
                    </a:moveTo>
                    <a:cubicBezTo>
                      <a:pt x="39" y="0"/>
                      <a:pt x="39" y="0"/>
                      <a:pt x="39" y="0"/>
                    </a:cubicBezTo>
                    <a:cubicBezTo>
                      <a:pt x="41" y="0"/>
                      <a:pt x="43" y="1"/>
                      <a:pt x="43" y="4"/>
                    </a:cubicBezTo>
                    <a:cubicBezTo>
                      <a:pt x="43" y="44"/>
                      <a:pt x="43" y="44"/>
                      <a:pt x="43" y="44"/>
                    </a:cubicBezTo>
                    <a:cubicBezTo>
                      <a:pt x="43" y="47"/>
                      <a:pt x="41" y="49"/>
                      <a:pt x="39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2" y="49"/>
                      <a:pt x="0" y="47"/>
                      <a:pt x="0" y="4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E4E4E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4" name="Freeform 302"/>
              <p:cNvSpPr/>
              <p:nvPr userDrawn="1"/>
            </p:nvSpPr>
            <p:spPr>
              <a:xfrm>
                <a:off x="7959726" y="5189538"/>
                <a:ext cx="103188" cy="106363"/>
              </a:xfrm>
              <a:custGeom>
                <a:avLst/>
                <a:gdLst/>
                <a:ahLst/>
                <a:cxnLst>
                  <a:cxn ang="0">
                    <a:pos x="6657" y="0"/>
                  </a:cxn>
                  <a:cxn ang="0">
                    <a:pos x="96530" y="0"/>
                  </a:cxn>
                  <a:cxn ang="0">
                    <a:pos x="103188" y="9971"/>
                  </a:cxn>
                  <a:cxn ang="0">
                    <a:pos x="103188" y="99715"/>
                  </a:cxn>
                  <a:cxn ang="0">
                    <a:pos x="96530" y="106363"/>
                  </a:cxn>
                  <a:cxn ang="0">
                    <a:pos x="6657" y="106363"/>
                  </a:cxn>
                  <a:cxn ang="0">
                    <a:pos x="0" y="99715"/>
                  </a:cxn>
                  <a:cxn ang="0">
                    <a:pos x="0" y="9971"/>
                  </a:cxn>
                  <a:cxn ang="0">
                    <a:pos x="6657" y="0"/>
                  </a:cxn>
                </a:cxnLst>
                <a:rect l="0" t="0" r="0" b="0"/>
                <a:pathLst>
                  <a:path w="31" h="32">
                    <a:moveTo>
                      <a:pt x="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30" y="0"/>
                      <a:pt x="31" y="1"/>
                      <a:pt x="31" y="3"/>
                    </a:cubicBez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31"/>
                      <a:pt x="30" y="32"/>
                      <a:pt x="29" y="32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1" y="32"/>
                      <a:pt x="0" y="31"/>
                      <a:pt x="0" y="3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rgbClr val="82808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5" name="Freeform 303"/>
              <p:cNvSpPr/>
              <p:nvPr userDrawn="1"/>
            </p:nvSpPr>
            <p:spPr>
              <a:xfrm>
                <a:off x="7888288" y="2406650"/>
                <a:ext cx="125413" cy="873125"/>
              </a:xfrm>
              <a:custGeom>
                <a:avLst/>
                <a:gdLst/>
                <a:ahLst/>
                <a:cxnLst>
                  <a:cxn ang="0">
                    <a:pos x="3300" y="32948"/>
                  </a:cxn>
                  <a:cxn ang="0">
                    <a:pos x="72607" y="846766"/>
                  </a:cxn>
                  <a:cxn ang="0">
                    <a:pos x="99010" y="873125"/>
                  </a:cxn>
                  <a:cxn ang="0">
                    <a:pos x="122112" y="843471"/>
                  </a:cxn>
                  <a:cxn ang="0">
                    <a:pos x="52805" y="26358"/>
                  </a:cxn>
                  <a:cxn ang="0">
                    <a:pos x="23102" y="3294"/>
                  </a:cxn>
                  <a:cxn ang="0">
                    <a:pos x="3300" y="32948"/>
                  </a:cxn>
                </a:cxnLst>
                <a:rect l="0" t="0" r="0" b="0"/>
                <a:pathLst>
                  <a:path w="38" h="265">
                    <a:moveTo>
                      <a:pt x="1" y="10"/>
                    </a:moveTo>
                    <a:cubicBezTo>
                      <a:pt x="22" y="257"/>
                      <a:pt x="22" y="257"/>
                      <a:pt x="22" y="257"/>
                    </a:cubicBezTo>
                    <a:cubicBezTo>
                      <a:pt x="23" y="262"/>
                      <a:pt x="26" y="265"/>
                      <a:pt x="30" y="265"/>
                    </a:cubicBezTo>
                    <a:cubicBezTo>
                      <a:pt x="34" y="264"/>
                      <a:pt x="38" y="260"/>
                      <a:pt x="37" y="256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5" y="4"/>
                      <a:pt x="11" y="0"/>
                      <a:pt x="7" y="1"/>
                    </a:cubicBezTo>
                    <a:cubicBezTo>
                      <a:pt x="3" y="1"/>
                      <a:pt x="0" y="5"/>
                      <a:pt x="1" y="10"/>
                    </a:cubicBezTo>
                    <a:close/>
                  </a:path>
                </a:pathLst>
              </a:custGeom>
              <a:solidFill>
                <a:srgbClr val="5E606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6" name="Freeform 304"/>
              <p:cNvSpPr/>
              <p:nvPr userDrawn="1"/>
            </p:nvSpPr>
            <p:spPr>
              <a:xfrm>
                <a:off x="7888288" y="2409825"/>
                <a:ext cx="101600" cy="869950"/>
              </a:xfrm>
              <a:custGeom>
                <a:avLst/>
                <a:gdLst/>
                <a:ahLst/>
                <a:cxnLst>
                  <a:cxn ang="0">
                    <a:pos x="3277" y="29657"/>
                  </a:cxn>
                  <a:cxn ang="0">
                    <a:pos x="72103" y="843587"/>
                  </a:cxn>
                  <a:cxn ang="0">
                    <a:pos x="98322" y="869950"/>
                  </a:cxn>
                  <a:cxn ang="0">
                    <a:pos x="101600" y="869950"/>
                  </a:cxn>
                  <a:cxn ang="0">
                    <a:pos x="22941" y="0"/>
                  </a:cxn>
                  <a:cxn ang="0">
                    <a:pos x="3277" y="29657"/>
                  </a:cxn>
                </a:cxnLst>
                <a:rect l="0" t="0" r="0" b="0"/>
                <a:pathLst>
                  <a:path w="31" h="264">
                    <a:moveTo>
                      <a:pt x="1" y="9"/>
                    </a:moveTo>
                    <a:cubicBezTo>
                      <a:pt x="22" y="256"/>
                      <a:pt x="22" y="256"/>
                      <a:pt x="22" y="256"/>
                    </a:cubicBezTo>
                    <a:cubicBezTo>
                      <a:pt x="23" y="261"/>
                      <a:pt x="26" y="264"/>
                      <a:pt x="30" y="264"/>
                    </a:cubicBezTo>
                    <a:cubicBezTo>
                      <a:pt x="31" y="264"/>
                      <a:pt x="31" y="264"/>
                      <a:pt x="31" y="264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4"/>
                      <a:pt x="1" y="9"/>
                    </a:cubicBezTo>
                    <a:close/>
                  </a:path>
                </a:pathLst>
              </a:custGeom>
              <a:solidFill>
                <a:srgbClr val="4F4E5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7" name="Rectangle 305"/>
              <p:cNvSpPr/>
              <p:nvPr userDrawn="1"/>
            </p:nvSpPr>
            <p:spPr>
              <a:xfrm>
                <a:off x="8056563" y="3240088"/>
                <a:ext cx="65088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8" name="Rectangle 306"/>
              <p:cNvSpPr/>
              <p:nvPr userDrawn="1"/>
            </p:nvSpPr>
            <p:spPr>
              <a:xfrm>
                <a:off x="8128001" y="3240088"/>
                <a:ext cx="66675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699" name="Rectangle 307"/>
              <p:cNvSpPr/>
              <p:nvPr userDrawn="1"/>
            </p:nvSpPr>
            <p:spPr>
              <a:xfrm>
                <a:off x="8201026" y="3240088"/>
                <a:ext cx="66675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0" name="Rectangle 308"/>
              <p:cNvSpPr/>
              <p:nvPr userDrawn="1"/>
            </p:nvSpPr>
            <p:spPr>
              <a:xfrm>
                <a:off x="8270876" y="3240088"/>
                <a:ext cx="65088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1" name="Rectangle 309"/>
              <p:cNvSpPr/>
              <p:nvPr userDrawn="1"/>
            </p:nvSpPr>
            <p:spPr>
              <a:xfrm>
                <a:off x="8342313" y="3240088"/>
                <a:ext cx="66675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2" name="Rectangle 310"/>
              <p:cNvSpPr/>
              <p:nvPr userDrawn="1"/>
            </p:nvSpPr>
            <p:spPr>
              <a:xfrm>
                <a:off x="8412163" y="3240088"/>
                <a:ext cx="65088" cy="12700"/>
              </a:xfrm>
              <a:prstGeom prst="rect">
                <a:avLst/>
              </a:prstGeom>
              <a:solidFill>
                <a:srgbClr val="595B5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3" name="Freeform 311"/>
              <p:cNvSpPr/>
              <p:nvPr userDrawn="1"/>
            </p:nvSpPr>
            <p:spPr>
              <a:xfrm>
                <a:off x="7964488" y="3246438"/>
                <a:ext cx="793750" cy="55563"/>
              </a:xfrm>
              <a:custGeom>
                <a:avLst/>
                <a:gdLst/>
                <a:ahLst/>
                <a:cxnLst>
                  <a:cxn ang="0">
                    <a:pos x="767401" y="0"/>
                  </a:cxn>
                  <a:cxn ang="0">
                    <a:pos x="26348" y="0"/>
                  </a:cxn>
                  <a:cxn ang="0">
                    <a:pos x="0" y="26147"/>
                  </a:cxn>
                  <a:cxn ang="0">
                    <a:pos x="26348" y="55563"/>
                  </a:cxn>
                  <a:cxn ang="0">
                    <a:pos x="767401" y="52294"/>
                  </a:cxn>
                  <a:cxn ang="0">
                    <a:pos x="793750" y="26147"/>
                  </a:cxn>
                  <a:cxn ang="0">
                    <a:pos x="767401" y="0"/>
                  </a:cxn>
                </a:cxnLst>
                <a:rect l="0" t="0" r="0" b="0"/>
                <a:pathLst>
                  <a:path w="241" h="17">
                    <a:moveTo>
                      <a:pt x="233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8" y="17"/>
                    </a:cubicBezTo>
                    <a:cubicBezTo>
                      <a:pt x="233" y="16"/>
                      <a:pt x="233" y="16"/>
                      <a:pt x="233" y="16"/>
                    </a:cubicBezTo>
                    <a:cubicBezTo>
                      <a:pt x="237" y="16"/>
                      <a:pt x="241" y="13"/>
                      <a:pt x="241" y="8"/>
                    </a:cubicBezTo>
                    <a:cubicBezTo>
                      <a:pt x="241" y="3"/>
                      <a:pt x="237" y="0"/>
                      <a:pt x="233" y="0"/>
                    </a:cubicBezTo>
                    <a:close/>
                  </a:path>
                </a:pathLst>
              </a:custGeom>
              <a:solidFill>
                <a:srgbClr val="4241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4" name="Rectangle 312"/>
              <p:cNvSpPr/>
              <p:nvPr userDrawn="1"/>
            </p:nvSpPr>
            <p:spPr>
              <a:xfrm>
                <a:off x="8504238" y="3265488"/>
                <a:ext cx="66675" cy="20638"/>
              </a:xfrm>
              <a:prstGeom prst="rect">
                <a:avLst/>
              </a:prstGeom>
              <a:solidFill>
                <a:srgbClr val="373737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5" name="Rectangle 313"/>
              <p:cNvSpPr/>
              <p:nvPr userDrawn="1"/>
            </p:nvSpPr>
            <p:spPr>
              <a:xfrm>
                <a:off x="8593138" y="3265488"/>
                <a:ext cx="66675" cy="20638"/>
              </a:xfrm>
              <a:prstGeom prst="rect">
                <a:avLst/>
              </a:prstGeom>
              <a:solidFill>
                <a:srgbClr val="373737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6" name="Freeform 314"/>
              <p:cNvSpPr/>
              <p:nvPr userDrawn="1"/>
            </p:nvSpPr>
            <p:spPr>
              <a:xfrm>
                <a:off x="8059738" y="3259138"/>
                <a:ext cx="401638" cy="30163"/>
              </a:xfrm>
              <a:custGeom>
                <a:avLst/>
                <a:gdLst/>
                <a:ahLst/>
                <a:cxnLst>
                  <a:cxn ang="0">
                    <a:pos x="6584" y="3351"/>
                  </a:cxn>
                  <a:cxn ang="0">
                    <a:pos x="395053" y="0"/>
                  </a:cxn>
                  <a:cxn ang="0">
                    <a:pos x="401638" y="6702"/>
                  </a:cxn>
                  <a:cxn ang="0">
                    <a:pos x="401638" y="23460"/>
                  </a:cxn>
                  <a:cxn ang="0">
                    <a:pos x="395053" y="30163"/>
                  </a:cxn>
                  <a:cxn ang="0">
                    <a:pos x="6584" y="30163"/>
                  </a:cxn>
                  <a:cxn ang="0">
                    <a:pos x="0" y="23460"/>
                  </a:cxn>
                  <a:cxn ang="0">
                    <a:pos x="0" y="10054"/>
                  </a:cxn>
                  <a:cxn ang="0">
                    <a:pos x="6584" y="3351"/>
                  </a:cxn>
                </a:cxnLst>
                <a:rect l="0" t="0" r="0" b="0"/>
                <a:pathLst>
                  <a:path w="122" h="9">
                    <a:moveTo>
                      <a:pt x="2" y="1"/>
                    </a:move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8"/>
                      <a:pt x="121" y="9"/>
                      <a:pt x="120" y="9"/>
                    </a:cubicBezTo>
                    <a:cubicBezTo>
                      <a:pt x="2" y="9"/>
                      <a:pt x="2" y="9"/>
                      <a:pt x="2" y="9"/>
                    </a:cubicBezTo>
                    <a:cubicBezTo>
                      <a:pt x="1" y="9"/>
                      <a:pt x="0" y="8"/>
                      <a:pt x="0" y="7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37373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7" name="Freeform 315"/>
              <p:cNvSpPr/>
              <p:nvPr userDrawn="1"/>
            </p:nvSpPr>
            <p:spPr>
              <a:xfrm>
                <a:off x="9431338" y="2474913"/>
                <a:ext cx="757238" cy="1855788"/>
              </a:xfrm>
              <a:custGeom>
                <a:avLst/>
                <a:gdLst/>
                <a:ahLst/>
                <a:cxnLst>
                  <a:cxn ang="0">
                    <a:pos x="566282" y="6592"/>
                  </a:cxn>
                  <a:cxn ang="0">
                    <a:pos x="227171" y="263699"/>
                  </a:cxn>
                  <a:cxn ang="0">
                    <a:pos x="128401" y="1529459"/>
                  </a:cxn>
                  <a:cxn ang="0">
                    <a:pos x="207417" y="1753604"/>
                  </a:cxn>
                  <a:cxn ang="0">
                    <a:pos x="437881" y="1829418"/>
                  </a:cxn>
                  <a:cxn ang="0">
                    <a:pos x="757238" y="1747011"/>
                  </a:cxn>
                  <a:cxn ang="0">
                    <a:pos x="711145" y="533992"/>
                  </a:cxn>
                  <a:cxn ang="0">
                    <a:pos x="704560" y="141738"/>
                  </a:cxn>
                  <a:cxn ang="0">
                    <a:pos x="566282" y="6592"/>
                  </a:cxn>
                </a:cxnLst>
                <a:rect l="0" t="0" r="0" b="0"/>
                <a:pathLst>
                  <a:path w="230" h="563">
                    <a:moveTo>
                      <a:pt x="172" y="2"/>
                    </a:moveTo>
                    <a:cubicBezTo>
                      <a:pt x="150" y="0"/>
                      <a:pt x="69" y="80"/>
                      <a:pt x="69" y="80"/>
                    </a:cubicBezTo>
                    <a:cubicBezTo>
                      <a:pt x="0" y="304"/>
                      <a:pt x="16" y="233"/>
                      <a:pt x="39" y="464"/>
                    </a:cubicBezTo>
                    <a:cubicBezTo>
                      <a:pt x="44" y="519"/>
                      <a:pt x="56" y="534"/>
                      <a:pt x="63" y="532"/>
                    </a:cubicBezTo>
                    <a:cubicBezTo>
                      <a:pt x="71" y="530"/>
                      <a:pt x="90" y="546"/>
                      <a:pt x="133" y="555"/>
                    </a:cubicBezTo>
                    <a:cubicBezTo>
                      <a:pt x="176" y="563"/>
                      <a:pt x="230" y="530"/>
                      <a:pt x="230" y="530"/>
                    </a:cubicBezTo>
                    <a:cubicBezTo>
                      <a:pt x="230" y="530"/>
                      <a:pt x="211" y="221"/>
                      <a:pt x="216" y="162"/>
                    </a:cubicBezTo>
                    <a:cubicBezTo>
                      <a:pt x="220" y="102"/>
                      <a:pt x="228" y="74"/>
                      <a:pt x="214" y="43"/>
                    </a:cubicBezTo>
                    <a:cubicBezTo>
                      <a:pt x="201" y="12"/>
                      <a:pt x="172" y="2"/>
                      <a:pt x="172" y="2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8" name="Freeform 316"/>
              <p:cNvSpPr/>
              <p:nvPr userDrawn="1"/>
            </p:nvSpPr>
            <p:spPr>
              <a:xfrm>
                <a:off x="8375651" y="2940050"/>
                <a:ext cx="487363" cy="300038"/>
              </a:xfrm>
              <a:custGeom>
                <a:avLst/>
                <a:gdLst/>
                <a:ahLst/>
                <a:cxnLst>
                  <a:cxn ang="0">
                    <a:pos x="487363" y="56051"/>
                  </a:cxn>
                  <a:cxn ang="0">
                    <a:pos x="233802" y="3297"/>
                  </a:cxn>
                  <a:cxn ang="0">
                    <a:pos x="85617" y="92319"/>
                  </a:cxn>
                  <a:cxn ang="0">
                    <a:pos x="13171" y="263769"/>
                  </a:cxn>
                  <a:cxn ang="0">
                    <a:pos x="49394" y="260472"/>
                  </a:cxn>
                  <a:cxn ang="0">
                    <a:pos x="88910" y="211015"/>
                  </a:cxn>
                  <a:cxn ang="0">
                    <a:pos x="115254" y="161558"/>
                  </a:cxn>
                  <a:cxn ang="0">
                    <a:pos x="164649" y="118696"/>
                  </a:cxn>
                  <a:cxn ang="0">
                    <a:pos x="102082" y="207718"/>
                  </a:cxn>
                  <a:cxn ang="0">
                    <a:pos x="62566" y="296740"/>
                  </a:cxn>
                  <a:cxn ang="0">
                    <a:pos x="105375" y="290146"/>
                  </a:cxn>
                  <a:cxn ang="0">
                    <a:pos x="158063" y="214312"/>
                  </a:cxn>
                  <a:cxn ang="0">
                    <a:pos x="207458" y="168153"/>
                  </a:cxn>
                  <a:cxn ang="0">
                    <a:pos x="256853" y="194530"/>
                  </a:cxn>
                  <a:cxn ang="0">
                    <a:pos x="411624" y="204421"/>
                  </a:cxn>
                  <a:cxn ang="0">
                    <a:pos x="487363" y="56051"/>
                  </a:cxn>
                </a:cxnLst>
                <a:rect l="0" t="0" r="0" b="0"/>
                <a:pathLst>
                  <a:path w="148" h="91">
                    <a:moveTo>
                      <a:pt x="148" y="17"/>
                    </a:moveTo>
                    <a:cubicBezTo>
                      <a:pt x="139" y="18"/>
                      <a:pt x="75" y="1"/>
                      <a:pt x="71" y="1"/>
                    </a:cubicBezTo>
                    <a:cubicBezTo>
                      <a:pt x="67" y="0"/>
                      <a:pt x="29" y="24"/>
                      <a:pt x="26" y="28"/>
                    </a:cubicBezTo>
                    <a:cubicBezTo>
                      <a:pt x="24" y="33"/>
                      <a:pt x="0" y="80"/>
                      <a:pt x="4" y="80"/>
                    </a:cubicBezTo>
                    <a:cubicBezTo>
                      <a:pt x="7" y="81"/>
                      <a:pt x="9" y="81"/>
                      <a:pt x="15" y="79"/>
                    </a:cubicBezTo>
                    <a:cubicBezTo>
                      <a:pt x="21" y="76"/>
                      <a:pt x="27" y="64"/>
                      <a:pt x="27" y="64"/>
                    </a:cubicBezTo>
                    <a:cubicBezTo>
                      <a:pt x="35" y="49"/>
                      <a:pt x="35" y="49"/>
                      <a:pt x="35" y="49"/>
                    </a:cubicBezTo>
                    <a:cubicBezTo>
                      <a:pt x="50" y="36"/>
                      <a:pt x="50" y="36"/>
                      <a:pt x="50" y="36"/>
                    </a:cubicBezTo>
                    <a:cubicBezTo>
                      <a:pt x="45" y="40"/>
                      <a:pt x="33" y="59"/>
                      <a:pt x="31" y="63"/>
                    </a:cubicBezTo>
                    <a:cubicBezTo>
                      <a:pt x="27" y="75"/>
                      <a:pt x="19" y="90"/>
                      <a:pt x="19" y="90"/>
                    </a:cubicBezTo>
                    <a:cubicBezTo>
                      <a:pt x="20" y="91"/>
                      <a:pt x="26" y="90"/>
                      <a:pt x="32" y="88"/>
                    </a:cubicBezTo>
                    <a:cubicBezTo>
                      <a:pt x="38" y="87"/>
                      <a:pt x="48" y="65"/>
                      <a:pt x="48" y="65"/>
                    </a:cubicBezTo>
                    <a:cubicBezTo>
                      <a:pt x="48" y="64"/>
                      <a:pt x="60" y="54"/>
                      <a:pt x="63" y="51"/>
                    </a:cubicBezTo>
                    <a:cubicBezTo>
                      <a:pt x="63" y="53"/>
                      <a:pt x="77" y="59"/>
                      <a:pt x="78" y="59"/>
                    </a:cubicBezTo>
                    <a:cubicBezTo>
                      <a:pt x="108" y="74"/>
                      <a:pt x="126" y="60"/>
                      <a:pt x="125" y="62"/>
                    </a:cubicBezTo>
                    <a:lnTo>
                      <a:pt x="148" y="17"/>
                    </a:ln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09" name="Freeform 317"/>
              <p:cNvSpPr/>
              <p:nvPr userDrawn="1"/>
            </p:nvSpPr>
            <p:spPr>
              <a:xfrm>
                <a:off x="8302626" y="2943225"/>
                <a:ext cx="307975" cy="177800"/>
              </a:xfrm>
              <a:custGeom>
                <a:avLst/>
                <a:gdLst/>
                <a:ahLst/>
                <a:cxnLst>
                  <a:cxn ang="0">
                    <a:pos x="307975" y="0"/>
                  </a:cxn>
                  <a:cxn ang="0">
                    <a:pos x="149020" y="46096"/>
                  </a:cxn>
                  <a:cxn ang="0">
                    <a:pos x="23180" y="167922"/>
                  </a:cxn>
                  <a:cxn ang="0">
                    <a:pos x="92723" y="151459"/>
                  </a:cxn>
                  <a:cxn ang="0">
                    <a:pos x="168889" y="102070"/>
                  </a:cxn>
                  <a:cxn ang="0">
                    <a:pos x="291417" y="79022"/>
                  </a:cxn>
                  <a:cxn ang="0">
                    <a:pos x="307975" y="0"/>
                  </a:cxn>
                </a:cxnLst>
                <a:rect l="0" t="0" r="0" b="0"/>
                <a:pathLst>
                  <a:path w="93" h="54">
                    <a:moveTo>
                      <a:pt x="93" y="0"/>
                    </a:moveTo>
                    <a:cubicBezTo>
                      <a:pt x="90" y="0"/>
                      <a:pt x="53" y="6"/>
                      <a:pt x="45" y="14"/>
                    </a:cubicBezTo>
                    <a:cubicBezTo>
                      <a:pt x="36" y="21"/>
                      <a:pt x="0" y="48"/>
                      <a:pt x="7" y="51"/>
                    </a:cubicBezTo>
                    <a:cubicBezTo>
                      <a:pt x="14" y="54"/>
                      <a:pt x="26" y="47"/>
                      <a:pt x="28" y="46"/>
                    </a:cubicBezTo>
                    <a:cubicBezTo>
                      <a:pt x="29" y="46"/>
                      <a:pt x="49" y="31"/>
                      <a:pt x="51" y="31"/>
                    </a:cubicBezTo>
                    <a:cubicBezTo>
                      <a:pt x="54" y="31"/>
                      <a:pt x="87" y="25"/>
                      <a:pt x="88" y="24"/>
                    </a:cubicBezTo>
                    <a:cubicBezTo>
                      <a:pt x="88" y="22"/>
                      <a:pt x="93" y="0"/>
                      <a:pt x="93" y="0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0" name="Freeform 318"/>
              <p:cNvSpPr/>
              <p:nvPr userDrawn="1"/>
            </p:nvSpPr>
            <p:spPr>
              <a:xfrm>
                <a:off x="8691563" y="2962275"/>
                <a:ext cx="219075" cy="257175"/>
              </a:xfrm>
              <a:custGeom>
                <a:avLst/>
                <a:gdLst/>
                <a:ahLst/>
                <a:cxnLst>
                  <a:cxn ang="0">
                    <a:pos x="219075" y="52753"/>
                  </a:cxn>
                  <a:cxn ang="0">
                    <a:pos x="89621" y="0"/>
                  </a:cxn>
                  <a:cxn ang="0">
                    <a:pos x="6638" y="230798"/>
                  </a:cxn>
                  <a:cxn ang="0">
                    <a:pos x="149369" y="257175"/>
                  </a:cxn>
                  <a:cxn ang="0">
                    <a:pos x="219075" y="52753"/>
                  </a:cxn>
                </a:cxnLst>
                <a:rect l="0" t="0" r="0" b="0"/>
                <a:pathLst>
                  <a:path w="66" h="78">
                    <a:moveTo>
                      <a:pt x="66" y="16"/>
                    </a:moveTo>
                    <a:cubicBezTo>
                      <a:pt x="63" y="14"/>
                      <a:pt x="27" y="0"/>
                      <a:pt x="27" y="0"/>
                    </a:cubicBezTo>
                    <a:cubicBezTo>
                      <a:pt x="27" y="0"/>
                      <a:pt x="0" y="71"/>
                      <a:pt x="2" y="70"/>
                    </a:cubicBezTo>
                    <a:cubicBezTo>
                      <a:pt x="3" y="70"/>
                      <a:pt x="45" y="78"/>
                      <a:pt x="45" y="78"/>
                    </a:cubicBezTo>
                    <a:lnTo>
                      <a:pt x="66" y="1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1" name="Freeform 319"/>
              <p:cNvSpPr/>
              <p:nvPr userDrawn="1"/>
            </p:nvSpPr>
            <p:spPr>
              <a:xfrm>
                <a:off x="8734426" y="2495550"/>
                <a:ext cx="1371600" cy="1033463"/>
              </a:xfrm>
              <a:custGeom>
                <a:avLst/>
                <a:gdLst/>
                <a:ahLst/>
                <a:cxnLst>
                  <a:cxn ang="0">
                    <a:pos x="1121019" y="82282"/>
                  </a:cxn>
                  <a:cxn ang="0">
                    <a:pos x="751742" y="720791"/>
                  </a:cxn>
                  <a:cxn ang="0">
                    <a:pos x="95616" y="473944"/>
                  </a:cxn>
                  <a:cxn ang="0">
                    <a:pos x="0" y="737247"/>
                  </a:cxn>
                  <a:cxn ang="0">
                    <a:pos x="794604" y="1033463"/>
                  </a:cxn>
                  <a:cxn ang="0">
                    <a:pos x="1361708" y="194185"/>
                  </a:cxn>
                  <a:cxn ang="0">
                    <a:pos x="1121019" y="82282"/>
                  </a:cxn>
                </a:cxnLst>
                <a:rect l="0" t="0" r="0" b="0"/>
                <a:pathLst>
                  <a:path w="416" h="314">
                    <a:moveTo>
                      <a:pt x="340" y="25"/>
                    </a:moveTo>
                    <a:cubicBezTo>
                      <a:pt x="340" y="25"/>
                      <a:pt x="228" y="219"/>
                      <a:pt x="228" y="219"/>
                    </a:cubicBezTo>
                    <a:cubicBezTo>
                      <a:pt x="134" y="179"/>
                      <a:pt x="29" y="143"/>
                      <a:pt x="29" y="144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1" y="224"/>
                      <a:pt x="130" y="272"/>
                      <a:pt x="241" y="314"/>
                    </a:cubicBezTo>
                    <a:cubicBezTo>
                      <a:pt x="273" y="304"/>
                      <a:pt x="406" y="137"/>
                      <a:pt x="413" y="59"/>
                    </a:cubicBezTo>
                    <a:cubicBezTo>
                      <a:pt x="416" y="11"/>
                      <a:pt x="378" y="0"/>
                      <a:pt x="340" y="25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2" name="Freeform 320"/>
              <p:cNvSpPr/>
              <p:nvPr userDrawn="1"/>
            </p:nvSpPr>
            <p:spPr>
              <a:xfrm>
                <a:off x="8734426" y="2738438"/>
                <a:ext cx="1352550" cy="790575"/>
              </a:xfrm>
              <a:custGeom>
                <a:avLst/>
                <a:gdLst/>
                <a:ahLst/>
                <a:cxnLst>
                  <a:cxn ang="0">
                    <a:pos x="13195" y="457874"/>
                  </a:cxn>
                  <a:cxn ang="0">
                    <a:pos x="0" y="494109"/>
                  </a:cxn>
                  <a:cxn ang="0">
                    <a:pos x="795035" y="790575"/>
                  </a:cxn>
                  <a:cxn ang="0">
                    <a:pos x="1352550" y="0"/>
                  </a:cxn>
                  <a:cxn ang="0">
                    <a:pos x="1286571" y="79057"/>
                  </a:cxn>
                  <a:cxn ang="0">
                    <a:pos x="979774" y="553402"/>
                  </a:cxn>
                  <a:cxn ang="0">
                    <a:pos x="755448" y="734575"/>
                  </a:cxn>
                  <a:cxn ang="0">
                    <a:pos x="13195" y="457874"/>
                  </a:cxn>
                </a:cxnLst>
                <a:rect l="0" t="0" r="0" b="0"/>
                <a:pathLst>
                  <a:path w="410" h="240">
                    <a:moveTo>
                      <a:pt x="4" y="139"/>
                    </a:moveTo>
                    <a:cubicBezTo>
                      <a:pt x="0" y="150"/>
                      <a:pt x="0" y="150"/>
                      <a:pt x="0" y="150"/>
                    </a:cubicBezTo>
                    <a:cubicBezTo>
                      <a:pt x="1" y="150"/>
                      <a:pt x="130" y="198"/>
                      <a:pt x="241" y="240"/>
                    </a:cubicBezTo>
                    <a:cubicBezTo>
                      <a:pt x="271" y="231"/>
                      <a:pt x="391" y="83"/>
                      <a:pt x="410" y="0"/>
                    </a:cubicBezTo>
                    <a:cubicBezTo>
                      <a:pt x="410" y="0"/>
                      <a:pt x="399" y="3"/>
                      <a:pt x="390" y="24"/>
                    </a:cubicBezTo>
                    <a:cubicBezTo>
                      <a:pt x="380" y="45"/>
                      <a:pt x="312" y="151"/>
                      <a:pt x="297" y="168"/>
                    </a:cubicBezTo>
                    <a:cubicBezTo>
                      <a:pt x="283" y="185"/>
                      <a:pt x="243" y="227"/>
                      <a:pt x="229" y="223"/>
                    </a:cubicBezTo>
                    <a:cubicBezTo>
                      <a:pt x="218" y="219"/>
                      <a:pt x="47" y="153"/>
                      <a:pt x="4" y="139"/>
                    </a:cubicBezTo>
                    <a:close/>
                  </a:path>
                </a:pathLst>
              </a:custGeom>
              <a:solidFill>
                <a:srgbClr val="3C3C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3" name="Rectangle 321"/>
              <p:cNvSpPr/>
              <p:nvPr userDrawn="1"/>
            </p:nvSpPr>
            <p:spPr>
              <a:xfrm>
                <a:off x="7664451" y="3268663"/>
                <a:ext cx="206375" cy="3016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4" name="Freeform 322"/>
              <p:cNvSpPr>
                <a:spLocks noEditPoints="1"/>
              </p:cNvSpPr>
              <p:nvPr userDrawn="1"/>
            </p:nvSpPr>
            <p:spPr>
              <a:xfrm>
                <a:off x="7769226" y="2508250"/>
                <a:ext cx="88900" cy="493713"/>
              </a:xfrm>
              <a:custGeom>
                <a:avLst/>
                <a:gdLst/>
                <a:ahLst/>
                <a:cxnLst>
                  <a:cxn ang="0">
                    <a:pos x="88900" y="0"/>
                  </a:cxn>
                  <a:cxn ang="0">
                    <a:pos x="30162" y="477837"/>
                  </a:cxn>
                  <a:cxn ang="0">
                    <a:pos x="30162" y="19050"/>
                  </a:cxn>
                  <a:cxn ang="0">
                    <a:pos x="3175" y="19050"/>
                  </a:cxn>
                  <a:cxn ang="0">
                    <a:pos x="15875" y="36512"/>
                  </a:cxn>
                  <a:cxn ang="0">
                    <a:pos x="15875" y="42862"/>
                  </a:cxn>
                  <a:cxn ang="0">
                    <a:pos x="3175" y="42862"/>
                  </a:cxn>
                  <a:cxn ang="0">
                    <a:pos x="15875" y="58737"/>
                  </a:cxn>
                  <a:cxn ang="0">
                    <a:pos x="15875" y="65087"/>
                  </a:cxn>
                  <a:cxn ang="0">
                    <a:pos x="3175" y="65087"/>
                  </a:cxn>
                  <a:cxn ang="0">
                    <a:pos x="30162" y="82550"/>
                  </a:cxn>
                  <a:cxn ang="0">
                    <a:pos x="15875" y="88900"/>
                  </a:cxn>
                  <a:cxn ang="0">
                    <a:pos x="3175" y="88900"/>
                  </a:cxn>
                  <a:cxn ang="0">
                    <a:pos x="15875" y="101600"/>
                  </a:cxn>
                  <a:cxn ang="0">
                    <a:pos x="15875" y="107950"/>
                  </a:cxn>
                  <a:cxn ang="0">
                    <a:pos x="3175" y="107950"/>
                  </a:cxn>
                  <a:cxn ang="0">
                    <a:pos x="15875" y="125412"/>
                  </a:cxn>
                  <a:cxn ang="0">
                    <a:pos x="30162" y="131762"/>
                  </a:cxn>
                  <a:cxn ang="0">
                    <a:pos x="3175" y="131762"/>
                  </a:cxn>
                  <a:cxn ang="0">
                    <a:pos x="15875" y="147637"/>
                  </a:cxn>
                  <a:cxn ang="0">
                    <a:pos x="15875" y="153987"/>
                  </a:cxn>
                  <a:cxn ang="0">
                    <a:pos x="3175" y="153987"/>
                  </a:cxn>
                  <a:cxn ang="0">
                    <a:pos x="15875" y="171450"/>
                  </a:cxn>
                  <a:cxn ang="0">
                    <a:pos x="15875" y="177800"/>
                  </a:cxn>
                  <a:cxn ang="0">
                    <a:pos x="3175" y="177800"/>
                  </a:cxn>
                  <a:cxn ang="0">
                    <a:pos x="30162" y="193675"/>
                  </a:cxn>
                  <a:cxn ang="0">
                    <a:pos x="15875" y="200025"/>
                  </a:cxn>
                  <a:cxn ang="0">
                    <a:pos x="3175" y="200025"/>
                  </a:cxn>
                  <a:cxn ang="0">
                    <a:pos x="15875" y="217487"/>
                  </a:cxn>
                  <a:cxn ang="0">
                    <a:pos x="15875" y="223837"/>
                  </a:cxn>
                  <a:cxn ang="0">
                    <a:pos x="3175" y="223837"/>
                  </a:cxn>
                  <a:cxn ang="0">
                    <a:pos x="15875" y="239712"/>
                  </a:cxn>
                  <a:cxn ang="0">
                    <a:pos x="30162" y="247650"/>
                  </a:cxn>
                  <a:cxn ang="0">
                    <a:pos x="3175" y="247650"/>
                  </a:cxn>
                  <a:cxn ang="0">
                    <a:pos x="15875" y="263525"/>
                  </a:cxn>
                  <a:cxn ang="0">
                    <a:pos x="15875" y="269875"/>
                  </a:cxn>
                  <a:cxn ang="0">
                    <a:pos x="3175" y="269875"/>
                  </a:cxn>
                  <a:cxn ang="0">
                    <a:pos x="15875" y="285750"/>
                  </a:cxn>
                  <a:cxn ang="0">
                    <a:pos x="15875" y="293687"/>
                  </a:cxn>
                  <a:cxn ang="0">
                    <a:pos x="3175" y="293687"/>
                  </a:cxn>
                  <a:cxn ang="0">
                    <a:pos x="30162" y="309562"/>
                  </a:cxn>
                  <a:cxn ang="0">
                    <a:pos x="15875" y="315912"/>
                  </a:cxn>
                  <a:cxn ang="0">
                    <a:pos x="3175" y="315912"/>
                  </a:cxn>
                  <a:cxn ang="0">
                    <a:pos x="15875" y="328612"/>
                  </a:cxn>
                  <a:cxn ang="0">
                    <a:pos x="15875" y="336550"/>
                  </a:cxn>
                  <a:cxn ang="0">
                    <a:pos x="3175" y="336550"/>
                  </a:cxn>
                  <a:cxn ang="0">
                    <a:pos x="15875" y="352425"/>
                  </a:cxn>
                  <a:cxn ang="0">
                    <a:pos x="30162" y="358775"/>
                  </a:cxn>
                  <a:cxn ang="0">
                    <a:pos x="3175" y="358775"/>
                  </a:cxn>
                  <a:cxn ang="0">
                    <a:pos x="15875" y="374650"/>
                  </a:cxn>
                  <a:cxn ang="0">
                    <a:pos x="15875" y="382587"/>
                  </a:cxn>
                  <a:cxn ang="0">
                    <a:pos x="3175" y="382587"/>
                  </a:cxn>
                  <a:cxn ang="0">
                    <a:pos x="15875" y="398462"/>
                  </a:cxn>
                  <a:cxn ang="0">
                    <a:pos x="15875" y="404812"/>
                  </a:cxn>
                  <a:cxn ang="0">
                    <a:pos x="3175" y="404812"/>
                  </a:cxn>
                  <a:cxn ang="0">
                    <a:pos x="30162" y="422275"/>
                  </a:cxn>
                  <a:cxn ang="0">
                    <a:pos x="15875" y="428625"/>
                  </a:cxn>
                  <a:cxn ang="0">
                    <a:pos x="3175" y="428625"/>
                  </a:cxn>
                  <a:cxn ang="0">
                    <a:pos x="15875" y="444500"/>
                  </a:cxn>
                  <a:cxn ang="0">
                    <a:pos x="15875" y="450850"/>
                  </a:cxn>
                  <a:cxn ang="0">
                    <a:pos x="3175" y="450850"/>
                  </a:cxn>
                  <a:cxn ang="0">
                    <a:pos x="15875" y="468312"/>
                  </a:cxn>
                </a:cxnLst>
                <a:rect l="0" t="0" r="0" b="0"/>
                <a:pathLst>
                  <a:path w="56" h="311">
                    <a:moveTo>
                      <a:pt x="0" y="0"/>
                    </a:moveTo>
                    <a:lnTo>
                      <a:pt x="0" y="311"/>
                    </a:lnTo>
                    <a:lnTo>
                      <a:pt x="56" y="311"/>
                    </a:lnTo>
                    <a:lnTo>
                      <a:pt x="56" y="0"/>
                    </a:lnTo>
                    <a:lnTo>
                      <a:pt x="0" y="0"/>
                    </a:lnTo>
                    <a:close/>
                    <a:moveTo>
                      <a:pt x="19" y="299"/>
                    </a:moveTo>
                    <a:lnTo>
                      <a:pt x="19" y="299"/>
                    </a:lnTo>
                    <a:lnTo>
                      <a:pt x="19" y="301"/>
                    </a:lnTo>
                    <a:lnTo>
                      <a:pt x="2" y="301"/>
                    </a:lnTo>
                    <a:lnTo>
                      <a:pt x="2" y="299"/>
                    </a:lnTo>
                    <a:lnTo>
                      <a:pt x="19" y="299"/>
                    </a:lnTo>
                    <a:close/>
                    <a:moveTo>
                      <a:pt x="19" y="12"/>
                    </a:moveTo>
                    <a:lnTo>
                      <a:pt x="19" y="12"/>
                    </a:lnTo>
                    <a:lnTo>
                      <a:pt x="19" y="14"/>
                    </a:lnTo>
                    <a:lnTo>
                      <a:pt x="2" y="14"/>
                    </a:lnTo>
                    <a:lnTo>
                      <a:pt x="2" y="12"/>
                    </a:lnTo>
                    <a:lnTo>
                      <a:pt x="19" y="12"/>
                    </a:lnTo>
                    <a:close/>
                    <a:moveTo>
                      <a:pt x="10" y="19"/>
                    </a:moveTo>
                    <a:lnTo>
                      <a:pt x="10" y="19"/>
                    </a:lnTo>
                    <a:lnTo>
                      <a:pt x="10" y="23"/>
                    </a:lnTo>
                    <a:lnTo>
                      <a:pt x="2" y="23"/>
                    </a:lnTo>
                    <a:lnTo>
                      <a:pt x="2" y="19"/>
                    </a:lnTo>
                    <a:lnTo>
                      <a:pt x="10" y="19"/>
                    </a:lnTo>
                    <a:close/>
                    <a:moveTo>
                      <a:pt x="10" y="27"/>
                    </a:moveTo>
                    <a:lnTo>
                      <a:pt x="10" y="27"/>
                    </a:lnTo>
                    <a:lnTo>
                      <a:pt x="10" y="29"/>
                    </a:lnTo>
                    <a:lnTo>
                      <a:pt x="2" y="29"/>
                    </a:lnTo>
                    <a:lnTo>
                      <a:pt x="2" y="27"/>
                    </a:lnTo>
                    <a:lnTo>
                      <a:pt x="10" y="27"/>
                    </a:lnTo>
                    <a:close/>
                    <a:moveTo>
                      <a:pt x="10" y="33"/>
                    </a:moveTo>
                    <a:lnTo>
                      <a:pt x="10" y="33"/>
                    </a:lnTo>
                    <a:lnTo>
                      <a:pt x="10" y="37"/>
                    </a:lnTo>
                    <a:lnTo>
                      <a:pt x="2" y="37"/>
                    </a:lnTo>
                    <a:lnTo>
                      <a:pt x="2" y="33"/>
                    </a:lnTo>
                    <a:lnTo>
                      <a:pt x="10" y="33"/>
                    </a:lnTo>
                    <a:close/>
                    <a:moveTo>
                      <a:pt x="10" y="41"/>
                    </a:moveTo>
                    <a:lnTo>
                      <a:pt x="10" y="41"/>
                    </a:lnTo>
                    <a:lnTo>
                      <a:pt x="10" y="43"/>
                    </a:lnTo>
                    <a:lnTo>
                      <a:pt x="2" y="43"/>
                    </a:lnTo>
                    <a:lnTo>
                      <a:pt x="2" y="41"/>
                    </a:lnTo>
                    <a:lnTo>
                      <a:pt x="10" y="41"/>
                    </a:lnTo>
                    <a:close/>
                    <a:moveTo>
                      <a:pt x="19" y="48"/>
                    </a:moveTo>
                    <a:lnTo>
                      <a:pt x="19" y="48"/>
                    </a:lnTo>
                    <a:lnTo>
                      <a:pt x="19" y="52"/>
                    </a:lnTo>
                    <a:lnTo>
                      <a:pt x="2" y="52"/>
                    </a:lnTo>
                    <a:lnTo>
                      <a:pt x="2" y="48"/>
                    </a:lnTo>
                    <a:lnTo>
                      <a:pt x="19" y="48"/>
                    </a:lnTo>
                    <a:close/>
                    <a:moveTo>
                      <a:pt x="10" y="56"/>
                    </a:moveTo>
                    <a:lnTo>
                      <a:pt x="10" y="56"/>
                    </a:lnTo>
                    <a:lnTo>
                      <a:pt x="10" y="58"/>
                    </a:lnTo>
                    <a:lnTo>
                      <a:pt x="2" y="58"/>
                    </a:lnTo>
                    <a:lnTo>
                      <a:pt x="2" y="56"/>
                    </a:lnTo>
                    <a:lnTo>
                      <a:pt x="10" y="56"/>
                    </a:lnTo>
                    <a:close/>
                    <a:moveTo>
                      <a:pt x="10" y="62"/>
                    </a:moveTo>
                    <a:lnTo>
                      <a:pt x="10" y="62"/>
                    </a:lnTo>
                    <a:lnTo>
                      <a:pt x="10" y="64"/>
                    </a:lnTo>
                    <a:lnTo>
                      <a:pt x="2" y="64"/>
                    </a:lnTo>
                    <a:lnTo>
                      <a:pt x="2" y="62"/>
                    </a:lnTo>
                    <a:lnTo>
                      <a:pt x="10" y="62"/>
                    </a:lnTo>
                    <a:close/>
                    <a:moveTo>
                      <a:pt x="10" y="68"/>
                    </a:moveTo>
                    <a:lnTo>
                      <a:pt x="10" y="68"/>
                    </a:lnTo>
                    <a:lnTo>
                      <a:pt x="10" y="73"/>
                    </a:lnTo>
                    <a:lnTo>
                      <a:pt x="2" y="73"/>
                    </a:lnTo>
                    <a:lnTo>
                      <a:pt x="2" y="68"/>
                    </a:lnTo>
                    <a:lnTo>
                      <a:pt x="10" y="68"/>
                    </a:lnTo>
                    <a:close/>
                    <a:moveTo>
                      <a:pt x="10" y="77"/>
                    </a:moveTo>
                    <a:lnTo>
                      <a:pt x="10" y="77"/>
                    </a:lnTo>
                    <a:lnTo>
                      <a:pt x="10" y="79"/>
                    </a:lnTo>
                    <a:lnTo>
                      <a:pt x="2" y="79"/>
                    </a:lnTo>
                    <a:lnTo>
                      <a:pt x="2" y="77"/>
                    </a:lnTo>
                    <a:lnTo>
                      <a:pt x="10" y="77"/>
                    </a:lnTo>
                    <a:close/>
                    <a:moveTo>
                      <a:pt x="19" y="83"/>
                    </a:moveTo>
                    <a:lnTo>
                      <a:pt x="19" y="83"/>
                    </a:lnTo>
                    <a:lnTo>
                      <a:pt x="19" y="87"/>
                    </a:lnTo>
                    <a:lnTo>
                      <a:pt x="2" y="87"/>
                    </a:lnTo>
                    <a:lnTo>
                      <a:pt x="2" y="83"/>
                    </a:lnTo>
                    <a:lnTo>
                      <a:pt x="19" y="83"/>
                    </a:lnTo>
                    <a:close/>
                    <a:moveTo>
                      <a:pt x="10" y="91"/>
                    </a:moveTo>
                    <a:lnTo>
                      <a:pt x="10" y="91"/>
                    </a:lnTo>
                    <a:lnTo>
                      <a:pt x="10" y="93"/>
                    </a:lnTo>
                    <a:lnTo>
                      <a:pt x="2" y="93"/>
                    </a:lnTo>
                    <a:lnTo>
                      <a:pt x="2" y="91"/>
                    </a:lnTo>
                    <a:lnTo>
                      <a:pt x="10" y="91"/>
                    </a:lnTo>
                    <a:close/>
                    <a:moveTo>
                      <a:pt x="10" y="97"/>
                    </a:moveTo>
                    <a:lnTo>
                      <a:pt x="10" y="97"/>
                    </a:lnTo>
                    <a:lnTo>
                      <a:pt x="10" y="102"/>
                    </a:lnTo>
                    <a:lnTo>
                      <a:pt x="2" y="102"/>
                    </a:lnTo>
                    <a:lnTo>
                      <a:pt x="2" y="97"/>
                    </a:lnTo>
                    <a:lnTo>
                      <a:pt x="10" y="97"/>
                    </a:lnTo>
                    <a:close/>
                    <a:moveTo>
                      <a:pt x="10" y="106"/>
                    </a:moveTo>
                    <a:lnTo>
                      <a:pt x="10" y="106"/>
                    </a:lnTo>
                    <a:lnTo>
                      <a:pt x="10" y="108"/>
                    </a:lnTo>
                    <a:lnTo>
                      <a:pt x="2" y="108"/>
                    </a:lnTo>
                    <a:lnTo>
                      <a:pt x="2" y="106"/>
                    </a:lnTo>
                    <a:lnTo>
                      <a:pt x="10" y="106"/>
                    </a:lnTo>
                    <a:close/>
                    <a:moveTo>
                      <a:pt x="10" y="112"/>
                    </a:moveTo>
                    <a:lnTo>
                      <a:pt x="10" y="112"/>
                    </a:lnTo>
                    <a:lnTo>
                      <a:pt x="10" y="116"/>
                    </a:lnTo>
                    <a:lnTo>
                      <a:pt x="2" y="116"/>
                    </a:lnTo>
                    <a:lnTo>
                      <a:pt x="2" y="112"/>
                    </a:lnTo>
                    <a:lnTo>
                      <a:pt x="10" y="112"/>
                    </a:lnTo>
                    <a:close/>
                    <a:moveTo>
                      <a:pt x="19" y="120"/>
                    </a:moveTo>
                    <a:lnTo>
                      <a:pt x="19" y="120"/>
                    </a:lnTo>
                    <a:lnTo>
                      <a:pt x="19" y="122"/>
                    </a:lnTo>
                    <a:lnTo>
                      <a:pt x="2" y="122"/>
                    </a:lnTo>
                    <a:lnTo>
                      <a:pt x="2" y="120"/>
                    </a:lnTo>
                    <a:lnTo>
                      <a:pt x="19" y="120"/>
                    </a:lnTo>
                    <a:close/>
                    <a:moveTo>
                      <a:pt x="10" y="126"/>
                    </a:moveTo>
                    <a:lnTo>
                      <a:pt x="10" y="126"/>
                    </a:lnTo>
                    <a:lnTo>
                      <a:pt x="10" y="129"/>
                    </a:lnTo>
                    <a:lnTo>
                      <a:pt x="2" y="129"/>
                    </a:lnTo>
                    <a:lnTo>
                      <a:pt x="2" y="126"/>
                    </a:lnTo>
                    <a:lnTo>
                      <a:pt x="10" y="126"/>
                    </a:lnTo>
                    <a:close/>
                    <a:moveTo>
                      <a:pt x="10" y="135"/>
                    </a:moveTo>
                    <a:lnTo>
                      <a:pt x="10" y="135"/>
                    </a:lnTo>
                    <a:lnTo>
                      <a:pt x="10" y="137"/>
                    </a:lnTo>
                    <a:lnTo>
                      <a:pt x="2" y="137"/>
                    </a:lnTo>
                    <a:lnTo>
                      <a:pt x="2" y="135"/>
                    </a:lnTo>
                    <a:lnTo>
                      <a:pt x="10" y="135"/>
                    </a:lnTo>
                    <a:close/>
                    <a:moveTo>
                      <a:pt x="10" y="141"/>
                    </a:moveTo>
                    <a:lnTo>
                      <a:pt x="10" y="141"/>
                    </a:lnTo>
                    <a:lnTo>
                      <a:pt x="10" y="143"/>
                    </a:lnTo>
                    <a:lnTo>
                      <a:pt x="2" y="143"/>
                    </a:lnTo>
                    <a:lnTo>
                      <a:pt x="2" y="141"/>
                    </a:lnTo>
                    <a:lnTo>
                      <a:pt x="10" y="141"/>
                    </a:lnTo>
                    <a:close/>
                    <a:moveTo>
                      <a:pt x="10" y="147"/>
                    </a:moveTo>
                    <a:lnTo>
                      <a:pt x="10" y="147"/>
                    </a:lnTo>
                    <a:lnTo>
                      <a:pt x="10" y="151"/>
                    </a:lnTo>
                    <a:lnTo>
                      <a:pt x="2" y="151"/>
                    </a:lnTo>
                    <a:lnTo>
                      <a:pt x="2" y="147"/>
                    </a:lnTo>
                    <a:lnTo>
                      <a:pt x="10" y="147"/>
                    </a:lnTo>
                    <a:close/>
                    <a:moveTo>
                      <a:pt x="19" y="156"/>
                    </a:moveTo>
                    <a:lnTo>
                      <a:pt x="19" y="156"/>
                    </a:lnTo>
                    <a:lnTo>
                      <a:pt x="19" y="158"/>
                    </a:lnTo>
                    <a:lnTo>
                      <a:pt x="2" y="158"/>
                    </a:lnTo>
                    <a:lnTo>
                      <a:pt x="2" y="156"/>
                    </a:lnTo>
                    <a:lnTo>
                      <a:pt x="19" y="156"/>
                    </a:lnTo>
                    <a:close/>
                    <a:moveTo>
                      <a:pt x="10" y="162"/>
                    </a:moveTo>
                    <a:lnTo>
                      <a:pt x="10" y="162"/>
                    </a:lnTo>
                    <a:lnTo>
                      <a:pt x="10" y="166"/>
                    </a:lnTo>
                    <a:lnTo>
                      <a:pt x="2" y="166"/>
                    </a:lnTo>
                    <a:lnTo>
                      <a:pt x="2" y="162"/>
                    </a:lnTo>
                    <a:lnTo>
                      <a:pt x="10" y="162"/>
                    </a:lnTo>
                    <a:close/>
                    <a:moveTo>
                      <a:pt x="10" y="170"/>
                    </a:moveTo>
                    <a:lnTo>
                      <a:pt x="10" y="170"/>
                    </a:lnTo>
                    <a:lnTo>
                      <a:pt x="10" y="172"/>
                    </a:lnTo>
                    <a:lnTo>
                      <a:pt x="2" y="172"/>
                    </a:lnTo>
                    <a:lnTo>
                      <a:pt x="2" y="170"/>
                    </a:lnTo>
                    <a:lnTo>
                      <a:pt x="10" y="170"/>
                    </a:lnTo>
                    <a:close/>
                    <a:moveTo>
                      <a:pt x="10" y="176"/>
                    </a:moveTo>
                    <a:lnTo>
                      <a:pt x="10" y="176"/>
                    </a:lnTo>
                    <a:lnTo>
                      <a:pt x="10" y="180"/>
                    </a:lnTo>
                    <a:lnTo>
                      <a:pt x="2" y="180"/>
                    </a:lnTo>
                    <a:lnTo>
                      <a:pt x="2" y="176"/>
                    </a:lnTo>
                    <a:lnTo>
                      <a:pt x="10" y="176"/>
                    </a:lnTo>
                    <a:close/>
                    <a:moveTo>
                      <a:pt x="10" y="185"/>
                    </a:moveTo>
                    <a:lnTo>
                      <a:pt x="10" y="185"/>
                    </a:lnTo>
                    <a:lnTo>
                      <a:pt x="10" y="187"/>
                    </a:lnTo>
                    <a:lnTo>
                      <a:pt x="2" y="187"/>
                    </a:lnTo>
                    <a:lnTo>
                      <a:pt x="2" y="185"/>
                    </a:lnTo>
                    <a:lnTo>
                      <a:pt x="10" y="185"/>
                    </a:lnTo>
                    <a:close/>
                    <a:moveTo>
                      <a:pt x="19" y="191"/>
                    </a:moveTo>
                    <a:lnTo>
                      <a:pt x="19" y="191"/>
                    </a:lnTo>
                    <a:lnTo>
                      <a:pt x="19" y="195"/>
                    </a:lnTo>
                    <a:lnTo>
                      <a:pt x="2" y="195"/>
                    </a:lnTo>
                    <a:lnTo>
                      <a:pt x="2" y="191"/>
                    </a:lnTo>
                    <a:lnTo>
                      <a:pt x="19" y="191"/>
                    </a:lnTo>
                    <a:close/>
                    <a:moveTo>
                      <a:pt x="10" y="199"/>
                    </a:moveTo>
                    <a:lnTo>
                      <a:pt x="10" y="199"/>
                    </a:lnTo>
                    <a:lnTo>
                      <a:pt x="10" y="201"/>
                    </a:lnTo>
                    <a:lnTo>
                      <a:pt x="2" y="201"/>
                    </a:lnTo>
                    <a:lnTo>
                      <a:pt x="2" y="199"/>
                    </a:lnTo>
                    <a:lnTo>
                      <a:pt x="10" y="199"/>
                    </a:lnTo>
                    <a:close/>
                    <a:moveTo>
                      <a:pt x="10" y="205"/>
                    </a:moveTo>
                    <a:lnTo>
                      <a:pt x="10" y="205"/>
                    </a:lnTo>
                    <a:lnTo>
                      <a:pt x="10" y="207"/>
                    </a:lnTo>
                    <a:lnTo>
                      <a:pt x="2" y="207"/>
                    </a:lnTo>
                    <a:lnTo>
                      <a:pt x="2" y="205"/>
                    </a:lnTo>
                    <a:lnTo>
                      <a:pt x="10" y="205"/>
                    </a:lnTo>
                    <a:close/>
                    <a:moveTo>
                      <a:pt x="10" y="212"/>
                    </a:moveTo>
                    <a:lnTo>
                      <a:pt x="10" y="212"/>
                    </a:lnTo>
                    <a:lnTo>
                      <a:pt x="10" y="216"/>
                    </a:lnTo>
                    <a:lnTo>
                      <a:pt x="2" y="216"/>
                    </a:lnTo>
                    <a:lnTo>
                      <a:pt x="2" y="212"/>
                    </a:lnTo>
                    <a:lnTo>
                      <a:pt x="10" y="212"/>
                    </a:lnTo>
                    <a:close/>
                    <a:moveTo>
                      <a:pt x="10" y="220"/>
                    </a:moveTo>
                    <a:lnTo>
                      <a:pt x="10" y="220"/>
                    </a:lnTo>
                    <a:lnTo>
                      <a:pt x="10" y="222"/>
                    </a:lnTo>
                    <a:lnTo>
                      <a:pt x="2" y="222"/>
                    </a:lnTo>
                    <a:lnTo>
                      <a:pt x="2" y="220"/>
                    </a:lnTo>
                    <a:lnTo>
                      <a:pt x="10" y="220"/>
                    </a:lnTo>
                    <a:close/>
                    <a:moveTo>
                      <a:pt x="19" y="226"/>
                    </a:moveTo>
                    <a:lnTo>
                      <a:pt x="19" y="226"/>
                    </a:lnTo>
                    <a:lnTo>
                      <a:pt x="19" y="230"/>
                    </a:lnTo>
                    <a:lnTo>
                      <a:pt x="2" y="230"/>
                    </a:lnTo>
                    <a:lnTo>
                      <a:pt x="2" y="226"/>
                    </a:lnTo>
                    <a:lnTo>
                      <a:pt x="19" y="226"/>
                    </a:lnTo>
                    <a:close/>
                    <a:moveTo>
                      <a:pt x="10" y="234"/>
                    </a:moveTo>
                    <a:lnTo>
                      <a:pt x="10" y="234"/>
                    </a:lnTo>
                    <a:lnTo>
                      <a:pt x="10" y="236"/>
                    </a:lnTo>
                    <a:lnTo>
                      <a:pt x="2" y="236"/>
                    </a:lnTo>
                    <a:lnTo>
                      <a:pt x="2" y="234"/>
                    </a:lnTo>
                    <a:lnTo>
                      <a:pt x="10" y="234"/>
                    </a:lnTo>
                    <a:close/>
                    <a:moveTo>
                      <a:pt x="10" y="241"/>
                    </a:moveTo>
                    <a:lnTo>
                      <a:pt x="10" y="241"/>
                    </a:lnTo>
                    <a:lnTo>
                      <a:pt x="10" y="245"/>
                    </a:lnTo>
                    <a:lnTo>
                      <a:pt x="2" y="245"/>
                    </a:lnTo>
                    <a:lnTo>
                      <a:pt x="2" y="241"/>
                    </a:lnTo>
                    <a:lnTo>
                      <a:pt x="10" y="241"/>
                    </a:lnTo>
                    <a:close/>
                    <a:moveTo>
                      <a:pt x="10" y="249"/>
                    </a:moveTo>
                    <a:lnTo>
                      <a:pt x="10" y="249"/>
                    </a:lnTo>
                    <a:lnTo>
                      <a:pt x="10" y="251"/>
                    </a:lnTo>
                    <a:lnTo>
                      <a:pt x="2" y="251"/>
                    </a:lnTo>
                    <a:lnTo>
                      <a:pt x="2" y="249"/>
                    </a:lnTo>
                    <a:lnTo>
                      <a:pt x="10" y="249"/>
                    </a:lnTo>
                    <a:close/>
                    <a:moveTo>
                      <a:pt x="10" y="255"/>
                    </a:moveTo>
                    <a:lnTo>
                      <a:pt x="10" y="255"/>
                    </a:lnTo>
                    <a:lnTo>
                      <a:pt x="10" y="259"/>
                    </a:lnTo>
                    <a:lnTo>
                      <a:pt x="2" y="259"/>
                    </a:lnTo>
                    <a:lnTo>
                      <a:pt x="2" y="255"/>
                    </a:lnTo>
                    <a:lnTo>
                      <a:pt x="10" y="255"/>
                    </a:lnTo>
                    <a:close/>
                    <a:moveTo>
                      <a:pt x="19" y="263"/>
                    </a:moveTo>
                    <a:lnTo>
                      <a:pt x="19" y="263"/>
                    </a:lnTo>
                    <a:lnTo>
                      <a:pt x="19" y="266"/>
                    </a:lnTo>
                    <a:lnTo>
                      <a:pt x="2" y="266"/>
                    </a:lnTo>
                    <a:lnTo>
                      <a:pt x="2" y="263"/>
                    </a:lnTo>
                    <a:lnTo>
                      <a:pt x="19" y="263"/>
                    </a:lnTo>
                    <a:close/>
                    <a:moveTo>
                      <a:pt x="10" y="270"/>
                    </a:moveTo>
                    <a:lnTo>
                      <a:pt x="10" y="270"/>
                    </a:lnTo>
                    <a:lnTo>
                      <a:pt x="10" y="274"/>
                    </a:lnTo>
                    <a:lnTo>
                      <a:pt x="2" y="272"/>
                    </a:lnTo>
                    <a:lnTo>
                      <a:pt x="2" y="270"/>
                    </a:lnTo>
                    <a:lnTo>
                      <a:pt x="10" y="270"/>
                    </a:lnTo>
                    <a:close/>
                    <a:moveTo>
                      <a:pt x="10" y="278"/>
                    </a:moveTo>
                    <a:lnTo>
                      <a:pt x="10" y="278"/>
                    </a:lnTo>
                    <a:lnTo>
                      <a:pt x="10" y="280"/>
                    </a:lnTo>
                    <a:lnTo>
                      <a:pt x="2" y="280"/>
                    </a:lnTo>
                    <a:lnTo>
                      <a:pt x="2" y="278"/>
                    </a:lnTo>
                    <a:lnTo>
                      <a:pt x="10" y="278"/>
                    </a:lnTo>
                    <a:close/>
                    <a:moveTo>
                      <a:pt x="10" y="284"/>
                    </a:moveTo>
                    <a:lnTo>
                      <a:pt x="10" y="284"/>
                    </a:lnTo>
                    <a:lnTo>
                      <a:pt x="10" y="286"/>
                    </a:lnTo>
                    <a:lnTo>
                      <a:pt x="2" y="286"/>
                    </a:lnTo>
                    <a:lnTo>
                      <a:pt x="2" y="284"/>
                    </a:lnTo>
                    <a:lnTo>
                      <a:pt x="10" y="284"/>
                    </a:lnTo>
                    <a:close/>
                    <a:moveTo>
                      <a:pt x="10" y="290"/>
                    </a:moveTo>
                    <a:lnTo>
                      <a:pt x="10" y="290"/>
                    </a:lnTo>
                    <a:lnTo>
                      <a:pt x="10" y="295"/>
                    </a:lnTo>
                    <a:lnTo>
                      <a:pt x="2" y="295"/>
                    </a:lnTo>
                    <a:lnTo>
                      <a:pt x="2" y="290"/>
                    </a:lnTo>
                    <a:lnTo>
                      <a:pt x="10" y="290"/>
                    </a:ln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5" name="Rectangle 323"/>
              <p:cNvSpPr/>
              <p:nvPr userDrawn="1"/>
            </p:nvSpPr>
            <p:spPr>
              <a:xfrm>
                <a:off x="7835901" y="2508250"/>
                <a:ext cx="22225" cy="493713"/>
              </a:xfrm>
              <a:prstGeom prst="rect">
                <a:avLst/>
              </a:prstGeom>
              <a:solidFill>
                <a:srgbClr val="929497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6" name="Freeform 324"/>
              <p:cNvSpPr/>
              <p:nvPr userDrawn="1"/>
            </p:nvSpPr>
            <p:spPr>
              <a:xfrm>
                <a:off x="7723188" y="2662238"/>
                <a:ext cx="26988" cy="63500"/>
              </a:xfrm>
              <a:custGeom>
                <a:avLst/>
                <a:gdLst/>
                <a:ahLst/>
                <a:cxnLst>
                  <a:cxn ang="0">
                    <a:pos x="26988" y="63500"/>
                  </a:cxn>
                  <a:cxn ang="0">
                    <a:pos x="3373" y="63500"/>
                  </a:cxn>
                  <a:cxn ang="0">
                    <a:pos x="0" y="6684"/>
                  </a:cxn>
                  <a:cxn ang="0">
                    <a:pos x="0" y="3342"/>
                  </a:cxn>
                  <a:cxn ang="0">
                    <a:pos x="3373" y="0"/>
                  </a:cxn>
                  <a:cxn ang="0">
                    <a:pos x="16867" y="0"/>
                  </a:cxn>
                  <a:cxn ang="0">
                    <a:pos x="20241" y="3342"/>
                  </a:cxn>
                  <a:cxn ang="0">
                    <a:pos x="26988" y="63500"/>
                  </a:cxn>
                </a:cxnLst>
                <a:rect l="0" t="0" r="0" b="0"/>
                <a:pathLst>
                  <a:path w="8" h="19">
                    <a:moveTo>
                      <a:pt x="8" y="19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0"/>
                      <a:pt x="6" y="0"/>
                      <a:pt x="6" y="1"/>
                    </a:cubicBezTo>
                    <a:lnTo>
                      <a:pt x="8" y="19"/>
                    </a:lnTo>
                    <a:close/>
                  </a:path>
                </a:pathLst>
              </a:custGeom>
              <a:solidFill>
                <a:srgbClr val="BBBDB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7" name="Freeform 325"/>
              <p:cNvSpPr/>
              <p:nvPr userDrawn="1"/>
            </p:nvSpPr>
            <p:spPr>
              <a:xfrm>
                <a:off x="7710488" y="2695575"/>
                <a:ext cx="58738" cy="63500"/>
              </a:xfrm>
              <a:custGeom>
                <a:avLst/>
                <a:gdLst/>
                <a:ahLst/>
                <a:cxnLst>
                  <a:cxn ang="0">
                    <a:pos x="58738" y="56815"/>
                  </a:cxn>
                  <a:cxn ang="0">
                    <a:pos x="3263" y="63500"/>
                  </a:cxn>
                  <a:cxn ang="0">
                    <a:pos x="0" y="13368"/>
                  </a:cxn>
                  <a:cxn ang="0">
                    <a:pos x="0" y="6684"/>
                  </a:cxn>
                  <a:cxn ang="0">
                    <a:pos x="6526" y="3342"/>
                  </a:cxn>
                  <a:cxn ang="0">
                    <a:pos x="45685" y="0"/>
                  </a:cxn>
                  <a:cxn ang="0">
                    <a:pos x="52211" y="0"/>
                  </a:cxn>
                  <a:cxn ang="0">
                    <a:pos x="52211" y="6684"/>
                  </a:cxn>
                  <a:cxn ang="0">
                    <a:pos x="58738" y="56815"/>
                  </a:cxn>
                </a:cxnLst>
                <a:rect l="0" t="0" r="0" b="0"/>
                <a:pathLst>
                  <a:path w="18" h="19">
                    <a:moveTo>
                      <a:pt x="18" y="17"/>
                    </a:moveTo>
                    <a:cubicBezTo>
                      <a:pt x="1" y="19"/>
                      <a:pt x="1" y="19"/>
                      <a:pt x="1" y="19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2"/>
                      <a:pt x="1" y="1"/>
                      <a:pt x="2" y="1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5" y="0"/>
                      <a:pt x="15" y="0"/>
                      <a:pt x="16" y="0"/>
                    </a:cubicBezTo>
                    <a:cubicBezTo>
                      <a:pt x="16" y="1"/>
                      <a:pt x="16" y="2"/>
                      <a:pt x="16" y="2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8" name="Freeform 326"/>
              <p:cNvSpPr/>
              <p:nvPr userDrawn="1"/>
            </p:nvSpPr>
            <p:spPr>
              <a:xfrm>
                <a:off x="7732713" y="2695575"/>
                <a:ext cx="36513" cy="55563"/>
              </a:xfrm>
              <a:custGeom>
                <a:avLst/>
                <a:gdLst/>
                <a:ahLst/>
                <a:cxnLst>
                  <a:cxn ang="0">
                    <a:pos x="0" y="3268"/>
                  </a:cxn>
                  <a:cxn ang="0">
                    <a:pos x="23235" y="0"/>
                  </a:cxn>
                  <a:cxn ang="0">
                    <a:pos x="29874" y="0"/>
                  </a:cxn>
                  <a:cxn ang="0">
                    <a:pos x="29874" y="6536"/>
                  </a:cxn>
                  <a:cxn ang="0">
                    <a:pos x="36513" y="55563"/>
                  </a:cxn>
                  <a:cxn ang="0">
                    <a:pos x="3319" y="45757"/>
                  </a:cxn>
                  <a:cxn ang="0">
                    <a:pos x="0" y="3268"/>
                  </a:cxn>
                </a:cxnLst>
                <a:rect l="0" t="0" r="0" b="0"/>
                <a:pathLst>
                  <a:path w="11" h="17">
                    <a:moveTo>
                      <a:pt x="0" y="1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8" y="0"/>
                      <a:pt x="8" y="0"/>
                      <a:pt x="9" y="0"/>
                    </a:cubicBezTo>
                    <a:cubicBezTo>
                      <a:pt x="9" y="1"/>
                      <a:pt x="9" y="2"/>
                      <a:pt x="9" y="2"/>
                    </a:cubicBezTo>
                    <a:cubicBezTo>
                      <a:pt x="11" y="17"/>
                      <a:pt x="11" y="17"/>
                      <a:pt x="11" y="17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19" name="Freeform 327"/>
              <p:cNvSpPr/>
              <p:nvPr userDrawn="1"/>
            </p:nvSpPr>
            <p:spPr>
              <a:xfrm>
                <a:off x="7710488" y="2719388"/>
                <a:ext cx="98425" cy="496888"/>
              </a:xfrm>
              <a:custGeom>
                <a:avLst/>
                <a:gdLst/>
                <a:ahLst/>
                <a:cxnLst>
                  <a:cxn ang="0">
                    <a:pos x="42862" y="496888"/>
                  </a:cxn>
                  <a:cxn ang="0">
                    <a:pos x="0" y="6350"/>
                  </a:cxn>
                  <a:cxn ang="0">
                    <a:pos x="55562" y="0"/>
                  </a:cxn>
                  <a:cxn ang="0">
                    <a:pos x="98425" y="490537"/>
                  </a:cxn>
                  <a:cxn ang="0">
                    <a:pos x="42862" y="496888"/>
                  </a:cxn>
                </a:cxnLst>
                <a:rect l="0" t="0" r="0" b="0"/>
                <a:pathLst>
                  <a:path w="62" h="313">
                    <a:moveTo>
                      <a:pt x="27" y="313"/>
                    </a:moveTo>
                    <a:lnTo>
                      <a:pt x="0" y="4"/>
                    </a:lnTo>
                    <a:lnTo>
                      <a:pt x="35" y="0"/>
                    </a:lnTo>
                    <a:lnTo>
                      <a:pt x="62" y="309"/>
                    </a:lnTo>
                    <a:lnTo>
                      <a:pt x="27" y="313"/>
                    </a:lnTo>
                    <a:close/>
                  </a:path>
                </a:pathLst>
              </a:custGeom>
              <a:solidFill>
                <a:srgbClr val="58595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0" name="Freeform 328"/>
              <p:cNvSpPr/>
              <p:nvPr userDrawn="1"/>
            </p:nvSpPr>
            <p:spPr>
              <a:xfrm>
                <a:off x="7735888" y="2719388"/>
                <a:ext cx="73025" cy="493713"/>
              </a:xfrm>
              <a:custGeom>
                <a:avLst/>
                <a:gdLst/>
                <a:ahLst/>
                <a:cxnLst>
                  <a:cxn ang="0">
                    <a:pos x="42862" y="493713"/>
                  </a:cxn>
                  <a:cxn ang="0">
                    <a:pos x="0" y="3175"/>
                  </a:cxn>
                  <a:cxn ang="0">
                    <a:pos x="30162" y="0"/>
                  </a:cxn>
                  <a:cxn ang="0">
                    <a:pos x="73025" y="490537"/>
                  </a:cxn>
                  <a:cxn ang="0">
                    <a:pos x="42862" y="493713"/>
                  </a:cxn>
                </a:cxnLst>
                <a:rect l="0" t="0" r="0" b="0"/>
                <a:pathLst>
                  <a:path w="46" h="311">
                    <a:moveTo>
                      <a:pt x="27" y="311"/>
                    </a:moveTo>
                    <a:lnTo>
                      <a:pt x="0" y="2"/>
                    </a:lnTo>
                    <a:lnTo>
                      <a:pt x="19" y="0"/>
                    </a:lnTo>
                    <a:lnTo>
                      <a:pt x="46" y="309"/>
                    </a:lnTo>
                    <a:lnTo>
                      <a:pt x="27" y="311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1" name="Freeform 329"/>
              <p:cNvSpPr/>
              <p:nvPr userDrawn="1"/>
            </p:nvSpPr>
            <p:spPr>
              <a:xfrm>
                <a:off x="7699376" y="2716213"/>
                <a:ext cx="66675" cy="141288"/>
              </a:xfrm>
              <a:custGeom>
                <a:avLst/>
                <a:gdLst/>
                <a:ahLst/>
                <a:cxnLst>
                  <a:cxn ang="0">
                    <a:pos x="66675" y="6350"/>
                  </a:cxn>
                  <a:cxn ang="0">
                    <a:pos x="66675" y="0"/>
                  </a:cxn>
                  <a:cxn ang="0">
                    <a:pos x="3175" y="6350"/>
                  </a:cxn>
                  <a:cxn ang="0">
                    <a:pos x="3175" y="6350"/>
                  </a:cxn>
                  <a:cxn ang="0">
                    <a:pos x="0" y="6350"/>
                  </a:cxn>
                  <a:cxn ang="0">
                    <a:pos x="0" y="12700"/>
                  </a:cxn>
                  <a:cxn ang="0">
                    <a:pos x="11112" y="141288"/>
                  </a:cxn>
                  <a:cxn ang="0">
                    <a:pos x="17462" y="141288"/>
                  </a:cxn>
                  <a:cxn ang="0">
                    <a:pos x="23812" y="138112"/>
                  </a:cxn>
                  <a:cxn ang="0">
                    <a:pos x="20637" y="107950"/>
                  </a:cxn>
                  <a:cxn ang="0">
                    <a:pos x="14287" y="101600"/>
                  </a:cxn>
                  <a:cxn ang="0">
                    <a:pos x="7937" y="19050"/>
                  </a:cxn>
                  <a:cxn ang="0">
                    <a:pos x="7937" y="12700"/>
                  </a:cxn>
                  <a:cxn ang="0">
                    <a:pos x="11112" y="12700"/>
                  </a:cxn>
                  <a:cxn ang="0">
                    <a:pos x="66675" y="6350"/>
                  </a:cxn>
                </a:cxnLst>
                <a:rect l="0" t="0" r="0" b="0"/>
                <a:pathLst>
                  <a:path w="42" h="89">
                    <a:moveTo>
                      <a:pt x="42" y="4"/>
                    </a:moveTo>
                    <a:lnTo>
                      <a:pt x="42" y="0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7" y="89"/>
                    </a:lnTo>
                    <a:lnTo>
                      <a:pt x="11" y="89"/>
                    </a:lnTo>
                    <a:lnTo>
                      <a:pt x="15" y="87"/>
                    </a:lnTo>
                    <a:lnTo>
                      <a:pt x="13" y="68"/>
                    </a:lnTo>
                    <a:lnTo>
                      <a:pt x="9" y="64"/>
                    </a:lnTo>
                    <a:lnTo>
                      <a:pt x="5" y="12"/>
                    </a:lnTo>
                    <a:lnTo>
                      <a:pt x="5" y="8"/>
                    </a:lnTo>
                    <a:lnTo>
                      <a:pt x="7" y="8"/>
                    </a:lnTo>
                    <a:lnTo>
                      <a:pt x="42" y="4"/>
                    </a:lnTo>
                    <a:close/>
                  </a:path>
                </a:pathLst>
              </a:custGeom>
              <a:solidFill>
                <a:srgbClr val="ABACA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2" name="Freeform 330"/>
              <p:cNvSpPr/>
              <p:nvPr userDrawn="1"/>
            </p:nvSpPr>
            <p:spPr>
              <a:xfrm>
                <a:off x="7818438" y="2762250"/>
                <a:ext cx="69850" cy="463550"/>
              </a:xfrm>
              <a:custGeom>
                <a:avLst/>
                <a:gdLst/>
                <a:ahLst/>
                <a:cxnLst>
                  <a:cxn ang="0">
                    <a:pos x="69850" y="3175"/>
                  </a:cxn>
                  <a:cxn ang="0">
                    <a:pos x="42862" y="0"/>
                  </a:cxn>
                  <a:cxn ang="0">
                    <a:pos x="0" y="460375"/>
                  </a:cxn>
                  <a:cxn ang="0">
                    <a:pos x="26987" y="463550"/>
                  </a:cxn>
                  <a:cxn ang="0">
                    <a:pos x="69850" y="3175"/>
                  </a:cxn>
                </a:cxnLst>
                <a:rect l="0" t="0" r="0" b="0"/>
                <a:pathLst>
                  <a:path w="44" h="292">
                    <a:moveTo>
                      <a:pt x="44" y="2"/>
                    </a:moveTo>
                    <a:lnTo>
                      <a:pt x="27" y="0"/>
                    </a:lnTo>
                    <a:lnTo>
                      <a:pt x="0" y="290"/>
                    </a:lnTo>
                    <a:lnTo>
                      <a:pt x="17" y="292"/>
                    </a:lnTo>
                    <a:lnTo>
                      <a:pt x="44" y="2"/>
                    </a:ln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3" name="Freeform 331"/>
              <p:cNvSpPr/>
              <p:nvPr userDrawn="1"/>
            </p:nvSpPr>
            <p:spPr>
              <a:xfrm>
                <a:off x="7818438" y="2762250"/>
                <a:ext cx="55563" cy="463550"/>
              </a:xfrm>
              <a:custGeom>
                <a:avLst/>
                <a:gdLst/>
                <a:ahLst/>
                <a:cxnLst>
                  <a:cxn ang="0">
                    <a:pos x="55563" y="0"/>
                  </a:cxn>
                  <a:cxn ang="0">
                    <a:pos x="42862" y="0"/>
                  </a:cxn>
                  <a:cxn ang="0">
                    <a:pos x="0" y="460375"/>
                  </a:cxn>
                  <a:cxn ang="0">
                    <a:pos x="12700" y="463550"/>
                  </a:cxn>
                  <a:cxn ang="0">
                    <a:pos x="55563" y="0"/>
                  </a:cxn>
                </a:cxnLst>
                <a:rect l="0" t="0" r="0" b="0"/>
                <a:pathLst>
                  <a:path w="35" h="292">
                    <a:moveTo>
                      <a:pt x="35" y="0"/>
                    </a:moveTo>
                    <a:lnTo>
                      <a:pt x="27" y="0"/>
                    </a:lnTo>
                    <a:lnTo>
                      <a:pt x="0" y="290"/>
                    </a:lnTo>
                    <a:lnTo>
                      <a:pt x="8" y="292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rgbClr val="343538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4" name="Freeform 332"/>
              <p:cNvSpPr/>
              <p:nvPr userDrawn="1"/>
            </p:nvSpPr>
            <p:spPr>
              <a:xfrm>
                <a:off x="7854951" y="2643188"/>
                <a:ext cx="39688" cy="257175"/>
              </a:xfrm>
              <a:custGeom>
                <a:avLst/>
                <a:gdLst/>
                <a:ahLst/>
                <a:cxnLst>
                  <a:cxn ang="0">
                    <a:pos x="36380" y="6594"/>
                  </a:cxn>
                  <a:cxn ang="0">
                    <a:pos x="19844" y="3297"/>
                  </a:cxn>
                  <a:cxn ang="0">
                    <a:pos x="0" y="151667"/>
                  </a:cxn>
                  <a:cxn ang="0">
                    <a:pos x="29766" y="154964"/>
                  </a:cxn>
                  <a:cxn ang="0">
                    <a:pos x="23151" y="257175"/>
                  </a:cxn>
                  <a:cxn ang="0">
                    <a:pos x="23151" y="257175"/>
                  </a:cxn>
                  <a:cxn ang="0">
                    <a:pos x="26458" y="237392"/>
                  </a:cxn>
                  <a:cxn ang="0">
                    <a:pos x="39688" y="145073"/>
                  </a:cxn>
                  <a:cxn ang="0">
                    <a:pos x="36380" y="6594"/>
                  </a:cxn>
                </a:cxnLst>
                <a:rect l="0" t="0" r="0" b="0"/>
                <a:pathLst>
                  <a:path w="12" h="78">
                    <a:moveTo>
                      <a:pt x="11" y="2"/>
                    </a:moveTo>
                    <a:cubicBezTo>
                      <a:pt x="11" y="1"/>
                      <a:pt x="7" y="0"/>
                      <a:pt x="6" y="1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9" y="47"/>
                      <a:pt x="9" y="47"/>
                      <a:pt x="9" y="47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7" y="78"/>
                      <a:pt x="7" y="78"/>
                      <a:pt x="8" y="72"/>
                    </a:cubicBezTo>
                    <a:cubicBezTo>
                      <a:pt x="9" y="66"/>
                      <a:pt x="12" y="47"/>
                      <a:pt x="12" y="44"/>
                    </a:cubicBezTo>
                    <a:cubicBezTo>
                      <a:pt x="12" y="30"/>
                      <a:pt x="11" y="18"/>
                      <a:pt x="11" y="2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5" name="Freeform 333"/>
              <p:cNvSpPr/>
              <p:nvPr userDrawn="1"/>
            </p:nvSpPr>
            <p:spPr>
              <a:xfrm>
                <a:off x="7851776" y="2787650"/>
                <a:ext cx="36513" cy="11113"/>
              </a:xfrm>
              <a:custGeom>
                <a:avLst/>
                <a:gdLst/>
                <a:ahLst/>
                <a:cxnLst>
                  <a:cxn ang="0">
                    <a:pos x="36513" y="3175"/>
                  </a:cxn>
                  <a:cxn ang="0">
                    <a:pos x="0" y="0"/>
                  </a:cxn>
                  <a:cxn ang="0">
                    <a:pos x="0" y="6350"/>
                  </a:cxn>
                  <a:cxn ang="0">
                    <a:pos x="33337" y="11113"/>
                  </a:cxn>
                  <a:cxn ang="0">
                    <a:pos x="36513" y="3175"/>
                  </a:cxn>
                </a:cxnLst>
                <a:rect l="0" t="0" r="0" b="0"/>
                <a:pathLst>
                  <a:path w="23" h="7">
                    <a:moveTo>
                      <a:pt x="23" y="2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1" y="7"/>
                    </a:lnTo>
                    <a:lnTo>
                      <a:pt x="23" y="2"/>
                    </a:lnTo>
                    <a:close/>
                  </a:path>
                </a:pathLst>
              </a:custGeom>
              <a:solidFill>
                <a:srgbClr val="504D6B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6" name="Freeform 334"/>
              <p:cNvSpPr/>
              <p:nvPr userDrawn="1"/>
            </p:nvSpPr>
            <p:spPr>
              <a:xfrm>
                <a:off x="7634288" y="2771775"/>
                <a:ext cx="119063" cy="368300"/>
              </a:xfrm>
              <a:custGeom>
                <a:avLst/>
                <a:gdLst/>
                <a:ahLst/>
                <a:cxnLst>
                  <a:cxn ang="0">
                    <a:pos x="0" y="12700"/>
                  </a:cxn>
                  <a:cxn ang="0">
                    <a:pos x="88900" y="368300"/>
                  </a:cxn>
                  <a:cxn ang="0">
                    <a:pos x="119063" y="361950"/>
                  </a:cxn>
                  <a:cxn ang="0">
                    <a:pos x="30162" y="3175"/>
                  </a:cxn>
                  <a:cxn ang="0">
                    <a:pos x="12700" y="0"/>
                  </a:cxn>
                  <a:cxn ang="0">
                    <a:pos x="0" y="12700"/>
                  </a:cxn>
                </a:cxnLst>
                <a:rect l="0" t="0" r="0" b="0"/>
                <a:pathLst>
                  <a:path w="75" h="232">
                    <a:moveTo>
                      <a:pt x="0" y="8"/>
                    </a:moveTo>
                    <a:lnTo>
                      <a:pt x="56" y="232"/>
                    </a:lnTo>
                    <a:lnTo>
                      <a:pt x="75" y="228"/>
                    </a:lnTo>
                    <a:lnTo>
                      <a:pt x="19" y="2"/>
                    </a:lnTo>
                    <a:lnTo>
                      <a:pt x="8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394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7" name="Freeform 335"/>
              <p:cNvSpPr/>
              <p:nvPr userDrawn="1"/>
            </p:nvSpPr>
            <p:spPr>
              <a:xfrm>
                <a:off x="7634288" y="2768600"/>
                <a:ext cx="104775" cy="371475"/>
              </a:xfrm>
              <a:custGeom>
                <a:avLst/>
                <a:gdLst/>
                <a:ahLst/>
                <a:cxnLst>
                  <a:cxn ang="0">
                    <a:pos x="0" y="15875"/>
                  </a:cxn>
                  <a:cxn ang="0">
                    <a:pos x="88900" y="371475"/>
                  </a:cxn>
                  <a:cxn ang="0">
                    <a:pos x="104775" y="368300"/>
                  </a:cxn>
                  <a:cxn ang="0">
                    <a:pos x="12700" y="0"/>
                  </a:cxn>
                  <a:cxn ang="0">
                    <a:pos x="0" y="15875"/>
                  </a:cxn>
                </a:cxnLst>
                <a:rect l="0" t="0" r="0" b="0"/>
                <a:pathLst>
                  <a:path w="66" h="234">
                    <a:moveTo>
                      <a:pt x="0" y="10"/>
                    </a:moveTo>
                    <a:lnTo>
                      <a:pt x="56" y="234"/>
                    </a:lnTo>
                    <a:lnTo>
                      <a:pt x="66" y="232"/>
                    </a:lnTo>
                    <a:lnTo>
                      <a:pt x="8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465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8" name="Freeform 336"/>
              <p:cNvSpPr/>
              <p:nvPr userDrawn="1"/>
            </p:nvSpPr>
            <p:spPr>
              <a:xfrm>
                <a:off x="7627938" y="2692400"/>
                <a:ext cx="36513" cy="98425"/>
              </a:xfrm>
              <a:custGeom>
                <a:avLst/>
                <a:gdLst/>
                <a:ahLst/>
                <a:cxnLst>
                  <a:cxn ang="0">
                    <a:pos x="36513" y="82020"/>
                  </a:cxn>
                  <a:cxn ang="0">
                    <a:pos x="0" y="0"/>
                  </a:cxn>
                  <a:cxn ang="0">
                    <a:pos x="6638" y="91863"/>
                  </a:cxn>
                  <a:cxn ang="0">
                    <a:pos x="13277" y="98425"/>
                  </a:cxn>
                  <a:cxn ang="0">
                    <a:pos x="19916" y="82020"/>
                  </a:cxn>
                  <a:cxn ang="0">
                    <a:pos x="33193" y="91863"/>
                  </a:cxn>
                  <a:cxn ang="0">
                    <a:pos x="36513" y="82020"/>
                  </a:cxn>
                </a:cxnLst>
                <a:rect l="0" t="0" r="0" b="0"/>
                <a:pathLst>
                  <a:path w="11" h="30">
                    <a:moveTo>
                      <a:pt x="11" y="2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3" y="30"/>
                      <a:pt x="4" y="30"/>
                    </a:cubicBezTo>
                    <a:cubicBezTo>
                      <a:pt x="6" y="29"/>
                      <a:pt x="4" y="25"/>
                      <a:pt x="6" y="25"/>
                    </a:cubicBezTo>
                    <a:cubicBezTo>
                      <a:pt x="8" y="24"/>
                      <a:pt x="9" y="28"/>
                      <a:pt x="10" y="28"/>
                    </a:cubicBezTo>
                    <a:cubicBezTo>
                      <a:pt x="11" y="28"/>
                      <a:pt x="11" y="25"/>
                      <a:pt x="11" y="25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29" name="Freeform 337"/>
              <p:cNvSpPr/>
              <p:nvPr userDrawn="1"/>
            </p:nvSpPr>
            <p:spPr>
              <a:xfrm>
                <a:off x="7627938" y="2692400"/>
                <a:ext cx="19050" cy="984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350" y="91863"/>
                  </a:cxn>
                  <a:cxn ang="0">
                    <a:pos x="12700" y="98425"/>
                  </a:cxn>
                  <a:cxn ang="0">
                    <a:pos x="19050" y="82020"/>
                  </a:cxn>
                  <a:cxn ang="0">
                    <a:pos x="19050" y="82020"/>
                  </a:cxn>
                  <a:cxn ang="0">
                    <a:pos x="0" y="0"/>
                  </a:cxn>
                </a:cxnLst>
                <a:rect l="0" t="0" r="0" b="0"/>
                <a:pathLst>
                  <a:path w="6" h="30">
                    <a:moveTo>
                      <a:pt x="0" y="0"/>
                    </a:moveTo>
                    <a:cubicBezTo>
                      <a:pt x="2" y="28"/>
                      <a:pt x="2" y="28"/>
                      <a:pt x="2" y="28"/>
                    </a:cubicBezTo>
                    <a:cubicBezTo>
                      <a:pt x="2" y="28"/>
                      <a:pt x="3" y="30"/>
                      <a:pt x="4" y="30"/>
                    </a:cubicBezTo>
                    <a:cubicBezTo>
                      <a:pt x="6" y="29"/>
                      <a:pt x="4" y="25"/>
                      <a:pt x="6" y="25"/>
                    </a:cubicBezTo>
                    <a:cubicBezTo>
                      <a:pt x="6" y="25"/>
                      <a:pt x="6" y="25"/>
                      <a:pt x="6" y="2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BB4A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0" name="Freeform 338"/>
              <p:cNvSpPr/>
              <p:nvPr userDrawn="1"/>
            </p:nvSpPr>
            <p:spPr>
              <a:xfrm>
                <a:off x="7627938" y="2692400"/>
                <a:ext cx="9525" cy="30163"/>
              </a:xfrm>
              <a:custGeom>
                <a:avLst/>
                <a:gdLst/>
                <a:ahLst/>
                <a:cxnLst>
                  <a:cxn ang="0">
                    <a:pos x="9525" y="26987"/>
                  </a:cxn>
                  <a:cxn ang="0">
                    <a:pos x="0" y="0"/>
                  </a:cxn>
                  <a:cxn ang="0">
                    <a:pos x="3175" y="30163"/>
                  </a:cxn>
                  <a:cxn ang="0">
                    <a:pos x="9525" y="26987"/>
                  </a:cxn>
                </a:cxnLst>
                <a:rect l="0" t="0" r="0" b="0"/>
                <a:pathLst>
                  <a:path w="6" h="19">
                    <a:moveTo>
                      <a:pt x="6" y="17"/>
                    </a:moveTo>
                    <a:lnTo>
                      <a:pt x="0" y="0"/>
                    </a:lnTo>
                    <a:lnTo>
                      <a:pt x="2" y="19"/>
                    </a:lnTo>
                    <a:lnTo>
                      <a:pt x="6" y="17"/>
                    </a:lnTo>
                    <a:close/>
                  </a:path>
                </a:pathLst>
              </a:custGeom>
              <a:solidFill>
                <a:srgbClr val="4141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1" name="Freeform 339"/>
              <p:cNvSpPr/>
              <p:nvPr userDrawn="1"/>
            </p:nvSpPr>
            <p:spPr>
              <a:xfrm>
                <a:off x="7656513" y="2728913"/>
                <a:ext cx="79375" cy="379413"/>
              </a:xfrm>
              <a:custGeom>
                <a:avLst/>
                <a:gdLst/>
                <a:ahLst/>
                <a:cxnLst>
                  <a:cxn ang="0">
                    <a:pos x="0" y="9525"/>
                  </a:cxn>
                  <a:cxn ang="0">
                    <a:pos x="50800" y="379413"/>
                  </a:cxn>
                  <a:cxn ang="0">
                    <a:pos x="79375" y="371475"/>
                  </a:cxn>
                  <a:cxn ang="0">
                    <a:pos x="33337" y="6350"/>
                  </a:cxn>
                  <a:cxn ang="0">
                    <a:pos x="17462" y="0"/>
                  </a:cxn>
                  <a:cxn ang="0">
                    <a:pos x="0" y="9525"/>
                  </a:cxn>
                </a:cxnLst>
                <a:rect l="0" t="0" r="0" b="0"/>
                <a:pathLst>
                  <a:path w="50" h="239">
                    <a:moveTo>
                      <a:pt x="0" y="6"/>
                    </a:moveTo>
                    <a:lnTo>
                      <a:pt x="32" y="239"/>
                    </a:lnTo>
                    <a:lnTo>
                      <a:pt x="50" y="234"/>
                    </a:lnTo>
                    <a:lnTo>
                      <a:pt x="21" y="4"/>
                    </a:lnTo>
                    <a:lnTo>
                      <a:pt x="11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394F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2" name="Freeform 340"/>
              <p:cNvSpPr/>
              <p:nvPr userDrawn="1"/>
            </p:nvSpPr>
            <p:spPr>
              <a:xfrm>
                <a:off x="7656513" y="2725738"/>
                <a:ext cx="66675" cy="382588"/>
              </a:xfrm>
              <a:custGeom>
                <a:avLst/>
                <a:gdLst/>
                <a:ahLst/>
                <a:cxnLst>
                  <a:cxn ang="0">
                    <a:pos x="0" y="12700"/>
                  </a:cxn>
                  <a:cxn ang="0">
                    <a:pos x="50800" y="382588"/>
                  </a:cxn>
                  <a:cxn ang="0">
                    <a:pos x="66675" y="379412"/>
                  </a:cxn>
                  <a:cxn ang="0">
                    <a:pos x="17462" y="0"/>
                  </a:cxn>
                  <a:cxn ang="0">
                    <a:pos x="0" y="12700"/>
                  </a:cxn>
                </a:cxnLst>
                <a:rect l="0" t="0" r="0" b="0"/>
                <a:pathLst>
                  <a:path w="42" h="241">
                    <a:moveTo>
                      <a:pt x="0" y="8"/>
                    </a:moveTo>
                    <a:lnTo>
                      <a:pt x="32" y="241"/>
                    </a:lnTo>
                    <a:lnTo>
                      <a:pt x="42" y="239"/>
                    </a:lnTo>
                    <a:lnTo>
                      <a:pt x="11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465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3" name="Freeform 341"/>
              <p:cNvSpPr/>
              <p:nvPr userDrawn="1"/>
            </p:nvSpPr>
            <p:spPr>
              <a:xfrm>
                <a:off x="7656513" y="2649538"/>
                <a:ext cx="33338" cy="98425"/>
              </a:xfrm>
              <a:custGeom>
                <a:avLst/>
                <a:gdLst/>
                <a:ahLst/>
                <a:cxnLst>
                  <a:cxn ang="0">
                    <a:pos x="33338" y="85301"/>
                  </a:cxn>
                  <a:cxn ang="0">
                    <a:pos x="6667" y="0"/>
                  </a:cxn>
                  <a:cxn ang="0">
                    <a:pos x="0" y="88582"/>
                  </a:cxn>
                  <a:cxn ang="0">
                    <a:pos x="10001" y="95144"/>
                  </a:cxn>
                  <a:cxn ang="0">
                    <a:pos x="16669" y="82020"/>
                  </a:cxn>
                  <a:cxn ang="0">
                    <a:pos x="30004" y="95144"/>
                  </a:cxn>
                  <a:cxn ang="0">
                    <a:pos x="33338" y="85301"/>
                  </a:cxn>
                </a:cxnLst>
                <a:rect l="0" t="0" r="0" b="0"/>
                <a:pathLst>
                  <a:path w="10" h="30">
                    <a:moveTo>
                      <a:pt x="10" y="26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2" y="30"/>
                      <a:pt x="3" y="29"/>
                    </a:cubicBezTo>
                    <a:cubicBezTo>
                      <a:pt x="4" y="29"/>
                      <a:pt x="3" y="25"/>
                      <a:pt x="5" y="25"/>
                    </a:cubicBezTo>
                    <a:cubicBezTo>
                      <a:pt x="7" y="25"/>
                      <a:pt x="7" y="29"/>
                      <a:pt x="9" y="29"/>
                    </a:cubicBezTo>
                    <a:cubicBezTo>
                      <a:pt x="10" y="28"/>
                      <a:pt x="10" y="26"/>
                      <a:pt x="10" y="26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4" name="Freeform 342"/>
              <p:cNvSpPr/>
              <p:nvPr userDrawn="1"/>
            </p:nvSpPr>
            <p:spPr>
              <a:xfrm>
                <a:off x="7656513" y="2649538"/>
                <a:ext cx="17463" cy="98425"/>
              </a:xfrm>
              <a:custGeom>
                <a:avLst/>
                <a:gdLst/>
                <a:ahLst/>
                <a:cxnLst>
                  <a:cxn ang="0">
                    <a:pos x="6985" y="0"/>
                  </a:cxn>
                  <a:cxn ang="0">
                    <a:pos x="0" y="88582"/>
                  </a:cxn>
                  <a:cxn ang="0">
                    <a:pos x="10477" y="95144"/>
                  </a:cxn>
                  <a:cxn ang="0">
                    <a:pos x="17463" y="82020"/>
                  </a:cxn>
                  <a:cxn ang="0">
                    <a:pos x="17463" y="82020"/>
                  </a:cxn>
                  <a:cxn ang="0">
                    <a:pos x="6985" y="0"/>
                  </a:cxn>
                </a:cxnLst>
                <a:rect l="0" t="0" r="0" b="0"/>
                <a:pathLst>
                  <a:path w="5" h="30">
                    <a:moveTo>
                      <a:pt x="2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1" y="28"/>
                      <a:pt x="2" y="30"/>
                      <a:pt x="3" y="29"/>
                    </a:cubicBezTo>
                    <a:cubicBezTo>
                      <a:pt x="4" y="29"/>
                      <a:pt x="3" y="25"/>
                      <a:pt x="5" y="25"/>
                    </a:cubicBezTo>
                    <a:cubicBezTo>
                      <a:pt x="5" y="25"/>
                      <a:pt x="5" y="25"/>
                      <a:pt x="5" y="25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rgbClr val="DBB4A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5" name="Freeform 343"/>
              <p:cNvSpPr/>
              <p:nvPr userDrawn="1"/>
            </p:nvSpPr>
            <p:spPr>
              <a:xfrm>
                <a:off x="7664451" y="2649538"/>
                <a:ext cx="9525" cy="26988"/>
              </a:xfrm>
              <a:custGeom>
                <a:avLst/>
                <a:gdLst/>
                <a:ahLst/>
                <a:cxnLst>
                  <a:cxn ang="0">
                    <a:pos x="9525" y="26988"/>
                  </a:cxn>
                  <a:cxn ang="0">
                    <a:pos x="0" y="0"/>
                  </a:cxn>
                  <a:cxn ang="0">
                    <a:pos x="0" y="26988"/>
                  </a:cxn>
                  <a:cxn ang="0">
                    <a:pos x="9525" y="26988"/>
                  </a:cxn>
                </a:cxnLst>
                <a:rect l="0" t="0" r="0" b="0"/>
                <a:pathLst>
                  <a:path w="6" h="17">
                    <a:moveTo>
                      <a:pt x="6" y="17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6" y="17"/>
                    </a:lnTo>
                    <a:close/>
                  </a:path>
                </a:pathLst>
              </a:custGeom>
              <a:solidFill>
                <a:srgbClr val="41414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6" name="Freeform 344"/>
              <p:cNvSpPr/>
              <p:nvPr userDrawn="1"/>
            </p:nvSpPr>
            <p:spPr>
              <a:xfrm>
                <a:off x="7643813" y="2887663"/>
                <a:ext cx="247650" cy="398463"/>
              </a:xfrm>
              <a:custGeom>
                <a:avLst/>
                <a:gdLst/>
                <a:ahLst/>
                <a:cxnLst>
                  <a:cxn ang="0">
                    <a:pos x="247650" y="0"/>
                  </a:cxn>
                  <a:cxn ang="0">
                    <a:pos x="247650" y="368825"/>
                  </a:cxn>
                  <a:cxn ang="0">
                    <a:pos x="227838" y="398463"/>
                  </a:cxn>
                  <a:cxn ang="0">
                    <a:pos x="19812" y="398463"/>
                  </a:cxn>
                  <a:cxn ang="0">
                    <a:pos x="0" y="368825"/>
                  </a:cxn>
                  <a:cxn ang="0">
                    <a:pos x="0" y="0"/>
                  </a:cxn>
                  <a:cxn ang="0">
                    <a:pos x="247650" y="0"/>
                  </a:cxn>
                </a:cxnLst>
                <a:rect l="0" t="0" r="0" b="0"/>
                <a:pathLst>
                  <a:path w="75" h="121">
                    <a:moveTo>
                      <a:pt x="75" y="0"/>
                    </a:moveTo>
                    <a:cubicBezTo>
                      <a:pt x="75" y="112"/>
                      <a:pt x="75" y="112"/>
                      <a:pt x="75" y="112"/>
                    </a:cubicBezTo>
                    <a:cubicBezTo>
                      <a:pt x="75" y="117"/>
                      <a:pt x="72" y="121"/>
                      <a:pt x="69" y="121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3" y="121"/>
                      <a:pt x="0" y="117"/>
                      <a:pt x="0" y="112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6D6E7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7" name="Rectangle 345"/>
              <p:cNvSpPr/>
              <p:nvPr userDrawn="1"/>
            </p:nvSpPr>
            <p:spPr>
              <a:xfrm>
                <a:off x="7643813" y="2887663"/>
                <a:ext cx="247650" cy="38100"/>
              </a:xfrm>
              <a:prstGeom prst="rect">
                <a:avLst/>
              </a:prstGeom>
              <a:solidFill>
                <a:srgbClr val="4040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8" name="Freeform 346"/>
              <p:cNvSpPr/>
              <p:nvPr userDrawn="1"/>
            </p:nvSpPr>
            <p:spPr>
              <a:xfrm>
                <a:off x="7766051" y="2925763"/>
                <a:ext cx="125413" cy="360363"/>
              </a:xfrm>
              <a:custGeom>
                <a:avLst/>
                <a:gdLst/>
                <a:ahLst/>
                <a:cxnLst>
                  <a:cxn ang="0">
                    <a:pos x="125413" y="330608"/>
                  </a:cxn>
                  <a:cxn ang="0">
                    <a:pos x="125413" y="0"/>
                  </a:cxn>
                  <a:cxn ang="0">
                    <a:pos x="0" y="0"/>
                  </a:cxn>
                  <a:cxn ang="0">
                    <a:pos x="0" y="360363"/>
                  </a:cxn>
                  <a:cxn ang="0">
                    <a:pos x="105610" y="360363"/>
                  </a:cxn>
                  <a:cxn ang="0">
                    <a:pos x="125413" y="330608"/>
                  </a:cxn>
                </a:cxnLst>
                <a:rect l="0" t="0" r="0" b="0"/>
                <a:pathLst>
                  <a:path w="38" h="109">
                    <a:moveTo>
                      <a:pt x="38" y="10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32" y="109"/>
                      <a:pt x="32" y="109"/>
                      <a:pt x="32" y="109"/>
                    </a:cubicBezTo>
                    <a:cubicBezTo>
                      <a:pt x="35" y="109"/>
                      <a:pt x="38" y="105"/>
                      <a:pt x="38" y="100"/>
                    </a:cubicBezTo>
                    <a:close/>
                  </a:path>
                </a:pathLst>
              </a:custGeom>
              <a:solidFill>
                <a:srgbClr val="7F808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39" name="Rectangle 347"/>
              <p:cNvSpPr/>
              <p:nvPr userDrawn="1"/>
            </p:nvSpPr>
            <p:spPr>
              <a:xfrm>
                <a:off x="7766051" y="2887663"/>
                <a:ext cx="125413" cy="38100"/>
              </a:xfrm>
              <a:prstGeom prst="rect">
                <a:avLst/>
              </a:prstGeom>
              <a:solidFill>
                <a:srgbClr val="535456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0" name="Freeform 348"/>
              <p:cNvSpPr/>
              <p:nvPr userDrawn="1"/>
            </p:nvSpPr>
            <p:spPr>
              <a:xfrm>
                <a:off x="3311526" y="4498975"/>
                <a:ext cx="73025" cy="187325"/>
              </a:xfrm>
              <a:custGeom>
                <a:avLst/>
                <a:gdLst/>
                <a:ahLst/>
                <a:cxnLst>
                  <a:cxn ang="0">
                    <a:pos x="36512" y="0"/>
                  </a:cxn>
                  <a:cxn ang="0">
                    <a:pos x="36512" y="0"/>
                  </a:cxn>
                  <a:cxn ang="0">
                    <a:pos x="0" y="39436"/>
                  </a:cxn>
                  <a:cxn ang="0">
                    <a:pos x="0" y="147888"/>
                  </a:cxn>
                  <a:cxn ang="0">
                    <a:pos x="36512" y="187325"/>
                  </a:cxn>
                  <a:cxn ang="0">
                    <a:pos x="36512" y="187325"/>
                  </a:cxn>
                  <a:cxn ang="0">
                    <a:pos x="73025" y="147888"/>
                  </a:cxn>
                  <a:cxn ang="0">
                    <a:pos x="73025" y="39436"/>
                  </a:cxn>
                  <a:cxn ang="0">
                    <a:pos x="36512" y="0"/>
                  </a:cxn>
                </a:cxnLst>
                <a:rect l="0" t="0" r="0" b="0"/>
                <a:pathLst>
                  <a:path w="22" h="57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0" y="12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2"/>
                      <a:pt x="5" y="57"/>
                      <a:pt x="11" y="57"/>
                    </a:cubicBezTo>
                    <a:cubicBezTo>
                      <a:pt x="11" y="57"/>
                      <a:pt x="11" y="57"/>
                      <a:pt x="11" y="57"/>
                    </a:cubicBezTo>
                    <a:cubicBezTo>
                      <a:pt x="17" y="57"/>
                      <a:pt x="22" y="52"/>
                      <a:pt x="22" y="45"/>
                    </a:cubicBezTo>
                    <a:cubicBezTo>
                      <a:pt x="22" y="12"/>
                      <a:pt x="22" y="12"/>
                      <a:pt x="22" y="12"/>
                    </a:cubicBezTo>
                    <a:cubicBezTo>
                      <a:pt x="22" y="6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rgbClr val="638F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1" name="Freeform 349"/>
              <p:cNvSpPr/>
              <p:nvPr userDrawn="1"/>
            </p:nvSpPr>
            <p:spPr>
              <a:xfrm>
                <a:off x="3311526" y="4686300"/>
                <a:ext cx="73025" cy="190500"/>
              </a:xfrm>
              <a:custGeom>
                <a:avLst/>
                <a:gdLst/>
                <a:ahLst/>
                <a:cxnLst>
                  <a:cxn ang="0">
                    <a:pos x="36512" y="0"/>
                  </a:cxn>
                  <a:cxn ang="0">
                    <a:pos x="36512" y="0"/>
                  </a:cxn>
                  <a:cxn ang="0">
                    <a:pos x="0" y="42698"/>
                  </a:cxn>
                  <a:cxn ang="0">
                    <a:pos x="0" y="147801"/>
                  </a:cxn>
                  <a:cxn ang="0">
                    <a:pos x="36512" y="190500"/>
                  </a:cxn>
                  <a:cxn ang="0">
                    <a:pos x="36512" y="190500"/>
                  </a:cxn>
                  <a:cxn ang="0">
                    <a:pos x="73025" y="147801"/>
                  </a:cxn>
                  <a:cxn ang="0">
                    <a:pos x="73025" y="42698"/>
                  </a:cxn>
                  <a:cxn ang="0">
                    <a:pos x="36512" y="0"/>
                  </a:cxn>
                </a:cxnLst>
                <a:rect l="0" t="0" r="0" b="0"/>
                <a:pathLst>
                  <a:path w="22" h="58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0" y="13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2"/>
                      <a:pt x="5" y="58"/>
                      <a:pt x="11" y="58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7" y="58"/>
                      <a:pt x="22" y="52"/>
                      <a:pt x="22" y="45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6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rgbClr val="F48245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2" name="Freeform 350"/>
              <p:cNvSpPr/>
              <p:nvPr userDrawn="1"/>
            </p:nvSpPr>
            <p:spPr>
              <a:xfrm>
                <a:off x="3311526" y="4310063"/>
                <a:ext cx="755650" cy="922338"/>
              </a:xfrm>
              <a:custGeom>
                <a:avLst/>
                <a:gdLst/>
                <a:ahLst/>
                <a:cxnLst>
                  <a:cxn ang="0">
                    <a:pos x="755650" y="0"/>
                  </a:cxn>
                  <a:cxn ang="0">
                    <a:pos x="36297" y="0"/>
                  </a:cxn>
                  <a:cxn ang="0">
                    <a:pos x="0" y="39528"/>
                  </a:cxn>
                  <a:cxn ang="0">
                    <a:pos x="0" y="148232"/>
                  </a:cxn>
                  <a:cxn ang="0">
                    <a:pos x="36297" y="187761"/>
                  </a:cxn>
                  <a:cxn ang="0">
                    <a:pos x="36297" y="922338"/>
                  </a:cxn>
                  <a:cxn ang="0">
                    <a:pos x="755650" y="922338"/>
                  </a:cxn>
                  <a:cxn ang="0">
                    <a:pos x="755650" y="0"/>
                  </a:cxn>
                </a:cxnLst>
                <a:rect l="0" t="0" r="0" b="0"/>
                <a:pathLst>
                  <a:path w="229" h="280">
                    <a:moveTo>
                      <a:pt x="229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1"/>
                      <a:pt x="5" y="57"/>
                      <a:pt x="11" y="57"/>
                    </a:cubicBezTo>
                    <a:cubicBezTo>
                      <a:pt x="11" y="280"/>
                      <a:pt x="11" y="280"/>
                      <a:pt x="11" y="280"/>
                    </a:cubicBezTo>
                    <a:cubicBezTo>
                      <a:pt x="229" y="280"/>
                      <a:pt x="229" y="280"/>
                      <a:pt x="229" y="280"/>
                    </a:cubicBezTo>
                    <a:lnTo>
                      <a:pt x="229" y="0"/>
                    </a:lnTo>
                    <a:close/>
                  </a:path>
                </a:pathLst>
              </a:custGeom>
              <a:solidFill>
                <a:srgbClr val="D1AA67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3" name="Freeform 351"/>
              <p:cNvSpPr/>
              <p:nvPr userDrawn="1"/>
            </p:nvSpPr>
            <p:spPr>
              <a:xfrm>
                <a:off x="3381376" y="4579938"/>
                <a:ext cx="85725" cy="168275"/>
              </a:xfrm>
              <a:custGeom>
                <a:avLst/>
                <a:gdLst/>
                <a:ahLst/>
                <a:cxnLst>
                  <a:cxn ang="0">
                    <a:pos x="59348" y="3299"/>
                  </a:cxn>
                  <a:cxn ang="0">
                    <a:pos x="59348" y="3299"/>
                  </a:cxn>
                  <a:cxn ang="0">
                    <a:pos x="19782" y="32995"/>
                  </a:cxn>
                  <a:cxn ang="0">
                    <a:pos x="3297" y="122081"/>
                  </a:cxn>
                  <a:cxn ang="0">
                    <a:pos x="26376" y="164975"/>
                  </a:cxn>
                  <a:cxn ang="0">
                    <a:pos x="65942" y="135279"/>
                  </a:cxn>
                  <a:cxn ang="0">
                    <a:pos x="82427" y="46193"/>
                  </a:cxn>
                  <a:cxn ang="0">
                    <a:pos x="59348" y="3299"/>
                  </a:cxn>
                </a:cxnLst>
                <a:rect l="0" t="0" r="0" b="0"/>
                <a:pathLst>
                  <a:path w="26" h="51">
                    <a:moveTo>
                      <a:pt x="18" y="1"/>
                    </a:moveTo>
                    <a:cubicBezTo>
                      <a:pt x="18" y="1"/>
                      <a:pt x="18" y="1"/>
                      <a:pt x="18" y="1"/>
                    </a:cubicBezTo>
                    <a:cubicBezTo>
                      <a:pt x="13" y="0"/>
                      <a:pt x="7" y="4"/>
                      <a:pt x="6" y="10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43"/>
                      <a:pt x="3" y="48"/>
                      <a:pt x="8" y="50"/>
                    </a:cubicBezTo>
                    <a:cubicBezTo>
                      <a:pt x="14" y="51"/>
                      <a:pt x="19" y="47"/>
                      <a:pt x="20" y="41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8"/>
                      <a:pt x="23" y="3"/>
                      <a:pt x="18" y="1"/>
                    </a:cubicBezTo>
                    <a:close/>
                  </a:path>
                </a:pathLst>
              </a:custGeom>
              <a:solidFill>
                <a:srgbClr val="7E576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4" name="Freeform 352"/>
              <p:cNvSpPr/>
              <p:nvPr userDrawn="1"/>
            </p:nvSpPr>
            <p:spPr>
              <a:xfrm>
                <a:off x="3351213" y="4738688"/>
                <a:ext cx="85725" cy="168275"/>
              </a:xfrm>
              <a:custGeom>
                <a:avLst/>
                <a:gdLst/>
                <a:ahLst/>
                <a:cxnLst>
                  <a:cxn ang="0">
                    <a:pos x="56050" y="6599"/>
                  </a:cxn>
                  <a:cxn ang="0">
                    <a:pos x="56050" y="6599"/>
                  </a:cxn>
                  <a:cxn ang="0">
                    <a:pos x="19782" y="32995"/>
                  </a:cxn>
                  <a:cxn ang="0">
                    <a:pos x="3297" y="122081"/>
                  </a:cxn>
                  <a:cxn ang="0">
                    <a:pos x="26376" y="164975"/>
                  </a:cxn>
                  <a:cxn ang="0">
                    <a:pos x="65942" y="138579"/>
                  </a:cxn>
                  <a:cxn ang="0">
                    <a:pos x="82427" y="46193"/>
                  </a:cxn>
                  <a:cxn ang="0">
                    <a:pos x="56050" y="6599"/>
                  </a:cxn>
                </a:cxnLst>
                <a:rect l="0" t="0" r="0" b="0"/>
                <a:pathLst>
                  <a:path w="26" h="51">
                    <a:moveTo>
                      <a:pt x="17" y="2"/>
                    </a:moveTo>
                    <a:cubicBezTo>
                      <a:pt x="17" y="2"/>
                      <a:pt x="17" y="2"/>
                      <a:pt x="17" y="2"/>
                    </a:cubicBezTo>
                    <a:cubicBezTo>
                      <a:pt x="12" y="0"/>
                      <a:pt x="7" y="4"/>
                      <a:pt x="6" y="10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0" y="43"/>
                      <a:pt x="3" y="49"/>
                      <a:pt x="8" y="50"/>
                    </a:cubicBezTo>
                    <a:cubicBezTo>
                      <a:pt x="13" y="51"/>
                      <a:pt x="19" y="48"/>
                      <a:pt x="20" y="42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6" y="9"/>
                      <a:pt x="23" y="3"/>
                      <a:pt x="17" y="2"/>
                    </a:cubicBezTo>
                    <a:close/>
                  </a:path>
                </a:pathLst>
              </a:custGeom>
              <a:solidFill>
                <a:srgbClr val="806B6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5" name="Freeform 353"/>
              <p:cNvSpPr/>
              <p:nvPr userDrawn="1"/>
            </p:nvSpPr>
            <p:spPr>
              <a:xfrm>
                <a:off x="3321051" y="4422775"/>
                <a:ext cx="755650" cy="922338"/>
              </a:xfrm>
              <a:custGeom>
                <a:avLst/>
                <a:gdLst/>
                <a:ahLst/>
                <a:cxnLst>
                  <a:cxn ang="0">
                    <a:pos x="755650" y="144938"/>
                  </a:cxn>
                  <a:cxn ang="0">
                    <a:pos x="148490" y="3294"/>
                  </a:cxn>
                  <a:cxn ang="0">
                    <a:pos x="112192" y="29646"/>
                  </a:cxn>
                  <a:cxn ang="0">
                    <a:pos x="92393" y="121880"/>
                  </a:cxn>
                  <a:cxn ang="0">
                    <a:pos x="118792" y="161409"/>
                  </a:cxn>
                  <a:cxn ang="0">
                    <a:pos x="0" y="780693"/>
                  </a:cxn>
                  <a:cxn ang="0">
                    <a:pos x="607159" y="922338"/>
                  </a:cxn>
                  <a:cxn ang="0">
                    <a:pos x="755650" y="144938"/>
                  </a:cxn>
                </a:cxnLst>
                <a:rect l="0" t="0" r="0" b="0"/>
                <a:pathLst>
                  <a:path w="229" h="280">
                    <a:moveTo>
                      <a:pt x="229" y="44"/>
                    </a:moveTo>
                    <a:cubicBezTo>
                      <a:pt x="45" y="1"/>
                      <a:pt x="45" y="1"/>
                      <a:pt x="45" y="1"/>
                    </a:cubicBezTo>
                    <a:cubicBezTo>
                      <a:pt x="40" y="0"/>
                      <a:pt x="35" y="3"/>
                      <a:pt x="34" y="9"/>
                    </a:cubicBezTo>
                    <a:cubicBezTo>
                      <a:pt x="28" y="37"/>
                      <a:pt x="28" y="37"/>
                      <a:pt x="28" y="37"/>
                    </a:cubicBezTo>
                    <a:cubicBezTo>
                      <a:pt x="27" y="42"/>
                      <a:pt x="31" y="48"/>
                      <a:pt x="36" y="49"/>
                    </a:cubicBezTo>
                    <a:cubicBezTo>
                      <a:pt x="0" y="237"/>
                      <a:pt x="0" y="237"/>
                      <a:pt x="0" y="237"/>
                    </a:cubicBezTo>
                    <a:cubicBezTo>
                      <a:pt x="184" y="280"/>
                      <a:pt x="184" y="280"/>
                      <a:pt x="184" y="280"/>
                    </a:cubicBezTo>
                    <a:lnTo>
                      <a:pt x="229" y="44"/>
                    </a:lnTo>
                    <a:close/>
                  </a:path>
                </a:pathLst>
              </a:custGeom>
              <a:solidFill>
                <a:srgbClr val="43525A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6" name="Freeform 354"/>
              <p:cNvSpPr/>
              <p:nvPr userDrawn="1"/>
            </p:nvSpPr>
            <p:spPr>
              <a:xfrm>
                <a:off x="3167063" y="4487863"/>
                <a:ext cx="962025" cy="1104900"/>
              </a:xfrm>
              <a:custGeom>
                <a:avLst/>
                <a:gdLst/>
                <a:ahLst/>
                <a:cxnLst>
                  <a:cxn ang="0">
                    <a:pos x="962025" y="0"/>
                  </a:cxn>
                  <a:cxn ang="0">
                    <a:pos x="691867" y="0"/>
                  </a:cxn>
                  <a:cxn ang="0">
                    <a:pos x="691867" y="0"/>
                  </a:cxn>
                  <a:cxn ang="0">
                    <a:pos x="171319" y="613466"/>
                  </a:cxn>
                  <a:cxn ang="0">
                    <a:pos x="0" y="580484"/>
                  </a:cxn>
                  <a:cxn ang="0">
                    <a:pos x="0" y="1104900"/>
                  </a:cxn>
                  <a:cxn ang="0">
                    <a:pos x="962025" y="1104900"/>
                  </a:cxn>
                  <a:cxn ang="0">
                    <a:pos x="962025" y="0"/>
                  </a:cxn>
                </a:cxnLst>
                <a:rect l="0" t="0" r="0" b="0"/>
                <a:pathLst>
                  <a:path w="292" h="335">
                    <a:moveTo>
                      <a:pt x="292" y="0"/>
                    </a:move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0"/>
                      <a:pt x="210" y="0"/>
                      <a:pt x="210" y="0"/>
                    </a:cubicBezTo>
                    <a:cubicBezTo>
                      <a:pt x="210" y="103"/>
                      <a:pt x="139" y="186"/>
                      <a:pt x="52" y="186"/>
                    </a:cubicBezTo>
                    <a:cubicBezTo>
                      <a:pt x="33" y="186"/>
                      <a:pt x="16" y="182"/>
                      <a:pt x="0" y="176"/>
                    </a:cubicBezTo>
                    <a:cubicBezTo>
                      <a:pt x="0" y="335"/>
                      <a:pt x="0" y="335"/>
                      <a:pt x="0" y="335"/>
                    </a:cubicBezTo>
                    <a:cubicBezTo>
                      <a:pt x="292" y="335"/>
                      <a:pt x="292" y="335"/>
                      <a:pt x="292" y="335"/>
                    </a:cubicBezTo>
                    <a:lnTo>
                      <a:pt x="292" y="0"/>
                    </a:lnTo>
                    <a:close/>
                  </a:path>
                </a:pathLst>
              </a:custGeom>
              <a:solidFill>
                <a:srgbClr val="393939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7" name="Rectangle 355"/>
              <p:cNvSpPr/>
              <p:nvPr userDrawn="1"/>
            </p:nvSpPr>
            <p:spPr>
              <a:xfrm>
                <a:off x="3167063" y="5403850"/>
                <a:ext cx="962025" cy="188913"/>
              </a:xfrm>
              <a:prstGeom prst="rect">
                <a:avLst/>
              </a:prstGeom>
              <a:solidFill>
                <a:srgbClr val="58595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8" name="Rectangle 356"/>
              <p:cNvSpPr/>
              <p:nvPr userDrawn="1"/>
            </p:nvSpPr>
            <p:spPr>
              <a:xfrm>
                <a:off x="3167063" y="5332413"/>
                <a:ext cx="962025" cy="34925"/>
              </a:xfrm>
              <a:prstGeom prst="rect">
                <a:avLst/>
              </a:prstGeom>
              <a:solidFill>
                <a:srgbClr val="A6A8AB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49" name="Rectangle 357"/>
              <p:cNvSpPr/>
              <p:nvPr userDrawn="1"/>
            </p:nvSpPr>
            <p:spPr>
              <a:xfrm>
                <a:off x="4251326" y="3160713"/>
                <a:ext cx="590550" cy="138113"/>
              </a:xfrm>
              <a:prstGeom prst="rect">
                <a:avLst/>
              </a:prstGeom>
              <a:solidFill>
                <a:srgbClr val="806A50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0" name="Rectangle 358"/>
              <p:cNvSpPr/>
              <p:nvPr userDrawn="1"/>
            </p:nvSpPr>
            <p:spPr>
              <a:xfrm>
                <a:off x="4227513" y="3090863"/>
                <a:ext cx="590550" cy="69850"/>
              </a:xfrm>
              <a:prstGeom prst="rect">
                <a:avLst/>
              </a:prstGeom>
              <a:solidFill>
                <a:srgbClr val="FDCF9D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1" name="Rectangle 359"/>
              <p:cNvSpPr/>
              <p:nvPr userDrawn="1"/>
            </p:nvSpPr>
            <p:spPr>
              <a:xfrm>
                <a:off x="4318001" y="2998788"/>
                <a:ext cx="588963" cy="92075"/>
              </a:xfrm>
              <a:prstGeom prst="rect">
                <a:avLst/>
              </a:prstGeom>
              <a:solidFill>
                <a:srgbClr val="A15641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2" name="Rectangle 360"/>
              <p:cNvSpPr/>
              <p:nvPr userDrawn="1"/>
            </p:nvSpPr>
            <p:spPr>
              <a:xfrm>
                <a:off x="4297363" y="2955925"/>
                <a:ext cx="590550" cy="42863"/>
              </a:xfrm>
              <a:prstGeom prst="rect">
                <a:avLst/>
              </a:prstGeom>
              <a:solidFill>
                <a:srgbClr val="CBE6D2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3" name="Freeform 361"/>
              <p:cNvSpPr/>
              <p:nvPr userDrawn="1"/>
            </p:nvSpPr>
            <p:spPr>
              <a:xfrm>
                <a:off x="1854201" y="1387475"/>
                <a:ext cx="392113" cy="501650"/>
              </a:xfrm>
              <a:custGeom>
                <a:avLst/>
                <a:gdLst/>
                <a:ahLst/>
                <a:cxnLst>
                  <a:cxn ang="0">
                    <a:pos x="392113" y="260725"/>
                  </a:cxn>
                  <a:cxn ang="0">
                    <a:pos x="29655" y="336633"/>
                  </a:cxn>
                  <a:cxn ang="0">
                    <a:pos x="227359" y="478547"/>
                  </a:cxn>
                  <a:cxn ang="0">
                    <a:pos x="392113" y="260725"/>
                  </a:cxn>
                </a:cxnLst>
                <a:rect l="0" t="0" r="0" b="0"/>
                <a:pathLst>
                  <a:path w="119" h="152">
                    <a:moveTo>
                      <a:pt x="119" y="79"/>
                    </a:moveTo>
                    <a:cubicBezTo>
                      <a:pt x="107" y="36"/>
                      <a:pt x="0" y="0"/>
                      <a:pt x="9" y="102"/>
                    </a:cubicBezTo>
                    <a:cubicBezTo>
                      <a:pt x="12" y="140"/>
                      <a:pt x="57" y="152"/>
                      <a:pt x="69" y="145"/>
                    </a:cubicBezTo>
                    <a:cubicBezTo>
                      <a:pt x="81" y="137"/>
                      <a:pt x="119" y="79"/>
                      <a:pt x="119" y="79"/>
                    </a:cubicBezTo>
                    <a:close/>
                  </a:path>
                </a:pathLst>
              </a:custGeom>
              <a:solidFill>
                <a:srgbClr val="553124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4" name="Freeform 362"/>
              <p:cNvSpPr/>
              <p:nvPr userDrawn="1"/>
            </p:nvSpPr>
            <p:spPr>
              <a:xfrm>
                <a:off x="9202738" y="1941513"/>
                <a:ext cx="522288" cy="382588"/>
              </a:xfrm>
              <a:custGeom>
                <a:avLst/>
                <a:gdLst/>
                <a:ahLst/>
                <a:cxnLst>
                  <a:cxn ang="0">
                    <a:pos x="522288" y="0"/>
                  </a:cxn>
                  <a:cxn ang="0">
                    <a:pos x="518982" y="46174"/>
                  </a:cxn>
                  <a:cxn ang="0">
                    <a:pos x="145447" y="214381"/>
                  </a:cxn>
                  <a:cxn ang="0">
                    <a:pos x="165281" y="316624"/>
                  </a:cxn>
                  <a:cxn ang="0">
                    <a:pos x="76029" y="336413"/>
                  </a:cxn>
                  <a:cxn ang="0">
                    <a:pos x="3305" y="174803"/>
                  </a:cxn>
                  <a:cxn ang="0">
                    <a:pos x="99168" y="135225"/>
                  </a:cxn>
                  <a:cxn ang="0">
                    <a:pos x="99168" y="135225"/>
                  </a:cxn>
                  <a:cxn ang="0">
                    <a:pos x="522288" y="0"/>
                  </a:cxn>
                </a:cxnLst>
                <a:rect l="0" t="0" r="0" b="0"/>
                <a:pathLst>
                  <a:path w="158" h="116">
                    <a:moveTo>
                      <a:pt x="158" y="0"/>
                    </a:moveTo>
                    <a:cubicBezTo>
                      <a:pt x="157" y="14"/>
                      <a:pt x="157" y="14"/>
                      <a:pt x="157" y="14"/>
                    </a:cubicBezTo>
                    <a:cubicBezTo>
                      <a:pt x="133" y="15"/>
                      <a:pt x="58" y="46"/>
                      <a:pt x="44" y="65"/>
                    </a:cubicBezTo>
                    <a:cubicBezTo>
                      <a:pt x="47" y="77"/>
                      <a:pt x="50" y="89"/>
                      <a:pt x="50" y="96"/>
                    </a:cubicBezTo>
                    <a:cubicBezTo>
                      <a:pt x="51" y="112"/>
                      <a:pt x="34" y="116"/>
                      <a:pt x="23" y="102"/>
                    </a:cubicBezTo>
                    <a:cubicBezTo>
                      <a:pt x="12" y="88"/>
                      <a:pt x="0" y="55"/>
                      <a:pt x="1" y="53"/>
                    </a:cubicBezTo>
                    <a:cubicBezTo>
                      <a:pt x="2" y="52"/>
                      <a:pt x="20" y="45"/>
                      <a:pt x="30" y="41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70" y="26"/>
                      <a:pt x="116" y="14"/>
                      <a:pt x="158" y="0"/>
                    </a:cubicBezTo>
                    <a:close/>
                  </a:path>
                </a:pathLst>
              </a:custGeom>
              <a:solidFill>
                <a:srgbClr val="4040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5" name="Freeform 363"/>
              <p:cNvSpPr/>
              <p:nvPr userDrawn="1"/>
            </p:nvSpPr>
            <p:spPr>
              <a:xfrm>
                <a:off x="9220201" y="2085975"/>
                <a:ext cx="138113" cy="207963"/>
              </a:xfrm>
              <a:custGeom>
                <a:avLst/>
                <a:gdLst/>
                <a:ahLst/>
                <a:cxnLst>
                  <a:cxn ang="0">
                    <a:pos x="95363" y="0"/>
                  </a:cxn>
                  <a:cxn ang="0">
                    <a:pos x="46037" y="16505"/>
                  </a:cxn>
                  <a:cxn ang="0">
                    <a:pos x="13153" y="33010"/>
                  </a:cxn>
                  <a:cxn ang="0">
                    <a:pos x="0" y="36311"/>
                  </a:cxn>
                  <a:cxn ang="0">
                    <a:pos x="6576" y="66020"/>
                  </a:cxn>
                  <a:cxn ang="0">
                    <a:pos x="32884" y="125438"/>
                  </a:cxn>
                  <a:cxn ang="0">
                    <a:pos x="65768" y="184856"/>
                  </a:cxn>
                  <a:cxn ang="0">
                    <a:pos x="98652" y="207963"/>
                  </a:cxn>
                  <a:cxn ang="0">
                    <a:pos x="124959" y="201361"/>
                  </a:cxn>
                  <a:cxn ang="0">
                    <a:pos x="138113" y="171652"/>
                  </a:cxn>
                  <a:cxn ang="0">
                    <a:pos x="131536" y="135341"/>
                  </a:cxn>
                  <a:cxn ang="0">
                    <a:pos x="121670" y="89127"/>
                  </a:cxn>
                  <a:cxn ang="0">
                    <a:pos x="101940" y="23107"/>
                  </a:cxn>
                  <a:cxn ang="0">
                    <a:pos x="95363" y="0"/>
                  </a:cxn>
                </a:cxnLst>
                <a:rect l="0" t="0" r="0" b="0"/>
                <a:pathLst>
                  <a:path w="42" h="63">
                    <a:moveTo>
                      <a:pt x="29" y="0"/>
                    </a:moveTo>
                    <a:cubicBezTo>
                      <a:pt x="24" y="2"/>
                      <a:pt x="19" y="3"/>
                      <a:pt x="14" y="5"/>
                    </a:cubicBezTo>
                    <a:cubicBezTo>
                      <a:pt x="11" y="7"/>
                      <a:pt x="7" y="8"/>
                      <a:pt x="4" y="10"/>
                    </a:cubicBezTo>
                    <a:cubicBezTo>
                      <a:pt x="3" y="10"/>
                      <a:pt x="1" y="11"/>
                      <a:pt x="0" y="11"/>
                    </a:cubicBezTo>
                    <a:cubicBezTo>
                      <a:pt x="0" y="14"/>
                      <a:pt x="2" y="18"/>
                      <a:pt x="2" y="20"/>
                    </a:cubicBezTo>
                    <a:cubicBezTo>
                      <a:pt x="5" y="26"/>
                      <a:pt x="7" y="32"/>
                      <a:pt x="10" y="38"/>
                    </a:cubicBezTo>
                    <a:cubicBezTo>
                      <a:pt x="13" y="44"/>
                      <a:pt x="16" y="51"/>
                      <a:pt x="20" y="56"/>
                    </a:cubicBezTo>
                    <a:cubicBezTo>
                      <a:pt x="23" y="59"/>
                      <a:pt x="27" y="62"/>
                      <a:pt x="30" y="63"/>
                    </a:cubicBezTo>
                    <a:cubicBezTo>
                      <a:pt x="33" y="63"/>
                      <a:pt x="36" y="63"/>
                      <a:pt x="38" y="61"/>
                    </a:cubicBezTo>
                    <a:cubicBezTo>
                      <a:pt x="41" y="59"/>
                      <a:pt x="42" y="56"/>
                      <a:pt x="42" y="52"/>
                    </a:cubicBezTo>
                    <a:cubicBezTo>
                      <a:pt x="41" y="49"/>
                      <a:pt x="41" y="45"/>
                      <a:pt x="40" y="41"/>
                    </a:cubicBezTo>
                    <a:cubicBezTo>
                      <a:pt x="39" y="36"/>
                      <a:pt x="38" y="32"/>
                      <a:pt x="37" y="27"/>
                    </a:cubicBezTo>
                    <a:cubicBezTo>
                      <a:pt x="35" y="20"/>
                      <a:pt x="33" y="14"/>
                      <a:pt x="31" y="7"/>
                    </a:cubicBezTo>
                    <a:cubicBezTo>
                      <a:pt x="31" y="5"/>
                      <a:pt x="30" y="2"/>
                      <a:pt x="29" y="0"/>
                    </a:cubicBezTo>
                    <a:close/>
                  </a:path>
                </a:pathLst>
              </a:custGeom>
              <a:solidFill>
                <a:srgbClr val="B8C5C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6" name="Freeform 364"/>
              <p:cNvSpPr/>
              <p:nvPr userDrawn="1"/>
            </p:nvSpPr>
            <p:spPr>
              <a:xfrm>
                <a:off x="9701213" y="1855788"/>
                <a:ext cx="204788" cy="296863"/>
              </a:xfrm>
              <a:custGeom>
                <a:avLst/>
                <a:gdLst/>
                <a:ahLst/>
                <a:cxnLst>
                  <a:cxn ang="0">
                    <a:pos x="75969" y="9895"/>
                  </a:cxn>
                  <a:cxn ang="0">
                    <a:pos x="13212" y="168222"/>
                  </a:cxn>
                  <a:cxn ang="0">
                    <a:pos x="128818" y="283669"/>
                  </a:cxn>
                  <a:cxn ang="0">
                    <a:pos x="191575" y="125342"/>
                  </a:cxn>
                  <a:cxn ang="0">
                    <a:pos x="75969" y="9895"/>
                  </a:cxn>
                </a:cxnLst>
                <a:rect l="0" t="0" r="0" b="0"/>
                <a:pathLst>
                  <a:path w="62" h="90">
                    <a:moveTo>
                      <a:pt x="23" y="3"/>
                    </a:moveTo>
                    <a:cubicBezTo>
                      <a:pt x="8" y="7"/>
                      <a:pt x="0" y="28"/>
                      <a:pt x="4" y="51"/>
                    </a:cubicBezTo>
                    <a:cubicBezTo>
                      <a:pt x="9" y="74"/>
                      <a:pt x="24" y="90"/>
                      <a:pt x="39" y="86"/>
                    </a:cubicBezTo>
                    <a:cubicBezTo>
                      <a:pt x="54" y="82"/>
                      <a:pt x="62" y="61"/>
                      <a:pt x="58" y="38"/>
                    </a:cubicBezTo>
                    <a:cubicBezTo>
                      <a:pt x="53" y="15"/>
                      <a:pt x="38" y="0"/>
                      <a:pt x="23" y="3"/>
                    </a:cubicBezTo>
                    <a:close/>
                  </a:path>
                </a:pathLst>
              </a:custGeom>
              <a:solidFill>
                <a:srgbClr val="FBD2C0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7" name="Freeform 365"/>
              <p:cNvSpPr/>
              <p:nvPr userDrawn="1"/>
            </p:nvSpPr>
            <p:spPr>
              <a:xfrm>
                <a:off x="9753601" y="1905000"/>
                <a:ext cx="112713" cy="195263"/>
              </a:xfrm>
              <a:custGeom>
                <a:avLst/>
                <a:gdLst/>
                <a:ahLst/>
                <a:cxnLst>
                  <a:cxn ang="0">
                    <a:pos x="6630" y="16547"/>
                  </a:cxn>
                  <a:cxn ang="0">
                    <a:pos x="72931" y="19857"/>
                  </a:cxn>
                  <a:cxn ang="0">
                    <a:pos x="99452" y="152238"/>
                  </a:cxn>
                  <a:cxn ang="0">
                    <a:pos x="36465" y="185334"/>
                  </a:cxn>
                  <a:cxn ang="0">
                    <a:pos x="16575" y="142310"/>
                  </a:cxn>
                  <a:cxn ang="0">
                    <a:pos x="36465" y="99286"/>
                  </a:cxn>
                  <a:cxn ang="0">
                    <a:pos x="9945" y="92667"/>
                  </a:cxn>
                  <a:cxn ang="0">
                    <a:pos x="0" y="36404"/>
                  </a:cxn>
                  <a:cxn ang="0">
                    <a:pos x="6630" y="16547"/>
                  </a:cxn>
                </a:cxnLst>
                <a:rect l="0" t="0" r="0" b="0"/>
                <a:pathLst>
                  <a:path w="34" h="59">
                    <a:moveTo>
                      <a:pt x="2" y="5"/>
                    </a:moveTo>
                    <a:cubicBezTo>
                      <a:pt x="4" y="4"/>
                      <a:pt x="14" y="0"/>
                      <a:pt x="22" y="6"/>
                    </a:cubicBezTo>
                    <a:cubicBezTo>
                      <a:pt x="30" y="13"/>
                      <a:pt x="34" y="37"/>
                      <a:pt x="30" y="46"/>
                    </a:cubicBezTo>
                    <a:cubicBezTo>
                      <a:pt x="27" y="54"/>
                      <a:pt x="18" y="59"/>
                      <a:pt x="11" y="56"/>
                    </a:cubicBezTo>
                    <a:cubicBezTo>
                      <a:pt x="4" y="53"/>
                      <a:pt x="0" y="48"/>
                      <a:pt x="5" y="43"/>
                    </a:cubicBezTo>
                    <a:cubicBezTo>
                      <a:pt x="9" y="38"/>
                      <a:pt x="13" y="33"/>
                      <a:pt x="11" y="30"/>
                    </a:cubicBezTo>
                    <a:cubicBezTo>
                      <a:pt x="8" y="28"/>
                      <a:pt x="5" y="30"/>
                      <a:pt x="3" y="28"/>
                    </a:cubicBezTo>
                    <a:cubicBezTo>
                      <a:pt x="0" y="25"/>
                      <a:pt x="0" y="17"/>
                      <a:pt x="0" y="11"/>
                    </a:cubicBezTo>
                    <a:cubicBezTo>
                      <a:pt x="1" y="5"/>
                      <a:pt x="2" y="5"/>
                      <a:pt x="2" y="5"/>
                    </a:cubicBezTo>
                    <a:close/>
                  </a:path>
                </a:pathLst>
              </a:custGeom>
              <a:solidFill>
                <a:srgbClr val="F8A98E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8" name="Rectangle 366"/>
              <p:cNvSpPr/>
              <p:nvPr userDrawn="1"/>
            </p:nvSpPr>
            <p:spPr>
              <a:xfrm>
                <a:off x="7099301" y="3279775"/>
                <a:ext cx="271463" cy="190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59" name="Freeform 367"/>
              <p:cNvSpPr>
                <a:spLocks noEditPoints="1"/>
              </p:cNvSpPr>
              <p:nvPr userDrawn="1"/>
            </p:nvSpPr>
            <p:spPr>
              <a:xfrm>
                <a:off x="7092951" y="3035300"/>
                <a:ext cx="360363" cy="220663"/>
              </a:xfrm>
              <a:custGeom>
                <a:avLst/>
                <a:gdLst/>
                <a:ahLst/>
                <a:cxnLst>
                  <a:cxn ang="0">
                    <a:pos x="287629" y="0"/>
                  </a:cxn>
                  <a:cxn ang="0">
                    <a:pos x="287629" y="3293"/>
                  </a:cxn>
                  <a:cxn ang="0">
                    <a:pos x="320690" y="3293"/>
                  </a:cxn>
                  <a:cxn ang="0">
                    <a:pos x="360363" y="46108"/>
                  </a:cxn>
                  <a:cxn ang="0">
                    <a:pos x="360363" y="128445"/>
                  </a:cxn>
                  <a:cxn ang="0">
                    <a:pos x="320690" y="171260"/>
                  </a:cxn>
                  <a:cxn ang="0">
                    <a:pos x="281017" y="171260"/>
                  </a:cxn>
                  <a:cxn ang="0">
                    <a:pos x="221507" y="220663"/>
                  </a:cxn>
                  <a:cxn ang="0">
                    <a:pos x="62815" y="220663"/>
                  </a:cxn>
                  <a:cxn ang="0">
                    <a:pos x="0" y="141619"/>
                  </a:cxn>
                  <a:cxn ang="0">
                    <a:pos x="0" y="0"/>
                  </a:cxn>
                  <a:cxn ang="0">
                    <a:pos x="287629" y="0"/>
                  </a:cxn>
                  <a:cxn ang="0">
                    <a:pos x="287629" y="23054"/>
                  </a:cxn>
                  <a:cxn ang="0">
                    <a:pos x="287629" y="141619"/>
                  </a:cxn>
                  <a:cxn ang="0">
                    <a:pos x="284323" y="151499"/>
                  </a:cxn>
                  <a:cxn ang="0">
                    <a:pos x="320690" y="151499"/>
                  </a:cxn>
                  <a:cxn ang="0">
                    <a:pos x="343832" y="128445"/>
                  </a:cxn>
                  <a:cxn ang="0">
                    <a:pos x="343832" y="46108"/>
                  </a:cxn>
                  <a:cxn ang="0">
                    <a:pos x="320690" y="23054"/>
                  </a:cxn>
                  <a:cxn ang="0">
                    <a:pos x="287629" y="23054"/>
                  </a:cxn>
                </a:cxnLst>
                <a:rect l="0" t="0" r="0" b="0"/>
                <a:pathLst>
                  <a:path w="109" h="67">
                    <a:moveTo>
                      <a:pt x="87" y="0"/>
                    </a:moveTo>
                    <a:cubicBezTo>
                      <a:pt x="87" y="1"/>
                      <a:pt x="87" y="1"/>
                      <a:pt x="87" y="1"/>
                    </a:cubicBezTo>
                    <a:cubicBezTo>
                      <a:pt x="97" y="1"/>
                      <a:pt x="97" y="1"/>
                      <a:pt x="97" y="1"/>
                    </a:cubicBezTo>
                    <a:cubicBezTo>
                      <a:pt x="104" y="1"/>
                      <a:pt x="109" y="7"/>
                      <a:pt x="109" y="14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46"/>
                      <a:pt x="104" y="52"/>
                      <a:pt x="97" y="52"/>
                    </a:cubicBezTo>
                    <a:cubicBezTo>
                      <a:pt x="85" y="52"/>
                      <a:pt x="85" y="52"/>
                      <a:pt x="85" y="52"/>
                    </a:cubicBezTo>
                    <a:cubicBezTo>
                      <a:pt x="82" y="61"/>
                      <a:pt x="75" y="67"/>
                      <a:pt x="67" y="67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8" y="67"/>
                      <a:pt x="0" y="56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7" y="0"/>
                    </a:lnTo>
                    <a:close/>
                    <a:moveTo>
                      <a:pt x="87" y="7"/>
                    </a:moveTo>
                    <a:cubicBezTo>
                      <a:pt x="87" y="43"/>
                      <a:pt x="87" y="43"/>
                      <a:pt x="87" y="43"/>
                    </a:cubicBezTo>
                    <a:cubicBezTo>
                      <a:pt x="87" y="44"/>
                      <a:pt x="87" y="45"/>
                      <a:pt x="86" y="46"/>
                    </a:cubicBezTo>
                    <a:cubicBezTo>
                      <a:pt x="97" y="46"/>
                      <a:pt x="97" y="46"/>
                      <a:pt x="97" y="46"/>
                    </a:cubicBezTo>
                    <a:cubicBezTo>
                      <a:pt x="101" y="46"/>
                      <a:pt x="104" y="43"/>
                      <a:pt x="104" y="39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1"/>
                      <a:pt x="101" y="7"/>
                      <a:pt x="97" y="7"/>
                    </a:cubicBezTo>
                    <a:lnTo>
                      <a:pt x="87" y="7"/>
                    </a:lnTo>
                    <a:close/>
                  </a:path>
                </a:pathLst>
              </a:custGeom>
              <a:solidFill>
                <a:srgbClr val="A156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0" name="Rectangle 368"/>
              <p:cNvSpPr/>
              <p:nvPr userDrawn="1"/>
            </p:nvSpPr>
            <p:spPr>
              <a:xfrm>
                <a:off x="7092951" y="3022600"/>
                <a:ext cx="287338" cy="12700"/>
              </a:xfrm>
              <a:prstGeom prst="rect">
                <a:avLst/>
              </a:prstGeom>
              <a:solidFill>
                <a:srgbClr val="D0D2D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1" name="Freeform 369"/>
              <p:cNvSpPr/>
              <p:nvPr userDrawn="1"/>
            </p:nvSpPr>
            <p:spPr>
              <a:xfrm>
                <a:off x="6942138" y="3236913"/>
                <a:ext cx="585788" cy="49213"/>
              </a:xfrm>
              <a:custGeom>
                <a:avLst/>
                <a:gdLst/>
                <a:ahLst/>
                <a:cxnLst>
                  <a:cxn ang="0">
                    <a:pos x="441325" y="49213"/>
                  </a:cxn>
                  <a:cxn ang="0">
                    <a:pos x="585788" y="0"/>
                  </a:cxn>
                  <a:cxn ang="0">
                    <a:pos x="293687" y="0"/>
                  </a:cxn>
                  <a:cxn ang="0">
                    <a:pos x="0" y="0"/>
                  </a:cxn>
                  <a:cxn ang="0">
                    <a:pos x="144462" y="49213"/>
                  </a:cxn>
                  <a:cxn ang="0">
                    <a:pos x="441325" y="49213"/>
                  </a:cxn>
                </a:cxnLst>
                <a:rect l="0" t="0" r="0" b="0"/>
                <a:pathLst>
                  <a:path w="369" h="31">
                    <a:moveTo>
                      <a:pt x="278" y="31"/>
                    </a:moveTo>
                    <a:lnTo>
                      <a:pt x="369" y="0"/>
                    </a:lnTo>
                    <a:lnTo>
                      <a:pt x="185" y="0"/>
                    </a:lnTo>
                    <a:lnTo>
                      <a:pt x="0" y="0"/>
                    </a:lnTo>
                    <a:lnTo>
                      <a:pt x="91" y="31"/>
                    </a:lnTo>
                    <a:lnTo>
                      <a:pt x="278" y="31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2" name="Rectangle 370"/>
              <p:cNvSpPr/>
              <p:nvPr userDrawn="1"/>
            </p:nvSpPr>
            <p:spPr>
              <a:xfrm>
                <a:off x="4746626" y="3279775"/>
                <a:ext cx="269875" cy="19050"/>
              </a:xfrm>
              <a:prstGeom prst="rect">
                <a:avLst/>
              </a:prstGeom>
              <a:solidFill>
                <a:srgbClr val="E6E7E8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3" name="Freeform 371"/>
              <p:cNvSpPr>
                <a:spLocks noEditPoints="1"/>
              </p:cNvSpPr>
              <p:nvPr userDrawn="1"/>
            </p:nvSpPr>
            <p:spPr>
              <a:xfrm>
                <a:off x="4738688" y="3035300"/>
                <a:ext cx="360363" cy="220663"/>
              </a:xfrm>
              <a:custGeom>
                <a:avLst/>
                <a:gdLst/>
                <a:ahLst/>
                <a:cxnLst>
                  <a:cxn ang="0">
                    <a:pos x="287629" y="0"/>
                  </a:cxn>
                  <a:cxn ang="0">
                    <a:pos x="287629" y="3293"/>
                  </a:cxn>
                  <a:cxn ang="0">
                    <a:pos x="323996" y="3293"/>
                  </a:cxn>
                  <a:cxn ang="0">
                    <a:pos x="360363" y="46108"/>
                  </a:cxn>
                  <a:cxn ang="0">
                    <a:pos x="360363" y="128445"/>
                  </a:cxn>
                  <a:cxn ang="0">
                    <a:pos x="323996" y="171260"/>
                  </a:cxn>
                  <a:cxn ang="0">
                    <a:pos x="284323" y="171260"/>
                  </a:cxn>
                  <a:cxn ang="0">
                    <a:pos x="221507" y="220663"/>
                  </a:cxn>
                  <a:cxn ang="0">
                    <a:pos x="62815" y="220663"/>
                  </a:cxn>
                  <a:cxn ang="0">
                    <a:pos x="0" y="141619"/>
                  </a:cxn>
                  <a:cxn ang="0">
                    <a:pos x="0" y="0"/>
                  </a:cxn>
                  <a:cxn ang="0">
                    <a:pos x="287629" y="0"/>
                  </a:cxn>
                  <a:cxn ang="0">
                    <a:pos x="287629" y="23054"/>
                  </a:cxn>
                  <a:cxn ang="0">
                    <a:pos x="287629" y="141619"/>
                  </a:cxn>
                  <a:cxn ang="0">
                    <a:pos x="287629" y="151499"/>
                  </a:cxn>
                  <a:cxn ang="0">
                    <a:pos x="323996" y="151499"/>
                  </a:cxn>
                  <a:cxn ang="0">
                    <a:pos x="343832" y="128445"/>
                  </a:cxn>
                  <a:cxn ang="0">
                    <a:pos x="343832" y="46108"/>
                  </a:cxn>
                  <a:cxn ang="0">
                    <a:pos x="323996" y="23054"/>
                  </a:cxn>
                  <a:cxn ang="0">
                    <a:pos x="287629" y="23054"/>
                  </a:cxn>
                </a:cxnLst>
                <a:rect l="0" t="0" r="0" b="0"/>
                <a:pathLst>
                  <a:path w="109" h="67">
                    <a:moveTo>
                      <a:pt x="87" y="0"/>
                    </a:moveTo>
                    <a:cubicBezTo>
                      <a:pt x="87" y="1"/>
                      <a:pt x="87" y="1"/>
                      <a:pt x="87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104" y="1"/>
                      <a:pt x="109" y="7"/>
                      <a:pt x="109" y="14"/>
                    </a:cubicBezTo>
                    <a:cubicBezTo>
                      <a:pt x="109" y="39"/>
                      <a:pt x="109" y="39"/>
                      <a:pt x="109" y="39"/>
                    </a:cubicBezTo>
                    <a:cubicBezTo>
                      <a:pt x="109" y="46"/>
                      <a:pt x="104" y="52"/>
                      <a:pt x="98" y="52"/>
                    </a:cubicBezTo>
                    <a:cubicBezTo>
                      <a:pt x="86" y="52"/>
                      <a:pt x="86" y="52"/>
                      <a:pt x="86" y="52"/>
                    </a:cubicBezTo>
                    <a:cubicBezTo>
                      <a:pt x="83" y="61"/>
                      <a:pt x="76" y="67"/>
                      <a:pt x="67" y="67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9" y="67"/>
                      <a:pt x="0" y="56"/>
                      <a:pt x="0" y="4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87" y="0"/>
                    </a:lnTo>
                    <a:close/>
                    <a:moveTo>
                      <a:pt x="87" y="7"/>
                    </a:moveTo>
                    <a:cubicBezTo>
                      <a:pt x="87" y="43"/>
                      <a:pt x="87" y="43"/>
                      <a:pt x="87" y="43"/>
                    </a:cubicBezTo>
                    <a:cubicBezTo>
                      <a:pt x="87" y="44"/>
                      <a:pt x="87" y="45"/>
                      <a:pt x="87" y="46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101" y="46"/>
                      <a:pt x="104" y="43"/>
                      <a:pt x="104" y="39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1"/>
                      <a:pt x="101" y="7"/>
                      <a:pt x="98" y="7"/>
                    </a:cubicBezTo>
                    <a:lnTo>
                      <a:pt x="87" y="7"/>
                    </a:lnTo>
                    <a:close/>
                  </a:path>
                </a:pathLst>
              </a:custGeom>
              <a:solidFill>
                <a:srgbClr val="A1564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4" name="Rectangle 372"/>
              <p:cNvSpPr/>
              <p:nvPr userDrawn="1"/>
            </p:nvSpPr>
            <p:spPr>
              <a:xfrm>
                <a:off x="4738688" y="3022600"/>
                <a:ext cx="287338" cy="12700"/>
              </a:xfrm>
              <a:prstGeom prst="rect">
                <a:avLst/>
              </a:prstGeom>
              <a:solidFill>
                <a:srgbClr val="D0D2D3"/>
              </a:solidFill>
              <a:ln w="9525">
                <a:noFill/>
              </a:ln>
            </p:spPr>
            <p:txBody>
              <a:bodyPr wrap="square" lIns="91440" tIns="45720" rIns="91440" bIns="45720" anchor="t"/>
              <a:lstStyle/>
              <a:p>
                <a:pPr lvl="0"/>
                <a:endParaRPr lang="zh-CN" altLang="en-US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5" name="Freeform 373"/>
              <p:cNvSpPr/>
              <p:nvPr userDrawn="1"/>
            </p:nvSpPr>
            <p:spPr>
              <a:xfrm>
                <a:off x="4591051" y="3236913"/>
                <a:ext cx="584200" cy="49213"/>
              </a:xfrm>
              <a:custGeom>
                <a:avLst/>
                <a:gdLst/>
                <a:ahLst/>
                <a:cxnLst>
                  <a:cxn ang="0">
                    <a:pos x="438150" y="49213"/>
                  </a:cxn>
                  <a:cxn ang="0">
                    <a:pos x="584200" y="0"/>
                  </a:cxn>
                  <a:cxn ang="0">
                    <a:pos x="290512" y="0"/>
                  </a:cxn>
                  <a:cxn ang="0">
                    <a:pos x="0" y="0"/>
                  </a:cxn>
                  <a:cxn ang="0">
                    <a:pos x="141287" y="49213"/>
                  </a:cxn>
                  <a:cxn ang="0">
                    <a:pos x="438150" y="49213"/>
                  </a:cxn>
                </a:cxnLst>
                <a:rect l="0" t="0" r="0" b="0"/>
                <a:pathLst>
                  <a:path w="368" h="31">
                    <a:moveTo>
                      <a:pt x="276" y="31"/>
                    </a:moveTo>
                    <a:lnTo>
                      <a:pt x="368" y="0"/>
                    </a:lnTo>
                    <a:lnTo>
                      <a:pt x="183" y="0"/>
                    </a:lnTo>
                    <a:lnTo>
                      <a:pt x="0" y="0"/>
                    </a:lnTo>
                    <a:lnTo>
                      <a:pt x="89" y="31"/>
                    </a:lnTo>
                    <a:lnTo>
                      <a:pt x="276" y="31"/>
                    </a:lnTo>
                    <a:close/>
                  </a:path>
                </a:pathLst>
              </a:custGeom>
              <a:solidFill>
                <a:srgbClr val="D0D2D3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</p:grpSp>
        <p:grpSp>
          <p:nvGrpSpPr>
            <p:cNvPr id="766" name="组合 765"/>
            <p:cNvGrpSpPr/>
            <p:nvPr userDrawn="1"/>
          </p:nvGrpSpPr>
          <p:grpSpPr>
            <a:xfrm>
              <a:off x="5802" y="3560"/>
              <a:ext cx="2621" cy="1139"/>
              <a:chOff x="2855913" y="-477838"/>
              <a:chExt cx="5757862" cy="2501900"/>
            </a:xfrm>
            <a:solidFill>
              <a:srgbClr val="FCB53C"/>
            </a:solidFill>
          </p:grpSpPr>
          <p:sp>
            <p:nvSpPr>
              <p:cNvPr id="767" name="Freeform 5"/>
              <p:cNvSpPr/>
              <p:nvPr userDrawn="1"/>
            </p:nvSpPr>
            <p:spPr bwMode="auto">
              <a:xfrm>
                <a:off x="2855913" y="76200"/>
                <a:ext cx="1317625" cy="1687513"/>
              </a:xfrm>
              <a:custGeom>
                <a:avLst/>
                <a:gdLst>
                  <a:gd name="T0" fmla="*/ 557 w 702"/>
                  <a:gd name="T1" fmla="*/ 136 h 898"/>
                  <a:gd name="T2" fmla="*/ 681 w 702"/>
                  <a:gd name="T3" fmla="*/ 72 h 898"/>
                  <a:gd name="T4" fmla="*/ 700 w 702"/>
                  <a:gd name="T5" fmla="*/ 55 h 898"/>
                  <a:gd name="T6" fmla="*/ 673 w 702"/>
                  <a:gd name="T7" fmla="*/ 31 h 898"/>
                  <a:gd name="T8" fmla="*/ 656 w 702"/>
                  <a:gd name="T9" fmla="*/ 16 h 898"/>
                  <a:gd name="T10" fmla="*/ 569 w 702"/>
                  <a:gd name="T11" fmla="*/ 21 h 898"/>
                  <a:gd name="T12" fmla="*/ 286 w 702"/>
                  <a:gd name="T13" fmla="*/ 79 h 898"/>
                  <a:gd name="T14" fmla="*/ 38 w 702"/>
                  <a:gd name="T15" fmla="*/ 130 h 898"/>
                  <a:gd name="T16" fmla="*/ 4 w 702"/>
                  <a:gd name="T17" fmla="*/ 193 h 898"/>
                  <a:gd name="T18" fmla="*/ 34 w 702"/>
                  <a:gd name="T19" fmla="*/ 231 h 898"/>
                  <a:gd name="T20" fmla="*/ 216 w 702"/>
                  <a:gd name="T21" fmla="*/ 210 h 898"/>
                  <a:gd name="T22" fmla="*/ 381 w 702"/>
                  <a:gd name="T23" fmla="*/ 176 h 898"/>
                  <a:gd name="T24" fmla="*/ 374 w 702"/>
                  <a:gd name="T25" fmla="*/ 216 h 898"/>
                  <a:gd name="T26" fmla="*/ 351 w 702"/>
                  <a:gd name="T27" fmla="*/ 487 h 898"/>
                  <a:gd name="T28" fmla="*/ 338 w 702"/>
                  <a:gd name="T29" fmla="*/ 716 h 898"/>
                  <a:gd name="T30" fmla="*/ 329 w 702"/>
                  <a:gd name="T31" fmla="*/ 755 h 898"/>
                  <a:gd name="T32" fmla="*/ 350 w 702"/>
                  <a:gd name="T33" fmla="*/ 771 h 898"/>
                  <a:gd name="T34" fmla="*/ 350 w 702"/>
                  <a:gd name="T35" fmla="*/ 799 h 898"/>
                  <a:gd name="T36" fmla="*/ 345 w 702"/>
                  <a:gd name="T37" fmla="*/ 843 h 898"/>
                  <a:gd name="T38" fmla="*/ 358 w 702"/>
                  <a:gd name="T39" fmla="*/ 840 h 898"/>
                  <a:gd name="T40" fmla="*/ 397 w 702"/>
                  <a:gd name="T41" fmla="*/ 885 h 898"/>
                  <a:gd name="T42" fmla="*/ 402 w 702"/>
                  <a:gd name="T43" fmla="*/ 896 h 898"/>
                  <a:gd name="T44" fmla="*/ 412 w 702"/>
                  <a:gd name="T45" fmla="*/ 870 h 898"/>
                  <a:gd name="T46" fmla="*/ 427 w 702"/>
                  <a:gd name="T47" fmla="*/ 828 h 898"/>
                  <a:gd name="T48" fmla="*/ 444 w 702"/>
                  <a:gd name="T49" fmla="*/ 704 h 898"/>
                  <a:gd name="T50" fmla="*/ 534 w 702"/>
                  <a:gd name="T51" fmla="*/ 164 h 898"/>
                  <a:gd name="T52" fmla="*/ 557 w 702"/>
                  <a:gd name="T53" fmla="*/ 136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702" h="898">
                    <a:moveTo>
                      <a:pt x="557" y="136"/>
                    </a:moveTo>
                    <a:cubicBezTo>
                      <a:pt x="599" y="117"/>
                      <a:pt x="649" y="111"/>
                      <a:pt x="681" y="72"/>
                    </a:cubicBezTo>
                    <a:cubicBezTo>
                      <a:pt x="686" y="65"/>
                      <a:pt x="702" y="68"/>
                      <a:pt x="700" y="55"/>
                    </a:cubicBezTo>
                    <a:cubicBezTo>
                      <a:pt x="698" y="40"/>
                      <a:pt x="685" y="35"/>
                      <a:pt x="673" y="31"/>
                    </a:cubicBezTo>
                    <a:cubicBezTo>
                      <a:pt x="666" y="27"/>
                      <a:pt x="680" y="0"/>
                      <a:pt x="656" y="16"/>
                    </a:cubicBezTo>
                    <a:cubicBezTo>
                      <a:pt x="627" y="16"/>
                      <a:pt x="598" y="15"/>
                      <a:pt x="569" y="21"/>
                    </a:cubicBezTo>
                    <a:cubicBezTo>
                      <a:pt x="475" y="41"/>
                      <a:pt x="380" y="60"/>
                      <a:pt x="286" y="79"/>
                    </a:cubicBezTo>
                    <a:cubicBezTo>
                      <a:pt x="203" y="96"/>
                      <a:pt x="121" y="114"/>
                      <a:pt x="38" y="130"/>
                    </a:cubicBezTo>
                    <a:cubicBezTo>
                      <a:pt x="0" y="138"/>
                      <a:pt x="7" y="167"/>
                      <a:pt x="4" y="193"/>
                    </a:cubicBezTo>
                    <a:cubicBezTo>
                      <a:pt x="1" y="216"/>
                      <a:pt x="12" y="226"/>
                      <a:pt x="34" y="231"/>
                    </a:cubicBezTo>
                    <a:cubicBezTo>
                      <a:pt x="98" y="247"/>
                      <a:pt x="156" y="221"/>
                      <a:pt x="216" y="210"/>
                    </a:cubicBezTo>
                    <a:cubicBezTo>
                      <a:pt x="271" y="201"/>
                      <a:pt x="324" y="180"/>
                      <a:pt x="381" y="176"/>
                    </a:cubicBezTo>
                    <a:cubicBezTo>
                      <a:pt x="378" y="192"/>
                      <a:pt x="375" y="204"/>
                      <a:pt x="374" y="216"/>
                    </a:cubicBezTo>
                    <a:cubicBezTo>
                      <a:pt x="362" y="306"/>
                      <a:pt x="365" y="397"/>
                      <a:pt x="351" y="487"/>
                    </a:cubicBezTo>
                    <a:cubicBezTo>
                      <a:pt x="338" y="562"/>
                      <a:pt x="341" y="640"/>
                      <a:pt x="338" y="716"/>
                    </a:cubicBezTo>
                    <a:cubicBezTo>
                      <a:pt x="335" y="729"/>
                      <a:pt x="333" y="742"/>
                      <a:pt x="329" y="755"/>
                    </a:cubicBezTo>
                    <a:cubicBezTo>
                      <a:pt x="324" y="776"/>
                      <a:pt x="336" y="774"/>
                      <a:pt x="350" y="771"/>
                    </a:cubicBezTo>
                    <a:cubicBezTo>
                      <a:pt x="345" y="781"/>
                      <a:pt x="350" y="790"/>
                      <a:pt x="350" y="799"/>
                    </a:cubicBezTo>
                    <a:cubicBezTo>
                      <a:pt x="344" y="813"/>
                      <a:pt x="341" y="829"/>
                      <a:pt x="345" y="843"/>
                    </a:cubicBezTo>
                    <a:cubicBezTo>
                      <a:pt x="349" y="859"/>
                      <a:pt x="352" y="835"/>
                      <a:pt x="358" y="840"/>
                    </a:cubicBezTo>
                    <a:cubicBezTo>
                      <a:pt x="381" y="847"/>
                      <a:pt x="379" y="875"/>
                      <a:pt x="397" y="885"/>
                    </a:cubicBezTo>
                    <a:cubicBezTo>
                      <a:pt x="397" y="889"/>
                      <a:pt x="398" y="898"/>
                      <a:pt x="402" y="896"/>
                    </a:cubicBezTo>
                    <a:cubicBezTo>
                      <a:pt x="413" y="891"/>
                      <a:pt x="411" y="879"/>
                      <a:pt x="412" y="870"/>
                    </a:cubicBezTo>
                    <a:cubicBezTo>
                      <a:pt x="424" y="858"/>
                      <a:pt x="425" y="842"/>
                      <a:pt x="427" y="828"/>
                    </a:cubicBezTo>
                    <a:cubicBezTo>
                      <a:pt x="433" y="787"/>
                      <a:pt x="438" y="745"/>
                      <a:pt x="444" y="704"/>
                    </a:cubicBezTo>
                    <a:cubicBezTo>
                      <a:pt x="467" y="523"/>
                      <a:pt x="495" y="342"/>
                      <a:pt x="534" y="164"/>
                    </a:cubicBezTo>
                    <a:cubicBezTo>
                      <a:pt x="537" y="149"/>
                      <a:pt x="541" y="143"/>
                      <a:pt x="557" y="13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8" name="Freeform 6"/>
              <p:cNvSpPr/>
              <p:nvPr userDrawn="1"/>
            </p:nvSpPr>
            <p:spPr bwMode="auto">
              <a:xfrm>
                <a:off x="5822950" y="-236538"/>
                <a:ext cx="796925" cy="1274763"/>
              </a:xfrm>
              <a:custGeom>
                <a:avLst/>
                <a:gdLst>
                  <a:gd name="T0" fmla="*/ 70 w 425"/>
                  <a:gd name="T1" fmla="*/ 666 h 678"/>
                  <a:gd name="T2" fmla="*/ 102 w 425"/>
                  <a:gd name="T3" fmla="*/ 625 h 678"/>
                  <a:gd name="T4" fmla="*/ 140 w 425"/>
                  <a:gd name="T5" fmla="*/ 469 h 678"/>
                  <a:gd name="T6" fmla="*/ 199 w 425"/>
                  <a:gd name="T7" fmla="*/ 577 h 678"/>
                  <a:gd name="T8" fmla="*/ 248 w 425"/>
                  <a:gd name="T9" fmla="*/ 639 h 678"/>
                  <a:gd name="T10" fmla="*/ 383 w 425"/>
                  <a:gd name="T11" fmla="*/ 548 h 678"/>
                  <a:gd name="T12" fmla="*/ 392 w 425"/>
                  <a:gd name="T13" fmla="*/ 470 h 678"/>
                  <a:gd name="T14" fmla="*/ 395 w 425"/>
                  <a:gd name="T15" fmla="*/ 377 h 678"/>
                  <a:gd name="T16" fmla="*/ 414 w 425"/>
                  <a:gd name="T17" fmla="*/ 160 h 678"/>
                  <a:gd name="T18" fmla="*/ 421 w 425"/>
                  <a:gd name="T19" fmla="*/ 110 h 678"/>
                  <a:gd name="T20" fmla="*/ 408 w 425"/>
                  <a:gd name="T21" fmla="*/ 136 h 678"/>
                  <a:gd name="T22" fmla="*/ 408 w 425"/>
                  <a:gd name="T23" fmla="*/ 61 h 678"/>
                  <a:gd name="T24" fmla="*/ 403 w 425"/>
                  <a:gd name="T25" fmla="*/ 47 h 678"/>
                  <a:gd name="T26" fmla="*/ 385 w 425"/>
                  <a:gd name="T27" fmla="*/ 53 h 678"/>
                  <a:gd name="T28" fmla="*/ 369 w 425"/>
                  <a:gd name="T29" fmla="*/ 31 h 678"/>
                  <a:gd name="T30" fmla="*/ 348 w 425"/>
                  <a:gd name="T31" fmla="*/ 0 h 678"/>
                  <a:gd name="T32" fmla="*/ 341 w 425"/>
                  <a:gd name="T33" fmla="*/ 24 h 678"/>
                  <a:gd name="T34" fmla="*/ 325 w 425"/>
                  <a:gd name="T35" fmla="*/ 70 h 678"/>
                  <a:gd name="T36" fmla="*/ 285 w 425"/>
                  <a:gd name="T37" fmla="*/ 308 h 678"/>
                  <a:gd name="T38" fmla="*/ 264 w 425"/>
                  <a:gd name="T39" fmla="*/ 407 h 678"/>
                  <a:gd name="T40" fmla="*/ 165 w 425"/>
                  <a:gd name="T41" fmla="*/ 251 h 678"/>
                  <a:gd name="T42" fmla="*/ 89 w 425"/>
                  <a:gd name="T43" fmla="*/ 222 h 678"/>
                  <a:gd name="T44" fmla="*/ 55 w 425"/>
                  <a:gd name="T45" fmla="*/ 274 h 678"/>
                  <a:gd name="T46" fmla="*/ 7 w 425"/>
                  <a:gd name="T47" fmla="*/ 539 h 678"/>
                  <a:gd name="T48" fmla="*/ 6 w 425"/>
                  <a:gd name="T49" fmla="*/ 622 h 678"/>
                  <a:gd name="T50" fmla="*/ 70 w 425"/>
                  <a:gd name="T51" fmla="*/ 666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425" h="678">
                    <a:moveTo>
                      <a:pt x="70" y="666"/>
                    </a:moveTo>
                    <a:cubicBezTo>
                      <a:pt x="91" y="660"/>
                      <a:pt x="97" y="641"/>
                      <a:pt x="102" y="625"/>
                    </a:cubicBezTo>
                    <a:cubicBezTo>
                      <a:pt x="115" y="575"/>
                      <a:pt x="126" y="525"/>
                      <a:pt x="140" y="469"/>
                    </a:cubicBezTo>
                    <a:cubicBezTo>
                      <a:pt x="156" y="511"/>
                      <a:pt x="186" y="537"/>
                      <a:pt x="199" y="577"/>
                    </a:cubicBezTo>
                    <a:cubicBezTo>
                      <a:pt x="206" y="598"/>
                      <a:pt x="211" y="636"/>
                      <a:pt x="248" y="639"/>
                    </a:cubicBezTo>
                    <a:cubicBezTo>
                      <a:pt x="327" y="646"/>
                      <a:pt x="360" y="624"/>
                      <a:pt x="383" y="548"/>
                    </a:cubicBezTo>
                    <a:cubicBezTo>
                      <a:pt x="391" y="523"/>
                      <a:pt x="394" y="497"/>
                      <a:pt x="392" y="470"/>
                    </a:cubicBezTo>
                    <a:cubicBezTo>
                      <a:pt x="391" y="439"/>
                      <a:pt x="386" y="405"/>
                      <a:pt x="395" y="377"/>
                    </a:cubicBezTo>
                    <a:cubicBezTo>
                      <a:pt x="416" y="305"/>
                      <a:pt x="410" y="232"/>
                      <a:pt x="414" y="160"/>
                    </a:cubicBezTo>
                    <a:cubicBezTo>
                      <a:pt x="421" y="144"/>
                      <a:pt x="425" y="127"/>
                      <a:pt x="421" y="110"/>
                    </a:cubicBezTo>
                    <a:cubicBezTo>
                      <a:pt x="408" y="114"/>
                      <a:pt x="424" y="133"/>
                      <a:pt x="408" y="136"/>
                    </a:cubicBezTo>
                    <a:cubicBezTo>
                      <a:pt x="402" y="111"/>
                      <a:pt x="404" y="86"/>
                      <a:pt x="408" y="61"/>
                    </a:cubicBezTo>
                    <a:cubicBezTo>
                      <a:pt x="409" y="55"/>
                      <a:pt x="410" y="49"/>
                      <a:pt x="403" y="47"/>
                    </a:cubicBezTo>
                    <a:cubicBezTo>
                      <a:pt x="396" y="45"/>
                      <a:pt x="388" y="45"/>
                      <a:pt x="385" y="53"/>
                    </a:cubicBezTo>
                    <a:cubicBezTo>
                      <a:pt x="374" y="50"/>
                      <a:pt x="370" y="41"/>
                      <a:pt x="369" y="31"/>
                    </a:cubicBezTo>
                    <a:cubicBezTo>
                      <a:pt x="373" y="14"/>
                      <a:pt x="351" y="14"/>
                      <a:pt x="348" y="0"/>
                    </a:cubicBezTo>
                    <a:cubicBezTo>
                      <a:pt x="346" y="8"/>
                      <a:pt x="344" y="16"/>
                      <a:pt x="341" y="24"/>
                    </a:cubicBezTo>
                    <a:cubicBezTo>
                      <a:pt x="332" y="38"/>
                      <a:pt x="328" y="54"/>
                      <a:pt x="325" y="70"/>
                    </a:cubicBezTo>
                    <a:cubicBezTo>
                      <a:pt x="312" y="149"/>
                      <a:pt x="300" y="229"/>
                      <a:pt x="285" y="308"/>
                    </a:cubicBezTo>
                    <a:cubicBezTo>
                      <a:pt x="279" y="341"/>
                      <a:pt x="278" y="376"/>
                      <a:pt x="264" y="407"/>
                    </a:cubicBezTo>
                    <a:cubicBezTo>
                      <a:pt x="209" y="367"/>
                      <a:pt x="207" y="297"/>
                      <a:pt x="165" y="251"/>
                    </a:cubicBezTo>
                    <a:cubicBezTo>
                      <a:pt x="144" y="228"/>
                      <a:pt x="117" y="220"/>
                      <a:pt x="89" y="222"/>
                    </a:cubicBezTo>
                    <a:cubicBezTo>
                      <a:pt x="61" y="224"/>
                      <a:pt x="57" y="252"/>
                      <a:pt x="55" y="274"/>
                    </a:cubicBezTo>
                    <a:cubicBezTo>
                      <a:pt x="45" y="363"/>
                      <a:pt x="29" y="452"/>
                      <a:pt x="7" y="539"/>
                    </a:cubicBezTo>
                    <a:cubicBezTo>
                      <a:pt x="0" y="566"/>
                      <a:pt x="2" y="595"/>
                      <a:pt x="6" y="622"/>
                    </a:cubicBezTo>
                    <a:cubicBezTo>
                      <a:pt x="14" y="673"/>
                      <a:pt x="22" y="678"/>
                      <a:pt x="70" y="66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69" name="Freeform 7"/>
              <p:cNvSpPr/>
              <p:nvPr userDrawn="1"/>
            </p:nvSpPr>
            <p:spPr bwMode="auto">
              <a:xfrm>
                <a:off x="3781425" y="1284287"/>
                <a:ext cx="4832350" cy="739775"/>
              </a:xfrm>
              <a:custGeom>
                <a:avLst/>
                <a:gdLst>
                  <a:gd name="T0" fmla="*/ 2501 w 2575"/>
                  <a:gd name="T1" fmla="*/ 20 h 394"/>
                  <a:gd name="T2" fmla="*/ 2494 w 2575"/>
                  <a:gd name="T3" fmla="*/ 22 h 394"/>
                  <a:gd name="T4" fmla="*/ 2477 w 2575"/>
                  <a:gd name="T5" fmla="*/ 22 h 394"/>
                  <a:gd name="T6" fmla="*/ 2278 w 2575"/>
                  <a:gd name="T7" fmla="*/ 47 h 394"/>
                  <a:gd name="T8" fmla="*/ 1713 w 2575"/>
                  <a:gd name="T9" fmla="*/ 111 h 394"/>
                  <a:gd name="T10" fmla="*/ 1248 w 2575"/>
                  <a:gd name="T11" fmla="*/ 152 h 394"/>
                  <a:gd name="T12" fmla="*/ 649 w 2575"/>
                  <a:gd name="T13" fmla="*/ 207 h 394"/>
                  <a:gd name="T14" fmla="*/ 107 w 2575"/>
                  <a:gd name="T15" fmla="*/ 272 h 394"/>
                  <a:gd name="T16" fmla="*/ 20 w 2575"/>
                  <a:gd name="T17" fmla="*/ 296 h 394"/>
                  <a:gd name="T18" fmla="*/ 2 w 2575"/>
                  <a:gd name="T19" fmla="*/ 318 h 394"/>
                  <a:gd name="T20" fmla="*/ 20 w 2575"/>
                  <a:gd name="T21" fmla="*/ 335 h 394"/>
                  <a:gd name="T22" fmla="*/ 53 w 2575"/>
                  <a:gd name="T23" fmla="*/ 352 h 394"/>
                  <a:gd name="T24" fmla="*/ 122 w 2575"/>
                  <a:gd name="T25" fmla="*/ 385 h 394"/>
                  <a:gd name="T26" fmla="*/ 500 w 2575"/>
                  <a:gd name="T27" fmla="*/ 352 h 394"/>
                  <a:gd name="T28" fmla="*/ 1185 w 2575"/>
                  <a:gd name="T29" fmla="*/ 267 h 394"/>
                  <a:gd name="T30" fmla="*/ 1483 w 2575"/>
                  <a:gd name="T31" fmla="*/ 239 h 394"/>
                  <a:gd name="T32" fmla="*/ 2021 w 2575"/>
                  <a:gd name="T33" fmla="*/ 171 h 394"/>
                  <a:gd name="T34" fmla="*/ 2075 w 2575"/>
                  <a:gd name="T35" fmla="*/ 162 h 394"/>
                  <a:gd name="T36" fmla="*/ 2134 w 2575"/>
                  <a:gd name="T37" fmla="*/ 157 h 394"/>
                  <a:gd name="T38" fmla="*/ 2172 w 2575"/>
                  <a:gd name="T39" fmla="*/ 150 h 394"/>
                  <a:gd name="T40" fmla="*/ 2206 w 2575"/>
                  <a:gd name="T41" fmla="*/ 149 h 394"/>
                  <a:gd name="T42" fmla="*/ 2234 w 2575"/>
                  <a:gd name="T43" fmla="*/ 135 h 394"/>
                  <a:gd name="T44" fmla="*/ 2258 w 2575"/>
                  <a:gd name="T45" fmla="*/ 128 h 394"/>
                  <a:gd name="T46" fmla="*/ 2416 w 2575"/>
                  <a:gd name="T47" fmla="*/ 94 h 394"/>
                  <a:gd name="T48" fmla="*/ 2448 w 2575"/>
                  <a:gd name="T49" fmla="*/ 72 h 394"/>
                  <a:gd name="T50" fmla="*/ 2450 w 2575"/>
                  <a:gd name="T51" fmla="*/ 71 h 394"/>
                  <a:gd name="T52" fmla="*/ 2453 w 2575"/>
                  <a:gd name="T53" fmla="*/ 71 h 394"/>
                  <a:gd name="T54" fmla="*/ 2475 w 2575"/>
                  <a:gd name="T55" fmla="*/ 69 h 394"/>
                  <a:gd name="T56" fmla="*/ 2475 w 2575"/>
                  <a:gd name="T57" fmla="*/ 63 h 394"/>
                  <a:gd name="T58" fmla="*/ 2455 w 2575"/>
                  <a:gd name="T59" fmla="*/ 67 h 394"/>
                  <a:gd name="T60" fmla="*/ 2463 w 2575"/>
                  <a:gd name="T61" fmla="*/ 49 h 394"/>
                  <a:gd name="T62" fmla="*/ 2471 w 2575"/>
                  <a:gd name="T63" fmla="*/ 50 h 394"/>
                  <a:gd name="T64" fmla="*/ 2471 w 2575"/>
                  <a:gd name="T65" fmla="*/ 50 h 394"/>
                  <a:gd name="T66" fmla="*/ 2516 w 2575"/>
                  <a:gd name="T67" fmla="*/ 36 h 394"/>
                  <a:gd name="T68" fmla="*/ 2575 w 2575"/>
                  <a:gd name="T69" fmla="*/ 15 h 394"/>
                  <a:gd name="T70" fmla="*/ 2501 w 2575"/>
                  <a:gd name="T71" fmla="*/ 20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575" h="394">
                    <a:moveTo>
                      <a:pt x="2501" y="20"/>
                    </a:moveTo>
                    <a:cubicBezTo>
                      <a:pt x="2499" y="21"/>
                      <a:pt x="2496" y="21"/>
                      <a:pt x="2494" y="22"/>
                    </a:cubicBezTo>
                    <a:cubicBezTo>
                      <a:pt x="2488" y="22"/>
                      <a:pt x="2483" y="22"/>
                      <a:pt x="2477" y="22"/>
                    </a:cubicBezTo>
                    <a:cubicBezTo>
                      <a:pt x="2409" y="18"/>
                      <a:pt x="2344" y="37"/>
                      <a:pt x="2278" y="47"/>
                    </a:cubicBezTo>
                    <a:cubicBezTo>
                      <a:pt x="2091" y="74"/>
                      <a:pt x="1902" y="89"/>
                      <a:pt x="1713" y="111"/>
                    </a:cubicBezTo>
                    <a:cubicBezTo>
                      <a:pt x="1559" y="128"/>
                      <a:pt x="1403" y="134"/>
                      <a:pt x="1248" y="152"/>
                    </a:cubicBezTo>
                    <a:cubicBezTo>
                      <a:pt x="1049" y="174"/>
                      <a:pt x="849" y="186"/>
                      <a:pt x="649" y="207"/>
                    </a:cubicBezTo>
                    <a:cubicBezTo>
                      <a:pt x="468" y="227"/>
                      <a:pt x="287" y="244"/>
                      <a:pt x="107" y="272"/>
                    </a:cubicBezTo>
                    <a:cubicBezTo>
                      <a:pt x="77" y="277"/>
                      <a:pt x="47" y="283"/>
                      <a:pt x="20" y="296"/>
                    </a:cubicBezTo>
                    <a:cubicBezTo>
                      <a:pt x="11" y="301"/>
                      <a:pt x="0" y="306"/>
                      <a:pt x="2" y="318"/>
                    </a:cubicBezTo>
                    <a:cubicBezTo>
                      <a:pt x="3" y="328"/>
                      <a:pt x="12" y="331"/>
                      <a:pt x="20" y="335"/>
                    </a:cubicBezTo>
                    <a:cubicBezTo>
                      <a:pt x="32" y="340"/>
                      <a:pt x="50" y="340"/>
                      <a:pt x="53" y="352"/>
                    </a:cubicBezTo>
                    <a:cubicBezTo>
                      <a:pt x="63" y="394"/>
                      <a:pt x="96" y="387"/>
                      <a:pt x="122" y="385"/>
                    </a:cubicBezTo>
                    <a:cubicBezTo>
                      <a:pt x="248" y="376"/>
                      <a:pt x="374" y="366"/>
                      <a:pt x="500" y="352"/>
                    </a:cubicBezTo>
                    <a:cubicBezTo>
                      <a:pt x="729" y="326"/>
                      <a:pt x="955" y="282"/>
                      <a:pt x="1185" y="267"/>
                    </a:cubicBezTo>
                    <a:cubicBezTo>
                      <a:pt x="1284" y="260"/>
                      <a:pt x="1384" y="251"/>
                      <a:pt x="1483" y="239"/>
                    </a:cubicBezTo>
                    <a:cubicBezTo>
                      <a:pt x="1662" y="218"/>
                      <a:pt x="1842" y="194"/>
                      <a:pt x="2021" y="171"/>
                    </a:cubicBezTo>
                    <a:cubicBezTo>
                      <a:pt x="2039" y="168"/>
                      <a:pt x="2057" y="165"/>
                      <a:pt x="2075" y="162"/>
                    </a:cubicBezTo>
                    <a:cubicBezTo>
                      <a:pt x="2095" y="166"/>
                      <a:pt x="2113" y="148"/>
                      <a:pt x="2134" y="157"/>
                    </a:cubicBezTo>
                    <a:cubicBezTo>
                      <a:pt x="2148" y="161"/>
                      <a:pt x="2162" y="160"/>
                      <a:pt x="2172" y="150"/>
                    </a:cubicBezTo>
                    <a:cubicBezTo>
                      <a:pt x="2184" y="138"/>
                      <a:pt x="2194" y="146"/>
                      <a:pt x="2206" y="149"/>
                    </a:cubicBezTo>
                    <a:cubicBezTo>
                      <a:pt x="2214" y="141"/>
                      <a:pt x="2229" y="150"/>
                      <a:pt x="2234" y="135"/>
                    </a:cubicBezTo>
                    <a:cubicBezTo>
                      <a:pt x="2241" y="129"/>
                      <a:pt x="2256" y="152"/>
                      <a:pt x="2258" y="128"/>
                    </a:cubicBezTo>
                    <a:cubicBezTo>
                      <a:pt x="2310" y="114"/>
                      <a:pt x="2362" y="98"/>
                      <a:pt x="2416" y="94"/>
                    </a:cubicBezTo>
                    <a:cubicBezTo>
                      <a:pt x="2430" y="92"/>
                      <a:pt x="2455" y="105"/>
                      <a:pt x="2448" y="72"/>
                    </a:cubicBezTo>
                    <a:cubicBezTo>
                      <a:pt x="2450" y="71"/>
                      <a:pt x="2450" y="71"/>
                      <a:pt x="2450" y="71"/>
                    </a:cubicBezTo>
                    <a:cubicBezTo>
                      <a:pt x="2453" y="71"/>
                      <a:pt x="2453" y="71"/>
                      <a:pt x="2453" y="71"/>
                    </a:cubicBezTo>
                    <a:cubicBezTo>
                      <a:pt x="2461" y="76"/>
                      <a:pt x="2469" y="77"/>
                      <a:pt x="2475" y="69"/>
                    </a:cubicBezTo>
                    <a:cubicBezTo>
                      <a:pt x="2476" y="68"/>
                      <a:pt x="2476" y="63"/>
                      <a:pt x="2475" y="63"/>
                    </a:cubicBezTo>
                    <a:cubicBezTo>
                      <a:pt x="2468" y="59"/>
                      <a:pt x="2462" y="64"/>
                      <a:pt x="2455" y="67"/>
                    </a:cubicBezTo>
                    <a:cubicBezTo>
                      <a:pt x="2446" y="56"/>
                      <a:pt x="2453" y="52"/>
                      <a:pt x="2463" y="49"/>
                    </a:cubicBezTo>
                    <a:cubicBezTo>
                      <a:pt x="2466" y="50"/>
                      <a:pt x="2468" y="50"/>
                      <a:pt x="2471" y="50"/>
                    </a:cubicBezTo>
                    <a:cubicBezTo>
                      <a:pt x="2471" y="50"/>
                      <a:pt x="2471" y="50"/>
                      <a:pt x="2471" y="50"/>
                    </a:cubicBezTo>
                    <a:cubicBezTo>
                      <a:pt x="2487" y="50"/>
                      <a:pt x="2504" y="50"/>
                      <a:pt x="2516" y="36"/>
                    </a:cubicBezTo>
                    <a:cubicBezTo>
                      <a:pt x="2538" y="36"/>
                      <a:pt x="2551" y="11"/>
                      <a:pt x="2575" y="15"/>
                    </a:cubicBezTo>
                    <a:cubicBezTo>
                      <a:pt x="2549" y="0"/>
                      <a:pt x="2525" y="12"/>
                      <a:pt x="2501" y="2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70" name="Freeform 8"/>
              <p:cNvSpPr>
                <a:spLocks noEditPoints="1"/>
              </p:cNvSpPr>
              <p:nvPr userDrawn="1"/>
            </p:nvSpPr>
            <p:spPr bwMode="auto">
              <a:xfrm>
                <a:off x="3929063" y="6350"/>
                <a:ext cx="1911350" cy="1619250"/>
              </a:xfrm>
              <a:custGeom>
                <a:avLst/>
                <a:gdLst>
                  <a:gd name="T0" fmla="*/ 47 w 1018"/>
                  <a:gd name="T1" fmla="*/ 358 h 862"/>
                  <a:gd name="T2" fmla="*/ 51 w 1018"/>
                  <a:gd name="T3" fmla="*/ 449 h 862"/>
                  <a:gd name="T4" fmla="*/ 70 w 1018"/>
                  <a:gd name="T5" fmla="*/ 534 h 862"/>
                  <a:gd name="T6" fmla="*/ 182 w 1018"/>
                  <a:gd name="T7" fmla="*/ 591 h 862"/>
                  <a:gd name="T8" fmla="*/ 210 w 1018"/>
                  <a:gd name="T9" fmla="*/ 513 h 862"/>
                  <a:gd name="T10" fmla="*/ 403 w 1018"/>
                  <a:gd name="T11" fmla="*/ 371 h 862"/>
                  <a:gd name="T12" fmla="*/ 332 w 1018"/>
                  <a:gd name="T13" fmla="*/ 844 h 862"/>
                  <a:gd name="T14" fmla="*/ 395 w 1018"/>
                  <a:gd name="T15" fmla="*/ 829 h 862"/>
                  <a:gd name="T16" fmla="*/ 514 w 1018"/>
                  <a:gd name="T17" fmla="*/ 372 h 862"/>
                  <a:gd name="T18" fmla="*/ 586 w 1018"/>
                  <a:gd name="T19" fmla="*/ 338 h 862"/>
                  <a:gd name="T20" fmla="*/ 588 w 1018"/>
                  <a:gd name="T21" fmla="*/ 631 h 862"/>
                  <a:gd name="T22" fmla="*/ 588 w 1018"/>
                  <a:gd name="T23" fmla="*/ 631 h 862"/>
                  <a:gd name="T24" fmla="*/ 609 w 1018"/>
                  <a:gd name="T25" fmla="*/ 631 h 862"/>
                  <a:gd name="T26" fmla="*/ 609 w 1018"/>
                  <a:gd name="T27" fmla="*/ 631 h 862"/>
                  <a:gd name="T28" fmla="*/ 692 w 1018"/>
                  <a:gd name="T29" fmla="*/ 481 h 862"/>
                  <a:gd name="T30" fmla="*/ 843 w 1018"/>
                  <a:gd name="T31" fmla="*/ 477 h 862"/>
                  <a:gd name="T32" fmla="*/ 978 w 1018"/>
                  <a:gd name="T33" fmla="*/ 679 h 862"/>
                  <a:gd name="T34" fmla="*/ 996 w 1018"/>
                  <a:gd name="T35" fmla="*/ 573 h 862"/>
                  <a:gd name="T36" fmla="*/ 946 w 1018"/>
                  <a:gd name="T37" fmla="*/ 385 h 862"/>
                  <a:gd name="T38" fmla="*/ 907 w 1018"/>
                  <a:gd name="T39" fmla="*/ 334 h 862"/>
                  <a:gd name="T40" fmla="*/ 753 w 1018"/>
                  <a:gd name="T41" fmla="*/ 48 h 862"/>
                  <a:gd name="T42" fmla="*/ 666 w 1018"/>
                  <a:gd name="T43" fmla="*/ 83 h 862"/>
                  <a:gd name="T44" fmla="*/ 673 w 1018"/>
                  <a:gd name="T45" fmla="*/ 161 h 862"/>
                  <a:gd name="T46" fmla="*/ 582 w 1018"/>
                  <a:gd name="T47" fmla="*/ 89 h 862"/>
                  <a:gd name="T48" fmla="*/ 486 w 1018"/>
                  <a:gd name="T49" fmla="*/ 48 h 862"/>
                  <a:gd name="T50" fmla="*/ 426 w 1018"/>
                  <a:gd name="T51" fmla="*/ 250 h 862"/>
                  <a:gd name="T52" fmla="*/ 276 w 1018"/>
                  <a:gd name="T53" fmla="*/ 318 h 862"/>
                  <a:gd name="T54" fmla="*/ 281 w 1018"/>
                  <a:gd name="T55" fmla="*/ 191 h 862"/>
                  <a:gd name="T56" fmla="*/ 279 w 1018"/>
                  <a:gd name="T57" fmla="*/ 76 h 862"/>
                  <a:gd name="T58" fmla="*/ 171 w 1018"/>
                  <a:gd name="T59" fmla="*/ 100 h 862"/>
                  <a:gd name="T60" fmla="*/ 59 w 1018"/>
                  <a:gd name="T61" fmla="*/ 358 h 862"/>
                  <a:gd name="T62" fmla="*/ 725 w 1018"/>
                  <a:gd name="T63" fmla="*/ 232 h 862"/>
                  <a:gd name="T64" fmla="*/ 779 w 1018"/>
                  <a:gd name="T65" fmla="*/ 382 h 862"/>
                  <a:gd name="T66" fmla="*/ 697 w 1018"/>
                  <a:gd name="T67" fmla="*/ 282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018" h="862">
                    <a:moveTo>
                      <a:pt x="59" y="358"/>
                    </a:moveTo>
                    <a:cubicBezTo>
                      <a:pt x="55" y="358"/>
                      <a:pt x="51" y="357"/>
                      <a:pt x="47" y="358"/>
                    </a:cubicBezTo>
                    <a:cubicBezTo>
                      <a:pt x="29" y="362"/>
                      <a:pt x="8" y="362"/>
                      <a:pt x="2" y="386"/>
                    </a:cubicBezTo>
                    <a:cubicBezTo>
                      <a:pt x="0" y="398"/>
                      <a:pt x="40" y="448"/>
                      <a:pt x="51" y="449"/>
                    </a:cubicBezTo>
                    <a:cubicBezTo>
                      <a:pt x="97" y="456"/>
                      <a:pt x="97" y="456"/>
                      <a:pt x="79" y="502"/>
                    </a:cubicBezTo>
                    <a:cubicBezTo>
                      <a:pt x="75" y="512"/>
                      <a:pt x="70" y="523"/>
                      <a:pt x="70" y="534"/>
                    </a:cubicBezTo>
                    <a:cubicBezTo>
                      <a:pt x="69" y="550"/>
                      <a:pt x="60" y="573"/>
                      <a:pt x="83" y="580"/>
                    </a:cubicBezTo>
                    <a:cubicBezTo>
                      <a:pt x="115" y="590"/>
                      <a:pt x="149" y="598"/>
                      <a:pt x="182" y="591"/>
                    </a:cubicBezTo>
                    <a:cubicBezTo>
                      <a:pt x="196" y="589"/>
                      <a:pt x="208" y="578"/>
                      <a:pt x="208" y="559"/>
                    </a:cubicBezTo>
                    <a:cubicBezTo>
                      <a:pt x="208" y="544"/>
                      <a:pt x="209" y="528"/>
                      <a:pt x="210" y="513"/>
                    </a:cubicBezTo>
                    <a:cubicBezTo>
                      <a:pt x="211" y="482"/>
                      <a:pt x="210" y="443"/>
                      <a:pt x="238" y="427"/>
                    </a:cubicBezTo>
                    <a:cubicBezTo>
                      <a:pt x="286" y="398"/>
                      <a:pt x="343" y="388"/>
                      <a:pt x="403" y="371"/>
                    </a:cubicBezTo>
                    <a:cubicBezTo>
                      <a:pt x="386" y="444"/>
                      <a:pt x="369" y="509"/>
                      <a:pt x="354" y="576"/>
                    </a:cubicBezTo>
                    <a:cubicBezTo>
                      <a:pt x="333" y="664"/>
                      <a:pt x="320" y="753"/>
                      <a:pt x="332" y="844"/>
                    </a:cubicBezTo>
                    <a:cubicBezTo>
                      <a:pt x="334" y="862"/>
                      <a:pt x="350" y="858"/>
                      <a:pt x="351" y="858"/>
                    </a:cubicBezTo>
                    <a:cubicBezTo>
                      <a:pt x="365" y="846"/>
                      <a:pt x="386" y="841"/>
                      <a:pt x="395" y="829"/>
                    </a:cubicBezTo>
                    <a:cubicBezTo>
                      <a:pt x="410" y="808"/>
                      <a:pt x="418" y="781"/>
                      <a:pt x="426" y="756"/>
                    </a:cubicBezTo>
                    <a:cubicBezTo>
                      <a:pt x="463" y="630"/>
                      <a:pt x="490" y="501"/>
                      <a:pt x="514" y="372"/>
                    </a:cubicBezTo>
                    <a:cubicBezTo>
                      <a:pt x="524" y="323"/>
                      <a:pt x="547" y="297"/>
                      <a:pt x="593" y="285"/>
                    </a:cubicBezTo>
                    <a:cubicBezTo>
                      <a:pt x="596" y="304"/>
                      <a:pt x="591" y="322"/>
                      <a:pt x="586" y="338"/>
                    </a:cubicBezTo>
                    <a:cubicBezTo>
                      <a:pt x="566" y="401"/>
                      <a:pt x="553" y="465"/>
                      <a:pt x="558" y="530"/>
                    </a:cubicBezTo>
                    <a:cubicBezTo>
                      <a:pt x="560" y="563"/>
                      <a:pt x="546" y="607"/>
                      <a:pt x="588" y="631"/>
                    </a:cubicBezTo>
                    <a:cubicBezTo>
                      <a:pt x="588" y="631"/>
                      <a:pt x="588" y="631"/>
                      <a:pt x="588" y="631"/>
                    </a:cubicBezTo>
                    <a:cubicBezTo>
                      <a:pt x="588" y="631"/>
                      <a:pt x="588" y="631"/>
                      <a:pt x="588" y="631"/>
                    </a:cubicBezTo>
                    <a:cubicBezTo>
                      <a:pt x="591" y="641"/>
                      <a:pt x="594" y="650"/>
                      <a:pt x="598" y="661"/>
                    </a:cubicBezTo>
                    <a:cubicBezTo>
                      <a:pt x="607" y="651"/>
                      <a:pt x="609" y="642"/>
                      <a:pt x="609" y="631"/>
                    </a:cubicBezTo>
                    <a:cubicBezTo>
                      <a:pt x="607" y="629"/>
                      <a:pt x="604" y="627"/>
                      <a:pt x="602" y="626"/>
                    </a:cubicBezTo>
                    <a:cubicBezTo>
                      <a:pt x="604" y="625"/>
                      <a:pt x="607" y="626"/>
                      <a:pt x="609" y="631"/>
                    </a:cubicBezTo>
                    <a:cubicBezTo>
                      <a:pt x="624" y="577"/>
                      <a:pt x="623" y="519"/>
                      <a:pt x="642" y="463"/>
                    </a:cubicBezTo>
                    <a:cubicBezTo>
                      <a:pt x="658" y="474"/>
                      <a:pt x="674" y="479"/>
                      <a:pt x="692" y="481"/>
                    </a:cubicBezTo>
                    <a:cubicBezTo>
                      <a:pt x="733" y="487"/>
                      <a:pt x="770" y="466"/>
                      <a:pt x="810" y="461"/>
                    </a:cubicBezTo>
                    <a:cubicBezTo>
                      <a:pt x="830" y="459"/>
                      <a:pt x="836" y="462"/>
                      <a:pt x="843" y="477"/>
                    </a:cubicBezTo>
                    <a:cubicBezTo>
                      <a:pt x="865" y="521"/>
                      <a:pt x="881" y="567"/>
                      <a:pt x="890" y="617"/>
                    </a:cubicBezTo>
                    <a:cubicBezTo>
                      <a:pt x="902" y="691"/>
                      <a:pt x="905" y="690"/>
                      <a:pt x="978" y="679"/>
                    </a:cubicBezTo>
                    <a:cubicBezTo>
                      <a:pt x="1013" y="674"/>
                      <a:pt x="1018" y="655"/>
                      <a:pt x="1013" y="627"/>
                    </a:cubicBezTo>
                    <a:cubicBezTo>
                      <a:pt x="1010" y="609"/>
                      <a:pt x="1005" y="590"/>
                      <a:pt x="996" y="573"/>
                    </a:cubicBezTo>
                    <a:cubicBezTo>
                      <a:pt x="971" y="523"/>
                      <a:pt x="959" y="469"/>
                      <a:pt x="943" y="416"/>
                    </a:cubicBezTo>
                    <a:cubicBezTo>
                      <a:pt x="939" y="404"/>
                      <a:pt x="941" y="394"/>
                      <a:pt x="946" y="385"/>
                    </a:cubicBezTo>
                    <a:cubicBezTo>
                      <a:pt x="958" y="363"/>
                      <a:pt x="952" y="345"/>
                      <a:pt x="929" y="342"/>
                    </a:cubicBezTo>
                    <a:cubicBezTo>
                      <a:pt x="920" y="341"/>
                      <a:pt x="913" y="345"/>
                      <a:pt x="907" y="334"/>
                    </a:cubicBezTo>
                    <a:cubicBezTo>
                      <a:pt x="880" y="282"/>
                      <a:pt x="848" y="233"/>
                      <a:pt x="825" y="180"/>
                    </a:cubicBezTo>
                    <a:cubicBezTo>
                      <a:pt x="805" y="134"/>
                      <a:pt x="781" y="90"/>
                      <a:pt x="753" y="48"/>
                    </a:cubicBezTo>
                    <a:cubicBezTo>
                      <a:pt x="749" y="41"/>
                      <a:pt x="743" y="28"/>
                      <a:pt x="735" y="32"/>
                    </a:cubicBezTo>
                    <a:cubicBezTo>
                      <a:pt x="710" y="45"/>
                      <a:pt x="684" y="60"/>
                      <a:pt x="666" y="83"/>
                    </a:cubicBezTo>
                    <a:cubicBezTo>
                      <a:pt x="653" y="100"/>
                      <a:pt x="673" y="112"/>
                      <a:pt x="676" y="127"/>
                    </a:cubicBezTo>
                    <a:cubicBezTo>
                      <a:pt x="678" y="139"/>
                      <a:pt x="696" y="150"/>
                      <a:pt x="673" y="161"/>
                    </a:cubicBezTo>
                    <a:cubicBezTo>
                      <a:pt x="636" y="178"/>
                      <a:pt x="601" y="201"/>
                      <a:pt x="557" y="213"/>
                    </a:cubicBezTo>
                    <a:cubicBezTo>
                      <a:pt x="566" y="170"/>
                      <a:pt x="573" y="129"/>
                      <a:pt x="582" y="89"/>
                    </a:cubicBezTo>
                    <a:cubicBezTo>
                      <a:pt x="592" y="45"/>
                      <a:pt x="584" y="29"/>
                      <a:pt x="539" y="12"/>
                    </a:cubicBezTo>
                    <a:cubicBezTo>
                      <a:pt x="506" y="0"/>
                      <a:pt x="499" y="30"/>
                      <a:pt x="486" y="48"/>
                    </a:cubicBezTo>
                    <a:cubicBezTo>
                      <a:pt x="474" y="64"/>
                      <a:pt x="466" y="83"/>
                      <a:pt x="462" y="103"/>
                    </a:cubicBezTo>
                    <a:cubicBezTo>
                      <a:pt x="450" y="152"/>
                      <a:pt x="438" y="201"/>
                      <a:pt x="426" y="250"/>
                    </a:cubicBezTo>
                    <a:cubicBezTo>
                      <a:pt x="423" y="263"/>
                      <a:pt x="421" y="275"/>
                      <a:pt x="406" y="280"/>
                    </a:cubicBezTo>
                    <a:cubicBezTo>
                      <a:pt x="363" y="292"/>
                      <a:pt x="319" y="305"/>
                      <a:pt x="276" y="318"/>
                    </a:cubicBezTo>
                    <a:cubicBezTo>
                      <a:pt x="255" y="324"/>
                      <a:pt x="252" y="314"/>
                      <a:pt x="255" y="297"/>
                    </a:cubicBezTo>
                    <a:cubicBezTo>
                      <a:pt x="261" y="261"/>
                      <a:pt x="266" y="225"/>
                      <a:pt x="281" y="191"/>
                    </a:cubicBezTo>
                    <a:cubicBezTo>
                      <a:pt x="294" y="161"/>
                      <a:pt x="298" y="130"/>
                      <a:pt x="300" y="99"/>
                    </a:cubicBezTo>
                    <a:cubicBezTo>
                      <a:pt x="301" y="83"/>
                      <a:pt x="297" y="76"/>
                      <a:pt x="279" y="76"/>
                    </a:cubicBezTo>
                    <a:cubicBezTo>
                      <a:pt x="261" y="75"/>
                      <a:pt x="242" y="71"/>
                      <a:pt x="224" y="66"/>
                    </a:cubicBezTo>
                    <a:cubicBezTo>
                      <a:pt x="192" y="57"/>
                      <a:pt x="183" y="72"/>
                      <a:pt x="171" y="100"/>
                    </a:cubicBezTo>
                    <a:cubicBezTo>
                      <a:pt x="143" y="164"/>
                      <a:pt x="145" y="233"/>
                      <a:pt x="126" y="298"/>
                    </a:cubicBezTo>
                    <a:cubicBezTo>
                      <a:pt x="114" y="341"/>
                      <a:pt x="97" y="356"/>
                      <a:pt x="59" y="358"/>
                    </a:cubicBezTo>
                    <a:close/>
                    <a:moveTo>
                      <a:pt x="697" y="282"/>
                    </a:moveTo>
                    <a:cubicBezTo>
                      <a:pt x="703" y="265"/>
                      <a:pt x="715" y="249"/>
                      <a:pt x="725" y="232"/>
                    </a:cubicBezTo>
                    <a:cubicBezTo>
                      <a:pt x="757" y="273"/>
                      <a:pt x="777" y="314"/>
                      <a:pt x="794" y="358"/>
                    </a:cubicBezTo>
                    <a:cubicBezTo>
                      <a:pt x="802" y="378"/>
                      <a:pt x="797" y="383"/>
                      <a:pt x="779" y="382"/>
                    </a:cubicBezTo>
                    <a:cubicBezTo>
                      <a:pt x="774" y="382"/>
                      <a:pt x="769" y="383"/>
                      <a:pt x="764" y="383"/>
                    </a:cubicBezTo>
                    <a:cubicBezTo>
                      <a:pt x="618" y="393"/>
                      <a:pt x="664" y="384"/>
                      <a:pt x="697" y="282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  <p:sp>
            <p:nvSpPr>
              <p:cNvPr id="771" name="Freeform 9"/>
              <p:cNvSpPr>
                <a:spLocks noEditPoints="1"/>
              </p:cNvSpPr>
              <p:nvPr userDrawn="1"/>
            </p:nvSpPr>
            <p:spPr bwMode="auto">
              <a:xfrm>
                <a:off x="6592888" y="-477838"/>
                <a:ext cx="1638300" cy="1947863"/>
              </a:xfrm>
              <a:custGeom>
                <a:avLst/>
                <a:gdLst>
                  <a:gd name="T0" fmla="*/ 14 w 873"/>
                  <a:gd name="T1" fmla="*/ 1009 h 1036"/>
                  <a:gd name="T2" fmla="*/ 20 w 873"/>
                  <a:gd name="T3" fmla="*/ 1026 h 1036"/>
                  <a:gd name="T4" fmla="*/ 44 w 873"/>
                  <a:gd name="T5" fmla="*/ 1024 h 1036"/>
                  <a:gd name="T6" fmla="*/ 118 w 873"/>
                  <a:gd name="T7" fmla="*/ 878 h 1036"/>
                  <a:gd name="T8" fmla="*/ 151 w 873"/>
                  <a:gd name="T9" fmla="*/ 746 h 1036"/>
                  <a:gd name="T10" fmla="*/ 167 w 873"/>
                  <a:gd name="T11" fmla="*/ 764 h 1036"/>
                  <a:gd name="T12" fmla="*/ 280 w 873"/>
                  <a:gd name="T13" fmla="*/ 911 h 1036"/>
                  <a:gd name="T14" fmla="*/ 435 w 873"/>
                  <a:gd name="T15" fmla="*/ 964 h 1036"/>
                  <a:gd name="T16" fmla="*/ 466 w 873"/>
                  <a:gd name="T17" fmla="*/ 913 h 1036"/>
                  <a:gd name="T18" fmla="*/ 696 w 873"/>
                  <a:gd name="T19" fmla="*/ 846 h 1036"/>
                  <a:gd name="T20" fmla="*/ 762 w 873"/>
                  <a:gd name="T21" fmla="*/ 639 h 1036"/>
                  <a:gd name="T22" fmla="*/ 639 w 873"/>
                  <a:gd name="T23" fmla="*/ 496 h 1036"/>
                  <a:gd name="T24" fmla="*/ 650 w 873"/>
                  <a:gd name="T25" fmla="*/ 490 h 1036"/>
                  <a:gd name="T26" fmla="*/ 676 w 873"/>
                  <a:gd name="T27" fmla="*/ 443 h 1036"/>
                  <a:gd name="T28" fmla="*/ 650 w 873"/>
                  <a:gd name="T29" fmla="*/ 416 h 1036"/>
                  <a:gd name="T30" fmla="*/ 650 w 873"/>
                  <a:gd name="T31" fmla="*/ 401 h 1036"/>
                  <a:gd name="T32" fmla="*/ 766 w 873"/>
                  <a:gd name="T33" fmla="*/ 311 h 1036"/>
                  <a:gd name="T34" fmla="*/ 837 w 873"/>
                  <a:gd name="T35" fmla="*/ 325 h 1036"/>
                  <a:gd name="T36" fmla="*/ 837 w 873"/>
                  <a:gd name="T37" fmla="*/ 325 h 1036"/>
                  <a:gd name="T38" fmla="*/ 863 w 873"/>
                  <a:gd name="T39" fmla="*/ 362 h 1036"/>
                  <a:gd name="T40" fmla="*/ 858 w 873"/>
                  <a:gd name="T41" fmla="*/ 317 h 1036"/>
                  <a:gd name="T42" fmla="*/ 861 w 873"/>
                  <a:gd name="T43" fmla="*/ 281 h 1036"/>
                  <a:gd name="T44" fmla="*/ 677 w 873"/>
                  <a:gd name="T45" fmla="*/ 218 h 1036"/>
                  <a:gd name="T46" fmla="*/ 613 w 873"/>
                  <a:gd name="T47" fmla="*/ 265 h 1036"/>
                  <a:gd name="T48" fmla="*/ 474 w 873"/>
                  <a:gd name="T49" fmla="*/ 462 h 1036"/>
                  <a:gd name="T50" fmla="*/ 446 w 873"/>
                  <a:gd name="T51" fmla="*/ 482 h 1036"/>
                  <a:gd name="T52" fmla="*/ 227 w 873"/>
                  <a:gd name="T53" fmla="*/ 529 h 1036"/>
                  <a:gd name="T54" fmla="*/ 204 w 873"/>
                  <a:gd name="T55" fmla="*/ 507 h 1036"/>
                  <a:gd name="T56" fmla="*/ 256 w 873"/>
                  <a:gd name="T57" fmla="*/ 298 h 1036"/>
                  <a:gd name="T58" fmla="*/ 306 w 873"/>
                  <a:gd name="T59" fmla="*/ 72 h 1036"/>
                  <a:gd name="T60" fmla="*/ 256 w 873"/>
                  <a:gd name="T61" fmla="*/ 12 h 1036"/>
                  <a:gd name="T62" fmla="*/ 217 w 873"/>
                  <a:gd name="T63" fmla="*/ 37 h 1036"/>
                  <a:gd name="T64" fmla="*/ 173 w 873"/>
                  <a:gd name="T65" fmla="*/ 140 h 1036"/>
                  <a:gd name="T66" fmla="*/ 88 w 873"/>
                  <a:gd name="T67" fmla="*/ 513 h 1036"/>
                  <a:gd name="T68" fmla="*/ 57 w 873"/>
                  <a:gd name="T69" fmla="*/ 633 h 1036"/>
                  <a:gd name="T70" fmla="*/ 14 w 873"/>
                  <a:gd name="T71" fmla="*/ 1009 h 1036"/>
                  <a:gd name="T72" fmla="*/ 431 w 873"/>
                  <a:gd name="T73" fmla="*/ 585 h 1036"/>
                  <a:gd name="T74" fmla="*/ 442 w 873"/>
                  <a:gd name="T75" fmla="*/ 583 h 1036"/>
                  <a:gd name="T76" fmla="*/ 566 w 873"/>
                  <a:gd name="T77" fmla="*/ 617 h 1036"/>
                  <a:gd name="T78" fmla="*/ 617 w 873"/>
                  <a:gd name="T79" fmla="*/ 656 h 1036"/>
                  <a:gd name="T80" fmla="*/ 629 w 873"/>
                  <a:gd name="T81" fmla="*/ 754 h 1036"/>
                  <a:gd name="T82" fmla="*/ 521 w 873"/>
                  <a:gd name="T83" fmla="*/ 826 h 1036"/>
                  <a:gd name="T84" fmla="*/ 469 w 873"/>
                  <a:gd name="T85" fmla="*/ 873 h 1036"/>
                  <a:gd name="T86" fmla="*/ 456 w 873"/>
                  <a:gd name="T87" fmla="*/ 875 h 1036"/>
                  <a:gd name="T88" fmla="*/ 440 w 873"/>
                  <a:gd name="T89" fmla="*/ 881 h 1036"/>
                  <a:gd name="T90" fmla="*/ 440 w 873"/>
                  <a:gd name="T91" fmla="*/ 881 h 1036"/>
                  <a:gd name="T92" fmla="*/ 440 w 873"/>
                  <a:gd name="T93" fmla="*/ 881 h 1036"/>
                  <a:gd name="T94" fmla="*/ 370 w 873"/>
                  <a:gd name="T95" fmla="*/ 820 h 1036"/>
                  <a:gd name="T96" fmla="*/ 313 w 873"/>
                  <a:gd name="T97" fmla="*/ 762 h 1036"/>
                  <a:gd name="T98" fmla="*/ 205 w 873"/>
                  <a:gd name="T99" fmla="*/ 650 h 1036"/>
                  <a:gd name="T100" fmla="*/ 431 w 873"/>
                  <a:gd name="T101" fmla="*/ 585 h 10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73" h="1036">
                    <a:moveTo>
                      <a:pt x="14" y="1009"/>
                    </a:moveTo>
                    <a:cubicBezTo>
                      <a:pt x="14" y="1015"/>
                      <a:pt x="9" y="1032"/>
                      <a:pt x="20" y="1026"/>
                    </a:cubicBezTo>
                    <a:cubicBezTo>
                      <a:pt x="29" y="1021"/>
                      <a:pt x="33" y="1036"/>
                      <a:pt x="44" y="1024"/>
                    </a:cubicBezTo>
                    <a:cubicBezTo>
                      <a:pt x="83" y="982"/>
                      <a:pt x="105" y="933"/>
                      <a:pt x="118" y="878"/>
                    </a:cubicBezTo>
                    <a:cubicBezTo>
                      <a:pt x="129" y="836"/>
                      <a:pt x="139" y="793"/>
                      <a:pt x="151" y="746"/>
                    </a:cubicBezTo>
                    <a:cubicBezTo>
                      <a:pt x="159" y="755"/>
                      <a:pt x="164" y="759"/>
                      <a:pt x="167" y="764"/>
                    </a:cubicBezTo>
                    <a:cubicBezTo>
                      <a:pt x="205" y="813"/>
                      <a:pt x="243" y="862"/>
                      <a:pt x="280" y="911"/>
                    </a:cubicBezTo>
                    <a:cubicBezTo>
                      <a:pt x="320" y="964"/>
                      <a:pt x="374" y="978"/>
                      <a:pt x="435" y="964"/>
                    </a:cubicBezTo>
                    <a:cubicBezTo>
                      <a:pt x="460" y="959"/>
                      <a:pt x="488" y="949"/>
                      <a:pt x="466" y="913"/>
                    </a:cubicBezTo>
                    <a:cubicBezTo>
                      <a:pt x="550" y="909"/>
                      <a:pt x="628" y="898"/>
                      <a:pt x="696" y="846"/>
                    </a:cubicBezTo>
                    <a:cubicBezTo>
                      <a:pt x="763" y="796"/>
                      <a:pt x="789" y="719"/>
                      <a:pt x="762" y="639"/>
                    </a:cubicBezTo>
                    <a:cubicBezTo>
                      <a:pt x="741" y="574"/>
                      <a:pt x="691" y="535"/>
                      <a:pt x="639" y="496"/>
                    </a:cubicBezTo>
                    <a:cubicBezTo>
                      <a:pt x="644" y="494"/>
                      <a:pt x="647" y="492"/>
                      <a:pt x="650" y="490"/>
                    </a:cubicBezTo>
                    <a:cubicBezTo>
                      <a:pt x="665" y="478"/>
                      <a:pt x="673" y="460"/>
                      <a:pt x="676" y="443"/>
                    </a:cubicBezTo>
                    <a:cubicBezTo>
                      <a:pt x="679" y="429"/>
                      <a:pt x="671" y="415"/>
                      <a:pt x="650" y="416"/>
                    </a:cubicBezTo>
                    <a:cubicBezTo>
                      <a:pt x="643" y="416"/>
                      <a:pt x="646" y="404"/>
                      <a:pt x="650" y="401"/>
                    </a:cubicBezTo>
                    <a:cubicBezTo>
                      <a:pt x="689" y="371"/>
                      <a:pt x="702" y="310"/>
                      <a:pt x="766" y="311"/>
                    </a:cubicBezTo>
                    <a:cubicBezTo>
                      <a:pt x="791" y="312"/>
                      <a:pt x="813" y="322"/>
                      <a:pt x="837" y="325"/>
                    </a:cubicBezTo>
                    <a:cubicBezTo>
                      <a:pt x="837" y="325"/>
                      <a:pt x="837" y="325"/>
                      <a:pt x="837" y="325"/>
                    </a:cubicBezTo>
                    <a:cubicBezTo>
                      <a:pt x="840" y="341"/>
                      <a:pt x="860" y="345"/>
                      <a:pt x="863" y="362"/>
                    </a:cubicBezTo>
                    <a:cubicBezTo>
                      <a:pt x="870" y="345"/>
                      <a:pt x="868" y="331"/>
                      <a:pt x="858" y="317"/>
                    </a:cubicBezTo>
                    <a:cubicBezTo>
                      <a:pt x="873" y="306"/>
                      <a:pt x="868" y="294"/>
                      <a:pt x="861" y="281"/>
                    </a:cubicBezTo>
                    <a:cubicBezTo>
                      <a:pt x="835" y="230"/>
                      <a:pt x="755" y="177"/>
                      <a:pt x="677" y="218"/>
                    </a:cubicBezTo>
                    <a:cubicBezTo>
                      <a:pt x="653" y="231"/>
                      <a:pt x="632" y="246"/>
                      <a:pt x="613" y="265"/>
                    </a:cubicBezTo>
                    <a:cubicBezTo>
                      <a:pt x="555" y="322"/>
                      <a:pt x="490" y="375"/>
                      <a:pt x="474" y="462"/>
                    </a:cubicBezTo>
                    <a:cubicBezTo>
                      <a:pt x="470" y="480"/>
                      <a:pt x="457" y="478"/>
                      <a:pt x="446" y="482"/>
                    </a:cubicBezTo>
                    <a:cubicBezTo>
                      <a:pt x="374" y="504"/>
                      <a:pt x="301" y="514"/>
                      <a:pt x="227" y="529"/>
                    </a:cubicBezTo>
                    <a:cubicBezTo>
                      <a:pt x="205" y="533"/>
                      <a:pt x="200" y="526"/>
                      <a:pt x="204" y="507"/>
                    </a:cubicBezTo>
                    <a:cubicBezTo>
                      <a:pt x="221" y="437"/>
                      <a:pt x="236" y="367"/>
                      <a:pt x="256" y="298"/>
                    </a:cubicBezTo>
                    <a:cubicBezTo>
                      <a:pt x="277" y="223"/>
                      <a:pt x="288" y="147"/>
                      <a:pt x="306" y="72"/>
                    </a:cubicBezTo>
                    <a:cubicBezTo>
                      <a:pt x="315" y="32"/>
                      <a:pt x="281" y="24"/>
                      <a:pt x="256" y="12"/>
                    </a:cubicBezTo>
                    <a:cubicBezTo>
                      <a:pt x="233" y="0"/>
                      <a:pt x="226" y="24"/>
                      <a:pt x="217" y="37"/>
                    </a:cubicBezTo>
                    <a:cubicBezTo>
                      <a:pt x="194" y="68"/>
                      <a:pt x="181" y="103"/>
                      <a:pt x="173" y="140"/>
                    </a:cubicBezTo>
                    <a:cubicBezTo>
                      <a:pt x="145" y="265"/>
                      <a:pt x="120" y="390"/>
                      <a:pt x="88" y="513"/>
                    </a:cubicBezTo>
                    <a:cubicBezTo>
                      <a:pt x="77" y="553"/>
                      <a:pt x="64" y="591"/>
                      <a:pt x="57" y="633"/>
                    </a:cubicBezTo>
                    <a:cubicBezTo>
                      <a:pt x="35" y="758"/>
                      <a:pt x="0" y="881"/>
                      <a:pt x="14" y="1009"/>
                    </a:cubicBezTo>
                    <a:close/>
                    <a:moveTo>
                      <a:pt x="431" y="585"/>
                    </a:moveTo>
                    <a:cubicBezTo>
                      <a:pt x="435" y="585"/>
                      <a:pt x="439" y="585"/>
                      <a:pt x="442" y="583"/>
                    </a:cubicBezTo>
                    <a:cubicBezTo>
                      <a:pt x="498" y="542"/>
                      <a:pt x="531" y="579"/>
                      <a:pt x="566" y="617"/>
                    </a:cubicBezTo>
                    <a:cubicBezTo>
                      <a:pt x="580" y="633"/>
                      <a:pt x="598" y="647"/>
                      <a:pt x="617" y="656"/>
                    </a:cubicBezTo>
                    <a:cubicBezTo>
                      <a:pt x="666" y="679"/>
                      <a:pt x="659" y="719"/>
                      <a:pt x="629" y="754"/>
                    </a:cubicBezTo>
                    <a:cubicBezTo>
                      <a:pt x="601" y="788"/>
                      <a:pt x="559" y="807"/>
                      <a:pt x="521" y="826"/>
                    </a:cubicBezTo>
                    <a:cubicBezTo>
                      <a:pt x="497" y="838"/>
                      <a:pt x="475" y="843"/>
                      <a:pt x="469" y="873"/>
                    </a:cubicBezTo>
                    <a:cubicBezTo>
                      <a:pt x="469" y="874"/>
                      <a:pt x="461" y="874"/>
                      <a:pt x="456" y="875"/>
                    </a:cubicBezTo>
                    <a:cubicBezTo>
                      <a:pt x="451" y="877"/>
                      <a:pt x="445" y="879"/>
                      <a:pt x="440" y="881"/>
                    </a:cubicBezTo>
                    <a:cubicBezTo>
                      <a:pt x="440" y="881"/>
                      <a:pt x="440" y="881"/>
                      <a:pt x="440" y="881"/>
                    </a:cubicBezTo>
                    <a:cubicBezTo>
                      <a:pt x="440" y="881"/>
                      <a:pt x="440" y="881"/>
                      <a:pt x="440" y="881"/>
                    </a:cubicBezTo>
                    <a:cubicBezTo>
                      <a:pt x="428" y="848"/>
                      <a:pt x="393" y="841"/>
                      <a:pt x="370" y="820"/>
                    </a:cubicBezTo>
                    <a:cubicBezTo>
                      <a:pt x="350" y="802"/>
                      <a:pt x="331" y="783"/>
                      <a:pt x="313" y="762"/>
                    </a:cubicBezTo>
                    <a:cubicBezTo>
                      <a:pt x="280" y="723"/>
                      <a:pt x="241" y="688"/>
                      <a:pt x="205" y="650"/>
                    </a:cubicBezTo>
                    <a:cubicBezTo>
                      <a:pt x="278" y="625"/>
                      <a:pt x="353" y="599"/>
                      <a:pt x="431" y="585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base"/>
                <a:endParaRPr lang="zh-CN" altLang="en-US" strike="noStrike" noProof="1">
                  <a:solidFill>
                    <a:srgbClr val="FCB53C"/>
                  </a:solidFill>
                  <a:ea typeface="阿里巴巴普惠体" panose="00020600040101010101" charset="-122"/>
                  <a:cs typeface="阿里巴巴普惠体" panose="00020600040101010101" charset="-122"/>
                </a:endParaRPr>
              </a:p>
            </p:txBody>
          </p:sp>
        </p:grpSp>
      </p:grpSp>
      <p:grpSp>
        <p:nvGrpSpPr>
          <p:cNvPr id="393" name="组 7"/>
          <p:cNvGrpSpPr/>
          <p:nvPr userDrawn="1"/>
        </p:nvGrpSpPr>
        <p:grpSpPr>
          <a:xfrm>
            <a:off x="501650" y="5844540"/>
            <a:ext cx="11332210" cy="532765"/>
            <a:chOff x="-457882" y="329481"/>
            <a:chExt cx="15139476" cy="712801"/>
          </a:xfrm>
        </p:grpSpPr>
        <p:pic>
          <p:nvPicPr>
            <p:cNvPr id="394" name="Picture 2" descr="D:\Tencent\logo_hdu.png"/>
            <p:cNvPicPr>
              <a:picLocks noChangeAspect="1" noChangeArrowheads="1"/>
            </p:cNvPicPr>
            <p:nvPr userDrawn="1"/>
          </p:nvPicPr>
          <p:blipFill>
            <a:blip r:embed="rId2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lum bright="8000"/>
            </a:blip>
            <a:srcRect/>
            <a:stretch>
              <a:fillRect/>
            </a:stretch>
          </p:blipFill>
          <p:spPr bwMode="auto">
            <a:xfrm>
              <a:off x="-457882" y="329481"/>
              <a:ext cx="2970038" cy="712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5" name="图片 394"/>
            <p:cNvPicPr>
              <a:picLocks noChangeAspect="1"/>
            </p:cNvPicPr>
            <p:nvPr userDrawn="1"/>
          </p:nvPicPr>
          <p:blipFill>
            <a:blip r:embed="rId3">
              <a:biLevel thresh="75000"/>
              <a:lum bright="100000"/>
            </a:blip>
            <a:stretch>
              <a:fillRect/>
            </a:stretch>
          </p:blipFill>
          <p:spPr>
            <a:xfrm>
              <a:off x="10977578" y="432580"/>
              <a:ext cx="3704016" cy="506809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536315" y="4377690"/>
            <a:ext cx="5067300" cy="112776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12"/>
          <p:cNvGrpSpPr/>
          <p:nvPr/>
        </p:nvGrpSpPr>
        <p:grpSpPr>
          <a:xfrm>
            <a:off x="1012825" y="-1587"/>
            <a:ext cx="10375900" cy="6851650"/>
            <a:chOff x="2239" y="-198"/>
            <a:chExt cx="16341" cy="11085"/>
          </a:xfrm>
        </p:grpSpPr>
        <p:grpSp>
          <p:nvGrpSpPr>
            <p:cNvPr id="12291" name="组合 13"/>
            <p:cNvGrpSpPr/>
            <p:nvPr userDrawn="1"/>
          </p:nvGrpSpPr>
          <p:grpSpPr>
            <a:xfrm>
              <a:off x="2239" y="-198"/>
              <a:ext cx="16341" cy="11085"/>
              <a:chOff x="-789" y="1548"/>
              <a:chExt cx="16341" cy="10941"/>
            </a:xfrm>
          </p:grpSpPr>
          <p:pic>
            <p:nvPicPr>
              <p:cNvPr id="12292" name="图片 14"/>
              <p:cNvPicPr>
                <a:picLocks noChangeAspect="1"/>
              </p:cNvPicPr>
              <p:nvPr userDrawn="1"/>
            </p:nvPicPr>
            <p:blipFill>
              <a:blip r:embed="rId2"/>
              <a:srcRect r="3105"/>
              <a:stretch>
                <a:fillRect/>
              </a:stretch>
            </p:blipFill>
            <p:spPr>
              <a:xfrm>
                <a:off x="-789" y="1548"/>
                <a:ext cx="16011" cy="1094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6" name="矩形 15"/>
              <p:cNvSpPr/>
              <p:nvPr userDrawn="1"/>
            </p:nvSpPr>
            <p:spPr>
              <a:xfrm>
                <a:off x="-460" y="1548"/>
                <a:ext cx="16012" cy="1094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>
                  <a:cs typeface="阿里巴巴普惠体" panose="00020600040101010101" charset="-122"/>
                </a:endParaRPr>
              </a:p>
            </p:txBody>
          </p:sp>
        </p:grpSp>
        <p:pic>
          <p:nvPicPr>
            <p:cNvPr id="12294" name="图片 7"/>
            <p:cNvPicPr/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676" y="569"/>
              <a:ext cx="1134" cy="1165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12295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850" y="2535238"/>
            <a:ext cx="6753225" cy="3421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96" name="图片 1" descr="blu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400" y="1397000"/>
            <a:ext cx="5537200" cy="7191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20637"/>
            <a:ext cx="12192000" cy="720725"/>
          </a:xfrm>
          <a:prstGeom prst="rect">
            <a:avLst/>
          </a:prstGeom>
          <a:solidFill>
            <a:srgbClr val="1C3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3200" strike="noStrike" noProof="1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95250" y="0"/>
            <a:ext cx="12001500" cy="6842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/>
          </p:cNvSpPr>
          <p:nvPr>
            <p:ph type="body"/>
          </p:nvPr>
        </p:nvSpPr>
        <p:spPr>
          <a:xfrm>
            <a:off x="95250" y="868363"/>
            <a:ext cx="12001500" cy="56880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436245"/>
            <a:r>
              <a:rPr lang="zh-CN" altLang="en-US"/>
              <a:t>第二级</a:t>
            </a:r>
          </a:p>
          <a:p>
            <a:pPr lvl="2" indent="-394970"/>
            <a:r>
              <a:rPr lang="zh-CN" altLang="en-US"/>
              <a:t>第三级</a:t>
            </a:r>
          </a:p>
        </p:txBody>
      </p:sp>
      <p:sp>
        <p:nvSpPr>
          <p:cNvPr id="4690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15675" y="6588125"/>
            <a:ext cx="981075" cy="252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  <p:pic>
        <p:nvPicPr>
          <p:cNvPr id="1030" name="图片 3" descr="logobai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77650" y="123825"/>
            <a:ext cx="419100" cy="43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4265" strike="noStrike" noProof="1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rgbClr val="2754C4"/>
        </a:buClr>
        <a:buSzPct val="75000"/>
        <a:buFont typeface="Wingdings" panose="05000000000000000000" charset="0"/>
        <a:buChar char="l"/>
        <a:defRPr kumimoji="1" sz="2400" b="1">
          <a:solidFill>
            <a:srgbClr val="2754C4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1pPr>
      <a:lvl2pPr marL="908050" indent="-436880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rgbClr val="318EDE"/>
        </a:buClr>
        <a:buSzPct val="75000"/>
        <a:buFont typeface="Wingdings" panose="05000000000000000000" pitchFamily="2" charset="2"/>
        <a:buChar char="n"/>
        <a:defRPr kumimoji="1" sz="2200">
          <a:solidFill>
            <a:schemeClr val="tx1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2pPr>
      <a:lvl3pPr marL="1304925" indent="-395605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rgbClr val="318EDE"/>
        </a:buClr>
        <a:buSzPct val="75000"/>
        <a:buFont typeface="Wingdings" panose="05000000000000000000" charset="0"/>
        <a:buChar char="Ø"/>
        <a:defRPr kumimoji="1" sz="2000">
          <a:solidFill>
            <a:schemeClr val="tx1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3pPr>
      <a:lvl4pPr marL="1306830" indent="0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chemeClr val="accent2"/>
        </a:buClr>
        <a:buFont typeface="Wingdings" panose="05000000000000000000" pitchFamily="2" charset="2"/>
        <a:buNone/>
        <a:defRPr kumimoji="1" sz="2000">
          <a:solidFill>
            <a:schemeClr val="tx1"/>
          </a:solidFill>
          <a:latin typeface="Arial" panose="020B0604020202020204" pitchFamily="34" charset="0"/>
          <a:ea typeface="+mj-ea"/>
          <a:cs typeface="微软雅黑" panose="020B0503020204020204" charset="-122"/>
        </a:defRPr>
      </a:lvl4pPr>
      <a:lvl5pPr marL="2094230" indent="-398780" algn="l" rtl="0" eaLnBrk="0" fontAlgn="base" hangingPunct="0">
        <a:lnSpc>
          <a:spcPct val="130000"/>
        </a:lnSpc>
        <a:spcBef>
          <a:spcPct val="25000"/>
        </a:spcBef>
        <a:spcAft>
          <a:spcPts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Arial" panose="020B0604020202020204" pitchFamily="34" charset="0"/>
          <a:ea typeface="+mj-ea"/>
          <a:cs typeface="微软雅黑" panose="020B0503020204020204" charset="-122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20637"/>
            <a:ext cx="12192000" cy="720725"/>
          </a:xfrm>
          <a:prstGeom prst="rect">
            <a:avLst/>
          </a:prstGeom>
          <a:solidFill>
            <a:srgbClr val="1C3F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3200" strike="noStrike" noProof="1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95250" y="0"/>
            <a:ext cx="12001500" cy="6842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3"/>
          <p:cNvSpPr>
            <a:spLocks noGrp="1"/>
          </p:cNvSpPr>
          <p:nvPr>
            <p:ph type="body"/>
          </p:nvPr>
        </p:nvSpPr>
        <p:spPr>
          <a:xfrm>
            <a:off x="95250" y="868363"/>
            <a:ext cx="12001500" cy="56880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-436245"/>
            <a:r>
              <a:rPr lang="zh-CN" altLang="en-US"/>
              <a:t>第二级</a:t>
            </a:r>
          </a:p>
          <a:p>
            <a:pPr lvl="2" indent="-394970"/>
            <a:r>
              <a:rPr lang="zh-CN" altLang="en-US"/>
              <a:t>第三级</a:t>
            </a:r>
          </a:p>
        </p:txBody>
      </p:sp>
      <p:sp>
        <p:nvSpPr>
          <p:cNvPr id="4690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115675" y="6588125"/>
            <a:ext cx="981075" cy="252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bg1">
                    <a:lumMod val="6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阿里巴巴普惠体" panose="00020600040101010101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/>
              <a:t>‹#›</a:t>
            </a:fld>
            <a:endParaRPr lang="zh-CN" altLang="en-US" strike="noStrike" noProof="1"/>
          </a:p>
        </p:txBody>
      </p:sp>
      <p:pic>
        <p:nvPicPr>
          <p:cNvPr id="1030" name="图片 3" descr="logobai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7650" y="123825"/>
            <a:ext cx="419100" cy="431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4265" strike="noStrike" noProof="1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" panose="020B060402020202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600" b="1">
          <a:solidFill>
            <a:schemeClr val="accent2"/>
          </a:solidFill>
          <a:latin typeface="Verdana" panose="020B060403050404020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rgbClr val="2754C4"/>
        </a:buClr>
        <a:buSzPct val="75000"/>
        <a:buFont typeface="Wingdings" panose="05000000000000000000" charset="0"/>
        <a:buChar char="l"/>
        <a:defRPr kumimoji="1" sz="2400" b="1">
          <a:solidFill>
            <a:srgbClr val="2754C4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1pPr>
      <a:lvl2pPr marL="908050" indent="-436880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rgbClr val="318EDE"/>
        </a:buClr>
        <a:buSzPct val="75000"/>
        <a:buFont typeface="Wingdings" panose="05000000000000000000" pitchFamily="2" charset="2"/>
        <a:buChar char="n"/>
        <a:defRPr kumimoji="1" sz="2200">
          <a:solidFill>
            <a:schemeClr val="tx1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2pPr>
      <a:lvl3pPr marL="1304925" indent="-395605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rgbClr val="318EDE"/>
        </a:buClr>
        <a:buSzPct val="75000"/>
        <a:buFont typeface="Wingdings" panose="05000000000000000000" charset="0"/>
        <a:buChar char="Ø"/>
        <a:defRPr kumimoji="1" sz="2000">
          <a:solidFill>
            <a:schemeClr val="tx1"/>
          </a:solidFill>
          <a:latin typeface="阿里巴巴普惠体" panose="00020600040101010101" charset="-122"/>
          <a:ea typeface="阿里巴巴普惠体" panose="00020600040101010101" charset="-122"/>
          <a:cs typeface="阿里巴巴普惠体" panose="00020600040101010101" charset="-122"/>
        </a:defRPr>
      </a:lvl3pPr>
      <a:lvl4pPr marL="1306830" indent="0" algn="l" rtl="0" eaLnBrk="0" fontAlgn="base" hangingPunct="0">
        <a:lnSpc>
          <a:spcPct val="130000"/>
        </a:lnSpc>
        <a:spcBef>
          <a:spcPct val="20000"/>
        </a:spcBef>
        <a:spcAft>
          <a:spcPts val="0"/>
        </a:spcAft>
        <a:buClr>
          <a:schemeClr val="accent2"/>
        </a:buClr>
        <a:buFont typeface="Wingdings" panose="05000000000000000000" pitchFamily="2" charset="2"/>
        <a:buNone/>
        <a:defRPr kumimoji="1" sz="2000">
          <a:solidFill>
            <a:schemeClr val="tx1"/>
          </a:solidFill>
          <a:latin typeface="Arial" panose="020B0604020202020204" pitchFamily="34" charset="0"/>
          <a:ea typeface="+mj-ea"/>
          <a:cs typeface="微软雅黑" panose="020B0503020204020204" charset="-122"/>
        </a:defRPr>
      </a:lvl4pPr>
      <a:lvl5pPr marL="2094230" indent="-398780" algn="l" rtl="0" eaLnBrk="0" fontAlgn="base" hangingPunct="0">
        <a:lnSpc>
          <a:spcPct val="130000"/>
        </a:lnSpc>
        <a:spcBef>
          <a:spcPct val="25000"/>
        </a:spcBef>
        <a:spcAft>
          <a:spcPts val="0"/>
        </a:spcAft>
        <a:buClr>
          <a:schemeClr val="accent2"/>
        </a:buClr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Arial" panose="020B0604020202020204" pitchFamily="34" charset="0"/>
          <a:ea typeface="+mj-ea"/>
          <a:cs typeface="微软雅黑" panose="020B0503020204020204" charset="-122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4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4.xml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5.xml"/><Relationship Id="rId5" Type="http://schemas.openxmlformats.org/officeDocument/2006/relationships/image" Target="../media/image63.wmf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3.png"/><Relationship Id="rId4" Type="http://schemas.openxmlformats.org/officeDocument/2006/relationships/image" Target="../media/image7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&#35270;&#39057;/paGAN.mp4" TargetMode="Externa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GI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0.xml"/><Relationship Id="rId4" Type="http://schemas.openxmlformats.org/officeDocument/2006/relationships/image" Target="../media/image85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1.xml"/><Relationship Id="rId4" Type="http://schemas.openxmlformats.org/officeDocument/2006/relationships/image" Target="../media/image9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2.xml"/><Relationship Id="rId4" Type="http://schemas.openxmlformats.org/officeDocument/2006/relationships/image" Target="../media/image9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5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3.wmf"/><Relationship Id="rId4" Type="http://schemas.openxmlformats.org/officeDocument/2006/relationships/oleObject" Target="../embeddings/oleObject1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5.xml"/><Relationship Id="rId4" Type="http://schemas.openxmlformats.org/officeDocument/2006/relationships/image" Target="../media/image9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tags" Target="../tags/tag59.xml"/><Relationship Id="rId7" Type="http://schemas.openxmlformats.org/officeDocument/2006/relationships/image" Target="../media/image97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14.png"/><Relationship Id="rId5" Type="http://schemas.openxmlformats.org/officeDocument/2006/relationships/image" Target="../media/image60.png"/><Relationship Id="rId10" Type="http://schemas.openxmlformats.org/officeDocument/2006/relationships/image" Target="../media/image100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99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F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绪 论</a:t>
            </a:r>
            <a:br>
              <a:rPr lang="zh-CN" altLang="en-US" dirty="0"/>
            </a:br>
            <a:r>
              <a:rPr lang="zh-CN" altLang="en-US" sz="2800" spc="0" dirty="0">
                <a:solidFill>
                  <a:schemeClr val="accent4"/>
                </a:solidFill>
                <a:uFillTx/>
              </a:rPr>
              <a:t>Introduction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18D01EF-F1CE-4862-8E7C-51A3C26F6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3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vert="horz" lIns="120000" tIns="62400" rIns="120000" bIns="62400" anchor="t"/>
          <a:lstStyle/>
          <a:p>
            <a:pPr algn="just" defTabSz="685800">
              <a:lnSpc>
                <a:spcPct val="150000"/>
              </a:lnSpc>
              <a:spcBef>
                <a:spcPts val="600"/>
              </a:spcBef>
            </a:pPr>
            <a:r>
              <a:rPr lang="zh-CN" altLang="zh-CN" kern="1200" dirty="0">
                <a:latin typeface="+mn-lt"/>
                <a:ea typeface="+mn-ea"/>
                <a:cs typeface="阿里巴巴普惠体" panose="00020600040101010101" charset="-122"/>
              </a:rPr>
              <a:t>课程安排</a:t>
            </a:r>
          </a:p>
          <a:p>
            <a:pPr algn="just" defTabSz="685800">
              <a:lnSpc>
                <a:spcPct val="150000"/>
              </a:lnSpc>
              <a:spcBef>
                <a:spcPts val="600"/>
              </a:spcBef>
            </a:pPr>
            <a:r>
              <a:rPr lang="zh-CN" altLang="zh-CN" kern="1200" dirty="0">
                <a:latin typeface="+mn-lt"/>
                <a:ea typeface="+mn-ea"/>
                <a:cs typeface="阿里巴巴普惠体" panose="00020600040101010101" charset="-122"/>
              </a:rPr>
              <a:t>第一章 绪论</a:t>
            </a:r>
          </a:p>
          <a:p>
            <a:pPr lvl="1" defTabSz="68580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图像类型</a:t>
            </a:r>
          </a:p>
          <a:p>
            <a:pPr lvl="1" defTabSz="68580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图像工程</a:t>
            </a:r>
            <a:endParaRPr lang="en-US" altLang="zh-CN" b="1" kern="1200" dirty="0">
              <a:latin typeface="Times New Roman" panose="02020603050405020304" pitchFamily="18" charset="0"/>
              <a:ea typeface="+mn-ea"/>
              <a:cs typeface="阿里巴巴普惠体" panose="00020600040101010101" charset="-122"/>
            </a:endParaRPr>
          </a:p>
          <a:p>
            <a:pPr lvl="1" defTabSz="68580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图像表示和显示</a:t>
            </a:r>
            <a:endParaRPr lang="zh-CN" altLang="en-US" b="1" kern="1200" dirty="0">
              <a:latin typeface="Times New Roman" panose="02020603050405020304" pitchFamily="18" charset="0"/>
              <a:ea typeface="+mn-ea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lvl="1" defTabSz="685800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图像存储与格式</a:t>
            </a:r>
            <a:endParaRPr lang="zh-CN" altLang="zh-CN" kern="1200" dirty="0">
              <a:latin typeface="+mn-lt"/>
              <a:ea typeface="+mn-ea"/>
              <a:cs typeface="阿里巴巴普惠体" panose="00020600040101010101" charset="-122"/>
            </a:endParaRPr>
          </a:p>
          <a:p>
            <a:pPr algn="just" defTabSz="685800">
              <a:lnSpc>
                <a:spcPct val="150000"/>
              </a:lnSpc>
              <a:spcBef>
                <a:spcPts val="600"/>
              </a:spcBef>
            </a:pPr>
            <a:endParaRPr lang="zh-CN" altLang="zh-CN" kern="1200" dirty="0">
              <a:latin typeface="+mn-lt"/>
              <a:ea typeface="+mn-ea"/>
              <a:cs typeface="阿里巴巴普惠体" panose="00020600040101010101" charset="-122"/>
            </a:endParaRPr>
          </a:p>
          <a:p>
            <a:pPr algn="just" defTabSz="685800">
              <a:lnSpc>
                <a:spcPct val="110000"/>
              </a:lnSpc>
              <a:spcBef>
                <a:spcPts val="600"/>
              </a:spcBef>
            </a:pPr>
            <a:endParaRPr lang="zh-CN" altLang="zh-CN" kern="1200" dirty="0">
              <a:latin typeface="+mn-lt"/>
              <a:ea typeface="+mn-ea"/>
              <a:cs typeface="阿里巴巴普惠体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kern="1200" dirty="0">
                <a:latin typeface="+mn-lt"/>
                <a:ea typeface="+mn-ea"/>
                <a:sym typeface="+mn-ea"/>
              </a:rPr>
              <a:t>课程安排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课程安排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ym typeface="阿里巴巴普惠体" panose="00020600040101010101" charset="-122"/>
              </a:rPr>
              <a:t>教材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8591" r="10479"/>
          <a:stretch>
            <a:fillRect/>
          </a:stretch>
        </p:blipFill>
        <p:spPr>
          <a:xfrm>
            <a:off x="2108200" y="1499870"/>
            <a:ext cx="3433445" cy="4646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80" y="1499870"/>
            <a:ext cx="3315970" cy="46469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课程内容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4725" y="911860"/>
            <a:ext cx="10241280" cy="56007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课程内容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0" y="1655445"/>
            <a:ext cx="693291" cy="720000"/>
          </a:xfrm>
          <a:prstGeom prst="rect">
            <a:avLst/>
          </a:prstGeom>
        </p:spPr>
      </p:pic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编程语言</a:t>
            </a:r>
          </a:p>
          <a:p>
            <a:pPr lvl="1"/>
            <a:r>
              <a:rPr lang="en-US" altLang="zh-CN"/>
              <a:t>Matlab</a:t>
            </a:r>
          </a:p>
          <a:p>
            <a:pPr lvl="1"/>
            <a:r>
              <a:rPr lang="en-US" altLang="zh-CN"/>
              <a:t>Octave</a:t>
            </a:r>
          </a:p>
          <a:p>
            <a:pPr lvl="1"/>
            <a:r>
              <a:rPr lang="en-US" altLang="zh-CN"/>
              <a:t>Python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4170" y="1655445"/>
            <a:ext cx="2234280" cy="720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" y="2927350"/>
            <a:ext cx="5053965" cy="36125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980" y="1041400"/>
            <a:ext cx="6481445" cy="54984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课程内容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考核方式</a:t>
            </a:r>
          </a:p>
          <a:p>
            <a:pPr lvl="1"/>
            <a:endParaRPr lang="zh-CN" altLang="en-US" dirty="0"/>
          </a:p>
        </p:txBody>
      </p:sp>
      <p:grpSp>
        <p:nvGrpSpPr>
          <p:cNvPr id="21" name="组合 20"/>
          <p:cNvGrpSpPr/>
          <p:nvPr>
            <p:custDataLst>
              <p:tags r:id="rId2"/>
            </p:custDataLst>
          </p:nvPr>
        </p:nvGrpSpPr>
        <p:grpSpPr>
          <a:xfrm>
            <a:off x="2972435" y="1375410"/>
            <a:ext cx="2025015" cy="2025015"/>
            <a:chOff x="1228725" y="3267075"/>
            <a:chExt cx="2381250" cy="2381250"/>
          </a:xfrm>
        </p:grpSpPr>
        <p:sp>
          <p:nvSpPr>
            <p:cNvPr id="22" name="同心圆 21"/>
            <p:cNvSpPr/>
            <p:nvPr>
              <p:custDataLst>
                <p:tags r:id="rId15"/>
              </p:custDataLst>
            </p:nvPr>
          </p:nvSpPr>
          <p:spPr>
            <a:xfrm>
              <a:off x="1228725" y="3267075"/>
              <a:ext cx="2381250" cy="2381250"/>
            </a:xfrm>
            <a:prstGeom prst="donut">
              <a:avLst>
                <a:gd name="adj" fmla="val 1323"/>
              </a:avLst>
            </a:prstGeom>
            <a:solidFill>
              <a:srgbClr val="66D9AA"/>
            </a:solidFill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tIns="0" bIns="0" rtlCol="0" anchor="t">
              <a:normAutofit/>
            </a:bodyPr>
            <a:lstStyle/>
            <a:p>
              <a:pPr algn="ctr"/>
              <a:endParaRPr lang="zh-CN" altLang="en-US" sz="4265" dirty="0">
                <a:solidFill>
                  <a:srgbClr val="2CBEBB"/>
                </a:solidFill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23" name="任意多边形 22"/>
            <p:cNvSpPr/>
            <p:nvPr>
              <p:custDataLst>
                <p:tags r:id="rId16"/>
              </p:custDataLst>
            </p:nvPr>
          </p:nvSpPr>
          <p:spPr>
            <a:xfrm>
              <a:off x="1347787" y="3867150"/>
              <a:ext cx="2143126" cy="1662114"/>
            </a:xfrm>
            <a:custGeom>
              <a:avLst/>
              <a:gdLst>
                <a:gd name="connsiteX0" fmla="*/ 177800 w 2143126"/>
                <a:gd name="connsiteY0" fmla="*/ 0 h 1662114"/>
                <a:gd name="connsiteX1" fmla="*/ 1965327 w 2143126"/>
                <a:gd name="connsiteY1" fmla="*/ 0 h 1662114"/>
                <a:gd name="connsiteX2" fmla="*/ 2013794 w 2143126"/>
                <a:gd name="connsiteY2" fmla="*/ 79781 h 1662114"/>
                <a:gd name="connsiteX3" fmla="*/ 2143126 w 2143126"/>
                <a:gd name="connsiteY3" fmla="*/ 590551 h 1662114"/>
                <a:gd name="connsiteX4" fmla="*/ 1071563 w 2143126"/>
                <a:gd name="connsiteY4" fmla="*/ 1662114 h 1662114"/>
                <a:gd name="connsiteX5" fmla="*/ 0 w 2143126"/>
                <a:gd name="connsiteY5" fmla="*/ 590551 h 1662114"/>
                <a:gd name="connsiteX6" fmla="*/ 129332 w 2143126"/>
                <a:gd name="connsiteY6" fmla="*/ 79781 h 166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3126" h="1662114">
                  <a:moveTo>
                    <a:pt x="177800" y="0"/>
                  </a:moveTo>
                  <a:lnTo>
                    <a:pt x="1965327" y="0"/>
                  </a:lnTo>
                  <a:lnTo>
                    <a:pt x="2013794" y="79781"/>
                  </a:lnTo>
                  <a:cubicBezTo>
                    <a:pt x="2096275" y="231614"/>
                    <a:pt x="2143126" y="405611"/>
                    <a:pt x="2143126" y="590551"/>
                  </a:cubicBezTo>
                  <a:cubicBezTo>
                    <a:pt x="2143126" y="1182359"/>
                    <a:pt x="1663371" y="1662114"/>
                    <a:pt x="1071563" y="1662114"/>
                  </a:cubicBezTo>
                  <a:cubicBezTo>
                    <a:pt x="479755" y="1662114"/>
                    <a:pt x="0" y="1182359"/>
                    <a:pt x="0" y="590551"/>
                  </a:cubicBezTo>
                  <a:cubicBezTo>
                    <a:pt x="0" y="405611"/>
                    <a:pt x="46851" y="231614"/>
                    <a:pt x="129332" y="7978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marL="0" lvl="1" algn="ctr"/>
              <a:r>
                <a:rPr lang="zh-CN" altLang="en-US" sz="2665" b="1" dirty="0">
                  <a:cs typeface="阿里巴巴普惠体" panose="00020600040101010101" charset="-122"/>
                  <a:sym typeface="+mn-ea"/>
                </a:rPr>
                <a:t>课堂讨论</a:t>
              </a:r>
            </a:p>
            <a:p>
              <a:pPr marL="0" lvl="1" algn="ctr"/>
              <a:r>
                <a:rPr lang="en-US" altLang="zh-CN" sz="1865" i="1" dirty="0">
                  <a:solidFill>
                    <a:srgbClr val="FFFFFF"/>
                  </a:solidFill>
                  <a:latin typeface="Bookman Old Style" panose="02050604050505020204" charset="0"/>
                  <a:cs typeface="Bookman Old Style" panose="02050604050505020204" charset="0"/>
                  <a:sym typeface="+mn-ea"/>
                </a:rPr>
                <a:t>n </a:t>
              </a:r>
              <a:r>
                <a:rPr lang="zh-CN" altLang="en-US" sz="1865" dirty="0">
                  <a:solidFill>
                    <a:srgbClr val="FFFFFF"/>
                  </a:solidFill>
                  <a:cs typeface="阿里巴巴普惠体" panose="00020600040101010101" charset="-122"/>
                  <a:sym typeface="+mn-ea"/>
                </a:rPr>
                <a:t>次</a:t>
              </a:r>
            </a:p>
          </p:txBody>
        </p:sp>
        <p:sp>
          <p:nvSpPr>
            <p:cNvPr id="24" name="文本框 23"/>
            <p:cNvSpPr txBox="1"/>
            <p:nvPr>
              <p:custDataLst>
                <p:tags r:id="rId17"/>
              </p:custDataLst>
            </p:nvPr>
          </p:nvSpPr>
          <p:spPr>
            <a:xfrm>
              <a:off x="2181225" y="3343931"/>
              <a:ext cx="476250" cy="584775"/>
            </a:xfrm>
            <a:prstGeom prst="rect">
              <a:avLst/>
            </a:prstGeom>
            <a:noFill/>
          </p:spPr>
          <p:txBody>
            <a:bodyPr wrap="square" rtlCol="0" anchor="ctr">
              <a:normAutofit fontScale="92500" lnSpcReduction="20000"/>
            </a:bodyPr>
            <a:lstStyle/>
            <a:p>
              <a:pPr algn="ctr"/>
              <a:r>
                <a:rPr lang="en-US" altLang="zh-CN" dirty="0">
                  <a:solidFill>
                    <a:srgbClr val="2CBEBB"/>
                  </a:solidFill>
                  <a:ea typeface="阿里巴巴普惠体" panose="00020600040101010101" charset="-122"/>
                  <a:cs typeface="阿里巴巴普惠体" panose="00020600040101010101" charset="-122"/>
                  <a:sym typeface="Arial" panose="020B0604020202020204" pitchFamily="34" charset="0"/>
                </a:rPr>
                <a:t>A</a:t>
              </a:r>
              <a:endParaRPr lang="zh-CN" altLang="en-US" dirty="0">
                <a:solidFill>
                  <a:srgbClr val="2CBEBB"/>
                </a:solidFill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3"/>
            </p:custDataLst>
          </p:nvPr>
        </p:nvGrpSpPr>
        <p:grpSpPr>
          <a:xfrm>
            <a:off x="7856220" y="1375410"/>
            <a:ext cx="2025015" cy="2025015"/>
            <a:chOff x="1228725" y="3267075"/>
            <a:chExt cx="2381250" cy="2381250"/>
          </a:xfrm>
        </p:grpSpPr>
        <p:sp>
          <p:nvSpPr>
            <p:cNvPr id="26" name="同心圆 25"/>
            <p:cNvSpPr/>
            <p:nvPr>
              <p:custDataLst>
                <p:tags r:id="rId12"/>
              </p:custDataLst>
            </p:nvPr>
          </p:nvSpPr>
          <p:spPr>
            <a:xfrm>
              <a:off x="1228725" y="3267075"/>
              <a:ext cx="2381250" cy="2381250"/>
            </a:xfrm>
            <a:prstGeom prst="donut">
              <a:avLst>
                <a:gd name="adj" fmla="val 1323"/>
              </a:avLst>
            </a:prstGeom>
            <a:solidFill>
              <a:srgbClr val="66D9AA"/>
            </a:solidFill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tIns="0" bIns="0" rtlCol="0" anchor="t">
              <a:normAutofit/>
            </a:bodyPr>
            <a:lstStyle/>
            <a:p>
              <a:pPr algn="ctr"/>
              <a:endParaRPr lang="zh-CN" altLang="en-US" sz="4265" dirty="0">
                <a:solidFill>
                  <a:srgbClr val="2CBEBB"/>
                </a:solidFill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27" name="任意多边形 26"/>
            <p:cNvSpPr/>
            <p:nvPr>
              <p:custDataLst>
                <p:tags r:id="rId13"/>
              </p:custDataLst>
            </p:nvPr>
          </p:nvSpPr>
          <p:spPr>
            <a:xfrm>
              <a:off x="1347787" y="3867150"/>
              <a:ext cx="2143126" cy="1662114"/>
            </a:xfrm>
            <a:custGeom>
              <a:avLst/>
              <a:gdLst>
                <a:gd name="connsiteX0" fmla="*/ 177800 w 2143126"/>
                <a:gd name="connsiteY0" fmla="*/ 0 h 1662114"/>
                <a:gd name="connsiteX1" fmla="*/ 1965327 w 2143126"/>
                <a:gd name="connsiteY1" fmla="*/ 0 h 1662114"/>
                <a:gd name="connsiteX2" fmla="*/ 2013794 w 2143126"/>
                <a:gd name="connsiteY2" fmla="*/ 79781 h 1662114"/>
                <a:gd name="connsiteX3" fmla="*/ 2143126 w 2143126"/>
                <a:gd name="connsiteY3" fmla="*/ 590551 h 1662114"/>
                <a:gd name="connsiteX4" fmla="*/ 1071563 w 2143126"/>
                <a:gd name="connsiteY4" fmla="*/ 1662114 h 1662114"/>
                <a:gd name="connsiteX5" fmla="*/ 0 w 2143126"/>
                <a:gd name="connsiteY5" fmla="*/ 590551 h 1662114"/>
                <a:gd name="connsiteX6" fmla="*/ 129332 w 2143126"/>
                <a:gd name="connsiteY6" fmla="*/ 79781 h 166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3126" h="1662114">
                  <a:moveTo>
                    <a:pt x="177800" y="0"/>
                  </a:moveTo>
                  <a:lnTo>
                    <a:pt x="1965327" y="0"/>
                  </a:lnTo>
                  <a:lnTo>
                    <a:pt x="2013794" y="79781"/>
                  </a:lnTo>
                  <a:cubicBezTo>
                    <a:pt x="2096275" y="231614"/>
                    <a:pt x="2143126" y="405611"/>
                    <a:pt x="2143126" y="590551"/>
                  </a:cubicBezTo>
                  <a:cubicBezTo>
                    <a:pt x="2143126" y="1182359"/>
                    <a:pt x="1663371" y="1662114"/>
                    <a:pt x="1071563" y="1662114"/>
                  </a:cubicBezTo>
                  <a:cubicBezTo>
                    <a:pt x="479755" y="1662114"/>
                    <a:pt x="0" y="1182359"/>
                    <a:pt x="0" y="590551"/>
                  </a:cubicBezTo>
                  <a:cubicBezTo>
                    <a:pt x="0" y="405611"/>
                    <a:pt x="46851" y="231614"/>
                    <a:pt x="129332" y="7978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zh-CN" altLang="en-US" sz="2665" b="1" dirty="0">
                  <a:cs typeface="阿里巴巴普惠体" panose="00020600040101010101" charset="-122"/>
                  <a:sym typeface="+mn-ea"/>
                </a:rPr>
                <a:t>平时作业</a:t>
              </a:r>
              <a:endParaRPr lang="zh-CN" altLang="en-US" sz="1800" dirty="0">
                <a:cs typeface="阿里巴巴普惠体" panose="00020600040101010101" charset="-122"/>
                <a:sym typeface="+mn-ea"/>
              </a:endParaRPr>
            </a:p>
            <a:p>
              <a:pPr algn="ctr"/>
              <a:r>
                <a:rPr lang="zh-CN" altLang="en-US" sz="1865" dirty="0">
                  <a:solidFill>
                    <a:srgbClr val="FFFFFF"/>
                  </a:solidFill>
                  <a:cs typeface="阿里巴巴普惠体" panose="00020600040101010101" charset="-122"/>
                  <a:sym typeface="Arial" panose="020B0604020202020204" pitchFamily="34" charset="0"/>
                </a:rPr>
                <a:t>课后习题</a:t>
              </a:r>
            </a:p>
          </p:txBody>
        </p:sp>
        <p:sp>
          <p:nvSpPr>
            <p:cNvPr id="28" name="文本框 27"/>
            <p:cNvSpPr txBox="1"/>
            <p:nvPr>
              <p:custDataLst>
                <p:tags r:id="rId14"/>
              </p:custDataLst>
            </p:nvPr>
          </p:nvSpPr>
          <p:spPr>
            <a:xfrm>
              <a:off x="2181225" y="3343931"/>
              <a:ext cx="476250" cy="584775"/>
            </a:xfrm>
            <a:prstGeom prst="rect">
              <a:avLst/>
            </a:prstGeom>
            <a:noFill/>
          </p:spPr>
          <p:txBody>
            <a:bodyPr wrap="square" rtlCol="0" anchor="ctr">
              <a:normAutofit fontScale="87500" lnSpcReduction="10000"/>
            </a:bodyPr>
            <a:lstStyle/>
            <a:p>
              <a:pPr algn="ctr"/>
              <a:r>
                <a:rPr lang="en-US" altLang="zh-CN" dirty="0">
                  <a:solidFill>
                    <a:srgbClr val="2CBEBB"/>
                  </a:solidFill>
                  <a:ea typeface="阿里巴巴普惠体" panose="00020600040101010101" charset="-122"/>
                  <a:cs typeface="阿里巴巴普惠体" panose="00020600040101010101" charset="-122"/>
                  <a:sym typeface="Arial" panose="020B0604020202020204" pitchFamily="34" charset="0"/>
                </a:rPr>
                <a:t>B</a:t>
              </a:r>
              <a:endParaRPr lang="zh-CN" altLang="en-US" dirty="0">
                <a:solidFill>
                  <a:srgbClr val="2CBEBB"/>
                </a:solidFill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4"/>
            </p:custDataLst>
          </p:nvPr>
        </p:nvGrpSpPr>
        <p:grpSpPr>
          <a:xfrm>
            <a:off x="2972435" y="4011295"/>
            <a:ext cx="2025015" cy="2025015"/>
            <a:chOff x="1228725" y="3267075"/>
            <a:chExt cx="2381250" cy="2381250"/>
          </a:xfrm>
        </p:grpSpPr>
        <p:sp>
          <p:nvSpPr>
            <p:cNvPr id="35" name="同心圆 34"/>
            <p:cNvSpPr/>
            <p:nvPr>
              <p:custDataLst>
                <p:tags r:id="rId9"/>
              </p:custDataLst>
            </p:nvPr>
          </p:nvSpPr>
          <p:spPr>
            <a:xfrm>
              <a:off x="1228725" y="3267075"/>
              <a:ext cx="2381250" cy="2381250"/>
            </a:xfrm>
            <a:prstGeom prst="donut">
              <a:avLst>
                <a:gd name="adj" fmla="val 1323"/>
              </a:avLst>
            </a:prstGeom>
            <a:solidFill>
              <a:srgbClr val="66D9AA"/>
            </a:solidFill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tIns="0" bIns="0" rtlCol="0" anchor="t">
              <a:normAutofit/>
            </a:bodyPr>
            <a:lstStyle/>
            <a:p>
              <a:pPr algn="ctr"/>
              <a:endParaRPr lang="zh-CN" altLang="en-US" sz="4265" dirty="0">
                <a:solidFill>
                  <a:srgbClr val="2CBEBB"/>
                </a:solidFill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6" name="任意多边形 35"/>
            <p:cNvSpPr/>
            <p:nvPr>
              <p:custDataLst>
                <p:tags r:id="rId10"/>
              </p:custDataLst>
            </p:nvPr>
          </p:nvSpPr>
          <p:spPr>
            <a:xfrm>
              <a:off x="1347787" y="3867150"/>
              <a:ext cx="2143126" cy="1662114"/>
            </a:xfrm>
            <a:custGeom>
              <a:avLst/>
              <a:gdLst>
                <a:gd name="connsiteX0" fmla="*/ 177800 w 2143126"/>
                <a:gd name="connsiteY0" fmla="*/ 0 h 1662114"/>
                <a:gd name="connsiteX1" fmla="*/ 1965327 w 2143126"/>
                <a:gd name="connsiteY1" fmla="*/ 0 h 1662114"/>
                <a:gd name="connsiteX2" fmla="*/ 2013794 w 2143126"/>
                <a:gd name="connsiteY2" fmla="*/ 79781 h 1662114"/>
                <a:gd name="connsiteX3" fmla="*/ 2143126 w 2143126"/>
                <a:gd name="connsiteY3" fmla="*/ 590551 h 1662114"/>
                <a:gd name="connsiteX4" fmla="*/ 1071563 w 2143126"/>
                <a:gd name="connsiteY4" fmla="*/ 1662114 h 1662114"/>
                <a:gd name="connsiteX5" fmla="*/ 0 w 2143126"/>
                <a:gd name="connsiteY5" fmla="*/ 590551 h 1662114"/>
                <a:gd name="connsiteX6" fmla="*/ 129332 w 2143126"/>
                <a:gd name="connsiteY6" fmla="*/ 79781 h 166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3126" h="1662114">
                  <a:moveTo>
                    <a:pt x="177800" y="0"/>
                  </a:moveTo>
                  <a:lnTo>
                    <a:pt x="1965327" y="0"/>
                  </a:lnTo>
                  <a:lnTo>
                    <a:pt x="2013794" y="79781"/>
                  </a:lnTo>
                  <a:cubicBezTo>
                    <a:pt x="2096275" y="231614"/>
                    <a:pt x="2143126" y="405611"/>
                    <a:pt x="2143126" y="590551"/>
                  </a:cubicBezTo>
                  <a:cubicBezTo>
                    <a:pt x="2143126" y="1182359"/>
                    <a:pt x="1663371" y="1662114"/>
                    <a:pt x="1071563" y="1662114"/>
                  </a:cubicBezTo>
                  <a:cubicBezTo>
                    <a:pt x="479755" y="1662114"/>
                    <a:pt x="0" y="1182359"/>
                    <a:pt x="0" y="590551"/>
                  </a:cubicBezTo>
                  <a:cubicBezTo>
                    <a:pt x="0" y="405611"/>
                    <a:pt x="46851" y="231614"/>
                    <a:pt x="129332" y="7978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marL="0" lvl="1" algn="ctr"/>
              <a:r>
                <a:rPr lang="zh-CN" altLang="en-US" sz="2665" b="1" dirty="0">
                  <a:cs typeface="阿里巴巴普惠体" panose="00020600040101010101" charset="-122"/>
                  <a:sym typeface="+mn-ea"/>
                </a:rPr>
                <a:t>上机实验</a:t>
              </a:r>
              <a:endParaRPr lang="zh-CN" altLang="en-US" sz="1800" dirty="0">
                <a:cs typeface="阿里巴巴普惠体" panose="00020600040101010101" charset="-122"/>
              </a:endParaRPr>
            </a:p>
            <a:p>
              <a:pPr algn="ctr"/>
              <a:r>
                <a:rPr lang="zh-CN" altLang="en-US" sz="1865" dirty="0">
                  <a:solidFill>
                    <a:srgbClr val="FFFFFF"/>
                  </a:solidFill>
                  <a:cs typeface="阿里巴巴普惠体" panose="00020600040101010101" charset="-122"/>
                  <a:sym typeface="Arial" panose="020B0604020202020204" pitchFamily="34" charset="0"/>
                </a:rPr>
                <a:t>编程</a:t>
              </a:r>
              <a:r>
                <a:rPr lang="en-US" altLang="zh-CN" sz="1865" dirty="0">
                  <a:solidFill>
                    <a:srgbClr val="FFFFFF"/>
                  </a:solidFill>
                  <a:cs typeface="阿里巴巴普惠体" panose="00020600040101010101" charset="-122"/>
                  <a:sym typeface="Arial" panose="020B0604020202020204" pitchFamily="34" charset="0"/>
                </a:rPr>
                <a:t>+</a:t>
              </a:r>
              <a:r>
                <a:rPr lang="zh-CN" altLang="en-US" sz="1865" dirty="0">
                  <a:solidFill>
                    <a:srgbClr val="FFFFFF"/>
                  </a:solidFill>
                  <a:cs typeface="阿里巴巴普惠体" panose="00020600040101010101" charset="-122"/>
                  <a:sym typeface="Arial" panose="020B0604020202020204" pitchFamily="34" charset="0"/>
                </a:rPr>
                <a:t>报告</a:t>
              </a:r>
            </a:p>
          </p:txBody>
        </p:sp>
        <p:sp>
          <p:nvSpPr>
            <p:cNvPr id="37" name="文本框 36"/>
            <p:cNvSpPr txBox="1"/>
            <p:nvPr>
              <p:custDataLst>
                <p:tags r:id="rId11"/>
              </p:custDataLst>
            </p:nvPr>
          </p:nvSpPr>
          <p:spPr>
            <a:xfrm>
              <a:off x="2181225" y="3293141"/>
              <a:ext cx="476250" cy="686356"/>
            </a:xfrm>
            <a:prstGeom prst="rect">
              <a:avLst/>
            </a:prstGeom>
            <a:noFill/>
          </p:spPr>
          <p:txBody>
            <a:bodyPr wrap="square" rtlCol="0" anchor="ctr">
              <a:normAutofit fontScale="97500"/>
            </a:bodyPr>
            <a:lstStyle/>
            <a:p>
              <a:pPr algn="ctr"/>
              <a:r>
                <a:rPr lang="en-US" altLang="zh-CN" dirty="0">
                  <a:solidFill>
                    <a:srgbClr val="2CBEBB"/>
                  </a:solidFill>
                  <a:ea typeface="阿里巴巴普惠体" panose="00020600040101010101" charset="-122"/>
                  <a:cs typeface="阿里巴巴普惠体" panose="00020600040101010101" charset="-122"/>
                  <a:sym typeface="Arial" panose="020B0604020202020204" pitchFamily="34" charset="0"/>
                </a:rPr>
                <a:t>C</a:t>
              </a:r>
              <a:endParaRPr lang="zh-CN" altLang="en-US" dirty="0">
                <a:solidFill>
                  <a:srgbClr val="2CBEBB"/>
                </a:solidFill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5"/>
            </p:custDataLst>
          </p:nvPr>
        </p:nvGrpSpPr>
        <p:grpSpPr>
          <a:xfrm>
            <a:off x="7856220" y="4011295"/>
            <a:ext cx="2025015" cy="2025015"/>
            <a:chOff x="1228725" y="3267075"/>
            <a:chExt cx="2381250" cy="2381250"/>
          </a:xfrm>
        </p:grpSpPr>
        <p:sp>
          <p:nvSpPr>
            <p:cNvPr id="32" name="同心圆 31"/>
            <p:cNvSpPr/>
            <p:nvPr>
              <p:custDataLst>
                <p:tags r:id="rId6"/>
              </p:custDataLst>
            </p:nvPr>
          </p:nvSpPr>
          <p:spPr>
            <a:xfrm>
              <a:off x="1228725" y="3267075"/>
              <a:ext cx="2381250" cy="2381250"/>
            </a:xfrm>
            <a:prstGeom prst="donut">
              <a:avLst>
                <a:gd name="adj" fmla="val 1323"/>
              </a:avLst>
            </a:prstGeom>
            <a:solidFill>
              <a:srgbClr val="66D9AA"/>
            </a:solidFill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tIns="0" bIns="0" rtlCol="0" anchor="t">
              <a:normAutofit/>
            </a:bodyPr>
            <a:lstStyle/>
            <a:p>
              <a:pPr algn="ctr"/>
              <a:endParaRPr lang="zh-CN" altLang="en-US" sz="4265" dirty="0">
                <a:solidFill>
                  <a:srgbClr val="2CBEBB"/>
                </a:solidFill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  <p:sp>
          <p:nvSpPr>
            <p:cNvPr id="33" name="任意多边形 32"/>
            <p:cNvSpPr/>
            <p:nvPr>
              <p:custDataLst>
                <p:tags r:id="rId7"/>
              </p:custDataLst>
            </p:nvPr>
          </p:nvSpPr>
          <p:spPr>
            <a:xfrm>
              <a:off x="1347787" y="3867150"/>
              <a:ext cx="2143126" cy="1662114"/>
            </a:xfrm>
            <a:custGeom>
              <a:avLst/>
              <a:gdLst>
                <a:gd name="connsiteX0" fmla="*/ 177800 w 2143126"/>
                <a:gd name="connsiteY0" fmla="*/ 0 h 1662114"/>
                <a:gd name="connsiteX1" fmla="*/ 1965327 w 2143126"/>
                <a:gd name="connsiteY1" fmla="*/ 0 h 1662114"/>
                <a:gd name="connsiteX2" fmla="*/ 2013794 w 2143126"/>
                <a:gd name="connsiteY2" fmla="*/ 79781 h 1662114"/>
                <a:gd name="connsiteX3" fmla="*/ 2143126 w 2143126"/>
                <a:gd name="connsiteY3" fmla="*/ 590551 h 1662114"/>
                <a:gd name="connsiteX4" fmla="*/ 1071563 w 2143126"/>
                <a:gd name="connsiteY4" fmla="*/ 1662114 h 1662114"/>
                <a:gd name="connsiteX5" fmla="*/ 0 w 2143126"/>
                <a:gd name="connsiteY5" fmla="*/ 590551 h 1662114"/>
                <a:gd name="connsiteX6" fmla="*/ 129332 w 2143126"/>
                <a:gd name="connsiteY6" fmla="*/ 79781 h 1662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3126" h="1662114">
                  <a:moveTo>
                    <a:pt x="177800" y="0"/>
                  </a:moveTo>
                  <a:lnTo>
                    <a:pt x="1965327" y="0"/>
                  </a:lnTo>
                  <a:lnTo>
                    <a:pt x="2013794" y="79781"/>
                  </a:lnTo>
                  <a:cubicBezTo>
                    <a:pt x="2096275" y="231614"/>
                    <a:pt x="2143126" y="405611"/>
                    <a:pt x="2143126" y="590551"/>
                  </a:cubicBezTo>
                  <a:cubicBezTo>
                    <a:pt x="2143126" y="1182359"/>
                    <a:pt x="1663371" y="1662114"/>
                    <a:pt x="1071563" y="1662114"/>
                  </a:cubicBezTo>
                  <a:cubicBezTo>
                    <a:pt x="479755" y="1662114"/>
                    <a:pt x="0" y="1182359"/>
                    <a:pt x="0" y="590551"/>
                  </a:cubicBezTo>
                  <a:cubicBezTo>
                    <a:pt x="0" y="405611"/>
                    <a:pt x="46851" y="231614"/>
                    <a:pt x="129332" y="7978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rgbClr val="2CBEBB">
                <a:shade val="50000"/>
              </a:srgbClr>
            </a:lnRef>
            <a:fillRef idx="1">
              <a:srgbClr val="2CBEBB"/>
            </a:fillRef>
            <a:effectRef idx="0">
              <a:srgbClr val="2CBEBB"/>
            </a:effectRef>
            <a:fontRef idx="minor">
              <a:srgbClr val="FFFFFF"/>
            </a:fontRef>
          </p:style>
          <p:txBody>
            <a:bodyPr rtlCol="0" anchor="ctr">
              <a:normAutofit/>
            </a:bodyPr>
            <a:lstStyle/>
            <a:p>
              <a:pPr marL="0" lvl="1" algn="ctr"/>
              <a:r>
                <a:rPr lang="zh-CN" altLang="en-US" sz="2665" b="1" dirty="0">
                  <a:cs typeface="阿里巴巴普惠体" panose="00020600040101010101" charset="-122"/>
                  <a:sym typeface="+mn-ea"/>
                </a:rPr>
                <a:t>考试</a:t>
              </a:r>
            </a:p>
            <a:p>
              <a:pPr marL="0" lvl="1" algn="ctr"/>
              <a:r>
                <a:rPr lang="zh-CN" altLang="en-US" sz="1860" dirty="0">
                  <a:cs typeface="阿里巴巴普惠体" panose="00020600040101010101" charset="-122"/>
                  <a:sym typeface="Arial" panose="020B0604020202020204" pitchFamily="34" charset="0"/>
                </a:rPr>
                <a:t>课堂</a:t>
              </a:r>
              <a:r>
                <a:rPr lang="en-US" altLang="zh-CN" sz="1860" dirty="0">
                  <a:cs typeface="阿里巴巴普惠体" panose="00020600040101010101" charset="-122"/>
                  <a:sym typeface="Arial" panose="020B0604020202020204" pitchFamily="34" charset="0"/>
                </a:rPr>
                <a:t>+</a:t>
              </a:r>
              <a:r>
                <a:rPr lang="zh-CN" altLang="en-US" sz="1860" dirty="0">
                  <a:cs typeface="阿里巴巴普惠体" panose="00020600040101010101" charset="-122"/>
                  <a:sym typeface="Arial" panose="020B0604020202020204" pitchFamily="34" charset="0"/>
                </a:rPr>
                <a:t>期末</a:t>
              </a:r>
              <a:endParaRPr lang="zh-CN" altLang="en-US" sz="1865" dirty="0">
                <a:solidFill>
                  <a:srgbClr val="FFFFFF"/>
                </a:solidFill>
                <a:cs typeface="阿里巴巴普惠体" panose="00020600040101010101" charset="-122"/>
                <a:sym typeface="+mn-ea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8"/>
              </p:custDataLst>
            </p:nvPr>
          </p:nvSpPr>
          <p:spPr>
            <a:xfrm>
              <a:off x="2181225" y="3293141"/>
              <a:ext cx="476250" cy="686356"/>
            </a:xfrm>
            <a:prstGeom prst="rect">
              <a:avLst/>
            </a:prstGeom>
            <a:noFill/>
          </p:spPr>
          <p:txBody>
            <a:bodyPr wrap="square" rtlCol="0" anchor="ctr">
              <a:normAutofit fontScale="97500"/>
            </a:bodyPr>
            <a:lstStyle/>
            <a:p>
              <a:pPr algn="ctr"/>
              <a:r>
                <a:rPr lang="en-US" altLang="zh-CN" dirty="0">
                  <a:solidFill>
                    <a:srgbClr val="2CBEBB"/>
                  </a:solidFill>
                  <a:ea typeface="阿里巴巴普惠体" panose="00020600040101010101" charset="-122"/>
                  <a:cs typeface="阿里巴巴普惠体" panose="00020600040101010101" charset="-122"/>
                  <a:sym typeface="Arial" panose="020B0604020202020204" pitchFamily="34" charset="0"/>
                </a:rPr>
                <a:t>D</a:t>
              </a:r>
              <a:endParaRPr lang="zh-CN" altLang="en-US" dirty="0">
                <a:solidFill>
                  <a:srgbClr val="2CBEBB"/>
                </a:solidFill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什么是图像？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5250" y="868680"/>
            <a:ext cx="12001500" cy="1938020"/>
          </a:xfrm>
        </p:spPr>
        <p:txBody>
          <a:bodyPr/>
          <a:lstStyle/>
          <a:p>
            <a:pPr lvl="0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en-US" altLang="zh-CN"/>
              <a:t>石洞壁画</a:t>
            </a:r>
            <a:r>
              <a:rPr lang="zh-CN" altLang="en-US"/>
              <a:t>：</a:t>
            </a:r>
            <a:r>
              <a:rPr lang="en-US" altLang="zh-CN"/>
              <a:t>在洞穴或岩石上的绘画，也称为岩画。一般多为史前所做。</a:t>
            </a:r>
          </a:p>
          <a:p>
            <a:pPr lvl="1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en-US" altLang="zh-CN"/>
              <a:t>使用的颜料包括红色和黄色赭石，赤铁矿，氧化锰和木炭。</a:t>
            </a:r>
          </a:p>
          <a:p>
            <a:pPr lvl="1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en-US" altLang="zh-CN"/>
              <a:t>最早的石洞壁画可以上溯到4万年前。</a:t>
            </a:r>
          </a:p>
          <a:p>
            <a:pPr lvl="1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zh-CN" altLang="en-US"/>
              <a:t>已知最古老的绘画位于法国肖维岩洞（Grotte Chauvet）。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史前绘画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2910205"/>
            <a:ext cx="4184650" cy="31489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1300" y="6059170"/>
            <a:ext cx="41852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一副位于拉斯科</a:t>
            </a:r>
            <a:r>
              <a:rPr lang="en-US" altLang="zh-CN" sz="16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(</a:t>
            </a:r>
            <a:r>
              <a:rPr lang="zh-CN" altLang="en-US" sz="16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法国</a:t>
            </a:r>
            <a:r>
              <a:rPr lang="en-US" altLang="zh-CN" sz="16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)</a:t>
            </a:r>
            <a:r>
              <a:rPr lang="zh-CN" altLang="en-US" sz="16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的壁画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090" y="2910205"/>
            <a:ext cx="4587875" cy="31489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529455" y="6059170"/>
            <a:ext cx="45885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+mn-ea"/>
                <a:ea typeface="+mn-ea"/>
                <a:cs typeface="+mn-ea"/>
              </a:rPr>
              <a:t>30,000年前法国肖维岩洞一幅描绘洞鬣狗的壁画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22055" y="2223135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大麦地文化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720" y="1469390"/>
            <a:ext cx="3092450" cy="4926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5250" y="868680"/>
            <a:ext cx="12001500" cy="1938020"/>
          </a:xfrm>
        </p:spPr>
        <p:txBody>
          <a:bodyPr/>
          <a:lstStyle/>
          <a:p>
            <a:pPr lvl="0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en-US" altLang="zh-CN"/>
              <a:t>石洞壁画</a:t>
            </a:r>
          </a:p>
          <a:p>
            <a:pPr lvl="1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zh-CN" altLang="en-US"/>
              <a:t>中国：云南省；宁夏</a:t>
            </a:r>
            <a:r>
              <a:rPr lang="en-US" altLang="zh-CN"/>
              <a:t>大麦地文化</a:t>
            </a:r>
            <a:r>
              <a:rPr lang="zh-CN" altLang="en-US"/>
              <a:t>（旧石器时代，</a:t>
            </a:r>
            <a:r>
              <a:rPr lang="en-US" altLang="zh-CN"/>
              <a:t>260</a:t>
            </a:r>
            <a:r>
              <a:rPr lang="zh-CN" altLang="en-US"/>
              <a:t>万</a:t>
            </a:r>
            <a:r>
              <a:rPr lang="en-US" altLang="zh-CN"/>
              <a:t>-1.2</a:t>
            </a:r>
            <a:r>
              <a:rPr lang="zh-CN" altLang="en-US"/>
              <a:t>万年前）</a:t>
            </a:r>
          </a:p>
          <a:p>
            <a:pPr lvl="1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史前绘画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8822055" y="2223135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大麦地文化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33375" y="2294255"/>
            <a:ext cx="11489690" cy="4056380"/>
            <a:chOff x="707" y="3493"/>
            <a:chExt cx="16441" cy="580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7" y="3493"/>
              <a:ext cx="10199" cy="5804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rcRect l="21875" r="21875"/>
            <a:stretch>
              <a:fillRect/>
            </a:stretch>
          </p:blipFill>
          <p:spPr>
            <a:xfrm>
              <a:off x="11352" y="3493"/>
              <a:ext cx="5796" cy="57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5250" y="833120"/>
            <a:ext cx="12001500" cy="1073150"/>
          </a:xfrm>
        </p:spPr>
        <p:txBody>
          <a:bodyPr/>
          <a:lstStyle/>
          <a:p>
            <a:pPr lvl="0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en-US" altLang="zh-CN"/>
              <a:t>国画历史悠久，在东周墓葬中出土过最早的帛画作《龙凤仕女图》，传世最早最完整的作品是顾恺之《女史箴图》的唐朝摹本。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传统绘画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600075" y="2054860"/>
            <a:ext cx="11447145" cy="4528185"/>
            <a:chOff x="945" y="3236"/>
            <a:chExt cx="18027" cy="7131"/>
          </a:xfrm>
        </p:grpSpPr>
        <p:sp>
          <p:nvSpPr>
            <p:cNvPr id="13" name="文本框 12"/>
            <p:cNvSpPr txBox="1"/>
            <p:nvPr/>
          </p:nvSpPr>
          <p:spPr>
            <a:xfrm>
              <a:off x="13780" y="3388"/>
              <a:ext cx="4000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/>
                <a:t>大麦地文化</a:t>
              </a: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5" y="3237"/>
              <a:ext cx="4635" cy="713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0" y="3237"/>
              <a:ext cx="13220" cy="362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0" y="7145"/>
              <a:ext cx="13157" cy="3222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50" y="3236"/>
              <a:ext cx="5223" cy="71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zh-CN" altLang="en-US"/>
              <a:t>西方美术史：古代</a:t>
            </a:r>
            <a:r>
              <a:rPr lang="en-US" altLang="zh-CN"/>
              <a:t>-</a:t>
            </a:r>
            <a:r>
              <a:rPr lang="zh-CN" altLang="en-US"/>
              <a:t>欧洲中世纪</a:t>
            </a:r>
            <a:r>
              <a:rPr lang="en-US" altLang="zh-CN"/>
              <a:t>-</a:t>
            </a:r>
            <a:r>
              <a:rPr lang="zh-CN" altLang="en-US"/>
              <a:t>文艺复兴</a:t>
            </a:r>
            <a:r>
              <a:rPr lang="en-US" altLang="zh-CN"/>
              <a:t>-矫饰、巴洛克和洛可可 ……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传统绘画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460" y="1569085"/>
            <a:ext cx="6631940" cy="5099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15" y="1569085"/>
            <a:ext cx="3419475" cy="5098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t>相机的前身为暗箱（Camera obscura），又称暗盒。</a:t>
            </a:r>
          </a:p>
          <a:p>
            <a:pPr lvl="1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t>原始的暗箱，只是利用一个黑暗的房子的一堵墙上的孔，将外面的景物投射到平面上。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摄影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0" y="1953260"/>
            <a:ext cx="4107180" cy="4815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b="935"/>
          <a:stretch>
            <a:fillRect/>
          </a:stretch>
        </p:blipFill>
        <p:spPr>
          <a:xfrm>
            <a:off x="6043295" y="1982470"/>
            <a:ext cx="5059680" cy="48437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defTabSz="719455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</a:pPr>
            <a:r>
              <a:rPr lang="zh-CN" altLang="en-US"/>
              <a:t>最早的照片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摄影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" y="1662430"/>
            <a:ext cx="4268470" cy="46602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715" y="1713865"/>
            <a:ext cx="3150870" cy="4486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1640" y="1662430"/>
            <a:ext cx="4776990" cy="460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defTabSz="719455">
              <a:lnSpc>
                <a:spcPct val="140000"/>
              </a:lnSpc>
              <a:spcAft>
                <a:spcPct val="20000"/>
              </a:spcAft>
            </a:pPr>
            <a:r>
              <a:rPr lang="en-US" altLang="zh-CN"/>
              <a:t>世界上第一个小孔成像的实验，记载于大约2500年前的《墨经》之中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小孔成像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b="32213"/>
          <a:stretch>
            <a:fillRect/>
          </a:stretch>
        </p:blipFill>
        <p:spPr>
          <a:xfrm>
            <a:off x="605790" y="2975610"/>
            <a:ext cx="4131945" cy="30994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5790" y="6075045"/>
            <a:ext cx="4008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800">
                <a:solidFill>
                  <a:srgbClr val="19387E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墨子（公元前470年-390年）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640205"/>
            <a:ext cx="5349240" cy="44348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23660" y="6075045"/>
            <a:ext cx="5349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800">
                <a:solidFill>
                  <a:srgbClr val="19387E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相机暗箱，</a:t>
            </a:r>
            <a:r>
              <a:rPr lang="zh-CN" altLang="en-US" sz="1800">
                <a:solidFill>
                  <a:srgbClr val="19387E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亚里士多德（公元前384年-322年）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5790" y="1640205"/>
            <a:ext cx="4131310" cy="13220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  <a:latin typeface="汉仪昌黎宋刻本原版W" panose="00020600040101010101" charset="-122"/>
                <a:ea typeface="汉仪昌黎宋刻本原版W" panose="00020600040101010101" charset="-122"/>
                <a:cs typeface="汉仪昌黎宋刻本原版W" panose="00020600040101010101" charset="-122"/>
              </a:rPr>
              <a:t>景。光之人，煦若射，下者之人也高；高者之人也下。足蔽下光，故成景于上；首蔽上光，故成景于下。在远近有端，与于光，故景库内也。</a:t>
            </a:r>
          </a:p>
          <a:p>
            <a:pPr algn="r"/>
            <a:r>
              <a:rPr lang="en-US" altLang="zh-CN" sz="1600" dirty="0">
                <a:solidFill>
                  <a:schemeClr val="tx1"/>
                </a:solidFill>
                <a:latin typeface="汉仪昌黎宋刻本原版W" panose="00020600040101010101" charset="-122"/>
                <a:ea typeface="汉仪昌黎宋刻本原版W" panose="00020600040101010101" charset="-122"/>
                <a:cs typeface="汉仪昌黎宋刻本原版W" panose="00020600040101010101" charset="-122"/>
              </a:rPr>
              <a:t>—— </a:t>
            </a:r>
            <a:r>
              <a:rPr lang="zh-CN" altLang="en-US" sz="1600" dirty="0">
                <a:solidFill>
                  <a:schemeClr val="tx1"/>
                </a:solidFill>
                <a:latin typeface="汉仪昌黎宋刻本原版W" panose="00020600040101010101" charset="-122"/>
                <a:ea typeface="汉仪昌黎宋刻本原版W" panose="00020600040101010101" charset="-122"/>
                <a:cs typeface="汉仪昌黎宋刻本原版W" panose="00020600040101010101" charset="-122"/>
              </a:rPr>
              <a:t>墨子 《墨经》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背景及意义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视觉信息（图像、视频等）数据极具增长</a:t>
            </a:r>
            <a:endParaRPr lang="en-AU" dirty="0"/>
          </a:p>
          <a:p>
            <a:pPr lvl="1"/>
            <a:r>
              <a:rPr lang="zh-CN" altLang="en-US" b="1" dirty="0"/>
              <a:t>设备：</a:t>
            </a:r>
            <a:r>
              <a:rPr lang="zh-CN" altLang="en-US" dirty="0"/>
              <a:t>相机、手机、平板电脑</a:t>
            </a:r>
            <a:r>
              <a:rPr lang="en-AU" dirty="0"/>
              <a:t> …</a:t>
            </a:r>
          </a:p>
          <a:p>
            <a:pPr lvl="1"/>
            <a:r>
              <a:rPr lang="zh-CN" altLang="en-US" b="1" dirty="0"/>
              <a:t>应用：</a:t>
            </a:r>
            <a:r>
              <a:rPr lang="zh-CN" altLang="en-US" dirty="0"/>
              <a:t>社交网站、</a:t>
            </a:r>
            <a:r>
              <a:rPr lang="en-US" altLang="zh-CN" dirty="0"/>
              <a:t>APP</a:t>
            </a:r>
            <a:r>
              <a:rPr lang="zh-CN" altLang="en-US" dirty="0"/>
              <a:t>、直播、视频娱乐、</a:t>
            </a:r>
            <a:r>
              <a:rPr lang="en-AU" dirty="0"/>
              <a:t>…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" y="2637790"/>
            <a:ext cx="7630160" cy="3815080"/>
          </a:xfrm>
          <a:prstGeom prst="rect">
            <a:avLst/>
          </a:prstGeom>
        </p:spPr>
      </p:pic>
      <p:pic>
        <p:nvPicPr>
          <p:cNvPr id="8" name="图片 7" descr="59b8d55ef29dabefd095481ebd7d0f5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035" y="2015490"/>
            <a:ext cx="3719195" cy="2478405"/>
          </a:xfrm>
          <a:prstGeom prst="rect">
            <a:avLst/>
          </a:prstGeom>
        </p:spPr>
      </p:pic>
      <p:pic>
        <p:nvPicPr>
          <p:cNvPr id="12" name="图片 11" descr="21c655caba5e9390e97bde07c9c192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2780" y="4493895"/>
            <a:ext cx="3481705" cy="1958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背景及意义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应用领域</a:t>
            </a:r>
            <a:endParaRPr lang="en-US" altLang="zh-CN" dirty="0"/>
          </a:p>
          <a:p>
            <a:pPr lvl="1"/>
            <a:r>
              <a:rPr lang="zh-CN" altLang="en-US" dirty="0"/>
              <a:t>安防监控</a:t>
            </a:r>
            <a:endParaRPr lang="en-US" altLang="zh-CN" dirty="0"/>
          </a:p>
          <a:p>
            <a:pPr lvl="1"/>
            <a:r>
              <a:rPr lang="zh-CN" altLang="en-US" dirty="0"/>
              <a:t>图像搜索</a:t>
            </a:r>
            <a:endParaRPr lang="en-US" altLang="zh-CN" dirty="0"/>
          </a:p>
          <a:p>
            <a:pPr lvl="1"/>
            <a:r>
              <a:rPr lang="zh-CN" altLang="en-US" dirty="0"/>
              <a:t>工业视觉 </a:t>
            </a:r>
            <a:endParaRPr lang="en-US" altLang="zh-CN" dirty="0"/>
          </a:p>
          <a:p>
            <a:pPr lvl="1"/>
            <a:r>
              <a:rPr lang="zh-CN" altLang="en-US" dirty="0"/>
              <a:t>人机交互</a:t>
            </a:r>
            <a:endParaRPr lang="en-US" altLang="zh-CN" dirty="0"/>
          </a:p>
          <a:p>
            <a:pPr lvl="1"/>
            <a:r>
              <a:rPr lang="zh-CN" altLang="en-US" dirty="0"/>
              <a:t>视觉导航</a:t>
            </a:r>
            <a:endParaRPr lang="en-US" altLang="zh-CN" dirty="0"/>
          </a:p>
          <a:p>
            <a:pPr lvl="1"/>
            <a:r>
              <a:rPr lang="zh-CN" altLang="en-US" dirty="0"/>
              <a:t>虚拟现实</a:t>
            </a:r>
            <a:endParaRPr lang="en-US" altLang="zh-CN" dirty="0"/>
          </a:p>
          <a:p>
            <a:pPr lvl="1"/>
            <a:r>
              <a:rPr lang="zh-CN" altLang="en-US" dirty="0"/>
              <a:t>生物医学</a:t>
            </a:r>
            <a:endParaRPr lang="en-US" altLang="zh-CN" dirty="0"/>
          </a:p>
          <a:p>
            <a:pPr lvl="1"/>
            <a:r>
              <a:rPr lang="zh-CN" altLang="en-US" dirty="0"/>
              <a:t>遥感测绘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  <a:endParaRPr lang="zh-CN" altLang="en-US" dirty="0"/>
          </a:p>
        </p:txBody>
      </p:sp>
      <p:grpSp>
        <p:nvGrpSpPr>
          <p:cNvPr id="10" name="组 9"/>
          <p:cNvGrpSpPr/>
          <p:nvPr/>
        </p:nvGrpSpPr>
        <p:grpSpPr>
          <a:xfrm>
            <a:off x="5594985" y="980440"/>
            <a:ext cx="6178550" cy="5492115"/>
            <a:chOff x="2735793" y="980730"/>
            <a:chExt cx="6408207" cy="5706885"/>
          </a:xfrm>
          <a:solidFill>
            <a:schemeClr val="bg1"/>
          </a:solidFill>
        </p:grpSpPr>
        <p:pic>
          <p:nvPicPr>
            <p:cNvPr id="7" name="Picture 2" descr="E:\Report\Learning to rank for BIQA\imgs\applications.png"/>
            <p:cNvPicPr>
              <a:picLocks noChangeAspect="1" noChangeArrowheads="1"/>
            </p:cNvPicPr>
            <p:nvPr/>
          </p:nvPicPr>
          <p:blipFill>
            <a:blip r:embed="rId3" cstate="screen"/>
            <a:srcRect/>
            <a:stretch>
              <a:fillRect/>
            </a:stretch>
          </p:blipFill>
          <p:spPr bwMode="auto">
            <a:xfrm>
              <a:off x="2735793" y="980730"/>
              <a:ext cx="6408207" cy="5706885"/>
            </a:xfrm>
            <a:prstGeom prst="rect">
              <a:avLst/>
            </a:prstGeom>
            <a:grpFill/>
            <a:extLst/>
          </p:spPr>
        </p:pic>
        <p:sp>
          <p:nvSpPr>
            <p:cNvPr id="9" name="矩形 8"/>
            <p:cNvSpPr/>
            <p:nvPr/>
          </p:nvSpPr>
          <p:spPr>
            <a:xfrm>
              <a:off x="5508104" y="3429000"/>
              <a:ext cx="864096" cy="491824"/>
            </a:xfrm>
            <a:prstGeom prst="rect">
              <a:avLst/>
            </a:prstGeom>
            <a:grpFill/>
            <a:ln>
              <a:solidFill>
                <a:srgbClr val="0213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2000">
                  <a:cs typeface="阿里巴巴普惠体" panose="00020600040101010101" charset="-122"/>
                </a:rPr>
                <a:t>图像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背景及意义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视觉信息处理过程：获取、压缩、传输、重建、处理</a:t>
            </a:r>
            <a:r>
              <a:rPr lang="en-AU"/>
              <a:t> …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960120" y="1689100"/>
            <a:ext cx="10271125" cy="4562475"/>
            <a:chOff x="827584" y="2852936"/>
            <a:chExt cx="7577137" cy="3365500"/>
          </a:xfrm>
          <a:solidFill>
            <a:schemeClr val="bg1"/>
          </a:solidFill>
        </p:grpSpPr>
        <p:pic>
          <p:nvPicPr>
            <p:cNvPr id="88985" name="Picture 921" descr="C:\Users\116655\Desktop\Picture7.tif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827584" y="2852936"/>
              <a:ext cx="7577137" cy="3365500"/>
            </a:xfrm>
            <a:prstGeom prst="rect">
              <a:avLst/>
            </a:prstGeom>
            <a:grpFill/>
            <a:extLst/>
          </p:spPr>
        </p:pic>
        <p:pic>
          <p:nvPicPr>
            <p:cNvPr id="91139" name="Picture 3" descr="E:\资料\拍照.jpg"/>
            <p:cNvPicPr>
              <a:picLocks noChangeAspect="1" noChangeArrowheads="1"/>
            </p:cNvPicPr>
            <p:nvPr/>
          </p:nvPicPr>
          <p:blipFill rotWithShape="1">
            <a:blip r:embed="rId4" cstate="screen"/>
            <a:srcRect/>
            <a:stretch>
              <a:fillRect/>
            </a:stretch>
          </p:blipFill>
          <p:spPr bwMode="auto">
            <a:xfrm>
              <a:off x="2016696" y="3648727"/>
              <a:ext cx="755104" cy="728557"/>
            </a:xfrm>
            <a:prstGeom prst="rect">
              <a:avLst/>
            </a:prstGeom>
            <a:grpFill/>
            <a:extLst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图像类型</a:t>
            </a:r>
            <a:endParaRPr lang="en-US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7、交流电波图像</a:t>
            </a:r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   </a:t>
            </a:r>
          </a:p>
        </p:txBody>
      </p:sp>
      <p:pic>
        <p:nvPicPr>
          <p:cNvPr id="4" name="图片 3" descr="499e93af31315c5cb24fc0bb8eb7a89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40" y="1091565"/>
            <a:ext cx="5367655" cy="3757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4067" y="5202767"/>
            <a:ext cx="11465560" cy="107632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</a:rPr>
              <a:t>如想一窥宇宙中最古老的光，只需要调节老式电视机，让它偏离频道就行：屏幕上那些跳动闪烁的小雪花，就是电视天线被宇宙光子无休止地轰击的结果，这些光子诞生于大概138亿年前，即大爆炸之后不久。它们在空间中向着四面八方运动，分布非常均匀。这些平均温度为2.7开的光子构成了弥漫在整个宇宙中的辐射，被称为宇宙微波背景辐射（CMB）。</a:t>
            </a:r>
          </a:p>
          <a:p>
            <a:pPr algn="r"/>
            <a:r>
              <a:rPr lang="zh-CN" altLang="en-US" sz="1600"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</a:rPr>
              <a:t>《》 撰文  伊什特万 · 绍普迪（István Szapudi） 翻译 盘军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440" y="980440"/>
            <a:ext cx="6044565" cy="4932680"/>
          </a:xfrm>
          <a:prstGeom prst="rect">
            <a:avLst/>
          </a:prstGeom>
        </p:spPr>
      </p:pic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45587" y="547370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宇宙背景辐射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20467" y="5365327"/>
            <a:ext cx="20796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+mn-lt"/>
                <a:ea typeface="+mn-ea"/>
                <a:cs typeface="阿里巴巴普惠体" panose="00020600040101010101" charset="-122"/>
                <a:sym typeface="+mn-ea"/>
              </a:rPr>
              <a:t>X射线图像</a:t>
            </a:r>
          </a:p>
        </p:txBody>
      </p:sp>
      <p:pic>
        <p:nvPicPr>
          <p:cNvPr id="6" name="图片 5" descr="1f20101413cb8bd23de073159a8cfb0a"/>
          <p:cNvPicPr>
            <a:picLocks noChangeAspect="1"/>
          </p:cNvPicPr>
          <p:nvPr/>
        </p:nvPicPr>
        <p:blipFill>
          <a:blip r:embed="rId3"/>
          <a:srcRect b="8015"/>
          <a:stretch>
            <a:fillRect/>
          </a:stretch>
        </p:blipFill>
        <p:spPr>
          <a:xfrm>
            <a:off x="4654973" y="1187238"/>
            <a:ext cx="7283027" cy="448225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7、交流电波图像 </a:t>
            </a:r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  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00" y="1240367"/>
            <a:ext cx="7439660" cy="457877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97320" y="5433060"/>
            <a:ext cx="37052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+mn-lt"/>
                <a:ea typeface="+mn-ea"/>
                <a:cs typeface="阿里巴巴普惠体" panose="00020600040101010101" charset="-122"/>
                <a:sym typeface="+mn-ea"/>
              </a:rPr>
              <a:t>X射线图像获取系统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64630" y="5045710"/>
            <a:ext cx="54717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  <a:sym typeface="+mn-ea"/>
              </a:rPr>
              <a:t>伦琴及其拍摄的世界上第一章X射线图像（</a:t>
            </a:r>
            <a:r>
              <a:rPr lang="en-US" altLang="zh-CN" sz="16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  <a:sym typeface="+mn-ea"/>
              </a:rPr>
              <a:t>1895</a:t>
            </a:r>
            <a:r>
              <a:rPr lang="zh-CN" altLang="en-US" sz="16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  <a:sym typeface="+mn-ea"/>
              </a:rPr>
              <a:t>年）</a:t>
            </a:r>
          </a:p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  <a:sym typeface="+mn-ea"/>
              </a:rPr>
              <a:t>首届诺贝尔物理学奖（</a:t>
            </a:r>
            <a:r>
              <a:rPr lang="en-US" altLang="zh-CN" sz="1600">
                <a:solidFill>
                  <a:schemeClr val="tx1"/>
                </a:solidFill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  <a:sym typeface="+mn-ea"/>
              </a:rPr>
              <a:t>1901</a:t>
            </a:r>
            <a:r>
              <a:rPr lang="zh-CN" altLang="en-US" sz="1600">
                <a:solidFill>
                  <a:schemeClr val="tx1"/>
                </a:solidFill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  <a:sym typeface="+mn-ea"/>
              </a:rPr>
              <a:t>年）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630" y="1327785"/>
            <a:ext cx="5471795" cy="36436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990" y="2861310"/>
            <a:ext cx="3097530" cy="21101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773805" y="5045710"/>
            <a:ext cx="2247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sz="1800">
                <a:solidFill>
                  <a:schemeClr val="bg1">
                    <a:lumMod val="75000"/>
                  </a:schemeClr>
                </a:solidFill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</a:rPr>
              <a:t>伦琴的实验室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102" y="1088813"/>
            <a:ext cx="6648027" cy="44382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97675" y="5638588"/>
            <a:ext cx="297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20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  <a:sym typeface="+mn-ea"/>
              </a:rPr>
              <a:t>海洋、电力系统、太空等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290" y="1773555"/>
            <a:ext cx="2590165" cy="3886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2735" y="1773555"/>
            <a:ext cx="5180330" cy="38862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156450" y="5659755"/>
            <a:ext cx="41522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+mn-ea"/>
                <a:ea typeface="+mn-ea"/>
                <a:cs typeface="阿里巴巴普惠体" panose="00020600040101010101" charset="-122"/>
              </a:rPr>
              <a:t>卡西尼号紫外线成像光谱仪拍摄的土星光环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16655" y="5659755"/>
            <a:ext cx="25914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latin typeface="+mn-ea"/>
                <a:ea typeface="+mn-ea"/>
                <a:cs typeface="阿里巴巴普惠体" panose="00020600040101010101" charset="-122"/>
              </a:rPr>
              <a:t>紫外线诱导的可见荧光摄影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97040" y="6054302"/>
            <a:ext cx="297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2000">
                <a:solidFill>
                  <a:schemeClr val="tx1"/>
                </a:solidFill>
                <a:latin typeface="Bookman Old Style" panose="02050604050505020204" charset="0"/>
                <a:ea typeface="+mn-ea"/>
                <a:cs typeface="Bookman Old Style" panose="02050604050505020204" charset="0"/>
                <a:sym typeface="+mn-ea"/>
              </a:rPr>
              <a:t>海洋、电力系统、太空等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513" y="980440"/>
            <a:ext cx="5985933" cy="49487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75" y="1320165"/>
            <a:ext cx="7124700" cy="40081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7、交流电波图像 </a:t>
            </a:r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5106"/>
          <a:stretch>
            <a:fillRect/>
          </a:stretch>
        </p:blipFill>
        <p:spPr>
          <a:xfrm>
            <a:off x="4740910" y="1098338"/>
            <a:ext cx="6954520" cy="494961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b="2307"/>
          <a:stretch>
            <a:fillRect/>
          </a:stretch>
        </p:blipFill>
        <p:spPr>
          <a:xfrm>
            <a:off x="10015643" y="4818380"/>
            <a:ext cx="1679787" cy="123020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pic>
        <p:nvPicPr>
          <p:cNvPr id="2" name="图片 1" descr="人脸识别i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40" y="2203027"/>
            <a:ext cx="7090833" cy="295486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465801" y="1741593"/>
            <a:ext cx="16643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800">
                <a:solidFill>
                  <a:schemeClr val="tx1"/>
                </a:solidFill>
                <a:latin typeface="Century Schoolbook" panose="02040604050505020304" charset="0"/>
                <a:ea typeface="阿里巴巴普惠体" panose="00020600040101010101" charset="-122"/>
                <a:cs typeface="Century Schoolbook" panose="02040604050505020304" charset="0"/>
              </a:rPr>
              <a:t>iPhone </a:t>
            </a:r>
            <a:r>
              <a:rPr lang="zh-CN" altLang="en-US" sz="1800">
                <a:solidFill>
                  <a:schemeClr val="tx1"/>
                </a:solidFill>
                <a:latin typeface="Century Schoolbook" panose="02040604050505020304" charset="0"/>
                <a:ea typeface="阿里巴巴普惠体" panose="00020600040101010101" charset="-122"/>
                <a:cs typeface="Century Schoolbook" panose="02040604050505020304" charset="0"/>
              </a:rPr>
              <a:t>摄像头</a:t>
            </a: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863" y="1050078"/>
            <a:ext cx="7112847" cy="493860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6、无线电波图像</a:t>
            </a:r>
          </a:p>
        </p:txBody>
      </p:sp>
      <p:pic>
        <p:nvPicPr>
          <p:cNvPr id="2" name="图片 1" descr="af3f4fc0c30feb4c5c34020cec4b45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403" y="1234863"/>
            <a:ext cx="7133167" cy="47582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sym typeface="+mn-ea"/>
              </a:rPr>
              <a:t>图像类型</a:t>
            </a:r>
            <a:endParaRPr lang="zh-CN" altLang="zh-CN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不同波段的图像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1、宇宙射线图像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2、X射线图像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3、紫外线图像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4、可见光图像</a:t>
            </a:r>
          </a:p>
          <a:p>
            <a:pPr lvl="1" defTabSz="685800"/>
            <a:r>
              <a:rPr lang="zh-CN" altLang="en-US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阿里巴巴普惠体" panose="00020600040101010101" charset="-122"/>
              </a:rPr>
              <a:t>5、红外线图像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6、无线电波图像  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615" y="1235075"/>
            <a:ext cx="7141210" cy="42564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ctr"/>
            <a:r>
              <a:rPr lang="zh-CN" altLang="en-US">
                <a:sym typeface="+mn-ea"/>
              </a:rPr>
              <a:t>图像类型</a:t>
            </a:r>
            <a:endParaRPr lang="zh-CN" altLang="en-US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不同类型的图像</a:t>
            </a:r>
          </a:p>
        </p:txBody>
      </p:sp>
      <p:grpSp>
        <p:nvGrpSpPr>
          <p:cNvPr id="23555" name="Group 20"/>
          <p:cNvGrpSpPr/>
          <p:nvPr/>
        </p:nvGrpSpPr>
        <p:grpSpPr>
          <a:xfrm>
            <a:off x="623571" y="3771209"/>
            <a:ext cx="10945283" cy="2574135"/>
            <a:chOff x="1777" y="3096"/>
            <a:chExt cx="3734" cy="878"/>
          </a:xfrm>
        </p:grpSpPr>
        <p:sp>
          <p:nvSpPr>
            <p:cNvPr id="12295" name="Rectangle 10"/>
            <p:cNvSpPr/>
            <p:nvPr/>
          </p:nvSpPr>
          <p:spPr>
            <a:xfrm>
              <a:off x="2298" y="3096"/>
              <a:ext cx="2692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kumimoji="0" lang="zh-CN" altLang="en-US" sz="2000" b="0" i="0" u="none" strike="noStrike" kern="1200" cap="none" spc="0" normalizeH="0" baseline="0" noProof="1">
                  <a:solidFill>
                    <a:srgbClr val="0070C0"/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ea"/>
                </a:rPr>
                <a:t>彩色图像及其三个分量图 </a:t>
              </a:r>
            </a:p>
          </p:txBody>
        </p:sp>
        <p:pic>
          <p:nvPicPr>
            <p:cNvPr id="23557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77" y="3267"/>
              <a:ext cx="3734" cy="707"/>
            </a:xfrm>
            <a:prstGeom prst="rect">
              <a:avLst/>
            </a:prstGeom>
            <a:noFill/>
            <a:ln w="9525">
              <a:noFill/>
            </a:ln>
          </p:spPr>
        </p:pic>
      </p:grpSp>
      <p:graphicFrame>
        <p:nvGraphicFramePr>
          <p:cNvPr id="4" name="表格 3"/>
          <p:cNvGraphicFramePr/>
          <p:nvPr/>
        </p:nvGraphicFramePr>
        <p:xfrm>
          <a:off x="644525" y="1612265"/>
          <a:ext cx="10902315" cy="17202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634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4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3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彩色图像 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多光谱图像</a:t>
                      </a:r>
                    </a:p>
                  </a:txBody>
                  <a:tcPr marL="121920" marR="121920" marT="60960" marB="6096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纹理图像</a:t>
                      </a:r>
                    </a:p>
                  </a:txBody>
                  <a:tcPr marL="121920" marR="121920" marT="60960" marB="6096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立体图像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深度图像</a:t>
                      </a:r>
                    </a:p>
                  </a:txBody>
                  <a:tcPr marL="121920" marR="121920" marT="60960" marB="6096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3-D图像 </a:t>
                      </a:r>
                    </a:p>
                  </a:txBody>
                  <a:tcPr marL="121920" marR="121920" marT="60960" marB="6096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4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序列图像 </a:t>
                      </a:r>
                    </a:p>
                  </a:txBody>
                  <a:tcPr marL="121920" marR="121920" marT="60960" marB="60960" anchor="ctr">
                    <a:lnL>
                      <a:noFill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投影重建图像</a:t>
                      </a:r>
                    </a:p>
                  </a:txBody>
                  <a:tcPr marL="121920" marR="121920" marT="60960" marB="6096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 w="28575">
                      <a:solidFill>
                        <a:schemeClr val="tx1"/>
                      </a:solidFill>
                      <a:prstDash val="solid"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cs typeface="阿里巴巴普惠体" panose="00020600040101010101" charset="-122"/>
                          <a:sym typeface="+mn-ea"/>
                        </a:rPr>
                        <a:t>合成图像</a:t>
                      </a:r>
                    </a:p>
                  </a:txBody>
                  <a:tcPr marL="121920" marR="121920" marT="60960" marB="60960" anchor="ctr">
                    <a:lnL w="28575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28575">
                      <a:solidFill>
                        <a:schemeClr val="tx1"/>
                      </a:solidFill>
                      <a:prstDash val="solid"/>
                    </a:lnT>
                    <a:lnB w="28575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什么是图像处理？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latin typeface="+mn-lt"/>
                <a:ea typeface="+mn-ea"/>
                <a:cs typeface="阿里巴巴普惠体" panose="00020600040101010101" charset="-122"/>
                <a:sym typeface="+mn-ea"/>
              </a:rPr>
              <a:t>图像工程的3个层次</a:t>
            </a:r>
            <a:endParaRPr lang="zh-CN" altLang="en-US"/>
          </a:p>
        </p:txBody>
      </p:sp>
      <p:sp>
        <p:nvSpPr>
          <p:cNvPr id="24578" name="内容占位符 3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pic>
        <p:nvPicPr>
          <p:cNvPr id="24580" name="Picture 7" descr="010201"/>
          <p:cNvPicPr>
            <a:picLocks noChangeAspect="1"/>
          </p:cNvPicPr>
          <p:nvPr/>
        </p:nvPicPr>
        <p:blipFill>
          <a:blip r:embed="rId3"/>
          <a:srcRect l="-2148" t="-2873" r="-1602" b="-2873"/>
          <a:stretch>
            <a:fillRect/>
          </a:stretch>
        </p:blipFill>
        <p:spPr>
          <a:xfrm>
            <a:off x="460375" y="1283970"/>
            <a:ext cx="11270827" cy="486579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>
                <a:latin typeface="+mn-lt"/>
                <a:ea typeface="+mn-ea"/>
                <a:cs typeface="阿里巴巴普惠体" panose="00020600040101010101" charset="-122"/>
                <a:sym typeface="+mn-ea"/>
              </a:rPr>
              <a:t>图像工程的3个层次</a:t>
            </a:r>
            <a:endParaRPr lang="zh-CN" altLang="en-US"/>
          </a:p>
        </p:txBody>
      </p:sp>
      <p:sp>
        <p:nvSpPr>
          <p:cNvPr id="37890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lvl="0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图像分析、图像处理</a:t>
            </a:r>
          </a:p>
        </p:txBody>
      </p:sp>
      <p:pic>
        <p:nvPicPr>
          <p:cNvPr id="37893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1193165" y="3736975"/>
            <a:ext cx="10113645" cy="2770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165" y="1564005"/>
            <a:ext cx="4765040" cy="18357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6040" y="1564005"/>
            <a:ext cx="4935855" cy="18357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386022" y="3399578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图像分析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007360" y="3399578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图像处理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图像工程</a:t>
            </a:r>
            <a:r>
              <a:rPr lang="zh-CN" altLang="en-US">
                <a:latin typeface="+mn-lt"/>
                <a:ea typeface="+mn-ea"/>
                <a:cs typeface="阿里巴巴普惠体" panose="00020600040101010101" charset="-122"/>
                <a:sym typeface="+mn-ea"/>
              </a:rPr>
              <a:t>相关学科</a:t>
            </a:r>
            <a:endParaRPr lang="zh-CN" altLang="en-US"/>
          </a:p>
        </p:txBody>
      </p:sp>
      <p:sp>
        <p:nvSpPr>
          <p:cNvPr id="25602" name="内容占位符 3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zh-CN"/>
              <a:t>与计算机图形学、模式识别、计算机视觉等学科</a:t>
            </a:r>
            <a:r>
              <a:rPr lang="zh-CN" altLang="en-US"/>
              <a:t>密切相关</a:t>
            </a:r>
          </a:p>
        </p:txBody>
      </p:sp>
      <p:pic>
        <p:nvPicPr>
          <p:cNvPr id="25603" name="Picture 5" descr="010202"/>
          <p:cNvPicPr/>
          <p:nvPr/>
        </p:nvPicPr>
        <p:blipFill>
          <a:blip r:embed="rId3"/>
          <a:srcRect l="-754" t="-4326" r="-870" b="-4326"/>
          <a:stretch>
            <a:fillRect/>
          </a:stretch>
        </p:blipFill>
        <p:spPr>
          <a:xfrm>
            <a:off x="238760" y="1621367"/>
            <a:ext cx="11714480" cy="479636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pPr eaLnBrk="1" hangingPunct="1"/>
            <a:r>
              <a:rPr kumimoji="1" lang="zh-CN" altLang="en-US" dirty="0">
                <a:sym typeface="+mn-ea"/>
              </a:rPr>
              <a:t>图像工程研究课题：</a:t>
            </a:r>
            <a:r>
              <a:rPr lang="zh-CN" altLang="en-US" dirty="0"/>
              <a:t>全景图合成</a:t>
            </a:r>
          </a:p>
        </p:txBody>
      </p:sp>
      <p:sp>
        <p:nvSpPr>
          <p:cNvPr id="1084418" name="Picture 2"/>
          <p:cNvSpPr>
            <a:spLocks noChangeAspect="1"/>
          </p:cNvSpPr>
          <p:nvPr/>
        </p:nvSpPr>
        <p:spPr>
          <a:xfrm>
            <a:off x="1524000" y="4262438"/>
            <a:ext cx="9164638" cy="24431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dirty="0">
              <a:latin typeface="Arial" panose="020B0604020202020204" pitchFamily="34" charset="0"/>
            </a:endParaRPr>
          </a:p>
        </p:txBody>
      </p:sp>
      <p:sp>
        <p:nvSpPr>
          <p:cNvPr id="1084421" name="Picture 5"/>
          <p:cNvSpPr>
            <a:spLocks noChangeAspect="1"/>
          </p:cNvSpPr>
          <p:nvPr/>
        </p:nvSpPr>
        <p:spPr>
          <a:xfrm>
            <a:off x="4267200" y="2133600"/>
            <a:ext cx="6181725" cy="1943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dirty="0"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67205" y="904875"/>
            <a:ext cx="8459470" cy="5691505"/>
            <a:chOff x="2400" y="2129"/>
            <a:chExt cx="10278" cy="6915"/>
          </a:xfrm>
        </p:grpSpPr>
        <p:sp>
          <p:nvSpPr>
            <p:cNvPr id="110595" name="Picture 4"/>
            <p:cNvSpPr>
              <a:spLocks noChangeAspect="1"/>
            </p:cNvSpPr>
            <p:nvPr/>
          </p:nvSpPr>
          <p:spPr>
            <a:xfrm>
              <a:off x="2400" y="2295"/>
              <a:ext cx="9135" cy="334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dirty="0">
                <a:latin typeface="Arial" panose="020B0604020202020204" pitchFamily="34" charset="0"/>
              </a:endParaRPr>
            </a:p>
          </p:txBody>
        </p:sp>
        <p:pic>
          <p:nvPicPr>
            <p:cNvPr id="110598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0" y="2129"/>
              <a:ext cx="10039" cy="367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6" y="5984"/>
              <a:ext cx="9735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</a:t>
            </a:r>
            <a:r>
              <a:rPr kumimoji="1" lang="zh-CN" altLang="en-US" dirty="0"/>
              <a:t>研究课题：图像分割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94690" y="1076325"/>
            <a:ext cx="10795635" cy="5410200"/>
            <a:chOff x="1094" y="1695"/>
            <a:chExt cx="17001" cy="8520"/>
          </a:xfrm>
        </p:grpSpPr>
        <p:pic>
          <p:nvPicPr>
            <p:cNvPr id="5" name="内容占位符 3"/>
            <p:cNvPicPr>
              <a:picLocks noChangeAspect="1"/>
            </p:cNvPicPr>
            <p:nvPr/>
          </p:nvPicPr>
          <p:blipFill rotWithShape="1">
            <a:blip r:embed="rId3" cstate="print"/>
            <a:srcRect/>
            <a:stretch>
              <a:fillRect/>
            </a:stretch>
          </p:blipFill>
          <p:spPr>
            <a:xfrm>
              <a:off x="12407" y="1695"/>
              <a:ext cx="5688" cy="8521"/>
            </a:xfrm>
            <a:prstGeom prst="rect">
              <a:avLst/>
            </a:prstGeom>
          </p:spPr>
        </p:pic>
        <p:pic>
          <p:nvPicPr>
            <p:cNvPr id="6" name="内容占位符 3"/>
            <p:cNvPicPr>
              <a:picLocks noGrp="1" noChangeAspect="1"/>
            </p:cNvPicPr>
            <p:nvPr/>
          </p:nvPicPr>
          <p:blipFill rotWithShape="1">
            <a:blip r:embed="rId4" cstate="print"/>
            <a:srcRect/>
            <a:stretch>
              <a:fillRect/>
            </a:stretch>
          </p:blipFill>
          <p:spPr>
            <a:xfrm>
              <a:off x="1094" y="1695"/>
              <a:ext cx="11313" cy="839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图像工程研究课题：人脸识别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347980" y="1045210"/>
            <a:ext cx="11113135" cy="5148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图像工程研究课题：</a:t>
            </a:r>
            <a:r>
              <a:rPr lang="zh-CN" altLang="en-US" dirty="0">
                <a:sym typeface="+mn-ea"/>
              </a:rPr>
              <a:t>图像风格转换</a:t>
            </a:r>
            <a:endParaRPr kumimoji="1"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dirty="0"/>
              <a:t>艺术肖像：铅笔画、钢笔画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74917" b="56555"/>
          <a:stretch>
            <a:fillRect/>
          </a:stretch>
        </p:blipFill>
        <p:spPr>
          <a:xfrm>
            <a:off x="206375" y="2402205"/>
            <a:ext cx="2185620" cy="2880000"/>
          </a:xfrm>
          <a:prstGeom prst="rect">
            <a:avLst/>
          </a:prstGeom>
        </p:spPr>
      </p:pic>
      <p:pic>
        <p:nvPicPr>
          <p:cNvPr id="25" name="图片 24" descr="apd-gir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770" y="2402205"/>
            <a:ext cx="2853690" cy="2880000"/>
          </a:xfrm>
          <a:prstGeom prst="rect">
            <a:avLst/>
          </a:prstGeom>
        </p:spPr>
      </p:pic>
      <p:pic>
        <p:nvPicPr>
          <p:cNvPr id="26" name="图片 25" descr="15306038_1797779150487971_4143388807678394368_n_synthesized_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520" y="2402205"/>
            <a:ext cx="2879725" cy="2880000"/>
          </a:xfrm>
          <a:prstGeom prst="rect">
            <a:avLst/>
          </a:prstGeom>
        </p:spPr>
      </p:pic>
      <p:pic>
        <p:nvPicPr>
          <p:cNvPr id="4" name="图片 3" descr="1600008920504-0-0"/>
          <p:cNvPicPr>
            <a:picLocks noChangeAspect="1"/>
          </p:cNvPicPr>
          <p:nvPr/>
        </p:nvPicPr>
        <p:blipFill>
          <a:blip r:embed="rId5"/>
          <a:srcRect l="20870"/>
          <a:stretch>
            <a:fillRect/>
          </a:stretch>
        </p:blipFill>
        <p:spPr>
          <a:xfrm>
            <a:off x="8915985" y="2402205"/>
            <a:ext cx="3120390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</a:t>
            </a:r>
            <a:r>
              <a:rPr kumimoji="1" lang="zh-CN" altLang="en-US" dirty="0"/>
              <a:t>研究课题：</a:t>
            </a:r>
            <a:r>
              <a:rPr lang="zh-CN" altLang="en-US" dirty="0"/>
              <a:t>图像转换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1116965"/>
            <a:ext cx="7257415" cy="54781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1383030"/>
            <a:ext cx="2401570" cy="5196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</a:t>
            </a:r>
            <a:r>
              <a:rPr kumimoji="1" lang="zh-CN" altLang="en-US" dirty="0"/>
              <a:t>研究课题：</a:t>
            </a:r>
            <a:r>
              <a:rPr lang="zh-CN" altLang="en-US" dirty="0"/>
              <a:t>图像风格转换</a:t>
            </a:r>
            <a:endParaRPr lang="en-US" altLang="zh-CN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100455" y="934720"/>
            <a:ext cx="9989820" cy="5554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</a:t>
            </a:r>
            <a:r>
              <a:rPr kumimoji="1" lang="zh-CN" altLang="en-US" dirty="0"/>
              <a:t>研究课题：</a:t>
            </a:r>
            <a:r>
              <a:rPr lang="zh-CN" altLang="en-US" dirty="0"/>
              <a:t>图像风格转换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3007" b="15026"/>
          <a:stretch>
            <a:fillRect/>
          </a:stretch>
        </p:blipFill>
        <p:spPr>
          <a:xfrm>
            <a:off x="824230" y="979170"/>
            <a:ext cx="10638155" cy="5681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图像工程研究课题：</a:t>
            </a:r>
            <a:r>
              <a:rPr lang="zh-CN" altLang="en-US" dirty="0">
                <a:sym typeface="+mn-ea"/>
              </a:rPr>
              <a:t>人脸表情迁移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362075"/>
            <a:ext cx="10287000" cy="43529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3473" y="5916718"/>
            <a:ext cx="116459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Bookman Old Style" panose="02050604050505020204" charset="0"/>
                <a:ea typeface="阿里巴巴普惠体" panose="00020600040101010101" charset="-122"/>
                <a:cs typeface="Bookman Old Style" panose="02050604050505020204" charset="0"/>
              </a:rPr>
              <a:t>“paGAN”，这个缩写代表“Photoreal Avatar Generative Adversarial Network”，逼真动画人物生成对抗网络</a:t>
            </a:r>
          </a:p>
        </p:txBody>
      </p:sp>
      <p:pic>
        <p:nvPicPr>
          <p:cNvPr id="6" name="图片 5" descr="0d973806fe45e62d26299376082127d5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rcRect l="10065" t="9495" r="9984" b="8193"/>
          <a:stretch>
            <a:fillRect/>
          </a:stretch>
        </p:blipFill>
        <p:spPr>
          <a:xfrm>
            <a:off x="11409045" y="6067213"/>
            <a:ext cx="613833" cy="632460"/>
          </a:xfrm>
          <a:prstGeom prst="ellipse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sym typeface="+mn-ea"/>
              </a:rPr>
              <a:t>图像工程研究课题：</a:t>
            </a:r>
            <a:r>
              <a:rPr lang="zh-CN" altLang="en-US" dirty="0">
                <a:sym typeface="+mn-ea"/>
              </a:rPr>
              <a:t>人脸表情迁移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415" y="1033780"/>
            <a:ext cx="7329805" cy="550608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图像表示和显示 </a:t>
            </a:r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27650" name="内容占位符 3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图像和像素的表示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一幅图像一般可以用一个2-D函数f(x, y)来表示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（计算机中为一个2-D数组） </a:t>
            </a:r>
          </a:p>
          <a:p>
            <a:pPr lvl="0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 两幅典型的公开图像</a:t>
            </a:r>
          </a:p>
        </p:txBody>
      </p:sp>
      <p:pic>
        <p:nvPicPr>
          <p:cNvPr id="27651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3006090" y="3198495"/>
            <a:ext cx="6180455" cy="312483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图像和像素的表示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一幅图像可分解为许多个单元。每个基本单元叫做图像元素，简称</a:t>
            </a:r>
            <a:r>
              <a:rPr lang="zh-CN" altLang="en-US" b="1" kern="1200">
                <a:solidFill>
                  <a:srgbClr val="C00000"/>
                </a:solidFill>
                <a:latin typeface="+mn-lt"/>
                <a:ea typeface="+mn-ea"/>
                <a:cs typeface="阿里巴巴普惠体" panose="00020600040101010101" charset="-122"/>
              </a:rPr>
              <a:t>像素 </a:t>
            </a:r>
          </a:p>
        </p:txBody>
      </p:sp>
      <p:pic>
        <p:nvPicPr>
          <p:cNvPr id="2" name="图片 1" descr="dfbbca17dc4fed7d53fc841aa87d4c9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795" y="2299970"/>
            <a:ext cx="4043045" cy="403669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28674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图像和像素的表示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一幅图像可分解为许多个单元。每个基本单元叫做图像元素，简称</a:t>
            </a:r>
            <a:r>
              <a:rPr lang="zh-CN" altLang="en-US" b="1" kern="1200">
                <a:solidFill>
                  <a:srgbClr val="C00000"/>
                </a:solidFill>
                <a:latin typeface="+mn-lt"/>
                <a:ea typeface="+mn-ea"/>
                <a:cs typeface="阿里巴巴普惠体" panose="00020600040101010101" charset="-122"/>
              </a:rPr>
              <a:t>像素 </a:t>
            </a:r>
          </a:p>
        </p:txBody>
      </p:sp>
      <p:pic>
        <p:nvPicPr>
          <p:cNvPr id="28675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1796415" y="2266315"/>
            <a:ext cx="8599170" cy="36474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29698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图像和像素的表示</a:t>
            </a:r>
          </a:p>
          <a:p>
            <a:pPr lvl="1"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矩阵表示形式</a:t>
            </a:r>
          </a:p>
          <a:p>
            <a:pPr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矢量表示形式</a:t>
            </a:r>
          </a:p>
        </p:txBody>
      </p:sp>
      <p:pic>
        <p:nvPicPr>
          <p:cNvPr id="29699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4128982" y="1478492"/>
            <a:ext cx="3934884" cy="24976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0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3569758" y="4866852"/>
            <a:ext cx="6337300" cy="1200151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图像表示和显示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zh-CN" altLang="en-US" dirty="0">
                    <a:latin typeface="+mn-lt"/>
                    <a:ea typeface="+mn-ea"/>
                    <a:sym typeface="+mn-ea"/>
                  </a:rPr>
                  <a:t>图像和像</a:t>
                </a:r>
                <a:r>
                  <a:rPr lang="zh-CN" altLang="en-US" dirty="0"/>
                  <a:t>每一个像素点对应矩阵中的一个元素。</a:t>
                </a:r>
                <a:endParaRPr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zh-CN" altLang="en-US" dirty="0"/>
                  <a:t>一幅分辨率为</a:t>
                </a:r>
                <a:r>
                  <a:rPr lang="en-US" altLang="zh-CN" dirty="0"/>
                  <a:t>1024</a:t>
                </a:r>
                <a:r>
                  <a:rPr lang="zh-CN" altLang="en-US" dirty="0"/>
                  <a:t>*</a:t>
                </a:r>
                <a:r>
                  <a:rPr lang="en-US" altLang="zh-CN" dirty="0"/>
                  <a:t>768</a:t>
                </a:r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:r>
                  <a:rPr lang="zh-CN" altLang="en-US" dirty="0"/>
                  <a:t>的图像，对应的矩阵表示为：</a:t>
                </a:r>
                <a:endParaRPr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charset="0"/>
                      </a:rPr>
                      <m:t>𝐼</m:t>
                    </m:r>
                    <m:r>
                      <a:rPr lang="en-US" altLang="zh-CN" b="0" i="1" dirty="0">
                        <a:latin typeface="Cambria Math" charset="0"/>
                        <a:ea typeface="Cambria Math" charset="0"/>
                        <a:cs typeface="Cambria Math" charset="0"/>
                      </a:rPr>
                      <m:t>∈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altLang="zh-CN" b="0" i="1">
                            <a:latin typeface="Cambria Math" charset="0"/>
                          </a:rPr>
                          <m:t>1024</m:t>
                        </m:r>
                        <m:r>
                          <a:rPr lang="en-US" altLang="zh-CN" b="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×768</m:t>
                        </m:r>
                      </m:sup>
                    </m:sSup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/>
          <p:cNvSpPr txBox="1"/>
          <p:nvPr/>
        </p:nvSpPr>
        <p:spPr>
          <a:xfrm>
            <a:off x="7610717" y="4799737"/>
            <a:ext cx="4389939" cy="1476173"/>
          </a:xfrm>
          <a:prstGeom prst="rect">
            <a:avLst/>
          </a:prstGeom>
          <a:solidFill>
            <a:schemeClr val="bg1">
              <a:lumMod val="95000"/>
            </a:schemeClr>
          </a:solidFill>
          <a:ln w="114300" cmpd="thickThin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charset="0"/>
              <a:buChar char="•"/>
            </a:pPr>
            <a:r>
              <a:rPr kumimoji="1" lang="zh-CN" altLang="en-US" dirty="0"/>
              <a:t>一幅图像可以用</a:t>
            </a:r>
            <a:r>
              <a:rPr kumimoji="1" lang="zh-CN" altLang="en-US" b="1" dirty="0">
                <a:solidFill>
                  <a:srgbClr val="C00000"/>
                </a:solidFill>
              </a:rPr>
              <a:t>矩阵</a:t>
            </a:r>
            <a:r>
              <a:rPr kumimoji="1" lang="zh-CN" altLang="en-US" dirty="0"/>
              <a:t>表示；</a:t>
            </a:r>
            <a:endParaRPr kumimoji="1" lang="en-US" altLang="zh-CN" dirty="0"/>
          </a:p>
        </p:txBody>
      </p:sp>
      <p:pic>
        <p:nvPicPr>
          <p:cNvPr id="4" name="图片 3" descr="图像示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780" y="2492935"/>
            <a:ext cx="8571230" cy="546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图像表示和显示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-457200"/>
            <a:r>
              <a:rPr kumimoji="1" lang="zh-CN" altLang="en-US" dirty="0"/>
              <a:t>问题：以下两幅图像（点阵字库）的分辨率是多少？像素点个数是多少？</a:t>
            </a:r>
            <a:endParaRPr kumimoji="1" lang="en-US" altLang="zh-CN" dirty="0"/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065867" y="2808817"/>
            <a:ext cx="8507288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3765" rtl="0" eaLnBrk="1" latinLnBrk="0" hangingPunct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3765" rtl="0" eaLnBrk="1" latinLnBrk="0" hangingPunct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3765" rtl="0" eaLnBrk="1" latinLnBrk="0" hangingPunct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3765" rtl="0" eaLnBrk="1" latinLnBrk="0" hangingPunct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3765" rtl="0" eaLnBrk="1" latinLnBrk="0" hangingPunct="1">
              <a:lnSpc>
                <a:spcPct val="125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spcBef>
                <a:spcPts val="0"/>
              </a:spcBef>
              <a:buSzPct val="90000"/>
              <a:buFont typeface="Arial" panose="020B0604020202020204" pitchFamily="34" charset="0"/>
              <a:buNone/>
            </a:pPr>
            <a:endParaRPr lang="zh-CN" altLang="en-US" sz="1800" dirty="0">
              <a:cs typeface="阿里巴巴普惠体" panose="00020600040101010101" charset="-122"/>
            </a:endParaRPr>
          </a:p>
        </p:txBody>
      </p:sp>
      <p:pic>
        <p:nvPicPr>
          <p:cNvPr id="5" name="图片 4" descr="http://www.hanyi.com.cn/jishu/images/dianzhen.gif"/>
          <p:cNvPicPr/>
          <p:nvPr/>
        </p:nvPicPr>
        <p:blipFill rotWithShape="1">
          <a:blip r:embed="rId3" cstate="print"/>
          <a:srcRect l="1928" t="5244" r="5971" b="3371"/>
          <a:stretch>
            <a:fillRect/>
          </a:stretch>
        </p:blipFill>
        <p:spPr bwMode="auto">
          <a:xfrm>
            <a:off x="629686" y="1729704"/>
            <a:ext cx="11378141" cy="4391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图像表示和显示 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例：手机配置中通常列出相机的以下参数：</a:t>
            </a:r>
            <a:endParaRPr lang="en-US" altLang="zh-CN" dirty="0"/>
          </a:p>
          <a:p>
            <a:pPr lvl="1"/>
            <a:r>
              <a:rPr lang="en-US" altLang="zh-CN" dirty="0"/>
              <a:t>1600</a:t>
            </a:r>
            <a:r>
              <a:rPr lang="zh-CN" altLang="en-US" dirty="0"/>
              <a:t>万像素</a:t>
            </a:r>
            <a:endParaRPr lang="en-US" altLang="zh-CN" dirty="0"/>
          </a:p>
          <a:p>
            <a:pPr lvl="1"/>
            <a:r>
              <a:rPr lang="en-US" altLang="zh-CN" dirty="0"/>
              <a:t>18</a:t>
            </a:r>
            <a:r>
              <a:rPr lang="zh-CN" altLang="en-US" dirty="0"/>
              <a:t>：</a:t>
            </a:r>
            <a:r>
              <a:rPr lang="en-US" altLang="zh-CN" dirty="0"/>
              <a:t>9</a:t>
            </a:r>
            <a:r>
              <a:rPr lang="zh-CN" altLang="en-US" dirty="0"/>
              <a:t> 全面屏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0"/>
            <a:r>
              <a:rPr lang="zh-CN" altLang="en-US" dirty="0"/>
              <a:t>例：大家在观看视频时通常可以选择以下参数：</a:t>
            </a:r>
            <a:endParaRPr lang="en-US" altLang="zh-CN" dirty="0"/>
          </a:p>
          <a:p>
            <a:pPr lvl="1"/>
            <a:r>
              <a:rPr lang="en-US" altLang="zh-CN" dirty="0"/>
              <a:t>480P,</a:t>
            </a:r>
            <a:r>
              <a:rPr lang="zh-CN" altLang="en-US" dirty="0"/>
              <a:t> </a:t>
            </a:r>
            <a:r>
              <a:rPr lang="en-US" altLang="zh-CN" dirty="0"/>
              <a:t>720P,</a:t>
            </a:r>
            <a:r>
              <a:rPr lang="zh-CN" altLang="en-US" dirty="0"/>
              <a:t> </a:t>
            </a:r>
            <a:r>
              <a:rPr lang="en-US" altLang="zh-CN" dirty="0"/>
              <a:t>1080P</a:t>
            </a:r>
          </a:p>
          <a:p>
            <a:endParaRPr lang="en-US" altLang="zh-CN" dirty="0"/>
          </a:p>
          <a:p>
            <a:r>
              <a:rPr lang="zh-CN" altLang="en-US" dirty="0"/>
              <a:t>问题：这些参数是什么意思？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print"/>
          <a:srcRect l="-255"/>
          <a:stretch>
            <a:fillRect/>
          </a:stretch>
        </p:blipFill>
        <p:spPr>
          <a:xfrm>
            <a:off x="8715375" y="1061720"/>
            <a:ext cx="3245485" cy="5309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图像显示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将图像数据以2-D图形式（亮度模式的空间排列，在空间(x, y)处显示对应f的亮度）展示出来</a:t>
            </a:r>
          </a:p>
          <a:p>
            <a:pPr lvl="0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可以显示图像的设备有许多种 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电视显示器 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阴极射线管（CRT） 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各种打印设备 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385" y="2334895"/>
            <a:ext cx="5146040" cy="4117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13746" t="5877" r="7632" b="3908"/>
          <a:stretch>
            <a:fillRect/>
          </a:stretch>
        </p:blipFill>
        <p:spPr>
          <a:xfrm>
            <a:off x="4667250" y="4838700"/>
            <a:ext cx="2109470" cy="1614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5280" y="4391660"/>
            <a:ext cx="3916045" cy="20612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1. 电子枪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电子束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3. 聚焦线圈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4. 偏向线圈 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5. 阳极接点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6. 电子束遮罩区隔颜色区域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7. 萤光幕分别有红绿蓝萤光剂分区涂布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8. 彩色萤光幕内侧的放大图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图像显示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将图像数据以2-D图形式（亮度模式的空间排列，在空间(x, y)处显示对应f的亮度）展示出来</a:t>
            </a:r>
          </a:p>
          <a:p>
            <a:pPr lvl="0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可以显示图像的设备有许多种 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电视显示器 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阴极射线管（CRT） </a:t>
            </a: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各种打印设备 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385" y="2334895"/>
            <a:ext cx="5146040" cy="4117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13746" t="5877" r="7632" b="3908"/>
          <a:stretch>
            <a:fillRect/>
          </a:stretch>
        </p:blipFill>
        <p:spPr>
          <a:xfrm>
            <a:off x="4667250" y="4838700"/>
            <a:ext cx="2109470" cy="1614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5280" y="4391660"/>
            <a:ext cx="3916045" cy="206121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1. 电子枪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2. 电子束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3. 聚焦线圈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4. 偏向线圈 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5. 阳极接点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6. 电子束遮罩区隔颜色区域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7. 萤光幕分别有红绿蓝萤光剂分区涂布</a:t>
            </a:r>
          </a:p>
          <a:p>
            <a:r>
              <a:rPr lang="zh-CN" altLang="en-US" sz="1600">
                <a:solidFill>
                  <a:schemeClr val="tx2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8. 彩色萤光幕内侧的放大图</a:t>
            </a: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95250" y="868680"/>
            <a:ext cx="4050030" cy="5687695"/>
          </a:xfrm>
        </p:spPr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图像显示</a:t>
            </a:r>
          </a:p>
          <a:p>
            <a:pPr lvl="1"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当我们</a:t>
            </a:r>
            <a:r>
              <a:rPr lang="zh-CN" altLang="en-US" kern="1200">
                <a:solidFill>
                  <a:srgbClr val="FF0000"/>
                </a:solidFill>
                <a:latin typeface="+mn-lt"/>
                <a:ea typeface="+mn-ea"/>
                <a:cs typeface="阿里巴巴普惠体" panose="00020600040101010101" charset="-122"/>
              </a:rPr>
              <a:t>把水滴滴在电视屏幕上</a:t>
            </a:r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，就会看到被放大的像素变成了红、绿、蓝三色阵列。</a:t>
            </a:r>
          </a:p>
          <a:p>
            <a:pPr lvl="1" defTabSz="685800"/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1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这就是现代工业产品根据加色法原理合成影像的成果，也被称为RGB颜色模型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280" y="1015365"/>
            <a:ext cx="7680325" cy="51206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图像显示</a:t>
            </a:r>
          </a:p>
          <a:p>
            <a:pPr lvl="1" defTabSz="685800"/>
            <a:r>
              <a:rPr lang="zh-CN" altLang="en-US" b="1" kern="1200">
                <a:latin typeface="+mn-lt"/>
                <a:ea typeface="+mn-ea"/>
                <a:cs typeface="阿里巴巴普惠体" panose="00020600040101010101" charset="-122"/>
              </a:rPr>
              <a:t>半调输出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  <a:p>
            <a:pPr lvl="2"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举例：将一个区域分成3 × 3个单元以输出10种不同的灰度 </a:t>
            </a:r>
          </a:p>
        </p:txBody>
      </p:sp>
      <p:sp>
        <p:nvSpPr>
          <p:cNvPr id="31747" name="Rectangle 5"/>
          <p:cNvSpPr/>
          <p:nvPr/>
        </p:nvSpPr>
        <p:spPr>
          <a:xfrm>
            <a:off x="0" y="2180803"/>
            <a:ext cx="372745" cy="74803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20000"/>
              </a:spcBef>
              <a:buChar char="•"/>
            </a:pPr>
            <a:endParaRPr lang="zh-CN" altLang="en-US" sz="4265" dirty="0">
              <a:latin typeface="Times New Roman" panose="02020603050405020304" pitchFamily="18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1642110" y="2694305"/>
          <a:ext cx="8907780" cy="3758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r:id="rId4" imgW="3225800" imgH="1320800" progId="MSDraw">
                  <p:embed/>
                </p:oleObj>
              </mc:Choice>
              <mc:Fallback>
                <p:oleObj r:id="rId4" imgW="3225800" imgH="1320800" progId="MSDraw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5"/>
                      <a:srcRect l="-2232" t="-5452" r="-2232" b="-1363"/>
                      <a:stretch>
                        <a:fillRect/>
                      </a:stretch>
                    </p:blipFill>
                    <p:spPr>
                      <a:xfrm>
                        <a:off x="1642110" y="2694305"/>
                        <a:ext cx="8907780" cy="37585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vert="horz" lIns="120000" tIns="62400" rIns="120000" bIns="62400" anchor="ctr"/>
          <a:lstStyle/>
          <a:p>
            <a:pPr algn="just"/>
            <a:r>
              <a:rPr lang="zh-CN" altLang="en-US"/>
              <a:t>图像表示和显示 </a:t>
            </a:r>
          </a:p>
        </p:txBody>
      </p:sp>
      <p:sp>
        <p:nvSpPr>
          <p:cNvPr id="31746" name="内容占位符 2"/>
          <p:cNvSpPr>
            <a:spLocks noGrp="1"/>
          </p:cNvSpPr>
          <p:nvPr>
            <p:ph idx="1"/>
          </p:nvPr>
        </p:nvSpPr>
        <p:spPr/>
        <p:txBody>
          <a:bodyPr vert="horz" lIns="120000" tIns="62400" rIns="120000" bIns="62400" anchor="t"/>
          <a:lstStyle/>
          <a:p>
            <a:pPr defTabSz="685800"/>
            <a:r>
              <a:rPr lang="zh-CN" altLang="en-US" kern="1200">
                <a:latin typeface="+mn-lt"/>
                <a:ea typeface="+mn-ea"/>
                <a:cs typeface="阿里巴巴普惠体" panose="00020600040101010101" charset="-122"/>
              </a:rPr>
              <a:t>图像显示</a:t>
            </a:r>
          </a:p>
          <a:p>
            <a:pPr lvl="1" defTabSz="685800"/>
            <a:r>
              <a:rPr lang="zh-CN" altLang="en-US" b="1" kern="1200">
                <a:latin typeface="+mn-lt"/>
                <a:ea typeface="+mn-ea"/>
                <a:cs typeface="阿里巴巴普惠体" panose="00020600040101010101" charset="-122"/>
              </a:rPr>
              <a:t>半调输出</a:t>
            </a:r>
            <a:endParaRPr lang="zh-CN" altLang="en-US" kern="1200">
              <a:latin typeface="+mn-lt"/>
              <a:ea typeface="+mn-ea"/>
              <a:cs typeface="阿里巴巴普惠体" panose="00020600040101010101" charset="-122"/>
            </a:endParaRPr>
          </a:p>
        </p:txBody>
      </p:sp>
      <p:sp>
        <p:nvSpPr>
          <p:cNvPr id="31747" name="Rectangle 5"/>
          <p:cNvSpPr/>
          <p:nvPr/>
        </p:nvSpPr>
        <p:spPr>
          <a:xfrm>
            <a:off x="0" y="2180803"/>
            <a:ext cx="372745" cy="74803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eaLnBrk="0" hangingPunct="0">
              <a:spcBef>
                <a:spcPct val="20000"/>
              </a:spcBef>
              <a:buChar char="•"/>
            </a:pPr>
            <a:endParaRPr lang="zh-CN" altLang="en-US" sz="4265" dirty="0">
              <a:latin typeface="Times New Roman" panose="02020603050405020304" pitchFamily="18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985" y="1715770"/>
            <a:ext cx="8229600" cy="46329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12000" t="14887" r="14300" b="15454"/>
          <a:stretch>
            <a:fillRect/>
          </a:stretch>
        </p:blipFill>
        <p:spPr>
          <a:xfrm>
            <a:off x="0" y="2755265"/>
            <a:ext cx="3593465" cy="35934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数字图像怎么存储？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图像存储与格式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位图：</a:t>
            </a:r>
          </a:p>
          <a:p>
            <a:pPr lvl="1"/>
            <a:r>
              <a:rPr lang="zh-CN" altLang="en-US"/>
              <a:t>放大位图时，增大每个像素,从而使线条和形状参差不齐。</a:t>
            </a:r>
          </a:p>
          <a:p>
            <a:pPr lvl="1"/>
            <a:r>
              <a:rPr lang="zh-CN" altLang="en-US"/>
              <a:t>缩小位图时，也使原图变形。</a:t>
            </a:r>
          </a:p>
          <a:p>
            <a:pPr lvl="1"/>
            <a:r>
              <a:rPr lang="zh-CN" altLang="en-US"/>
              <a:t>位图方式下，影响图像质量的关键因素是颜色的数量和图像的分辨率。</a:t>
            </a:r>
          </a:p>
          <a:p>
            <a:endParaRPr lang="zh-CN" altLang="en-US"/>
          </a:p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106295" y="3107055"/>
            <a:ext cx="7770495" cy="3260725"/>
            <a:chOff x="3172" y="4586"/>
            <a:chExt cx="13836" cy="5806"/>
          </a:xfrm>
        </p:grpSpPr>
        <p:pic>
          <p:nvPicPr>
            <p:cNvPr id="21512" name="图片 215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44" y="5733"/>
              <a:ext cx="3333" cy="351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1513" name="图片 215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92" y="4586"/>
              <a:ext cx="5516" cy="58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1514" name="图片 215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2" y="6611"/>
              <a:ext cx="1665" cy="1756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BMP文件：</a:t>
            </a:r>
          </a:p>
          <a:p>
            <a:pPr lvl="1"/>
            <a:r>
              <a:rPr lang="zh-CN" altLang="en-US"/>
              <a:t>基本的Windows位图格式文件，在图标、背景等中使用。为处理方便，一般不压缩。</a:t>
            </a:r>
          </a:p>
          <a:p>
            <a:pPr lvl="1"/>
            <a:endParaRPr lang="zh-CN" altLang="en-US"/>
          </a:p>
          <a:p>
            <a:r>
              <a:rPr lang="zh-CN" altLang="en-US"/>
              <a:t>PCX文件：</a:t>
            </a:r>
          </a:p>
          <a:p>
            <a:pPr lvl="1"/>
            <a:r>
              <a:rPr lang="zh-CN" altLang="en-US"/>
              <a:t>广泛使用的图像格式文件之一，与图形显示硬件有关，使用时都经过压缩，压缩和解压缩速度较快。</a:t>
            </a:r>
          </a:p>
          <a:p>
            <a:pPr lvl="1"/>
            <a:endParaRPr lang="zh-CN" altLang="en-US"/>
          </a:p>
          <a:p>
            <a:r>
              <a:rPr lang="zh-CN" altLang="en-US"/>
              <a:t>TIFF文件：</a:t>
            </a:r>
          </a:p>
          <a:p>
            <a:pPr lvl="1"/>
            <a:r>
              <a:rPr lang="zh-CN" altLang="en-US"/>
              <a:t>最早用于扫描仪和桌面出版系统。支持几乎所有图形类型，被许多图形软件支持。TIFF有压缩和非压缩，压缩后为TIEF。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22535" name="标题 22534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just"/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图像存储与格式</a:t>
            </a:r>
            <a:endParaRPr lang="zh-CN" altLang="en-US" b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图像存储与格式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en-US"/>
              <a:t>GIF文件：</a:t>
            </a:r>
          </a:p>
          <a:p>
            <a:pPr lvl="1"/>
            <a:r>
              <a:rPr lang="zh-CN" altLang="en-US"/>
              <a:t>译为图形交换格式。使用时都经压缩，压缩比较高，文件较小， 目前Internet的Web浏览器主页图片的标准格式文件。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TGA文件：</a:t>
            </a:r>
          </a:p>
          <a:p>
            <a:pPr lvl="1"/>
            <a:r>
              <a:rPr lang="zh-CN" altLang="en-US"/>
              <a:t>在PC机上常用。用于表示色彩较复杂并极富变化的图像，例如相片、3D图形等。由于变化大，重复性低，一般不强调压缩。</a:t>
            </a:r>
          </a:p>
          <a:p>
            <a:pPr lvl="1"/>
            <a:endParaRPr lang="zh-CN" altLang="en-US"/>
          </a:p>
          <a:p>
            <a:pPr lvl="0"/>
            <a:r>
              <a:rPr lang="zh-CN" altLang="en-US"/>
              <a:t>JPEG文件：</a:t>
            </a:r>
          </a:p>
          <a:p>
            <a:pPr lvl="1"/>
            <a:r>
              <a:rPr lang="zh-CN" altLang="en-US"/>
              <a:t>是按图像联合专家组（Joint Photographic Experts Group)制定的标准来压缩存储的图像文件格式，是一种有损压缩算法。JPEG文件在PC机上很流行，文件较小，适用于处理大图像的场合。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20000" tIns="62400" rIns="120000" bIns="62400" anchor="ctr"/>
          <a:lstStyle/>
          <a:p>
            <a:pPr algn="ctr"/>
            <a:r>
              <a:rPr lang="zh-CN" altLang="zh-CN" dirty="0"/>
              <a:t>总  结</a:t>
            </a:r>
          </a:p>
        </p:txBody>
      </p:sp>
      <p:sp>
        <p:nvSpPr>
          <p:cNvPr id="17410" name="内容占位符 3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vert="horz" lIns="120000" tIns="62400" rIns="120000" bIns="62400" anchor="t"/>
          <a:lstStyle/>
          <a:p>
            <a:pPr algn="just" defTabSz="685800">
              <a:lnSpc>
                <a:spcPct val="11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图像类型</a:t>
            </a:r>
          </a:p>
          <a:p>
            <a:pPr lvl="0" defTabSz="685800">
              <a:lnSpc>
                <a:spcPct val="18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</a:t>
            </a:r>
            <a:r>
              <a:rPr lang="zh-CN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采样和量化</a:t>
            </a:r>
          </a:p>
          <a:p>
            <a:pPr lvl="0" defTabSz="685800">
              <a:lnSpc>
                <a:spcPct val="18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图像表示和显示</a:t>
            </a:r>
            <a:endParaRPr lang="zh-CN" altLang="en-US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阿里巴巴普惠体" panose="00020600040101010101" charset="-122"/>
              <a:sym typeface="阿里巴巴普惠体" panose="00020600040101010101" charset="-122"/>
            </a:endParaRPr>
          </a:p>
          <a:p>
            <a:pPr lvl="0" defTabSz="685800">
              <a:lnSpc>
                <a:spcPct val="18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sym typeface="阿里巴巴普惠体" panose="00020600040101010101" charset="-122"/>
              </a:rPr>
              <a:t>图像存储与格式</a:t>
            </a:r>
            <a:endParaRPr lang="zh-CN" altLang="zh-CN" kern="1200" dirty="0">
              <a:solidFill>
                <a:schemeClr val="tx1"/>
              </a:solidFill>
              <a:latin typeface="+mn-lt"/>
              <a:ea typeface="+mn-ea"/>
              <a:cs typeface="阿里巴巴普惠体" panose="00020600040101010101" charset="-122"/>
            </a:endParaRPr>
          </a:p>
          <a:p>
            <a:pPr algn="just" defTabSz="685800">
              <a:lnSpc>
                <a:spcPct val="110000"/>
              </a:lnSpc>
              <a:spcBef>
                <a:spcPts val="600"/>
              </a:spcBef>
            </a:pPr>
            <a:endParaRPr lang="zh-CN" altLang="zh-CN" kern="1200" dirty="0">
              <a:solidFill>
                <a:schemeClr val="tx1"/>
              </a:solidFill>
              <a:latin typeface="+mn-lt"/>
              <a:ea typeface="+mn-ea"/>
              <a:cs typeface="阿里巴巴普惠体" panose="00020600040101010101" charset="-122"/>
            </a:endParaRPr>
          </a:p>
          <a:p>
            <a:pPr algn="just" defTabSz="685800">
              <a:lnSpc>
                <a:spcPct val="110000"/>
              </a:lnSpc>
              <a:spcBef>
                <a:spcPts val="600"/>
              </a:spcBef>
            </a:pPr>
            <a:endParaRPr lang="zh-CN" altLang="zh-CN" kern="1200" dirty="0">
              <a:solidFill>
                <a:schemeClr val="tx1"/>
              </a:solidFill>
              <a:latin typeface="+mn-lt"/>
              <a:ea typeface="+mn-ea"/>
              <a:cs typeface="阿里巴巴普惠体" panose="00020600040101010101" charset="-122"/>
            </a:endParaRPr>
          </a:p>
        </p:txBody>
      </p:sp>
      <p:pic>
        <p:nvPicPr>
          <p:cNvPr id="24580" name="Picture 7" descr="010201"/>
          <p:cNvPicPr>
            <a:picLocks noChangeAspect="1"/>
          </p:cNvPicPr>
          <p:nvPr/>
        </p:nvPicPr>
        <p:blipFill>
          <a:blip r:embed="rId5"/>
          <a:srcRect l="-2148" t="-2873" r="-1602" b="-2873"/>
          <a:stretch>
            <a:fillRect/>
          </a:stretch>
        </p:blipFill>
        <p:spPr>
          <a:xfrm>
            <a:off x="5052060" y="1098550"/>
            <a:ext cx="6701155" cy="289369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1493" y="4250055"/>
            <a:ext cx="2080895" cy="21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0" y="4250055"/>
            <a:ext cx="3047888" cy="2160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2443" y="4250055"/>
            <a:ext cx="1779270" cy="2160000"/>
          </a:xfrm>
          <a:prstGeom prst="rect">
            <a:avLst/>
          </a:prstGeom>
        </p:spPr>
      </p:pic>
      <p:pic>
        <p:nvPicPr>
          <p:cNvPr id="4" name="图片 3" descr="e4df0be2e678ac2b4a06239d7a23e673"/>
          <p:cNvPicPr>
            <a:picLocks noChangeAspect="1"/>
          </p:cNvPicPr>
          <p:nvPr/>
        </p:nvPicPr>
        <p:blipFill>
          <a:blip r:embed="rId9"/>
          <a:srcRect l="25246" t="15221" r="25297" b="14741"/>
          <a:stretch>
            <a:fillRect/>
          </a:stretch>
        </p:blipFill>
        <p:spPr>
          <a:xfrm>
            <a:off x="10512313" y="4250055"/>
            <a:ext cx="1369695" cy="2160000"/>
          </a:xfrm>
          <a:prstGeom prst="rect">
            <a:avLst/>
          </a:prstGeom>
          <a:ln w="38100">
            <a:solidFill>
              <a:schemeClr val="tx2">
                <a:lumMod val="95000"/>
                <a:lumOff val="5000"/>
              </a:schemeClr>
            </a:solidFill>
          </a:ln>
        </p:spPr>
      </p:pic>
      <p:pic>
        <p:nvPicPr>
          <p:cNvPr id="5" name="图片 4" descr="a6bbcbf0bc4fea875e91621f1ebe5acf"/>
          <p:cNvPicPr>
            <a:picLocks noChangeAspect="1"/>
          </p:cNvPicPr>
          <p:nvPr/>
        </p:nvPicPr>
        <p:blipFill>
          <a:blip r:embed="rId10"/>
          <a:srcRect l="4134" t="2899" r="4245" b="753"/>
          <a:stretch>
            <a:fillRect/>
          </a:stretch>
        </p:blipFill>
        <p:spPr>
          <a:xfrm>
            <a:off x="8691768" y="4250055"/>
            <a:ext cx="1380490" cy="2160000"/>
          </a:xfrm>
          <a:prstGeom prst="rect">
            <a:avLst/>
          </a:prstGeom>
          <a:ln w="38100">
            <a:solidFill>
              <a:schemeClr val="tx2">
                <a:lumMod val="95000"/>
                <a:lumOff val="5000"/>
              </a:schemeClr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EF9F6-7ACD-44E6-A89C-E18AAB4A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79FACE-20DF-4446-9E9A-088A971DF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715" y="376905"/>
            <a:ext cx="8208569" cy="6104190"/>
          </a:xfrm>
        </p:spPr>
      </p:pic>
    </p:spTree>
    <p:extLst>
      <p:ext uri="{BB962C8B-B14F-4D97-AF65-F5344CB8AC3E}">
        <p14:creationId xmlns:p14="http://schemas.microsoft.com/office/powerpoint/2010/main" val="8443239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C4E6D-9A35-45F2-9569-29629090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18F793B-B310-465F-B1CF-FAE57C3CD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81" y="1050159"/>
            <a:ext cx="8712604" cy="5033240"/>
          </a:xfrm>
        </p:spPr>
      </p:pic>
    </p:spTree>
    <p:extLst>
      <p:ext uri="{BB962C8B-B14F-4D97-AF65-F5344CB8AC3E}">
        <p14:creationId xmlns:p14="http://schemas.microsoft.com/office/powerpoint/2010/main" val="21259905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743FB2-E3BE-4E26-941D-DF0672005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624C59F-1EED-4842-B73B-A553DB986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50" y="999059"/>
            <a:ext cx="8928619" cy="4806433"/>
          </a:xfrm>
        </p:spPr>
      </p:pic>
    </p:spTree>
    <p:extLst>
      <p:ext uri="{BB962C8B-B14F-4D97-AF65-F5344CB8AC3E}">
        <p14:creationId xmlns:p14="http://schemas.microsoft.com/office/powerpoint/2010/main" val="21783850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5AD9CB-11BA-48B5-9C12-32ABE752C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801B903-38FC-4792-A277-875BABCEE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56" y="-2454"/>
            <a:ext cx="9000624" cy="6729751"/>
          </a:xfrm>
        </p:spPr>
      </p:pic>
    </p:spTree>
    <p:extLst>
      <p:ext uri="{BB962C8B-B14F-4D97-AF65-F5344CB8AC3E}">
        <p14:creationId xmlns:p14="http://schemas.microsoft.com/office/powerpoint/2010/main" val="1944572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08A4F1-5788-4BB9-BEE4-402A1A93C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498FFF-CB55-4378-BBA8-1BF32A98F7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80" y="230716"/>
            <a:ext cx="8640600" cy="6528099"/>
          </a:xfrm>
        </p:spPr>
      </p:pic>
    </p:spTree>
    <p:extLst>
      <p:ext uri="{BB962C8B-B14F-4D97-AF65-F5344CB8AC3E}">
        <p14:creationId xmlns:p14="http://schemas.microsoft.com/office/powerpoint/2010/main" val="30981033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BF9AA-31EE-4F98-9296-68DF4436E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9131EA5-E9C2-48AE-971A-E45CB4CB5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675" y="251144"/>
            <a:ext cx="8784610" cy="6496453"/>
          </a:xfrm>
        </p:spPr>
      </p:pic>
    </p:spTree>
    <p:extLst>
      <p:ext uri="{BB962C8B-B14F-4D97-AF65-F5344CB8AC3E}">
        <p14:creationId xmlns:p14="http://schemas.microsoft.com/office/powerpoint/2010/main" val="37722308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B042B-00B1-4743-99A7-92725ED5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F778244-CCDD-4D05-9813-7F7AC64EA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715" y="188775"/>
            <a:ext cx="8208570" cy="6224081"/>
          </a:xfrm>
        </p:spPr>
      </p:pic>
    </p:spTree>
    <p:extLst>
      <p:ext uri="{BB962C8B-B14F-4D97-AF65-F5344CB8AC3E}">
        <p14:creationId xmlns:p14="http://schemas.microsoft.com/office/powerpoint/2010/main" val="50644948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0939_1"/>
  <p:tag name="KSO_WM_TEMPLATE_CATEGORY" val="custom"/>
  <p:tag name="KSO_WM_TEMPLATE_INDEX" val="20186832"/>
  <p:tag name="KSO_WM_TEMPLATE_SUBCATEGORY" val="combine"/>
  <p:tag name="KSO_WM_TEMPLATE_THUMBS_INDEX" val="1、10、11、15、19、18、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COMBINE_RELATE_SLIDE_ID" val="background20180939_1"/>
  <p:tag name="KSO_WM_TEMPLATE_CATEGORY" val="custom"/>
  <p:tag name="KSO_WM_TEMPLATE_INDEX" val="20186832"/>
  <p:tag name="KSO_WM_TEMPLATE_SUBCATEGORY" val="combine"/>
  <p:tag name="KSO_WM_TEMPLATE_THUMBS_INDEX" val="1、10、11、15、19、18、2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621*343"/>
  <p:tag name="KSO_WM_SLIDE_POSITION" val="50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COMBINE_RELATE_SLIDE_ID" val="background20180939_2"/>
  <p:tag name="KSO_WM_TEMPLATE_CATEGORY" val="custom"/>
  <p:tag name="KSO_WM_TEMPLATE_INDEX" val="20186832"/>
  <p:tag name="KSO_WM_SLIDE_ID" val="custom20186832_2"/>
  <p:tag name="KSO_WM_SLIDE_INDEX" val="2"/>
  <p:tag name="KSO_WM_TEMPLATE_SUBCATEGORY" val="combine"/>
  <p:tag name="KSO_WM_SLIDE_SUBTYPE" val="pureT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  <p:tag name="KSO_WM_TAG_VERSION" val="1.0"/>
  <p:tag name="KSO_WM_BEAUTIFY_FLAG" val="#wm#"/>
  <p:tag name="KSO_WM_UNIT_PRESET_TEXT_LEN" val="349"/>
  <p:tag name="KSO_WM_UNIT_PRESET_TEXT_INDEX" val="5"/>
  <p:tag name="KSO_WM_UNIT_CLEAR" val="0"/>
  <p:tag name="KSO_WM_UNIT_COMPATIBLE" val="0"/>
  <p:tag name="KSO_WM_UNIT_HIGHLIGHT" val="0"/>
  <p:tag name="KSO_WM_UNIT_VALUE" val="225"/>
  <p:tag name="KSO_WM_UNIT_LAYERLEVEL" val="1"/>
  <p:tag name="KSO_WM_UNIT_INDEX" val="1"/>
  <p:tag name="KSO_WM_UNIT_TYPE" val="f"/>
  <p:tag name="KSO_WM_UNIT_ID" val="custom20186832_2*f*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163_4*i*1"/>
  <p:tag name="KSO_WM_TEMPLATE_CATEGORY" val="diagram"/>
  <p:tag name="KSO_WM_TEMPLATE_INDEX" val="160163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163_4*i*8"/>
  <p:tag name="KSO_WM_TEMPLATE_CATEGORY" val="diagram"/>
  <p:tag name="KSO_WM_TEMPLATE_INDEX" val="160163"/>
  <p:tag name="KSO_WM_UNIT_INDEX" val="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163_4*i*15"/>
  <p:tag name="KSO_WM_TEMPLATE_CATEGORY" val="diagram"/>
  <p:tag name="KSO_WM_TEMPLATE_INDEX" val="160163"/>
  <p:tag name="KSO_WM_UNIT_INDEX" val="1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diagram160163_4*i*22"/>
  <p:tag name="KSO_WM_TEMPLATE_CATEGORY" val="diagram"/>
  <p:tag name="KSO_WM_TEMPLATE_INDEX" val="160163"/>
  <p:tag name="KSO_WM_UNIT_INDEX" val="2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7"/>
  <p:tag name="KSO_WM_UNIT_ID" val="diagram160163_4*m_i*1_7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5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h_f"/>
  <p:tag name="KSO_WM_UNIT_INDEX" val="1_4_1"/>
  <p:tag name="KSO_WM_UNIT_ID" val="diagram160163_4*m_h_f*1_4_1"/>
  <p:tag name="KSO_WM_UNIT_CLEAR" val="1"/>
  <p:tag name="KSO_WM_UNIT_LAYERLEVEL" val="1_1_1"/>
  <p:tag name="KSO_WM_UNIT_VALUE" val="35"/>
  <p:tag name="KSO_WM_UNIT_HIGHLIGHT" val="0"/>
  <p:tag name="KSO_WM_UNIT_COMPATIBLE" val="0"/>
  <p:tag name="KSO_WM_DIAGRAM_GROUP_CODE" val="m1-1"/>
  <p:tag name="KSO_WM_UNIT_PRESET_TEXT" val="LOREM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8"/>
  <p:tag name="KSO_WM_UNIT_ID" val="diagram160163_4*m_i*1_8"/>
  <p:tag name="KSO_WM_UNIT_CLEAR" val="1"/>
  <p:tag name="KSO_WM_UNIT_LAYERLEVEL" val="1_1"/>
  <p:tag name="KSO_WM_DIAGRAM_GROUP_CODE" val="m1-1"/>
  <p:tag name="KSO_WM_UNIT_TEXT_FILL_FORE_SCHEMECOLOR_INDEX" val="5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5"/>
  <p:tag name="KSO_WM_UNIT_ID" val="diagram160163_4*m_i*1_5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5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h_f"/>
  <p:tag name="KSO_WM_UNIT_INDEX" val="1_3_1"/>
  <p:tag name="KSO_WM_UNIT_ID" val="diagram160163_4*m_h_f*1_3_1"/>
  <p:tag name="KSO_WM_UNIT_CLEAR" val="1"/>
  <p:tag name="KSO_WM_UNIT_LAYERLEVEL" val="1_1_1"/>
  <p:tag name="KSO_WM_UNIT_VALUE" val="35"/>
  <p:tag name="KSO_WM_UNIT_HIGHLIGHT" val="0"/>
  <p:tag name="KSO_WM_UNIT_COMPATIBLE" val="0"/>
  <p:tag name="KSO_WM_DIAGRAM_GROUP_CODE" val="m1-1"/>
  <p:tag name="KSO_WM_UNIT_PRESET_TEXT" val="LOREM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6"/>
  <p:tag name="KSO_WM_UNIT_ID" val="diagram160163_4*m_i*1_6"/>
  <p:tag name="KSO_WM_UNIT_CLEAR" val="1"/>
  <p:tag name="KSO_WM_UNIT_LAYERLEVEL" val="1_1"/>
  <p:tag name="KSO_WM_DIAGRAM_GROUP_CODE" val="m1-1"/>
  <p:tag name="KSO_WM_UNIT_TEXT_FILL_FORE_SCHEMECOLOR_INDEX" val="5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3"/>
  <p:tag name="KSO_WM_UNIT_ID" val="diagram160163_4*m_i*1_3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5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h_f"/>
  <p:tag name="KSO_WM_UNIT_INDEX" val="1_2_1"/>
  <p:tag name="KSO_WM_UNIT_ID" val="diagram160163_4*m_h_f*1_2_1"/>
  <p:tag name="KSO_WM_UNIT_CLEAR" val="1"/>
  <p:tag name="KSO_WM_UNIT_LAYERLEVEL" val="1_1_1"/>
  <p:tag name="KSO_WM_UNIT_VALUE" val="35"/>
  <p:tag name="KSO_WM_UNIT_HIGHLIGHT" val="0"/>
  <p:tag name="KSO_WM_UNIT_COMPATIBLE" val="0"/>
  <p:tag name="KSO_WM_DIAGRAM_GROUP_CODE" val="m1-1"/>
  <p:tag name="KSO_WM_UNIT_PRESET_TEXT" val="LOREM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4"/>
  <p:tag name="KSO_WM_UNIT_ID" val="diagram160163_4*m_i*1_4"/>
  <p:tag name="KSO_WM_UNIT_CLEAR" val="1"/>
  <p:tag name="KSO_WM_UNIT_LAYERLEVEL" val="1_1"/>
  <p:tag name="KSO_WM_DIAGRAM_GROUP_CODE" val="m1-1"/>
  <p:tag name="KSO_WM_UNIT_TEXT_FILL_FORE_SCHEMECOLOR_INDEX" val="5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1"/>
  <p:tag name="KSO_WM_UNIT_ID" val="diagram160163_4*m_i*1_1"/>
  <p:tag name="KSO_WM_UNIT_CLEAR" val="1"/>
  <p:tag name="KSO_WM_UNIT_LAYERLEVEL" val="1_1"/>
  <p:tag name="KSO_WM_DIAGRAM_GROUP_CODE" val="m1-1"/>
  <p:tag name="KSO_WM_UNIT_FILL_FORE_SCHEMECOLOR_INDEX" val="6"/>
  <p:tag name="KSO_WM_UNIT_FILL_TYPE" val="1"/>
  <p:tag name="KSO_WM_UNIT_TEXT_FILL_FORE_SCHEMECOLOR_INDEX" val="5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h_f"/>
  <p:tag name="KSO_WM_UNIT_INDEX" val="1_1_1"/>
  <p:tag name="KSO_WM_UNIT_ID" val="diagram160163_4*m_h_f*1_1_1"/>
  <p:tag name="KSO_WM_UNIT_CLEAR" val="1"/>
  <p:tag name="KSO_WM_UNIT_LAYERLEVEL" val="1_1_1"/>
  <p:tag name="KSO_WM_UNIT_VALUE" val="35"/>
  <p:tag name="KSO_WM_UNIT_HIGHLIGHT" val="0"/>
  <p:tag name="KSO_WM_UNIT_COMPATIBLE" val="0"/>
  <p:tag name="KSO_WM_DIAGRAM_GROUP_CODE" val="m1-1"/>
  <p:tag name="KSO_WM_UNIT_PRESET_TEXT" val="LOREM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160163"/>
  <p:tag name="KSO_WM_UNIT_TYPE" val="m_i"/>
  <p:tag name="KSO_WM_UNIT_INDEX" val="1_2"/>
  <p:tag name="KSO_WM_UNIT_ID" val="diagram160163_4*m_i*1_2"/>
  <p:tag name="KSO_WM_UNIT_CLEAR" val="1"/>
  <p:tag name="KSO_WM_UNIT_LAYERLEVEL" val="1_1"/>
  <p:tag name="KSO_WM_DIAGRAM_GROUP_CODE" val="m1-1"/>
  <p:tag name="KSO_WM_UNIT_TEXT_FILL_FORE_SCHEMECOLOR_INDEX" val="5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83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621*343"/>
  <p:tag name="KSO_WM_SLIDE_POSITION" val="50*144"/>
  <p:tag name="KSO_WM_SLIDE_LAYOUT_CNT" val="1_1"/>
  <p:tag name="KSO_WM_SLIDE_LAYOUT" val="a_f"/>
  <p:tag name="KSO_WM_BEAUTIFY_FLAG" val="#wm#"/>
  <p:tag name="KSO_WM_SLIDE_TYPE" val="text"/>
  <p:tag name="KSO_WM_SLIDE_ITEM_CNT" val="1"/>
  <p:tag name="KSO_WM_TAG_VERSION" val="1.0"/>
  <p:tag name="KSO_WM_COMBINE_RELATE_SLIDE_ID" val="background20180939_2"/>
  <p:tag name="KSO_WM_TEMPLATE_CATEGORY" val="custom"/>
  <p:tag name="KSO_WM_TEMPLATE_INDEX" val="20186832"/>
  <p:tag name="KSO_WM_SLIDE_ID" val="custom20186832_2"/>
  <p:tag name="KSO_WM_SLIDE_INDEX" val="2"/>
  <p:tag name="KSO_WM_TEMPLATE_SUBCATEGORY" val="combine"/>
  <p:tag name="KSO_WM_SLIDE_SUBTYPE" val="pureTx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  <p:tag name="KSO_WM_TAG_VERSION" val="1.0"/>
  <p:tag name="KSO_WM_BEAUTIFY_FLAG" val="#wm#"/>
  <p:tag name="KSO_WM_UNIT_PRESET_TEXT_LEN" val="17"/>
  <p:tag name="KSO_WM_UNIT_PRESET_TEXT_INDEX" val="3"/>
  <p:tag name="KSO_WM_UNIT_CLEAR" val="0"/>
  <p:tag name="KSO_WM_UNIT_COMPATIBLE" val="0"/>
  <p:tag name="KSO_WM_UNIT_HIGHLIGHT" val="0"/>
  <p:tag name="KSO_WM_UNIT_ISCONTENTSTITLE" val="0"/>
  <p:tag name="KSO_WM_UNIT_VALUE" val="36"/>
  <p:tag name="KSO_WM_UNIT_LAYERLEVEL" val="1"/>
  <p:tag name="KSO_WM_UNIT_INDEX" val="1"/>
  <p:tag name="KSO_WM_UNIT_TYPE" val="a"/>
  <p:tag name="KSO_WM_UNIT_ID" val="custom20186832_2*a*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32"/>
  <p:tag name="KSO_WM_TAG_VERSION" val="1.0"/>
  <p:tag name="KSO_WM_BEAUTIFY_FLAG" val="#wm#"/>
  <p:tag name="KSO_WM_UNIT_PRESET_TEXT_LEN" val="349"/>
  <p:tag name="KSO_WM_UNIT_PRESET_TEXT_INDEX" val="5"/>
  <p:tag name="KSO_WM_UNIT_CLEAR" val="0"/>
  <p:tag name="KSO_WM_UNIT_COMPATIBLE" val="0"/>
  <p:tag name="KSO_WM_UNIT_HIGHLIGHT" val="0"/>
  <p:tag name="KSO_WM_UNIT_VALUE" val="225"/>
  <p:tag name="KSO_WM_UNIT_LAYERLEVEL" val="1"/>
  <p:tag name="KSO_WM_UNIT_INDEX" val="1"/>
  <p:tag name="KSO_WM_UNIT_TYPE" val="f"/>
  <p:tag name="KSO_WM_UNIT_ID" val="custom20186832_2*f*1"/>
</p:tagLst>
</file>

<file path=ppt/theme/theme1.xml><?xml version="1.0" encoding="utf-8"?>
<a:theme xmlns:a="http://schemas.openxmlformats.org/drawingml/2006/main" name="1_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id">
      <a:majorFont>
        <a:latin typeface="阿里巴巴普惠体"/>
        <a:ea typeface=""/>
        <a:cs typeface=""/>
        <a:font script="Jpan" typeface="HG創英角ｺﾞｼｯｸUB"/>
        <a:font script="Hang" typeface="HY견고딕"/>
        <a:font script="Hans" typeface="阿里巴巴普惠体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HG創英角ｺﾞｼｯｸUB"/>
        <a:font script="Hang" typeface="HY견고딕"/>
        <a:font script="Hans" typeface="阿里巴巴普惠体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id">
      <a:majorFont>
        <a:latin typeface="阿里巴巴普惠体"/>
        <a:ea typeface=""/>
        <a:cs typeface=""/>
        <a:font script="Jpan" typeface="HG創英角ｺﾞｼｯｸUB"/>
        <a:font script="Hang" typeface="HY견고딕"/>
        <a:font script="Hans" typeface="阿里巴巴普惠体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HG創英角ｺﾞｼｯｸUB"/>
        <a:font script="Hang" typeface="HY견고딕"/>
        <a:font script="Hans" typeface="阿里巴巴普惠体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2696</Words>
  <Application>Microsoft Office PowerPoint</Application>
  <PresentationFormat>宽屏</PresentationFormat>
  <Paragraphs>386</Paragraphs>
  <Slides>72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7" baseType="lpstr">
      <vt:lpstr>阿里巴巴普惠体</vt:lpstr>
      <vt:lpstr>汉仪昌黎宋刻本原版W</vt:lpstr>
      <vt:lpstr>宋体</vt:lpstr>
      <vt:lpstr>微软雅黑</vt:lpstr>
      <vt:lpstr>Arial</vt:lpstr>
      <vt:lpstr>Bookman Old Style</vt:lpstr>
      <vt:lpstr>Cambria Math</vt:lpstr>
      <vt:lpstr>Century Schoolbook</vt:lpstr>
      <vt:lpstr>Tahoma</vt:lpstr>
      <vt:lpstr>Times New Roman</vt:lpstr>
      <vt:lpstr>Verdana</vt:lpstr>
      <vt:lpstr>Wingdings</vt:lpstr>
      <vt:lpstr>1_主题1</vt:lpstr>
      <vt:lpstr>2_主题1</vt:lpstr>
      <vt:lpstr>MSDraw</vt:lpstr>
      <vt:lpstr>绪 论 Introduction</vt:lpstr>
      <vt:lpstr>PowerPoint 演示文稿</vt:lpstr>
      <vt:lpstr>课程安排</vt:lpstr>
      <vt:lpstr>课程安排</vt:lpstr>
      <vt:lpstr>课程内容</vt:lpstr>
      <vt:lpstr>课程内容</vt:lpstr>
      <vt:lpstr>课程内容</vt:lpstr>
      <vt:lpstr>什么是图像？</vt:lpstr>
      <vt:lpstr>史前绘画</vt:lpstr>
      <vt:lpstr>史前绘画</vt:lpstr>
      <vt:lpstr>传统绘画</vt:lpstr>
      <vt:lpstr>传统绘画</vt:lpstr>
      <vt:lpstr>摄影</vt:lpstr>
      <vt:lpstr>摄影</vt:lpstr>
      <vt:lpstr>小孔成像</vt:lpstr>
      <vt:lpstr>背景及意义</vt:lpstr>
      <vt:lpstr>背景及意义</vt:lpstr>
      <vt:lpstr>背景及意义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图像类型</vt:lpstr>
      <vt:lpstr>什么是图像处理？</vt:lpstr>
      <vt:lpstr>图像工程的3个层次</vt:lpstr>
      <vt:lpstr>图像工程的3个层次</vt:lpstr>
      <vt:lpstr>图像工程相关学科</vt:lpstr>
      <vt:lpstr>图像工程研究课题：全景图合成</vt:lpstr>
      <vt:lpstr>图像工程研究课题：图像分割</vt:lpstr>
      <vt:lpstr>图像工程研究课题：人脸识别</vt:lpstr>
      <vt:lpstr>图像工程研究课题：图像风格转换</vt:lpstr>
      <vt:lpstr>图像工程研究课题：图像转换</vt:lpstr>
      <vt:lpstr>图像工程研究课题：图像风格转换</vt:lpstr>
      <vt:lpstr>图像工程研究课题：图像风格转换</vt:lpstr>
      <vt:lpstr>图像工程研究课题：人脸表情迁移</vt:lpstr>
      <vt:lpstr>图像工程研究课题：人脸表情迁移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图像表示和显示 </vt:lpstr>
      <vt:lpstr>数字图像怎么存储？</vt:lpstr>
      <vt:lpstr>图像存储与格式</vt:lpstr>
      <vt:lpstr>图像存储与格式</vt:lpstr>
      <vt:lpstr>图像存储与格式</vt:lpstr>
      <vt:lpstr>总  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TH-EE-IE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subject>Lecture-01</dc:subject>
  <dc:creator>ZHANG Yujin</dc:creator>
  <dc:description>图像处理和分析教程</dc:description>
  <cp:lastModifiedBy>金炜</cp:lastModifiedBy>
  <cp:revision>1306</cp:revision>
  <dcterms:created xsi:type="dcterms:W3CDTF">2018-09-09T03:11:00Z</dcterms:created>
  <dcterms:modified xsi:type="dcterms:W3CDTF">2025-04-17T05:44:03Z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2052-11.3.0.9221</vt:lpwstr>
  </property>
</Properties>
</file>